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9b440114d434518" /><Relationship Type="http://schemas.openxmlformats.org/officeDocument/2006/relationships/extended-properties" Target="/docProps/app.xml" Id="R25ce16cdb0d648ce" /><Relationship Type="http://schemas.openxmlformats.org/officeDocument/2006/relationships/officeDocument" Target="/ppt/presentation.xml" Id="R77bba2f424444ac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41e82e42457044b5"/>
  </p:sldMasterIdLst>
  <p:notesMasterIdLst>
    <p:notesMasterId xmlns:r="http://schemas.openxmlformats.org/officeDocument/2006/relationships" r:id="R5a278bd019fa4cf9"/>
  </p:notesMasterIdLst>
  <p:sldIdLst>
    <p:sldId xmlns:r="http://schemas.openxmlformats.org/officeDocument/2006/relationships" id="256" r:id="R8fc1207bdd984b31"/>
  </p:sldIdLst>
  <p:sldSz cx="6743700" cy="3171825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1962dfa67e643bc" /><Relationship Type="http://schemas.openxmlformats.org/officeDocument/2006/relationships/slideMaster" Target="/ppt/slideMasters/slideMaster1.xml" Id="R41e82e42457044b5" /><Relationship Type="http://schemas.openxmlformats.org/officeDocument/2006/relationships/notesMaster" Target="/ppt/notesMasters/notesMaster1.xml" Id="R5a278bd019fa4cf9" /><Relationship Type="http://schemas.openxmlformats.org/officeDocument/2006/relationships/presProps" Target="/ppt/presProps.xml" Id="R55966d85d2ca4cb6" /><Relationship Type="http://schemas.openxmlformats.org/officeDocument/2006/relationships/tableStyles" Target="/ppt/tableStyles.xml" Id="R48d58e15c609467b" /><Relationship Type="http://schemas.openxmlformats.org/officeDocument/2006/relationships/slide" Target="/ppt/slides/slide1.xml" Id="R8fc1207bdd984b3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8ca1ff41650460b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c8e131801cb94fa5" /><Relationship Type="http://schemas.openxmlformats.org/officeDocument/2006/relationships/notesMaster" Target="/ppt/notesMasters/notesMaster1.xml" Id="R6ed15ef400e6423d" /></Relationships>
</file>

<file path=ppt/notesSlides/notesSlide1.xml><?xml version="1.0" encoding="utf-8"?>
<ns0:notes xmlns:ns0="http://schemas.openxmlformats.org/presentationml/2006/main" xmlns:ns1="http://schemas.openxmlformats.org/drawingml/2006/main">
  <ns0:cSld>
    <ns0:spTree>
      <ns0:nvGrpSpPr>
        <ns0:cNvPr id="1" name=""/>
        <ns0:cNvGrpSpPr/>
        <ns0:nvPr/>
      </ns0:nvGrpSpPr>
      <ns0:grpSpPr>
        <ns1:xfrm/>
      </ns0:grpSpPr>
      <ns0:sp>
        <ns0:nvSpPr>
          <ns0:cNvPr id="2" name="Slide Image Placeholder 1"/>
          <ns0:cNvSpPr>
            <ns1:spLocks noGrp="1"/>
          </ns0:cNvSpPr>
          <ns0:nvPr>
            <ns0:ph type="sldImg" idx="0"/>
          </ns0:nvPr>
        </ns0:nvSpPr>
        <ns0:spPr/>
      </ns0:sp>
      <ns0:sp>
        <ns0:nvSpPr>
          <ns0:cNvPr id="3" name="Notes Placeholder 2"/>
          <ns0:cNvSpPr>
            <ns1:spLocks noGrp="1"/>
          </ns0:cNvSpPr>
          <ns0:nvPr>
            <ns0:ph type="body" idx="1"/>
          </ns0:nvPr>
        </ns0:nvSpPr>
        <ns0:spPr/>
        <ns0:txBody>
          <ns1:bodyPr/>
          <ns1:lstStyle/>
          <ns1:p>
            <ns1:r>
              <ns1:t>素材ID：AI-045</ns1:t>
            </ns1:r>
          </ns1:p>
          <ns1:p>
            <ns1:r>
              <ns1:t>论文：BioCLIP: A Vision Foundation Model for the Tree of Life</ns1:t>
            </ns1:r>
          </ns1:p>
          <ns1:p>
            <ns1:r>
              <ns1:t>会议：CVPR 2024</ns1:t>
            </ns1:r>
          </ns1:p>
          <ns1:p>
            <ns1:r>
              <ns1:t>奖项：Best Student Paper</ns1:t>
            </ns1:r>
          </ns1:p>
          <ns1:p>
            <ns1:r>
              <ns1:t>图号：Figure 2，PDF第3页</ns1:t>
            </ns1:r>
          </ns1:p>
          <ns1:p>
            <ns1:r>
              <ns1:t>类型：实验图表</ns1:t>
            </ns1:r>
          </ns1:p>
          <ns1:p>
            <ns1:r>
              <ns1:t>借鉴点：面积表示样本规模、颜色表示门、嵌套框表示纲目科，让长尾多层数据结构可视化。</ns1:t>
            </ns1:r>
          </ns1:p>
          <ns1:p>
            <ns1:r>
              <ns1:t>论文URL：https://openaccess.thecvf.com/content/CVPR2024/html/Stevens_BioCLIP_A_Vision_Foundation_Model_for_the_Tree_of_Life_CVPR_2024_paper.html</ns1:t>
            </ns1:r>
          </ns1:p>
          <ns1:p>
            <ns1:r>
              <ns1:t>官方获奖URL：https://www.thecvf.com/?page_id=413</ns1:t>
            </ns1:r>
          </ns1:p>
          <ns1:p>
            <ns1:r>
              <ns1:t>原始论文与绘图来源：见本页论文链接及仓库 catalog/papers.md。</ns1:t>
            </ns1:r>
          </ns1:p>
        </ns0:txBody>
      </ns0:sp>
      <ns0:sp>
        <ns0:nvSpPr>
          <ns0:cNvPr id="4" name="Slide Number Placeholder 3"/>
          <ns0:cNvSpPr>
            <ns1:spLocks noGrp="1"/>
          </ns0:cNvSpPr>
          <ns0:nvPr>
            <ns0:ph type="sldNum" idx="5"/>
          </ns0:nvPr>
        </ns0:nvSpPr>
        <ns0:spPr/>
        <ns0:txBody>
          <ns1:bodyPr/>
          <ns1:lstStyle/>
          <ns1:p/>
        </ns0:txBody>
      </ns0:sp>
    </ns0:spTree>
  </ns0:cSld>
  <ns0:clrMapOvr>
    <ns1:masterClrMapping/>
  </ns0:clrMapOvr>
</ns0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05f10703a1847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c3e293c0e54d77" /><Relationship Type="http://schemas.openxmlformats.org/officeDocument/2006/relationships/slideLayout" Target="/ppt/slideLayouts/slideLayout1.xml" Id="R9ee411bd5c5344a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ee411bd5c5344a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6b166556be34e2a" /><Relationship Type="http://schemas.openxmlformats.org/officeDocument/2006/relationships/notesSlide" Target="/ppt/notesSlides/notesSlide1.xml" Id="R37f4b4f7e340408e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9D39C7-8205-4DC4-AEF7-758FE0862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43700" cy="3171825"/>
          </a:xfrm>
          <a:custGeom xmlns:a="http://schemas.openxmlformats.org/drawingml/2006/main">
            <a:pathLst>
              <a:path w="6743700" h="3171825">
                <a:moveTo>
                  <a:pt x="6743700" y="3171825"/>
                </a:moveTo>
                <a:lnTo>
                  <a:pt x="6743700" y="0"/>
                </a:lnTo>
                <a:lnTo>
                  <a:pt x="0" y="0"/>
                </a:lnTo>
                <a:lnTo>
                  <a:pt x="0" y="3171825"/>
                </a:lnTo>
                <a:lnTo>
                  <a:pt x="6743700" y="31718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CE125-C18C-44E4-BD84-827320426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743700" cy="3171825"/>
          </a:xfrm>
          <a:custGeom xmlns:a="http://schemas.openxmlformats.org/drawingml/2006/main">
            <a:pathLst>
              <a:path w="6743700" h="3171825">
                <a:moveTo>
                  <a:pt x="6743700" y="3171825"/>
                </a:moveTo>
                <a:lnTo>
                  <a:pt x="6743700" y="0"/>
                </a:lnTo>
                <a:lnTo>
                  <a:pt x="0" y="0"/>
                </a:lnTo>
                <a:lnTo>
                  <a:pt x="0" y="3171825"/>
                </a:lnTo>
                <a:lnTo>
                  <a:pt x="6743700" y="3171825"/>
                </a:lnTo>
                <a:close/>
              </a:path>
            </a:pathLst>
          </a:cu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 cap="flat">
            <a:noFill/>
            <a:miter/>
          </a:ln>
        </p:spPr>
      </p:sp>
      <p:sp>
        <p:nvSpPr>
          <p:cNvPr id="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6A7E6B-5ADF-4314-8DC0-DC2AA4FE9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1" y="70575"/>
            <a:ext cx="2579948" cy="3037271"/>
          </a:xfrm>
          <a:custGeom xmlns:a="http://schemas.openxmlformats.org/drawingml/2006/main">
            <a:pathLst>
              <a:path w="2579948" h="3037271">
                <a:moveTo>
                  <a:pt x="0" y="0"/>
                </a:moveTo>
                <a:lnTo>
                  <a:pt x="2579948" y="0"/>
                </a:lnTo>
                <a:lnTo>
                  <a:pt x="2579948" y="3037271"/>
                </a:lnTo>
                <a:lnTo>
                  <a:pt x="0" y="30372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64C33-B80A-4469-9451-58EE9669C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52" y="70576"/>
            <a:ext cx="2579947" cy="3037272"/>
          </a:xfrm>
          <a:custGeom xmlns:a="http://schemas.openxmlformats.org/drawingml/2006/main">
            <a:pathLst>
              <a:path w="2579947" h="3037272" fill="none">
                <a:moveTo>
                  <a:pt x="0" y="0"/>
                </a:moveTo>
                <a:lnTo>
                  <a:pt x="2579947" y="0"/>
                </a:lnTo>
                <a:lnTo>
                  <a:pt x="2579947" y="3037272"/>
                </a:lnTo>
                <a:lnTo>
                  <a:pt x="0" y="30372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" name="Text Arthropoda">
            <a:extLst xmlns:a="http://schemas.openxmlformats.org/drawingml/2006/main">
              <a:ext uri="{FF2B5EF4-FFF2-40B4-BE49-F238E27FC236}">
                <a16:creationId xmlns:a16="http://schemas.microsoft.com/office/drawing/2014/main" id="{F4CB289C-750A-46CE-83D8-B9746D215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61" y="125502"/>
            <a:ext cx="745855" cy="129717"/>
          </a:xfrm>
          <a:custGeom xmlns:a="http://schemas.openxmlformats.org/drawingml/2006/main">
            <a:pathLst>
              <a:path w="745855" h="129717">
                <a:moveTo>
                  <a:pt x="88851" y="102561"/>
                </a:moveTo>
                <a:lnTo>
                  <a:pt x="74943" y="102561"/>
                </a:lnTo>
                <a:lnTo>
                  <a:pt x="65320" y="75273"/>
                </a:lnTo>
                <a:lnTo>
                  <a:pt x="22872" y="75273"/>
                </a:lnTo>
                <a:lnTo>
                  <a:pt x="13249" y="102561"/>
                </a:lnTo>
                <a:lnTo>
                  <a:pt x="0" y="102561"/>
                </a:lnTo>
                <a:lnTo>
                  <a:pt x="35725" y="4350"/>
                </a:lnTo>
                <a:lnTo>
                  <a:pt x="53126" y="4350"/>
                </a:lnTo>
                <a:lnTo>
                  <a:pt x="88851" y="102561"/>
                </a:lnTo>
                <a:moveTo>
                  <a:pt x="61299" y="63936"/>
                </a:moveTo>
                <a:lnTo>
                  <a:pt x="44096" y="15761"/>
                </a:lnTo>
                <a:lnTo>
                  <a:pt x="26827" y="63936"/>
                </a:lnTo>
                <a:lnTo>
                  <a:pt x="61299" y="63936"/>
                </a:lnTo>
                <a:close/>
                <a:moveTo>
                  <a:pt x="148701" y="42316"/>
                </a:moveTo>
                <a:lnTo>
                  <a:pt x="148042" y="42316"/>
                </a:lnTo>
                <a:cubicBezTo>
                  <a:pt x="146196" y="41900"/>
                  <a:pt x="144405" y="41599"/>
                  <a:pt x="142670" y="41412"/>
                </a:cubicBezTo>
                <a:cubicBezTo>
                  <a:pt x="140934" y="41224"/>
                  <a:pt x="138880" y="41130"/>
                  <a:pt x="136507" y="41130"/>
                </a:cubicBezTo>
                <a:cubicBezTo>
                  <a:pt x="132684" y="41130"/>
                  <a:pt x="128993" y="41977"/>
                  <a:pt x="125433" y="43671"/>
                </a:cubicBezTo>
                <a:cubicBezTo>
                  <a:pt x="121874" y="45365"/>
                  <a:pt x="118447" y="47553"/>
                  <a:pt x="115151" y="50236"/>
                </a:cubicBezTo>
                <a:lnTo>
                  <a:pt x="115151" y="102561"/>
                </a:lnTo>
                <a:lnTo>
                  <a:pt x="102759" y="102561"/>
                </a:lnTo>
                <a:lnTo>
                  <a:pt x="102759" y="28870"/>
                </a:lnTo>
                <a:lnTo>
                  <a:pt x="115151" y="28870"/>
                </a:lnTo>
                <a:lnTo>
                  <a:pt x="115151" y="39756"/>
                </a:lnTo>
                <a:cubicBezTo>
                  <a:pt x="120072" y="35797"/>
                  <a:pt x="124412" y="32993"/>
                  <a:pt x="128169" y="31344"/>
                </a:cubicBezTo>
                <a:cubicBezTo>
                  <a:pt x="131926" y="29694"/>
                  <a:pt x="135760" y="28870"/>
                  <a:pt x="139671" y="28870"/>
                </a:cubicBezTo>
                <a:cubicBezTo>
                  <a:pt x="141824" y="28870"/>
                  <a:pt x="143384" y="28925"/>
                  <a:pt x="144350" y="29035"/>
                </a:cubicBezTo>
                <a:cubicBezTo>
                  <a:pt x="145317" y="29143"/>
                  <a:pt x="146767" y="29351"/>
                  <a:pt x="148701" y="29657"/>
                </a:cubicBezTo>
                <a:lnTo>
                  <a:pt x="148701" y="42316"/>
                </a:lnTo>
                <a:close/>
                <a:moveTo>
                  <a:pt x="198602" y="101912"/>
                </a:moveTo>
                <a:cubicBezTo>
                  <a:pt x="196274" y="102524"/>
                  <a:pt x="193736" y="103027"/>
                  <a:pt x="190990" y="103420"/>
                </a:cubicBezTo>
                <a:cubicBezTo>
                  <a:pt x="188243" y="103814"/>
                  <a:pt x="185793" y="104011"/>
                  <a:pt x="183640" y="104011"/>
                </a:cubicBezTo>
                <a:cubicBezTo>
                  <a:pt x="176126" y="104011"/>
                  <a:pt x="170414" y="101987"/>
                  <a:pt x="166503" y="97941"/>
                </a:cubicBezTo>
                <a:cubicBezTo>
                  <a:pt x="162592" y="93894"/>
                  <a:pt x="160637" y="87405"/>
                  <a:pt x="160637" y="78476"/>
                </a:cubicBezTo>
                <a:lnTo>
                  <a:pt x="160637" y="39284"/>
                </a:lnTo>
                <a:lnTo>
                  <a:pt x="152266" y="39284"/>
                </a:lnTo>
                <a:lnTo>
                  <a:pt x="152266" y="28870"/>
                </a:lnTo>
                <a:lnTo>
                  <a:pt x="160637" y="28870"/>
                </a:lnTo>
                <a:lnTo>
                  <a:pt x="160637" y="7646"/>
                </a:lnTo>
                <a:lnTo>
                  <a:pt x="173028" y="7646"/>
                </a:lnTo>
                <a:lnTo>
                  <a:pt x="173028" y="28870"/>
                </a:lnTo>
                <a:lnTo>
                  <a:pt x="198602" y="28870"/>
                </a:lnTo>
                <a:lnTo>
                  <a:pt x="198602" y="39284"/>
                </a:lnTo>
                <a:lnTo>
                  <a:pt x="173028" y="39284"/>
                </a:lnTo>
                <a:lnTo>
                  <a:pt x="173028" y="72916"/>
                </a:lnTo>
                <a:cubicBezTo>
                  <a:pt x="173028" y="76793"/>
                  <a:pt x="173116" y="79821"/>
                  <a:pt x="173292" y="82002"/>
                </a:cubicBezTo>
                <a:cubicBezTo>
                  <a:pt x="173468" y="84183"/>
                  <a:pt x="174083" y="86220"/>
                  <a:pt x="175137" y="88113"/>
                </a:cubicBezTo>
                <a:cubicBezTo>
                  <a:pt x="176104" y="89875"/>
                  <a:pt x="177433" y="91164"/>
                  <a:pt x="179125" y="91980"/>
                </a:cubicBezTo>
                <a:cubicBezTo>
                  <a:pt x="180817" y="92794"/>
                  <a:pt x="183399" y="93201"/>
                  <a:pt x="186870" y="93201"/>
                </a:cubicBezTo>
                <a:cubicBezTo>
                  <a:pt x="188891" y="93201"/>
                  <a:pt x="191001" y="92904"/>
                  <a:pt x="193198" y="92311"/>
                </a:cubicBezTo>
                <a:cubicBezTo>
                  <a:pt x="195395" y="91718"/>
                  <a:pt x="196977" y="91224"/>
                  <a:pt x="197943" y="90828"/>
                </a:cubicBezTo>
                <a:lnTo>
                  <a:pt x="198602" y="90828"/>
                </a:lnTo>
                <a:lnTo>
                  <a:pt x="198602" y="101912"/>
                </a:lnTo>
                <a:close/>
                <a:moveTo>
                  <a:pt x="275122" y="102561"/>
                </a:moveTo>
                <a:lnTo>
                  <a:pt x="262730" y="102561"/>
                </a:lnTo>
                <a:lnTo>
                  <a:pt x="262730" y="60597"/>
                </a:lnTo>
                <a:cubicBezTo>
                  <a:pt x="262730" y="57209"/>
                  <a:pt x="262532" y="54031"/>
                  <a:pt x="262137" y="51062"/>
                </a:cubicBezTo>
                <a:cubicBezTo>
                  <a:pt x="261741" y="48093"/>
                  <a:pt x="261016" y="45773"/>
                  <a:pt x="259962" y="44102"/>
                </a:cubicBezTo>
                <a:cubicBezTo>
                  <a:pt x="258863" y="42254"/>
                  <a:pt x="257281" y="40879"/>
                  <a:pt x="255216" y="39978"/>
                </a:cubicBezTo>
                <a:cubicBezTo>
                  <a:pt x="253151" y="39076"/>
                  <a:pt x="250470" y="38625"/>
                  <a:pt x="247175" y="38625"/>
                </a:cubicBezTo>
                <a:cubicBezTo>
                  <a:pt x="243791" y="38625"/>
                  <a:pt x="240254" y="39461"/>
                  <a:pt x="236563" y="41134"/>
                </a:cubicBezTo>
                <a:cubicBezTo>
                  <a:pt x="232871" y="42805"/>
                  <a:pt x="229334" y="44938"/>
                  <a:pt x="225951" y="47532"/>
                </a:cubicBezTo>
                <a:lnTo>
                  <a:pt x="225951" y="102561"/>
                </a:lnTo>
                <a:lnTo>
                  <a:pt x="213559" y="102561"/>
                </a:lnTo>
                <a:lnTo>
                  <a:pt x="213559" y="0"/>
                </a:lnTo>
                <a:lnTo>
                  <a:pt x="225951" y="0"/>
                </a:lnTo>
                <a:lnTo>
                  <a:pt x="225951" y="36996"/>
                </a:lnTo>
                <a:cubicBezTo>
                  <a:pt x="229818" y="33782"/>
                  <a:pt x="233816" y="31274"/>
                  <a:pt x="237947" y="29469"/>
                </a:cubicBezTo>
                <a:cubicBezTo>
                  <a:pt x="242077" y="27664"/>
                  <a:pt x="246318" y="26761"/>
                  <a:pt x="250668" y="26761"/>
                </a:cubicBezTo>
                <a:cubicBezTo>
                  <a:pt x="258621" y="26761"/>
                  <a:pt x="264685" y="29160"/>
                  <a:pt x="268860" y="33958"/>
                </a:cubicBezTo>
                <a:cubicBezTo>
                  <a:pt x="273034" y="38755"/>
                  <a:pt x="275122" y="45667"/>
                  <a:pt x="275122" y="54691"/>
                </a:cubicBezTo>
                <a:lnTo>
                  <a:pt x="275122" y="102561"/>
                </a:lnTo>
                <a:close/>
                <a:moveTo>
                  <a:pt x="344922" y="42316"/>
                </a:moveTo>
                <a:lnTo>
                  <a:pt x="344263" y="42316"/>
                </a:lnTo>
                <a:cubicBezTo>
                  <a:pt x="342417" y="41900"/>
                  <a:pt x="340627" y="41599"/>
                  <a:pt x="338891" y="41412"/>
                </a:cubicBezTo>
                <a:cubicBezTo>
                  <a:pt x="337155" y="41224"/>
                  <a:pt x="335101" y="41130"/>
                  <a:pt x="332728" y="41130"/>
                </a:cubicBezTo>
                <a:cubicBezTo>
                  <a:pt x="328905" y="41130"/>
                  <a:pt x="325214" y="41977"/>
                  <a:pt x="321655" y="43671"/>
                </a:cubicBezTo>
                <a:cubicBezTo>
                  <a:pt x="318095" y="45365"/>
                  <a:pt x="314668" y="47553"/>
                  <a:pt x="311372" y="50236"/>
                </a:cubicBezTo>
                <a:lnTo>
                  <a:pt x="311372" y="102561"/>
                </a:lnTo>
                <a:lnTo>
                  <a:pt x="298981" y="102561"/>
                </a:lnTo>
                <a:lnTo>
                  <a:pt x="298981" y="28870"/>
                </a:lnTo>
                <a:lnTo>
                  <a:pt x="311372" y="28870"/>
                </a:lnTo>
                <a:lnTo>
                  <a:pt x="311372" y="39756"/>
                </a:lnTo>
                <a:cubicBezTo>
                  <a:pt x="316294" y="35797"/>
                  <a:pt x="320633" y="32993"/>
                  <a:pt x="324390" y="31344"/>
                </a:cubicBezTo>
                <a:cubicBezTo>
                  <a:pt x="328147" y="29694"/>
                  <a:pt x="331981" y="28870"/>
                  <a:pt x="335892" y="28870"/>
                </a:cubicBezTo>
                <a:cubicBezTo>
                  <a:pt x="338045" y="28870"/>
                  <a:pt x="339605" y="28925"/>
                  <a:pt x="340572" y="29035"/>
                </a:cubicBezTo>
                <a:cubicBezTo>
                  <a:pt x="341538" y="29143"/>
                  <a:pt x="342988" y="29351"/>
                  <a:pt x="344922" y="29657"/>
                </a:cubicBezTo>
                <a:lnTo>
                  <a:pt x="344922" y="42316"/>
                </a:lnTo>
                <a:close/>
                <a:moveTo>
                  <a:pt x="419343" y="65748"/>
                </a:moveTo>
                <a:cubicBezTo>
                  <a:pt x="419343" y="77775"/>
                  <a:pt x="416267" y="87268"/>
                  <a:pt x="410116" y="94229"/>
                </a:cubicBezTo>
                <a:cubicBezTo>
                  <a:pt x="403964" y="101190"/>
                  <a:pt x="395725" y="104670"/>
                  <a:pt x="385398" y="104670"/>
                </a:cubicBezTo>
                <a:cubicBezTo>
                  <a:pt x="374984" y="104670"/>
                  <a:pt x="366712" y="101190"/>
                  <a:pt x="360582" y="94229"/>
                </a:cubicBezTo>
                <a:cubicBezTo>
                  <a:pt x="354452" y="87268"/>
                  <a:pt x="351387" y="77775"/>
                  <a:pt x="351387" y="65748"/>
                </a:cubicBezTo>
                <a:cubicBezTo>
                  <a:pt x="351387" y="53722"/>
                  <a:pt x="354452" y="44217"/>
                  <a:pt x="360582" y="37235"/>
                </a:cubicBezTo>
                <a:cubicBezTo>
                  <a:pt x="366712" y="30252"/>
                  <a:pt x="374984" y="26761"/>
                  <a:pt x="385398" y="26761"/>
                </a:cubicBezTo>
                <a:cubicBezTo>
                  <a:pt x="395725" y="26761"/>
                  <a:pt x="403964" y="30252"/>
                  <a:pt x="410116" y="37235"/>
                </a:cubicBezTo>
                <a:cubicBezTo>
                  <a:pt x="416267" y="44217"/>
                  <a:pt x="419343" y="53722"/>
                  <a:pt x="419343" y="65748"/>
                </a:cubicBezTo>
                <a:moveTo>
                  <a:pt x="406556" y="65748"/>
                </a:moveTo>
                <a:cubicBezTo>
                  <a:pt x="406556" y="56224"/>
                  <a:pt x="404689" y="49146"/>
                  <a:pt x="400954" y="44516"/>
                </a:cubicBezTo>
                <a:cubicBezTo>
                  <a:pt x="397219" y="39886"/>
                  <a:pt x="392033" y="37570"/>
                  <a:pt x="385398" y="37570"/>
                </a:cubicBezTo>
                <a:cubicBezTo>
                  <a:pt x="378675" y="37570"/>
                  <a:pt x="373457" y="39886"/>
                  <a:pt x="369744" y="44516"/>
                </a:cubicBezTo>
                <a:cubicBezTo>
                  <a:pt x="366031" y="49146"/>
                  <a:pt x="364174" y="56224"/>
                  <a:pt x="364174" y="65748"/>
                </a:cubicBezTo>
                <a:cubicBezTo>
                  <a:pt x="364174" y="74965"/>
                  <a:pt x="366042" y="81955"/>
                  <a:pt x="369777" y="86717"/>
                </a:cubicBezTo>
                <a:cubicBezTo>
                  <a:pt x="373512" y="91479"/>
                  <a:pt x="378719" y="93860"/>
                  <a:pt x="385398" y="93860"/>
                </a:cubicBezTo>
                <a:cubicBezTo>
                  <a:pt x="391990" y="93860"/>
                  <a:pt x="397164" y="91501"/>
                  <a:pt x="400921" y="86783"/>
                </a:cubicBezTo>
                <a:cubicBezTo>
                  <a:pt x="404678" y="82064"/>
                  <a:pt x="406556" y="75053"/>
                  <a:pt x="406556" y="65748"/>
                </a:cubicBezTo>
                <a:close/>
                <a:moveTo>
                  <a:pt x="503312" y="64793"/>
                </a:moveTo>
                <a:cubicBezTo>
                  <a:pt x="503312" y="70778"/>
                  <a:pt x="502455" y="76247"/>
                  <a:pt x="500742" y="81199"/>
                </a:cubicBezTo>
                <a:cubicBezTo>
                  <a:pt x="499028" y="86150"/>
                  <a:pt x="496611" y="90343"/>
                  <a:pt x="493491" y="93778"/>
                </a:cubicBezTo>
                <a:cubicBezTo>
                  <a:pt x="490591" y="97035"/>
                  <a:pt x="487174" y="99555"/>
                  <a:pt x="483242" y="101337"/>
                </a:cubicBezTo>
                <a:cubicBezTo>
                  <a:pt x="479309" y="103120"/>
                  <a:pt x="475145" y="104011"/>
                  <a:pt x="470751" y="104011"/>
                </a:cubicBezTo>
                <a:cubicBezTo>
                  <a:pt x="466928" y="104011"/>
                  <a:pt x="463468" y="103593"/>
                  <a:pt x="460370" y="102756"/>
                </a:cubicBezTo>
                <a:cubicBezTo>
                  <a:pt x="457272" y="101920"/>
                  <a:pt x="454119" y="100622"/>
                  <a:pt x="450911" y="98861"/>
                </a:cubicBezTo>
                <a:lnTo>
                  <a:pt x="450911" y="129717"/>
                </a:lnTo>
                <a:lnTo>
                  <a:pt x="438520" y="129717"/>
                </a:lnTo>
                <a:lnTo>
                  <a:pt x="438520" y="28870"/>
                </a:lnTo>
                <a:lnTo>
                  <a:pt x="450911" y="28870"/>
                </a:lnTo>
                <a:lnTo>
                  <a:pt x="450911" y="36532"/>
                </a:lnTo>
                <a:cubicBezTo>
                  <a:pt x="454207" y="33760"/>
                  <a:pt x="457909" y="31438"/>
                  <a:pt x="462018" y="29568"/>
                </a:cubicBezTo>
                <a:cubicBezTo>
                  <a:pt x="466126" y="27697"/>
                  <a:pt x="470509" y="26761"/>
                  <a:pt x="475167" y="26761"/>
                </a:cubicBezTo>
                <a:cubicBezTo>
                  <a:pt x="484044" y="26761"/>
                  <a:pt x="490953" y="30117"/>
                  <a:pt x="495897" y="36831"/>
                </a:cubicBezTo>
                <a:cubicBezTo>
                  <a:pt x="500840" y="43543"/>
                  <a:pt x="503312" y="52864"/>
                  <a:pt x="503312" y="64793"/>
                </a:cubicBezTo>
                <a:moveTo>
                  <a:pt x="490525" y="65122"/>
                </a:moveTo>
                <a:cubicBezTo>
                  <a:pt x="490525" y="56246"/>
                  <a:pt x="489009" y="49611"/>
                  <a:pt x="485977" y="45216"/>
                </a:cubicBezTo>
                <a:cubicBezTo>
                  <a:pt x="482945" y="40822"/>
                  <a:pt x="478287" y="38625"/>
                  <a:pt x="472003" y="38625"/>
                </a:cubicBezTo>
                <a:cubicBezTo>
                  <a:pt x="468444" y="38625"/>
                  <a:pt x="464863" y="39394"/>
                  <a:pt x="461260" y="40932"/>
                </a:cubicBezTo>
                <a:cubicBezTo>
                  <a:pt x="457656" y="42470"/>
                  <a:pt x="454207" y="44491"/>
                  <a:pt x="450911" y="46996"/>
                </a:cubicBezTo>
                <a:lnTo>
                  <a:pt x="450911" y="88719"/>
                </a:lnTo>
                <a:cubicBezTo>
                  <a:pt x="454427" y="90301"/>
                  <a:pt x="457448" y="91377"/>
                  <a:pt x="459974" y="91949"/>
                </a:cubicBezTo>
                <a:cubicBezTo>
                  <a:pt x="462501" y="92520"/>
                  <a:pt x="465368" y="92806"/>
                  <a:pt x="468576" y="92806"/>
                </a:cubicBezTo>
                <a:cubicBezTo>
                  <a:pt x="475475" y="92806"/>
                  <a:pt x="480858" y="90477"/>
                  <a:pt x="484725" y="85819"/>
                </a:cubicBezTo>
                <a:cubicBezTo>
                  <a:pt x="488592" y="81161"/>
                  <a:pt x="490525" y="74262"/>
                  <a:pt x="490525" y="65122"/>
                </a:cubicBezTo>
                <a:close/>
                <a:moveTo>
                  <a:pt x="585368" y="65748"/>
                </a:moveTo>
                <a:cubicBezTo>
                  <a:pt x="585368" y="77775"/>
                  <a:pt x="582292" y="87268"/>
                  <a:pt x="576140" y="94229"/>
                </a:cubicBezTo>
                <a:cubicBezTo>
                  <a:pt x="569988" y="101190"/>
                  <a:pt x="561749" y="104670"/>
                  <a:pt x="551422" y="104670"/>
                </a:cubicBezTo>
                <a:cubicBezTo>
                  <a:pt x="541008" y="104670"/>
                  <a:pt x="532736" y="101190"/>
                  <a:pt x="526606" y="94229"/>
                </a:cubicBezTo>
                <a:cubicBezTo>
                  <a:pt x="520476" y="87268"/>
                  <a:pt x="517411" y="77775"/>
                  <a:pt x="517411" y="65748"/>
                </a:cubicBezTo>
                <a:cubicBezTo>
                  <a:pt x="517411" y="53722"/>
                  <a:pt x="520476" y="44217"/>
                  <a:pt x="526606" y="37235"/>
                </a:cubicBezTo>
                <a:cubicBezTo>
                  <a:pt x="532736" y="30252"/>
                  <a:pt x="541008" y="26761"/>
                  <a:pt x="551422" y="26761"/>
                </a:cubicBezTo>
                <a:cubicBezTo>
                  <a:pt x="561749" y="26761"/>
                  <a:pt x="569988" y="30252"/>
                  <a:pt x="576140" y="37235"/>
                </a:cubicBezTo>
                <a:cubicBezTo>
                  <a:pt x="582292" y="44217"/>
                  <a:pt x="585368" y="53722"/>
                  <a:pt x="585368" y="65748"/>
                </a:cubicBezTo>
                <a:moveTo>
                  <a:pt x="572580" y="65748"/>
                </a:moveTo>
                <a:cubicBezTo>
                  <a:pt x="572580" y="56224"/>
                  <a:pt x="570713" y="49146"/>
                  <a:pt x="566978" y="44516"/>
                </a:cubicBezTo>
                <a:cubicBezTo>
                  <a:pt x="563243" y="39886"/>
                  <a:pt x="558058" y="37570"/>
                  <a:pt x="551422" y="37570"/>
                </a:cubicBezTo>
                <a:cubicBezTo>
                  <a:pt x="544699" y="37570"/>
                  <a:pt x="539481" y="39886"/>
                  <a:pt x="535768" y="44516"/>
                </a:cubicBezTo>
                <a:cubicBezTo>
                  <a:pt x="532055" y="49146"/>
                  <a:pt x="530198" y="56224"/>
                  <a:pt x="530198" y="65748"/>
                </a:cubicBezTo>
                <a:cubicBezTo>
                  <a:pt x="530198" y="74965"/>
                  <a:pt x="532066" y="81955"/>
                  <a:pt x="535801" y="86717"/>
                </a:cubicBezTo>
                <a:cubicBezTo>
                  <a:pt x="539536" y="91479"/>
                  <a:pt x="544743" y="93860"/>
                  <a:pt x="551422" y="93860"/>
                </a:cubicBezTo>
                <a:cubicBezTo>
                  <a:pt x="558014" y="93860"/>
                  <a:pt x="563188" y="91501"/>
                  <a:pt x="566945" y="86783"/>
                </a:cubicBezTo>
                <a:cubicBezTo>
                  <a:pt x="570702" y="82064"/>
                  <a:pt x="572580" y="75053"/>
                  <a:pt x="572580" y="65748"/>
                </a:cubicBezTo>
                <a:close/>
                <a:moveTo>
                  <a:pt x="664261" y="102561"/>
                </a:moveTo>
                <a:lnTo>
                  <a:pt x="651869" y="102561"/>
                </a:lnTo>
                <a:lnTo>
                  <a:pt x="651869" y="94890"/>
                </a:lnTo>
                <a:cubicBezTo>
                  <a:pt x="648310" y="97974"/>
                  <a:pt x="644597" y="100375"/>
                  <a:pt x="640730" y="102093"/>
                </a:cubicBezTo>
                <a:cubicBezTo>
                  <a:pt x="636863" y="103811"/>
                  <a:pt x="632667" y="104670"/>
                  <a:pt x="628141" y="104670"/>
                </a:cubicBezTo>
                <a:cubicBezTo>
                  <a:pt x="619352" y="104670"/>
                  <a:pt x="612376" y="101278"/>
                  <a:pt x="607213" y="94495"/>
                </a:cubicBezTo>
                <a:cubicBezTo>
                  <a:pt x="602050" y="87710"/>
                  <a:pt x="599468" y="78304"/>
                  <a:pt x="599468" y="66278"/>
                </a:cubicBezTo>
                <a:cubicBezTo>
                  <a:pt x="599468" y="60021"/>
                  <a:pt x="600358" y="54448"/>
                  <a:pt x="602138" y="49558"/>
                </a:cubicBezTo>
                <a:cubicBezTo>
                  <a:pt x="603918" y="44668"/>
                  <a:pt x="606323" y="40506"/>
                  <a:pt x="609355" y="37070"/>
                </a:cubicBezTo>
                <a:cubicBezTo>
                  <a:pt x="612343" y="33722"/>
                  <a:pt x="615826" y="31167"/>
                  <a:pt x="619803" y="29405"/>
                </a:cubicBezTo>
                <a:cubicBezTo>
                  <a:pt x="623779" y="27642"/>
                  <a:pt x="627899" y="26761"/>
                  <a:pt x="632161" y="26761"/>
                </a:cubicBezTo>
                <a:cubicBezTo>
                  <a:pt x="636028" y="26761"/>
                  <a:pt x="639456" y="27169"/>
                  <a:pt x="642444" y="27984"/>
                </a:cubicBezTo>
                <a:cubicBezTo>
                  <a:pt x="645432" y="28798"/>
                  <a:pt x="648574" y="30065"/>
                  <a:pt x="651869" y="31782"/>
                </a:cubicBezTo>
                <a:lnTo>
                  <a:pt x="651869" y="0"/>
                </a:lnTo>
                <a:lnTo>
                  <a:pt x="664261" y="0"/>
                </a:lnTo>
                <a:lnTo>
                  <a:pt x="664261" y="102561"/>
                </a:lnTo>
                <a:moveTo>
                  <a:pt x="651869" y="84435"/>
                </a:moveTo>
                <a:lnTo>
                  <a:pt x="651869" y="42184"/>
                </a:lnTo>
                <a:cubicBezTo>
                  <a:pt x="648530" y="40690"/>
                  <a:pt x="645542" y="39658"/>
                  <a:pt x="642905" y="39086"/>
                </a:cubicBezTo>
                <a:cubicBezTo>
                  <a:pt x="640269" y="38515"/>
                  <a:pt x="637390" y="38230"/>
                  <a:pt x="634270" y="38230"/>
                </a:cubicBezTo>
                <a:cubicBezTo>
                  <a:pt x="627328" y="38230"/>
                  <a:pt x="621923" y="40646"/>
                  <a:pt x="618056" y="45480"/>
                </a:cubicBezTo>
                <a:cubicBezTo>
                  <a:pt x="614189" y="50314"/>
                  <a:pt x="612256" y="57169"/>
                  <a:pt x="612256" y="66045"/>
                </a:cubicBezTo>
                <a:cubicBezTo>
                  <a:pt x="612256" y="74789"/>
                  <a:pt x="613750" y="81436"/>
                  <a:pt x="616738" y="85984"/>
                </a:cubicBezTo>
                <a:cubicBezTo>
                  <a:pt x="619726" y="90532"/>
                  <a:pt x="624515" y="92806"/>
                  <a:pt x="631107" y="92806"/>
                </a:cubicBezTo>
                <a:cubicBezTo>
                  <a:pt x="634622" y="92806"/>
                  <a:pt x="638181" y="92026"/>
                  <a:pt x="641785" y="90466"/>
                </a:cubicBezTo>
                <a:cubicBezTo>
                  <a:pt x="645388" y="88906"/>
                  <a:pt x="648749" y="86895"/>
                  <a:pt x="651869" y="84435"/>
                </a:cubicBezTo>
                <a:close/>
                <a:moveTo>
                  <a:pt x="745855" y="102561"/>
                </a:moveTo>
                <a:lnTo>
                  <a:pt x="733529" y="102561"/>
                </a:lnTo>
                <a:lnTo>
                  <a:pt x="733529" y="94771"/>
                </a:lnTo>
                <a:cubicBezTo>
                  <a:pt x="732431" y="95519"/>
                  <a:pt x="730948" y="96564"/>
                  <a:pt x="729080" y="97906"/>
                </a:cubicBezTo>
                <a:cubicBezTo>
                  <a:pt x="727212" y="99247"/>
                  <a:pt x="725400" y="100314"/>
                  <a:pt x="723642" y="101106"/>
                </a:cubicBezTo>
                <a:cubicBezTo>
                  <a:pt x="721577" y="102119"/>
                  <a:pt x="719204" y="102965"/>
                  <a:pt x="716524" y="103646"/>
                </a:cubicBezTo>
                <a:cubicBezTo>
                  <a:pt x="713843" y="104329"/>
                  <a:pt x="710701" y="104670"/>
                  <a:pt x="707098" y="104670"/>
                </a:cubicBezTo>
                <a:cubicBezTo>
                  <a:pt x="700463" y="104670"/>
                  <a:pt x="694838" y="102470"/>
                  <a:pt x="690224" y="98070"/>
                </a:cubicBezTo>
                <a:cubicBezTo>
                  <a:pt x="685610" y="93671"/>
                  <a:pt x="683303" y="88060"/>
                  <a:pt x="683303" y="81240"/>
                </a:cubicBezTo>
                <a:cubicBezTo>
                  <a:pt x="683303" y="75652"/>
                  <a:pt x="684501" y="71132"/>
                  <a:pt x="686896" y="67678"/>
                </a:cubicBezTo>
                <a:cubicBezTo>
                  <a:pt x="689291" y="64223"/>
                  <a:pt x="692707" y="61506"/>
                  <a:pt x="697145" y="59528"/>
                </a:cubicBezTo>
                <a:cubicBezTo>
                  <a:pt x="701627" y="57548"/>
                  <a:pt x="707010" y="56205"/>
                  <a:pt x="713294" y="55501"/>
                </a:cubicBezTo>
                <a:cubicBezTo>
                  <a:pt x="719578" y="54796"/>
                  <a:pt x="726323" y="54268"/>
                  <a:pt x="733529" y="53917"/>
                </a:cubicBezTo>
                <a:lnTo>
                  <a:pt x="733529" y="51989"/>
                </a:lnTo>
                <a:cubicBezTo>
                  <a:pt x="733529" y="49153"/>
                  <a:pt x="733035" y="46805"/>
                  <a:pt x="732046" y="44944"/>
                </a:cubicBezTo>
                <a:cubicBezTo>
                  <a:pt x="731057" y="43084"/>
                  <a:pt x="729640" y="41621"/>
                  <a:pt x="727795" y="40557"/>
                </a:cubicBezTo>
                <a:cubicBezTo>
                  <a:pt x="726037" y="39538"/>
                  <a:pt x="723928" y="38852"/>
                  <a:pt x="721467" y="38497"/>
                </a:cubicBezTo>
                <a:cubicBezTo>
                  <a:pt x="719006" y="38143"/>
                  <a:pt x="716436" y="37966"/>
                  <a:pt x="713755" y="37966"/>
                </a:cubicBezTo>
                <a:cubicBezTo>
                  <a:pt x="710504" y="37966"/>
                  <a:pt x="706878" y="38406"/>
                  <a:pt x="702880" y="39286"/>
                </a:cubicBezTo>
                <a:cubicBezTo>
                  <a:pt x="698881" y="40165"/>
                  <a:pt x="694750" y="41439"/>
                  <a:pt x="690488" y="43107"/>
                </a:cubicBezTo>
                <a:lnTo>
                  <a:pt x="689829" y="43107"/>
                </a:lnTo>
                <a:lnTo>
                  <a:pt x="689829" y="30518"/>
                </a:lnTo>
                <a:cubicBezTo>
                  <a:pt x="692246" y="29859"/>
                  <a:pt x="695739" y="29134"/>
                  <a:pt x="700309" y="28343"/>
                </a:cubicBezTo>
                <a:cubicBezTo>
                  <a:pt x="704879" y="27552"/>
                  <a:pt x="709383" y="27156"/>
                  <a:pt x="713821" y="27156"/>
                </a:cubicBezTo>
                <a:cubicBezTo>
                  <a:pt x="719006" y="27156"/>
                  <a:pt x="723521" y="27585"/>
                  <a:pt x="727366" y="28441"/>
                </a:cubicBezTo>
                <a:cubicBezTo>
                  <a:pt x="731211" y="29298"/>
                  <a:pt x="734540" y="30759"/>
                  <a:pt x="737352" y="32825"/>
                </a:cubicBezTo>
                <a:cubicBezTo>
                  <a:pt x="740120" y="34846"/>
                  <a:pt x="742230" y="37461"/>
                  <a:pt x="743680" y="40668"/>
                </a:cubicBezTo>
                <a:cubicBezTo>
                  <a:pt x="745130" y="43876"/>
                  <a:pt x="745855" y="47853"/>
                  <a:pt x="745855" y="52599"/>
                </a:cubicBezTo>
                <a:lnTo>
                  <a:pt x="745855" y="102561"/>
                </a:lnTo>
                <a:moveTo>
                  <a:pt x="733529" y="84527"/>
                </a:moveTo>
                <a:lnTo>
                  <a:pt x="733529" y="63936"/>
                </a:lnTo>
                <a:cubicBezTo>
                  <a:pt x="729750" y="64157"/>
                  <a:pt x="725301" y="64488"/>
                  <a:pt x="720182" y="64931"/>
                </a:cubicBezTo>
                <a:cubicBezTo>
                  <a:pt x="715062" y="65371"/>
                  <a:pt x="711009" y="66011"/>
                  <a:pt x="708021" y="66848"/>
                </a:cubicBezTo>
                <a:cubicBezTo>
                  <a:pt x="704461" y="67864"/>
                  <a:pt x="701583" y="69443"/>
                  <a:pt x="699386" y="71584"/>
                </a:cubicBezTo>
                <a:cubicBezTo>
                  <a:pt x="697189" y="73724"/>
                  <a:pt x="696091" y="76671"/>
                  <a:pt x="696091" y="80422"/>
                </a:cubicBezTo>
                <a:cubicBezTo>
                  <a:pt x="696091" y="84660"/>
                  <a:pt x="697365" y="87849"/>
                  <a:pt x="699913" y="89990"/>
                </a:cubicBezTo>
                <a:cubicBezTo>
                  <a:pt x="702462" y="92131"/>
                  <a:pt x="706351" y="93201"/>
                  <a:pt x="711580" y="93201"/>
                </a:cubicBezTo>
                <a:cubicBezTo>
                  <a:pt x="715930" y="93201"/>
                  <a:pt x="719907" y="92352"/>
                  <a:pt x="723510" y="90653"/>
                </a:cubicBezTo>
                <a:cubicBezTo>
                  <a:pt x="727114" y="88953"/>
                  <a:pt x="730453" y="86911"/>
                  <a:pt x="733529" y="845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AC0EF-AB89-4345-A8E9-62EE531A1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996" y="70575"/>
            <a:ext cx="2195803" cy="3037271"/>
          </a:xfrm>
          <a:custGeom xmlns:a="http://schemas.openxmlformats.org/drawingml/2006/main">
            <a:pathLst>
              <a:path w="2195803" h="3037271">
                <a:moveTo>
                  <a:pt x="0" y="0"/>
                </a:moveTo>
                <a:lnTo>
                  <a:pt x="2195803" y="0"/>
                </a:lnTo>
                <a:lnTo>
                  <a:pt x="2195803" y="3037271"/>
                </a:lnTo>
                <a:lnTo>
                  <a:pt x="0" y="303727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85071-10B8-42FE-966A-F9A306319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5997" y="70576"/>
            <a:ext cx="2195801" cy="3037272"/>
          </a:xfrm>
          <a:custGeom xmlns:a="http://schemas.openxmlformats.org/drawingml/2006/main">
            <a:pathLst>
              <a:path w="2195801" h="3037272" fill="none">
                <a:moveTo>
                  <a:pt x="0" y="0"/>
                </a:moveTo>
                <a:lnTo>
                  <a:pt x="2195801" y="0"/>
                </a:lnTo>
                <a:lnTo>
                  <a:pt x="2195801" y="3037272"/>
                </a:lnTo>
                <a:lnTo>
                  <a:pt x="0" y="30372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" name="Text Tracheophyta">
            <a:extLst xmlns:a="http://schemas.openxmlformats.org/drawingml/2006/main">
              <a:ext uri="{FF2B5EF4-FFF2-40B4-BE49-F238E27FC236}">
                <a16:creationId xmlns:a16="http://schemas.microsoft.com/office/drawing/2014/main" id="{365591FC-16E6-4347-B762-DAF9E33A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493" y="125502"/>
            <a:ext cx="911959" cy="129717"/>
          </a:xfrm>
          <a:custGeom xmlns:a="http://schemas.openxmlformats.org/drawingml/2006/main">
            <a:pathLst>
              <a:path w="911959" h="129717">
                <a:moveTo>
                  <a:pt x="83182" y="15951"/>
                </a:moveTo>
                <a:lnTo>
                  <a:pt x="48117" y="15951"/>
                </a:lnTo>
                <a:lnTo>
                  <a:pt x="48117" y="102561"/>
                </a:lnTo>
                <a:lnTo>
                  <a:pt x="35066" y="102561"/>
                </a:lnTo>
                <a:lnTo>
                  <a:pt x="35066" y="15951"/>
                </a:lnTo>
                <a:lnTo>
                  <a:pt x="0" y="15951"/>
                </a:lnTo>
                <a:lnTo>
                  <a:pt x="0" y="4350"/>
                </a:lnTo>
                <a:lnTo>
                  <a:pt x="83182" y="4350"/>
                </a:lnTo>
                <a:lnTo>
                  <a:pt x="83182" y="15951"/>
                </a:lnTo>
                <a:close/>
                <a:moveTo>
                  <a:pt x="141316" y="42316"/>
                </a:moveTo>
                <a:lnTo>
                  <a:pt x="140657" y="42316"/>
                </a:lnTo>
                <a:cubicBezTo>
                  <a:pt x="138811" y="41900"/>
                  <a:pt x="137021" y="41599"/>
                  <a:pt x="135285" y="41412"/>
                </a:cubicBezTo>
                <a:cubicBezTo>
                  <a:pt x="133549" y="41224"/>
                  <a:pt x="131495" y="41130"/>
                  <a:pt x="129122" y="41130"/>
                </a:cubicBezTo>
                <a:cubicBezTo>
                  <a:pt x="125299" y="41130"/>
                  <a:pt x="121608" y="41977"/>
                  <a:pt x="118049" y="43671"/>
                </a:cubicBezTo>
                <a:cubicBezTo>
                  <a:pt x="114489" y="45365"/>
                  <a:pt x="111062" y="47553"/>
                  <a:pt x="107766" y="50236"/>
                </a:cubicBezTo>
                <a:lnTo>
                  <a:pt x="107766" y="102561"/>
                </a:lnTo>
                <a:lnTo>
                  <a:pt x="95375" y="102561"/>
                </a:lnTo>
                <a:lnTo>
                  <a:pt x="95375" y="28870"/>
                </a:lnTo>
                <a:lnTo>
                  <a:pt x="107766" y="28870"/>
                </a:lnTo>
                <a:lnTo>
                  <a:pt x="107766" y="39756"/>
                </a:lnTo>
                <a:cubicBezTo>
                  <a:pt x="112688" y="35797"/>
                  <a:pt x="117027" y="32993"/>
                  <a:pt x="120784" y="31344"/>
                </a:cubicBezTo>
                <a:cubicBezTo>
                  <a:pt x="124541" y="29694"/>
                  <a:pt x="128375" y="28870"/>
                  <a:pt x="132286" y="28870"/>
                </a:cubicBezTo>
                <a:cubicBezTo>
                  <a:pt x="134439" y="28870"/>
                  <a:pt x="135999" y="28925"/>
                  <a:pt x="136966" y="29035"/>
                </a:cubicBezTo>
                <a:cubicBezTo>
                  <a:pt x="137932" y="29143"/>
                  <a:pt x="139383" y="29351"/>
                  <a:pt x="141316" y="29657"/>
                </a:cubicBezTo>
                <a:lnTo>
                  <a:pt x="141316" y="42316"/>
                </a:lnTo>
                <a:close/>
                <a:moveTo>
                  <a:pt x="210201" y="102561"/>
                </a:moveTo>
                <a:lnTo>
                  <a:pt x="197875" y="102561"/>
                </a:lnTo>
                <a:lnTo>
                  <a:pt x="197875" y="94771"/>
                </a:lnTo>
                <a:cubicBezTo>
                  <a:pt x="196777" y="95519"/>
                  <a:pt x="195294" y="96564"/>
                  <a:pt x="193426" y="97906"/>
                </a:cubicBezTo>
                <a:cubicBezTo>
                  <a:pt x="191558" y="99247"/>
                  <a:pt x="189746" y="100314"/>
                  <a:pt x="187988" y="101106"/>
                </a:cubicBezTo>
                <a:cubicBezTo>
                  <a:pt x="185923" y="102119"/>
                  <a:pt x="183550" y="102965"/>
                  <a:pt x="180870" y="103646"/>
                </a:cubicBezTo>
                <a:cubicBezTo>
                  <a:pt x="178189" y="104329"/>
                  <a:pt x="175047" y="104670"/>
                  <a:pt x="171444" y="104670"/>
                </a:cubicBezTo>
                <a:cubicBezTo>
                  <a:pt x="164809" y="104670"/>
                  <a:pt x="159184" y="102470"/>
                  <a:pt x="154570" y="98070"/>
                </a:cubicBezTo>
                <a:cubicBezTo>
                  <a:pt x="149956" y="93671"/>
                  <a:pt x="147649" y="88060"/>
                  <a:pt x="147649" y="81240"/>
                </a:cubicBezTo>
                <a:cubicBezTo>
                  <a:pt x="147649" y="75652"/>
                  <a:pt x="148847" y="71132"/>
                  <a:pt x="151242" y="67678"/>
                </a:cubicBezTo>
                <a:cubicBezTo>
                  <a:pt x="153637" y="64223"/>
                  <a:pt x="157053" y="61506"/>
                  <a:pt x="161491" y="59528"/>
                </a:cubicBezTo>
                <a:cubicBezTo>
                  <a:pt x="165973" y="57548"/>
                  <a:pt x="171356" y="56205"/>
                  <a:pt x="177640" y="55501"/>
                </a:cubicBezTo>
                <a:cubicBezTo>
                  <a:pt x="183924" y="54796"/>
                  <a:pt x="190669" y="54268"/>
                  <a:pt x="197875" y="53917"/>
                </a:cubicBezTo>
                <a:lnTo>
                  <a:pt x="197875" y="51989"/>
                </a:lnTo>
                <a:cubicBezTo>
                  <a:pt x="197875" y="49153"/>
                  <a:pt x="197381" y="46805"/>
                  <a:pt x="196392" y="44944"/>
                </a:cubicBezTo>
                <a:cubicBezTo>
                  <a:pt x="195403" y="43084"/>
                  <a:pt x="193986" y="41621"/>
                  <a:pt x="192141" y="40557"/>
                </a:cubicBezTo>
                <a:cubicBezTo>
                  <a:pt x="190383" y="39538"/>
                  <a:pt x="188274" y="38852"/>
                  <a:pt x="185813" y="38497"/>
                </a:cubicBezTo>
                <a:cubicBezTo>
                  <a:pt x="183352" y="38143"/>
                  <a:pt x="180782" y="37966"/>
                  <a:pt x="178101" y="37966"/>
                </a:cubicBezTo>
                <a:cubicBezTo>
                  <a:pt x="174850" y="37966"/>
                  <a:pt x="171224" y="38406"/>
                  <a:pt x="167226" y="39286"/>
                </a:cubicBezTo>
                <a:cubicBezTo>
                  <a:pt x="163227" y="40165"/>
                  <a:pt x="159096" y="41439"/>
                  <a:pt x="154834" y="43107"/>
                </a:cubicBezTo>
                <a:lnTo>
                  <a:pt x="154175" y="43107"/>
                </a:lnTo>
                <a:lnTo>
                  <a:pt x="154175" y="30518"/>
                </a:lnTo>
                <a:cubicBezTo>
                  <a:pt x="156592" y="29859"/>
                  <a:pt x="160085" y="29134"/>
                  <a:pt x="164655" y="28343"/>
                </a:cubicBezTo>
                <a:cubicBezTo>
                  <a:pt x="169225" y="27552"/>
                  <a:pt x="173729" y="27156"/>
                  <a:pt x="178167" y="27156"/>
                </a:cubicBezTo>
                <a:cubicBezTo>
                  <a:pt x="183352" y="27156"/>
                  <a:pt x="187867" y="27585"/>
                  <a:pt x="191712" y="28441"/>
                </a:cubicBezTo>
                <a:cubicBezTo>
                  <a:pt x="195557" y="29298"/>
                  <a:pt x="198886" y="30759"/>
                  <a:pt x="201698" y="32825"/>
                </a:cubicBezTo>
                <a:cubicBezTo>
                  <a:pt x="204466" y="34846"/>
                  <a:pt x="206576" y="37461"/>
                  <a:pt x="208026" y="40668"/>
                </a:cubicBezTo>
                <a:cubicBezTo>
                  <a:pt x="209476" y="43876"/>
                  <a:pt x="210201" y="47853"/>
                  <a:pt x="210201" y="52599"/>
                </a:cubicBezTo>
                <a:lnTo>
                  <a:pt x="210201" y="102561"/>
                </a:lnTo>
                <a:moveTo>
                  <a:pt x="197875" y="84527"/>
                </a:moveTo>
                <a:lnTo>
                  <a:pt x="197875" y="63936"/>
                </a:lnTo>
                <a:cubicBezTo>
                  <a:pt x="194096" y="64157"/>
                  <a:pt x="189647" y="64488"/>
                  <a:pt x="184528" y="64931"/>
                </a:cubicBezTo>
                <a:cubicBezTo>
                  <a:pt x="179409" y="65371"/>
                  <a:pt x="175355" y="66011"/>
                  <a:pt x="172367" y="66848"/>
                </a:cubicBezTo>
                <a:cubicBezTo>
                  <a:pt x="168807" y="67864"/>
                  <a:pt x="165929" y="69443"/>
                  <a:pt x="163732" y="71584"/>
                </a:cubicBezTo>
                <a:cubicBezTo>
                  <a:pt x="161535" y="73724"/>
                  <a:pt x="160437" y="76671"/>
                  <a:pt x="160437" y="80422"/>
                </a:cubicBezTo>
                <a:cubicBezTo>
                  <a:pt x="160437" y="84660"/>
                  <a:pt x="161711" y="87849"/>
                  <a:pt x="164259" y="89990"/>
                </a:cubicBezTo>
                <a:cubicBezTo>
                  <a:pt x="166808" y="92131"/>
                  <a:pt x="170697" y="93201"/>
                  <a:pt x="175926" y="93201"/>
                </a:cubicBezTo>
                <a:cubicBezTo>
                  <a:pt x="180276" y="93201"/>
                  <a:pt x="184253" y="92352"/>
                  <a:pt x="187856" y="90653"/>
                </a:cubicBezTo>
                <a:cubicBezTo>
                  <a:pt x="191460" y="88953"/>
                  <a:pt x="194799" y="86911"/>
                  <a:pt x="197875" y="84527"/>
                </a:cubicBezTo>
                <a:close/>
                <a:moveTo>
                  <a:pt x="288508" y="98013"/>
                </a:moveTo>
                <a:cubicBezTo>
                  <a:pt x="284377" y="99990"/>
                  <a:pt x="280455" y="101528"/>
                  <a:pt x="276742" y="102627"/>
                </a:cubicBezTo>
                <a:cubicBezTo>
                  <a:pt x="273029" y="103725"/>
                  <a:pt x="269085" y="104274"/>
                  <a:pt x="264911" y="104274"/>
                </a:cubicBezTo>
                <a:cubicBezTo>
                  <a:pt x="259594" y="104274"/>
                  <a:pt x="254716" y="103493"/>
                  <a:pt x="250278" y="101930"/>
                </a:cubicBezTo>
                <a:cubicBezTo>
                  <a:pt x="245840" y="100368"/>
                  <a:pt x="242039" y="98002"/>
                  <a:pt x="238875" y="94832"/>
                </a:cubicBezTo>
                <a:cubicBezTo>
                  <a:pt x="235667" y="91663"/>
                  <a:pt x="233185" y="87657"/>
                  <a:pt x="231427" y="82816"/>
                </a:cubicBezTo>
                <a:cubicBezTo>
                  <a:pt x="229669" y="77974"/>
                  <a:pt x="228790" y="72318"/>
                  <a:pt x="228790" y="65847"/>
                </a:cubicBezTo>
                <a:cubicBezTo>
                  <a:pt x="228790" y="53786"/>
                  <a:pt x="232097" y="44323"/>
                  <a:pt x="238710" y="37457"/>
                </a:cubicBezTo>
                <a:cubicBezTo>
                  <a:pt x="245323" y="30590"/>
                  <a:pt x="254057" y="27156"/>
                  <a:pt x="264911" y="27156"/>
                </a:cubicBezTo>
                <a:cubicBezTo>
                  <a:pt x="269129" y="27156"/>
                  <a:pt x="273271" y="27749"/>
                  <a:pt x="277335" y="28936"/>
                </a:cubicBezTo>
                <a:cubicBezTo>
                  <a:pt x="281400" y="30122"/>
                  <a:pt x="285124" y="31572"/>
                  <a:pt x="288508" y="33286"/>
                </a:cubicBezTo>
                <a:lnTo>
                  <a:pt x="288508" y="47062"/>
                </a:lnTo>
                <a:lnTo>
                  <a:pt x="287848" y="47062"/>
                </a:lnTo>
                <a:cubicBezTo>
                  <a:pt x="284069" y="44138"/>
                  <a:pt x="280170" y="41892"/>
                  <a:pt x="276149" y="40322"/>
                </a:cubicBezTo>
                <a:cubicBezTo>
                  <a:pt x="272128" y="38751"/>
                  <a:pt x="268206" y="37966"/>
                  <a:pt x="264383" y="37966"/>
                </a:cubicBezTo>
                <a:cubicBezTo>
                  <a:pt x="257353" y="37966"/>
                  <a:pt x="251805" y="40328"/>
                  <a:pt x="247740" y="45052"/>
                </a:cubicBezTo>
                <a:cubicBezTo>
                  <a:pt x="243676" y="49775"/>
                  <a:pt x="241643" y="56707"/>
                  <a:pt x="241643" y="65847"/>
                </a:cubicBezTo>
                <a:cubicBezTo>
                  <a:pt x="241643" y="74723"/>
                  <a:pt x="243632" y="81545"/>
                  <a:pt x="247608" y="86313"/>
                </a:cubicBezTo>
                <a:cubicBezTo>
                  <a:pt x="251585" y="91081"/>
                  <a:pt x="257177" y="93465"/>
                  <a:pt x="264383" y="93465"/>
                </a:cubicBezTo>
                <a:cubicBezTo>
                  <a:pt x="266888" y="93465"/>
                  <a:pt x="269437" y="93138"/>
                  <a:pt x="272029" y="92484"/>
                </a:cubicBezTo>
                <a:cubicBezTo>
                  <a:pt x="274622" y="91829"/>
                  <a:pt x="276951" y="90978"/>
                  <a:pt x="279016" y="89930"/>
                </a:cubicBezTo>
                <a:cubicBezTo>
                  <a:pt x="280818" y="89014"/>
                  <a:pt x="282509" y="88044"/>
                  <a:pt x="284091" y="87020"/>
                </a:cubicBezTo>
                <a:cubicBezTo>
                  <a:pt x="285673" y="85994"/>
                  <a:pt x="286926" y="85110"/>
                  <a:pt x="287848" y="84369"/>
                </a:cubicBezTo>
                <a:lnTo>
                  <a:pt x="288508" y="84369"/>
                </a:lnTo>
                <a:lnTo>
                  <a:pt x="288508" y="98013"/>
                </a:lnTo>
                <a:close/>
                <a:moveTo>
                  <a:pt x="365956" y="102561"/>
                </a:moveTo>
                <a:lnTo>
                  <a:pt x="353564" y="102561"/>
                </a:lnTo>
                <a:lnTo>
                  <a:pt x="353564" y="60597"/>
                </a:lnTo>
                <a:cubicBezTo>
                  <a:pt x="353564" y="57209"/>
                  <a:pt x="353366" y="54031"/>
                  <a:pt x="352971" y="51062"/>
                </a:cubicBezTo>
                <a:cubicBezTo>
                  <a:pt x="352575" y="48093"/>
                  <a:pt x="351850" y="45773"/>
                  <a:pt x="350796" y="44102"/>
                </a:cubicBezTo>
                <a:cubicBezTo>
                  <a:pt x="349697" y="42254"/>
                  <a:pt x="348115" y="40879"/>
                  <a:pt x="346050" y="39978"/>
                </a:cubicBezTo>
                <a:cubicBezTo>
                  <a:pt x="343985" y="39076"/>
                  <a:pt x="341304" y="38625"/>
                  <a:pt x="338009" y="38625"/>
                </a:cubicBezTo>
                <a:cubicBezTo>
                  <a:pt x="334625" y="38625"/>
                  <a:pt x="331088" y="39461"/>
                  <a:pt x="327397" y="41134"/>
                </a:cubicBezTo>
                <a:cubicBezTo>
                  <a:pt x="323706" y="42805"/>
                  <a:pt x="320168" y="44938"/>
                  <a:pt x="316785" y="47532"/>
                </a:cubicBezTo>
                <a:lnTo>
                  <a:pt x="316785" y="102561"/>
                </a:lnTo>
                <a:lnTo>
                  <a:pt x="304393" y="102561"/>
                </a:lnTo>
                <a:lnTo>
                  <a:pt x="304393" y="0"/>
                </a:lnTo>
                <a:lnTo>
                  <a:pt x="316785" y="0"/>
                </a:lnTo>
                <a:lnTo>
                  <a:pt x="316785" y="36996"/>
                </a:lnTo>
                <a:cubicBezTo>
                  <a:pt x="320652" y="33782"/>
                  <a:pt x="324650" y="31274"/>
                  <a:pt x="328781" y="29469"/>
                </a:cubicBezTo>
                <a:cubicBezTo>
                  <a:pt x="332911" y="27664"/>
                  <a:pt x="337152" y="26761"/>
                  <a:pt x="341502" y="26761"/>
                </a:cubicBezTo>
                <a:cubicBezTo>
                  <a:pt x="349456" y="26761"/>
                  <a:pt x="355520" y="29160"/>
                  <a:pt x="359694" y="33958"/>
                </a:cubicBezTo>
                <a:cubicBezTo>
                  <a:pt x="363869" y="38755"/>
                  <a:pt x="365956" y="45667"/>
                  <a:pt x="365956" y="54691"/>
                </a:cubicBezTo>
                <a:lnTo>
                  <a:pt x="365956" y="102561"/>
                </a:lnTo>
                <a:close/>
                <a:moveTo>
                  <a:pt x="451443" y="66968"/>
                </a:moveTo>
                <a:lnTo>
                  <a:pt x="397197" y="66968"/>
                </a:lnTo>
                <a:cubicBezTo>
                  <a:pt x="397197" y="71505"/>
                  <a:pt x="397878" y="75458"/>
                  <a:pt x="399240" y="78828"/>
                </a:cubicBezTo>
                <a:cubicBezTo>
                  <a:pt x="400602" y="82198"/>
                  <a:pt x="402470" y="84962"/>
                  <a:pt x="404843" y="87121"/>
                </a:cubicBezTo>
                <a:cubicBezTo>
                  <a:pt x="407128" y="89235"/>
                  <a:pt x="409841" y="90821"/>
                  <a:pt x="412983" y="91879"/>
                </a:cubicBezTo>
                <a:cubicBezTo>
                  <a:pt x="416125" y="92936"/>
                  <a:pt x="419585" y="93465"/>
                  <a:pt x="423364" y="93465"/>
                </a:cubicBezTo>
                <a:cubicBezTo>
                  <a:pt x="428374" y="93465"/>
                  <a:pt x="433416" y="92457"/>
                  <a:pt x="438491" y="90443"/>
                </a:cubicBezTo>
                <a:cubicBezTo>
                  <a:pt x="443567" y="88429"/>
                  <a:pt x="447181" y="86448"/>
                  <a:pt x="449334" y="84501"/>
                </a:cubicBezTo>
                <a:lnTo>
                  <a:pt x="449993" y="84501"/>
                </a:lnTo>
                <a:lnTo>
                  <a:pt x="449993" y="98058"/>
                </a:lnTo>
                <a:cubicBezTo>
                  <a:pt x="445819" y="99821"/>
                  <a:pt x="441556" y="101298"/>
                  <a:pt x="437206" y="102489"/>
                </a:cubicBezTo>
                <a:cubicBezTo>
                  <a:pt x="432856" y="103679"/>
                  <a:pt x="428286" y="104274"/>
                  <a:pt x="423496" y="104274"/>
                </a:cubicBezTo>
                <a:cubicBezTo>
                  <a:pt x="411280" y="104274"/>
                  <a:pt x="401745" y="100962"/>
                  <a:pt x="394890" y="94338"/>
                </a:cubicBezTo>
                <a:cubicBezTo>
                  <a:pt x="388035" y="87714"/>
                  <a:pt x="384607" y="78305"/>
                  <a:pt x="384607" y="66111"/>
                </a:cubicBezTo>
                <a:cubicBezTo>
                  <a:pt x="384607" y="54051"/>
                  <a:pt x="387892" y="44478"/>
                  <a:pt x="394461" y="37391"/>
                </a:cubicBezTo>
                <a:cubicBezTo>
                  <a:pt x="401031" y="30304"/>
                  <a:pt x="409676" y="26761"/>
                  <a:pt x="420398" y="26761"/>
                </a:cubicBezTo>
                <a:cubicBezTo>
                  <a:pt x="430329" y="26761"/>
                  <a:pt x="437986" y="29666"/>
                  <a:pt x="443369" y="35476"/>
                </a:cubicBezTo>
                <a:cubicBezTo>
                  <a:pt x="448752" y="41286"/>
                  <a:pt x="451443" y="49538"/>
                  <a:pt x="451443" y="60234"/>
                </a:cubicBezTo>
                <a:lnTo>
                  <a:pt x="451443" y="66968"/>
                </a:lnTo>
                <a:moveTo>
                  <a:pt x="439381" y="57476"/>
                </a:moveTo>
                <a:cubicBezTo>
                  <a:pt x="439337" y="50973"/>
                  <a:pt x="437700" y="45941"/>
                  <a:pt x="434471" y="42382"/>
                </a:cubicBezTo>
                <a:cubicBezTo>
                  <a:pt x="431241" y="38823"/>
                  <a:pt x="426330" y="37043"/>
                  <a:pt x="419739" y="37043"/>
                </a:cubicBezTo>
                <a:cubicBezTo>
                  <a:pt x="413104" y="37043"/>
                  <a:pt x="407820" y="38999"/>
                  <a:pt x="403887" y="42909"/>
                </a:cubicBezTo>
                <a:cubicBezTo>
                  <a:pt x="399954" y="46820"/>
                  <a:pt x="397724" y="51676"/>
                  <a:pt x="397197" y="57476"/>
                </a:cubicBezTo>
                <a:lnTo>
                  <a:pt x="439381" y="57476"/>
                </a:lnTo>
                <a:close/>
                <a:moveTo>
                  <a:pt x="532977" y="65748"/>
                </a:moveTo>
                <a:cubicBezTo>
                  <a:pt x="532977" y="77775"/>
                  <a:pt x="529901" y="87268"/>
                  <a:pt x="523749" y="94229"/>
                </a:cubicBezTo>
                <a:cubicBezTo>
                  <a:pt x="517598" y="101190"/>
                  <a:pt x="509358" y="104670"/>
                  <a:pt x="499032" y="104670"/>
                </a:cubicBezTo>
                <a:cubicBezTo>
                  <a:pt x="488618" y="104670"/>
                  <a:pt x="480346" y="101190"/>
                  <a:pt x="474216" y="94229"/>
                </a:cubicBezTo>
                <a:cubicBezTo>
                  <a:pt x="468086" y="87268"/>
                  <a:pt x="465021" y="77775"/>
                  <a:pt x="465021" y="65748"/>
                </a:cubicBezTo>
                <a:cubicBezTo>
                  <a:pt x="465021" y="53722"/>
                  <a:pt x="468086" y="44217"/>
                  <a:pt x="474216" y="37235"/>
                </a:cubicBezTo>
                <a:cubicBezTo>
                  <a:pt x="480346" y="30252"/>
                  <a:pt x="488618" y="26761"/>
                  <a:pt x="499032" y="26761"/>
                </a:cubicBezTo>
                <a:cubicBezTo>
                  <a:pt x="509358" y="26761"/>
                  <a:pt x="517598" y="30252"/>
                  <a:pt x="523749" y="37235"/>
                </a:cubicBezTo>
                <a:cubicBezTo>
                  <a:pt x="529901" y="44217"/>
                  <a:pt x="532977" y="53722"/>
                  <a:pt x="532977" y="65748"/>
                </a:cubicBezTo>
                <a:moveTo>
                  <a:pt x="520190" y="65748"/>
                </a:moveTo>
                <a:cubicBezTo>
                  <a:pt x="520190" y="56224"/>
                  <a:pt x="518323" y="49146"/>
                  <a:pt x="514587" y="44516"/>
                </a:cubicBezTo>
                <a:cubicBezTo>
                  <a:pt x="510852" y="39886"/>
                  <a:pt x="505667" y="37570"/>
                  <a:pt x="499032" y="37570"/>
                </a:cubicBezTo>
                <a:cubicBezTo>
                  <a:pt x="492309" y="37570"/>
                  <a:pt x="487091" y="39886"/>
                  <a:pt x="483378" y="44516"/>
                </a:cubicBezTo>
                <a:cubicBezTo>
                  <a:pt x="479665" y="49146"/>
                  <a:pt x="477808" y="56224"/>
                  <a:pt x="477808" y="65748"/>
                </a:cubicBezTo>
                <a:cubicBezTo>
                  <a:pt x="477808" y="74965"/>
                  <a:pt x="479676" y="81955"/>
                  <a:pt x="483411" y="86717"/>
                </a:cubicBezTo>
                <a:cubicBezTo>
                  <a:pt x="487146" y="91479"/>
                  <a:pt x="492353" y="93860"/>
                  <a:pt x="499032" y="93860"/>
                </a:cubicBezTo>
                <a:cubicBezTo>
                  <a:pt x="505623" y="93860"/>
                  <a:pt x="510797" y="91501"/>
                  <a:pt x="514555" y="86783"/>
                </a:cubicBezTo>
                <a:cubicBezTo>
                  <a:pt x="518312" y="82064"/>
                  <a:pt x="520190" y="75053"/>
                  <a:pt x="520190" y="65748"/>
                </a:cubicBezTo>
                <a:close/>
                <a:moveTo>
                  <a:pt x="616946" y="64793"/>
                </a:moveTo>
                <a:cubicBezTo>
                  <a:pt x="616946" y="70778"/>
                  <a:pt x="616089" y="76247"/>
                  <a:pt x="614375" y="81199"/>
                </a:cubicBezTo>
                <a:cubicBezTo>
                  <a:pt x="612662" y="86150"/>
                  <a:pt x="610245" y="90343"/>
                  <a:pt x="607125" y="93778"/>
                </a:cubicBezTo>
                <a:cubicBezTo>
                  <a:pt x="604225" y="97035"/>
                  <a:pt x="600808" y="99555"/>
                  <a:pt x="596875" y="101337"/>
                </a:cubicBezTo>
                <a:cubicBezTo>
                  <a:pt x="592943" y="103120"/>
                  <a:pt x="588779" y="104011"/>
                  <a:pt x="584385" y="104011"/>
                </a:cubicBezTo>
                <a:cubicBezTo>
                  <a:pt x="580562" y="104011"/>
                  <a:pt x="577101" y="103593"/>
                  <a:pt x="574004" y="102756"/>
                </a:cubicBezTo>
                <a:cubicBezTo>
                  <a:pt x="570906" y="101920"/>
                  <a:pt x="567753" y="100622"/>
                  <a:pt x="564545" y="98861"/>
                </a:cubicBezTo>
                <a:lnTo>
                  <a:pt x="564545" y="129717"/>
                </a:lnTo>
                <a:lnTo>
                  <a:pt x="552153" y="129717"/>
                </a:lnTo>
                <a:lnTo>
                  <a:pt x="552153" y="28870"/>
                </a:lnTo>
                <a:lnTo>
                  <a:pt x="564545" y="28870"/>
                </a:lnTo>
                <a:lnTo>
                  <a:pt x="564545" y="36532"/>
                </a:lnTo>
                <a:cubicBezTo>
                  <a:pt x="567841" y="33760"/>
                  <a:pt x="571543" y="31438"/>
                  <a:pt x="575651" y="29568"/>
                </a:cubicBezTo>
                <a:cubicBezTo>
                  <a:pt x="579760" y="27697"/>
                  <a:pt x="584143" y="26761"/>
                  <a:pt x="588801" y="26761"/>
                </a:cubicBezTo>
                <a:cubicBezTo>
                  <a:pt x="597677" y="26761"/>
                  <a:pt x="604587" y="30117"/>
                  <a:pt x="609531" y="36831"/>
                </a:cubicBezTo>
                <a:cubicBezTo>
                  <a:pt x="614474" y="43543"/>
                  <a:pt x="616946" y="52864"/>
                  <a:pt x="616946" y="64793"/>
                </a:cubicBezTo>
                <a:moveTo>
                  <a:pt x="604159" y="65122"/>
                </a:moveTo>
                <a:cubicBezTo>
                  <a:pt x="604159" y="56246"/>
                  <a:pt x="602643" y="49611"/>
                  <a:pt x="599611" y="45216"/>
                </a:cubicBezTo>
                <a:cubicBezTo>
                  <a:pt x="596579" y="40822"/>
                  <a:pt x="591921" y="38625"/>
                  <a:pt x="585637" y="38625"/>
                </a:cubicBezTo>
                <a:cubicBezTo>
                  <a:pt x="582078" y="38625"/>
                  <a:pt x="578497" y="39394"/>
                  <a:pt x="574893" y="40932"/>
                </a:cubicBezTo>
                <a:cubicBezTo>
                  <a:pt x="571290" y="42470"/>
                  <a:pt x="567841" y="44491"/>
                  <a:pt x="564545" y="46996"/>
                </a:cubicBezTo>
                <a:lnTo>
                  <a:pt x="564545" y="88719"/>
                </a:lnTo>
                <a:cubicBezTo>
                  <a:pt x="568060" y="90301"/>
                  <a:pt x="571081" y="91377"/>
                  <a:pt x="573608" y="91949"/>
                </a:cubicBezTo>
                <a:cubicBezTo>
                  <a:pt x="576135" y="92520"/>
                  <a:pt x="579002" y="92806"/>
                  <a:pt x="582210" y="92806"/>
                </a:cubicBezTo>
                <a:cubicBezTo>
                  <a:pt x="589109" y="92806"/>
                  <a:pt x="594492" y="90477"/>
                  <a:pt x="598358" y="85819"/>
                </a:cubicBezTo>
                <a:cubicBezTo>
                  <a:pt x="602225" y="81161"/>
                  <a:pt x="604159" y="74262"/>
                  <a:pt x="604159" y="65122"/>
                </a:cubicBezTo>
                <a:close/>
                <a:moveTo>
                  <a:pt x="697815" y="102561"/>
                </a:moveTo>
                <a:lnTo>
                  <a:pt x="685423" y="102561"/>
                </a:lnTo>
                <a:lnTo>
                  <a:pt x="685423" y="60597"/>
                </a:lnTo>
                <a:cubicBezTo>
                  <a:pt x="685423" y="57209"/>
                  <a:pt x="685226" y="54031"/>
                  <a:pt x="684830" y="51062"/>
                </a:cubicBezTo>
                <a:cubicBezTo>
                  <a:pt x="684435" y="48093"/>
                  <a:pt x="683710" y="45773"/>
                  <a:pt x="682655" y="44102"/>
                </a:cubicBezTo>
                <a:cubicBezTo>
                  <a:pt x="681556" y="42254"/>
                  <a:pt x="679975" y="40879"/>
                  <a:pt x="677909" y="39978"/>
                </a:cubicBezTo>
                <a:cubicBezTo>
                  <a:pt x="675844" y="39076"/>
                  <a:pt x="673163" y="38625"/>
                  <a:pt x="669868" y="38625"/>
                </a:cubicBezTo>
                <a:cubicBezTo>
                  <a:pt x="666484" y="38625"/>
                  <a:pt x="662947" y="39461"/>
                  <a:pt x="659256" y="41134"/>
                </a:cubicBezTo>
                <a:cubicBezTo>
                  <a:pt x="655565" y="42805"/>
                  <a:pt x="652027" y="44938"/>
                  <a:pt x="648644" y="47532"/>
                </a:cubicBezTo>
                <a:lnTo>
                  <a:pt x="648644" y="102561"/>
                </a:lnTo>
                <a:lnTo>
                  <a:pt x="636252" y="102561"/>
                </a:lnTo>
                <a:lnTo>
                  <a:pt x="636252" y="0"/>
                </a:lnTo>
                <a:lnTo>
                  <a:pt x="648644" y="0"/>
                </a:lnTo>
                <a:lnTo>
                  <a:pt x="648644" y="36996"/>
                </a:lnTo>
                <a:cubicBezTo>
                  <a:pt x="652511" y="33782"/>
                  <a:pt x="656509" y="31274"/>
                  <a:pt x="660640" y="29469"/>
                </a:cubicBezTo>
                <a:cubicBezTo>
                  <a:pt x="664771" y="27664"/>
                  <a:pt x="669011" y="26761"/>
                  <a:pt x="673361" y="26761"/>
                </a:cubicBezTo>
                <a:cubicBezTo>
                  <a:pt x="681315" y="26761"/>
                  <a:pt x="687379" y="29160"/>
                  <a:pt x="691553" y="33958"/>
                </a:cubicBezTo>
                <a:cubicBezTo>
                  <a:pt x="695728" y="38755"/>
                  <a:pt x="697815" y="45667"/>
                  <a:pt x="697815" y="54691"/>
                </a:cubicBezTo>
                <a:lnTo>
                  <a:pt x="697815" y="102561"/>
                </a:lnTo>
                <a:close/>
                <a:moveTo>
                  <a:pt x="785346" y="28870"/>
                </a:moveTo>
                <a:lnTo>
                  <a:pt x="742370" y="129717"/>
                </a:lnTo>
                <a:lnTo>
                  <a:pt x="729122" y="129717"/>
                </a:lnTo>
                <a:lnTo>
                  <a:pt x="742832" y="98981"/>
                </a:lnTo>
                <a:lnTo>
                  <a:pt x="713501" y="28870"/>
                </a:lnTo>
                <a:lnTo>
                  <a:pt x="726947" y="28870"/>
                </a:lnTo>
                <a:lnTo>
                  <a:pt x="749555" y="83446"/>
                </a:lnTo>
                <a:lnTo>
                  <a:pt x="772361" y="28870"/>
                </a:lnTo>
                <a:lnTo>
                  <a:pt x="785346" y="28870"/>
                </a:lnTo>
                <a:close/>
                <a:moveTo>
                  <a:pt x="839790" y="101912"/>
                </a:moveTo>
                <a:cubicBezTo>
                  <a:pt x="837461" y="102524"/>
                  <a:pt x="834924" y="103027"/>
                  <a:pt x="832177" y="103420"/>
                </a:cubicBezTo>
                <a:cubicBezTo>
                  <a:pt x="829431" y="103814"/>
                  <a:pt x="826981" y="104011"/>
                  <a:pt x="824828" y="104011"/>
                </a:cubicBezTo>
                <a:cubicBezTo>
                  <a:pt x="817314" y="104011"/>
                  <a:pt x="811601" y="101987"/>
                  <a:pt x="807690" y="97941"/>
                </a:cubicBezTo>
                <a:cubicBezTo>
                  <a:pt x="803780" y="93894"/>
                  <a:pt x="801824" y="87405"/>
                  <a:pt x="801824" y="78476"/>
                </a:cubicBezTo>
                <a:lnTo>
                  <a:pt x="801824" y="39284"/>
                </a:lnTo>
                <a:lnTo>
                  <a:pt x="793453" y="39284"/>
                </a:lnTo>
                <a:lnTo>
                  <a:pt x="793453" y="28870"/>
                </a:lnTo>
                <a:lnTo>
                  <a:pt x="801824" y="28870"/>
                </a:lnTo>
                <a:lnTo>
                  <a:pt x="801824" y="7646"/>
                </a:lnTo>
                <a:lnTo>
                  <a:pt x="814216" y="7646"/>
                </a:lnTo>
                <a:lnTo>
                  <a:pt x="814216" y="28870"/>
                </a:lnTo>
                <a:lnTo>
                  <a:pt x="839790" y="28870"/>
                </a:lnTo>
                <a:lnTo>
                  <a:pt x="839790" y="39284"/>
                </a:lnTo>
                <a:lnTo>
                  <a:pt x="814216" y="39284"/>
                </a:lnTo>
                <a:lnTo>
                  <a:pt x="814216" y="72916"/>
                </a:lnTo>
                <a:cubicBezTo>
                  <a:pt x="814216" y="76793"/>
                  <a:pt x="814304" y="79821"/>
                  <a:pt x="814480" y="82002"/>
                </a:cubicBezTo>
                <a:cubicBezTo>
                  <a:pt x="814655" y="84183"/>
                  <a:pt x="815270" y="86220"/>
                  <a:pt x="816325" y="88113"/>
                </a:cubicBezTo>
                <a:cubicBezTo>
                  <a:pt x="817292" y="89875"/>
                  <a:pt x="818621" y="91164"/>
                  <a:pt x="820313" y="91980"/>
                </a:cubicBezTo>
                <a:cubicBezTo>
                  <a:pt x="822005" y="92794"/>
                  <a:pt x="824586" y="93201"/>
                  <a:pt x="828058" y="93201"/>
                </a:cubicBezTo>
                <a:cubicBezTo>
                  <a:pt x="830079" y="93201"/>
                  <a:pt x="832188" y="92904"/>
                  <a:pt x="834385" y="92311"/>
                </a:cubicBezTo>
                <a:cubicBezTo>
                  <a:pt x="836582" y="91718"/>
                  <a:pt x="838164" y="91224"/>
                  <a:pt x="839131" y="90828"/>
                </a:cubicBezTo>
                <a:lnTo>
                  <a:pt x="839790" y="90828"/>
                </a:lnTo>
                <a:lnTo>
                  <a:pt x="839790" y="101912"/>
                </a:lnTo>
                <a:close/>
                <a:moveTo>
                  <a:pt x="911959" y="102561"/>
                </a:moveTo>
                <a:lnTo>
                  <a:pt x="899633" y="102561"/>
                </a:lnTo>
                <a:lnTo>
                  <a:pt x="899633" y="94771"/>
                </a:lnTo>
                <a:cubicBezTo>
                  <a:pt x="898535" y="95519"/>
                  <a:pt x="897052" y="96564"/>
                  <a:pt x="895184" y="97906"/>
                </a:cubicBezTo>
                <a:cubicBezTo>
                  <a:pt x="893317" y="99247"/>
                  <a:pt x="891504" y="100314"/>
                  <a:pt x="889746" y="101106"/>
                </a:cubicBezTo>
                <a:cubicBezTo>
                  <a:pt x="887681" y="102119"/>
                  <a:pt x="885308" y="102965"/>
                  <a:pt x="882628" y="103646"/>
                </a:cubicBezTo>
                <a:cubicBezTo>
                  <a:pt x="879947" y="104329"/>
                  <a:pt x="876806" y="104670"/>
                  <a:pt x="873202" y="104670"/>
                </a:cubicBezTo>
                <a:cubicBezTo>
                  <a:pt x="866567" y="104670"/>
                  <a:pt x="860942" y="102470"/>
                  <a:pt x="856329" y="98070"/>
                </a:cubicBezTo>
                <a:cubicBezTo>
                  <a:pt x="851715" y="93671"/>
                  <a:pt x="849408" y="88060"/>
                  <a:pt x="849408" y="81240"/>
                </a:cubicBezTo>
                <a:cubicBezTo>
                  <a:pt x="849408" y="75652"/>
                  <a:pt x="850605" y="71132"/>
                  <a:pt x="853000" y="67678"/>
                </a:cubicBezTo>
                <a:cubicBezTo>
                  <a:pt x="855395" y="64223"/>
                  <a:pt x="858811" y="61506"/>
                  <a:pt x="863249" y="59528"/>
                </a:cubicBezTo>
                <a:cubicBezTo>
                  <a:pt x="867732" y="57548"/>
                  <a:pt x="873114" y="56205"/>
                  <a:pt x="879398" y="55501"/>
                </a:cubicBezTo>
                <a:cubicBezTo>
                  <a:pt x="885682" y="54796"/>
                  <a:pt x="892427" y="54268"/>
                  <a:pt x="899633" y="53917"/>
                </a:cubicBezTo>
                <a:lnTo>
                  <a:pt x="899633" y="51989"/>
                </a:lnTo>
                <a:cubicBezTo>
                  <a:pt x="899633" y="49153"/>
                  <a:pt x="899139" y="46805"/>
                  <a:pt x="898150" y="44944"/>
                </a:cubicBezTo>
                <a:cubicBezTo>
                  <a:pt x="897162" y="43084"/>
                  <a:pt x="895745" y="41621"/>
                  <a:pt x="893899" y="40557"/>
                </a:cubicBezTo>
                <a:cubicBezTo>
                  <a:pt x="892141" y="39538"/>
                  <a:pt x="890032" y="38852"/>
                  <a:pt x="887571" y="38497"/>
                </a:cubicBezTo>
                <a:cubicBezTo>
                  <a:pt x="885111" y="38143"/>
                  <a:pt x="882540" y="37966"/>
                  <a:pt x="879860" y="37966"/>
                </a:cubicBezTo>
                <a:cubicBezTo>
                  <a:pt x="876608" y="37966"/>
                  <a:pt x="872983" y="38406"/>
                  <a:pt x="868984" y="39286"/>
                </a:cubicBezTo>
                <a:cubicBezTo>
                  <a:pt x="864985" y="40165"/>
                  <a:pt x="860855" y="41439"/>
                  <a:pt x="856592" y="43107"/>
                </a:cubicBezTo>
                <a:lnTo>
                  <a:pt x="855933" y="43107"/>
                </a:lnTo>
                <a:lnTo>
                  <a:pt x="855933" y="30518"/>
                </a:lnTo>
                <a:cubicBezTo>
                  <a:pt x="858350" y="29859"/>
                  <a:pt x="861843" y="29134"/>
                  <a:pt x="866413" y="28343"/>
                </a:cubicBezTo>
                <a:cubicBezTo>
                  <a:pt x="870983" y="27552"/>
                  <a:pt x="875487" y="27156"/>
                  <a:pt x="879925" y="27156"/>
                </a:cubicBezTo>
                <a:cubicBezTo>
                  <a:pt x="885111" y="27156"/>
                  <a:pt x="889626" y="27585"/>
                  <a:pt x="893471" y="28441"/>
                </a:cubicBezTo>
                <a:cubicBezTo>
                  <a:pt x="897315" y="29298"/>
                  <a:pt x="900644" y="30759"/>
                  <a:pt x="903456" y="32825"/>
                </a:cubicBezTo>
                <a:cubicBezTo>
                  <a:pt x="906225" y="34846"/>
                  <a:pt x="908334" y="37461"/>
                  <a:pt x="909784" y="40668"/>
                </a:cubicBezTo>
                <a:cubicBezTo>
                  <a:pt x="911234" y="43876"/>
                  <a:pt x="911959" y="47853"/>
                  <a:pt x="911959" y="52599"/>
                </a:cubicBezTo>
                <a:lnTo>
                  <a:pt x="911959" y="102561"/>
                </a:lnTo>
                <a:moveTo>
                  <a:pt x="899633" y="84527"/>
                </a:moveTo>
                <a:lnTo>
                  <a:pt x="899633" y="63936"/>
                </a:lnTo>
                <a:cubicBezTo>
                  <a:pt x="895854" y="64157"/>
                  <a:pt x="891405" y="64488"/>
                  <a:pt x="886286" y="64931"/>
                </a:cubicBezTo>
                <a:cubicBezTo>
                  <a:pt x="881167" y="65371"/>
                  <a:pt x="877113" y="66011"/>
                  <a:pt x="874125" y="66848"/>
                </a:cubicBezTo>
                <a:cubicBezTo>
                  <a:pt x="870566" y="67864"/>
                  <a:pt x="867688" y="69443"/>
                  <a:pt x="865490" y="71584"/>
                </a:cubicBezTo>
                <a:cubicBezTo>
                  <a:pt x="863293" y="73724"/>
                  <a:pt x="862195" y="76671"/>
                  <a:pt x="862195" y="80422"/>
                </a:cubicBezTo>
                <a:cubicBezTo>
                  <a:pt x="862195" y="84660"/>
                  <a:pt x="863469" y="87849"/>
                  <a:pt x="866018" y="89990"/>
                </a:cubicBezTo>
                <a:cubicBezTo>
                  <a:pt x="868566" y="92131"/>
                  <a:pt x="872455" y="93201"/>
                  <a:pt x="877684" y="93201"/>
                </a:cubicBezTo>
                <a:cubicBezTo>
                  <a:pt x="882035" y="93201"/>
                  <a:pt x="886011" y="92352"/>
                  <a:pt x="889615" y="90653"/>
                </a:cubicBezTo>
                <a:cubicBezTo>
                  <a:pt x="893218" y="88953"/>
                  <a:pt x="896557" y="86911"/>
                  <a:pt x="899633" y="84527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D52B8-CF4B-4EE3-93DE-4DE599173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96" y="70575"/>
            <a:ext cx="1793758" cy="2017764"/>
          </a:xfrm>
          <a:custGeom xmlns:a="http://schemas.openxmlformats.org/drawingml/2006/main">
            <a:pathLst>
              <a:path w="1793758" h="2017764">
                <a:moveTo>
                  <a:pt x="0" y="0"/>
                </a:moveTo>
                <a:lnTo>
                  <a:pt x="1793758" y="0"/>
                </a:lnTo>
                <a:lnTo>
                  <a:pt x="1793758" y="2017764"/>
                </a:lnTo>
                <a:lnTo>
                  <a:pt x="0" y="20177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8E10EE-84DA-46F4-A4FD-FA4B9F302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97" y="70576"/>
            <a:ext cx="1793758" cy="2017765"/>
          </a:xfrm>
          <a:custGeom xmlns:a="http://schemas.openxmlformats.org/drawingml/2006/main">
            <a:pathLst>
              <a:path w="1793758" h="2017765" fill="none">
                <a:moveTo>
                  <a:pt x="0" y="0"/>
                </a:moveTo>
                <a:lnTo>
                  <a:pt x="1793758" y="0"/>
                </a:lnTo>
                <a:lnTo>
                  <a:pt x="1793758" y="2017765"/>
                </a:lnTo>
                <a:lnTo>
                  <a:pt x="0" y="201776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" name="Text Chordata">
            <a:extLst xmlns:a="http://schemas.openxmlformats.org/drawingml/2006/main">
              <a:ext uri="{FF2B5EF4-FFF2-40B4-BE49-F238E27FC236}">
                <a16:creationId xmlns:a16="http://schemas.microsoft.com/office/drawing/2014/main" id="{C3463736-77D0-4453-BAA5-8A3D96475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9373" y="125502"/>
            <a:ext cx="599397" cy="104670"/>
          </a:xfrm>
          <a:custGeom xmlns:a="http://schemas.openxmlformats.org/drawingml/2006/main">
            <a:pathLst>
              <a:path w="599397" h="104670">
                <a:moveTo>
                  <a:pt x="81403" y="95483"/>
                </a:moveTo>
                <a:cubicBezTo>
                  <a:pt x="78986" y="96541"/>
                  <a:pt x="76800" y="97532"/>
                  <a:pt x="74844" y="98458"/>
                </a:cubicBezTo>
                <a:cubicBezTo>
                  <a:pt x="72889" y="99383"/>
                  <a:pt x="70329" y="100353"/>
                  <a:pt x="67165" y="101366"/>
                </a:cubicBezTo>
                <a:cubicBezTo>
                  <a:pt x="64485" y="102204"/>
                  <a:pt x="61574" y="102920"/>
                  <a:pt x="58432" y="103514"/>
                </a:cubicBezTo>
                <a:cubicBezTo>
                  <a:pt x="55290" y="104109"/>
                  <a:pt x="51830" y="104406"/>
                  <a:pt x="48051" y="104406"/>
                </a:cubicBezTo>
                <a:cubicBezTo>
                  <a:pt x="40932" y="104406"/>
                  <a:pt x="34462" y="103406"/>
                  <a:pt x="28639" y="101405"/>
                </a:cubicBezTo>
                <a:cubicBezTo>
                  <a:pt x="22817" y="99404"/>
                  <a:pt x="17753" y="96271"/>
                  <a:pt x="13446" y="92006"/>
                </a:cubicBezTo>
                <a:cubicBezTo>
                  <a:pt x="9228" y="87829"/>
                  <a:pt x="5932" y="82520"/>
                  <a:pt x="3559" y="76078"/>
                </a:cubicBezTo>
                <a:cubicBezTo>
                  <a:pt x="1186" y="69636"/>
                  <a:pt x="0" y="62150"/>
                  <a:pt x="0" y="53620"/>
                </a:cubicBezTo>
                <a:cubicBezTo>
                  <a:pt x="0" y="45529"/>
                  <a:pt x="1142" y="38296"/>
                  <a:pt x="3427" y="31920"/>
                </a:cubicBezTo>
                <a:cubicBezTo>
                  <a:pt x="5712" y="25545"/>
                  <a:pt x="9008" y="20158"/>
                  <a:pt x="13314" y="15761"/>
                </a:cubicBezTo>
                <a:cubicBezTo>
                  <a:pt x="17489" y="11496"/>
                  <a:pt x="22531" y="8243"/>
                  <a:pt x="28441" y="6000"/>
                </a:cubicBezTo>
                <a:cubicBezTo>
                  <a:pt x="34352" y="3758"/>
                  <a:pt x="40910" y="2637"/>
                  <a:pt x="48117" y="2637"/>
                </a:cubicBezTo>
                <a:cubicBezTo>
                  <a:pt x="53390" y="2637"/>
                  <a:pt x="58652" y="3274"/>
                  <a:pt x="63903" y="4548"/>
                </a:cubicBezTo>
                <a:cubicBezTo>
                  <a:pt x="69154" y="5822"/>
                  <a:pt x="74987" y="8063"/>
                  <a:pt x="81403" y="11271"/>
                </a:cubicBezTo>
                <a:lnTo>
                  <a:pt x="81403" y="26761"/>
                </a:lnTo>
                <a:lnTo>
                  <a:pt x="80414" y="26761"/>
                </a:lnTo>
                <a:cubicBezTo>
                  <a:pt x="75009" y="22303"/>
                  <a:pt x="69648" y="19058"/>
                  <a:pt x="64331" y="17024"/>
                </a:cubicBezTo>
                <a:cubicBezTo>
                  <a:pt x="59014" y="14990"/>
                  <a:pt x="53324" y="13974"/>
                  <a:pt x="47260" y="13974"/>
                </a:cubicBezTo>
                <a:cubicBezTo>
                  <a:pt x="42294" y="13974"/>
                  <a:pt x="37823" y="14773"/>
                  <a:pt x="33846" y="16373"/>
                </a:cubicBezTo>
                <a:cubicBezTo>
                  <a:pt x="29870" y="17973"/>
                  <a:pt x="26321" y="20460"/>
                  <a:pt x="23201" y="23836"/>
                </a:cubicBezTo>
                <a:cubicBezTo>
                  <a:pt x="20169" y="27123"/>
                  <a:pt x="17808" y="31276"/>
                  <a:pt x="16116" y="36295"/>
                </a:cubicBezTo>
                <a:cubicBezTo>
                  <a:pt x="14424" y="41314"/>
                  <a:pt x="13578" y="47111"/>
                  <a:pt x="13578" y="53686"/>
                </a:cubicBezTo>
                <a:cubicBezTo>
                  <a:pt x="13578" y="60567"/>
                  <a:pt x="14512" y="66484"/>
                  <a:pt x="16379" y="71437"/>
                </a:cubicBezTo>
                <a:cubicBezTo>
                  <a:pt x="18247" y="76390"/>
                  <a:pt x="20653" y="80424"/>
                  <a:pt x="23597" y="83537"/>
                </a:cubicBezTo>
                <a:cubicBezTo>
                  <a:pt x="26673" y="86780"/>
                  <a:pt x="30265" y="89180"/>
                  <a:pt x="34374" y="90735"/>
                </a:cubicBezTo>
                <a:cubicBezTo>
                  <a:pt x="38482" y="92291"/>
                  <a:pt x="42821" y="93069"/>
                  <a:pt x="47391" y="93069"/>
                </a:cubicBezTo>
                <a:cubicBezTo>
                  <a:pt x="53675" y="93069"/>
                  <a:pt x="59563" y="91993"/>
                  <a:pt x="65056" y="89839"/>
                </a:cubicBezTo>
                <a:cubicBezTo>
                  <a:pt x="70549" y="87686"/>
                  <a:pt x="75690" y="84457"/>
                  <a:pt x="80480" y="80150"/>
                </a:cubicBezTo>
                <a:lnTo>
                  <a:pt x="81403" y="80150"/>
                </a:lnTo>
                <a:lnTo>
                  <a:pt x="81403" y="95483"/>
                </a:lnTo>
                <a:close/>
                <a:moveTo>
                  <a:pt x="160427" y="102561"/>
                </a:moveTo>
                <a:lnTo>
                  <a:pt x="148035" y="102561"/>
                </a:lnTo>
                <a:lnTo>
                  <a:pt x="148035" y="60597"/>
                </a:lnTo>
                <a:cubicBezTo>
                  <a:pt x="148035" y="57209"/>
                  <a:pt x="147838" y="54031"/>
                  <a:pt x="147442" y="51062"/>
                </a:cubicBezTo>
                <a:cubicBezTo>
                  <a:pt x="147047" y="48093"/>
                  <a:pt x="146322" y="45773"/>
                  <a:pt x="145267" y="44102"/>
                </a:cubicBezTo>
                <a:cubicBezTo>
                  <a:pt x="144168" y="42254"/>
                  <a:pt x="142587" y="40879"/>
                  <a:pt x="140521" y="39978"/>
                </a:cubicBezTo>
                <a:cubicBezTo>
                  <a:pt x="138456" y="39076"/>
                  <a:pt x="135776" y="38625"/>
                  <a:pt x="132480" y="38625"/>
                </a:cubicBezTo>
                <a:cubicBezTo>
                  <a:pt x="129096" y="38625"/>
                  <a:pt x="125559" y="39461"/>
                  <a:pt x="121868" y="41134"/>
                </a:cubicBezTo>
                <a:cubicBezTo>
                  <a:pt x="118177" y="42805"/>
                  <a:pt x="114639" y="44938"/>
                  <a:pt x="111256" y="47532"/>
                </a:cubicBezTo>
                <a:lnTo>
                  <a:pt x="111256" y="102561"/>
                </a:lnTo>
                <a:lnTo>
                  <a:pt x="98864" y="102561"/>
                </a:lnTo>
                <a:lnTo>
                  <a:pt x="98864" y="0"/>
                </a:lnTo>
                <a:lnTo>
                  <a:pt x="111256" y="0"/>
                </a:lnTo>
                <a:lnTo>
                  <a:pt x="111256" y="36996"/>
                </a:lnTo>
                <a:cubicBezTo>
                  <a:pt x="115123" y="33782"/>
                  <a:pt x="119122" y="31274"/>
                  <a:pt x="123252" y="29469"/>
                </a:cubicBezTo>
                <a:cubicBezTo>
                  <a:pt x="127383" y="27664"/>
                  <a:pt x="131623" y="26761"/>
                  <a:pt x="135973" y="26761"/>
                </a:cubicBezTo>
                <a:cubicBezTo>
                  <a:pt x="143927" y="26761"/>
                  <a:pt x="149991" y="29160"/>
                  <a:pt x="154165" y="33958"/>
                </a:cubicBezTo>
                <a:cubicBezTo>
                  <a:pt x="158340" y="38755"/>
                  <a:pt x="160427" y="45667"/>
                  <a:pt x="160427" y="54691"/>
                </a:cubicBezTo>
                <a:lnTo>
                  <a:pt x="160427" y="102561"/>
                </a:lnTo>
                <a:close/>
                <a:moveTo>
                  <a:pt x="247035" y="65748"/>
                </a:moveTo>
                <a:cubicBezTo>
                  <a:pt x="247035" y="77775"/>
                  <a:pt x="243959" y="87268"/>
                  <a:pt x="237807" y="94229"/>
                </a:cubicBezTo>
                <a:cubicBezTo>
                  <a:pt x="231655" y="101190"/>
                  <a:pt x="223416" y="104670"/>
                  <a:pt x="213090" y="104670"/>
                </a:cubicBezTo>
                <a:cubicBezTo>
                  <a:pt x="202676" y="104670"/>
                  <a:pt x="194403" y="101190"/>
                  <a:pt x="188274" y="94229"/>
                </a:cubicBezTo>
                <a:cubicBezTo>
                  <a:pt x="182144" y="87268"/>
                  <a:pt x="179079" y="77775"/>
                  <a:pt x="179079" y="65748"/>
                </a:cubicBezTo>
                <a:cubicBezTo>
                  <a:pt x="179079" y="53722"/>
                  <a:pt x="182144" y="44217"/>
                  <a:pt x="188274" y="37235"/>
                </a:cubicBezTo>
                <a:cubicBezTo>
                  <a:pt x="194403" y="30252"/>
                  <a:pt x="202676" y="26761"/>
                  <a:pt x="213090" y="26761"/>
                </a:cubicBezTo>
                <a:cubicBezTo>
                  <a:pt x="223416" y="26761"/>
                  <a:pt x="231655" y="30252"/>
                  <a:pt x="237807" y="37235"/>
                </a:cubicBezTo>
                <a:cubicBezTo>
                  <a:pt x="243959" y="44217"/>
                  <a:pt x="247035" y="53722"/>
                  <a:pt x="247035" y="65748"/>
                </a:cubicBezTo>
                <a:moveTo>
                  <a:pt x="234248" y="65748"/>
                </a:moveTo>
                <a:cubicBezTo>
                  <a:pt x="234248" y="56224"/>
                  <a:pt x="232380" y="49146"/>
                  <a:pt x="228645" y="44516"/>
                </a:cubicBezTo>
                <a:cubicBezTo>
                  <a:pt x="224910" y="39886"/>
                  <a:pt x="219725" y="37570"/>
                  <a:pt x="213090" y="37570"/>
                </a:cubicBezTo>
                <a:cubicBezTo>
                  <a:pt x="206367" y="37570"/>
                  <a:pt x="201149" y="39886"/>
                  <a:pt x="197435" y="44516"/>
                </a:cubicBezTo>
                <a:cubicBezTo>
                  <a:pt x="193722" y="49146"/>
                  <a:pt x="191866" y="56224"/>
                  <a:pt x="191866" y="65748"/>
                </a:cubicBezTo>
                <a:cubicBezTo>
                  <a:pt x="191866" y="74965"/>
                  <a:pt x="193733" y="81955"/>
                  <a:pt x="197468" y="86717"/>
                </a:cubicBezTo>
                <a:cubicBezTo>
                  <a:pt x="201203" y="91479"/>
                  <a:pt x="206411" y="93860"/>
                  <a:pt x="213090" y="93860"/>
                </a:cubicBezTo>
                <a:cubicBezTo>
                  <a:pt x="219681" y="93860"/>
                  <a:pt x="224855" y="91501"/>
                  <a:pt x="228612" y="86783"/>
                </a:cubicBezTo>
                <a:cubicBezTo>
                  <a:pt x="232369" y="82064"/>
                  <a:pt x="234248" y="75053"/>
                  <a:pt x="234248" y="65748"/>
                </a:cubicBezTo>
                <a:close/>
                <a:moveTo>
                  <a:pt x="312153" y="42316"/>
                </a:moveTo>
                <a:lnTo>
                  <a:pt x="311493" y="42316"/>
                </a:lnTo>
                <a:cubicBezTo>
                  <a:pt x="309648" y="41900"/>
                  <a:pt x="307857" y="41599"/>
                  <a:pt x="306122" y="41412"/>
                </a:cubicBezTo>
                <a:cubicBezTo>
                  <a:pt x="304386" y="41224"/>
                  <a:pt x="302332" y="41130"/>
                  <a:pt x="299959" y="41130"/>
                </a:cubicBezTo>
                <a:cubicBezTo>
                  <a:pt x="296136" y="41130"/>
                  <a:pt x="292445" y="41977"/>
                  <a:pt x="288885" y="43671"/>
                </a:cubicBezTo>
                <a:cubicBezTo>
                  <a:pt x="285326" y="45365"/>
                  <a:pt x="281898" y="47553"/>
                  <a:pt x="278603" y="50236"/>
                </a:cubicBezTo>
                <a:lnTo>
                  <a:pt x="278603" y="102561"/>
                </a:lnTo>
                <a:lnTo>
                  <a:pt x="266211" y="102561"/>
                </a:lnTo>
                <a:lnTo>
                  <a:pt x="266211" y="28870"/>
                </a:lnTo>
                <a:lnTo>
                  <a:pt x="278603" y="28870"/>
                </a:lnTo>
                <a:lnTo>
                  <a:pt x="278603" y="39756"/>
                </a:lnTo>
                <a:cubicBezTo>
                  <a:pt x="283524" y="35797"/>
                  <a:pt x="287864" y="32993"/>
                  <a:pt x="291621" y="31344"/>
                </a:cubicBezTo>
                <a:cubicBezTo>
                  <a:pt x="295378" y="29694"/>
                  <a:pt x="299212" y="28870"/>
                  <a:pt x="303122" y="28870"/>
                </a:cubicBezTo>
                <a:cubicBezTo>
                  <a:pt x="305276" y="28870"/>
                  <a:pt x="306836" y="28925"/>
                  <a:pt x="307802" y="29035"/>
                </a:cubicBezTo>
                <a:cubicBezTo>
                  <a:pt x="308769" y="29143"/>
                  <a:pt x="310219" y="29351"/>
                  <a:pt x="312153" y="29657"/>
                </a:cubicBezTo>
                <a:lnTo>
                  <a:pt x="312153" y="42316"/>
                </a:lnTo>
                <a:close/>
                <a:moveTo>
                  <a:pt x="383542" y="102561"/>
                </a:moveTo>
                <a:lnTo>
                  <a:pt x="371150" y="102561"/>
                </a:lnTo>
                <a:lnTo>
                  <a:pt x="371150" y="94890"/>
                </a:lnTo>
                <a:cubicBezTo>
                  <a:pt x="367591" y="97974"/>
                  <a:pt x="363878" y="100375"/>
                  <a:pt x="360011" y="102093"/>
                </a:cubicBezTo>
                <a:cubicBezTo>
                  <a:pt x="356144" y="103811"/>
                  <a:pt x="351948" y="104670"/>
                  <a:pt x="347422" y="104670"/>
                </a:cubicBezTo>
                <a:cubicBezTo>
                  <a:pt x="338633" y="104670"/>
                  <a:pt x="331657" y="101278"/>
                  <a:pt x="326494" y="94495"/>
                </a:cubicBezTo>
                <a:cubicBezTo>
                  <a:pt x="321331" y="87710"/>
                  <a:pt x="318749" y="78304"/>
                  <a:pt x="318749" y="66278"/>
                </a:cubicBezTo>
                <a:cubicBezTo>
                  <a:pt x="318749" y="60021"/>
                  <a:pt x="319639" y="54448"/>
                  <a:pt x="321419" y="49558"/>
                </a:cubicBezTo>
                <a:cubicBezTo>
                  <a:pt x="323198" y="44668"/>
                  <a:pt x="325604" y="40506"/>
                  <a:pt x="328636" y="37070"/>
                </a:cubicBezTo>
                <a:cubicBezTo>
                  <a:pt x="331624" y="33722"/>
                  <a:pt x="335107" y="31167"/>
                  <a:pt x="339084" y="29405"/>
                </a:cubicBezTo>
                <a:cubicBezTo>
                  <a:pt x="343060" y="27642"/>
                  <a:pt x="347180" y="26761"/>
                  <a:pt x="351442" y="26761"/>
                </a:cubicBezTo>
                <a:cubicBezTo>
                  <a:pt x="355309" y="26761"/>
                  <a:pt x="358737" y="27169"/>
                  <a:pt x="361725" y="27984"/>
                </a:cubicBezTo>
                <a:cubicBezTo>
                  <a:pt x="364713" y="28798"/>
                  <a:pt x="367855" y="30065"/>
                  <a:pt x="371150" y="31782"/>
                </a:cubicBezTo>
                <a:lnTo>
                  <a:pt x="371150" y="0"/>
                </a:lnTo>
                <a:lnTo>
                  <a:pt x="383542" y="0"/>
                </a:lnTo>
                <a:lnTo>
                  <a:pt x="383542" y="102561"/>
                </a:lnTo>
                <a:moveTo>
                  <a:pt x="371150" y="84435"/>
                </a:moveTo>
                <a:lnTo>
                  <a:pt x="371150" y="42184"/>
                </a:lnTo>
                <a:cubicBezTo>
                  <a:pt x="367811" y="40690"/>
                  <a:pt x="364823" y="39658"/>
                  <a:pt x="362186" y="39086"/>
                </a:cubicBezTo>
                <a:cubicBezTo>
                  <a:pt x="359550" y="38515"/>
                  <a:pt x="356671" y="38230"/>
                  <a:pt x="353551" y="38230"/>
                </a:cubicBezTo>
                <a:cubicBezTo>
                  <a:pt x="346609" y="38230"/>
                  <a:pt x="341204" y="40646"/>
                  <a:pt x="337337" y="45480"/>
                </a:cubicBezTo>
                <a:cubicBezTo>
                  <a:pt x="333470" y="50314"/>
                  <a:pt x="331536" y="57169"/>
                  <a:pt x="331536" y="66045"/>
                </a:cubicBezTo>
                <a:cubicBezTo>
                  <a:pt x="331536" y="74789"/>
                  <a:pt x="333031" y="81436"/>
                  <a:pt x="336019" y="85984"/>
                </a:cubicBezTo>
                <a:cubicBezTo>
                  <a:pt x="339007" y="90532"/>
                  <a:pt x="343796" y="92806"/>
                  <a:pt x="350388" y="92806"/>
                </a:cubicBezTo>
                <a:cubicBezTo>
                  <a:pt x="353903" y="92806"/>
                  <a:pt x="357462" y="92026"/>
                  <a:pt x="361066" y="90466"/>
                </a:cubicBezTo>
                <a:cubicBezTo>
                  <a:pt x="364669" y="88906"/>
                  <a:pt x="368030" y="86895"/>
                  <a:pt x="371150" y="84435"/>
                </a:cubicBezTo>
                <a:close/>
                <a:moveTo>
                  <a:pt x="465136" y="102561"/>
                </a:moveTo>
                <a:lnTo>
                  <a:pt x="452810" y="102561"/>
                </a:lnTo>
                <a:lnTo>
                  <a:pt x="452810" y="94771"/>
                </a:lnTo>
                <a:cubicBezTo>
                  <a:pt x="451712" y="95519"/>
                  <a:pt x="450229" y="96564"/>
                  <a:pt x="448361" y="97906"/>
                </a:cubicBezTo>
                <a:cubicBezTo>
                  <a:pt x="446494" y="99247"/>
                  <a:pt x="444681" y="100314"/>
                  <a:pt x="442923" y="101106"/>
                </a:cubicBezTo>
                <a:cubicBezTo>
                  <a:pt x="440858" y="102119"/>
                  <a:pt x="438485" y="102965"/>
                  <a:pt x="435805" y="103646"/>
                </a:cubicBezTo>
                <a:cubicBezTo>
                  <a:pt x="433124" y="104329"/>
                  <a:pt x="429982" y="104670"/>
                  <a:pt x="426379" y="104670"/>
                </a:cubicBezTo>
                <a:cubicBezTo>
                  <a:pt x="419744" y="104670"/>
                  <a:pt x="414119" y="102470"/>
                  <a:pt x="409505" y="98070"/>
                </a:cubicBezTo>
                <a:cubicBezTo>
                  <a:pt x="404891" y="93671"/>
                  <a:pt x="402585" y="88060"/>
                  <a:pt x="402585" y="81240"/>
                </a:cubicBezTo>
                <a:cubicBezTo>
                  <a:pt x="402585" y="75652"/>
                  <a:pt x="403782" y="71132"/>
                  <a:pt x="406177" y="67678"/>
                </a:cubicBezTo>
                <a:cubicBezTo>
                  <a:pt x="408572" y="64223"/>
                  <a:pt x="411988" y="61506"/>
                  <a:pt x="416426" y="59528"/>
                </a:cubicBezTo>
                <a:cubicBezTo>
                  <a:pt x="420908" y="57548"/>
                  <a:pt x="426291" y="56205"/>
                  <a:pt x="432575" y="55501"/>
                </a:cubicBezTo>
                <a:cubicBezTo>
                  <a:pt x="438859" y="54796"/>
                  <a:pt x="445604" y="54268"/>
                  <a:pt x="452810" y="53917"/>
                </a:cubicBezTo>
                <a:lnTo>
                  <a:pt x="452810" y="51989"/>
                </a:lnTo>
                <a:cubicBezTo>
                  <a:pt x="452810" y="49153"/>
                  <a:pt x="452316" y="46805"/>
                  <a:pt x="451327" y="44944"/>
                </a:cubicBezTo>
                <a:cubicBezTo>
                  <a:pt x="450338" y="43084"/>
                  <a:pt x="448921" y="41621"/>
                  <a:pt x="447076" y="40557"/>
                </a:cubicBezTo>
                <a:cubicBezTo>
                  <a:pt x="445318" y="39538"/>
                  <a:pt x="443209" y="38852"/>
                  <a:pt x="440748" y="38497"/>
                </a:cubicBezTo>
                <a:cubicBezTo>
                  <a:pt x="438287" y="38143"/>
                  <a:pt x="435717" y="37966"/>
                  <a:pt x="433036" y="37966"/>
                </a:cubicBezTo>
                <a:cubicBezTo>
                  <a:pt x="429785" y="37966"/>
                  <a:pt x="426159" y="38406"/>
                  <a:pt x="422161" y="39286"/>
                </a:cubicBezTo>
                <a:cubicBezTo>
                  <a:pt x="418162" y="40165"/>
                  <a:pt x="414031" y="41439"/>
                  <a:pt x="409769" y="43107"/>
                </a:cubicBezTo>
                <a:lnTo>
                  <a:pt x="409110" y="43107"/>
                </a:lnTo>
                <a:lnTo>
                  <a:pt x="409110" y="30518"/>
                </a:lnTo>
                <a:cubicBezTo>
                  <a:pt x="411527" y="29859"/>
                  <a:pt x="415020" y="29134"/>
                  <a:pt x="419590" y="28343"/>
                </a:cubicBezTo>
                <a:cubicBezTo>
                  <a:pt x="424160" y="27552"/>
                  <a:pt x="428664" y="27156"/>
                  <a:pt x="433102" y="27156"/>
                </a:cubicBezTo>
                <a:cubicBezTo>
                  <a:pt x="438287" y="27156"/>
                  <a:pt x="442802" y="27585"/>
                  <a:pt x="446647" y="28441"/>
                </a:cubicBezTo>
                <a:cubicBezTo>
                  <a:pt x="450492" y="29298"/>
                  <a:pt x="453821" y="30759"/>
                  <a:pt x="456633" y="32825"/>
                </a:cubicBezTo>
                <a:cubicBezTo>
                  <a:pt x="459402" y="34846"/>
                  <a:pt x="461511" y="37461"/>
                  <a:pt x="462961" y="40668"/>
                </a:cubicBezTo>
                <a:cubicBezTo>
                  <a:pt x="464411" y="43876"/>
                  <a:pt x="465136" y="47853"/>
                  <a:pt x="465136" y="52599"/>
                </a:cubicBezTo>
                <a:lnTo>
                  <a:pt x="465136" y="102561"/>
                </a:lnTo>
                <a:moveTo>
                  <a:pt x="452810" y="84527"/>
                </a:moveTo>
                <a:lnTo>
                  <a:pt x="452810" y="63936"/>
                </a:lnTo>
                <a:cubicBezTo>
                  <a:pt x="449031" y="64157"/>
                  <a:pt x="444582" y="64488"/>
                  <a:pt x="439463" y="64931"/>
                </a:cubicBezTo>
                <a:cubicBezTo>
                  <a:pt x="434344" y="65371"/>
                  <a:pt x="430290" y="66011"/>
                  <a:pt x="427302" y="66848"/>
                </a:cubicBezTo>
                <a:cubicBezTo>
                  <a:pt x="423743" y="67864"/>
                  <a:pt x="420864" y="69443"/>
                  <a:pt x="418667" y="71584"/>
                </a:cubicBezTo>
                <a:cubicBezTo>
                  <a:pt x="416470" y="73724"/>
                  <a:pt x="415372" y="76671"/>
                  <a:pt x="415372" y="80422"/>
                </a:cubicBezTo>
                <a:cubicBezTo>
                  <a:pt x="415372" y="84660"/>
                  <a:pt x="416646" y="87849"/>
                  <a:pt x="419195" y="89990"/>
                </a:cubicBezTo>
                <a:cubicBezTo>
                  <a:pt x="421743" y="92131"/>
                  <a:pt x="425632" y="93201"/>
                  <a:pt x="430861" y="93201"/>
                </a:cubicBezTo>
                <a:cubicBezTo>
                  <a:pt x="435211" y="93201"/>
                  <a:pt x="439188" y="92352"/>
                  <a:pt x="442791" y="90653"/>
                </a:cubicBezTo>
                <a:cubicBezTo>
                  <a:pt x="446395" y="88953"/>
                  <a:pt x="449734" y="86911"/>
                  <a:pt x="452810" y="84527"/>
                </a:cubicBezTo>
                <a:close/>
                <a:moveTo>
                  <a:pt x="527228" y="101912"/>
                </a:moveTo>
                <a:cubicBezTo>
                  <a:pt x="524899" y="102524"/>
                  <a:pt x="522361" y="103027"/>
                  <a:pt x="519615" y="103420"/>
                </a:cubicBezTo>
                <a:cubicBezTo>
                  <a:pt x="516868" y="103814"/>
                  <a:pt x="514419" y="104011"/>
                  <a:pt x="512265" y="104011"/>
                </a:cubicBezTo>
                <a:cubicBezTo>
                  <a:pt x="504751" y="104011"/>
                  <a:pt x="499039" y="101987"/>
                  <a:pt x="495128" y="97941"/>
                </a:cubicBezTo>
                <a:cubicBezTo>
                  <a:pt x="491217" y="93894"/>
                  <a:pt x="489262" y="87405"/>
                  <a:pt x="489262" y="78476"/>
                </a:cubicBezTo>
                <a:lnTo>
                  <a:pt x="489262" y="39284"/>
                </a:lnTo>
                <a:lnTo>
                  <a:pt x="480891" y="39284"/>
                </a:lnTo>
                <a:lnTo>
                  <a:pt x="480891" y="28870"/>
                </a:lnTo>
                <a:lnTo>
                  <a:pt x="489262" y="28870"/>
                </a:lnTo>
                <a:lnTo>
                  <a:pt x="489262" y="7646"/>
                </a:lnTo>
                <a:lnTo>
                  <a:pt x="501653" y="7646"/>
                </a:lnTo>
                <a:lnTo>
                  <a:pt x="501653" y="28870"/>
                </a:lnTo>
                <a:lnTo>
                  <a:pt x="527228" y="28870"/>
                </a:lnTo>
                <a:lnTo>
                  <a:pt x="527228" y="39284"/>
                </a:lnTo>
                <a:lnTo>
                  <a:pt x="501653" y="39284"/>
                </a:lnTo>
                <a:lnTo>
                  <a:pt x="501653" y="72916"/>
                </a:lnTo>
                <a:cubicBezTo>
                  <a:pt x="501653" y="76793"/>
                  <a:pt x="501741" y="79821"/>
                  <a:pt x="501917" y="82002"/>
                </a:cubicBezTo>
                <a:cubicBezTo>
                  <a:pt x="502093" y="84183"/>
                  <a:pt x="502708" y="86220"/>
                  <a:pt x="503763" y="88113"/>
                </a:cubicBezTo>
                <a:cubicBezTo>
                  <a:pt x="504729" y="89875"/>
                  <a:pt x="506059" y="91164"/>
                  <a:pt x="507750" y="91980"/>
                </a:cubicBezTo>
                <a:cubicBezTo>
                  <a:pt x="509442" y="92794"/>
                  <a:pt x="512024" y="93201"/>
                  <a:pt x="515495" y="93201"/>
                </a:cubicBezTo>
                <a:cubicBezTo>
                  <a:pt x="517517" y="93201"/>
                  <a:pt x="519626" y="92904"/>
                  <a:pt x="521823" y="92311"/>
                </a:cubicBezTo>
                <a:cubicBezTo>
                  <a:pt x="524020" y="91718"/>
                  <a:pt x="525602" y="91224"/>
                  <a:pt x="526569" y="90828"/>
                </a:cubicBezTo>
                <a:lnTo>
                  <a:pt x="527228" y="90828"/>
                </a:lnTo>
                <a:lnTo>
                  <a:pt x="527228" y="101912"/>
                </a:lnTo>
                <a:close/>
                <a:moveTo>
                  <a:pt x="599397" y="102561"/>
                </a:moveTo>
                <a:lnTo>
                  <a:pt x="587071" y="102561"/>
                </a:lnTo>
                <a:lnTo>
                  <a:pt x="587071" y="94771"/>
                </a:lnTo>
                <a:cubicBezTo>
                  <a:pt x="585973" y="95519"/>
                  <a:pt x="584490" y="96564"/>
                  <a:pt x="582622" y="97906"/>
                </a:cubicBezTo>
                <a:cubicBezTo>
                  <a:pt x="580755" y="99247"/>
                  <a:pt x="578942" y="100314"/>
                  <a:pt x="577184" y="101106"/>
                </a:cubicBezTo>
                <a:cubicBezTo>
                  <a:pt x="575119" y="102119"/>
                  <a:pt x="572746" y="102965"/>
                  <a:pt x="570066" y="103646"/>
                </a:cubicBezTo>
                <a:cubicBezTo>
                  <a:pt x="567385" y="104329"/>
                  <a:pt x="564243" y="104670"/>
                  <a:pt x="560640" y="104670"/>
                </a:cubicBezTo>
                <a:cubicBezTo>
                  <a:pt x="554005" y="104670"/>
                  <a:pt x="548380" y="102470"/>
                  <a:pt x="543766" y="98070"/>
                </a:cubicBezTo>
                <a:cubicBezTo>
                  <a:pt x="539153" y="93671"/>
                  <a:pt x="536846" y="88060"/>
                  <a:pt x="536846" y="81240"/>
                </a:cubicBezTo>
                <a:cubicBezTo>
                  <a:pt x="536846" y="75652"/>
                  <a:pt x="538043" y="71132"/>
                  <a:pt x="540438" y="67678"/>
                </a:cubicBezTo>
                <a:cubicBezTo>
                  <a:pt x="542833" y="64223"/>
                  <a:pt x="546249" y="61506"/>
                  <a:pt x="550687" y="59528"/>
                </a:cubicBezTo>
                <a:cubicBezTo>
                  <a:pt x="555169" y="57548"/>
                  <a:pt x="560552" y="56205"/>
                  <a:pt x="566836" y="55501"/>
                </a:cubicBezTo>
                <a:cubicBezTo>
                  <a:pt x="573120" y="54796"/>
                  <a:pt x="579865" y="54268"/>
                  <a:pt x="587071" y="53917"/>
                </a:cubicBezTo>
                <a:lnTo>
                  <a:pt x="587071" y="51989"/>
                </a:lnTo>
                <a:cubicBezTo>
                  <a:pt x="587071" y="49153"/>
                  <a:pt x="586577" y="46805"/>
                  <a:pt x="585588" y="44944"/>
                </a:cubicBezTo>
                <a:cubicBezTo>
                  <a:pt x="584600" y="43084"/>
                  <a:pt x="583182" y="41621"/>
                  <a:pt x="581337" y="40557"/>
                </a:cubicBezTo>
                <a:cubicBezTo>
                  <a:pt x="579579" y="39538"/>
                  <a:pt x="577470" y="38852"/>
                  <a:pt x="575009" y="38497"/>
                </a:cubicBezTo>
                <a:cubicBezTo>
                  <a:pt x="572548" y="38143"/>
                  <a:pt x="569978" y="37966"/>
                  <a:pt x="567297" y="37966"/>
                </a:cubicBezTo>
                <a:cubicBezTo>
                  <a:pt x="564046" y="37966"/>
                  <a:pt x="560420" y="38406"/>
                  <a:pt x="556422" y="39286"/>
                </a:cubicBezTo>
                <a:cubicBezTo>
                  <a:pt x="552423" y="40165"/>
                  <a:pt x="548292" y="41439"/>
                  <a:pt x="544030" y="43107"/>
                </a:cubicBezTo>
                <a:lnTo>
                  <a:pt x="543371" y="43107"/>
                </a:lnTo>
                <a:lnTo>
                  <a:pt x="543371" y="30518"/>
                </a:lnTo>
                <a:cubicBezTo>
                  <a:pt x="545788" y="29859"/>
                  <a:pt x="549281" y="29134"/>
                  <a:pt x="553851" y="28343"/>
                </a:cubicBezTo>
                <a:cubicBezTo>
                  <a:pt x="558421" y="27552"/>
                  <a:pt x="562925" y="27156"/>
                  <a:pt x="567363" y="27156"/>
                </a:cubicBezTo>
                <a:cubicBezTo>
                  <a:pt x="572548" y="27156"/>
                  <a:pt x="577064" y="27585"/>
                  <a:pt x="580908" y="28441"/>
                </a:cubicBezTo>
                <a:cubicBezTo>
                  <a:pt x="584753" y="29298"/>
                  <a:pt x="588082" y="30759"/>
                  <a:pt x="590894" y="32825"/>
                </a:cubicBezTo>
                <a:cubicBezTo>
                  <a:pt x="593663" y="34846"/>
                  <a:pt x="595772" y="37461"/>
                  <a:pt x="597222" y="40668"/>
                </a:cubicBezTo>
                <a:cubicBezTo>
                  <a:pt x="598672" y="43876"/>
                  <a:pt x="599397" y="47853"/>
                  <a:pt x="599397" y="52599"/>
                </a:cubicBezTo>
                <a:lnTo>
                  <a:pt x="599397" y="102561"/>
                </a:lnTo>
                <a:moveTo>
                  <a:pt x="587071" y="84527"/>
                </a:moveTo>
                <a:lnTo>
                  <a:pt x="587071" y="63936"/>
                </a:lnTo>
                <a:cubicBezTo>
                  <a:pt x="583292" y="64157"/>
                  <a:pt x="578843" y="64488"/>
                  <a:pt x="573724" y="64931"/>
                </a:cubicBezTo>
                <a:cubicBezTo>
                  <a:pt x="568605" y="65371"/>
                  <a:pt x="564551" y="66011"/>
                  <a:pt x="561563" y="66848"/>
                </a:cubicBezTo>
                <a:cubicBezTo>
                  <a:pt x="558004" y="67864"/>
                  <a:pt x="555125" y="69443"/>
                  <a:pt x="552928" y="71584"/>
                </a:cubicBezTo>
                <a:cubicBezTo>
                  <a:pt x="550731" y="73724"/>
                  <a:pt x="549633" y="76671"/>
                  <a:pt x="549633" y="80422"/>
                </a:cubicBezTo>
                <a:cubicBezTo>
                  <a:pt x="549633" y="84660"/>
                  <a:pt x="550907" y="87849"/>
                  <a:pt x="553456" y="89990"/>
                </a:cubicBezTo>
                <a:cubicBezTo>
                  <a:pt x="556004" y="92131"/>
                  <a:pt x="559893" y="93201"/>
                  <a:pt x="565122" y="93201"/>
                </a:cubicBezTo>
                <a:cubicBezTo>
                  <a:pt x="569473" y="93201"/>
                  <a:pt x="573449" y="92352"/>
                  <a:pt x="577053" y="90653"/>
                </a:cubicBezTo>
                <a:cubicBezTo>
                  <a:pt x="580656" y="88953"/>
                  <a:pt x="583995" y="86911"/>
                  <a:pt x="587071" y="845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FAD8BC-02BE-442A-8345-1863472E4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96" y="2110835"/>
            <a:ext cx="607867" cy="997010"/>
          </a:xfrm>
          <a:custGeom xmlns:a="http://schemas.openxmlformats.org/drawingml/2006/main">
            <a:pathLst>
              <a:path w="607867" h="997010">
                <a:moveTo>
                  <a:pt x="0" y="0"/>
                </a:moveTo>
                <a:lnTo>
                  <a:pt x="607867" y="0"/>
                </a:lnTo>
                <a:lnTo>
                  <a:pt x="607867" y="997010"/>
                </a:lnTo>
                <a:lnTo>
                  <a:pt x="0" y="9970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916C0-FEBB-4B37-878D-F9EA20329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84297" y="2110838"/>
            <a:ext cx="607868" cy="997010"/>
          </a:xfrm>
          <a:custGeom xmlns:a="http://schemas.openxmlformats.org/drawingml/2006/main">
            <a:pathLst>
              <a:path w="607868" h="997010" fill="none">
                <a:moveTo>
                  <a:pt x="0" y="0"/>
                </a:moveTo>
                <a:lnTo>
                  <a:pt x="607868" y="0"/>
                </a:lnTo>
                <a:lnTo>
                  <a:pt x="607868" y="997010"/>
                </a:lnTo>
                <a:lnTo>
                  <a:pt x="0" y="997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" name="Text Mollusca">
            <a:extLst xmlns:a="http://schemas.openxmlformats.org/drawingml/2006/main">
              <a:ext uri="{FF2B5EF4-FFF2-40B4-BE49-F238E27FC236}">
                <a16:creationId xmlns:a16="http://schemas.microsoft.com/office/drawing/2014/main" id="{55DE7F14-910D-4F2D-9678-EEA6C7849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96" y="2159923"/>
            <a:ext cx="452401" cy="85771"/>
          </a:xfrm>
          <a:custGeom xmlns:a="http://schemas.openxmlformats.org/drawingml/2006/main">
            <a:pathLst>
              <a:path w="452401" h="85771">
                <a:moveTo>
                  <a:pt x="71620" y="84043"/>
                </a:moveTo>
                <a:lnTo>
                  <a:pt x="60926" y="84043"/>
                </a:lnTo>
                <a:lnTo>
                  <a:pt x="60926" y="14701"/>
                </a:lnTo>
                <a:lnTo>
                  <a:pt x="38565" y="61898"/>
                </a:lnTo>
                <a:lnTo>
                  <a:pt x="32191" y="61898"/>
                </a:lnTo>
                <a:lnTo>
                  <a:pt x="9992" y="14701"/>
                </a:lnTo>
                <a:lnTo>
                  <a:pt x="9992" y="84043"/>
                </a:lnTo>
                <a:lnTo>
                  <a:pt x="0" y="84043"/>
                </a:lnTo>
                <a:lnTo>
                  <a:pt x="0" y="3565"/>
                </a:lnTo>
                <a:lnTo>
                  <a:pt x="14583" y="3565"/>
                </a:lnTo>
                <a:lnTo>
                  <a:pt x="36026" y="48383"/>
                </a:lnTo>
                <a:lnTo>
                  <a:pt x="56767" y="3565"/>
                </a:lnTo>
                <a:lnTo>
                  <a:pt x="71620" y="3565"/>
                </a:lnTo>
                <a:lnTo>
                  <a:pt x="71620" y="84043"/>
                </a:lnTo>
                <a:close/>
                <a:moveTo>
                  <a:pt x="143837" y="53877"/>
                </a:moveTo>
                <a:cubicBezTo>
                  <a:pt x="143837" y="63732"/>
                  <a:pt x="141317" y="71511"/>
                  <a:pt x="136276" y="77215"/>
                </a:cubicBezTo>
                <a:cubicBezTo>
                  <a:pt x="131234" y="82919"/>
                  <a:pt x="124483" y="85771"/>
                  <a:pt x="116021" y="85771"/>
                </a:cubicBezTo>
                <a:cubicBezTo>
                  <a:pt x="107487" y="85771"/>
                  <a:pt x="100709" y="82919"/>
                  <a:pt x="95685" y="77215"/>
                </a:cubicBezTo>
                <a:cubicBezTo>
                  <a:pt x="90662" y="71511"/>
                  <a:pt x="88151" y="63732"/>
                  <a:pt x="88151" y="53877"/>
                </a:cubicBezTo>
                <a:cubicBezTo>
                  <a:pt x="88151" y="44022"/>
                  <a:pt x="90662" y="36234"/>
                  <a:pt x="95685" y="30512"/>
                </a:cubicBezTo>
                <a:cubicBezTo>
                  <a:pt x="100709" y="24790"/>
                  <a:pt x="107487" y="21929"/>
                  <a:pt x="116021" y="21929"/>
                </a:cubicBezTo>
                <a:cubicBezTo>
                  <a:pt x="124483" y="21929"/>
                  <a:pt x="131234" y="24790"/>
                  <a:pt x="136276" y="30512"/>
                </a:cubicBezTo>
                <a:cubicBezTo>
                  <a:pt x="141317" y="36234"/>
                  <a:pt x="143837" y="44022"/>
                  <a:pt x="143837" y="53877"/>
                </a:cubicBezTo>
                <a:moveTo>
                  <a:pt x="133359" y="53877"/>
                </a:moveTo>
                <a:cubicBezTo>
                  <a:pt x="133359" y="46072"/>
                  <a:pt x="131829" y="40273"/>
                  <a:pt x="128768" y="36478"/>
                </a:cubicBezTo>
                <a:cubicBezTo>
                  <a:pt x="125707" y="32684"/>
                  <a:pt x="121458" y="30787"/>
                  <a:pt x="116021" y="30787"/>
                </a:cubicBezTo>
                <a:cubicBezTo>
                  <a:pt x="110512" y="30787"/>
                  <a:pt x="106236" y="32684"/>
                  <a:pt x="103193" y="36478"/>
                </a:cubicBezTo>
                <a:cubicBezTo>
                  <a:pt x="100150" y="40273"/>
                  <a:pt x="98629" y="46072"/>
                  <a:pt x="98629" y="53877"/>
                </a:cubicBezTo>
                <a:cubicBezTo>
                  <a:pt x="98629" y="61430"/>
                  <a:pt x="100159" y="67157"/>
                  <a:pt x="103220" y="71060"/>
                </a:cubicBezTo>
                <a:cubicBezTo>
                  <a:pt x="106281" y="74962"/>
                  <a:pt x="110548" y="76913"/>
                  <a:pt x="116021" y="76913"/>
                </a:cubicBezTo>
                <a:cubicBezTo>
                  <a:pt x="121422" y="76913"/>
                  <a:pt x="125662" y="74980"/>
                  <a:pt x="128741" y="71114"/>
                </a:cubicBezTo>
                <a:cubicBezTo>
                  <a:pt x="131820" y="67247"/>
                  <a:pt x="133359" y="61502"/>
                  <a:pt x="133359" y="53877"/>
                </a:cubicBezTo>
                <a:close/>
                <a:moveTo>
                  <a:pt x="169814" y="84043"/>
                </a:moveTo>
                <a:lnTo>
                  <a:pt x="159659" y="84043"/>
                </a:lnTo>
                <a:lnTo>
                  <a:pt x="159659" y="0"/>
                </a:lnTo>
                <a:lnTo>
                  <a:pt x="169814" y="0"/>
                </a:lnTo>
                <a:lnTo>
                  <a:pt x="169814" y="84043"/>
                </a:lnTo>
                <a:close/>
                <a:moveTo>
                  <a:pt x="200167" y="84043"/>
                </a:moveTo>
                <a:lnTo>
                  <a:pt x="190012" y="84043"/>
                </a:lnTo>
                <a:lnTo>
                  <a:pt x="190012" y="0"/>
                </a:lnTo>
                <a:lnTo>
                  <a:pt x="200167" y="0"/>
                </a:lnTo>
                <a:lnTo>
                  <a:pt x="200167" y="84043"/>
                </a:lnTo>
                <a:close/>
                <a:moveTo>
                  <a:pt x="270273" y="84043"/>
                </a:moveTo>
                <a:lnTo>
                  <a:pt x="260118" y="84043"/>
                </a:lnTo>
                <a:lnTo>
                  <a:pt x="260118" y="77384"/>
                </a:lnTo>
                <a:cubicBezTo>
                  <a:pt x="256698" y="80089"/>
                  <a:pt x="253421" y="82164"/>
                  <a:pt x="250288" y="83607"/>
                </a:cubicBezTo>
                <a:cubicBezTo>
                  <a:pt x="247155" y="85050"/>
                  <a:pt x="243699" y="85771"/>
                  <a:pt x="239918" y="85771"/>
                </a:cubicBezTo>
                <a:cubicBezTo>
                  <a:pt x="233580" y="85771"/>
                  <a:pt x="228647" y="83832"/>
                  <a:pt x="225119" y="79955"/>
                </a:cubicBezTo>
                <a:cubicBezTo>
                  <a:pt x="221590" y="76077"/>
                  <a:pt x="219825" y="70387"/>
                  <a:pt x="219825" y="62884"/>
                </a:cubicBezTo>
                <a:lnTo>
                  <a:pt x="219825" y="23657"/>
                </a:lnTo>
                <a:lnTo>
                  <a:pt x="229980" y="23657"/>
                </a:lnTo>
                <a:lnTo>
                  <a:pt x="229980" y="58044"/>
                </a:lnTo>
                <a:cubicBezTo>
                  <a:pt x="229980" y="61108"/>
                  <a:pt x="230124" y="63731"/>
                  <a:pt x="230412" y="65912"/>
                </a:cubicBezTo>
                <a:cubicBezTo>
                  <a:pt x="230700" y="68092"/>
                  <a:pt x="231312" y="69957"/>
                  <a:pt x="232248" y="71507"/>
                </a:cubicBezTo>
                <a:cubicBezTo>
                  <a:pt x="233220" y="73094"/>
                  <a:pt x="234481" y="74247"/>
                  <a:pt x="236029" y="74969"/>
                </a:cubicBezTo>
                <a:cubicBezTo>
                  <a:pt x="237577" y="75689"/>
                  <a:pt x="239828" y="76049"/>
                  <a:pt x="242780" y="76049"/>
                </a:cubicBezTo>
                <a:cubicBezTo>
                  <a:pt x="245409" y="76049"/>
                  <a:pt x="248281" y="75364"/>
                  <a:pt x="251395" y="73995"/>
                </a:cubicBezTo>
                <a:cubicBezTo>
                  <a:pt x="254510" y="72624"/>
                  <a:pt x="257418" y="70876"/>
                  <a:pt x="260118" y="68751"/>
                </a:cubicBezTo>
                <a:lnTo>
                  <a:pt x="260118" y="23657"/>
                </a:lnTo>
                <a:lnTo>
                  <a:pt x="270273" y="23657"/>
                </a:lnTo>
                <a:lnTo>
                  <a:pt x="270273" y="84043"/>
                </a:lnTo>
                <a:close/>
                <a:moveTo>
                  <a:pt x="333358" y="66614"/>
                </a:moveTo>
                <a:cubicBezTo>
                  <a:pt x="333358" y="72118"/>
                  <a:pt x="331080" y="76634"/>
                  <a:pt x="326525" y="80159"/>
                </a:cubicBezTo>
                <a:cubicBezTo>
                  <a:pt x="321970" y="83684"/>
                  <a:pt x="315750" y="85447"/>
                  <a:pt x="307864" y="85447"/>
                </a:cubicBezTo>
                <a:cubicBezTo>
                  <a:pt x="303399" y="85447"/>
                  <a:pt x="299303" y="84914"/>
                  <a:pt x="295576" y="83849"/>
                </a:cubicBezTo>
                <a:cubicBezTo>
                  <a:pt x="291849" y="82783"/>
                  <a:pt x="288726" y="81618"/>
                  <a:pt x="286205" y="80353"/>
                </a:cubicBezTo>
                <a:lnTo>
                  <a:pt x="286205" y="68919"/>
                </a:lnTo>
                <a:lnTo>
                  <a:pt x="286745" y="68919"/>
                </a:lnTo>
                <a:cubicBezTo>
                  <a:pt x="289950" y="71365"/>
                  <a:pt x="293515" y="73308"/>
                  <a:pt x="297440" y="74751"/>
                </a:cubicBezTo>
                <a:cubicBezTo>
                  <a:pt x="301364" y="76192"/>
                  <a:pt x="305127" y="76913"/>
                  <a:pt x="308728" y="76913"/>
                </a:cubicBezTo>
                <a:cubicBezTo>
                  <a:pt x="313193" y="76913"/>
                  <a:pt x="316686" y="76190"/>
                  <a:pt x="319206" y="74744"/>
                </a:cubicBezTo>
                <a:cubicBezTo>
                  <a:pt x="321727" y="73297"/>
                  <a:pt x="322987" y="71019"/>
                  <a:pt x="322987" y="67908"/>
                </a:cubicBezTo>
                <a:cubicBezTo>
                  <a:pt x="322987" y="65534"/>
                  <a:pt x="322303" y="63735"/>
                  <a:pt x="320935" y="62512"/>
                </a:cubicBezTo>
                <a:cubicBezTo>
                  <a:pt x="319566" y="61289"/>
                  <a:pt x="316938" y="60245"/>
                  <a:pt x="313049" y="59381"/>
                </a:cubicBezTo>
                <a:cubicBezTo>
                  <a:pt x="311609" y="59058"/>
                  <a:pt x="309727" y="58681"/>
                  <a:pt x="307405" y="58249"/>
                </a:cubicBezTo>
                <a:cubicBezTo>
                  <a:pt x="305082" y="57817"/>
                  <a:pt x="302967" y="57349"/>
                  <a:pt x="301058" y="56846"/>
                </a:cubicBezTo>
                <a:cubicBezTo>
                  <a:pt x="295765" y="55443"/>
                  <a:pt x="292011" y="53383"/>
                  <a:pt x="289797" y="50667"/>
                </a:cubicBezTo>
                <a:cubicBezTo>
                  <a:pt x="287582" y="47950"/>
                  <a:pt x="286475" y="44613"/>
                  <a:pt x="286475" y="40656"/>
                </a:cubicBezTo>
                <a:cubicBezTo>
                  <a:pt x="286475" y="38174"/>
                  <a:pt x="286988" y="35835"/>
                  <a:pt x="288014" y="33641"/>
                </a:cubicBezTo>
                <a:cubicBezTo>
                  <a:pt x="289041" y="31446"/>
                  <a:pt x="290598" y="29484"/>
                  <a:pt x="292686" y="27757"/>
                </a:cubicBezTo>
                <a:cubicBezTo>
                  <a:pt x="294703" y="26067"/>
                  <a:pt x="297268" y="24727"/>
                  <a:pt x="300383" y="23738"/>
                </a:cubicBezTo>
                <a:cubicBezTo>
                  <a:pt x="303498" y="22748"/>
                  <a:pt x="306982" y="22253"/>
                  <a:pt x="310835" y="22253"/>
                </a:cubicBezTo>
                <a:cubicBezTo>
                  <a:pt x="314435" y="22253"/>
                  <a:pt x="318081" y="22692"/>
                  <a:pt x="321772" y="23571"/>
                </a:cubicBezTo>
                <a:cubicBezTo>
                  <a:pt x="325463" y="24450"/>
                  <a:pt x="328532" y="25518"/>
                  <a:pt x="330981" y="26775"/>
                </a:cubicBezTo>
                <a:lnTo>
                  <a:pt x="330981" y="37592"/>
                </a:lnTo>
                <a:lnTo>
                  <a:pt x="330441" y="37592"/>
                </a:lnTo>
                <a:cubicBezTo>
                  <a:pt x="327848" y="35684"/>
                  <a:pt x="324698" y="34073"/>
                  <a:pt x="320989" y="32758"/>
                </a:cubicBezTo>
                <a:cubicBezTo>
                  <a:pt x="317280" y="31444"/>
                  <a:pt x="313643" y="30787"/>
                  <a:pt x="310078" y="30787"/>
                </a:cubicBezTo>
                <a:cubicBezTo>
                  <a:pt x="306370" y="30787"/>
                  <a:pt x="303237" y="31501"/>
                  <a:pt x="300680" y="32930"/>
                </a:cubicBezTo>
                <a:cubicBezTo>
                  <a:pt x="298124" y="34360"/>
                  <a:pt x="296845" y="36485"/>
                  <a:pt x="296845" y="39306"/>
                </a:cubicBezTo>
                <a:cubicBezTo>
                  <a:pt x="296845" y="41788"/>
                  <a:pt x="297620" y="43659"/>
                  <a:pt x="299168" y="44918"/>
                </a:cubicBezTo>
                <a:cubicBezTo>
                  <a:pt x="300680" y="46177"/>
                  <a:pt x="303129" y="47203"/>
                  <a:pt x="306514" y="47995"/>
                </a:cubicBezTo>
                <a:cubicBezTo>
                  <a:pt x="308386" y="48427"/>
                  <a:pt x="310483" y="48859"/>
                  <a:pt x="312806" y="49291"/>
                </a:cubicBezTo>
                <a:cubicBezTo>
                  <a:pt x="315128" y="49722"/>
                  <a:pt x="317064" y="50118"/>
                  <a:pt x="318612" y="50478"/>
                </a:cubicBezTo>
                <a:cubicBezTo>
                  <a:pt x="323329" y="51557"/>
                  <a:pt x="326966" y="53409"/>
                  <a:pt x="329523" y="56036"/>
                </a:cubicBezTo>
                <a:cubicBezTo>
                  <a:pt x="332079" y="58698"/>
                  <a:pt x="333358" y="62224"/>
                  <a:pt x="333358" y="66614"/>
                </a:cubicBezTo>
                <a:close/>
                <a:moveTo>
                  <a:pt x="392501" y="80316"/>
                </a:moveTo>
                <a:cubicBezTo>
                  <a:pt x="389116" y="81936"/>
                  <a:pt x="385903" y="83197"/>
                  <a:pt x="382860" y="84097"/>
                </a:cubicBezTo>
                <a:cubicBezTo>
                  <a:pt x="379817" y="84997"/>
                  <a:pt x="376586" y="85447"/>
                  <a:pt x="373165" y="85447"/>
                </a:cubicBezTo>
                <a:cubicBezTo>
                  <a:pt x="368808" y="85447"/>
                  <a:pt x="364811" y="84807"/>
                  <a:pt x="361174" y="83526"/>
                </a:cubicBezTo>
                <a:cubicBezTo>
                  <a:pt x="357537" y="82246"/>
                  <a:pt x="354423" y="80307"/>
                  <a:pt x="351830" y="77710"/>
                </a:cubicBezTo>
                <a:cubicBezTo>
                  <a:pt x="349201" y="75113"/>
                  <a:pt x="347167" y="71830"/>
                  <a:pt x="345727" y="67863"/>
                </a:cubicBezTo>
                <a:cubicBezTo>
                  <a:pt x="344286" y="63895"/>
                  <a:pt x="343566" y="59260"/>
                  <a:pt x="343566" y="53958"/>
                </a:cubicBezTo>
                <a:cubicBezTo>
                  <a:pt x="343566" y="44075"/>
                  <a:pt x="346276" y="36320"/>
                  <a:pt x="351695" y="30694"/>
                </a:cubicBezTo>
                <a:cubicBezTo>
                  <a:pt x="357114" y="25067"/>
                  <a:pt x="364271" y="22253"/>
                  <a:pt x="373165" y="22253"/>
                </a:cubicBezTo>
                <a:cubicBezTo>
                  <a:pt x="376622" y="22253"/>
                  <a:pt x="380015" y="22739"/>
                  <a:pt x="383346" y="23711"/>
                </a:cubicBezTo>
                <a:cubicBezTo>
                  <a:pt x="386677" y="24684"/>
                  <a:pt x="389728" y="25872"/>
                  <a:pt x="392501" y="27276"/>
                </a:cubicBezTo>
                <a:lnTo>
                  <a:pt x="392501" y="38565"/>
                </a:lnTo>
                <a:lnTo>
                  <a:pt x="391961" y="38565"/>
                </a:lnTo>
                <a:cubicBezTo>
                  <a:pt x="388864" y="36169"/>
                  <a:pt x="385669" y="34328"/>
                  <a:pt x="382374" y="33042"/>
                </a:cubicBezTo>
                <a:cubicBezTo>
                  <a:pt x="379079" y="31755"/>
                  <a:pt x="375865" y="31111"/>
                  <a:pt x="372733" y="31111"/>
                </a:cubicBezTo>
                <a:cubicBezTo>
                  <a:pt x="366971" y="31111"/>
                  <a:pt x="362425" y="33046"/>
                  <a:pt x="359095" y="36917"/>
                </a:cubicBezTo>
                <a:cubicBezTo>
                  <a:pt x="355764" y="40788"/>
                  <a:pt x="354099" y="46468"/>
                  <a:pt x="354099" y="53958"/>
                </a:cubicBezTo>
                <a:cubicBezTo>
                  <a:pt x="354099" y="61232"/>
                  <a:pt x="355728" y="66822"/>
                  <a:pt x="358987" y="70729"/>
                </a:cubicBezTo>
                <a:cubicBezTo>
                  <a:pt x="362245" y="74636"/>
                  <a:pt x="366827" y="76589"/>
                  <a:pt x="372733" y="76589"/>
                </a:cubicBezTo>
                <a:cubicBezTo>
                  <a:pt x="374785" y="76589"/>
                  <a:pt x="376874" y="76321"/>
                  <a:pt x="378998" y="75786"/>
                </a:cubicBezTo>
                <a:cubicBezTo>
                  <a:pt x="381123" y="75249"/>
                  <a:pt x="383031" y="74551"/>
                  <a:pt x="384723" y="73693"/>
                </a:cubicBezTo>
                <a:cubicBezTo>
                  <a:pt x="386200" y="72942"/>
                  <a:pt x="387586" y="72147"/>
                  <a:pt x="388882" y="71308"/>
                </a:cubicBezTo>
                <a:cubicBezTo>
                  <a:pt x="390179" y="70467"/>
                  <a:pt x="391205" y="69743"/>
                  <a:pt x="391961" y="69135"/>
                </a:cubicBezTo>
                <a:lnTo>
                  <a:pt x="392501" y="69135"/>
                </a:lnTo>
                <a:lnTo>
                  <a:pt x="392501" y="80316"/>
                </a:lnTo>
                <a:close/>
                <a:moveTo>
                  <a:pt x="452401" y="84043"/>
                </a:moveTo>
                <a:lnTo>
                  <a:pt x="442301" y="84043"/>
                </a:lnTo>
                <a:lnTo>
                  <a:pt x="442301" y="77659"/>
                </a:lnTo>
                <a:cubicBezTo>
                  <a:pt x="441400" y="78272"/>
                  <a:pt x="440185" y="79129"/>
                  <a:pt x="438655" y="80228"/>
                </a:cubicBezTo>
                <a:cubicBezTo>
                  <a:pt x="437124" y="81328"/>
                  <a:pt x="435639" y="82202"/>
                  <a:pt x="434199" y="82851"/>
                </a:cubicBezTo>
                <a:cubicBezTo>
                  <a:pt x="432506" y="83680"/>
                  <a:pt x="430562" y="84374"/>
                  <a:pt x="428365" y="84932"/>
                </a:cubicBezTo>
                <a:cubicBezTo>
                  <a:pt x="426169" y="85492"/>
                  <a:pt x="423594" y="85771"/>
                  <a:pt x="420642" y="85771"/>
                </a:cubicBezTo>
                <a:cubicBezTo>
                  <a:pt x="415204" y="85771"/>
                  <a:pt x="410595" y="83968"/>
                  <a:pt x="406815" y="80363"/>
                </a:cubicBezTo>
                <a:cubicBezTo>
                  <a:pt x="403034" y="76758"/>
                  <a:pt x="401143" y="72161"/>
                  <a:pt x="401143" y="66572"/>
                </a:cubicBezTo>
                <a:cubicBezTo>
                  <a:pt x="401143" y="61993"/>
                  <a:pt x="402125" y="58289"/>
                  <a:pt x="404087" y="55459"/>
                </a:cubicBezTo>
                <a:cubicBezTo>
                  <a:pt x="406049" y="52627"/>
                  <a:pt x="408849" y="50401"/>
                  <a:pt x="412486" y="48780"/>
                </a:cubicBezTo>
                <a:cubicBezTo>
                  <a:pt x="416159" y="47157"/>
                  <a:pt x="420570" y="46057"/>
                  <a:pt x="425719" y="45480"/>
                </a:cubicBezTo>
                <a:cubicBezTo>
                  <a:pt x="430868" y="44903"/>
                  <a:pt x="436395" y="44470"/>
                  <a:pt x="442301" y="44182"/>
                </a:cubicBezTo>
                <a:lnTo>
                  <a:pt x="442301" y="42602"/>
                </a:lnTo>
                <a:cubicBezTo>
                  <a:pt x="442301" y="40278"/>
                  <a:pt x="441895" y="38354"/>
                  <a:pt x="441085" y="36829"/>
                </a:cubicBezTo>
                <a:cubicBezTo>
                  <a:pt x="440275" y="35305"/>
                  <a:pt x="439114" y="34106"/>
                  <a:pt x="437601" y="33234"/>
                </a:cubicBezTo>
                <a:cubicBezTo>
                  <a:pt x="436161" y="32399"/>
                  <a:pt x="434433" y="31837"/>
                  <a:pt x="432416" y="31546"/>
                </a:cubicBezTo>
                <a:cubicBezTo>
                  <a:pt x="430400" y="31256"/>
                  <a:pt x="428293" y="31111"/>
                  <a:pt x="426097" y="31111"/>
                </a:cubicBezTo>
                <a:cubicBezTo>
                  <a:pt x="423432" y="31111"/>
                  <a:pt x="420462" y="31472"/>
                  <a:pt x="417185" y="32193"/>
                </a:cubicBezTo>
                <a:cubicBezTo>
                  <a:pt x="413908" y="32913"/>
                  <a:pt x="410523" y="33957"/>
                  <a:pt x="407031" y="35324"/>
                </a:cubicBezTo>
                <a:lnTo>
                  <a:pt x="406491" y="35324"/>
                </a:lnTo>
                <a:lnTo>
                  <a:pt x="406491" y="25008"/>
                </a:lnTo>
                <a:cubicBezTo>
                  <a:pt x="408471" y="24467"/>
                  <a:pt x="411334" y="23873"/>
                  <a:pt x="415078" y="23225"/>
                </a:cubicBezTo>
                <a:cubicBezTo>
                  <a:pt x="418823" y="22577"/>
                  <a:pt x="422514" y="22253"/>
                  <a:pt x="426151" y="22253"/>
                </a:cubicBezTo>
                <a:cubicBezTo>
                  <a:pt x="430400" y="22253"/>
                  <a:pt x="434100" y="22604"/>
                  <a:pt x="437250" y="23306"/>
                </a:cubicBezTo>
                <a:cubicBezTo>
                  <a:pt x="440401" y="24008"/>
                  <a:pt x="443129" y="25206"/>
                  <a:pt x="445433" y="26898"/>
                </a:cubicBezTo>
                <a:cubicBezTo>
                  <a:pt x="447702" y="28554"/>
                  <a:pt x="449430" y="30697"/>
                  <a:pt x="450618" y="33325"/>
                </a:cubicBezTo>
                <a:cubicBezTo>
                  <a:pt x="451807" y="35954"/>
                  <a:pt x="452401" y="39213"/>
                  <a:pt x="452401" y="43102"/>
                </a:cubicBezTo>
                <a:lnTo>
                  <a:pt x="452401" y="84043"/>
                </a:lnTo>
                <a:moveTo>
                  <a:pt x="442301" y="69265"/>
                </a:moveTo>
                <a:lnTo>
                  <a:pt x="442301" y="52392"/>
                </a:lnTo>
                <a:cubicBezTo>
                  <a:pt x="439204" y="52573"/>
                  <a:pt x="435558" y="52845"/>
                  <a:pt x="431363" y="53207"/>
                </a:cubicBezTo>
                <a:cubicBezTo>
                  <a:pt x="427168" y="53568"/>
                  <a:pt x="423846" y="54092"/>
                  <a:pt x="421398" y="54778"/>
                </a:cubicBezTo>
                <a:cubicBezTo>
                  <a:pt x="418481" y="55611"/>
                  <a:pt x="416123" y="56905"/>
                  <a:pt x="414322" y="58659"/>
                </a:cubicBezTo>
                <a:cubicBezTo>
                  <a:pt x="412522" y="60413"/>
                  <a:pt x="411622" y="62827"/>
                  <a:pt x="411622" y="65901"/>
                </a:cubicBezTo>
                <a:cubicBezTo>
                  <a:pt x="411622" y="69374"/>
                  <a:pt x="412666" y="71987"/>
                  <a:pt x="414754" y="73742"/>
                </a:cubicBezTo>
                <a:cubicBezTo>
                  <a:pt x="416843" y="75496"/>
                  <a:pt x="420030" y="76373"/>
                  <a:pt x="424315" y="76373"/>
                </a:cubicBezTo>
                <a:cubicBezTo>
                  <a:pt x="427879" y="76373"/>
                  <a:pt x="431138" y="75677"/>
                  <a:pt x="434091" y="74285"/>
                </a:cubicBezTo>
                <a:cubicBezTo>
                  <a:pt x="437043" y="72892"/>
                  <a:pt x="439780" y="71219"/>
                  <a:pt x="442301" y="6926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66642-0553-4F6D-ABDE-93A527D17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664" y="2110835"/>
            <a:ext cx="496031" cy="997010"/>
          </a:xfrm>
          <a:custGeom xmlns:a="http://schemas.openxmlformats.org/drawingml/2006/main">
            <a:pathLst>
              <a:path w="496031" h="997010">
                <a:moveTo>
                  <a:pt x="0" y="0"/>
                </a:moveTo>
                <a:lnTo>
                  <a:pt x="496031" y="0"/>
                </a:lnTo>
                <a:lnTo>
                  <a:pt x="496031" y="997010"/>
                </a:lnTo>
                <a:lnTo>
                  <a:pt x="0" y="9970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B61018-08F6-4D05-BBCA-6492A6E85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663" y="2110838"/>
            <a:ext cx="496031" cy="997010"/>
          </a:xfrm>
          <a:custGeom xmlns:a="http://schemas.openxmlformats.org/drawingml/2006/main">
            <a:pathLst>
              <a:path w="496031" h="997010" fill="none">
                <a:moveTo>
                  <a:pt x="0" y="0"/>
                </a:moveTo>
                <a:lnTo>
                  <a:pt x="496031" y="0"/>
                </a:lnTo>
                <a:lnTo>
                  <a:pt x="496031" y="997010"/>
                </a:lnTo>
                <a:lnTo>
                  <a:pt x="0" y="9970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7" name="Text Basidiomycota">
            <a:extLst xmlns:a="http://schemas.openxmlformats.org/drawingml/2006/main">
              <a:ext uri="{FF2B5EF4-FFF2-40B4-BE49-F238E27FC236}">
                <a16:creationId xmlns:a16="http://schemas.microsoft.com/office/drawing/2014/main" id="{86A080D6-3A2E-403A-BAF9-659C30FCB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6999" y="2145309"/>
            <a:ext cx="351404" cy="47635"/>
          </a:xfrm>
          <a:custGeom xmlns:a="http://schemas.openxmlformats.org/drawingml/2006/main">
            <a:pathLst>
              <a:path w="351404" h="47635">
                <a:moveTo>
                  <a:pt x="27182" y="26580"/>
                </a:moveTo>
                <a:cubicBezTo>
                  <a:pt x="27182" y="28370"/>
                  <a:pt x="26843" y="29951"/>
                  <a:pt x="26165" y="31322"/>
                </a:cubicBezTo>
                <a:cubicBezTo>
                  <a:pt x="25488" y="32694"/>
                  <a:pt x="24576" y="33823"/>
                  <a:pt x="23430" y="34710"/>
                </a:cubicBezTo>
                <a:cubicBezTo>
                  <a:pt x="22075" y="35775"/>
                  <a:pt x="20586" y="36533"/>
                  <a:pt x="18964" y="36985"/>
                </a:cubicBezTo>
                <a:cubicBezTo>
                  <a:pt x="17343" y="37437"/>
                  <a:pt x="15281" y="37663"/>
                  <a:pt x="12780" y="37663"/>
                </a:cubicBezTo>
                <a:lnTo>
                  <a:pt x="0" y="37663"/>
                </a:lnTo>
                <a:lnTo>
                  <a:pt x="0" y="1598"/>
                </a:lnTo>
                <a:lnTo>
                  <a:pt x="10674" y="1598"/>
                </a:lnTo>
                <a:cubicBezTo>
                  <a:pt x="13305" y="1598"/>
                  <a:pt x="15273" y="1695"/>
                  <a:pt x="16580" y="1889"/>
                </a:cubicBezTo>
                <a:cubicBezTo>
                  <a:pt x="17887" y="2082"/>
                  <a:pt x="19138" y="2486"/>
                  <a:pt x="20332" y="3100"/>
                </a:cubicBezTo>
                <a:cubicBezTo>
                  <a:pt x="21655" y="3795"/>
                  <a:pt x="22615" y="4688"/>
                  <a:pt x="23212" y="5780"/>
                </a:cubicBezTo>
                <a:cubicBezTo>
                  <a:pt x="23809" y="6870"/>
                  <a:pt x="24108" y="8175"/>
                  <a:pt x="24108" y="9695"/>
                </a:cubicBezTo>
                <a:cubicBezTo>
                  <a:pt x="24108" y="11408"/>
                  <a:pt x="23672" y="12866"/>
                  <a:pt x="22801" y="14071"/>
                </a:cubicBezTo>
                <a:cubicBezTo>
                  <a:pt x="21929" y="15275"/>
                  <a:pt x="20768" y="16242"/>
                  <a:pt x="19315" y="16973"/>
                </a:cubicBezTo>
                <a:lnTo>
                  <a:pt x="19315" y="17166"/>
                </a:lnTo>
                <a:cubicBezTo>
                  <a:pt x="21752" y="17667"/>
                  <a:pt x="23672" y="18735"/>
                  <a:pt x="25076" y="20373"/>
                </a:cubicBezTo>
                <a:cubicBezTo>
                  <a:pt x="26480" y="22010"/>
                  <a:pt x="27182" y="24079"/>
                  <a:pt x="27182" y="26580"/>
                </a:cubicBezTo>
                <a:moveTo>
                  <a:pt x="19122" y="10363"/>
                </a:moveTo>
                <a:cubicBezTo>
                  <a:pt x="19122" y="9495"/>
                  <a:pt x="18977" y="8765"/>
                  <a:pt x="18686" y="8171"/>
                </a:cubicBezTo>
                <a:cubicBezTo>
                  <a:pt x="18396" y="7576"/>
                  <a:pt x="17928" y="7094"/>
                  <a:pt x="17282" y="6724"/>
                </a:cubicBezTo>
                <a:cubicBezTo>
                  <a:pt x="16524" y="6291"/>
                  <a:pt x="15604" y="6022"/>
                  <a:pt x="14523" y="5917"/>
                </a:cubicBezTo>
                <a:cubicBezTo>
                  <a:pt x="13442" y="5813"/>
                  <a:pt x="12102" y="5761"/>
                  <a:pt x="10505" y="5761"/>
                </a:cubicBezTo>
                <a:lnTo>
                  <a:pt x="4793" y="5761"/>
                </a:lnTo>
                <a:lnTo>
                  <a:pt x="4793" y="16120"/>
                </a:lnTo>
                <a:lnTo>
                  <a:pt x="10989" y="16120"/>
                </a:lnTo>
                <a:cubicBezTo>
                  <a:pt x="12490" y="16120"/>
                  <a:pt x="13684" y="16044"/>
                  <a:pt x="14571" y="15892"/>
                </a:cubicBezTo>
                <a:cubicBezTo>
                  <a:pt x="15459" y="15739"/>
                  <a:pt x="16282" y="15422"/>
                  <a:pt x="17040" y="14940"/>
                </a:cubicBezTo>
                <a:cubicBezTo>
                  <a:pt x="17799" y="14458"/>
                  <a:pt x="18335" y="13836"/>
                  <a:pt x="18650" y="13073"/>
                </a:cubicBezTo>
                <a:cubicBezTo>
                  <a:pt x="18964" y="12310"/>
                  <a:pt x="19122" y="11406"/>
                  <a:pt x="19122" y="10363"/>
                </a:cubicBezTo>
                <a:moveTo>
                  <a:pt x="22196" y="26747"/>
                </a:moveTo>
                <a:cubicBezTo>
                  <a:pt x="22196" y="25305"/>
                  <a:pt x="21978" y="24160"/>
                  <a:pt x="21542" y="23311"/>
                </a:cubicBezTo>
                <a:cubicBezTo>
                  <a:pt x="21107" y="22461"/>
                  <a:pt x="20316" y="21741"/>
                  <a:pt x="19170" y="21148"/>
                </a:cubicBezTo>
                <a:cubicBezTo>
                  <a:pt x="18396" y="20748"/>
                  <a:pt x="17456" y="20488"/>
                  <a:pt x="16350" y="20368"/>
                </a:cubicBezTo>
                <a:cubicBezTo>
                  <a:pt x="15245" y="20247"/>
                  <a:pt x="13902" y="20187"/>
                  <a:pt x="12320" y="20187"/>
                </a:cubicBezTo>
                <a:lnTo>
                  <a:pt x="4793" y="20187"/>
                </a:lnTo>
                <a:lnTo>
                  <a:pt x="4793" y="33499"/>
                </a:lnTo>
                <a:lnTo>
                  <a:pt x="11134" y="33499"/>
                </a:lnTo>
                <a:cubicBezTo>
                  <a:pt x="13232" y="33499"/>
                  <a:pt x="14950" y="33391"/>
                  <a:pt x="16290" y="33175"/>
                </a:cubicBezTo>
                <a:cubicBezTo>
                  <a:pt x="17629" y="32959"/>
                  <a:pt x="18726" y="32562"/>
                  <a:pt x="19582" y="31986"/>
                </a:cubicBezTo>
                <a:cubicBezTo>
                  <a:pt x="20485" y="31361"/>
                  <a:pt x="21147" y="30648"/>
                  <a:pt x="21566" y="29847"/>
                </a:cubicBezTo>
                <a:cubicBezTo>
                  <a:pt x="21986" y="29046"/>
                  <a:pt x="22196" y="28013"/>
                  <a:pt x="22196" y="26747"/>
                </a:cubicBezTo>
                <a:close/>
                <a:moveTo>
                  <a:pt x="54630" y="37663"/>
                </a:moveTo>
                <a:lnTo>
                  <a:pt x="50104" y="37663"/>
                </a:lnTo>
                <a:lnTo>
                  <a:pt x="50104" y="34802"/>
                </a:lnTo>
                <a:cubicBezTo>
                  <a:pt x="49701" y="35077"/>
                  <a:pt x="49156" y="35460"/>
                  <a:pt x="48470" y="35953"/>
                </a:cubicBezTo>
                <a:cubicBezTo>
                  <a:pt x="47784" y="36446"/>
                  <a:pt x="47119" y="36838"/>
                  <a:pt x="46473" y="37129"/>
                </a:cubicBezTo>
                <a:cubicBezTo>
                  <a:pt x="45715" y="37500"/>
                  <a:pt x="44844" y="37811"/>
                  <a:pt x="43859" y="38061"/>
                </a:cubicBezTo>
                <a:cubicBezTo>
                  <a:pt x="42875" y="38312"/>
                  <a:pt x="41721" y="38437"/>
                  <a:pt x="40398" y="38437"/>
                </a:cubicBezTo>
                <a:cubicBezTo>
                  <a:pt x="37961" y="38437"/>
                  <a:pt x="35896" y="37629"/>
                  <a:pt x="34202" y="36014"/>
                </a:cubicBezTo>
                <a:cubicBezTo>
                  <a:pt x="32507" y="34398"/>
                  <a:pt x="31660" y="32338"/>
                  <a:pt x="31660" y="29833"/>
                </a:cubicBezTo>
                <a:cubicBezTo>
                  <a:pt x="31660" y="27781"/>
                  <a:pt x="32100" y="26121"/>
                  <a:pt x="32979" y="24853"/>
                </a:cubicBezTo>
                <a:cubicBezTo>
                  <a:pt x="33859" y="23584"/>
                  <a:pt x="35113" y="22587"/>
                  <a:pt x="36743" y="21860"/>
                </a:cubicBezTo>
                <a:cubicBezTo>
                  <a:pt x="38389" y="21133"/>
                  <a:pt x="40366" y="20640"/>
                  <a:pt x="42673" y="20381"/>
                </a:cubicBezTo>
                <a:cubicBezTo>
                  <a:pt x="44981" y="20122"/>
                  <a:pt x="47458" y="19929"/>
                  <a:pt x="50104" y="19799"/>
                </a:cubicBezTo>
                <a:lnTo>
                  <a:pt x="50104" y="19091"/>
                </a:lnTo>
                <a:cubicBezTo>
                  <a:pt x="50104" y="18050"/>
                  <a:pt x="49922" y="17188"/>
                  <a:pt x="49559" y="16505"/>
                </a:cubicBezTo>
                <a:cubicBezTo>
                  <a:pt x="49196" y="15821"/>
                  <a:pt x="48676" y="15284"/>
                  <a:pt x="47998" y="14893"/>
                </a:cubicBezTo>
                <a:cubicBezTo>
                  <a:pt x="47353" y="14519"/>
                  <a:pt x="46578" y="14267"/>
                  <a:pt x="45675" y="14137"/>
                </a:cubicBezTo>
                <a:cubicBezTo>
                  <a:pt x="44771" y="14007"/>
                  <a:pt x="43827" y="13942"/>
                  <a:pt x="42843" y="13942"/>
                </a:cubicBezTo>
                <a:cubicBezTo>
                  <a:pt x="41649" y="13942"/>
                  <a:pt x="40317" y="14104"/>
                  <a:pt x="38849" y="14427"/>
                </a:cubicBezTo>
                <a:cubicBezTo>
                  <a:pt x="37380" y="14750"/>
                  <a:pt x="35864" y="15217"/>
                  <a:pt x="34298" y="15830"/>
                </a:cubicBezTo>
                <a:lnTo>
                  <a:pt x="34056" y="15830"/>
                </a:lnTo>
                <a:lnTo>
                  <a:pt x="34056" y="11207"/>
                </a:lnTo>
                <a:cubicBezTo>
                  <a:pt x="34944" y="10965"/>
                  <a:pt x="36227" y="10698"/>
                  <a:pt x="37905" y="10408"/>
                </a:cubicBezTo>
                <a:cubicBezTo>
                  <a:pt x="39583" y="10118"/>
                  <a:pt x="41237" y="9972"/>
                  <a:pt x="42867" y="9972"/>
                </a:cubicBezTo>
                <a:cubicBezTo>
                  <a:pt x="44771" y="9972"/>
                  <a:pt x="46429" y="10130"/>
                  <a:pt x="47841" y="10444"/>
                </a:cubicBezTo>
                <a:cubicBezTo>
                  <a:pt x="49253" y="10759"/>
                  <a:pt x="50475" y="11296"/>
                  <a:pt x="51508" y="12054"/>
                </a:cubicBezTo>
                <a:cubicBezTo>
                  <a:pt x="52524" y="12796"/>
                  <a:pt x="53299" y="13756"/>
                  <a:pt x="53832" y="14934"/>
                </a:cubicBezTo>
                <a:cubicBezTo>
                  <a:pt x="54364" y="16112"/>
                  <a:pt x="54630" y="17573"/>
                  <a:pt x="54630" y="19315"/>
                </a:cubicBezTo>
                <a:lnTo>
                  <a:pt x="54630" y="37663"/>
                </a:lnTo>
                <a:moveTo>
                  <a:pt x="50104" y="31040"/>
                </a:moveTo>
                <a:lnTo>
                  <a:pt x="50104" y="23479"/>
                </a:lnTo>
                <a:cubicBezTo>
                  <a:pt x="48716" y="23560"/>
                  <a:pt x="47082" y="23682"/>
                  <a:pt x="45203" y="23844"/>
                </a:cubicBezTo>
                <a:cubicBezTo>
                  <a:pt x="43323" y="24006"/>
                  <a:pt x="41834" y="24241"/>
                  <a:pt x="40737" y="24548"/>
                </a:cubicBezTo>
                <a:cubicBezTo>
                  <a:pt x="39430" y="24921"/>
                  <a:pt x="38373" y="25501"/>
                  <a:pt x="37566" y="26287"/>
                </a:cubicBezTo>
                <a:cubicBezTo>
                  <a:pt x="36759" y="27073"/>
                  <a:pt x="36356" y="28155"/>
                  <a:pt x="36356" y="29533"/>
                </a:cubicBezTo>
                <a:cubicBezTo>
                  <a:pt x="36356" y="31089"/>
                  <a:pt x="36824" y="32260"/>
                  <a:pt x="37760" y="33046"/>
                </a:cubicBezTo>
                <a:cubicBezTo>
                  <a:pt x="38696" y="33832"/>
                  <a:pt x="40124" y="34225"/>
                  <a:pt x="42044" y="34225"/>
                </a:cubicBezTo>
                <a:cubicBezTo>
                  <a:pt x="43641" y="34225"/>
                  <a:pt x="45102" y="33914"/>
                  <a:pt x="46425" y="33290"/>
                </a:cubicBezTo>
                <a:cubicBezTo>
                  <a:pt x="47748" y="32666"/>
                  <a:pt x="48974" y="31916"/>
                  <a:pt x="50104" y="31040"/>
                </a:cubicBezTo>
                <a:close/>
                <a:moveTo>
                  <a:pt x="82708" y="29852"/>
                </a:moveTo>
                <a:cubicBezTo>
                  <a:pt x="82708" y="32319"/>
                  <a:pt x="81687" y="34342"/>
                  <a:pt x="79646" y="35922"/>
                </a:cubicBezTo>
                <a:cubicBezTo>
                  <a:pt x="77605" y="37502"/>
                  <a:pt x="74817" y="38292"/>
                  <a:pt x="71283" y="38292"/>
                </a:cubicBezTo>
                <a:cubicBezTo>
                  <a:pt x="69282" y="38292"/>
                  <a:pt x="67447" y="38053"/>
                  <a:pt x="65776" y="37576"/>
                </a:cubicBezTo>
                <a:cubicBezTo>
                  <a:pt x="64106" y="37098"/>
                  <a:pt x="62707" y="36576"/>
                  <a:pt x="61577" y="36009"/>
                </a:cubicBezTo>
                <a:lnTo>
                  <a:pt x="61577" y="30885"/>
                </a:lnTo>
                <a:lnTo>
                  <a:pt x="61819" y="30885"/>
                </a:lnTo>
                <a:cubicBezTo>
                  <a:pt x="63255" y="31981"/>
                  <a:pt x="64853" y="32852"/>
                  <a:pt x="66612" y="33499"/>
                </a:cubicBezTo>
                <a:cubicBezTo>
                  <a:pt x="68370" y="34145"/>
                  <a:pt x="70057" y="34468"/>
                  <a:pt x="71670" y="34468"/>
                </a:cubicBezTo>
                <a:cubicBezTo>
                  <a:pt x="73671" y="34468"/>
                  <a:pt x="75237" y="34144"/>
                  <a:pt x="76366" y="33496"/>
                </a:cubicBezTo>
                <a:cubicBezTo>
                  <a:pt x="77496" y="32847"/>
                  <a:pt x="78060" y="31826"/>
                  <a:pt x="78060" y="30432"/>
                </a:cubicBezTo>
                <a:cubicBezTo>
                  <a:pt x="78060" y="29368"/>
                  <a:pt x="77754" y="28562"/>
                  <a:pt x="77141" y="28014"/>
                </a:cubicBezTo>
                <a:cubicBezTo>
                  <a:pt x="76527" y="27466"/>
                  <a:pt x="75349" y="26998"/>
                  <a:pt x="73607" y="26611"/>
                </a:cubicBezTo>
                <a:cubicBezTo>
                  <a:pt x="72961" y="26466"/>
                  <a:pt x="72118" y="26297"/>
                  <a:pt x="71077" y="26103"/>
                </a:cubicBezTo>
                <a:cubicBezTo>
                  <a:pt x="70037" y="25910"/>
                  <a:pt x="69089" y="25700"/>
                  <a:pt x="68233" y="25475"/>
                </a:cubicBezTo>
                <a:cubicBezTo>
                  <a:pt x="65861" y="24846"/>
                  <a:pt x="64179" y="23923"/>
                  <a:pt x="63187" y="22706"/>
                </a:cubicBezTo>
                <a:cubicBezTo>
                  <a:pt x="62194" y="21488"/>
                  <a:pt x="61698" y="19993"/>
                  <a:pt x="61698" y="18219"/>
                </a:cubicBezTo>
                <a:cubicBezTo>
                  <a:pt x="61698" y="17107"/>
                  <a:pt x="61928" y="16059"/>
                  <a:pt x="62388" y="15076"/>
                </a:cubicBezTo>
                <a:cubicBezTo>
                  <a:pt x="62848" y="14092"/>
                  <a:pt x="63546" y="13213"/>
                  <a:pt x="64482" y="12439"/>
                </a:cubicBezTo>
                <a:cubicBezTo>
                  <a:pt x="65385" y="11682"/>
                  <a:pt x="66535" y="11081"/>
                  <a:pt x="67931" y="10638"/>
                </a:cubicBezTo>
                <a:cubicBezTo>
                  <a:pt x="69327" y="10194"/>
                  <a:pt x="70888" y="9972"/>
                  <a:pt x="72614" y="9972"/>
                </a:cubicBezTo>
                <a:cubicBezTo>
                  <a:pt x="74228" y="9972"/>
                  <a:pt x="75862" y="10169"/>
                  <a:pt x="77516" y="10563"/>
                </a:cubicBezTo>
                <a:cubicBezTo>
                  <a:pt x="79170" y="10957"/>
                  <a:pt x="80545" y="11435"/>
                  <a:pt x="81643" y="11999"/>
                </a:cubicBezTo>
                <a:lnTo>
                  <a:pt x="81643" y="16846"/>
                </a:lnTo>
                <a:lnTo>
                  <a:pt x="81401" y="16846"/>
                </a:lnTo>
                <a:cubicBezTo>
                  <a:pt x="80239" y="15991"/>
                  <a:pt x="78827" y="15269"/>
                  <a:pt x="77165" y="14680"/>
                </a:cubicBezTo>
                <a:cubicBezTo>
                  <a:pt x="75503" y="14091"/>
                  <a:pt x="73873" y="13797"/>
                  <a:pt x="72275" y="13797"/>
                </a:cubicBezTo>
                <a:cubicBezTo>
                  <a:pt x="70613" y="13797"/>
                  <a:pt x="69210" y="14117"/>
                  <a:pt x="68064" y="14757"/>
                </a:cubicBezTo>
                <a:cubicBezTo>
                  <a:pt x="66918" y="15398"/>
                  <a:pt x="66345" y="16350"/>
                  <a:pt x="66345" y="17614"/>
                </a:cubicBezTo>
                <a:cubicBezTo>
                  <a:pt x="66345" y="18727"/>
                  <a:pt x="66692" y="19565"/>
                  <a:pt x="67386" y="20129"/>
                </a:cubicBezTo>
                <a:cubicBezTo>
                  <a:pt x="68064" y="20694"/>
                  <a:pt x="69161" y="21153"/>
                  <a:pt x="70678" y="21508"/>
                </a:cubicBezTo>
                <a:cubicBezTo>
                  <a:pt x="71517" y="21702"/>
                  <a:pt x="72457" y="21895"/>
                  <a:pt x="73498" y="22089"/>
                </a:cubicBezTo>
                <a:cubicBezTo>
                  <a:pt x="74539" y="22282"/>
                  <a:pt x="75406" y="22459"/>
                  <a:pt x="76100" y="22621"/>
                </a:cubicBezTo>
                <a:cubicBezTo>
                  <a:pt x="78214" y="23104"/>
                  <a:pt x="79843" y="23935"/>
                  <a:pt x="80989" y="25112"/>
                </a:cubicBezTo>
                <a:cubicBezTo>
                  <a:pt x="82135" y="26305"/>
                  <a:pt x="82708" y="27885"/>
                  <a:pt x="82708" y="29852"/>
                </a:cubicBezTo>
                <a:close/>
                <a:moveTo>
                  <a:pt x="94108" y="6100"/>
                </a:moveTo>
                <a:lnTo>
                  <a:pt x="88977" y="6100"/>
                </a:lnTo>
                <a:lnTo>
                  <a:pt x="88977" y="1355"/>
                </a:lnTo>
                <a:lnTo>
                  <a:pt x="94108" y="1355"/>
                </a:lnTo>
                <a:lnTo>
                  <a:pt x="94108" y="6100"/>
                </a:lnTo>
                <a:moveTo>
                  <a:pt x="93818" y="37663"/>
                </a:moveTo>
                <a:lnTo>
                  <a:pt x="89267" y="37663"/>
                </a:lnTo>
                <a:lnTo>
                  <a:pt x="89267" y="10602"/>
                </a:lnTo>
                <a:lnTo>
                  <a:pt x="93818" y="10602"/>
                </a:lnTo>
                <a:lnTo>
                  <a:pt x="93818" y="37663"/>
                </a:lnTo>
                <a:close/>
                <a:moveTo>
                  <a:pt x="124751" y="37663"/>
                </a:moveTo>
                <a:lnTo>
                  <a:pt x="120201" y="37663"/>
                </a:lnTo>
                <a:lnTo>
                  <a:pt x="120201" y="34846"/>
                </a:lnTo>
                <a:cubicBezTo>
                  <a:pt x="118894" y="35978"/>
                  <a:pt x="117530" y="36860"/>
                  <a:pt x="116110" y="37491"/>
                </a:cubicBezTo>
                <a:cubicBezTo>
                  <a:pt x="114690" y="38122"/>
                  <a:pt x="113149" y="38437"/>
                  <a:pt x="111487" y="38437"/>
                </a:cubicBezTo>
                <a:cubicBezTo>
                  <a:pt x="108260" y="38437"/>
                  <a:pt x="105698" y="37192"/>
                  <a:pt x="103802" y="34701"/>
                </a:cubicBezTo>
                <a:cubicBezTo>
                  <a:pt x="101906" y="32209"/>
                  <a:pt x="100958" y="28755"/>
                  <a:pt x="100958" y="24339"/>
                </a:cubicBezTo>
                <a:cubicBezTo>
                  <a:pt x="100958" y="22041"/>
                  <a:pt x="101285" y="19995"/>
                  <a:pt x="101938" y="18199"/>
                </a:cubicBezTo>
                <a:cubicBezTo>
                  <a:pt x="102592" y="16403"/>
                  <a:pt x="103475" y="14875"/>
                  <a:pt x="104589" y="13613"/>
                </a:cubicBezTo>
                <a:cubicBezTo>
                  <a:pt x="105686" y="12383"/>
                  <a:pt x="106965" y="11445"/>
                  <a:pt x="108425" y="10798"/>
                </a:cubicBezTo>
                <a:cubicBezTo>
                  <a:pt x="109886" y="10151"/>
                  <a:pt x="111398" y="9827"/>
                  <a:pt x="112964" y="9827"/>
                </a:cubicBezTo>
                <a:cubicBezTo>
                  <a:pt x="114384" y="9827"/>
                  <a:pt x="115642" y="9977"/>
                  <a:pt x="116740" y="10276"/>
                </a:cubicBezTo>
                <a:cubicBezTo>
                  <a:pt x="117837" y="10575"/>
                  <a:pt x="118991" y="11040"/>
                  <a:pt x="120201" y="11671"/>
                </a:cubicBezTo>
                <a:lnTo>
                  <a:pt x="120201" y="0"/>
                </a:lnTo>
                <a:lnTo>
                  <a:pt x="124751" y="0"/>
                </a:lnTo>
                <a:lnTo>
                  <a:pt x="124751" y="37663"/>
                </a:lnTo>
                <a:moveTo>
                  <a:pt x="120201" y="31006"/>
                </a:moveTo>
                <a:lnTo>
                  <a:pt x="120201" y="15491"/>
                </a:lnTo>
                <a:cubicBezTo>
                  <a:pt x="118974" y="14942"/>
                  <a:pt x="117877" y="14563"/>
                  <a:pt x="116909" y="14353"/>
                </a:cubicBezTo>
                <a:cubicBezTo>
                  <a:pt x="115941" y="14144"/>
                  <a:pt x="114884" y="14039"/>
                  <a:pt x="113738" y="14039"/>
                </a:cubicBezTo>
                <a:cubicBezTo>
                  <a:pt x="111189" y="14039"/>
                  <a:pt x="109204" y="14926"/>
                  <a:pt x="107784" y="16701"/>
                </a:cubicBezTo>
                <a:cubicBezTo>
                  <a:pt x="106364" y="18476"/>
                  <a:pt x="105654" y="20994"/>
                  <a:pt x="105654" y="24253"/>
                </a:cubicBezTo>
                <a:cubicBezTo>
                  <a:pt x="105654" y="27464"/>
                  <a:pt x="106202" y="29905"/>
                  <a:pt x="107300" y="31575"/>
                </a:cubicBezTo>
                <a:cubicBezTo>
                  <a:pt x="108397" y="33245"/>
                  <a:pt x="110156" y="34080"/>
                  <a:pt x="112576" y="34080"/>
                </a:cubicBezTo>
                <a:cubicBezTo>
                  <a:pt x="113867" y="34080"/>
                  <a:pt x="115174" y="33794"/>
                  <a:pt x="116497" y="33221"/>
                </a:cubicBezTo>
                <a:cubicBezTo>
                  <a:pt x="117821" y="32648"/>
                  <a:pt x="119055" y="31910"/>
                  <a:pt x="120201" y="31006"/>
                </a:cubicBezTo>
                <a:close/>
                <a:moveTo>
                  <a:pt x="138596" y="6100"/>
                </a:moveTo>
                <a:lnTo>
                  <a:pt x="133465" y="6100"/>
                </a:lnTo>
                <a:lnTo>
                  <a:pt x="133465" y="1355"/>
                </a:lnTo>
                <a:lnTo>
                  <a:pt x="138596" y="1355"/>
                </a:lnTo>
                <a:lnTo>
                  <a:pt x="138596" y="6100"/>
                </a:lnTo>
                <a:moveTo>
                  <a:pt x="138306" y="37663"/>
                </a:moveTo>
                <a:lnTo>
                  <a:pt x="133755" y="37663"/>
                </a:lnTo>
                <a:lnTo>
                  <a:pt x="133755" y="10602"/>
                </a:lnTo>
                <a:lnTo>
                  <a:pt x="138306" y="10602"/>
                </a:lnTo>
                <a:lnTo>
                  <a:pt x="138306" y="37663"/>
                </a:lnTo>
                <a:close/>
                <a:moveTo>
                  <a:pt x="170353" y="24144"/>
                </a:moveTo>
                <a:cubicBezTo>
                  <a:pt x="170353" y="28561"/>
                  <a:pt x="169224" y="32047"/>
                  <a:pt x="166964" y="34603"/>
                </a:cubicBezTo>
                <a:cubicBezTo>
                  <a:pt x="164705" y="37159"/>
                  <a:pt x="161680" y="38437"/>
                  <a:pt x="157888" y="38437"/>
                </a:cubicBezTo>
                <a:cubicBezTo>
                  <a:pt x="154063" y="38437"/>
                  <a:pt x="151026" y="37159"/>
                  <a:pt x="148775" y="34603"/>
                </a:cubicBezTo>
                <a:cubicBezTo>
                  <a:pt x="146524" y="32047"/>
                  <a:pt x="145398" y="28561"/>
                  <a:pt x="145398" y="24144"/>
                </a:cubicBezTo>
                <a:cubicBezTo>
                  <a:pt x="145398" y="19728"/>
                  <a:pt x="146524" y="16238"/>
                  <a:pt x="148775" y="13673"/>
                </a:cubicBezTo>
                <a:cubicBezTo>
                  <a:pt x="151026" y="11109"/>
                  <a:pt x="154063" y="9827"/>
                  <a:pt x="157888" y="9827"/>
                </a:cubicBezTo>
                <a:cubicBezTo>
                  <a:pt x="161680" y="9827"/>
                  <a:pt x="164705" y="11109"/>
                  <a:pt x="166964" y="13673"/>
                </a:cubicBezTo>
                <a:cubicBezTo>
                  <a:pt x="169224" y="16238"/>
                  <a:pt x="170353" y="19728"/>
                  <a:pt x="170353" y="24144"/>
                </a:cubicBezTo>
                <a:moveTo>
                  <a:pt x="165657" y="24144"/>
                </a:moveTo>
                <a:cubicBezTo>
                  <a:pt x="165657" y="20647"/>
                  <a:pt x="164972" y="18048"/>
                  <a:pt x="163600" y="16347"/>
                </a:cubicBezTo>
                <a:cubicBezTo>
                  <a:pt x="162228" y="14647"/>
                  <a:pt x="160324" y="13797"/>
                  <a:pt x="157888" y="13797"/>
                </a:cubicBezTo>
                <a:cubicBezTo>
                  <a:pt x="155419" y="13797"/>
                  <a:pt x="153503" y="14647"/>
                  <a:pt x="152139" y="16347"/>
                </a:cubicBezTo>
                <a:cubicBezTo>
                  <a:pt x="150776" y="18048"/>
                  <a:pt x="150094" y="20647"/>
                  <a:pt x="150094" y="24144"/>
                </a:cubicBezTo>
                <a:cubicBezTo>
                  <a:pt x="150094" y="27529"/>
                  <a:pt x="150780" y="30096"/>
                  <a:pt x="152151" y="31844"/>
                </a:cubicBezTo>
                <a:cubicBezTo>
                  <a:pt x="153523" y="33593"/>
                  <a:pt x="155435" y="34468"/>
                  <a:pt x="157888" y="34468"/>
                </a:cubicBezTo>
                <a:cubicBezTo>
                  <a:pt x="160308" y="34468"/>
                  <a:pt x="162208" y="33601"/>
                  <a:pt x="163588" y="31869"/>
                </a:cubicBezTo>
                <a:cubicBezTo>
                  <a:pt x="164968" y="30136"/>
                  <a:pt x="165657" y="27561"/>
                  <a:pt x="165657" y="24144"/>
                </a:cubicBezTo>
                <a:close/>
                <a:moveTo>
                  <a:pt x="216850" y="37663"/>
                </a:moveTo>
                <a:lnTo>
                  <a:pt x="212300" y="37663"/>
                </a:lnTo>
                <a:lnTo>
                  <a:pt x="212300" y="22252"/>
                </a:lnTo>
                <a:cubicBezTo>
                  <a:pt x="212300" y="21090"/>
                  <a:pt x="212247" y="19967"/>
                  <a:pt x="212142" y="18885"/>
                </a:cubicBezTo>
                <a:cubicBezTo>
                  <a:pt x="212037" y="17802"/>
                  <a:pt x="211815" y="16938"/>
                  <a:pt x="211477" y="16292"/>
                </a:cubicBezTo>
                <a:cubicBezTo>
                  <a:pt x="211105" y="15597"/>
                  <a:pt x="210573" y="15072"/>
                  <a:pt x="209879" y="14717"/>
                </a:cubicBezTo>
                <a:cubicBezTo>
                  <a:pt x="209185" y="14362"/>
                  <a:pt x="208185" y="14184"/>
                  <a:pt x="206878" y="14184"/>
                </a:cubicBezTo>
                <a:cubicBezTo>
                  <a:pt x="205603" y="14184"/>
                  <a:pt x="204328" y="14503"/>
                  <a:pt x="203053" y="15142"/>
                </a:cubicBezTo>
                <a:cubicBezTo>
                  <a:pt x="201779" y="15779"/>
                  <a:pt x="200504" y="16591"/>
                  <a:pt x="199229" y="17576"/>
                </a:cubicBezTo>
                <a:cubicBezTo>
                  <a:pt x="199277" y="17948"/>
                  <a:pt x="199318" y="18379"/>
                  <a:pt x="199350" y="18872"/>
                </a:cubicBezTo>
                <a:cubicBezTo>
                  <a:pt x="199382" y="19365"/>
                  <a:pt x="199398" y="19853"/>
                  <a:pt x="199398" y="20338"/>
                </a:cubicBezTo>
                <a:lnTo>
                  <a:pt x="199398" y="37663"/>
                </a:lnTo>
                <a:lnTo>
                  <a:pt x="194848" y="37663"/>
                </a:lnTo>
                <a:lnTo>
                  <a:pt x="194848" y="22252"/>
                </a:lnTo>
                <a:cubicBezTo>
                  <a:pt x="194848" y="21057"/>
                  <a:pt x="194795" y="19923"/>
                  <a:pt x="194691" y="18849"/>
                </a:cubicBezTo>
                <a:cubicBezTo>
                  <a:pt x="194586" y="17774"/>
                  <a:pt x="194364" y="16914"/>
                  <a:pt x="194025" y="16268"/>
                </a:cubicBezTo>
                <a:cubicBezTo>
                  <a:pt x="193654" y="15573"/>
                  <a:pt x="193121" y="15052"/>
                  <a:pt x="192427" y="14705"/>
                </a:cubicBezTo>
                <a:cubicBezTo>
                  <a:pt x="191734" y="14358"/>
                  <a:pt x="190733" y="14184"/>
                  <a:pt x="189426" y="14184"/>
                </a:cubicBezTo>
                <a:cubicBezTo>
                  <a:pt x="188184" y="14184"/>
                  <a:pt x="186937" y="14491"/>
                  <a:pt x="185686" y="15105"/>
                </a:cubicBezTo>
                <a:cubicBezTo>
                  <a:pt x="184436" y="15719"/>
                  <a:pt x="183189" y="16502"/>
                  <a:pt x="181947" y="17455"/>
                </a:cubicBezTo>
                <a:lnTo>
                  <a:pt x="181947" y="37663"/>
                </a:lnTo>
                <a:lnTo>
                  <a:pt x="177396" y="37663"/>
                </a:lnTo>
                <a:lnTo>
                  <a:pt x="177396" y="10602"/>
                </a:lnTo>
                <a:lnTo>
                  <a:pt x="181947" y="10602"/>
                </a:lnTo>
                <a:lnTo>
                  <a:pt x="181947" y="13606"/>
                </a:lnTo>
                <a:cubicBezTo>
                  <a:pt x="183367" y="12420"/>
                  <a:pt x="184783" y="11493"/>
                  <a:pt x="186195" y="10827"/>
                </a:cubicBezTo>
                <a:cubicBezTo>
                  <a:pt x="187607" y="10160"/>
                  <a:pt x="189111" y="9827"/>
                  <a:pt x="190709" y="9827"/>
                </a:cubicBezTo>
                <a:cubicBezTo>
                  <a:pt x="192548" y="9827"/>
                  <a:pt x="194110" y="10217"/>
                  <a:pt x="195393" y="10997"/>
                </a:cubicBezTo>
                <a:cubicBezTo>
                  <a:pt x="196675" y="11776"/>
                  <a:pt x="197631" y="12855"/>
                  <a:pt x="198261" y="14235"/>
                </a:cubicBezTo>
                <a:cubicBezTo>
                  <a:pt x="200100" y="12677"/>
                  <a:pt x="201779" y="11552"/>
                  <a:pt x="203295" y="10863"/>
                </a:cubicBezTo>
                <a:cubicBezTo>
                  <a:pt x="204812" y="10172"/>
                  <a:pt x="206434" y="9827"/>
                  <a:pt x="208160" y="9827"/>
                </a:cubicBezTo>
                <a:cubicBezTo>
                  <a:pt x="211130" y="9827"/>
                  <a:pt x="213320" y="10728"/>
                  <a:pt x="214732" y="12530"/>
                </a:cubicBezTo>
                <a:cubicBezTo>
                  <a:pt x="216144" y="14333"/>
                  <a:pt x="216850" y="16851"/>
                  <a:pt x="216850" y="20084"/>
                </a:cubicBezTo>
                <a:lnTo>
                  <a:pt x="216850" y="37663"/>
                </a:lnTo>
                <a:close/>
                <a:moveTo>
                  <a:pt x="248994" y="10602"/>
                </a:moveTo>
                <a:lnTo>
                  <a:pt x="233212" y="47635"/>
                </a:lnTo>
                <a:lnTo>
                  <a:pt x="228347" y="47635"/>
                </a:lnTo>
                <a:lnTo>
                  <a:pt x="233381" y="36348"/>
                </a:lnTo>
                <a:lnTo>
                  <a:pt x="222610" y="10602"/>
                </a:lnTo>
                <a:lnTo>
                  <a:pt x="227548" y="10602"/>
                </a:lnTo>
                <a:lnTo>
                  <a:pt x="235850" y="30643"/>
                </a:lnTo>
                <a:lnTo>
                  <a:pt x="244225" y="10602"/>
                </a:lnTo>
                <a:lnTo>
                  <a:pt x="248994" y="10602"/>
                </a:lnTo>
                <a:close/>
                <a:moveTo>
                  <a:pt x="274941" y="35992"/>
                </a:moveTo>
                <a:cubicBezTo>
                  <a:pt x="273425" y="36719"/>
                  <a:pt x="271984" y="37283"/>
                  <a:pt x="270621" y="37687"/>
                </a:cubicBezTo>
                <a:cubicBezTo>
                  <a:pt x="269257" y="38090"/>
                  <a:pt x="267809" y="38292"/>
                  <a:pt x="266276" y="38292"/>
                </a:cubicBezTo>
                <a:cubicBezTo>
                  <a:pt x="264324" y="38292"/>
                  <a:pt x="262532" y="38005"/>
                  <a:pt x="260903" y="37431"/>
                </a:cubicBezTo>
                <a:cubicBezTo>
                  <a:pt x="259273" y="36857"/>
                  <a:pt x="257877" y="35988"/>
                  <a:pt x="256715" y="34825"/>
                </a:cubicBezTo>
                <a:cubicBezTo>
                  <a:pt x="255537" y="33661"/>
                  <a:pt x="254626" y="32190"/>
                  <a:pt x="253980" y="30412"/>
                </a:cubicBezTo>
                <a:cubicBezTo>
                  <a:pt x="253335" y="28634"/>
                  <a:pt x="253012" y="26557"/>
                  <a:pt x="253012" y="24181"/>
                </a:cubicBezTo>
                <a:cubicBezTo>
                  <a:pt x="253012" y="19752"/>
                  <a:pt x="254226" y="16276"/>
                  <a:pt x="256655" y="13755"/>
                </a:cubicBezTo>
                <a:cubicBezTo>
                  <a:pt x="259083" y="11233"/>
                  <a:pt x="262290" y="9972"/>
                  <a:pt x="266276" y="9972"/>
                </a:cubicBezTo>
                <a:cubicBezTo>
                  <a:pt x="267825" y="9972"/>
                  <a:pt x="269346" y="10190"/>
                  <a:pt x="270839" y="10626"/>
                </a:cubicBezTo>
                <a:cubicBezTo>
                  <a:pt x="272331" y="11062"/>
                  <a:pt x="273699" y="11594"/>
                  <a:pt x="274941" y="12223"/>
                </a:cubicBezTo>
                <a:lnTo>
                  <a:pt x="274941" y="17282"/>
                </a:lnTo>
                <a:lnTo>
                  <a:pt x="274699" y="17282"/>
                </a:lnTo>
                <a:cubicBezTo>
                  <a:pt x="273312" y="16209"/>
                  <a:pt x="271879" y="15384"/>
                  <a:pt x="270403" y="14807"/>
                </a:cubicBezTo>
                <a:cubicBezTo>
                  <a:pt x="268926" y="14230"/>
                  <a:pt x="267486" y="13942"/>
                  <a:pt x="266082" y="13942"/>
                </a:cubicBezTo>
                <a:cubicBezTo>
                  <a:pt x="263501" y="13942"/>
                  <a:pt x="261463" y="14809"/>
                  <a:pt x="259971" y="16544"/>
                </a:cubicBezTo>
                <a:cubicBezTo>
                  <a:pt x="258478" y="18279"/>
                  <a:pt x="257732" y="20824"/>
                  <a:pt x="257732" y="24181"/>
                </a:cubicBezTo>
                <a:cubicBezTo>
                  <a:pt x="257732" y="27440"/>
                  <a:pt x="258462" y="29945"/>
                  <a:pt x="259922" y="31696"/>
                </a:cubicBezTo>
                <a:cubicBezTo>
                  <a:pt x="261383" y="33447"/>
                  <a:pt x="263436" y="34322"/>
                  <a:pt x="266082" y="34322"/>
                </a:cubicBezTo>
                <a:cubicBezTo>
                  <a:pt x="267002" y="34322"/>
                  <a:pt x="267938" y="34202"/>
                  <a:pt x="268890" y="33962"/>
                </a:cubicBezTo>
                <a:cubicBezTo>
                  <a:pt x="269842" y="33722"/>
                  <a:pt x="270697" y="33409"/>
                  <a:pt x="271456" y="33024"/>
                </a:cubicBezTo>
                <a:cubicBezTo>
                  <a:pt x="272117" y="32688"/>
                  <a:pt x="272739" y="32332"/>
                  <a:pt x="273320" y="31956"/>
                </a:cubicBezTo>
                <a:cubicBezTo>
                  <a:pt x="273901" y="31579"/>
                  <a:pt x="274360" y="31254"/>
                  <a:pt x="274699" y="30982"/>
                </a:cubicBezTo>
                <a:lnTo>
                  <a:pt x="274941" y="30982"/>
                </a:lnTo>
                <a:lnTo>
                  <a:pt x="274941" y="35992"/>
                </a:lnTo>
                <a:close/>
                <a:moveTo>
                  <a:pt x="303817" y="24144"/>
                </a:moveTo>
                <a:cubicBezTo>
                  <a:pt x="303817" y="28561"/>
                  <a:pt x="302688" y="32047"/>
                  <a:pt x="300429" y="34603"/>
                </a:cubicBezTo>
                <a:cubicBezTo>
                  <a:pt x="298169" y="37159"/>
                  <a:pt x="295144" y="38437"/>
                  <a:pt x="291352" y="38437"/>
                </a:cubicBezTo>
                <a:cubicBezTo>
                  <a:pt x="287527" y="38437"/>
                  <a:pt x="284490" y="37159"/>
                  <a:pt x="282239" y="34603"/>
                </a:cubicBezTo>
                <a:cubicBezTo>
                  <a:pt x="279988" y="32047"/>
                  <a:pt x="278862" y="28561"/>
                  <a:pt x="278862" y="24144"/>
                </a:cubicBezTo>
                <a:cubicBezTo>
                  <a:pt x="278862" y="19728"/>
                  <a:pt x="279988" y="16238"/>
                  <a:pt x="282239" y="13673"/>
                </a:cubicBezTo>
                <a:cubicBezTo>
                  <a:pt x="284490" y="11109"/>
                  <a:pt x="287527" y="9827"/>
                  <a:pt x="291352" y="9827"/>
                </a:cubicBezTo>
                <a:cubicBezTo>
                  <a:pt x="295144" y="9827"/>
                  <a:pt x="298169" y="11109"/>
                  <a:pt x="300429" y="13673"/>
                </a:cubicBezTo>
                <a:cubicBezTo>
                  <a:pt x="302688" y="16238"/>
                  <a:pt x="303817" y="19728"/>
                  <a:pt x="303817" y="24144"/>
                </a:cubicBezTo>
                <a:moveTo>
                  <a:pt x="299122" y="24144"/>
                </a:moveTo>
                <a:cubicBezTo>
                  <a:pt x="299122" y="20647"/>
                  <a:pt x="298436" y="18048"/>
                  <a:pt x="297064" y="16347"/>
                </a:cubicBezTo>
                <a:cubicBezTo>
                  <a:pt x="295693" y="14647"/>
                  <a:pt x="293788" y="13797"/>
                  <a:pt x="291352" y="13797"/>
                </a:cubicBezTo>
                <a:cubicBezTo>
                  <a:pt x="288883" y="13797"/>
                  <a:pt x="286967" y="14647"/>
                  <a:pt x="285603" y="16347"/>
                </a:cubicBezTo>
                <a:cubicBezTo>
                  <a:pt x="284240" y="18048"/>
                  <a:pt x="283558" y="20647"/>
                  <a:pt x="283558" y="24144"/>
                </a:cubicBezTo>
                <a:cubicBezTo>
                  <a:pt x="283558" y="27529"/>
                  <a:pt x="284244" y="30096"/>
                  <a:pt x="285615" y="31844"/>
                </a:cubicBezTo>
                <a:cubicBezTo>
                  <a:pt x="286987" y="33593"/>
                  <a:pt x="288899" y="34468"/>
                  <a:pt x="291352" y="34468"/>
                </a:cubicBezTo>
                <a:cubicBezTo>
                  <a:pt x="293772" y="34468"/>
                  <a:pt x="295672" y="33601"/>
                  <a:pt x="297052" y="31869"/>
                </a:cubicBezTo>
                <a:cubicBezTo>
                  <a:pt x="298432" y="30136"/>
                  <a:pt x="299122" y="27561"/>
                  <a:pt x="299122" y="24144"/>
                </a:cubicBezTo>
                <a:close/>
                <a:moveTo>
                  <a:pt x="324900" y="37424"/>
                </a:moveTo>
                <a:cubicBezTo>
                  <a:pt x="324045" y="37649"/>
                  <a:pt x="323113" y="37834"/>
                  <a:pt x="322104" y="37978"/>
                </a:cubicBezTo>
                <a:cubicBezTo>
                  <a:pt x="321096" y="38123"/>
                  <a:pt x="320196" y="38195"/>
                  <a:pt x="319406" y="38195"/>
                </a:cubicBezTo>
                <a:cubicBezTo>
                  <a:pt x="316646" y="38195"/>
                  <a:pt x="314548" y="37452"/>
                  <a:pt x="313112" y="35966"/>
                </a:cubicBezTo>
                <a:cubicBezTo>
                  <a:pt x="311676" y="34480"/>
                  <a:pt x="310958" y="32097"/>
                  <a:pt x="310958" y="28818"/>
                </a:cubicBezTo>
                <a:lnTo>
                  <a:pt x="310958" y="14426"/>
                </a:lnTo>
                <a:lnTo>
                  <a:pt x="307884" y="14426"/>
                </a:lnTo>
                <a:lnTo>
                  <a:pt x="307884" y="10602"/>
                </a:lnTo>
                <a:lnTo>
                  <a:pt x="310958" y="10602"/>
                </a:lnTo>
                <a:lnTo>
                  <a:pt x="310958" y="2808"/>
                </a:lnTo>
                <a:lnTo>
                  <a:pt x="315509" y="2808"/>
                </a:lnTo>
                <a:lnTo>
                  <a:pt x="315509" y="10602"/>
                </a:lnTo>
                <a:lnTo>
                  <a:pt x="324900" y="10602"/>
                </a:lnTo>
                <a:lnTo>
                  <a:pt x="324900" y="14426"/>
                </a:lnTo>
                <a:lnTo>
                  <a:pt x="315509" y="14426"/>
                </a:lnTo>
                <a:lnTo>
                  <a:pt x="315509" y="26776"/>
                </a:lnTo>
                <a:cubicBezTo>
                  <a:pt x="315509" y="28200"/>
                  <a:pt x="315541" y="29312"/>
                  <a:pt x="315605" y="30113"/>
                </a:cubicBezTo>
                <a:cubicBezTo>
                  <a:pt x="315670" y="30914"/>
                  <a:pt x="315896" y="31662"/>
                  <a:pt x="316283" y="32357"/>
                </a:cubicBezTo>
                <a:cubicBezTo>
                  <a:pt x="316638" y="33004"/>
                  <a:pt x="317126" y="33477"/>
                  <a:pt x="317748" y="33777"/>
                </a:cubicBezTo>
                <a:cubicBezTo>
                  <a:pt x="318369" y="34076"/>
                  <a:pt x="319317" y="34225"/>
                  <a:pt x="320592" y="34225"/>
                </a:cubicBezTo>
                <a:cubicBezTo>
                  <a:pt x="321334" y="34225"/>
                  <a:pt x="322108" y="34117"/>
                  <a:pt x="322915" y="33899"/>
                </a:cubicBezTo>
                <a:cubicBezTo>
                  <a:pt x="323722" y="33681"/>
                  <a:pt x="324303" y="33499"/>
                  <a:pt x="324658" y="33354"/>
                </a:cubicBezTo>
                <a:lnTo>
                  <a:pt x="324900" y="33354"/>
                </a:lnTo>
                <a:lnTo>
                  <a:pt x="324900" y="37424"/>
                </a:lnTo>
                <a:close/>
                <a:moveTo>
                  <a:pt x="351404" y="37663"/>
                </a:moveTo>
                <a:lnTo>
                  <a:pt x="346877" y="37663"/>
                </a:lnTo>
                <a:lnTo>
                  <a:pt x="346877" y="34802"/>
                </a:lnTo>
                <a:cubicBezTo>
                  <a:pt x="346474" y="35077"/>
                  <a:pt x="345929" y="35460"/>
                  <a:pt x="345244" y="35953"/>
                </a:cubicBezTo>
                <a:cubicBezTo>
                  <a:pt x="344558" y="36446"/>
                  <a:pt x="343892" y="36838"/>
                  <a:pt x="343247" y="37129"/>
                </a:cubicBezTo>
                <a:cubicBezTo>
                  <a:pt x="342488" y="37500"/>
                  <a:pt x="341617" y="37811"/>
                  <a:pt x="340633" y="38061"/>
                </a:cubicBezTo>
                <a:cubicBezTo>
                  <a:pt x="339648" y="38312"/>
                  <a:pt x="338494" y="38437"/>
                  <a:pt x="337171" y="38437"/>
                </a:cubicBezTo>
                <a:cubicBezTo>
                  <a:pt x="334735" y="38437"/>
                  <a:pt x="332669" y="37629"/>
                  <a:pt x="330975" y="36014"/>
                </a:cubicBezTo>
                <a:cubicBezTo>
                  <a:pt x="329281" y="34398"/>
                  <a:pt x="328433" y="32338"/>
                  <a:pt x="328433" y="29833"/>
                </a:cubicBezTo>
                <a:cubicBezTo>
                  <a:pt x="328433" y="27781"/>
                  <a:pt x="328873" y="26121"/>
                  <a:pt x="329753" y="24853"/>
                </a:cubicBezTo>
                <a:cubicBezTo>
                  <a:pt x="330632" y="23584"/>
                  <a:pt x="331887" y="22587"/>
                  <a:pt x="333516" y="21860"/>
                </a:cubicBezTo>
                <a:cubicBezTo>
                  <a:pt x="335162" y="21133"/>
                  <a:pt x="337139" y="20640"/>
                  <a:pt x="339447" y="20381"/>
                </a:cubicBezTo>
                <a:cubicBezTo>
                  <a:pt x="341754" y="20122"/>
                  <a:pt x="344231" y="19929"/>
                  <a:pt x="346877" y="19799"/>
                </a:cubicBezTo>
                <a:lnTo>
                  <a:pt x="346877" y="19091"/>
                </a:lnTo>
                <a:cubicBezTo>
                  <a:pt x="346877" y="18050"/>
                  <a:pt x="346696" y="17188"/>
                  <a:pt x="346333" y="16505"/>
                </a:cubicBezTo>
                <a:cubicBezTo>
                  <a:pt x="345970" y="15821"/>
                  <a:pt x="345449" y="15284"/>
                  <a:pt x="344772" y="14893"/>
                </a:cubicBezTo>
                <a:cubicBezTo>
                  <a:pt x="344126" y="14519"/>
                  <a:pt x="343352" y="14267"/>
                  <a:pt x="342448" y="14137"/>
                </a:cubicBezTo>
                <a:cubicBezTo>
                  <a:pt x="341544" y="14007"/>
                  <a:pt x="340600" y="13942"/>
                  <a:pt x="339616" y="13942"/>
                </a:cubicBezTo>
                <a:cubicBezTo>
                  <a:pt x="338422" y="13942"/>
                  <a:pt x="337091" y="14104"/>
                  <a:pt x="335622" y="14427"/>
                </a:cubicBezTo>
                <a:cubicBezTo>
                  <a:pt x="334154" y="14750"/>
                  <a:pt x="332637" y="15217"/>
                  <a:pt x="331072" y="15830"/>
                </a:cubicBezTo>
                <a:lnTo>
                  <a:pt x="330830" y="15830"/>
                </a:lnTo>
                <a:lnTo>
                  <a:pt x="330830" y="11207"/>
                </a:lnTo>
                <a:cubicBezTo>
                  <a:pt x="331717" y="10965"/>
                  <a:pt x="333000" y="10698"/>
                  <a:pt x="334678" y="10408"/>
                </a:cubicBezTo>
                <a:cubicBezTo>
                  <a:pt x="336356" y="10118"/>
                  <a:pt x="338010" y="9972"/>
                  <a:pt x="339640" y="9972"/>
                </a:cubicBezTo>
                <a:cubicBezTo>
                  <a:pt x="341544" y="9972"/>
                  <a:pt x="343202" y="10130"/>
                  <a:pt x="344614" y="10444"/>
                </a:cubicBezTo>
                <a:cubicBezTo>
                  <a:pt x="346026" y="10759"/>
                  <a:pt x="347249" y="11296"/>
                  <a:pt x="348281" y="12054"/>
                </a:cubicBezTo>
                <a:cubicBezTo>
                  <a:pt x="349298" y="12796"/>
                  <a:pt x="350072" y="13756"/>
                  <a:pt x="350605" y="14934"/>
                </a:cubicBezTo>
                <a:cubicBezTo>
                  <a:pt x="351137" y="16112"/>
                  <a:pt x="351404" y="17573"/>
                  <a:pt x="351404" y="19315"/>
                </a:cubicBezTo>
                <a:lnTo>
                  <a:pt x="351404" y="37663"/>
                </a:lnTo>
                <a:moveTo>
                  <a:pt x="346877" y="31040"/>
                </a:moveTo>
                <a:lnTo>
                  <a:pt x="346877" y="23479"/>
                </a:lnTo>
                <a:cubicBezTo>
                  <a:pt x="345490" y="23560"/>
                  <a:pt x="343856" y="23682"/>
                  <a:pt x="341976" y="23844"/>
                </a:cubicBezTo>
                <a:cubicBezTo>
                  <a:pt x="340096" y="24006"/>
                  <a:pt x="338607" y="24241"/>
                  <a:pt x="337510" y="24548"/>
                </a:cubicBezTo>
                <a:cubicBezTo>
                  <a:pt x="336203" y="24921"/>
                  <a:pt x="335146" y="25501"/>
                  <a:pt x="334339" y="26287"/>
                </a:cubicBezTo>
                <a:cubicBezTo>
                  <a:pt x="333533" y="27073"/>
                  <a:pt x="333129" y="28155"/>
                  <a:pt x="333129" y="29533"/>
                </a:cubicBezTo>
                <a:cubicBezTo>
                  <a:pt x="333129" y="31089"/>
                  <a:pt x="333597" y="32260"/>
                  <a:pt x="334533" y="33046"/>
                </a:cubicBezTo>
                <a:cubicBezTo>
                  <a:pt x="335469" y="33832"/>
                  <a:pt x="336897" y="34225"/>
                  <a:pt x="338817" y="34225"/>
                </a:cubicBezTo>
                <a:cubicBezTo>
                  <a:pt x="340415" y="34225"/>
                  <a:pt x="341875" y="33914"/>
                  <a:pt x="343198" y="33290"/>
                </a:cubicBezTo>
                <a:cubicBezTo>
                  <a:pt x="344521" y="32666"/>
                  <a:pt x="345748" y="31916"/>
                  <a:pt x="346877" y="310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36289A-58A1-444A-84E4-8F2A9C47F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91" y="2110835"/>
            <a:ext cx="644863" cy="291148"/>
          </a:xfrm>
          <a:custGeom xmlns:a="http://schemas.openxmlformats.org/drawingml/2006/main">
            <a:pathLst>
              <a:path w="644863" h="291148">
                <a:moveTo>
                  <a:pt x="0" y="0"/>
                </a:moveTo>
                <a:lnTo>
                  <a:pt x="644863" y="0"/>
                </a:lnTo>
                <a:lnTo>
                  <a:pt x="644863" y="291148"/>
                </a:lnTo>
                <a:lnTo>
                  <a:pt x="0" y="2911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83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4DA6F-B93F-43E0-BA43-E0B05AAB6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92" y="2110838"/>
            <a:ext cx="644863" cy="291147"/>
          </a:xfrm>
          <a:custGeom xmlns:a="http://schemas.openxmlformats.org/drawingml/2006/main">
            <a:pathLst>
              <a:path w="644863" h="291147" fill="none">
                <a:moveTo>
                  <a:pt x="0" y="0"/>
                </a:moveTo>
                <a:lnTo>
                  <a:pt x="644863" y="0"/>
                </a:lnTo>
                <a:lnTo>
                  <a:pt x="644863" y="291147"/>
                </a:lnTo>
                <a:lnTo>
                  <a:pt x="0" y="291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0" name="Text Ascomycota">
            <a:extLst xmlns:a="http://schemas.openxmlformats.org/drawingml/2006/main">
              <a:ext uri="{FF2B5EF4-FFF2-40B4-BE49-F238E27FC236}">
                <a16:creationId xmlns:a16="http://schemas.microsoft.com/office/drawing/2014/main" id="{0F700682-A2CA-48C2-ADB4-334DD711E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763" y="2156432"/>
            <a:ext cx="501273" cy="78633"/>
          </a:xfrm>
          <a:custGeom xmlns:a="http://schemas.openxmlformats.org/drawingml/2006/main">
            <a:pathLst>
              <a:path w="501273" h="78633">
                <a:moveTo>
                  <a:pt x="55729" y="61600"/>
                </a:moveTo>
                <a:lnTo>
                  <a:pt x="47006" y="61600"/>
                </a:lnTo>
                <a:lnTo>
                  <a:pt x="40970" y="44484"/>
                </a:lnTo>
                <a:lnTo>
                  <a:pt x="14346" y="44484"/>
                </a:lnTo>
                <a:lnTo>
                  <a:pt x="8310" y="61600"/>
                </a:lnTo>
                <a:lnTo>
                  <a:pt x="0" y="61600"/>
                </a:lnTo>
                <a:lnTo>
                  <a:pt x="22407" y="0"/>
                </a:lnTo>
                <a:lnTo>
                  <a:pt x="33322" y="0"/>
                </a:lnTo>
                <a:lnTo>
                  <a:pt x="55729" y="61600"/>
                </a:lnTo>
                <a:moveTo>
                  <a:pt x="38448" y="37373"/>
                </a:moveTo>
                <a:lnTo>
                  <a:pt x="27658" y="7157"/>
                </a:lnTo>
                <a:lnTo>
                  <a:pt x="16826" y="37373"/>
                </a:lnTo>
                <a:lnTo>
                  <a:pt x="38448" y="37373"/>
                </a:lnTo>
                <a:close/>
                <a:moveTo>
                  <a:pt x="97444" y="48259"/>
                </a:moveTo>
                <a:cubicBezTo>
                  <a:pt x="97444" y="52473"/>
                  <a:pt x="95700" y="55929"/>
                  <a:pt x="92214" y="58627"/>
                </a:cubicBezTo>
                <a:cubicBezTo>
                  <a:pt x="88727" y="61325"/>
                  <a:pt x="83966" y="62675"/>
                  <a:pt x="77930" y="62675"/>
                </a:cubicBezTo>
                <a:cubicBezTo>
                  <a:pt x="74513" y="62675"/>
                  <a:pt x="71377" y="62267"/>
                  <a:pt x="68525" y="61451"/>
                </a:cubicBezTo>
                <a:cubicBezTo>
                  <a:pt x="65672" y="60636"/>
                  <a:pt x="63281" y="59744"/>
                  <a:pt x="61352" y="58776"/>
                </a:cubicBezTo>
                <a:lnTo>
                  <a:pt x="61352" y="50024"/>
                </a:lnTo>
                <a:lnTo>
                  <a:pt x="61765" y="50024"/>
                </a:lnTo>
                <a:cubicBezTo>
                  <a:pt x="64218" y="51896"/>
                  <a:pt x="66947" y="53383"/>
                  <a:pt x="69951" y="54488"/>
                </a:cubicBezTo>
                <a:cubicBezTo>
                  <a:pt x="72955" y="55591"/>
                  <a:pt x="75835" y="56143"/>
                  <a:pt x="78592" y="56143"/>
                </a:cubicBezTo>
                <a:cubicBezTo>
                  <a:pt x="82009" y="56143"/>
                  <a:pt x="84683" y="55589"/>
                  <a:pt x="86612" y="54482"/>
                </a:cubicBezTo>
                <a:cubicBezTo>
                  <a:pt x="88541" y="53375"/>
                  <a:pt x="89506" y="51631"/>
                  <a:pt x="89506" y="49250"/>
                </a:cubicBezTo>
                <a:cubicBezTo>
                  <a:pt x="89506" y="47433"/>
                  <a:pt x="88982" y="46056"/>
                  <a:pt x="87935" y="45120"/>
                </a:cubicBezTo>
                <a:cubicBezTo>
                  <a:pt x="86888" y="44184"/>
                  <a:pt x="84876" y="43385"/>
                  <a:pt x="81899" y="42723"/>
                </a:cubicBezTo>
                <a:cubicBezTo>
                  <a:pt x="80797" y="42476"/>
                  <a:pt x="79356" y="42187"/>
                  <a:pt x="77579" y="41856"/>
                </a:cubicBezTo>
                <a:cubicBezTo>
                  <a:pt x="75801" y="41526"/>
                  <a:pt x="74182" y="41168"/>
                  <a:pt x="72721" y="40783"/>
                </a:cubicBezTo>
                <a:cubicBezTo>
                  <a:pt x="68670" y="39709"/>
                  <a:pt x="65796" y="38132"/>
                  <a:pt x="64101" y="36053"/>
                </a:cubicBezTo>
                <a:cubicBezTo>
                  <a:pt x="62406" y="33974"/>
                  <a:pt x="61559" y="31420"/>
                  <a:pt x="61559" y="28390"/>
                </a:cubicBezTo>
                <a:cubicBezTo>
                  <a:pt x="61559" y="26490"/>
                  <a:pt x="61951" y="24701"/>
                  <a:pt x="62737" y="23021"/>
                </a:cubicBezTo>
                <a:cubicBezTo>
                  <a:pt x="63522" y="21341"/>
                  <a:pt x="64714" y="19839"/>
                  <a:pt x="66313" y="18517"/>
                </a:cubicBezTo>
                <a:cubicBezTo>
                  <a:pt x="67856" y="17224"/>
                  <a:pt x="69820" y="16198"/>
                  <a:pt x="72204" y="15441"/>
                </a:cubicBezTo>
                <a:cubicBezTo>
                  <a:pt x="74588" y="14683"/>
                  <a:pt x="77255" y="14304"/>
                  <a:pt x="80204" y="14304"/>
                </a:cubicBezTo>
                <a:cubicBezTo>
                  <a:pt x="82960" y="14304"/>
                  <a:pt x="85751" y="14641"/>
                  <a:pt x="88576" y="15313"/>
                </a:cubicBezTo>
                <a:cubicBezTo>
                  <a:pt x="91401" y="15986"/>
                  <a:pt x="93750" y="16803"/>
                  <a:pt x="95625" y="17765"/>
                </a:cubicBezTo>
                <a:lnTo>
                  <a:pt x="95625" y="26046"/>
                </a:lnTo>
                <a:lnTo>
                  <a:pt x="95211" y="26046"/>
                </a:lnTo>
                <a:cubicBezTo>
                  <a:pt x="93227" y="24585"/>
                  <a:pt x="90815" y="23351"/>
                  <a:pt x="87976" y="22345"/>
                </a:cubicBezTo>
                <a:cubicBezTo>
                  <a:pt x="85137" y="21339"/>
                  <a:pt x="82354" y="20836"/>
                  <a:pt x="79625" y="20836"/>
                </a:cubicBezTo>
                <a:cubicBezTo>
                  <a:pt x="76786" y="20836"/>
                  <a:pt x="74389" y="21383"/>
                  <a:pt x="72432" y="22477"/>
                </a:cubicBezTo>
                <a:cubicBezTo>
                  <a:pt x="70475" y="23571"/>
                  <a:pt x="69496" y="25198"/>
                  <a:pt x="69496" y="27357"/>
                </a:cubicBezTo>
                <a:cubicBezTo>
                  <a:pt x="69496" y="29257"/>
                  <a:pt x="70089" y="30689"/>
                  <a:pt x="71274" y="31653"/>
                </a:cubicBezTo>
                <a:cubicBezTo>
                  <a:pt x="72432" y="32616"/>
                  <a:pt x="74306" y="33401"/>
                  <a:pt x="76897" y="34008"/>
                </a:cubicBezTo>
                <a:cubicBezTo>
                  <a:pt x="78330" y="34339"/>
                  <a:pt x="79935" y="34669"/>
                  <a:pt x="81713" y="35000"/>
                </a:cubicBezTo>
                <a:cubicBezTo>
                  <a:pt x="83491" y="35330"/>
                  <a:pt x="84972" y="35633"/>
                  <a:pt x="86157" y="35908"/>
                </a:cubicBezTo>
                <a:cubicBezTo>
                  <a:pt x="89768" y="36734"/>
                  <a:pt x="92551" y="38152"/>
                  <a:pt x="94508" y="40163"/>
                </a:cubicBezTo>
                <a:cubicBezTo>
                  <a:pt x="96465" y="42200"/>
                  <a:pt x="97444" y="44899"/>
                  <a:pt x="97444" y="48259"/>
                </a:cubicBezTo>
                <a:close/>
                <a:moveTo>
                  <a:pt x="142712" y="58747"/>
                </a:moveTo>
                <a:cubicBezTo>
                  <a:pt x="140122" y="59987"/>
                  <a:pt x="137662" y="60952"/>
                  <a:pt x="135333" y="61641"/>
                </a:cubicBezTo>
                <a:cubicBezTo>
                  <a:pt x="133004" y="62330"/>
                  <a:pt x="130530" y="62675"/>
                  <a:pt x="127912" y="62675"/>
                </a:cubicBezTo>
                <a:cubicBezTo>
                  <a:pt x="124577" y="62675"/>
                  <a:pt x="121518" y="62185"/>
                  <a:pt x="118734" y="61204"/>
                </a:cubicBezTo>
                <a:cubicBezTo>
                  <a:pt x="115950" y="60224"/>
                  <a:pt x="113566" y="58740"/>
                  <a:pt x="111582" y="56752"/>
                </a:cubicBezTo>
                <a:cubicBezTo>
                  <a:pt x="109570" y="54765"/>
                  <a:pt x="108013" y="52252"/>
                  <a:pt x="106910" y="49215"/>
                </a:cubicBezTo>
                <a:cubicBezTo>
                  <a:pt x="105808" y="46178"/>
                  <a:pt x="105256" y="42631"/>
                  <a:pt x="105256" y="38572"/>
                </a:cubicBezTo>
                <a:cubicBezTo>
                  <a:pt x="105256" y="31007"/>
                  <a:pt x="107330" y="25072"/>
                  <a:pt x="111478" y="20765"/>
                </a:cubicBezTo>
                <a:cubicBezTo>
                  <a:pt x="115626" y="16458"/>
                  <a:pt x="121104" y="14304"/>
                  <a:pt x="127912" y="14304"/>
                </a:cubicBezTo>
                <a:cubicBezTo>
                  <a:pt x="130558" y="14304"/>
                  <a:pt x="133156" y="14676"/>
                  <a:pt x="135705" y="15421"/>
                </a:cubicBezTo>
                <a:cubicBezTo>
                  <a:pt x="138254" y="16165"/>
                  <a:pt x="140590" y="17074"/>
                  <a:pt x="142712" y="18149"/>
                </a:cubicBezTo>
                <a:lnTo>
                  <a:pt x="142712" y="26790"/>
                </a:lnTo>
                <a:lnTo>
                  <a:pt x="142299" y="26790"/>
                </a:lnTo>
                <a:cubicBezTo>
                  <a:pt x="139929" y="24956"/>
                  <a:pt x="137483" y="23547"/>
                  <a:pt x="134961" y="22562"/>
                </a:cubicBezTo>
                <a:cubicBezTo>
                  <a:pt x="132439" y="21577"/>
                  <a:pt x="129979" y="21084"/>
                  <a:pt x="127581" y="21084"/>
                </a:cubicBezTo>
                <a:cubicBezTo>
                  <a:pt x="123171" y="21084"/>
                  <a:pt x="119692" y="22566"/>
                  <a:pt x="117142" y="25529"/>
                </a:cubicBezTo>
                <a:cubicBezTo>
                  <a:pt x="114593" y="28492"/>
                  <a:pt x="113318" y="32839"/>
                  <a:pt x="113318" y="38572"/>
                </a:cubicBezTo>
                <a:cubicBezTo>
                  <a:pt x="113318" y="44140"/>
                  <a:pt x="114565" y="48419"/>
                  <a:pt x="117060" y="51409"/>
                </a:cubicBezTo>
                <a:cubicBezTo>
                  <a:pt x="119554" y="54399"/>
                  <a:pt x="123061" y="55895"/>
                  <a:pt x="127581" y="55895"/>
                </a:cubicBezTo>
                <a:cubicBezTo>
                  <a:pt x="129152" y="55895"/>
                  <a:pt x="130751" y="55690"/>
                  <a:pt x="132377" y="55280"/>
                </a:cubicBezTo>
                <a:cubicBezTo>
                  <a:pt x="134003" y="54869"/>
                  <a:pt x="135464" y="54335"/>
                  <a:pt x="136759" y="53678"/>
                </a:cubicBezTo>
                <a:cubicBezTo>
                  <a:pt x="137889" y="53103"/>
                  <a:pt x="138950" y="52495"/>
                  <a:pt x="139943" y="51852"/>
                </a:cubicBezTo>
                <a:cubicBezTo>
                  <a:pt x="140935" y="51209"/>
                  <a:pt x="141720" y="50654"/>
                  <a:pt x="142299" y="50189"/>
                </a:cubicBezTo>
                <a:lnTo>
                  <a:pt x="142712" y="50189"/>
                </a:lnTo>
                <a:lnTo>
                  <a:pt x="142712" y="58747"/>
                </a:lnTo>
                <a:close/>
                <a:moveTo>
                  <a:pt x="192034" y="38510"/>
                </a:moveTo>
                <a:cubicBezTo>
                  <a:pt x="192034" y="46053"/>
                  <a:pt x="190105" y="52008"/>
                  <a:pt x="186246" y="56374"/>
                </a:cubicBezTo>
                <a:cubicBezTo>
                  <a:pt x="182387" y="60740"/>
                  <a:pt x="177220" y="62923"/>
                  <a:pt x="170743" y="62923"/>
                </a:cubicBezTo>
                <a:cubicBezTo>
                  <a:pt x="164211" y="62923"/>
                  <a:pt x="159022" y="60740"/>
                  <a:pt x="155177" y="56374"/>
                </a:cubicBezTo>
                <a:cubicBezTo>
                  <a:pt x="151333" y="52008"/>
                  <a:pt x="149410" y="46053"/>
                  <a:pt x="149410" y="38510"/>
                </a:cubicBezTo>
                <a:cubicBezTo>
                  <a:pt x="149410" y="30967"/>
                  <a:pt x="151333" y="25006"/>
                  <a:pt x="155177" y="20626"/>
                </a:cubicBezTo>
                <a:cubicBezTo>
                  <a:pt x="159022" y="16246"/>
                  <a:pt x="164211" y="14056"/>
                  <a:pt x="170743" y="14056"/>
                </a:cubicBezTo>
                <a:cubicBezTo>
                  <a:pt x="177220" y="14056"/>
                  <a:pt x="182387" y="16246"/>
                  <a:pt x="186246" y="20626"/>
                </a:cubicBezTo>
                <a:cubicBezTo>
                  <a:pt x="190105" y="25006"/>
                  <a:pt x="192034" y="30967"/>
                  <a:pt x="192034" y="38510"/>
                </a:cubicBezTo>
                <a:moveTo>
                  <a:pt x="184014" y="38510"/>
                </a:moveTo>
                <a:cubicBezTo>
                  <a:pt x="184014" y="32536"/>
                  <a:pt x="182842" y="28097"/>
                  <a:pt x="180499" y="25193"/>
                </a:cubicBezTo>
                <a:cubicBezTo>
                  <a:pt x="178157" y="22289"/>
                  <a:pt x="174905" y="20836"/>
                  <a:pt x="170743" y="20836"/>
                </a:cubicBezTo>
                <a:cubicBezTo>
                  <a:pt x="166526" y="20836"/>
                  <a:pt x="163253" y="22289"/>
                  <a:pt x="160924" y="25193"/>
                </a:cubicBezTo>
                <a:cubicBezTo>
                  <a:pt x="158595" y="28097"/>
                  <a:pt x="157431" y="32536"/>
                  <a:pt x="157431" y="38510"/>
                </a:cubicBezTo>
                <a:cubicBezTo>
                  <a:pt x="157431" y="44291"/>
                  <a:pt x="158602" y="48675"/>
                  <a:pt x="160945" y="51662"/>
                </a:cubicBezTo>
                <a:cubicBezTo>
                  <a:pt x="163287" y="54649"/>
                  <a:pt x="166553" y="56143"/>
                  <a:pt x="170743" y="56143"/>
                </a:cubicBezTo>
                <a:cubicBezTo>
                  <a:pt x="174877" y="56143"/>
                  <a:pt x="178122" y="54663"/>
                  <a:pt x="180479" y="51703"/>
                </a:cubicBezTo>
                <a:cubicBezTo>
                  <a:pt x="182835" y="48744"/>
                  <a:pt x="184014" y="44346"/>
                  <a:pt x="184014" y="38510"/>
                </a:cubicBezTo>
                <a:close/>
                <a:moveTo>
                  <a:pt x="271452" y="61600"/>
                </a:moveTo>
                <a:lnTo>
                  <a:pt x="263680" y="61600"/>
                </a:lnTo>
                <a:lnTo>
                  <a:pt x="263680" y="35279"/>
                </a:lnTo>
                <a:cubicBezTo>
                  <a:pt x="263680" y="33293"/>
                  <a:pt x="263590" y="31376"/>
                  <a:pt x="263411" y="29527"/>
                </a:cubicBezTo>
                <a:cubicBezTo>
                  <a:pt x="263232" y="27678"/>
                  <a:pt x="262853" y="26202"/>
                  <a:pt x="262274" y="25099"/>
                </a:cubicBezTo>
                <a:cubicBezTo>
                  <a:pt x="261640" y="23912"/>
                  <a:pt x="260731" y="23015"/>
                  <a:pt x="259545" y="22409"/>
                </a:cubicBezTo>
                <a:cubicBezTo>
                  <a:pt x="258360" y="21802"/>
                  <a:pt x="256652" y="21498"/>
                  <a:pt x="254419" y="21498"/>
                </a:cubicBezTo>
                <a:cubicBezTo>
                  <a:pt x="252242" y="21498"/>
                  <a:pt x="250064" y="22043"/>
                  <a:pt x="247887" y="23133"/>
                </a:cubicBezTo>
                <a:cubicBezTo>
                  <a:pt x="245710" y="24223"/>
                  <a:pt x="243532" y="25609"/>
                  <a:pt x="241355" y="27292"/>
                </a:cubicBezTo>
                <a:cubicBezTo>
                  <a:pt x="241438" y="27926"/>
                  <a:pt x="241507" y="28664"/>
                  <a:pt x="241562" y="29505"/>
                </a:cubicBezTo>
                <a:cubicBezTo>
                  <a:pt x="241617" y="30347"/>
                  <a:pt x="241644" y="31181"/>
                  <a:pt x="241644" y="32009"/>
                </a:cubicBezTo>
                <a:lnTo>
                  <a:pt x="241644" y="61600"/>
                </a:lnTo>
                <a:lnTo>
                  <a:pt x="233872" y="61600"/>
                </a:lnTo>
                <a:lnTo>
                  <a:pt x="233872" y="35279"/>
                </a:lnTo>
                <a:cubicBezTo>
                  <a:pt x="233872" y="33238"/>
                  <a:pt x="233782" y="31300"/>
                  <a:pt x="233603" y="29465"/>
                </a:cubicBezTo>
                <a:cubicBezTo>
                  <a:pt x="233424" y="27630"/>
                  <a:pt x="233045" y="26161"/>
                  <a:pt x="232466" y="25057"/>
                </a:cubicBezTo>
                <a:cubicBezTo>
                  <a:pt x="231832" y="23870"/>
                  <a:pt x="230923" y="22981"/>
                  <a:pt x="229738" y="22388"/>
                </a:cubicBezTo>
                <a:cubicBezTo>
                  <a:pt x="228553" y="21795"/>
                  <a:pt x="226844" y="21498"/>
                  <a:pt x="224611" y="21498"/>
                </a:cubicBezTo>
                <a:cubicBezTo>
                  <a:pt x="222489" y="21498"/>
                  <a:pt x="220360" y="22022"/>
                  <a:pt x="218224" y="23071"/>
                </a:cubicBezTo>
                <a:cubicBezTo>
                  <a:pt x="216088" y="24120"/>
                  <a:pt x="213959" y="25457"/>
                  <a:pt x="211837" y="27084"/>
                </a:cubicBezTo>
                <a:lnTo>
                  <a:pt x="211837" y="61600"/>
                </a:lnTo>
                <a:lnTo>
                  <a:pt x="204064" y="61600"/>
                </a:lnTo>
                <a:lnTo>
                  <a:pt x="204064" y="15379"/>
                </a:lnTo>
                <a:lnTo>
                  <a:pt x="211837" y="15379"/>
                </a:lnTo>
                <a:lnTo>
                  <a:pt x="211837" y="20511"/>
                </a:lnTo>
                <a:cubicBezTo>
                  <a:pt x="214262" y="18484"/>
                  <a:pt x="216681" y="16902"/>
                  <a:pt x="219092" y="15764"/>
                </a:cubicBezTo>
                <a:cubicBezTo>
                  <a:pt x="221504" y="14626"/>
                  <a:pt x="224074" y="14056"/>
                  <a:pt x="226803" y="14056"/>
                </a:cubicBezTo>
                <a:cubicBezTo>
                  <a:pt x="229945" y="14056"/>
                  <a:pt x="232611" y="14722"/>
                  <a:pt x="234802" y="16054"/>
                </a:cubicBezTo>
                <a:cubicBezTo>
                  <a:pt x="236993" y="17384"/>
                  <a:pt x="238626" y="19228"/>
                  <a:pt x="239701" y="21586"/>
                </a:cubicBezTo>
                <a:cubicBezTo>
                  <a:pt x="242843" y="18923"/>
                  <a:pt x="245710" y="17003"/>
                  <a:pt x="248300" y="15825"/>
                </a:cubicBezTo>
                <a:cubicBezTo>
                  <a:pt x="250891" y="14646"/>
                  <a:pt x="253661" y="14056"/>
                  <a:pt x="256610" y="14056"/>
                </a:cubicBezTo>
                <a:cubicBezTo>
                  <a:pt x="261681" y="14056"/>
                  <a:pt x="265423" y="15595"/>
                  <a:pt x="267835" y="18674"/>
                </a:cubicBezTo>
                <a:cubicBezTo>
                  <a:pt x="270246" y="21752"/>
                  <a:pt x="271452" y="26052"/>
                  <a:pt x="271452" y="31575"/>
                </a:cubicBezTo>
                <a:lnTo>
                  <a:pt x="271452" y="61600"/>
                </a:lnTo>
                <a:close/>
                <a:moveTo>
                  <a:pt x="326354" y="15379"/>
                </a:moveTo>
                <a:lnTo>
                  <a:pt x="299399" y="78633"/>
                </a:lnTo>
                <a:lnTo>
                  <a:pt x="291089" y="78633"/>
                </a:lnTo>
                <a:lnTo>
                  <a:pt x="299689" y="59354"/>
                </a:lnTo>
                <a:lnTo>
                  <a:pt x="281291" y="15379"/>
                </a:lnTo>
                <a:lnTo>
                  <a:pt x="289725" y="15379"/>
                </a:lnTo>
                <a:lnTo>
                  <a:pt x="303906" y="49611"/>
                </a:lnTo>
                <a:lnTo>
                  <a:pt x="318210" y="15379"/>
                </a:lnTo>
                <a:lnTo>
                  <a:pt x="326354" y="15379"/>
                </a:lnTo>
                <a:close/>
                <a:moveTo>
                  <a:pt x="370673" y="58747"/>
                </a:moveTo>
                <a:cubicBezTo>
                  <a:pt x="368082" y="59987"/>
                  <a:pt x="365622" y="60952"/>
                  <a:pt x="363293" y="61641"/>
                </a:cubicBezTo>
                <a:cubicBezTo>
                  <a:pt x="360964" y="62330"/>
                  <a:pt x="358491" y="62675"/>
                  <a:pt x="355872" y="62675"/>
                </a:cubicBezTo>
                <a:cubicBezTo>
                  <a:pt x="352538" y="62675"/>
                  <a:pt x="349478" y="62185"/>
                  <a:pt x="346695" y="61204"/>
                </a:cubicBezTo>
                <a:cubicBezTo>
                  <a:pt x="343911" y="60224"/>
                  <a:pt x="341527" y="58740"/>
                  <a:pt x="339542" y="56752"/>
                </a:cubicBezTo>
                <a:cubicBezTo>
                  <a:pt x="337530" y="54765"/>
                  <a:pt x="335973" y="52252"/>
                  <a:pt x="334871" y="49215"/>
                </a:cubicBezTo>
                <a:cubicBezTo>
                  <a:pt x="333768" y="46178"/>
                  <a:pt x="333217" y="42631"/>
                  <a:pt x="333217" y="38572"/>
                </a:cubicBezTo>
                <a:cubicBezTo>
                  <a:pt x="333217" y="31007"/>
                  <a:pt x="335291" y="25072"/>
                  <a:pt x="339439" y="20765"/>
                </a:cubicBezTo>
                <a:cubicBezTo>
                  <a:pt x="343587" y="16458"/>
                  <a:pt x="349065" y="14304"/>
                  <a:pt x="355872" y="14304"/>
                </a:cubicBezTo>
                <a:cubicBezTo>
                  <a:pt x="358518" y="14304"/>
                  <a:pt x="361116" y="14676"/>
                  <a:pt x="363665" y="15421"/>
                </a:cubicBezTo>
                <a:cubicBezTo>
                  <a:pt x="366215" y="16165"/>
                  <a:pt x="368551" y="17074"/>
                  <a:pt x="370673" y="18149"/>
                </a:cubicBezTo>
                <a:lnTo>
                  <a:pt x="370673" y="26790"/>
                </a:lnTo>
                <a:lnTo>
                  <a:pt x="370260" y="26790"/>
                </a:lnTo>
                <a:cubicBezTo>
                  <a:pt x="367889" y="24956"/>
                  <a:pt x="365443" y="23547"/>
                  <a:pt x="362921" y="22562"/>
                </a:cubicBezTo>
                <a:cubicBezTo>
                  <a:pt x="360399" y="21577"/>
                  <a:pt x="357940" y="21084"/>
                  <a:pt x="355542" y="21084"/>
                </a:cubicBezTo>
                <a:cubicBezTo>
                  <a:pt x="351132" y="21084"/>
                  <a:pt x="347652" y="22566"/>
                  <a:pt x="345103" y="25529"/>
                </a:cubicBezTo>
                <a:cubicBezTo>
                  <a:pt x="342553" y="28492"/>
                  <a:pt x="341279" y="32839"/>
                  <a:pt x="341279" y="38572"/>
                </a:cubicBezTo>
                <a:cubicBezTo>
                  <a:pt x="341279" y="44140"/>
                  <a:pt x="342526" y="48419"/>
                  <a:pt x="345020" y="51409"/>
                </a:cubicBezTo>
                <a:cubicBezTo>
                  <a:pt x="347514" y="54399"/>
                  <a:pt x="351022" y="55895"/>
                  <a:pt x="355542" y="55895"/>
                </a:cubicBezTo>
                <a:cubicBezTo>
                  <a:pt x="357113" y="55895"/>
                  <a:pt x="358711" y="55690"/>
                  <a:pt x="360337" y="55280"/>
                </a:cubicBezTo>
                <a:cubicBezTo>
                  <a:pt x="361964" y="54869"/>
                  <a:pt x="363424" y="54335"/>
                  <a:pt x="364720" y="53678"/>
                </a:cubicBezTo>
                <a:cubicBezTo>
                  <a:pt x="365850" y="53103"/>
                  <a:pt x="366911" y="52495"/>
                  <a:pt x="367903" y="51852"/>
                </a:cubicBezTo>
                <a:cubicBezTo>
                  <a:pt x="368895" y="51209"/>
                  <a:pt x="369681" y="50654"/>
                  <a:pt x="370260" y="50189"/>
                </a:cubicBezTo>
                <a:lnTo>
                  <a:pt x="370673" y="50189"/>
                </a:lnTo>
                <a:lnTo>
                  <a:pt x="370673" y="58747"/>
                </a:lnTo>
                <a:close/>
                <a:moveTo>
                  <a:pt x="419994" y="38510"/>
                </a:moveTo>
                <a:cubicBezTo>
                  <a:pt x="419994" y="46053"/>
                  <a:pt x="418065" y="52008"/>
                  <a:pt x="414206" y="56374"/>
                </a:cubicBezTo>
                <a:cubicBezTo>
                  <a:pt x="410348" y="60740"/>
                  <a:pt x="405180" y="62923"/>
                  <a:pt x="398703" y="62923"/>
                </a:cubicBezTo>
                <a:cubicBezTo>
                  <a:pt x="392171" y="62923"/>
                  <a:pt x="386982" y="60740"/>
                  <a:pt x="383138" y="56374"/>
                </a:cubicBezTo>
                <a:cubicBezTo>
                  <a:pt x="379293" y="52008"/>
                  <a:pt x="377370" y="46053"/>
                  <a:pt x="377370" y="38510"/>
                </a:cubicBezTo>
                <a:cubicBezTo>
                  <a:pt x="377370" y="30967"/>
                  <a:pt x="379293" y="25006"/>
                  <a:pt x="383138" y="20626"/>
                </a:cubicBezTo>
                <a:cubicBezTo>
                  <a:pt x="386982" y="16246"/>
                  <a:pt x="392171" y="14056"/>
                  <a:pt x="398703" y="14056"/>
                </a:cubicBezTo>
                <a:cubicBezTo>
                  <a:pt x="405180" y="14056"/>
                  <a:pt x="410348" y="16246"/>
                  <a:pt x="414206" y="20626"/>
                </a:cubicBezTo>
                <a:cubicBezTo>
                  <a:pt x="418065" y="25006"/>
                  <a:pt x="419994" y="30967"/>
                  <a:pt x="419994" y="38510"/>
                </a:cubicBezTo>
                <a:moveTo>
                  <a:pt x="411974" y="38510"/>
                </a:moveTo>
                <a:cubicBezTo>
                  <a:pt x="411974" y="32536"/>
                  <a:pt x="410802" y="28097"/>
                  <a:pt x="408460" y="25193"/>
                </a:cubicBezTo>
                <a:cubicBezTo>
                  <a:pt x="406117" y="22289"/>
                  <a:pt x="402865" y="20836"/>
                  <a:pt x="398703" y="20836"/>
                </a:cubicBezTo>
                <a:cubicBezTo>
                  <a:pt x="394486" y="20836"/>
                  <a:pt x="391213" y="22289"/>
                  <a:pt x="388884" y="25193"/>
                </a:cubicBezTo>
                <a:cubicBezTo>
                  <a:pt x="386555" y="28097"/>
                  <a:pt x="385391" y="32536"/>
                  <a:pt x="385391" y="38510"/>
                </a:cubicBezTo>
                <a:cubicBezTo>
                  <a:pt x="385391" y="44291"/>
                  <a:pt x="386562" y="48675"/>
                  <a:pt x="388905" y="51662"/>
                </a:cubicBezTo>
                <a:cubicBezTo>
                  <a:pt x="391248" y="54649"/>
                  <a:pt x="394514" y="56143"/>
                  <a:pt x="398703" y="56143"/>
                </a:cubicBezTo>
                <a:cubicBezTo>
                  <a:pt x="402837" y="56143"/>
                  <a:pt x="406083" y="54663"/>
                  <a:pt x="408439" y="51703"/>
                </a:cubicBezTo>
                <a:cubicBezTo>
                  <a:pt x="410796" y="48744"/>
                  <a:pt x="411974" y="44346"/>
                  <a:pt x="411974" y="38510"/>
                </a:cubicBezTo>
                <a:close/>
                <a:moveTo>
                  <a:pt x="456003" y="61193"/>
                </a:moveTo>
                <a:cubicBezTo>
                  <a:pt x="454542" y="61577"/>
                  <a:pt x="452950" y="61892"/>
                  <a:pt x="451228" y="62138"/>
                </a:cubicBezTo>
                <a:cubicBezTo>
                  <a:pt x="449505" y="62386"/>
                  <a:pt x="447969" y="62509"/>
                  <a:pt x="446618" y="62509"/>
                </a:cubicBezTo>
                <a:cubicBezTo>
                  <a:pt x="441905" y="62509"/>
                  <a:pt x="438322" y="61240"/>
                  <a:pt x="435869" y="58702"/>
                </a:cubicBezTo>
                <a:cubicBezTo>
                  <a:pt x="433416" y="56164"/>
                  <a:pt x="432190" y="52094"/>
                  <a:pt x="432190" y="46493"/>
                </a:cubicBezTo>
                <a:lnTo>
                  <a:pt x="432190" y="21911"/>
                </a:lnTo>
                <a:lnTo>
                  <a:pt x="426939" y="21911"/>
                </a:lnTo>
                <a:lnTo>
                  <a:pt x="426939" y="15379"/>
                </a:lnTo>
                <a:lnTo>
                  <a:pt x="432190" y="15379"/>
                </a:lnTo>
                <a:lnTo>
                  <a:pt x="432190" y="2067"/>
                </a:lnTo>
                <a:lnTo>
                  <a:pt x="439962" y="2067"/>
                </a:lnTo>
                <a:lnTo>
                  <a:pt x="439962" y="15379"/>
                </a:lnTo>
                <a:lnTo>
                  <a:pt x="456003" y="15379"/>
                </a:lnTo>
                <a:lnTo>
                  <a:pt x="456003" y="21911"/>
                </a:lnTo>
                <a:lnTo>
                  <a:pt x="439962" y="21911"/>
                </a:lnTo>
                <a:lnTo>
                  <a:pt x="439962" y="43006"/>
                </a:lnTo>
                <a:cubicBezTo>
                  <a:pt x="439962" y="45438"/>
                  <a:pt x="440017" y="47337"/>
                  <a:pt x="440127" y="48705"/>
                </a:cubicBezTo>
                <a:cubicBezTo>
                  <a:pt x="440238" y="50073"/>
                  <a:pt x="440623" y="51350"/>
                  <a:pt x="441285" y="52538"/>
                </a:cubicBezTo>
                <a:cubicBezTo>
                  <a:pt x="441891" y="53643"/>
                  <a:pt x="442725" y="54451"/>
                  <a:pt x="443786" y="54963"/>
                </a:cubicBezTo>
                <a:cubicBezTo>
                  <a:pt x="444847" y="55474"/>
                  <a:pt x="446466" y="55729"/>
                  <a:pt x="448644" y="55729"/>
                </a:cubicBezTo>
                <a:cubicBezTo>
                  <a:pt x="449912" y="55729"/>
                  <a:pt x="451235" y="55543"/>
                  <a:pt x="452613" y="55171"/>
                </a:cubicBezTo>
                <a:cubicBezTo>
                  <a:pt x="453991" y="54799"/>
                  <a:pt x="454983" y="54489"/>
                  <a:pt x="455589" y="54241"/>
                </a:cubicBezTo>
                <a:lnTo>
                  <a:pt x="456003" y="54241"/>
                </a:lnTo>
                <a:lnTo>
                  <a:pt x="456003" y="61193"/>
                </a:lnTo>
                <a:close/>
                <a:moveTo>
                  <a:pt x="501273" y="61600"/>
                </a:moveTo>
                <a:lnTo>
                  <a:pt x="493542" y="61600"/>
                </a:lnTo>
                <a:lnTo>
                  <a:pt x="493542" y="56714"/>
                </a:lnTo>
                <a:cubicBezTo>
                  <a:pt x="492853" y="57183"/>
                  <a:pt x="491922" y="57838"/>
                  <a:pt x="490751" y="58680"/>
                </a:cubicBezTo>
                <a:cubicBezTo>
                  <a:pt x="489580" y="59521"/>
                  <a:pt x="488443" y="60191"/>
                  <a:pt x="487340" y="60688"/>
                </a:cubicBezTo>
                <a:cubicBezTo>
                  <a:pt x="486045" y="61322"/>
                  <a:pt x="484557" y="61853"/>
                  <a:pt x="482875" y="62281"/>
                </a:cubicBezTo>
                <a:cubicBezTo>
                  <a:pt x="481194" y="62709"/>
                  <a:pt x="479223" y="62923"/>
                  <a:pt x="476963" y="62923"/>
                </a:cubicBezTo>
                <a:cubicBezTo>
                  <a:pt x="472802" y="62923"/>
                  <a:pt x="469274" y="61543"/>
                  <a:pt x="466380" y="58783"/>
                </a:cubicBezTo>
                <a:cubicBezTo>
                  <a:pt x="463486" y="56024"/>
                  <a:pt x="462039" y="52505"/>
                  <a:pt x="462039" y="48227"/>
                </a:cubicBezTo>
                <a:cubicBezTo>
                  <a:pt x="462039" y="44722"/>
                  <a:pt x="462790" y="41887"/>
                  <a:pt x="464292" y="39721"/>
                </a:cubicBezTo>
                <a:cubicBezTo>
                  <a:pt x="465794" y="37554"/>
                  <a:pt x="467937" y="35850"/>
                  <a:pt x="470721" y="34609"/>
                </a:cubicBezTo>
                <a:cubicBezTo>
                  <a:pt x="473532" y="33367"/>
                  <a:pt x="476908" y="32525"/>
                  <a:pt x="480850" y="32083"/>
                </a:cubicBezTo>
                <a:cubicBezTo>
                  <a:pt x="484791" y="31641"/>
                  <a:pt x="489022" y="31310"/>
                  <a:pt x="493542" y="31089"/>
                </a:cubicBezTo>
                <a:lnTo>
                  <a:pt x="493542" y="29880"/>
                </a:lnTo>
                <a:cubicBezTo>
                  <a:pt x="493542" y="28101"/>
                  <a:pt x="493232" y="26629"/>
                  <a:pt x="492611" y="25462"/>
                </a:cubicBezTo>
                <a:cubicBezTo>
                  <a:pt x="491991" y="24295"/>
                  <a:pt x="491102" y="23377"/>
                  <a:pt x="489945" y="22710"/>
                </a:cubicBezTo>
                <a:cubicBezTo>
                  <a:pt x="488842" y="22071"/>
                  <a:pt x="487519" y="21640"/>
                  <a:pt x="485976" y="21418"/>
                </a:cubicBezTo>
                <a:cubicBezTo>
                  <a:pt x="484433" y="21196"/>
                  <a:pt x="482820" y="21084"/>
                  <a:pt x="481139" y="21084"/>
                </a:cubicBezTo>
                <a:cubicBezTo>
                  <a:pt x="479099" y="21084"/>
                  <a:pt x="476826" y="21361"/>
                  <a:pt x="474317" y="21913"/>
                </a:cubicBezTo>
                <a:cubicBezTo>
                  <a:pt x="471809" y="22464"/>
                  <a:pt x="469219" y="23263"/>
                  <a:pt x="466545" y="24309"/>
                </a:cubicBezTo>
                <a:lnTo>
                  <a:pt x="466132" y="24309"/>
                </a:lnTo>
                <a:lnTo>
                  <a:pt x="466132" y="16413"/>
                </a:lnTo>
                <a:cubicBezTo>
                  <a:pt x="467648" y="15999"/>
                  <a:pt x="469839" y="15545"/>
                  <a:pt x="472705" y="15049"/>
                </a:cubicBezTo>
                <a:cubicBezTo>
                  <a:pt x="475572" y="14552"/>
                  <a:pt x="478397" y="14304"/>
                  <a:pt x="481180" y="14304"/>
                </a:cubicBezTo>
                <a:cubicBezTo>
                  <a:pt x="484433" y="14304"/>
                  <a:pt x="487264" y="14573"/>
                  <a:pt x="489676" y="15111"/>
                </a:cubicBezTo>
                <a:cubicBezTo>
                  <a:pt x="492088" y="15648"/>
                  <a:pt x="494175" y="16564"/>
                  <a:pt x="495939" y="17860"/>
                </a:cubicBezTo>
                <a:cubicBezTo>
                  <a:pt x="497676" y="19128"/>
                  <a:pt x="498999" y="20768"/>
                  <a:pt x="499908" y="22780"/>
                </a:cubicBezTo>
                <a:cubicBezTo>
                  <a:pt x="500818" y="24791"/>
                  <a:pt x="501273" y="27286"/>
                  <a:pt x="501273" y="30262"/>
                </a:cubicBezTo>
                <a:lnTo>
                  <a:pt x="501273" y="61600"/>
                </a:lnTo>
                <a:moveTo>
                  <a:pt x="493542" y="50289"/>
                </a:moveTo>
                <a:lnTo>
                  <a:pt x="493542" y="37373"/>
                </a:lnTo>
                <a:cubicBezTo>
                  <a:pt x="491171" y="37512"/>
                  <a:pt x="488381" y="37720"/>
                  <a:pt x="485170" y="37997"/>
                </a:cubicBezTo>
                <a:cubicBezTo>
                  <a:pt x="481959" y="38274"/>
                  <a:pt x="479416" y="38675"/>
                  <a:pt x="477542" y="39200"/>
                </a:cubicBezTo>
                <a:cubicBezTo>
                  <a:pt x="475310" y="39837"/>
                  <a:pt x="473504" y="40827"/>
                  <a:pt x="472126" y="42170"/>
                </a:cubicBezTo>
                <a:cubicBezTo>
                  <a:pt x="470748" y="43513"/>
                  <a:pt x="470059" y="45361"/>
                  <a:pt x="470059" y="47714"/>
                </a:cubicBezTo>
                <a:cubicBezTo>
                  <a:pt x="470059" y="50372"/>
                  <a:pt x="470859" y="52372"/>
                  <a:pt x="472457" y="53715"/>
                </a:cubicBezTo>
                <a:cubicBezTo>
                  <a:pt x="474056" y="55058"/>
                  <a:pt x="476495" y="55729"/>
                  <a:pt x="479775" y="55729"/>
                </a:cubicBezTo>
                <a:cubicBezTo>
                  <a:pt x="482503" y="55729"/>
                  <a:pt x="484998" y="55196"/>
                  <a:pt x="487258" y="54131"/>
                </a:cubicBezTo>
                <a:cubicBezTo>
                  <a:pt x="489518" y="53065"/>
                  <a:pt x="491612" y="51784"/>
                  <a:pt x="493542" y="50289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855401-BD22-4775-A975-845886EF3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91" y="2424480"/>
            <a:ext cx="363217" cy="218642"/>
          </a:xfrm>
          <a:custGeom xmlns:a="http://schemas.openxmlformats.org/drawingml/2006/main">
            <a:pathLst>
              <a:path w="363217" h="218642">
                <a:moveTo>
                  <a:pt x="0" y="0"/>
                </a:moveTo>
                <a:lnTo>
                  <a:pt x="363217" y="0"/>
                </a:lnTo>
                <a:lnTo>
                  <a:pt x="363217" y="218642"/>
                </a:lnTo>
                <a:lnTo>
                  <a:pt x="0" y="2186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5C581A-98AC-4898-BC12-BC30F78B5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92" y="2424483"/>
            <a:ext cx="363215" cy="218640"/>
          </a:xfrm>
          <a:custGeom xmlns:a="http://schemas.openxmlformats.org/drawingml/2006/main">
            <a:pathLst>
              <a:path w="363215" h="218640" fill="none">
                <a:moveTo>
                  <a:pt x="0" y="0"/>
                </a:moveTo>
                <a:lnTo>
                  <a:pt x="363215" y="0"/>
                </a:lnTo>
                <a:lnTo>
                  <a:pt x="363215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3" name="Text Cnidaria">
            <a:extLst xmlns:a="http://schemas.openxmlformats.org/drawingml/2006/main">
              <a:ext uri="{FF2B5EF4-FFF2-40B4-BE49-F238E27FC236}">
                <a16:creationId xmlns:a16="http://schemas.microsoft.com/office/drawing/2014/main" id="{372F015E-9151-4F71-88B2-3EF9810B1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3787" y="2460288"/>
            <a:ext cx="220136" cy="42798"/>
          </a:xfrm>
          <a:custGeom xmlns:a="http://schemas.openxmlformats.org/drawingml/2006/main">
            <a:pathLst>
              <a:path w="220136" h="42798">
                <a:moveTo>
                  <a:pt x="33285" y="39042"/>
                </a:moveTo>
                <a:cubicBezTo>
                  <a:pt x="32296" y="39474"/>
                  <a:pt x="31403" y="39880"/>
                  <a:pt x="30603" y="40258"/>
                </a:cubicBezTo>
                <a:cubicBezTo>
                  <a:pt x="29803" y="40637"/>
                  <a:pt x="28757" y="41033"/>
                  <a:pt x="27463" y="41447"/>
                </a:cubicBezTo>
                <a:cubicBezTo>
                  <a:pt x="26367" y="41790"/>
                  <a:pt x="25177" y="42083"/>
                  <a:pt x="23892" y="42326"/>
                </a:cubicBezTo>
                <a:cubicBezTo>
                  <a:pt x="22607" y="42569"/>
                  <a:pt x="21193" y="42691"/>
                  <a:pt x="19647" y="42691"/>
                </a:cubicBezTo>
                <a:cubicBezTo>
                  <a:pt x="16737" y="42691"/>
                  <a:pt x="14091" y="42282"/>
                  <a:pt x="11710" y="41463"/>
                </a:cubicBezTo>
                <a:cubicBezTo>
                  <a:pt x="9330" y="40645"/>
                  <a:pt x="7259" y="39364"/>
                  <a:pt x="5498" y="37620"/>
                </a:cubicBezTo>
                <a:cubicBezTo>
                  <a:pt x="3773" y="35912"/>
                  <a:pt x="2426" y="33741"/>
                  <a:pt x="1455" y="31107"/>
                </a:cubicBezTo>
                <a:cubicBezTo>
                  <a:pt x="485" y="28474"/>
                  <a:pt x="0" y="25413"/>
                  <a:pt x="0" y="21925"/>
                </a:cubicBezTo>
                <a:cubicBezTo>
                  <a:pt x="0" y="18616"/>
                  <a:pt x="467" y="15659"/>
                  <a:pt x="1401" y="13052"/>
                </a:cubicBezTo>
                <a:cubicBezTo>
                  <a:pt x="2336" y="10445"/>
                  <a:pt x="3683" y="8243"/>
                  <a:pt x="5444" y="6445"/>
                </a:cubicBezTo>
                <a:cubicBezTo>
                  <a:pt x="7151" y="4701"/>
                  <a:pt x="9213" y="3370"/>
                  <a:pt x="11629" y="2453"/>
                </a:cubicBezTo>
                <a:cubicBezTo>
                  <a:pt x="14046" y="1536"/>
                  <a:pt x="16728" y="1078"/>
                  <a:pt x="19674" y="1078"/>
                </a:cubicBezTo>
                <a:cubicBezTo>
                  <a:pt x="21830" y="1078"/>
                  <a:pt x="23982" y="1339"/>
                  <a:pt x="26129" y="1860"/>
                </a:cubicBezTo>
                <a:cubicBezTo>
                  <a:pt x="28276" y="2381"/>
                  <a:pt x="30661" y="3297"/>
                  <a:pt x="33285" y="4609"/>
                </a:cubicBezTo>
                <a:lnTo>
                  <a:pt x="33285" y="10942"/>
                </a:lnTo>
                <a:lnTo>
                  <a:pt x="32880" y="10942"/>
                </a:lnTo>
                <a:cubicBezTo>
                  <a:pt x="30670" y="9120"/>
                  <a:pt x="28478" y="7793"/>
                  <a:pt x="26304" y="6961"/>
                </a:cubicBezTo>
                <a:cubicBezTo>
                  <a:pt x="24130" y="6129"/>
                  <a:pt x="21803" y="5714"/>
                  <a:pt x="19324" y="5714"/>
                </a:cubicBezTo>
                <a:cubicBezTo>
                  <a:pt x="17294" y="5714"/>
                  <a:pt x="15465" y="6041"/>
                  <a:pt x="13839" y="6695"/>
                </a:cubicBezTo>
                <a:cubicBezTo>
                  <a:pt x="12213" y="7349"/>
                  <a:pt x="10762" y="8366"/>
                  <a:pt x="9487" y="9746"/>
                </a:cubicBezTo>
                <a:cubicBezTo>
                  <a:pt x="8247" y="11090"/>
                  <a:pt x="7281" y="12789"/>
                  <a:pt x="6590" y="14841"/>
                </a:cubicBezTo>
                <a:cubicBezTo>
                  <a:pt x="5898" y="16893"/>
                  <a:pt x="5552" y="19263"/>
                  <a:pt x="5552" y="21952"/>
                </a:cubicBezTo>
                <a:cubicBezTo>
                  <a:pt x="5552" y="24765"/>
                  <a:pt x="5934" y="27185"/>
                  <a:pt x="6697" y="29210"/>
                </a:cubicBezTo>
                <a:cubicBezTo>
                  <a:pt x="7461" y="31235"/>
                  <a:pt x="8445" y="32884"/>
                  <a:pt x="9648" y="34157"/>
                </a:cubicBezTo>
                <a:cubicBezTo>
                  <a:pt x="10906" y="35483"/>
                  <a:pt x="12375" y="36465"/>
                  <a:pt x="14055" y="37101"/>
                </a:cubicBezTo>
                <a:cubicBezTo>
                  <a:pt x="15735" y="37737"/>
                  <a:pt x="17509" y="38055"/>
                  <a:pt x="19378" y="38055"/>
                </a:cubicBezTo>
                <a:cubicBezTo>
                  <a:pt x="21947" y="38055"/>
                  <a:pt x="24355" y="37615"/>
                  <a:pt x="26601" y="36734"/>
                </a:cubicBezTo>
                <a:cubicBezTo>
                  <a:pt x="28847" y="35854"/>
                  <a:pt x="30949" y="34533"/>
                  <a:pt x="32907" y="32773"/>
                </a:cubicBezTo>
                <a:lnTo>
                  <a:pt x="33285" y="32773"/>
                </a:lnTo>
                <a:lnTo>
                  <a:pt x="33285" y="39042"/>
                </a:lnTo>
                <a:close/>
                <a:moveTo>
                  <a:pt x="65599" y="41936"/>
                </a:moveTo>
                <a:lnTo>
                  <a:pt x="60532" y="41936"/>
                </a:lnTo>
                <a:lnTo>
                  <a:pt x="60532" y="24777"/>
                </a:lnTo>
                <a:cubicBezTo>
                  <a:pt x="60532" y="23392"/>
                  <a:pt x="60451" y="22093"/>
                  <a:pt x="60289" y="20879"/>
                </a:cubicBezTo>
                <a:cubicBezTo>
                  <a:pt x="60128" y="19665"/>
                  <a:pt x="59831" y="18716"/>
                  <a:pt x="59400" y="18033"/>
                </a:cubicBezTo>
                <a:cubicBezTo>
                  <a:pt x="58951" y="17277"/>
                  <a:pt x="58304" y="16715"/>
                  <a:pt x="57459" y="16347"/>
                </a:cubicBezTo>
                <a:cubicBezTo>
                  <a:pt x="56615" y="15978"/>
                  <a:pt x="55519" y="15793"/>
                  <a:pt x="54171" y="15793"/>
                </a:cubicBezTo>
                <a:cubicBezTo>
                  <a:pt x="52788" y="15793"/>
                  <a:pt x="51341" y="16135"/>
                  <a:pt x="49832" y="16819"/>
                </a:cubicBezTo>
                <a:cubicBezTo>
                  <a:pt x="48323" y="17502"/>
                  <a:pt x="46877" y="18374"/>
                  <a:pt x="45493" y="19435"/>
                </a:cubicBezTo>
                <a:lnTo>
                  <a:pt x="45493" y="41936"/>
                </a:lnTo>
                <a:lnTo>
                  <a:pt x="40426" y="41936"/>
                </a:lnTo>
                <a:lnTo>
                  <a:pt x="40426" y="11805"/>
                </a:lnTo>
                <a:lnTo>
                  <a:pt x="45493" y="11805"/>
                </a:lnTo>
                <a:lnTo>
                  <a:pt x="45493" y="15127"/>
                </a:lnTo>
                <a:cubicBezTo>
                  <a:pt x="47074" y="13813"/>
                  <a:pt x="48709" y="12787"/>
                  <a:pt x="50398" y="12050"/>
                </a:cubicBezTo>
                <a:cubicBezTo>
                  <a:pt x="52087" y="11311"/>
                  <a:pt x="53821" y="10942"/>
                  <a:pt x="55600" y="10942"/>
                </a:cubicBezTo>
                <a:cubicBezTo>
                  <a:pt x="58852" y="10942"/>
                  <a:pt x="61331" y="11923"/>
                  <a:pt x="63038" y="13885"/>
                </a:cubicBezTo>
                <a:cubicBezTo>
                  <a:pt x="64745" y="15847"/>
                  <a:pt x="65599" y="18673"/>
                  <a:pt x="65599" y="22363"/>
                </a:cubicBezTo>
                <a:lnTo>
                  <a:pt x="65599" y="41936"/>
                </a:lnTo>
                <a:close/>
                <a:moveTo>
                  <a:pt x="80799" y="6792"/>
                </a:moveTo>
                <a:lnTo>
                  <a:pt x="75085" y="6792"/>
                </a:lnTo>
                <a:lnTo>
                  <a:pt x="75085" y="1509"/>
                </a:lnTo>
                <a:lnTo>
                  <a:pt x="80799" y="1509"/>
                </a:lnTo>
                <a:lnTo>
                  <a:pt x="80799" y="6792"/>
                </a:lnTo>
                <a:moveTo>
                  <a:pt x="80476" y="41936"/>
                </a:moveTo>
                <a:lnTo>
                  <a:pt x="75409" y="41936"/>
                </a:lnTo>
                <a:lnTo>
                  <a:pt x="75409" y="11805"/>
                </a:lnTo>
                <a:lnTo>
                  <a:pt x="80476" y="11805"/>
                </a:lnTo>
                <a:lnTo>
                  <a:pt x="80476" y="41936"/>
                </a:lnTo>
                <a:close/>
                <a:moveTo>
                  <a:pt x="114919" y="41936"/>
                </a:moveTo>
                <a:lnTo>
                  <a:pt x="109852" y="41936"/>
                </a:lnTo>
                <a:lnTo>
                  <a:pt x="109852" y="38799"/>
                </a:lnTo>
                <a:cubicBezTo>
                  <a:pt x="108397" y="40061"/>
                  <a:pt x="106879" y="41042"/>
                  <a:pt x="105298" y="41745"/>
                </a:cubicBezTo>
                <a:cubicBezTo>
                  <a:pt x="103716" y="42447"/>
                  <a:pt x="102001" y="42798"/>
                  <a:pt x="100150" y="42798"/>
                </a:cubicBezTo>
                <a:cubicBezTo>
                  <a:pt x="96556" y="42798"/>
                  <a:pt x="93704" y="41411"/>
                  <a:pt x="91593" y="38638"/>
                </a:cubicBezTo>
                <a:cubicBezTo>
                  <a:pt x="89482" y="35863"/>
                  <a:pt x="88426" y="32018"/>
                  <a:pt x="88426" y="27100"/>
                </a:cubicBezTo>
                <a:cubicBezTo>
                  <a:pt x="88426" y="24542"/>
                  <a:pt x="88790" y="22263"/>
                  <a:pt x="89518" y="20264"/>
                </a:cubicBezTo>
                <a:cubicBezTo>
                  <a:pt x="90245" y="18264"/>
                  <a:pt x="91229" y="16562"/>
                  <a:pt x="92469" y="15157"/>
                </a:cubicBezTo>
                <a:cubicBezTo>
                  <a:pt x="93691" y="13789"/>
                  <a:pt x="95114" y="12744"/>
                  <a:pt x="96741" y="12024"/>
                </a:cubicBezTo>
                <a:cubicBezTo>
                  <a:pt x="98367" y="11303"/>
                  <a:pt x="100051" y="10942"/>
                  <a:pt x="101794" y="10942"/>
                </a:cubicBezTo>
                <a:cubicBezTo>
                  <a:pt x="103375" y="10942"/>
                  <a:pt x="104776" y="11109"/>
                  <a:pt x="105998" y="11442"/>
                </a:cubicBezTo>
                <a:cubicBezTo>
                  <a:pt x="107220" y="11775"/>
                  <a:pt x="108505" y="12293"/>
                  <a:pt x="109852" y="12995"/>
                </a:cubicBezTo>
                <a:lnTo>
                  <a:pt x="109852" y="0"/>
                </a:lnTo>
                <a:lnTo>
                  <a:pt x="114919" y="0"/>
                </a:lnTo>
                <a:lnTo>
                  <a:pt x="114919" y="41936"/>
                </a:lnTo>
                <a:moveTo>
                  <a:pt x="109852" y="34524"/>
                </a:moveTo>
                <a:lnTo>
                  <a:pt x="109852" y="17249"/>
                </a:lnTo>
                <a:cubicBezTo>
                  <a:pt x="108487" y="16638"/>
                  <a:pt x="107265" y="16216"/>
                  <a:pt x="106187" y="15982"/>
                </a:cubicBezTo>
                <a:cubicBezTo>
                  <a:pt x="105109" y="15748"/>
                  <a:pt x="103932" y="15632"/>
                  <a:pt x="102656" y="15632"/>
                </a:cubicBezTo>
                <a:cubicBezTo>
                  <a:pt x="99817" y="15632"/>
                  <a:pt x="97607" y="16620"/>
                  <a:pt x="96026" y="18596"/>
                </a:cubicBezTo>
                <a:cubicBezTo>
                  <a:pt x="94445" y="20573"/>
                  <a:pt x="93655" y="23376"/>
                  <a:pt x="93655" y="27005"/>
                </a:cubicBezTo>
                <a:cubicBezTo>
                  <a:pt x="93655" y="30581"/>
                  <a:pt x="94266" y="33298"/>
                  <a:pt x="95487" y="35158"/>
                </a:cubicBezTo>
                <a:cubicBezTo>
                  <a:pt x="96709" y="37017"/>
                  <a:pt x="98668" y="37947"/>
                  <a:pt x="101363" y="37947"/>
                </a:cubicBezTo>
                <a:cubicBezTo>
                  <a:pt x="102800" y="37947"/>
                  <a:pt x="104255" y="37628"/>
                  <a:pt x="105729" y="36990"/>
                </a:cubicBezTo>
                <a:cubicBezTo>
                  <a:pt x="107202" y="36353"/>
                  <a:pt x="108577" y="35531"/>
                  <a:pt x="109852" y="34524"/>
                </a:cubicBezTo>
                <a:close/>
                <a:moveTo>
                  <a:pt x="148285" y="41936"/>
                </a:moveTo>
                <a:lnTo>
                  <a:pt x="143245" y="41936"/>
                </a:lnTo>
                <a:lnTo>
                  <a:pt x="143245" y="38751"/>
                </a:lnTo>
                <a:cubicBezTo>
                  <a:pt x="142796" y="39057"/>
                  <a:pt x="142189" y="39484"/>
                  <a:pt x="141426" y="40032"/>
                </a:cubicBezTo>
                <a:cubicBezTo>
                  <a:pt x="140662" y="40581"/>
                  <a:pt x="139921" y="41017"/>
                  <a:pt x="139202" y="41341"/>
                </a:cubicBezTo>
                <a:cubicBezTo>
                  <a:pt x="138358" y="41755"/>
                  <a:pt x="137387" y="42101"/>
                  <a:pt x="136291" y="42380"/>
                </a:cubicBezTo>
                <a:cubicBezTo>
                  <a:pt x="135195" y="42659"/>
                  <a:pt x="133911" y="42798"/>
                  <a:pt x="132437" y="42798"/>
                </a:cubicBezTo>
                <a:cubicBezTo>
                  <a:pt x="129724" y="42798"/>
                  <a:pt x="127424" y="41899"/>
                  <a:pt x="125538" y="40100"/>
                </a:cubicBezTo>
                <a:cubicBezTo>
                  <a:pt x="123651" y="38301"/>
                  <a:pt x="122708" y="36007"/>
                  <a:pt x="122708" y="33218"/>
                </a:cubicBezTo>
                <a:cubicBezTo>
                  <a:pt x="122708" y="30933"/>
                  <a:pt x="123198" y="29085"/>
                  <a:pt x="124177" y="27673"/>
                </a:cubicBezTo>
                <a:cubicBezTo>
                  <a:pt x="125156" y="26260"/>
                  <a:pt x="126553" y="25149"/>
                  <a:pt x="128368" y="24340"/>
                </a:cubicBezTo>
                <a:cubicBezTo>
                  <a:pt x="130200" y="23531"/>
                  <a:pt x="132401" y="22982"/>
                  <a:pt x="134971" y="22694"/>
                </a:cubicBezTo>
                <a:cubicBezTo>
                  <a:pt x="137540" y="22406"/>
                  <a:pt x="140298" y="22190"/>
                  <a:pt x="143245" y="22046"/>
                </a:cubicBezTo>
                <a:lnTo>
                  <a:pt x="143245" y="21258"/>
                </a:lnTo>
                <a:cubicBezTo>
                  <a:pt x="143245" y="20098"/>
                  <a:pt x="143043" y="19138"/>
                  <a:pt x="142638" y="18377"/>
                </a:cubicBezTo>
                <a:cubicBezTo>
                  <a:pt x="142234" y="17616"/>
                  <a:pt x="141655" y="17018"/>
                  <a:pt x="140900" y="16583"/>
                </a:cubicBezTo>
                <a:cubicBezTo>
                  <a:pt x="140181" y="16167"/>
                  <a:pt x="139319" y="15886"/>
                  <a:pt x="138313" y="15741"/>
                </a:cubicBezTo>
                <a:cubicBezTo>
                  <a:pt x="137307" y="15596"/>
                  <a:pt x="136255" y="15524"/>
                  <a:pt x="135159" y="15524"/>
                </a:cubicBezTo>
                <a:cubicBezTo>
                  <a:pt x="133830" y="15524"/>
                  <a:pt x="132348" y="15704"/>
                  <a:pt x="130713" y="16064"/>
                </a:cubicBezTo>
                <a:cubicBezTo>
                  <a:pt x="129077" y="16423"/>
                  <a:pt x="127389" y="16944"/>
                  <a:pt x="125646" y="17626"/>
                </a:cubicBezTo>
                <a:lnTo>
                  <a:pt x="125376" y="17626"/>
                </a:lnTo>
                <a:lnTo>
                  <a:pt x="125376" y="12478"/>
                </a:lnTo>
                <a:cubicBezTo>
                  <a:pt x="126364" y="12209"/>
                  <a:pt x="127793" y="11912"/>
                  <a:pt x="129661" y="11589"/>
                </a:cubicBezTo>
                <a:cubicBezTo>
                  <a:pt x="131530" y="11266"/>
                  <a:pt x="133372" y="11104"/>
                  <a:pt x="135186" y="11104"/>
                </a:cubicBezTo>
                <a:cubicBezTo>
                  <a:pt x="137307" y="11104"/>
                  <a:pt x="139153" y="11279"/>
                  <a:pt x="140725" y="11629"/>
                </a:cubicBezTo>
                <a:cubicBezTo>
                  <a:pt x="142297" y="11980"/>
                  <a:pt x="143658" y="12577"/>
                  <a:pt x="144808" y="13422"/>
                </a:cubicBezTo>
                <a:cubicBezTo>
                  <a:pt x="145940" y="14248"/>
                  <a:pt x="146802" y="15317"/>
                  <a:pt x="147395" y="16629"/>
                </a:cubicBezTo>
                <a:cubicBezTo>
                  <a:pt x="147988" y="17940"/>
                  <a:pt x="148285" y="19566"/>
                  <a:pt x="148285" y="21507"/>
                </a:cubicBezTo>
                <a:lnTo>
                  <a:pt x="148285" y="41936"/>
                </a:lnTo>
                <a:moveTo>
                  <a:pt x="143245" y="34562"/>
                </a:moveTo>
                <a:lnTo>
                  <a:pt x="143245" y="26143"/>
                </a:lnTo>
                <a:cubicBezTo>
                  <a:pt x="141700" y="26233"/>
                  <a:pt x="139880" y="26369"/>
                  <a:pt x="137787" y="26549"/>
                </a:cubicBezTo>
                <a:cubicBezTo>
                  <a:pt x="135694" y="26730"/>
                  <a:pt x="134037" y="26991"/>
                  <a:pt x="132815" y="27333"/>
                </a:cubicBezTo>
                <a:cubicBezTo>
                  <a:pt x="131359" y="27749"/>
                  <a:pt x="130182" y="28394"/>
                  <a:pt x="129284" y="29270"/>
                </a:cubicBezTo>
                <a:cubicBezTo>
                  <a:pt x="128386" y="30145"/>
                  <a:pt x="127937" y="31350"/>
                  <a:pt x="127937" y="32884"/>
                </a:cubicBezTo>
                <a:cubicBezTo>
                  <a:pt x="127937" y="34616"/>
                  <a:pt x="128458" y="35920"/>
                  <a:pt x="129500" y="36796"/>
                </a:cubicBezTo>
                <a:cubicBezTo>
                  <a:pt x="130542" y="37671"/>
                  <a:pt x="132132" y="38109"/>
                  <a:pt x="134270" y="38109"/>
                </a:cubicBezTo>
                <a:cubicBezTo>
                  <a:pt x="136049" y="38109"/>
                  <a:pt x="137675" y="37762"/>
                  <a:pt x="139148" y="37067"/>
                </a:cubicBezTo>
                <a:cubicBezTo>
                  <a:pt x="140622" y="36372"/>
                  <a:pt x="141987" y="35537"/>
                  <a:pt x="143245" y="34562"/>
                </a:cubicBezTo>
                <a:close/>
                <a:moveTo>
                  <a:pt x="176826" y="17303"/>
                </a:moveTo>
                <a:lnTo>
                  <a:pt x="176556" y="17303"/>
                </a:lnTo>
                <a:cubicBezTo>
                  <a:pt x="175802" y="17132"/>
                  <a:pt x="175070" y="17009"/>
                  <a:pt x="174360" y="16933"/>
                </a:cubicBezTo>
                <a:cubicBezTo>
                  <a:pt x="173650" y="16856"/>
                  <a:pt x="172810" y="16817"/>
                  <a:pt x="171840" y="16817"/>
                </a:cubicBezTo>
                <a:cubicBezTo>
                  <a:pt x="170277" y="16817"/>
                  <a:pt x="168767" y="17164"/>
                  <a:pt x="167312" y="17857"/>
                </a:cubicBezTo>
                <a:cubicBezTo>
                  <a:pt x="165857" y="18549"/>
                  <a:pt x="164455" y="19444"/>
                  <a:pt x="163108" y="20541"/>
                </a:cubicBezTo>
                <a:lnTo>
                  <a:pt x="163108" y="41936"/>
                </a:lnTo>
                <a:lnTo>
                  <a:pt x="158041" y="41936"/>
                </a:lnTo>
                <a:lnTo>
                  <a:pt x="158041" y="11805"/>
                </a:lnTo>
                <a:lnTo>
                  <a:pt x="163108" y="11805"/>
                </a:lnTo>
                <a:lnTo>
                  <a:pt x="163108" y="16256"/>
                </a:lnTo>
                <a:cubicBezTo>
                  <a:pt x="165120" y="14637"/>
                  <a:pt x="166894" y="13490"/>
                  <a:pt x="168431" y="12816"/>
                </a:cubicBezTo>
                <a:cubicBezTo>
                  <a:pt x="169967" y="12142"/>
                  <a:pt x="171534" y="11805"/>
                  <a:pt x="173134" y="11805"/>
                </a:cubicBezTo>
                <a:cubicBezTo>
                  <a:pt x="174014" y="11805"/>
                  <a:pt x="174652" y="11827"/>
                  <a:pt x="175047" y="11872"/>
                </a:cubicBezTo>
                <a:cubicBezTo>
                  <a:pt x="175442" y="11916"/>
                  <a:pt x="176035" y="12001"/>
                  <a:pt x="176826" y="12126"/>
                </a:cubicBezTo>
                <a:lnTo>
                  <a:pt x="176826" y="17303"/>
                </a:lnTo>
                <a:close/>
                <a:moveTo>
                  <a:pt x="187040" y="6792"/>
                </a:moveTo>
                <a:lnTo>
                  <a:pt x="181327" y="6792"/>
                </a:lnTo>
                <a:lnTo>
                  <a:pt x="181327" y="1509"/>
                </a:lnTo>
                <a:lnTo>
                  <a:pt x="187040" y="1509"/>
                </a:lnTo>
                <a:lnTo>
                  <a:pt x="187040" y="6792"/>
                </a:lnTo>
                <a:moveTo>
                  <a:pt x="186717" y="41936"/>
                </a:moveTo>
                <a:lnTo>
                  <a:pt x="181650" y="41936"/>
                </a:lnTo>
                <a:lnTo>
                  <a:pt x="181650" y="11805"/>
                </a:lnTo>
                <a:lnTo>
                  <a:pt x="186717" y="11805"/>
                </a:lnTo>
                <a:lnTo>
                  <a:pt x="186717" y="41936"/>
                </a:lnTo>
                <a:close/>
                <a:moveTo>
                  <a:pt x="220136" y="41936"/>
                </a:moveTo>
                <a:lnTo>
                  <a:pt x="215096" y="41936"/>
                </a:lnTo>
                <a:lnTo>
                  <a:pt x="215096" y="38751"/>
                </a:lnTo>
                <a:cubicBezTo>
                  <a:pt x="214647" y="39057"/>
                  <a:pt x="214041" y="39484"/>
                  <a:pt x="213277" y="40032"/>
                </a:cubicBezTo>
                <a:cubicBezTo>
                  <a:pt x="212514" y="40581"/>
                  <a:pt x="211772" y="41017"/>
                  <a:pt x="211054" y="41341"/>
                </a:cubicBezTo>
                <a:cubicBezTo>
                  <a:pt x="210209" y="41755"/>
                  <a:pt x="209239" y="42101"/>
                  <a:pt x="208143" y="42380"/>
                </a:cubicBezTo>
                <a:cubicBezTo>
                  <a:pt x="207047" y="42659"/>
                  <a:pt x="205762" y="42798"/>
                  <a:pt x="204289" y="42798"/>
                </a:cubicBezTo>
                <a:cubicBezTo>
                  <a:pt x="201576" y="42798"/>
                  <a:pt x="199276" y="41899"/>
                  <a:pt x="197389" y="40100"/>
                </a:cubicBezTo>
                <a:cubicBezTo>
                  <a:pt x="195503" y="38301"/>
                  <a:pt x="194560" y="36007"/>
                  <a:pt x="194560" y="33218"/>
                </a:cubicBezTo>
                <a:cubicBezTo>
                  <a:pt x="194560" y="30933"/>
                  <a:pt x="195049" y="29085"/>
                  <a:pt x="196028" y="27673"/>
                </a:cubicBezTo>
                <a:cubicBezTo>
                  <a:pt x="197008" y="26260"/>
                  <a:pt x="198405" y="25149"/>
                  <a:pt x="200219" y="24340"/>
                </a:cubicBezTo>
                <a:cubicBezTo>
                  <a:pt x="202052" y="23531"/>
                  <a:pt x="204253" y="22982"/>
                  <a:pt x="206822" y="22694"/>
                </a:cubicBezTo>
                <a:cubicBezTo>
                  <a:pt x="209392" y="22406"/>
                  <a:pt x="212150" y="22190"/>
                  <a:pt x="215096" y="22046"/>
                </a:cubicBezTo>
                <a:lnTo>
                  <a:pt x="215096" y="21258"/>
                </a:lnTo>
                <a:cubicBezTo>
                  <a:pt x="215096" y="20098"/>
                  <a:pt x="214894" y="19138"/>
                  <a:pt x="214490" y="18377"/>
                </a:cubicBezTo>
                <a:cubicBezTo>
                  <a:pt x="214086" y="17616"/>
                  <a:pt x="213506" y="17018"/>
                  <a:pt x="212752" y="16583"/>
                </a:cubicBezTo>
                <a:cubicBezTo>
                  <a:pt x="212033" y="16167"/>
                  <a:pt x="211170" y="15886"/>
                  <a:pt x="210164" y="15741"/>
                </a:cubicBezTo>
                <a:cubicBezTo>
                  <a:pt x="209158" y="15596"/>
                  <a:pt x="208107" y="15524"/>
                  <a:pt x="207011" y="15524"/>
                </a:cubicBezTo>
                <a:cubicBezTo>
                  <a:pt x="205681" y="15524"/>
                  <a:pt x="204199" y="15704"/>
                  <a:pt x="202564" y="16064"/>
                </a:cubicBezTo>
                <a:cubicBezTo>
                  <a:pt x="200929" y="16423"/>
                  <a:pt x="199240" y="16944"/>
                  <a:pt x="197497" y="17626"/>
                </a:cubicBezTo>
                <a:lnTo>
                  <a:pt x="197228" y="17626"/>
                </a:lnTo>
                <a:lnTo>
                  <a:pt x="197228" y="12478"/>
                </a:lnTo>
                <a:cubicBezTo>
                  <a:pt x="198216" y="12209"/>
                  <a:pt x="199644" y="11912"/>
                  <a:pt x="201513" y="11589"/>
                </a:cubicBezTo>
                <a:cubicBezTo>
                  <a:pt x="203382" y="11266"/>
                  <a:pt x="205223" y="11104"/>
                  <a:pt x="207038" y="11104"/>
                </a:cubicBezTo>
                <a:cubicBezTo>
                  <a:pt x="209158" y="11104"/>
                  <a:pt x="211004" y="11279"/>
                  <a:pt x="212576" y="11629"/>
                </a:cubicBezTo>
                <a:cubicBezTo>
                  <a:pt x="214149" y="11980"/>
                  <a:pt x="215510" y="12577"/>
                  <a:pt x="216660" y="13422"/>
                </a:cubicBezTo>
                <a:cubicBezTo>
                  <a:pt x="217791" y="14248"/>
                  <a:pt x="218654" y="15317"/>
                  <a:pt x="219247" y="16629"/>
                </a:cubicBezTo>
                <a:cubicBezTo>
                  <a:pt x="219840" y="17940"/>
                  <a:pt x="220136" y="19566"/>
                  <a:pt x="220136" y="21507"/>
                </a:cubicBezTo>
                <a:lnTo>
                  <a:pt x="220136" y="41936"/>
                </a:lnTo>
                <a:moveTo>
                  <a:pt x="215096" y="34562"/>
                </a:moveTo>
                <a:lnTo>
                  <a:pt x="215096" y="26143"/>
                </a:lnTo>
                <a:cubicBezTo>
                  <a:pt x="213551" y="26233"/>
                  <a:pt x="211732" y="26369"/>
                  <a:pt x="209639" y="26549"/>
                </a:cubicBezTo>
                <a:cubicBezTo>
                  <a:pt x="207546" y="26730"/>
                  <a:pt x="205888" y="26991"/>
                  <a:pt x="204666" y="27333"/>
                </a:cubicBezTo>
                <a:cubicBezTo>
                  <a:pt x="203211" y="27749"/>
                  <a:pt x="202034" y="28394"/>
                  <a:pt x="201136" y="29270"/>
                </a:cubicBezTo>
                <a:cubicBezTo>
                  <a:pt x="200237" y="30145"/>
                  <a:pt x="199788" y="31350"/>
                  <a:pt x="199788" y="32884"/>
                </a:cubicBezTo>
                <a:cubicBezTo>
                  <a:pt x="199788" y="34616"/>
                  <a:pt x="200309" y="35920"/>
                  <a:pt x="201351" y="36796"/>
                </a:cubicBezTo>
                <a:cubicBezTo>
                  <a:pt x="202393" y="37671"/>
                  <a:pt x="203984" y="38109"/>
                  <a:pt x="206122" y="38109"/>
                </a:cubicBezTo>
                <a:cubicBezTo>
                  <a:pt x="207900" y="38109"/>
                  <a:pt x="209526" y="37762"/>
                  <a:pt x="211000" y="37067"/>
                </a:cubicBezTo>
                <a:cubicBezTo>
                  <a:pt x="212473" y="36372"/>
                  <a:pt x="213839" y="35537"/>
                  <a:pt x="215096" y="3456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13E337-1CF4-4585-A7C0-ABAB00588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905" y="2424480"/>
            <a:ext cx="259150" cy="218642"/>
          </a:xfrm>
          <a:custGeom xmlns:a="http://schemas.openxmlformats.org/drawingml/2006/main">
            <a:pathLst>
              <a:path w="259150" h="218642">
                <a:moveTo>
                  <a:pt x="0" y="0"/>
                </a:moveTo>
                <a:lnTo>
                  <a:pt x="259150" y="0"/>
                </a:lnTo>
                <a:lnTo>
                  <a:pt x="259150" y="218642"/>
                </a:lnTo>
                <a:lnTo>
                  <a:pt x="0" y="2186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BA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DE6A9-F532-4E29-B09D-D35753498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8905" y="2424483"/>
            <a:ext cx="259150" cy="218640"/>
          </a:xfrm>
          <a:custGeom xmlns:a="http://schemas.openxmlformats.org/drawingml/2006/main">
            <a:pathLst>
              <a:path w="259150" h="218640" fill="none">
                <a:moveTo>
                  <a:pt x="0" y="0"/>
                </a:moveTo>
                <a:lnTo>
                  <a:pt x="259150" y="0"/>
                </a:lnTo>
                <a:lnTo>
                  <a:pt x="259150" y="218640"/>
                </a:lnTo>
                <a:lnTo>
                  <a:pt x="0" y="2186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6" name="Text Echinodermata">
            <a:extLst xmlns:a="http://schemas.openxmlformats.org/drawingml/2006/main">
              <a:ext uri="{FF2B5EF4-FFF2-40B4-BE49-F238E27FC236}">
                <a16:creationId xmlns:a16="http://schemas.microsoft.com/office/drawing/2014/main" id="{28E67744-82DB-4343-8FD4-A778A5F4B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010" y="2450967"/>
            <a:ext cx="120929" cy="12793"/>
          </a:xfrm>
          <a:custGeom xmlns:a="http://schemas.openxmlformats.org/drawingml/2006/main">
            <a:pathLst>
              <a:path w="120929" h="12793">
                <a:moveTo>
                  <a:pt x="7903" y="12535"/>
                </a:moveTo>
                <a:lnTo>
                  <a:pt x="0" y="12535"/>
                </a:lnTo>
                <a:lnTo>
                  <a:pt x="0" y="532"/>
                </a:lnTo>
                <a:lnTo>
                  <a:pt x="7903" y="532"/>
                </a:lnTo>
                <a:lnTo>
                  <a:pt x="7903" y="1950"/>
                </a:lnTo>
                <a:lnTo>
                  <a:pt x="1595" y="1950"/>
                </a:lnTo>
                <a:lnTo>
                  <a:pt x="1595" y="5236"/>
                </a:lnTo>
                <a:lnTo>
                  <a:pt x="7903" y="5236"/>
                </a:lnTo>
                <a:lnTo>
                  <a:pt x="7903" y="6654"/>
                </a:lnTo>
                <a:lnTo>
                  <a:pt x="1595" y="6654"/>
                </a:lnTo>
                <a:lnTo>
                  <a:pt x="1595" y="11117"/>
                </a:lnTo>
                <a:lnTo>
                  <a:pt x="7903" y="11117"/>
                </a:lnTo>
                <a:lnTo>
                  <a:pt x="7903" y="12535"/>
                </a:lnTo>
                <a:close/>
                <a:moveTo>
                  <a:pt x="16966" y="11979"/>
                </a:moveTo>
                <a:cubicBezTo>
                  <a:pt x="16461" y="12221"/>
                  <a:pt x="15982" y="12409"/>
                  <a:pt x="15528" y="12543"/>
                </a:cubicBezTo>
                <a:cubicBezTo>
                  <a:pt x="15074" y="12678"/>
                  <a:pt x="14592" y="12745"/>
                  <a:pt x="14082" y="12745"/>
                </a:cubicBezTo>
                <a:cubicBezTo>
                  <a:pt x="13432" y="12745"/>
                  <a:pt x="12836" y="12649"/>
                  <a:pt x="12293" y="12458"/>
                </a:cubicBezTo>
                <a:cubicBezTo>
                  <a:pt x="11751" y="12267"/>
                  <a:pt x="11286" y="11978"/>
                  <a:pt x="10900" y="11591"/>
                </a:cubicBezTo>
                <a:cubicBezTo>
                  <a:pt x="10508" y="11203"/>
                  <a:pt x="10204" y="10714"/>
                  <a:pt x="9989" y="10122"/>
                </a:cubicBezTo>
                <a:cubicBezTo>
                  <a:pt x="9775" y="9530"/>
                  <a:pt x="9667" y="8839"/>
                  <a:pt x="9667" y="8048"/>
                </a:cubicBezTo>
                <a:cubicBezTo>
                  <a:pt x="9667" y="6574"/>
                  <a:pt x="10071" y="5417"/>
                  <a:pt x="10880" y="4578"/>
                </a:cubicBezTo>
                <a:cubicBezTo>
                  <a:pt x="11688" y="3739"/>
                  <a:pt x="12755" y="3319"/>
                  <a:pt x="14082" y="3319"/>
                </a:cubicBezTo>
                <a:cubicBezTo>
                  <a:pt x="14597" y="3319"/>
                  <a:pt x="15104" y="3392"/>
                  <a:pt x="15600" y="3537"/>
                </a:cubicBezTo>
                <a:cubicBezTo>
                  <a:pt x="16097" y="3682"/>
                  <a:pt x="16552" y="3859"/>
                  <a:pt x="16966" y="4068"/>
                </a:cubicBezTo>
                <a:lnTo>
                  <a:pt x="16966" y="5752"/>
                </a:lnTo>
                <a:lnTo>
                  <a:pt x="16885" y="5752"/>
                </a:lnTo>
                <a:cubicBezTo>
                  <a:pt x="16423" y="5395"/>
                  <a:pt x="15947" y="5120"/>
                  <a:pt x="15455" y="4928"/>
                </a:cubicBezTo>
                <a:cubicBezTo>
                  <a:pt x="14964" y="4736"/>
                  <a:pt x="14485" y="4640"/>
                  <a:pt x="14017" y="4640"/>
                </a:cubicBezTo>
                <a:cubicBezTo>
                  <a:pt x="13158" y="4640"/>
                  <a:pt x="12480" y="4929"/>
                  <a:pt x="11983" y="5506"/>
                </a:cubicBezTo>
                <a:cubicBezTo>
                  <a:pt x="11486" y="6084"/>
                  <a:pt x="11238" y="6931"/>
                  <a:pt x="11238" y="8048"/>
                </a:cubicBezTo>
                <a:cubicBezTo>
                  <a:pt x="11238" y="9133"/>
                  <a:pt x="11481" y="9967"/>
                  <a:pt x="11967" y="10549"/>
                </a:cubicBezTo>
                <a:cubicBezTo>
                  <a:pt x="12453" y="11132"/>
                  <a:pt x="13137" y="11423"/>
                  <a:pt x="14017" y="11423"/>
                </a:cubicBezTo>
                <a:cubicBezTo>
                  <a:pt x="14324" y="11423"/>
                  <a:pt x="14635" y="11384"/>
                  <a:pt x="14952" y="11304"/>
                </a:cubicBezTo>
                <a:cubicBezTo>
                  <a:pt x="15269" y="11224"/>
                  <a:pt x="15553" y="11120"/>
                  <a:pt x="15806" y="10991"/>
                </a:cubicBezTo>
                <a:cubicBezTo>
                  <a:pt x="16026" y="10880"/>
                  <a:pt x="16233" y="10761"/>
                  <a:pt x="16426" y="10636"/>
                </a:cubicBezTo>
                <a:cubicBezTo>
                  <a:pt x="16619" y="10510"/>
                  <a:pt x="16773" y="10402"/>
                  <a:pt x="16885" y="10312"/>
                </a:cubicBezTo>
                <a:lnTo>
                  <a:pt x="16966" y="10312"/>
                </a:lnTo>
                <a:lnTo>
                  <a:pt x="16966" y="11979"/>
                </a:lnTo>
                <a:close/>
                <a:moveTo>
                  <a:pt x="26432" y="12535"/>
                </a:moveTo>
                <a:lnTo>
                  <a:pt x="24918" y="12535"/>
                </a:lnTo>
                <a:lnTo>
                  <a:pt x="24918" y="7406"/>
                </a:lnTo>
                <a:cubicBezTo>
                  <a:pt x="24918" y="6992"/>
                  <a:pt x="24893" y="6604"/>
                  <a:pt x="24845" y="6241"/>
                </a:cubicBezTo>
                <a:cubicBezTo>
                  <a:pt x="24797" y="5878"/>
                  <a:pt x="24708" y="5594"/>
                  <a:pt x="24579" y="5390"/>
                </a:cubicBezTo>
                <a:cubicBezTo>
                  <a:pt x="24445" y="5164"/>
                  <a:pt x="24252" y="4996"/>
                  <a:pt x="23999" y="4886"/>
                </a:cubicBezTo>
                <a:cubicBezTo>
                  <a:pt x="23747" y="4776"/>
                  <a:pt x="23419" y="4721"/>
                  <a:pt x="23016" y="4721"/>
                </a:cubicBezTo>
                <a:cubicBezTo>
                  <a:pt x="22603" y="4721"/>
                  <a:pt x="22171" y="4823"/>
                  <a:pt x="21719" y="5027"/>
                </a:cubicBezTo>
                <a:cubicBezTo>
                  <a:pt x="21268" y="5232"/>
                  <a:pt x="20836" y="5492"/>
                  <a:pt x="20422" y="5809"/>
                </a:cubicBezTo>
                <a:lnTo>
                  <a:pt x="20422" y="12535"/>
                </a:lnTo>
                <a:lnTo>
                  <a:pt x="18908" y="12535"/>
                </a:lnTo>
                <a:lnTo>
                  <a:pt x="18908" y="0"/>
                </a:lnTo>
                <a:lnTo>
                  <a:pt x="20422" y="0"/>
                </a:lnTo>
                <a:lnTo>
                  <a:pt x="20422" y="4522"/>
                </a:lnTo>
                <a:cubicBezTo>
                  <a:pt x="20895" y="4129"/>
                  <a:pt x="21384" y="3822"/>
                  <a:pt x="21889" y="3602"/>
                </a:cubicBezTo>
                <a:cubicBezTo>
                  <a:pt x="22393" y="3381"/>
                  <a:pt x="22912" y="3271"/>
                  <a:pt x="23443" y="3271"/>
                </a:cubicBezTo>
                <a:cubicBezTo>
                  <a:pt x="24415" y="3271"/>
                  <a:pt x="25157" y="3564"/>
                  <a:pt x="25667" y="4150"/>
                </a:cubicBezTo>
                <a:cubicBezTo>
                  <a:pt x="26177" y="4737"/>
                  <a:pt x="26432" y="5581"/>
                  <a:pt x="26432" y="6684"/>
                </a:cubicBezTo>
                <a:lnTo>
                  <a:pt x="26432" y="12535"/>
                </a:lnTo>
                <a:close/>
                <a:moveTo>
                  <a:pt x="30976" y="2030"/>
                </a:moveTo>
                <a:lnTo>
                  <a:pt x="29268" y="2030"/>
                </a:lnTo>
                <a:lnTo>
                  <a:pt x="29268" y="451"/>
                </a:lnTo>
                <a:lnTo>
                  <a:pt x="30976" y="451"/>
                </a:lnTo>
                <a:lnTo>
                  <a:pt x="30976" y="2030"/>
                </a:lnTo>
                <a:moveTo>
                  <a:pt x="30879" y="12535"/>
                </a:moveTo>
                <a:lnTo>
                  <a:pt x="29364" y="12535"/>
                </a:lnTo>
                <a:lnTo>
                  <a:pt x="29364" y="3529"/>
                </a:lnTo>
                <a:lnTo>
                  <a:pt x="30879" y="3529"/>
                </a:lnTo>
                <a:lnTo>
                  <a:pt x="30879" y="12535"/>
                </a:lnTo>
                <a:close/>
                <a:moveTo>
                  <a:pt x="41400" y="12535"/>
                </a:moveTo>
                <a:lnTo>
                  <a:pt x="39885" y="12535"/>
                </a:lnTo>
                <a:lnTo>
                  <a:pt x="39885" y="7406"/>
                </a:lnTo>
                <a:cubicBezTo>
                  <a:pt x="39885" y="6992"/>
                  <a:pt x="39861" y="6604"/>
                  <a:pt x="39813" y="6241"/>
                </a:cubicBezTo>
                <a:cubicBezTo>
                  <a:pt x="39764" y="5878"/>
                  <a:pt x="39676" y="5594"/>
                  <a:pt x="39547" y="5390"/>
                </a:cubicBezTo>
                <a:cubicBezTo>
                  <a:pt x="39413" y="5164"/>
                  <a:pt x="39219" y="4996"/>
                  <a:pt x="38967" y="4886"/>
                </a:cubicBezTo>
                <a:cubicBezTo>
                  <a:pt x="38714" y="4776"/>
                  <a:pt x="38387" y="4721"/>
                  <a:pt x="37984" y="4721"/>
                </a:cubicBezTo>
                <a:cubicBezTo>
                  <a:pt x="37570" y="4721"/>
                  <a:pt x="37138" y="4823"/>
                  <a:pt x="36687" y="5027"/>
                </a:cubicBezTo>
                <a:cubicBezTo>
                  <a:pt x="36236" y="5232"/>
                  <a:pt x="35803" y="5492"/>
                  <a:pt x="35390" y="5809"/>
                </a:cubicBezTo>
                <a:lnTo>
                  <a:pt x="35390" y="12535"/>
                </a:lnTo>
                <a:lnTo>
                  <a:pt x="33875" y="12535"/>
                </a:lnTo>
                <a:lnTo>
                  <a:pt x="33875" y="3529"/>
                </a:lnTo>
                <a:lnTo>
                  <a:pt x="35390" y="3529"/>
                </a:lnTo>
                <a:lnTo>
                  <a:pt x="35390" y="4522"/>
                </a:lnTo>
                <a:cubicBezTo>
                  <a:pt x="35863" y="4129"/>
                  <a:pt x="36351" y="3822"/>
                  <a:pt x="36856" y="3602"/>
                </a:cubicBezTo>
                <a:cubicBezTo>
                  <a:pt x="37361" y="3381"/>
                  <a:pt x="37879" y="3271"/>
                  <a:pt x="38411" y="3271"/>
                </a:cubicBezTo>
                <a:cubicBezTo>
                  <a:pt x="39383" y="3271"/>
                  <a:pt x="40124" y="3564"/>
                  <a:pt x="40634" y="4150"/>
                </a:cubicBezTo>
                <a:cubicBezTo>
                  <a:pt x="41145" y="4737"/>
                  <a:pt x="41400" y="5581"/>
                  <a:pt x="41400" y="6684"/>
                </a:cubicBezTo>
                <a:lnTo>
                  <a:pt x="41400" y="12535"/>
                </a:lnTo>
                <a:close/>
                <a:moveTo>
                  <a:pt x="51985" y="8036"/>
                </a:moveTo>
                <a:cubicBezTo>
                  <a:pt x="51985" y="9506"/>
                  <a:pt x="51610" y="10666"/>
                  <a:pt x="50858" y="11517"/>
                </a:cubicBezTo>
                <a:cubicBezTo>
                  <a:pt x="50106" y="12368"/>
                  <a:pt x="49099" y="12793"/>
                  <a:pt x="47837" y="12793"/>
                </a:cubicBezTo>
                <a:cubicBezTo>
                  <a:pt x="46564" y="12793"/>
                  <a:pt x="45553" y="12368"/>
                  <a:pt x="44804" y="11517"/>
                </a:cubicBezTo>
                <a:cubicBezTo>
                  <a:pt x="44054" y="10666"/>
                  <a:pt x="43680" y="9506"/>
                  <a:pt x="43680" y="8036"/>
                </a:cubicBezTo>
                <a:cubicBezTo>
                  <a:pt x="43680" y="6566"/>
                  <a:pt x="44054" y="5404"/>
                  <a:pt x="44804" y="4551"/>
                </a:cubicBezTo>
                <a:cubicBezTo>
                  <a:pt x="45553" y="3697"/>
                  <a:pt x="46564" y="3271"/>
                  <a:pt x="47837" y="3271"/>
                </a:cubicBezTo>
                <a:cubicBezTo>
                  <a:pt x="49099" y="3271"/>
                  <a:pt x="50106" y="3697"/>
                  <a:pt x="50858" y="4551"/>
                </a:cubicBezTo>
                <a:cubicBezTo>
                  <a:pt x="51610" y="5404"/>
                  <a:pt x="51985" y="6566"/>
                  <a:pt x="51985" y="8036"/>
                </a:cubicBezTo>
                <a:moveTo>
                  <a:pt x="50423" y="8036"/>
                </a:moveTo>
                <a:cubicBezTo>
                  <a:pt x="50423" y="6872"/>
                  <a:pt x="50194" y="6007"/>
                  <a:pt x="49738" y="5441"/>
                </a:cubicBezTo>
                <a:cubicBezTo>
                  <a:pt x="49281" y="4875"/>
                  <a:pt x="48648" y="4592"/>
                  <a:pt x="47837" y="4592"/>
                </a:cubicBezTo>
                <a:cubicBezTo>
                  <a:pt x="47015" y="4592"/>
                  <a:pt x="46377" y="4875"/>
                  <a:pt x="45923" y="5441"/>
                </a:cubicBezTo>
                <a:cubicBezTo>
                  <a:pt x="45469" y="6007"/>
                  <a:pt x="45243" y="6872"/>
                  <a:pt x="45243" y="8036"/>
                </a:cubicBezTo>
                <a:cubicBezTo>
                  <a:pt x="45243" y="9162"/>
                  <a:pt x="45471" y="10017"/>
                  <a:pt x="45927" y="10599"/>
                </a:cubicBezTo>
                <a:cubicBezTo>
                  <a:pt x="46384" y="11181"/>
                  <a:pt x="47020" y="11472"/>
                  <a:pt x="47837" y="11472"/>
                </a:cubicBezTo>
                <a:cubicBezTo>
                  <a:pt x="48642" y="11472"/>
                  <a:pt x="49275" y="11183"/>
                  <a:pt x="49734" y="10607"/>
                </a:cubicBezTo>
                <a:cubicBezTo>
                  <a:pt x="50193" y="10030"/>
                  <a:pt x="50423" y="9173"/>
                  <a:pt x="50423" y="8036"/>
                </a:cubicBezTo>
                <a:close/>
                <a:moveTo>
                  <a:pt x="61629" y="12535"/>
                </a:moveTo>
                <a:lnTo>
                  <a:pt x="60114" y="12535"/>
                </a:lnTo>
                <a:lnTo>
                  <a:pt x="60114" y="11598"/>
                </a:lnTo>
                <a:cubicBezTo>
                  <a:pt x="59679" y="11975"/>
                  <a:pt x="59225" y="12268"/>
                  <a:pt x="58753" y="12478"/>
                </a:cubicBezTo>
                <a:cubicBezTo>
                  <a:pt x="58280" y="12688"/>
                  <a:pt x="57767" y="12793"/>
                  <a:pt x="57214" y="12793"/>
                </a:cubicBezTo>
                <a:cubicBezTo>
                  <a:pt x="56140" y="12793"/>
                  <a:pt x="55287" y="12378"/>
                  <a:pt x="54656" y="11549"/>
                </a:cubicBezTo>
                <a:cubicBezTo>
                  <a:pt x="54025" y="10720"/>
                  <a:pt x="53710" y="9570"/>
                  <a:pt x="53710" y="8101"/>
                </a:cubicBezTo>
                <a:cubicBezTo>
                  <a:pt x="53710" y="7336"/>
                  <a:pt x="53818" y="6655"/>
                  <a:pt x="54036" y="6057"/>
                </a:cubicBezTo>
                <a:cubicBezTo>
                  <a:pt x="54253" y="5459"/>
                  <a:pt x="54547" y="4951"/>
                  <a:pt x="54918" y="4531"/>
                </a:cubicBezTo>
                <a:cubicBezTo>
                  <a:pt x="55283" y="4122"/>
                  <a:pt x="55709" y="3809"/>
                  <a:pt x="56195" y="3594"/>
                </a:cubicBezTo>
                <a:cubicBezTo>
                  <a:pt x="56681" y="3378"/>
                  <a:pt x="57184" y="3271"/>
                  <a:pt x="57705" y="3271"/>
                </a:cubicBezTo>
                <a:cubicBezTo>
                  <a:pt x="58178" y="3271"/>
                  <a:pt x="58597" y="3321"/>
                  <a:pt x="58962" y="3420"/>
                </a:cubicBezTo>
                <a:cubicBezTo>
                  <a:pt x="59327" y="3520"/>
                  <a:pt x="59711" y="3675"/>
                  <a:pt x="60114" y="3885"/>
                </a:cubicBezTo>
                <a:lnTo>
                  <a:pt x="60114" y="0"/>
                </a:lnTo>
                <a:lnTo>
                  <a:pt x="61629" y="0"/>
                </a:lnTo>
                <a:lnTo>
                  <a:pt x="61629" y="12535"/>
                </a:lnTo>
                <a:moveTo>
                  <a:pt x="60114" y="10320"/>
                </a:moveTo>
                <a:lnTo>
                  <a:pt x="60114" y="5156"/>
                </a:lnTo>
                <a:cubicBezTo>
                  <a:pt x="59706" y="4973"/>
                  <a:pt x="59341" y="4847"/>
                  <a:pt x="59019" y="4777"/>
                </a:cubicBezTo>
                <a:cubicBezTo>
                  <a:pt x="58696" y="4707"/>
                  <a:pt x="58345" y="4673"/>
                  <a:pt x="57963" y="4673"/>
                </a:cubicBezTo>
                <a:cubicBezTo>
                  <a:pt x="57115" y="4673"/>
                  <a:pt x="56454" y="4968"/>
                  <a:pt x="55981" y="5559"/>
                </a:cubicBezTo>
                <a:cubicBezTo>
                  <a:pt x="55509" y="6149"/>
                  <a:pt x="55273" y="6987"/>
                  <a:pt x="55273" y="8072"/>
                </a:cubicBezTo>
                <a:cubicBezTo>
                  <a:pt x="55273" y="9141"/>
                  <a:pt x="55455" y="9953"/>
                  <a:pt x="55820" y="10509"/>
                </a:cubicBezTo>
                <a:cubicBezTo>
                  <a:pt x="56186" y="11065"/>
                  <a:pt x="56771" y="11343"/>
                  <a:pt x="57577" y="11343"/>
                </a:cubicBezTo>
                <a:cubicBezTo>
                  <a:pt x="58006" y="11343"/>
                  <a:pt x="58441" y="11248"/>
                  <a:pt x="58882" y="11057"/>
                </a:cubicBezTo>
                <a:cubicBezTo>
                  <a:pt x="59322" y="10866"/>
                  <a:pt x="59733" y="10621"/>
                  <a:pt x="60114" y="10320"/>
                </a:cubicBezTo>
                <a:close/>
                <a:moveTo>
                  <a:pt x="72142" y="8185"/>
                </a:moveTo>
                <a:lnTo>
                  <a:pt x="65512" y="8185"/>
                </a:lnTo>
                <a:cubicBezTo>
                  <a:pt x="65512" y="8739"/>
                  <a:pt x="65595" y="9223"/>
                  <a:pt x="65761" y="9635"/>
                </a:cubicBezTo>
                <a:cubicBezTo>
                  <a:pt x="65928" y="10046"/>
                  <a:pt x="66156" y="10384"/>
                  <a:pt x="66446" y="10648"/>
                </a:cubicBezTo>
                <a:cubicBezTo>
                  <a:pt x="66725" y="10907"/>
                  <a:pt x="67057" y="11100"/>
                  <a:pt x="67441" y="11230"/>
                </a:cubicBezTo>
                <a:cubicBezTo>
                  <a:pt x="67825" y="11359"/>
                  <a:pt x="68248" y="11423"/>
                  <a:pt x="68710" y="11423"/>
                </a:cubicBezTo>
                <a:cubicBezTo>
                  <a:pt x="69322" y="11423"/>
                  <a:pt x="69938" y="11300"/>
                  <a:pt x="70559" y="11054"/>
                </a:cubicBezTo>
                <a:cubicBezTo>
                  <a:pt x="71179" y="10808"/>
                  <a:pt x="71621" y="10566"/>
                  <a:pt x="71884" y="10328"/>
                </a:cubicBezTo>
                <a:lnTo>
                  <a:pt x="71964" y="10328"/>
                </a:lnTo>
                <a:lnTo>
                  <a:pt x="71964" y="11985"/>
                </a:lnTo>
                <a:cubicBezTo>
                  <a:pt x="71454" y="12200"/>
                  <a:pt x="70933" y="12381"/>
                  <a:pt x="70402" y="12526"/>
                </a:cubicBezTo>
                <a:cubicBezTo>
                  <a:pt x="69870" y="12672"/>
                  <a:pt x="69311" y="12745"/>
                  <a:pt x="68726" y="12745"/>
                </a:cubicBezTo>
                <a:cubicBezTo>
                  <a:pt x="67233" y="12745"/>
                  <a:pt x="66067" y="12340"/>
                  <a:pt x="65230" y="11530"/>
                </a:cubicBezTo>
                <a:cubicBezTo>
                  <a:pt x="64392" y="10721"/>
                  <a:pt x="63973" y="9571"/>
                  <a:pt x="63973" y="8080"/>
                </a:cubicBezTo>
                <a:cubicBezTo>
                  <a:pt x="63973" y="6606"/>
                  <a:pt x="64374" y="5436"/>
                  <a:pt x="65177" y="4570"/>
                </a:cubicBezTo>
                <a:cubicBezTo>
                  <a:pt x="65980" y="3704"/>
                  <a:pt x="67037" y="3271"/>
                  <a:pt x="68347" y="3271"/>
                </a:cubicBezTo>
                <a:cubicBezTo>
                  <a:pt x="69561" y="3271"/>
                  <a:pt x="70497" y="3626"/>
                  <a:pt x="71155" y="4336"/>
                </a:cubicBezTo>
                <a:cubicBezTo>
                  <a:pt x="71813" y="5046"/>
                  <a:pt x="72142" y="6055"/>
                  <a:pt x="72142" y="7362"/>
                </a:cubicBezTo>
                <a:lnTo>
                  <a:pt x="72142" y="8185"/>
                </a:lnTo>
                <a:moveTo>
                  <a:pt x="70667" y="7025"/>
                </a:moveTo>
                <a:cubicBezTo>
                  <a:pt x="70662" y="6230"/>
                  <a:pt x="70462" y="5615"/>
                  <a:pt x="70067" y="5180"/>
                </a:cubicBezTo>
                <a:cubicBezTo>
                  <a:pt x="69672" y="4745"/>
                  <a:pt x="69072" y="4527"/>
                  <a:pt x="68267" y="4527"/>
                </a:cubicBezTo>
                <a:cubicBezTo>
                  <a:pt x="67456" y="4527"/>
                  <a:pt x="66810" y="4766"/>
                  <a:pt x="66329" y="5244"/>
                </a:cubicBezTo>
                <a:cubicBezTo>
                  <a:pt x="65849" y="5722"/>
                  <a:pt x="65576" y="6316"/>
                  <a:pt x="65512" y="7025"/>
                </a:cubicBezTo>
                <a:lnTo>
                  <a:pt x="70667" y="7025"/>
                </a:lnTo>
                <a:close/>
                <a:moveTo>
                  <a:pt x="80053" y="5172"/>
                </a:moveTo>
                <a:lnTo>
                  <a:pt x="79972" y="5172"/>
                </a:lnTo>
                <a:cubicBezTo>
                  <a:pt x="79747" y="5121"/>
                  <a:pt x="79528" y="5084"/>
                  <a:pt x="79316" y="5061"/>
                </a:cubicBezTo>
                <a:cubicBezTo>
                  <a:pt x="79103" y="5038"/>
                  <a:pt x="78852" y="5027"/>
                  <a:pt x="78562" y="5027"/>
                </a:cubicBezTo>
                <a:cubicBezTo>
                  <a:pt x="78095" y="5027"/>
                  <a:pt x="77644" y="5131"/>
                  <a:pt x="77209" y="5338"/>
                </a:cubicBezTo>
                <a:cubicBezTo>
                  <a:pt x="76774" y="5545"/>
                  <a:pt x="76355" y="5812"/>
                  <a:pt x="75952" y="6140"/>
                </a:cubicBezTo>
                <a:lnTo>
                  <a:pt x="75952" y="12535"/>
                </a:lnTo>
                <a:lnTo>
                  <a:pt x="74438" y="12535"/>
                </a:lnTo>
                <a:lnTo>
                  <a:pt x="74438" y="3529"/>
                </a:lnTo>
                <a:lnTo>
                  <a:pt x="75952" y="3529"/>
                </a:lnTo>
                <a:lnTo>
                  <a:pt x="75952" y="4859"/>
                </a:lnTo>
                <a:cubicBezTo>
                  <a:pt x="76554" y="4375"/>
                  <a:pt x="77084" y="4032"/>
                  <a:pt x="77543" y="3831"/>
                </a:cubicBezTo>
                <a:cubicBezTo>
                  <a:pt x="78002" y="3629"/>
                  <a:pt x="78471" y="3529"/>
                  <a:pt x="78949" y="3529"/>
                </a:cubicBezTo>
                <a:cubicBezTo>
                  <a:pt x="79212" y="3529"/>
                  <a:pt x="79403" y="3535"/>
                  <a:pt x="79521" y="3549"/>
                </a:cubicBezTo>
                <a:cubicBezTo>
                  <a:pt x="79639" y="3562"/>
                  <a:pt x="79816" y="3587"/>
                  <a:pt x="80053" y="3625"/>
                </a:cubicBezTo>
                <a:lnTo>
                  <a:pt x="80053" y="5172"/>
                </a:lnTo>
                <a:close/>
                <a:moveTo>
                  <a:pt x="94610" y="12535"/>
                </a:moveTo>
                <a:lnTo>
                  <a:pt x="93096" y="12535"/>
                </a:lnTo>
                <a:lnTo>
                  <a:pt x="93096" y="7406"/>
                </a:lnTo>
                <a:cubicBezTo>
                  <a:pt x="93096" y="7019"/>
                  <a:pt x="93078" y="6646"/>
                  <a:pt x="93043" y="6285"/>
                </a:cubicBezTo>
                <a:cubicBezTo>
                  <a:pt x="93008" y="5925"/>
                  <a:pt x="92934" y="5637"/>
                  <a:pt x="92822" y="5422"/>
                </a:cubicBezTo>
                <a:cubicBezTo>
                  <a:pt x="92698" y="5191"/>
                  <a:pt x="92521" y="5016"/>
                  <a:pt x="92290" y="4898"/>
                </a:cubicBezTo>
                <a:cubicBezTo>
                  <a:pt x="92059" y="4780"/>
                  <a:pt x="91726" y="4721"/>
                  <a:pt x="91291" y="4721"/>
                </a:cubicBezTo>
                <a:cubicBezTo>
                  <a:pt x="90867" y="4721"/>
                  <a:pt x="90442" y="4827"/>
                  <a:pt x="90018" y="5040"/>
                </a:cubicBezTo>
                <a:cubicBezTo>
                  <a:pt x="89594" y="5252"/>
                  <a:pt x="89170" y="5522"/>
                  <a:pt x="88745" y="5850"/>
                </a:cubicBezTo>
                <a:cubicBezTo>
                  <a:pt x="88761" y="5973"/>
                  <a:pt x="88775" y="6117"/>
                  <a:pt x="88786" y="6281"/>
                </a:cubicBezTo>
                <a:cubicBezTo>
                  <a:pt x="88796" y="6445"/>
                  <a:pt x="88802" y="6608"/>
                  <a:pt x="88802" y="6769"/>
                </a:cubicBezTo>
                <a:lnTo>
                  <a:pt x="88802" y="12535"/>
                </a:lnTo>
                <a:lnTo>
                  <a:pt x="87287" y="12535"/>
                </a:lnTo>
                <a:lnTo>
                  <a:pt x="87287" y="7406"/>
                </a:lnTo>
                <a:cubicBezTo>
                  <a:pt x="87287" y="7008"/>
                  <a:pt x="87270" y="6631"/>
                  <a:pt x="87235" y="6273"/>
                </a:cubicBezTo>
                <a:cubicBezTo>
                  <a:pt x="87200" y="5916"/>
                  <a:pt x="87126" y="5629"/>
                  <a:pt x="87013" y="5414"/>
                </a:cubicBezTo>
                <a:cubicBezTo>
                  <a:pt x="86890" y="5183"/>
                  <a:pt x="86713" y="5010"/>
                  <a:pt x="86482" y="4894"/>
                </a:cubicBezTo>
                <a:cubicBezTo>
                  <a:pt x="86251" y="4779"/>
                  <a:pt x="85918" y="4721"/>
                  <a:pt x="85483" y="4721"/>
                </a:cubicBezTo>
                <a:cubicBezTo>
                  <a:pt x="85069" y="4721"/>
                  <a:pt x="84654" y="4823"/>
                  <a:pt x="84238" y="5027"/>
                </a:cubicBezTo>
                <a:cubicBezTo>
                  <a:pt x="83822" y="5232"/>
                  <a:pt x="83407" y="5492"/>
                  <a:pt x="82993" y="5809"/>
                </a:cubicBezTo>
                <a:lnTo>
                  <a:pt x="82993" y="12535"/>
                </a:lnTo>
                <a:lnTo>
                  <a:pt x="81479" y="12535"/>
                </a:lnTo>
                <a:lnTo>
                  <a:pt x="81479" y="3529"/>
                </a:lnTo>
                <a:lnTo>
                  <a:pt x="82993" y="3529"/>
                </a:lnTo>
                <a:lnTo>
                  <a:pt x="82993" y="4528"/>
                </a:lnTo>
                <a:cubicBezTo>
                  <a:pt x="83466" y="4134"/>
                  <a:pt x="83937" y="3825"/>
                  <a:pt x="84407" y="3604"/>
                </a:cubicBezTo>
                <a:cubicBezTo>
                  <a:pt x="84877" y="3382"/>
                  <a:pt x="85378" y="3271"/>
                  <a:pt x="85910" y="3271"/>
                </a:cubicBezTo>
                <a:cubicBezTo>
                  <a:pt x="86522" y="3271"/>
                  <a:pt x="87041" y="3400"/>
                  <a:pt x="87468" y="3660"/>
                </a:cubicBezTo>
                <a:cubicBezTo>
                  <a:pt x="87895" y="3919"/>
                  <a:pt x="88214" y="4279"/>
                  <a:pt x="88423" y="4738"/>
                </a:cubicBezTo>
                <a:cubicBezTo>
                  <a:pt x="89035" y="4219"/>
                  <a:pt x="89594" y="3845"/>
                  <a:pt x="90099" y="3615"/>
                </a:cubicBezTo>
                <a:cubicBezTo>
                  <a:pt x="90604" y="3386"/>
                  <a:pt x="91143" y="3271"/>
                  <a:pt x="91718" y="3271"/>
                </a:cubicBezTo>
                <a:cubicBezTo>
                  <a:pt x="92706" y="3271"/>
                  <a:pt x="93435" y="3571"/>
                  <a:pt x="93905" y="4171"/>
                </a:cubicBezTo>
                <a:cubicBezTo>
                  <a:pt x="94375" y="4770"/>
                  <a:pt x="94610" y="5608"/>
                  <a:pt x="94610" y="6684"/>
                </a:cubicBezTo>
                <a:lnTo>
                  <a:pt x="94610" y="12535"/>
                </a:lnTo>
                <a:close/>
                <a:moveTo>
                  <a:pt x="104519" y="12535"/>
                </a:moveTo>
                <a:lnTo>
                  <a:pt x="103012" y="12535"/>
                </a:lnTo>
                <a:lnTo>
                  <a:pt x="103012" y="11583"/>
                </a:lnTo>
                <a:cubicBezTo>
                  <a:pt x="102878" y="11675"/>
                  <a:pt x="102697" y="11802"/>
                  <a:pt x="102468" y="11966"/>
                </a:cubicBezTo>
                <a:cubicBezTo>
                  <a:pt x="102240" y="12130"/>
                  <a:pt x="102019" y="12261"/>
                  <a:pt x="101804" y="12357"/>
                </a:cubicBezTo>
                <a:cubicBezTo>
                  <a:pt x="101551" y="12481"/>
                  <a:pt x="101261" y="12585"/>
                  <a:pt x="100934" y="12668"/>
                </a:cubicBezTo>
                <a:cubicBezTo>
                  <a:pt x="100606" y="12751"/>
                  <a:pt x="100222" y="12793"/>
                  <a:pt x="99782" y="12793"/>
                </a:cubicBezTo>
                <a:cubicBezTo>
                  <a:pt x="98971" y="12793"/>
                  <a:pt x="98283" y="12524"/>
                  <a:pt x="97719" y="11986"/>
                </a:cubicBezTo>
                <a:cubicBezTo>
                  <a:pt x="97155" y="11449"/>
                  <a:pt x="96873" y="10763"/>
                  <a:pt x="96873" y="9929"/>
                </a:cubicBezTo>
                <a:cubicBezTo>
                  <a:pt x="96873" y="9246"/>
                  <a:pt x="97020" y="8694"/>
                  <a:pt x="97312" y="8272"/>
                </a:cubicBezTo>
                <a:cubicBezTo>
                  <a:pt x="97605" y="7850"/>
                  <a:pt x="98023" y="7517"/>
                  <a:pt x="98565" y="7276"/>
                </a:cubicBezTo>
                <a:cubicBezTo>
                  <a:pt x="99113" y="7034"/>
                  <a:pt x="99771" y="6870"/>
                  <a:pt x="100539" y="6783"/>
                </a:cubicBezTo>
                <a:cubicBezTo>
                  <a:pt x="101307" y="6697"/>
                  <a:pt x="102131" y="6633"/>
                  <a:pt x="103012" y="6590"/>
                </a:cubicBezTo>
                <a:lnTo>
                  <a:pt x="103012" y="6354"/>
                </a:lnTo>
                <a:cubicBezTo>
                  <a:pt x="103012" y="6008"/>
                  <a:pt x="102952" y="5721"/>
                  <a:pt x="102831" y="5493"/>
                </a:cubicBezTo>
                <a:cubicBezTo>
                  <a:pt x="102710" y="5266"/>
                  <a:pt x="102537" y="5087"/>
                  <a:pt x="102311" y="4957"/>
                </a:cubicBezTo>
                <a:cubicBezTo>
                  <a:pt x="102096" y="4832"/>
                  <a:pt x="101839" y="4749"/>
                  <a:pt x="101538" y="4705"/>
                </a:cubicBezTo>
                <a:cubicBezTo>
                  <a:pt x="101237" y="4662"/>
                  <a:pt x="100923" y="4640"/>
                  <a:pt x="100595" y="4640"/>
                </a:cubicBezTo>
                <a:cubicBezTo>
                  <a:pt x="100198" y="4640"/>
                  <a:pt x="99755" y="4694"/>
                  <a:pt x="99266" y="4802"/>
                </a:cubicBezTo>
                <a:cubicBezTo>
                  <a:pt x="98777" y="4909"/>
                  <a:pt x="98272" y="5065"/>
                  <a:pt x="97752" y="5269"/>
                </a:cubicBezTo>
                <a:lnTo>
                  <a:pt x="97671" y="5269"/>
                </a:lnTo>
                <a:lnTo>
                  <a:pt x="97671" y="3730"/>
                </a:lnTo>
                <a:cubicBezTo>
                  <a:pt x="97966" y="3649"/>
                  <a:pt x="98393" y="3561"/>
                  <a:pt x="98952" y="3464"/>
                </a:cubicBezTo>
                <a:cubicBezTo>
                  <a:pt x="99510" y="3367"/>
                  <a:pt x="100061" y="3319"/>
                  <a:pt x="100603" y="3319"/>
                </a:cubicBezTo>
                <a:cubicBezTo>
                  <a:pt x="101237" y="3319"/>
                  <a:pt x="101789" y="3371"/>
                  <a:pt x="102259" y="3476"/>
                </a:cubicBezTo>
                <a:cubicBezTo>
                  <a:pt x="102729" y="3581"/>
                  <a:pt x="103136" y="3759"/>
                  <a:pt x="103479" y="4012"/>
                </a:cubicBezTo>
                <a:cubicBezTo>
                  <a:pt x="103818" y="4259"/>
                  <a:pt x="104075" y="4579"/>
                  <a:pt x="104253" y="4971"/>
                </a:cubicBezTo>
                <a:cubicBezTo>
                  <a:pt x="104430" y="5363"/>
                  <a:pt x="104519" y="5849"/>
                  <a:pt x="104519" y="6429"/>
                </a:cubicBezTo>
                <a:lnTo>
                  <a:pt x="104519" y="12535"/>
                </a:lnTo>
                <a:moveTo>
                  <a:pt x="103012" y="10331"/>
                </a:moveTo>
                <a:lnTo>
                  <a:pt x="103012" y="7814"/>
                </a:lnTo>
                <a:cubicBezTo>
                  <a:pt x="102550" y="7841"/>
                  <a:pt x="102006" y="7882"/>
                  <a:pt x="101381" y="7936"/>
                </a:cubicBezTo>
                <a:cubicBezTo>
                  <a:pt x="100755" y="7990"/>
                  <a:pt x="100260" y="8068"/>
                  <a:pt x="99894" y="8170"/>
                </a:cubicBezTo>
                <a:cubicBezTo>
                  <a:pt x="99459" y="8295"/>
                  <a:pt x="99108" y="8487"/>
                  <a:pt x="98839" y="8749"/>
                </a:cubicBezTo>
                <a:cubicBezTo>
                  <a:pt x="98571" y="9011"/>
                  <a:pt x="98436" y="9371"/>
                  <a:pt x="98436" y="9829"/>
                </a:cubicBezTo>
                <a:cubicBezTo>
                  <a:pt x="98436" y="10347"/>
                  <a:pt x="98592" y="10737"/>
                  <a:pt x="98904" y="10999"/>
                </a:cubicBezTo>
                <a:cubicBezTo>
                  <a:pt x="99215" y="11260"/>
                  <a:pt x="99690" y="11391"/>
                  <a:pt x="100329" y="11391"/>
                </a:cubicBezTo>
                <a:cubicBezTo>
                  <a:pt x="100861" y="11391"/>
                  <a:pt x="101347" y="11287"/>
                  <a:pt x="101788" y="11080"/>
                </a:cubicBezTo>
                <a:cubicBezTo>
                  <a:pt x="102228" y="10872"/>
                  <a:pt x="102636" y="10622"/>
                  <a:pt x="103012" y="10331"/>
                </a:cubicBezTo>
                <a:close/>
                <a:moveTo>
                  <a:pt x="112108" y="12456"/>
                </a:moveTo>
                <a:cubicBezTo>
                  <a:pt x="111823" y="12531"/>
                  <a:pt x="111513" y="12592"/>
                  <a:pt x="111177" y="12640"/>
                </a:cubicBezTo>
                <a:cubicBezTo>
                  <a:pt x="110842" y="12688"/>
                  <a:pt x="110542" y="12712"/>
                  <a:pt x="110279" y="12712"/>
                </a:cubicBezTo>
                <a:cubicBezTo>
                  <a:pt x="109361" y="12712"/>
                  <a:pt x="108663" y="12465"/>
                  <a:pt x="108185" y="11971"/>
                </a:cubicBezTo>
                <a:cubicBezTo>
                  <a:pt x="107707" y="11476"/>
                  <a:pt x="107468" y="10683"/>
                  <a:pt x="107468" y="9591"/>
                </a:cubicBezTo>
                <a:lnTo>
                  <a:pt x="107468" y="4801"/>
                </a:lnTo>
                <a:lnTo>
                  <a:pt x="106445" y="4801"/>
                </a:lnTo>
                <a:lnTo>
                  <a:pt x="106445" y="3529"/>
                </a:lnTo>
                <a:lnTo>
                  <a:pt x="107468" y="3529"/>
                </a:lnTo>
                <a:lnTo>
                  <a:pt x="107468" y="934"/>
                </a:lnTo>
                <a:lnTo>
                  <a:pt x="108982" y="934"/>
                </a:lnTo>
                <a:lnTo>
                  <a:pt x="108982" y="3529"/>
                </a:lnTo>
                <a:lnTo>
                  <a:pt x="112108" y="3529"/>
                </a:lnTo>
                <a:lnTo>
                  <a:pt x="112108" y="4801"/>
                </a:lnTo>
                <a:lnTo>
                  <a:pt x="108982" y="4801"/>
                </a:lnTo>
                <a:lnTo>
                  <a:pt x="108982" y="8912"/>
                </a:lnTo>
                <a:cubicBezTo>
                  <a:pt x="108982" y="9386"/>
                  <a:pt x="108993" y="9756"/>
                  <a:pt x="109014" y="10022"/>
                </a:cubicBezTo>
                <a:cubicBezTo>
                  <a:pt x="109036" y="10289"/>
                  <a:pt x="109111" y="10538"/>
                  <a:pt x="109240" y="10769"/>
                </a:cubicBezTo>
                <a:cubicBezTo>
                  <a:pt x="109358" y="10985"/>
                  <a:pt x="109521" y="11142"/>
                  <a:pt x="109727" y="11242"/>
                </a:cubicBezTo>
                <a:cubicBezTo>
                  <a:pt x="109934" y="11341"/>
                  <a:pt x="110250" y="11391"/>
                  <a:pt x="110674" y="11391"/>
                </a:cubicBezTo>
                <a:cubicBezTo>
                  <a:pt x="110921" y="11391"/>
                  <a:pt x="111179" y="11355"/>
                  <a:pt x="111447" y="11282"/>
                </a:cubicBezTo>
                <a:cubicBezTo>
                  <a:pt x="111716" y="11210"/>
                  <a:pt x="111909" y="11150"/>
                  <a:pt x="112027" y="11101"/>
                </a:cubicBezTo>
                <a:lnTo>
                  <a:pt x="112108" y="11101"/>
                </a:lnTo>
                <a:lnTo>
                  <a:pt x="112108" y="12456"/>
                </a:lnTo>
                <a:close/>
                <a:moveTo>
                  <a:pt x="120929" y="12535"/>
                </a:moveTo>
                <a:lnTo>
                  <a:pt x="119422" y="12535"/>
                </a:lnTo>
                <a:lnTo>
                  <a:pt x="119422" y="11583"/>
                </a:lnTo>
                <a:cubicBezTo>
                  <a:pt x="119288" y="11675"/>
                  <a:pt x="119107" y="11802"/>
                  <a:pt x="118878" y="11966"/>
                </a:cubicBezTo>
                <a:cubicBezTo>
                  <a:pt x="118650" y="12130"/>
                  <a:pt x="118429" y="12261"/>
                  <a:pt x="118214" y="12357"/>
                </a:cubicBezTo>
                <a:cubicBezTo>
                  <a:pt x="117961" y="12481"/>
                  <a:pt x="117671" y="12585"/>
                  <a:pt x="117344" y="12668"/>
                </a:cubicBezTo>
                <a:cubicBezTo>
                  <a:pt x="117016" y="12751"/>
                  <a:pt x="116632" y="12793"/>
                  <a:pt x="116192" y="12793"/>
                </a:cubicBezTo>
                <a:cubicBezTo>
                  <a:pt x="115381" y="12793"/>
                  <a:pt x="114693" y="12524"/>
                  <a:pt x="114129" y="11986"/>
                </a:cubicBezTo>
                <a:cubicBezTo>
                  <a:pt x="113565" y="11449"/>
                  <a:pt x="113283" y="10763"/>
                  <a:pt x="113283" y="9929"/>
                </a:cubicBezTo>
                <a:cubicBezTo>
                  <a:pt x="113283" y="9246"/>
                  <a:pt x="113430" y="8694"/>
                  <a:pt x="113723" y="8272"/>
                </a:cubicBezTo>
                <a:cubicBezTo>
                  <a:pt x="114015" y="7850"/>
                  <a:pt x="114433" y="7517"/>
                  <a:pt x="114975" y="7276"/>
                </a:cubicBezTo>
                <a:cubicBezTo>
                  <a:pt x="115523" y="7034"/>
                  <a:pt x="116181" y="6870"/>
                  <a:pt x="116949" y="6783"/>
                </a:cubicBezTo>
                <a:cubicBezTo>
                  <a:pt x="117717" y="6697"/>
                  <a:pt x="118541" y="6633"/>
                  <a:pt x="119422" y="6590"/>
                </a:cubicBezTo>
                <a:lnTo>
                  <a:pt x="119422" y="6354"/>
                </a:lnTo>
                <a:cubicBezTo>
                  <a:pt x="119422" y="6008"/>
                  <a:pt x="119362" y="5721"/>
                  <a:pt x="119241" y="5493"/>
                </a:cubicBezTo>
                <a:cubicBezTo>
                  <a:pt x="119120" y="5266"/>
                  <a:pt x="118947" y="5087"/>
                  <a:pt x="118721" y="4957"/>
                </a:cubicBezTo>
                <a:cubicBezTo>
                  <a:pt x="118506" y="4832"/>
                  <a:pt x="118249" y="4749"/>
                  <a:pt x="117948" y="4705"/>
                </a:cubicBezTo>
                <a:cubicBezTo>
                  <a:pt x="117647" y="4662"/>
                  <a:pt x="117333" y="4640"/>
                  <a:pt x="117005" y="4640"/>
                </a:cubicBezTo>
                <a:cubicBezTo>
                  <a:pt x="116608" y="4640"/>
                  <a:pt x="116165" y="4694"/>
                  <a:pt x="115676" y="4802"/>
                </a:cubicBezTo>
                <a:cubicBezTo>
                  <a:pt x="115187" y="4909"/>
                  <a:pt x="114683" y="5065"/>
                  <a:pt x="114162" y="5269"/>
                </a:cubicBezTo>
                <a:lnTo>
                  <a:pt x="114081" y="5269"/>
                </a:lnTo>
                <a:lnTo>
                  <a:pt x="114081" y="3730"/>
                </a:lnTo>
                <a:cubicBezTo>
                  <a:pt x="114376" y="3649"/>
                  <a:pt x="114803" y="3561"/>
                  <a:pt x="115362" y="3464"/>
                </a:cubicBezTo>
                <a:cubicBezTo>
                  <a:pt x="115920" y="3367"/>
                  <a:pt x="116471" y="3319"/>
                  <a:pt x="117013" y="3319"/>
                </a:cubicBezTo>
                <a:cubicBezTo>
                  <a:pt x="117647" y="3319"/>
                  <a:pt x="118199" y="3371"/>
                  <a:pt x="118669" y="3476"/>
                </a:cubicBezTo>
                <a:cubicBezTo>
                  <a:pt x="119139" y="3581"/>
                  <a:pt x="119546" y="3759"/>
                  <a:pt x="119889" y="4012"/>
                </a:cubicBezTo>
                <a:cubicBezTo>
                  <a:pt x="120228" y="4259"/>
                  <a:pt x="120486" y="4579"/>
                  <a:pt x="120663" y="4971"/>
                </a:cubicBezTo>
                <a:cubicBezTo>
                  <a:pt x="120840" y="5363"/>
                  <a:pt x="120929" y="5849"/>
                  <a:pt x="120929" y="6429"/>
                </a:cubicBezTo>
                <a:lnTo>
                  <a:pt x="120929" y="12535"/>
                </a:lnTo>
                <a:moveTo>
                  <a:pt x="119422" y="10331"/>
                </a:moveTo>
                <a:lnTo>
                  <a:pt x="119422" y="7814"/>
                </a:lnTo>
                <a:cubicBezTo>
                  <a:pt x="118960" y="7841"/>
                  <a:pt x="118416" y="7882"/>
                  <a:pt x="117791" y="7936"/>
                </a:cubicBezTo>
                <a:cubicBezTo>
                  <a:pt x="117165" y="7990"/>
                  <a:pt x="116670" y="8068"/>
                  <a:pt x="116304" y="8170"/>
                </a:cubicBezTo>
                <a:cubicBezTo>
                  <a:pt x="115869" y="8295"/>
                  <a:pt x="115518" y="8487"/>
                  <a:pt x="115249" y="8749"/>
                </a:cubicBezTo>
                <a:cubicBezTo>
                  <a:pt x="114981" y="9011"/>
                  <a:pt x="114846" y="9371"/>
                  <a:pt x="114846" y="9829"/>
                </a:cubicBezTo>
                <a:cubicBezTo>
                  <a:pt x="114846" y="10347"/>
                  <a:pt x="115002" y="10737"/>
                  <a:pt x="115314" y="10999"/>
                </a:cubicBezTo>
                <a:cubicBezTo>
                  <a:pt x="115625" y="11260"/>
                  <a:pt x="116100" y="11391"/>
                  <a:pt x="116739" y="11391"/>
                </a:cubicBezTo>
                <a:cubicBezTo>
                  <a:pt x="117271" y="11391"/>
                  <a:pt x="117757" y="11287"/>
                  <a:pt x="118198" y="11080"/>
                </a:cubicBezTo>
                <a:cubicBezTo>
                  <a:pt x="118638" y="10872"/>
                  <a:pt x="119046" y="10622"/>
                  <a:pt x="119422" y="10331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F1C33F-736B-48C9-9E6A-33DE8DE37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91" y="2665619"/>
            <a:ext cx="193864" cy="288702"/>
          </a:xfrm>
          <a:custGeom xmlns:a="http://schemas.openxmlformats.org/drawingml/2006/main">
            <a:pathLst>
              <a:path w="193864" h="288702">
                <a:moveTo>
                  <a:pt x="0" y="0"/>
                </a:moveTo>
                <a:lnTo>
                  <a:pt x="193864" y="0"/>
                </a:lnTo>
                <a:lnTo>
                  <a:pt x="193864" y="288702"/>
                </a:lnTo>
                <a:lnTo>
                  <a:pt x="0" y="2887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7B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2D1EF3-49F6-4766-BBFE-384E08F2EA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92" y="2665622"/>
            <a:ext cx="193863" cy="288702"/>
          </a:xfrm>
          <a:custGeom xmlns:a="http://schemas.openxmlformats.org/drawingml/2006/main">
            <a:pathLst>
              <a:path w="193863" h="288702" fill="none">
                <a:moveTo>
                  <a:pt x="0" y="0"/>
                </a:moveTo>
                <a:lnTo>
                  <a:pt x="193863" y="0"/>
                </a:lnTo>
                <a:lnTo>
                  <a:pt x="193863" y="288702"/>
                </a:lnTo>
                <a:lnTo>
                  <a:pt x="0" y="2887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9" name="Text Bryophyta">
            <a:extLst xmlns:a="http://schemas.openxmlformats.org/drawingml/2006/main">
              <a:ext uri="{FF2B5EF4-FFF2-40B4-BE49-F238E27FC236}">
                <a16:creationId xmlns:a16="http://schemas.microsoft.com/office/drawing/2014/main" id="{292384C5-F850-48E4-A5BC-1F4317CF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1801" y="2690880"/>
            <a:ext cx="56645" cy="10954"/>
          </a:xfrm>
          <a:custGeom xmlns:a="http://schemas.openxmlformats.org/drawingml/2006/main">
            <a:pathLst>
              <a:path w="56645" h="10954">
                <a:moveTo>
                  <a:pt x="6251" y="6112"/>
                </a:moveTo>
                <a:cubicBezTo>
                  <a:pt x="6251" y="6524"/>
                  <a:pt x="6173" y="6887"/>
                  <a:pt x="6017" y="7203"/>
                </a:cubicBezTo>
                <a:cubicBezTo>
                  <a:pt x="5861" y="7518"/>
                  <a:pt x="5651" y="7778"/>
                  <a:pt x="5388" y="7982"/>
                </a:cubicBezTo>
                <a:cubicBezTo>
                  <a:pt x="5076" y="8227"/>
                  <a:pt x="4734" y="8401"/>
                  <a:pt x="4361" y="8505"/>
                </a:cubicBezTo>
                <a:cubicBezTo>
                  <a:pt x="3988" y="8609"/>
                  <a:pt x="3514" y="8661"/>
                  <a:pt x="2939" y="8661"/>
                </a:cubicBezTo>
                <a:lnTo>
                  <a:pt x="0" y="8661"/>
                </a:lnTo>
                <a:lnTo>
                  <a:pt x="0" y="367"/>
                </a:lnTo>
                <a:lnTo>
                  <a:pt x="2455" y="367"/>
                </a:lnTo>
                <a:cubicBezTo>
                  <a:pt x="3059" y="367"/>
                  <a:pt x="3512" y="390"/>
                  <a:pt x="3813" y="434"/>
                </a:cubicBezTo>
                <a:cubicBezTo>
                  <a:pt x="4113" y="479"/>
                  <a:pt x="4401" y="572"/>
                  <a:pt x="4675" y="713"/>
                </a:cubicBezTo>
                <a:cubicBezTo>
                  <a:pt x="4980" y="873"/>
                  <a:pt x="5200" y="1078"/>
                  <a:pt x="5338" y="1329"/>
                </a:cubicBezTo>
                <a:cubicBezTo>
                  <a:pt x="5475" y="1580"/>
                  <a:pt x="5544" y="1880"/>
                  <a:pt x="5544" y="2229"/>
                </a:cubicBezTo>
                <a:cubicBezTo>
                  <a:pt x="5544" y="2623"/>
                  <a:pt x="5444" y="2959"/>
                  <a:pt x="5243" y="3236"/>
                </a:cubicBezTo>
                <a:cubicBezTo>
                  <a:pt x="5043" y="3512"/>
                  <a:pt x="4776" y="3735"/>
                  <a:pt x="4442" y="3903"/>
                </a:cubicBezTo>
                <a:lnTo>
                  <a:pt x="4442" y="3948"/>
                </a:lnTo>
                <a:cubicBezTo>
                  <a:pt x="5002" y="4063"/>
                  <a:pt x="5444" y="4308"/>
                  <a:pt x="5766" y="4685"/>
                </a:cubicBezTo>
                <a:cubicBezTo>
                  <a:pt x="6089" y="5061"/>
                  <a:pt x="6251" y="5537"/>
                  <a:pt x="6251" y="6112"/>
                </a:cubicBezTo>
                <a:moveTo>
                  <a:pt x="4397" y="2383"/>
                </a:moveTo>
                <a:cubicBezTo>
                  <a:pt x="4397" y="2183"/>
                  <a:pt x="4364" y="2015"/>
                  <a:pt x="4297" y="1879"/>
                </a:cubicBezTo>
                <a:cubicBezTo>
                  <a:pt x="4230" y="1742"/>
                  <a:pt x="4123" y="1631"/>
                  <a:pt x="3974" y="1546"/>
                </a:cubicBezTo>
                <a:cubicBezTo>
                  <a:pt x="3800" y="1447"/>
                  <a:pt x="3588" y="1385"/>
                  <a:pt x="3340" y="1361"/>
                </a:cubicBezTo>
                <a:cubicBezTo>
                  <a:pt x="3091" y="1337"/>
                  <a:pt x="2783" y="1325"/>
                  <a:pt x="2416" y="1325"/>
                </a:cubicBezTo>
                <a:lnTo>
                  <a:pt x="1102" y="1325"/>
                </a:lnTo>
                <a:lnTo>
                  <a:pt x="1102" y="3707"/>
                </a:lnTo>
                <a:lnTo>
                  <a:pt x="2527" y="3707"/>
                </a:lnTo>
                <a:cubicBezTo>
                  <a:pt x="2872" y="3707"/>
                  <a:pt x="3147" y="3689"/>
                  <a:pt x="3351" y="3654"/>
                </a:cubicBezTo>
                <a:cubicBezTo>
                  <a:pt x="3555" y="3619"/>
                  <a:pt x="3744" y="3546"/>
                  <a:pt x="3918" y="3435"/>
                </a:cubicBezTo>
                <a:cubicBezTo>
                  <a:pt x="4093" y="3325"/>
                  <a:pt x="4216" y="3182"/>
                  <a:pt x="4289" y="3006"/>
                </a:cubicBezTo>
                <a:cubicBezTo>
                  <a:pt x="4361" y="2831"/>
                  <a:pt x="4397" y="2623"/>
                  <a:pt x="4397" y="2383"/>
                </a:cubicBezTo>
                <a:moveTo>
                  <a:pt x="5104" y="6151"/>
                </a:moveTo>
                <a:cubicBezTo>
                  <a:pt x="5104" y="5819"/>
                  <a:pt x="5054" y="5556"/>
                  <a:pt x="4954" y="5360"/>
                </a:cubicBezTo>
                <a:cubicBezTo>
                  <a:pt x="4854" y="5165"/>
                  <a:pt x="4672" y="4999"/>
                  <a:pt x="4408" y="4863"/>
                </a:cubicBezTo>
                <a:cubicBezTo>
                  <a:pt x="4230" y="4771"/>
                  <a:pt x="4014" y="4711"/>
                  <a:pt x="3760" y="4684"/>
                </a:cubicBezTo>
                <a:cubicBezTo>
                  <a:pt x="3506" y="4656"/>
                  <a:pt x="3197" y="4642"/>
                  <a:pt x="2833" y="4642"/>
                </a:cubicBezTo>
                <a:lnTo>
                  <a:pt x="1102" y="4642"/>
                </a:lnTo>
                <a:lnTo>
                  <a:pt x="1102" y="7703"/>
                </a:lnTo>
                <a:lnTo>
                  <a:pt x="2560" y="7703"/>
                </a:lnTo>
                <a:cubicBezTo>
                  <a:pt x="3043" y="7703"/>
                  <a:pt x="3438" y="7678"/>
                  <a:pt x="3746" y="7629"/>
                </a:cubicBezTo>
                <a:cubicBezTo>
                  <a:pt x="4054" y="7579"/>
                  <a:pt x="4306" y="7488"/>
                  <a:pt x="4503" y="7355"/>
                </a:cubicBezTo>
                <a:cubicBezTo>
                  <a:pt x="4711" y="7212"/>
                  <a:pt x="4863" y="7048"/>
                  <a:pt x="4959" y="6864"/>
                </a:cubicBezTo>
                <a:cubicBezTo>
                  <a:pt x="5056" y="6679"/>
                  <a:pt x="5104" y="6442"/>
                  <a:pt x="5104" y="6151"/>
                </a:cubicBezTo>
                <a:close/>
                <a:moveTo>
                  <a:pt x="11611" y="3573"/>
                </a:moveTo>
                <a:lnTo>
                  <a:pt x="11555" y="3573"/>
                </a:lnTo>
                <a:cubicBezTo>
                  <a:pt x="11399" y="3538"/>
                  <a:pt x="11248" y="3513"/>
                  <a:pt x="11101" y="3497"/>
                </a:cubicBezTo>
                <a:cubicBezTo>
                  <a:pt x="10955" y="3481"/>
                  <a:pt x="10781" y="3473"/>
                  <a:pt x="10581" y="3473"/>
                </a:cubicBezTo>
                <a:cubicBezTo>
                  <a:pt x="10258" y="3473"/>
                  <a:pt x="9946" y="3545"/>
                  <a:pt x="9646" y="3688"/>
                </a:cubicBezTo>
                <a:cubicBezTo>
                  <a:pt x="9345" y="3831"/>
                  <a:pt x="9056" y="4016"/>
                  <a:pt x="8778" y="4242"/>
                </a:cubicBezTo>
                <a:lnTo>
                  <a:pt x="8778" y="8661"/>
                </a:lnTo>
                <a:lnTo>
                  <a:pt x="7731" y="8661"/>
                </a:lnTo>
                <a:lnTo>
                  <a:pt x="7731" y="2438"/>
                </a:lnTo>
                <a:lnTo>
                  <a:pt x="8778" y="2438"/>
                </a:lnTo>
                <a:lnTo>
                  <a:pt x="8778" y="3357"/>
                </a:lnTo>
                <a:cubicBezTo>
                  <a:pt x="9193" y="3023"/>
                  <a:pt x="9560" y="2786"/>
                  <a:pt x="9877" y="2647"/>
                </a:cubicBezTo>
                <a:cubicBezTo>
                  <a:pt x="10194" y="2508"/>
                  <a:pt x="10518" y="2438"/>
                  <a:pt x="10848" y="2438"/>
                </a:cubicBezTo>
                <a:cubicBezTo>
                  <a:pt x="11030" y="2438"/>
                  <a:pt x="11162" y="2443"/>
                  <a:pt x="11243" y="2452"/>
                </a:cubicBezTo>
                <a:cubicBezTo>
                  <a:pt x="11325" y="2461"/>
                  <a:pt x="11447" y="2478"/>
                  <a:pt x="11611" y="2504"/>
                </a:cubicBezTo>
                <a:lnTo>
                  <a:pt x="11611" y="3573"/>
                </a:lnTo>
                <a:close/>
                <a:moveTo>
                  <a:pt x="17972" y="2438"/>
                </a:moveTo>
                <a:lnTo>
                  <a:pt x="14343" y="10954"/>
                </a:lnTo>
                <a:lnTo>
                  <a:pt x="13224" y="10954"/>
                </a:lnTo>
                <a:lnTo>
                  <a:pt x="14382" y="8358"/>
                </a:lnTo>
                <a:lnTo>
                  <a:pt x="11905" y="2438"/>
                </a:lnTo>
                <a:lnTo>
                  <a:pt x="13041" y="2438"/>
                </a:lnTo>
                <a:lnTo>
                  <a:pt x="14950" y="7047"/>
                </a:lnTo>
                <a:lnTo>
                  <a:pt x="16876" y="2438"/>
                </a:lnTo>
                <a:lnTo>
                  <a:pt x="17972" y="2438"/>
                </a:lnTo>
                <a:close/>
                <a:moveTo>
                  <a:pt x="24640" y="5552"/>
                </a:moveTo>
                <a:cubicBezTo>
                  <a:pt x="24640" y="6568"/>
                  <a:pt x="24381" y="7369"/>
                  <a:pt x="23861" y="7957"/>
                </a:cubicBezTo>
                <a:cubicBezTo>
                  <a:pt x="23342" y="8545"/>
                  <a:pt x="22646" y="8839"/>
                  <a:pt x="21774" y="8839"/>
                </a:cubicBezTo>
                <a:cubicBezTo>
                  <a:pt x="20894" y="8839"/>
                  <a:pt x="20196" y="8545"/>
                  <a:pt x="19678" y="7957"/>
                </a:cubicBezTo>
                <a:cubicBezTo>
                  <a:pt x="19161" y="7369"/>
                  <a:pt x="18902" y="6568"/>
                  <a:pt x="18902" y="5552"/>
                </a:cubicBezTo>
                <a:cubicBezTo>
                  <a:pt x="18902" y="4537"/>
                  <a:pt x="19161" y="3734"/>
                  <a:pt x="19678" y="3144"/>
                </a:cubicBezTo>
                <a:cubicBezTo>
                  <a:pt x="20196" y="2555"/>
                  <a:pt x="20894" y="2260"/>
                  <a:pt x="21774" y="2260"/>
                </a:cubicBezTo>
                <a:cubicBezTo>
                  <a:pt x="22646" y="2260"/>
                  <a:pt x="23342" y="2555"/>
                  <a:pt x="23861" y="3144"/>
                </a:cubicBezTo>
                <a:cubicBezTo>
                  <a:pt x="24381" y="3734"/>
                  <a:pt x="24640" y="4537"/>
                  <a:pt x="24640" y="5552"/>
                </a:cubicBezTo>
                <a:moveTo>
                  <a:pt x="23561" y="5552"/>
                </a:moveTo>
                <a:cubicBezTo>
                  <a:pt x="23561" y="4748"/>
                  <a:pt x="23403" y="4150"/>
                  <a:pt x="23087" y="3759"/>
                </a:cubicBezTo>
                <a:cubicBezTo>
                  <a:pt x="22772" y="3368"/>
                  <a:pt x="22334" y="3173"/>
                  <a:pt x="21774" y="3173"/>
                </a:cubicBezTo>
                <a:cubicBezTo>
                  <a:pt x="21206" y="3173"/>
                  <a:pt x="20765" y="3368"/>
                  <a:pt x="20452" y="3759"/>
                </a:cubicBezTo>
                <a:cubicBezTo>
                  <a:pt x="20138" y="4150"/>
                  <a:pt x="19982" y="4748"/>
                  <a:pt x="19982" y="5552"/>
                </a:cubicBezTo>
                <a:cubicBezTo>
                  <a:pt x="19982" y="6330"/>
                  <a:pt x="20139" y="6921"/>
                  <a:pt x="20455" y="7323"/>
                </a:cubicBezTo>
                <a:cubicBezTo>
                  <a:pt x="20770" y="7725"/>
                  <a:pt x="21210" y="7926"/>
                  <a:pt x="21774" y="7926"/>
                </a:cubicBezTo>
                <a:cubicBezTo>
                  <a:pt x="22330" y="7926"/>
                  <a:pt x="22767" y="7727"/>
                  <a:pt x="23085" y="7328"/>
                </a:cubicBezTo>
                <a:cubicBezTo>
                  <a:pt x="23402" y="6930"/>
                  <a:pt x="23561" y="6338"/>
                  <a:pt x="23561" y="5552"/>
                </a:cubicBezTo>
                <a:close/>
                <a:moveTo>
                  <a:pt x="31731" y="5471"/>
                </a:moveTo>
                <a:cubicBezTo>
                  <a:pt x="31731" y="5977"/>
                  <a:pt x="31659" y="6439"/>
                  <a:pt x="31514" y="6857"/>
                </a:cubicBezTo>
                <a:cubicBezTo>
                  <a:pt x="31369" y="7275"/>
                  <a:pt x="31165" y="7629"/>
                  <a:pt x="30902" y="7919"/>
                </a:cubicBezTo>
                <a:cubicBezTo>
                  <a:pt x="30657" y="8194"/>
                  <a:pt x="30368" y="8407"/>
                  <a:pt x="30036" y="8557"/>
                </a:cubicBezTo>
                <a:cubicBezTo>
                  <a:pt x="29704" y="8708"/>
                  <a:pt x="29353" y="8783"/>
                  <a:pt x="28982" y="8783"/>
                </a:cubicBezTo>
                <a:cubicBezTo>
                  <a:pt x="28659" y="8783"/>
                  <a:pt x="28367" y="8748"/>
                  <a:pt x="28105" y="8677"/>
                </a:cubicBezTo>
                <a:cubicBezTo>
                  <a:pt x="27843" y="8607"/>
                  <a:pt x="27577" y="8497"/>
                  <a:pt x="27306" y="8348"/>
                </a:cubicBezTo>
                <a:lnTo>
                  <a:pt x="27306" y="10954"/>
                </a:lnTo>
                <a:lnTo>
                  <a:pt x="26260" y="10954"/>
                </a:lnTo>
                <a:lnTo>
                  <a:pt x="26260" y="2438"/>
                </a:lnTo>
                <a:lnTo>
                  <a:pt x="27306" y="2438"/>
                </a:lnTo>
                <a:lnTo>
                  <a:pt x="27306" y="3085"/>
                </a:lnTo>
                <a:cubicBezTo>
                  <a:pt x="27585" y="2851"/>
                  <a:pt x="27897" y="2655"/>
                  <a:pt x="28244" y="2497"/>
                </a:cubicBezTo>
                <a:cubicBezTo>
                  <a:pt x="28591" y="2339"/>
                  <a:pt x="28961" y="2260"/>
                  <a:pt x="29354" y="2260"/>
                </a:cubicBezTo>
                <a:cubicBezTo>
                  <a:pt x="30104" y="2260"/>
                  <a:pt x="30688" y="2543"/>
                  <a:pt x="31105" y="3110"/>
                </a:cubicBezTo>
                <a:cubicBezTo>
                  <a:pt x="31522" y="3677"/>
                  <a:pt x="31731" y="4464"/>
                  <a:pt x="31731" y="5471"/>
                </a:cubicBezTo>
                <a:moveTo>
                  <a:pt x="30651" y="5499"/>
                </a:moveTo>
                <a:cubicBezTo>
                  <a:pt x="30651" y="4750"/>
                  <a:pt x="30523" y="4189"/>
                  <a:pt x="30267" y="3818"/>
                </a:cubicBezTo>
                <a:cubicBezTo>
                  <a:pt x="30011" y="3447"/>
                  <a:pt x="29618" y="3262"/>
                  <a:pt x="29087" y="3262"/>
                </a:cubicBezTo>
                <a:cubicBezTo>
                  <a:pt x="28787" y="3262"/>
                  <a:pt x="28484" y="3327"/>
                  <a:pt x="28180" y="3456"/>
                </a:cubicBezTo>
                <a:cubicBezTo>
                  <a:pt x="27876" y="3586"/>
                  <a:pt x="27585" y="3757"/>
                  <a:pt x="27306" y="3969"/>
                </a:cubicBezTo>
                <a:lnTo>
                  <a:pt x="27306" y="7492"/>
                </a:lnTo>
                <a:cubicBezTo>
                  <a:pt x="27603" y="7625"/>
                  <a:pt x="27858" y="7716"/>
                  <a:pt x="28072" y="7765"/>
                </a:cubicBezTo>
                <a:cubicBezTo>
                  <a:pt x="28285" y="7813"/>
                  <a:pt x="28527" y="7837"/>
                  <a:pt x="28798" y="7837"/>
                </a:cubicBezTo>
                <a:cubicBezTo>
                  <a:pt x="29380" y="7837"/>
                  <a:pt x="29835" y="7640"/>
                  <a:pt x="30162" y="7247"/>
                </a:cubicBezTo>
                <a:cubicBezTo>
                  <a:pt x="30488" y="6854"/>
                  <a:pt x="30651" y="6271"/>
                  <a:pt x="30651" y="5499"/>
                </a:cubicBezTo>
                <a:close/>
                <a:moveTo>
                  <a:pt x="38561" y="8661"/>
                </a:moveTo>
                <a:lnTo>
                  <a:pt x="37514" y="8661"/>
                </a:lnTo>
                <a:lnTo>
                  <a:pt x="37514" y="5117"/>
                </a:lnTo>
                <a:cubicBezTo>
                  <a:pt x="37514" y="4831"/>
                  <a:pt x="37498" y="4563"/>
                  <a:pt x="37464" y="4312"/>
                </a:cubicBezTo>
                <a:cubicBezTo>
                  <a:pt x="37431" y="4061"/>
                  <a:pt x="37370" y="3865"/>
                  <a:pt x="37281" y="3724"/>
                </a:cubicBezTo>
                <a:cubicBezTo>
                  <a:pt x="37188" y="3568"/>
                  <a:pt x="37054" y="3452"/>
                  <a:pt x="36880" y="3376"/>
                </a:cubicBezTo>
                <a:cubicBezTo>
                  <a:pt x="36705" y="3300"/>
                  <a:pt x="36479" y="3262"/>
                  <a:pt x="36201" y="3262"/>
                </a:cubicBezTo>
                <a:cubicBezTo>
                  <a:pt x="35915" y="3262"/>
                  <a:pt x="35616" y="3332"/>
                  <a:pt x="35305" y="3474"/>
                </a:cubicBezTo>
                <a:cubicBezTo>
                  <a:pt x="34993" y="3615"/>
                  <a:pt x="34694" y="3795"/>
                  <a:pt x="34409" y="4014"/>
                </a:cubicBezTo>
                <a:lnTo>
                  <a:pt x="34409" y="8661"/>
                </a:lnTo>
                <a:lnTo>
                  <a:pt x="33362" y="8661"/>
                </a:lnTo>
                <a:lnTo>
                  <a:pt x="33362" y="0"/>
                </a:lnTo>
                <a:lnTo>
                  <a:pt x="34409" y="0"/>
                </a:lnTo>
                <a:lnTo>
                  <a:pt x="34409" y="3124"/>
                </a:lnTo>
                <a:cubicBezTo>
                  <a:pt x="34735" y="2853"/>
                  <a:pt x="35073" y="2641"/>
                  <a:pt x="35422" y="2489"/>
                </a:cubicBezTo>
                <a:cubicBezTo>
                  <a:pt x="35770" y="2336"/>
                  <a:pt x="36128" y="2260"/>
                  <a:pt x="36496" y="2260"/>
                </a:cubicBezTo>
                <a:cubicBezTo>
                  <a:pt x="37167" y="2260"/>
                  <a:pt x="37679" y="2462"/>
                  <a:pt x="38032" y="2868"/>
                </a:cubicBezTo>
                <a:cubicBezTo>
                  <a:pt x="38384" y="3273"/>
                  <a:pt x="38561" y="3856"/>
                  <a:pt x="38561" y="4618"/>
                </a:cubicBezTo>
                <a:lnTo>
                  <a:pt x="38561" y="8661"/>
                </a:lnTo>
                <a:close/>
                <a:moveTo>
                  <a:pt x="45953" y="2438"/>
                </a:moveTo>
                <a:lnTo>
                  <a:pt x="42324" y="10954"/>
                </a:lnTo>
                <a:lnTo>
                  <a:pt x="41205" y="10954"/>
                </a:lnTo>
                <a:lnTo>
                  <a:pt x="42363" y="8358"/>
                </a:lnTo>
                <a:lnTo>
                  <a:pt x="39886" y="2438"/>
                </a:lnTo>
                <a:lnTo>
                  <a:pt x="41021" y="2438"/>
                </a:lnTo>
                <a:lnTo>
                  <a:pt x="42930" y="7047"/>
                </a:lnTo>
                <a:lnTo>
                  <a:pt x="44856" y="2438"/>
                </a:lnTo>
                <a:lnTo>
                  <a:pt x="45953" y="2438"/>
                </a:lnTo>
                <a:close/>
                <a:moveTo>
                  <a:pt x="50550" y="8606"/>
                </a:moveTo>
                <a:cubicBezTo>
                  <a:pt x="50353" y="8658"/>
                  <a:pt x="50139" y="8700"/>
                  <a:pt x="49907" y="8733"/>
                </a:cubicBezTo>
                <a:cubicBezTo>
                  <a:pt x="49675" y="8766"/>
                  <a:pt x="49468" y="8783"/>
                  <a:pt x="49286" y="8783"/>
                </a:cubicBezTo>
                <a:cubicBezTo>
                  <a:pt x="48652" y="8783"/>
                  <a:pt x="48169" y="8612"/>
                  <a:pt x="47839" y="8271"/>
                </a:cubicBezTo>
                <a:cubicBezTo>
                  <a:pt x="47509" y="7929"/>
                  <a:pt x="47344" y="7381"/>
                  <a:pt x="47344" y="6627"/>
                </a:cubicBezTo>
                <a:lnTo>
                  <a:pt x="47344" y="3317"/>
                </a:lnTo>
                <a:lnTo>
                  <a:pt x="46637" y="3317"/>
                </a:lnTo>
                <a:lnTo>
                  <a:pt x="46637" y="2438"/>
                </a:lnTo>
                <a:lnTo>
                  <a:pt x="47344" y="2438"/>
                </a:lnTo>
                <a:lnTo>
                  <a:pt x="47344" y="646"/>
                </a:lnTo>
                <a:lnTo>
                  <a:pt x="48390" y="646"/>
                </a:lnTo>
                <a:lnTo>
                  <a:pt x="48390" y="2438"/>
                </a:lnTo>
                <a:lnTo>
                  <a:pt x="50550" y="2438"/>
                </a:lnTo>
                <a:lnTo>
                  <a:pt x="50550" y="3317"/>
                </a:lnTo>
                <a:lnTo>
                  <a:pt x="48390" y="3317"/>
                </a:lnTo>
                <a:lnTo>
                  <a:pt x="48390" y="6157"/>
                </a:lnTo>
                <a:cubicBezTo>
                  <a:pt x="48390" y="6485"/>
                  <a:pt x="48397" y="6740"/>
                  <a:pt x="48412" y="6925"/>
                </a:cubicBezTo>
                <a:cubicBezTo>
                  <a:pt x="48427" y="7109"/>
                  <a:pt x="48479" y="7281"/>
                  <a:pt x="48568" y="7441"/>
                </a:cubicBezTo>
                <a:cubicBezTo>
                  <a:pt x="48650" y="7589"/>
                  <a:pt x="48762" y="7698"/>
                  <a:pt x="48905" y="7767"/>
                </a:cubicBezTo>
                <a:cubicBezTo>
                  <a:pt x="49048" y="7836"/>
                  <a:pt x="49266" y="7870"/>
                  <a:pt x="49559" y="7870"/>
                </a:cubicBezTo>
                <a:cubicBezTo>
                  <a:pt x="49730" y="7870"/>
                  <a:pt x="49908" y="7845"/>
                  <a:pt x="50093" y="7795"/>
                </a:cubicBezTo>
                <a:cubicBezTo>
                  <a:pt x="50279" y="7745"/>
                  <a:pt x="50412" y="7703"/>
                  <a:pt x="50494" y="7670"/>
                </a:cubicBezTo>
                <a:lnTo>
                  <a:pt x="50550" y="7670"/>
                </a:lnTo>
                <a:lnTo>
                  <a:pt x="50550" y="8606"/>
                </a:lnTo>
                <a:close/>
                <a:moveTo>
                  <a:pt x="56645" y="8661"/>
                </a:moveTo>
                <a:lnTo>
                  <a:pt x="55604" y="8661"/>
                </a:lnTo>
                <a:lnTo>
                  <a:pt x="55604" y="8003"/>
                </a:lnTo>
                <a:cubicBezTo>
                  <a:pt x="55511" y="8066"/>
                  <a:pt x="55386" y="8154"/>
                  <a:pt x="55228" y="8268"/>
                </a:cubicBezTo>
                <a:cubicBezTo>
                  <a:pt x="55070" y="8381"/>
                  <a:pt x="54917" y="8471"/>
                  <a:pt x="54769" y="8538"/>
                </a:cubicBezTo>
                <a:cubicBezTo>
                  <a:pt x="54594" y="8623"/>
                  <a:pt x="54394" y="8695"/>
                  <a:pt x="54168" y="8752"/>
                </a:cubicBezTo>
                <a:cubicBezTo>
                  <a:pt x="53941" y="8810"/>
                  <a:pt x="53676" y="8839"/>
                  <a:pt x="53372" y="8839"/>
                </a:cubicBezTo>
                <a:cubicBezTo>
                  <a:pt x="52811" y="8839"/>
                  <a:pt x="52336" y="8653"/>
                  <a:pt x="51947" y="8281"/>
                </a:cubicBezTo>
                <a:cubicBezTo>
                  <a:pt x="51557" y="7910"/>
                  <a:pt x="51362" y="7436"/>
                  <a:pt x="51362" y="6860"/>
                </a:cubicBezTo>
                <a:cubicBezTo>
                  <a:pt x="51362" y="6388"/>
                  <a:pt x="51464" y="6007"/>
                  <a:pt x="51666" y="5715"/>
                </a:cubicBezTo>
                <a:cubicBezTo>
                  <a:pt x="51868" y="5423"/>
                  <a:pt x="52157" y="5194"/>
                  <a:pt x="52531" y="5027"/>
                </a:cubicBezTo>
                <a:cubicBezTo>
                  <a:pt x="52910" y="4860"/>
                  <a:pt x="53364" y="4746"/>
                  <a:pt x="53895" y="4687"/>
                </a:cubicBezTo>
                <a:cubicBezTo>
                  <a:pt x="54426" y="4627"/>
                  <a:pt x="54995" y="4583"/>
                  <a:pt x="55604" y="4553"/>
                </a:cubicBezTo>
                <a:lnTo>
                  <a:pt x="55604" y="4390"/>
                </a:lnTo>
                <a:cubicBezTo>
                  <a:pt x="55604" y="4151"/>
                  <a:pt x="55562" y="3952"/>
                  <a:pt x="55478" y="3795"/>
                </a:cubicBezTo>
                <a:cubicBezTo>
                  <a:pt x="55395" y="3638"/>
                  <a:pt x="55275" y="3515"/>
                  <a:pt x="55119" y="3425"/>
                </a:cubicBezTo>
                <a:cubicBezTo>
                  <a:pt x="54971" y="3339"/>
                  <a:pt x="54793" y="3281"/>
                  <a:pt x="54585" y="3251"/>
                </a:cubicBezTo>
                <a:cubicBezTo>
                  <a:pt x="54377" y="3221"/>
                  <a:pt x="54160" y="3206"/>
                  <a:pt x="53934" y="3206"/>
                </a:cubicBezTo>
                <a:cubicBezTo>
                  <a:pt x="53659" y="3206"/>
                  <a:pt x="53353" y="3243"/>
                  <a:pt x="53016" y="3318"/>
                </a:cubicBezTo>
                <a:cubicBezTo>
                  <a:pt x="52678" y="3392"/>
                  <a:pt x="52329" y="3499"/>
                  <a:pt x="51969" y="3640"/>
                </a:cubicBezTo>
                <a:lnTo>
                  <a:pt x="51913" y="3640"/>
                </a:lnTo>
                <a:lnTo>
                  <a:pt x="51913" y="2577"/>
                </a:lnTo>
                <a:cubicBezTo>
                  <a:pt x="52118" y="2521"/>
                  <a:pt x="52413" y="2460"/>
                  <a:pt x="52798" y="2393"/>
                </a:cubicBezTo>
                <a:cubicBezTo>
                  <a:pt x="53184" y="2327"/>
                  <a:pt x="53565" y="2293"/>
                  <a:pt x="53939" y="2293"/>
                </a:cubicBezTo>
                <a:cubicBezTo>
                  <a:pt x="54377" y="2293"/>
                  <a:pt x="54759" y="2329"/>
                  <a:pt x="55083" y="2402"/>
                </a:cubicBezTo>
                <a:cubicBezTo>
                  <a:pt x="55408" y="2474"/>
                  <a:pt x="55689" y="2597"/>
                  <a:pt x="55927" y="2772"/>
                </a:cubicBezTo>
                <a:cubicBezTo>
                  <a:pt x="56160" y="2943"/>
                  <a:pt x="56338" y="3163"/>
                  <a:pt x="56461" y="3434"/>
                </a:cubicBezTo>
                <a:cubicBezTo>
                  <a:pt x="56583" y="3705"/>
                  <a:pt x="56645" y="4041"/>
                  <a:pt x="56645" y="4442"/>
                </a:cubicBezTo>
                <a:lnTo>
                  <a:pt x="56645" y="8661"/>
                </a:lnTo>
                <a:moveTo>
                  <a:pt x="55604" y="7138"/>
                </a:moveTo>
                <a:lnTo>
                  <a:pt x="55604" y="5399"/>
                </a:lnTo>
                <a:cubicBezTo>
                  <a:pt x="55285" y="5418"/>
                  <a:pt x="54909" y="5446"/>
                  <a:pt x="54477" y="5483"/>
                </a:cubicBezTo>
                <a:cubicBezTo>
                  <a:pt x="54044" y="5520"/>
                  <a:pt x="53702" y="5574"/>
                  <a:pt x="53450" y="5645"/>
                </a:cubicBezTo>
                <a:cubicBezTo>
                  <a:pt x="53149" y="5731"/>
                  <a:pt x="52906" y="5864"/>
                  <a:pt x="52721" y="6045"/>
                </a:cubicBezTo>
                <a:cubicBezTo>
                  <a:pt x="52535" y="6226"/>
                  <a:pt x="52442" y="6474"/>
                  <a:pt x="52442" y="6791"/>
                </a:cubicBezTo>
                <a:cubicBezTo>
                  <a:pt x="52442" y="7149"/>
                  <a:pt x="52550" y="7418"/>
                  <a:pt x="52765" y="7599"/>
                </a:cubicBezTo>
                <a:cubicBezTo>
                  <a:pt x="52980" y="7780"/>
                  <a:pt x="53309" y="7870"/>
                  <a:pt x="53750" y="7870"/>
                </a:cubicBezTo>
                <a:cubicBezTo>
                  <a:pt x="54118" y="7870"/>
                  <a:pt x="54453" y="7799"/>
                  <a:pt x="54758" y="7655"/>
                </a:cubicBezTo>
                <a:cubicBezTo>
                  <a:pt x="55062" y="7512"/>
                  <a:pt x="55344" y="7339"/>
                  <a:pt x="55604" y="7138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890104-EB42-477E-B12D-5DD2D0A01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91" y="2976821"/>
            <a:ext cx="193864" cy="131025"/>
          </a:xfrm>
          <a:custGeom xmlns:a="http://schemas.openxmlformats.org/drawingml/2006/main">
            <a:pathLst>
              <a:path w="193864" h="131025">
                <a:moveTo>
                  <a:pt x="0" y="0"/>
                </a:moveTo>
                <a:lnTo>
                  <a:pt x="193864" y="0"/>
                </a:lnTo>
                <a:lnTo>
                  <a:pt x="193864" y="131025"/>
                </a:lnTo>
                <a:lnTo>
                  <a:pt x="0" y="1310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4E2F30-B8ED-4C70-9F1B-888B9A5B0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3192" y="2976822"/>
            <a:ext cx="193863" cy="131026"/>
          </a:xfrm>
          <a:custGeom xmlns:a="http://schemas.openxmlformats.org/drawingml/2006/main">
            <a:pathLst>
              <a:path w="193863" h="131026" fill="none">
                <a:moveTo>
                  <a:pt x="0" y="0"/>
                </a:moveTo>
                <a:lnTo>
                  <a:pt x="193863" y="0"/>
                </a:lnTo>
                <a:lnTo>
                  <a:pt x="193863" y="131026"/>
                </a:lnTo>
                <a:lnTo>
                  <a:pt x="0" y="1310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2" name="Text Annelida">
            <a:extLst xmlns:a="http://schemas.openxmlformats.org/drawingml/2006/main">
              <a:ext uri="{FF2B5EF4-FFF2-40B4-BE49-F238E27FC236}">
                <a16:creationId xmlns:a16="http://schemas.microsoft.com/office/drawing/2014/main" id="{8D78ED31-100E-4B01-857F-243525F7D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860" y="3002640"/>
            <a:ext cx="57258" cy="10525"/>
          </a:xfrm>
          <a:custGeom xmlns:a="http://schemas.openxmlformats.org/drawingml/2006/main">
            <a:pathLst>
              <a:path w="57258" h="10525">
                <a:moveTo>
                  <a:pt x="8934" y="10313"/>
                </a:moveTo>
                <a:lnTo>
                  <a:pt x="7536" y="10313"/>
                </a:lnTo>
                <a:lnTo>
                  <a:pt x="6568" y="7569"/>
                </a:lnTo>
                <a:lnTo>
                  <a:pt x="2300" y="7569"/>
                </a:lnTo>
                <a:lnTo>
                  <a:pt x="1332" y="10313"/>
                </a:lnTo>
                <a:lnTo>
                  <a:pt x="0" y="10313"/>
                </a:lnTo>
                <a:lnTo>
                  <a:pt x="3592" y="437"/>
                </a:lnTo>
                <a:lnTo>
                  <a:pt x="5342" y="437"/>
                </a:lnTo>
                <a:lnTo>
                  <a:pt x="8934" y="10313"/>
                </a:lnTo>
                <a:moveTo>
                  <a:pt x="6164" y="6429"/>
                </a:moveTo>
                <a:lnTo>
                  <a:pt x="4434" y="1585"/>
                </a:lnTo>
                <a:lnTo>
                  <a:pt x="2698" y="6429"/>
                </a:lnTo>
                <a:lnTo>
                  <a:pt x="6164" y="6429"/>
                </a:lnTo>
                <a:close/>
                <a:moveTo>
                  <a:pt x="16524" y="10313"/>
                </a:moveTo>
                <a:lnTo>
                  <a:pt x="15278" y="10313"/>
                </a:lnTo>
                <a:lnTo>
                  <a:pt x="15278" y="6093"/>
                </a:lnTo>
                <a:cubicBezTo>
                  <a:pt x="15278" y="5753"/>
                  <a:pt x="15258" y="5433"/>
                  <a:pt x="15218" y="5135"/>
                </a:cubicBezTo>
                <a:cubicBezTo>
                  <a:pt x="15178" y="4836"/>
                  <a:pt x="15105" y="4603"/>
                  <a:pt x="14999" y="4435"/>
                </a:cubicBezTo>
                <a:cubicBezTo>
                  <a:pt x="14889" y="4249"/>
                  <a:pt x="14730" y="4111"/>
                  <a:pt x="14522" y="4020"/>
                </a:cubicBezTo>
                <a:cubicBezTo>
                  <a:pt x="14314" y="3929"/>
                  <a:pt x="14045" y="3884"/>
                  <a:pt x="13714" y="3884"/>
                </a:cubicBezTo>
                <a:cubicBezTo>
                  <a:pt x="13373" y="3884"/>
                  <a:pt x="13018" y="3968"/>
                  <a:pt x="12646" y="4136"/>
                </a:cubicBezTo>
                <a:cubicBezTo>
                  <a:pt x="12275" y="4304"/>
                  <a:pt x="11920" y="4519"/>
                  <a:pt x="11579" y="4780"/>
                </a:cubicBezTo>
                <a:lnTo>
                  <a:pt x="11579" y="10313"/>
                </a:lnTo>
                <a:lnTo>
                  <a:pt x="10333" y="10313"/>
                </a:lnTo>
                <a:lnTo>
                  <a:pt x="10333" y="2903"/>
                </a:lnTo>
                <a:lnTo>
                  <a:pt x="11579" y="2903"/>
                </a:lnTo>
                <a:lnTo>
                  <a:pt x="11579" y="3720"/>
                </a:lnTo>
                <a:cubicBezTo>
                  <a:pt x="11968" y="3397"/>
                  <a:pt x="12370" y="3145"/>
                  <a:pt x="12786" y="2963"/>
                </a:cubicBezTo>
                <a:cubicBezTo>
                  <a:pt x="13201" y="2782"/>
                  <a:pt x="13627" y="2691"/>
                  <a:pt x="14065" y="2691"/>
                </a:cubicBezTo>
                <a:cubicBezTo>
                  <a:pt x="14865" y="2691"/>
                  <a:pt x="15474" y="2932"/>
                  <a:pt x="15894" y="3415"/>
                </a:cubicBezTo>
                <a:cubicBezTo>
                  <a:pt x="16314" y="3897"/>
                  <a:pt x="16524" y="4592"/>
                  <a:pt x="16524" y="5500"/>
                </a:cubicBezTo>
                <a:lnTo>
                  <a:pt x="16524" y="10313"/>
                </a:lnTo>
                <a:close/>
                <a:moveTo>
                  <a:pt x="25113" y="10313"/>
                </a:moveTo>
                <a:lnTo>
                  <a:pt x="23867" y="10313"/>
                </a:lnTo>
                <a:lnTo>
                  <a:pt x="23867" y="6093"/>
                </a:lnTo>
                <a:cubicBezTo>
                  <a:pt x="23867" y="5753"/>
                  <a:pt x="23847" y="5433"/>
                  <a:pt x="23807" y="5135"/>
                </a:cubicBezTo>
                <a:cubicBezTo>
                  <a:pt x="23768" y="4836"/>
                  <a:pt x="23695" y="4603"/>
                  <a:pt x="23589" y="4435"/>
                </a:cubicBezTo>
                <a:cubicBezTo>
                  <a:pt x="23478" y="4249"/>
                  <a:pt x="23319" y="4111"/>
                  <a:pt x="23111" y="4020"/>
                </a:cubicBezTo>
                <a:cubicBezTo>
                  <a:pt x="22904" y="3929"/>
                  <a:pt x="22634" y="3884"/>
                  <a:pt x="22303" y="3884"/>
                </a:cubicBezTo>
                <a:cubicBezTo>
                  <a:pt x="21963" y="3884"/>
                  <a:pt x="21607" y="3968"/>
                  <a:pt x="21236" y="4136"/>
                </a:cubicBezTo>
                <a:cubicBezTo>
                  <a:pt x="20865" y="4304"/>
                  <a:pt x="20509" y="4519"/>
                  <a:pt x="20169" y="4780"/>
                </a:cubicBezTo>
                <a:lnTo>
                  <a:pt x="20169" y="10313"/>
                </a:lnTo>
                <a:lnTo>
                  <a:pt x="18923" y="10313"/>
                </a:lnTo>
                <a:lnTo>
                  <a:pt x="18923" y="2903"/>
                </a:lnTo>
                <a:lnTo>
                  <a:pt x="20169" y="2903"/>
                </a:lnTo>
                <a:lnTo>
                  <a:pt x="20169" y="3720"/>
                </a:lnTo>
                <a:cubicBezTo>
                  <a:pt x="20558" y="3397"/>
                  <a:pt x="20960" y="3145"/>
                  <a:pt x="21375" y="2963"/>
                </a:cubicBezTo>
                <a:cubicBezTo>
                  <a:pt x="21790" y="2782"/>
                  <a:pt x="22217" y="2691"/>
                  <a:pt x="22654" y="2691"/>
                </a:cubicBezTo>
                <a:cubicBezTo>
                  <a:pt x="23454" y="2691"/>
                  <a:pt x="24064" y="2932"/>
                  <a:pt x="24483" y="3415"/>
                </a:cubicBezTo>
                <a:cubicBezTo>
                  <a:pt x="24903" y="3897"/>
                  <a:pt x="25113" y="4592"/>
                  <a:pt x="25113" y="5500"/>
                </a:cubicBezTo>
                <a:lnTo>
                  <a:pt x="25113" y="10313"/>
                </a:lnTo>
                <a:close/>
                <a:moveTo>
                  <a:pt x="33709" y="6734"/>
                </a:moveTo>
                <a:lnTo>
                  <a:pt x="28255" y="6734"/>
                </a:lnTo>
                <a:cubicBezTo>
                  <a:pt x="28255" y="7190"/>
                  <a:pt x="28323" y="7588"/>
                  <a:pt x="28460" y="7927"/>
                </a:cubicBezTo>
                <a:cubicBezTo>
                  <a:pt x="28597" y="8265"/>
                  <a:pt x="28785" y="8543"/>
                  <a:pt x="29023" y="8760"/>
                </a:cubicBezTo>
                <a:cubicBezTo>
                  <a:pt x="29253" y="8973"/>
                  <a:pt x="29526" y="9133"/>
                  <a:pt x="29842" y="9239"/>
                </a:cubicBezTo>
                <a:cubicBezTo>
                  <a:pt x="30158" y="9345"/>
                  <a:pt x="30506" y="9398"/>
                  <a:pt x="30886" y="9398"/>
                </a:cubicBezTo>
                <a:cubicBezTo>
                  <a:pt x="31390" y="9398"/>
                  <a:pt x="31897" y="9297"/>
                  <a:pt x="32407" y="9095"/>
                </a:cubicBezTo>
                <a:cubicBezTo>
                  <a:pt x="32917" y="8892"/>
                  <a:pt x="33281" y="8693"/>
                  <a:pt x="33497" y="8497"/>
                </a:cubicBezTo>
                <a:lnTo>
                  <a:pt x="33564" y="8497"/>
                </a:lnTo>
                <a:lnTo>
                  <a:pt x="33564" y="9860"/>
                </a:lnTo>
                <a:cubicBezTo>
                  <a:pt x="33144" y="10038"/>
                  <a:pt x="32715" y="10186"/>
                  <a:pt x="32278" y="10306"/>
                </a:cubicBezTo>
                <a:cubicBezTo>
                  <a:pt x="31840" y="10426"/>
                  <a:pt x="31381" y="10485"/>
                  <a:pt x="30899" y="10485"/>
                </a:cubicBezTo>
                <a:cubicBezTo>
                  <a:pt x="29671" y="10485"/>
                  <a:pt x="28712" y="10152"/>
                  <a:pt x="28023" y="9486"/>
                </a:cubicBezTo>
                <a:cubicBezTo>
                  <a:pt x="27333" y="8820"/>
                  <a:pt x="26989" y="7874"/>
                  <a:pt x="26989" y="6648"/>
                </a:cubicBezTo>
                <a:cubicBezTo>
                  <a:pt x="26989" y="5435"/>
                  <a:pt x="27319" y="4473"/>
                  <a:pt x="27980" y="3760"/>
                </a:cubicBezTo>
                <a:cubicBezTo>
                  <a:pt x="28640" y="3047"/>
                  <a:pt x="29510" y="2691"/>
                  <a:pt x="30588" y="2691"/>
                </a:cubicBezTo>
                <a:cubicBezTo>
                  <a:pt x="31586" y="2691"/>
                  <a:pt x="32356" y="2983"/>
                  <a:pt x="32897" y="3567"/>
                </a:cubicBezTo>
                <a:cubicBezTo>
                  <a:pt x="33439" y="4151"/>
                  <a:pt x="33709" y="4981"/>
                  <a:pt x="33709" y="6057"/>
                </a:cubicBezTo>
                <a:lnTo>
                  <a:pt x="33709" y="6734"/>
                </a:lnTo>
                <a:moveTo>
                  <a:pt x="32496" y="5780"/>
                </a:moveTo>
                <a:cubicBezTo>
                  <a:pt x="32492" y="5126"/>
                  <a:pt x="32327" y="4620"/>
                  <a:pt x="32003" y="4262"/>
                </a:cubicBezTo>
                <a:cubicBezTo>
                  <a:pt x="31678" y="3904"/>
                  <a:pt x="31184" y="3725"/>
                  <a:pt x="30521" y="3725"/>
                </a:cubicBezTo>
                <a:cubicBezTo>
                  <a:pt x="29854" y="3725"/>
                  <a:pt x="29323" y="3922"/>
                  <a:pt x="28927" y="4315"/>
                </a:cubicBezTo>
                <a:cubicBezTo>
                  <a:pt x="28532" y="4708"/>
                  <a:pt x="28308" y="5196"/>
                  <a:pt x="28255" y="5780"/>
                </a:cubicBezTo>
                <a:lnTo>
                  <a:pt x="32496" y="5780"/>
                </a:lnTo>
                <a:close/>
                <a:moveTo>
                  <a:pt x="36858" y="10313"/>
                </a:moveTo>
                <a:lnTo>
                  <a:pt x="35612" y="10313"/>
                </a:lnTo>
                <a:lnTo>
                  <a:pt x="35612" y="0"/>
                </a:lnTo>
                <a:lnTo>
                  <a:pt x="36858" y="0"/>
                </a:lnTo>
                <a:lnTo>
                  <a:pt x="36858" y="10313"/>
                </a:lnTo>
                <a:close/>
                <a:moveTo>
                  <a:pt x="40662" y="1670"/>
                </a:moveTo>
                <a:lnTo>
                  <a:pt x="39257" y="1670"/>
                </a:lnTo>
                <a:lnTo>
                  <a:pt x="39257" y="371"/>
                </a:lnTo>
                <a:lnTo>
                  <a:pt x="40662" y="371"/>
                </a:lnTo>
                <a:lnTo>
                  <a:pt x="40662" y="1670"/>
                </a:lnTo>
                <a:moveTo>
                  <a:pt x="40582" y="10313"/>
                </a:moveTo>
                <a:lnTo>
                  <a:pt x="39336" y="10313"/>
                </a:lnTo>
                <a:lnTo>
                  <a:pt x="39336" y="2903"/>
                </a:lnTo>
                <a:lnTo>
                  <a:pt x="40582" y="2903"/>
                </a:lnTo>
                <a:lnTo>
                  <a:pt x="40582" y="10313"/>
                </a:lnTo>
                <a:close/>
                <a:moveTo>
                  <a:pt x="49053" y="10313"/>
                </a:moveTo>
                <a:lnTo>
                  <a:pt x="47807" y="10313"/>
                </a:lnTo>
                <a:lnTo>
                  <a:pt x="47807" y="9542"/>
                </a:lnTo>
                <a:cubicBezTo>
                  <a:pt x="47449" y="9852"/>
                  <a:pt x="47076" y="10093"/>
                  <a:pt x="46687" y="10266"/>
                </a:cubicBezTo>
                <a:cubicBezTo>
                  <a:pt x="46298" y="10439"/>
                  <a:pt x="45876" y="10525"/>
                  <a:pt x="45421" y="10525"/>
                </a:cubicBezTo>
                <a:cubicBezTo>
                  <a:pt x="44537" y="10525"/>
                  <a:pt x="43836" y="10184"/>
                  <a:pt x="43317" y="9502"/>
                </a:cubicBezTo>
                <a:cubicBezTo>
                  <a:pt x="42797" y="8820"/>
                  <a:pt x="42538" y="7874"/>
                  <a:pt x="42538" y="6665"/>
                </a:cubicBezTo>
                <a:cubicBezTo>
                  <a:pt x="42538" y="6035"/>
                  <a:pt x="42627" y="5475"/>
                  <a:pt x="42806" y="4983"/>
                </a:cubicBezTo>
                <a:cubicBezTo>
                  <a:pt x="42985" y="4492"/>
                  <a:pt x="43227" y="4073"/>
                  <a:pt x="43532" y="3728"/>
                </a:cubicBezTo>
                <a:cubicBezTo>
                  <a:pt x="43833" y="3391"/>
                  <a:pt x="44183" y="3134"/>
                  <a:pt x="44583" y="2957"/>
                </a:cubicBezTo>
                <a:cubicBezTo>
                  <a:pt x="44982" y="2780"/>
                  <a:pt x="45397" y="2691"/>
                  <a:pt x="45825" y="2691"/>
                </a:cubicBezTo>
                <a:cubicBezTo>
                  <a:pt x="46214" y="2691"/>
                  <a:pt x="46559" y="2732"/>
                  <a:pt x="46859" y="2814"/>
                </a:cubicBezTo>
                <a:cubicBezTo>
                  <a:pt x="47160" y="2896"/>
                  <a:pt x="47476" y="3023"/>
                  <a:pt x="47807" y="3196"/>
                </a:cubicBezTo>
                <a:lnTo>
                  <a:pt x="47807" y="0"/>
                </a:lnTo>
                <a:lnTo>
                  <a:pt x="49053" y="0"/>
                </a:lnTo>
                <a:lnTo>
                  <a:pt x="49053" y="10313"/>
                </a:lnTo>
                <a:moveTo>
                  <a:pt x="47807" y="8490"/>
                </a:moveTo>
                <a:lnTo>
                  <a:pt x="47807" y="4242"/>
                </a:lnTo>
                <a:cubicBezTo>
                  <a:pt x="47471" y="4092"/>
                  <a:pt x="47171" y="3988"/>
                  <a:pt x="46906" y="3930"/>
                </a:cubicBezTo>
                <a:cubicBezTo>
                  <a:pt x="46641" y="3873"/>
                  <a:pt x="46351" y="3844"/>
                  <a:pt x="46037" y="3844"/>
                </a:cubicBezTo>
                <a:cubicBezTo>
                  <a:pt x="45339" y="3844"/>
                  <a:pt x="44796" y="4087"/>
                  <a:pt x="44407" y="4573"/>
                </a:cubicBezTo>
                <a:cubicBezTo>
                  <a:pt x="44018" y="5059"/>
                  <a:pt x="43824" y="5749"/>
                  <a:pt x="43824" y="6641"/>
                </a:cubicBezTo>
                <a:cubicBezTo>
                  <a:pt x="43824" y="7520"/>
                  <a:pt x="43974" y="8189"/>
                  <a:pt x="44274" y="8646"/>
                </a:cubicBezTo>
                <a:cubicBezTo>
                  <a:pt x="44575" y="9103"/>
                  <a:pt x="45056" y="9332"/>
                  <a:pt x="45719" y="9332"/>
                </a:cubicBezTo>
                <a:cubicBezTo>
                  <a:pt x="46073" y="9332"/>
                  <a:pt x="46431" y="9254"/>
                  <a:pt x="46793" y="9097"/>
                </a:cubicBezTo>
                <a:cubicBezTo>
                  <a:pt x="47155" y="8940"/>
                  <a:pt x="47493" y="8738"/>
                  <a:pt x="47807" y="8490"/>
                </a:cubicBezTo>
                <a:close/>
                <a:moveTo>
                  <a:pt x="57258" y="10313"/>
                </a:moveTo>
                <a:lnTo>
                  <a:pt x="56019" y="10313"/>
                </a:lnTo>
                <a:lnTo>
                  <a:pt x="56019" y="9530"/>
                </a:lnTo>
                <a:cubicBezTo>
                  <a:pt x="55908" y="9605"/>
                  <a:pt x="55759" y="9710"/>
                  <a:pt x="55572" y="9845"/>
                </a:cubicBezTo>
                <a:cubicBezTo>
                  <a:pt x="55384" y="9980"/>
                  <a:pt x="55201" y="10087"/>
                  <a:pt x="55025" y="10167"/>
                </a:cubicBezTo>
                <a:cubicBezTo>
                  <a:pt x="54817" y="10269"/>
                  <a:pt x="54578" y="10354"/>
                  <a:pt x="54309" y="10422"/>
                </a:cubicBezTo>
                <a:cubicBezTo>
                  <a:pt x="54039" y="10491"/>
                  <a:pt x="53723" y="10525"/>
                  <a:pt x="53361" y="10525"/>
                </a:cubicBezTo>
                <a:cubicBezTo>
                  <a:pt x="52694" y="10525"/>
                  <a:pt x="52128" y="10304"/>
                  <a:pt x="51664" y="9862"/>
                </a:cubicBezTo>
                <a:cubicBezTo>
                  <a:pt x="51200" y="9419"/>
                  <a:pt x="50968" y="8855"/>
                  <a:pt x="50968" y="8169"/>
                </a:cubicBezTo>
                <a:cubicBezTo>
                  <a:pt x="50968" y="7607"/>
                  <a:pt x="51089" y="7153"/>
                  <a:pt x="51330" y="6805"/>
                </a:cubicBezTo>
                <a:cubicBezTo>
                  <a:pt x="51570" y="6458"/>
                  <a:pt x="51914" y="6185"/>
                  <a:pt x="52360" y="5986"/>
                </a:cubicBezTo>
                <a:cubicBezTo>
                  <a:pt x="52811" y="5787"/>
                  <a:pt x="53352" y="5652"/>
                  <a:pt x="53984" y="5581"/>
                </a:cubicBezTo>
                <a:cubicBezTo>
                  <a:pt x="54616" y="5510"/>
                  <a:pt x="55294" y="5457"/>
                  <a:pt x="56019" y="5422"/>
                </a:cubicBezTo>
                <a:lnTo>
                  <a:pt x="56019" y="5228"/>
                </a:lnTo>
                <a:cubicBezTo>
                  <a:pt x="56019" y="4943"/>
                  <a:pt x="55969" y="4707"/>
                  <a:pt x="55870" y="4519"/>
                </a:cubicBezTo>
                <a:cubicBezTo>
                  <a:pt x="55770" y="4332"/>
                  <a:pt x="55628" y="4185"/>
                  <a:pt x="55442" y="4078"/>
                </a:cubicBezTo>
                <a:cubicBezTo>
                  <a:pt x="55266" y="3976"/>
                  <a:pt x="55053" y="3907"/>
                  <a:pt x="54806" y="3871"/>
                </a:cubicBezTo>
                <a:cubicBezTo>
                  <a:pt x="54559" y="3835"/>
                  <a:pt x="54300" y="3818"/>
                  <a:pt x="54031" y="3818"/>
                </a:cubicBezTo>
                <a:cubicBezTo>
                  <a:pt x="53704" y="3818"/>
                  <a:pt x="53339" y="3862"/>
                  <a:pt x="52937" y="3950"/>
                </a:cubicBezTo>
                <a:cubicBezTo>
                  <a:pt x="52535" y="4039"/>
                  <a:pt x="52119" y="4167"/>
                  <a:pt x="51691" y="4335"/>
                </a:cubicBezTo>
                <a:lnTo>
                  <a:pt x="51625" y="4335"/>
                </a:lnTo>
                <a:lnTo>
                  <a:pt x="51625" y="3069"/>
                </a:lnTo>
                <a:cubicBezTo>
                  <a:pt x="51868" y="3002"/>
                  <a:pt x="52219" y="2930"/>
                  <a:pt x="52678" y="2850"/>
                </a:cubicBezTo>
                <a:cubicBezTo>
                  <a:pt x="53138" y="2770"/>
                  <a:pt x="53591" y="2731"/>
                  <a:pt x="54037" y="2731"/>
                </a:cubicBezTo>
                <a:cubicBezTo>
                  <a:pt x="54559" y="2731"/>
                  <a:pt x="55013" y="2774"/>
                  <a:pt x="55399" y="2860"/>
                </a:cubicBezTo>
                <a:cubicBezTo>
                  <a:pt x="55786" y="2946"/>
                  <a:pt x="56121" y="3093"/>
                  <a:pt x="56403" y="3301"/>
                </a:cubicBezTo>
                <a:cubicBezTo>
                  <a:pt x="56682" y="3504"/>
                  <a:pt x="56894" y="3767"/>
                  <a:pt x="57040" y="4089"/>
                </a:cubicBezTo>
                <a:cubicBezTo>
                  <a:pt x="57185" y="4412"/>
                  <a:pt x="57258" y="4812"/>
                  <a:pt x="57258" y="5289"/>
                </a:cubicBezTo>
                <a:lnTo>
                  <a:pt x="57258" y="10313"/>
                </a:lnTo>
                <a:moveTo>
                  <a:pt x="56019" y="8500"/>
                </a:moveTo>
                <a:lnTo>
                  <a:pt x="56019" y="6429"/>
                </a:lnTo>
                <a:cubicBezTo>
                  <a:pt x="55639" y="6451"/>
                  <a:pt x="55192" y="6485"/>
                  <a:pt x="54677" y="6529"/>
                </a:cubicBezTo>
                <a:cubicBezTo>
                  <a:pt x="54162" y="6573"/>
                  <a:pt x="53754" y="6638"/>
                  <a:pt x="53454" y="6722"/>
                </a:cubicBezTo>
                <a:cubicBezTo>
                  <a:pt x="53096" y="6824"/>
                  <a:pt x="52807" y="6983"/>
                  <a:pt x="52586" y="7198"/>
                </a:cubicBezTo>
                <a:cubicBezTo>
                  <a:pt x="52365" y="7413"/>
                  <a:pt x="52254" y="7710"/>
                  <a:pt x="52254" y="8087"/>
                </a:cubicBezTo>
                <a:cubicBezTo>
                  <a:pt x="52254" y="8513"/>
                  <a:pt x="52382" y="8834"/>
                  <a:pt x="52639" y="9049"/>
                </a:cubicBezTo>
                <a:cubicBezTo>
                  <a:pt x="52895" y="9264"/>
                  <a:pt x="53286" y="9372"/>
                  <a:pt x="53812" y="9372"/>
                </a:cubicBezTo>
                <a:cubicBezTo>
                  <a:pt x="54249" y="9372"/>
                  <a:pt x="54649" y="9286"/>
                  <a:pt x="55011" y="9116"/>
                </a:cubicBezTo>
                <a:cubicBezTo>
                  <a:pt x="55374" y="8945"/>
                  <a:pt x="55710" y="8739"/>
                  <a:pt x="56019" y="8500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B20C11-6AA0-4F00-8A6F-E26DC39B1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553" y="2665619"/>
            <a:ext cx="154977" cy="137854"/>
          </a:xfrm>
          <a:custGeom xmlns:a="http://schemas.openxmlformats.org/drawingml/2006/main">
            <a:pathLst>
              <a:path w="154977" h="137854">
                <a:moveTo>
                  <a:pt x="0" y="0"/>
                </a:moveTo>
                <a:lnTo>
                  <a:pt x="154977" y="0"/>
                </a:lnTo>
                <a:lnTo>
                  <a:pt x="154977" y="137854"/>
                </a:lnTo>
                <a:lnTo>
                  <a:pt x="0" y="1378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E1C81E-6822-40BC-A57B-7AE6DFE1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554" y="2665622"/>
            <a:ext cx="154977" cy="137854"/>
          </a:xfrm>
          <a:custGeom xmlns:a="http://schemas.openxmlformats.org/drawingml/2006/main">
            <a:pathLst>
              <a:path w="154977" h="137854" fill="none">
                <a:moveTo>
                  <a:pt x="0" y="0"/>
                </a:moveTo>
                <a:lnTo>
                  <a:pt x="154977" y="0"/>
                </a:lnTo>
                <a:lnTo>
                  <a:pt x="154977" y="137854"/>
                </a:lnTo>
                <a:lnTo>
                  <a:pt x="0" y="1378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5" name="Text Protozoa">
            <a:extLst xmlns:a="http://schemas.openxmlformats.org/drawingml/2006/main">
              <a:ext uri="{FF2B5EF4-FFF2-40B4-BE49-F238E27FC236}">
                <a16:creationId xmlns:a16="http://schemas.microsoft.com/office/drawing/2014/main" id="{3A04E05C-3D97-4397-B7BA-9A3B0CCE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17489" y="2689418"/>
            <a:ext cx="18838" cy="3344"/>
          </a:xfrm>
          <a:custGeom xmlns:a="http://schemas.openxmlformats.org/drawingml/2006/main">
            <a:pathLst>
              <a:path w="18838" h="3344">
                <a:moveTo>
                  <a:pt x="2140" y="989"/>
                </a:moveTo>
                <a:cubicBezTo>
                  <a:pt x="2140" y="1134"/>
                  <a:pt x="2115" y="1268"/>
                  <a:pt x="2064" y="1392"/>
                </a:cubicBezTo>
                <a:cubicBezTo>
                  <a:pt x="2014" y="1516"/>
                  <a:pt x="1943" y="1623"/>
                  <a:pt x="1852" y="1714"/>
                </a:cubicBezTo>
                <a:cubicBezTo>
                  <a:pt x="1739" y="1827"/>
                  <a:pt x="1606" y="1911"/>
                  <a:pt x="1452" y="1968"/>
                </a:cubicBezTo>
                <a:cubicBezTo>
                  <a:pt x="1298" y="2024"/>
                  <a:pt x="1104" y="2052"/>
                  <a:pt x="870" y="2052"/>
                </a:cubicBezTo>
                <a:lnTo>
                  <a:pt x="435" y="2052"/>
                </a:lnTo>
                <a:lnTo>
                  <a:pt x="435" y="3274"/>
                </a:lnTo>
                <a:lnTo>
                  <a:pt x="0" y="3274"/>
                </a:lnTo>
                <a:lnTo>
                  <a:pt x="0" y="0"/>
                </a:lnTo>
                <a:lnTo>
                  <a:pt x="888" y="0"/>
                </a:lnTo>
                <a:cubicBezTo>
                  <a:pt x="1084" y="0"/>
                  <a:pt x="1250" y="16"/>
                  <a:pt x="1386" y="49"/>
                </a:cubicBezTo>
                <a:cubicBezTo>
                  <a:pt x="1523" y="82"/>
                  <a:pt x="1643" y="134"/>
                  <a:pt x="1749" y="204"/>
                </a:cubicBezTo>
                <a:cubicBezTo>
                  <a:pt x="1873" y="288"/>
                  <a:pt x="1970" y="392"/>
                  <a:pt x="2038" y="516"/>
                </a:cubicBezTo>
                <a:cubicBezTo>
                  <a:pt x="2106" y="641"/>
                  <a:pt x="2140" y="798"/>
                  <a:pt x="2140" y="989"/>
                </a:cubicBezTo>
                <a:moveTo>
                  <a:pt x="1687" y="999"/>
                </a:moveTo>
                <a:cubicBezTo>
                  <a:pt x="1687" y="887"/>
                  <a:pt x="1668" y="790"/>
                  <a:pt x="1628" y="707"/>
                </a:cubicBezTo>
                <a:cubicBezTo>
                  <a:pt x="1589" y="624"/>
                  <a:pt x="1528" y="557"/>
                  <a:pt x="1448" y="504"/>
                </a:cubicBezTo>
                <a:cubicBezTo>
                  <a:pt x="1378" y="459"/>
                  <a:pt x="1297" y="427"/>
                  <a:pt x="1207" y="407"/>
                </a:cubicBezTo>
                <a:cubicBezTo>
                  <a:pt x="1117" y="388"/>
                  <a:pt x="1003" y="378"/>
                  <a:pt x="866" y="378"/>
                </a:cubicBezTo>
                <a:lnTo>
                  <a:pt x="435" y="378"/>
                </a:lnTo>
                <a:lnTo>
                  <a:pt x="435" y="1674"/>
                </a:lnTo>
                <a:lnTo>
                  <a:pt x="802" y="1674"/>
                </a:lnTo>
                <a:cubicBezTo>
                  <a:pt x="978" y="1674"/>
                  <a:pt x="1121" y="1659"/>
                  <a:pt x="1230" y="1627"/>
                </a:cubicBezTo>
                <a:cubicBezTo>
                  <a:pt x="1340" y="1596"/>
                  <a:pt x="1430" y="1546"/>
                  <a:pt x="1498" y="1478"/>
                </a:cubicBezTo>
                <a:cubicBezTo>
                  <a:pt x="1567" y="1408"/>
                  <a:pt x="1616" y="1335"/>
                  <a:pt x="1645" y="1258"/>
                </a:cubicBezTo>
                <a:cubicBezTo>
                  <a:pt x="1673" y="1181"/>
                  <a:pt x="1687" y="1095"/>
                  <a:pt x="1687" y="999"/>
                </a:cubicBezTo>
                <a:close/>
                <a:moveTo>
                  <a:pt x="4212" y="1266"/>
                </a:moveTo>
                <a:lnTo>
                  <a:pt x="4190" y="1266"/>
                </a:lnTo>
                <a:cubicBezTo>
                  <a:pt x="4128" y="1252"/>
                  <a:pt x="4069" y="1242"/>
                  <a:pt x="4011" y="1235"/>
                </a:cubicBezTo>
                <a:cubicBezTo>
                  <a:pt x="3953" y="1229"/>
                  <a:pt x="3885" y="1226"/>
                  <a:pt x="3805" y="1226"/>
                </a:cubicBezTo>
                <a:cubicBezTo>
                  <a:pt x="3678" y="1226"/>
                  <a:pt x="3555" y="1254"/>
                  <a:pt x="3436" y="1311"/>
                </a:cubicBezTo>
                <a:cubicBezTo>
                  <a:pt x="3318" y="1367"/>
                  <a:pt x="3203" y="1440"/>
                  <a:pt x="3094" y="1530"/>
                </a:cubicBezTo>
                <a:lnTo>
                  <a:pt x="3094" y="3274"/>
                </a:lnTo>
                <a:lnTo>
                  <a:pt x="2681" y="3274"/>
                </a:lnTo>
                <a:lnTo>
                  <a:pt x="2681" y="817"/>
                </a:lnTo>
                <a:lnTo>
                  <a:pt x="3094" y="817"/>
                </a:lnTo>
                <a:lnTo>
                  <a:pt x="3094" y="1180"/>
                </a:lnTo>
                <a:cubicBezTo>
                  <a:pt x="3258" y="1048"/>
                  <a:pt x="3402" y="955"/>
                  <a:pt x="3528" y="900"/>
                </a:cubicBezTo>
                <a:cubicBezTo>
                  <a:pt x="3653" y="845"/>
                  <a:pt x="3781" y="817"/>
                  <a:pt x="3911" y="817"/>
                </a:cubicBezTo>
                <a:cubicBezTo>
                  <a:pt x="3983" y="817"/>
                  <a:pt x="4035" y="819"/>
                  <a:pt x="4067" y="823"/>
                </a:cubicBezTo>
                <a:cubicBezTo>
                  <a:pt x="4099" y="826"/>
                  <a:pt x="4147" y="833"/>
                  <a:pt x="4212" y="844"/>
                </a:cubicBezTo>
                <a:lnTo>
                  <a:pt x="4212" y="1266"/>
                </a:lnTo>
                <a:close/>
                <a:moveTo>
                  <a:pt x="6692" y="2047"/>
                </a:moveTo>
                <a:cubicBezTo>
                  <a:pt x="6692" y="2447"/>
                  <a:pt x="6590" y="2764"/>
                  <a:pt x="6385" y="2996"/>
                </a:cubicBezTo>
                <a:cubicBezTo>
                  <a:pt x="6180" y="3228"/>
                  <a:pt x="5905" y="3344"/>
                  <a:pt x="5561" y="3344"/>
                </a:cubicBezTo>
                <a:cubicBezTo>
                  <a:pt x="5214" y="3344"/>
                  <a:pt x="4938" y="3228"/>
                  <a:pt x="4734" y="2996"/>
                </a:cubicBezTo>
                <a:cubicBezTo>
                  <a:pt x="4529" y="2764"/>
                  <a:pt x="4427" y="2447"/>
                  <a:pt x="4427" y="2047"/>
                </a:cubicBezTo>
                <a:cubicBezTo>
                  <a:pt x="4427" y="1646"/>
                  <a:pt x="4529" y="1329"/>
                  <a:pt x="4734" y="1096"/>
                </a:cubicBezTo>
                <a:cubicBezTo>
                  <a:pt x="4938" y="863"/>
                  <a:pt x="5214" y="747"/>
                  <a:pt x="5561" y="747"/>
                </a:cubicBezTo>
                <a:cubicBezTo>
                  <a:pt x="5905" y="747"/>
                  <a:pt x="6180" y="863"/>
                  <a:pt x="6385" y="1096"/>
                </a:cubicBezTo>
                <a:cubicBezTo>
                  <a:pt x="6590" y="1329"/>
                  <a:pt x="6692" y="1646"/>
                  <a:pt x="6692" y="2047"/>
                </a:cubicBezTo>
                <a:moveTo>
                  <a:pt x="6266" y="2047"/>
                </a:moveTo>
                <a:cubicBezTo>
                  <a:pt x="6266" y="1729"/>
                  <a:pt x="6204" y="1493"/>
                  <a:pt x="6079" y="1339"/>
                </a:cubicBezTo>
                <a:cubicBezTo>
                  <a:pt x="5955" y="1185"/>
                  <a:pt x="5782" y="1107"/>
                  <a:pt x="5561" y="1107"/>
                </a:cubicBezTo>
                <a:cubicBezTo>
                  <a:pt x="5337" y="1107"/>
                  <a:pt x="5163" y="1185"/>
                  <a:pt x="5039" y="1339"/>
                </a:cubicBezTo>
                <a:cubicBezTo>
                  <a:pt x="4915" y="1493"/>
                  <a:pt x="4853" y="1729"/>
                  <a:pt x="4853" y="2047"/>
                </a:cubicBezTo>
                <a:cubicBezTo>
                  <a:pt x="4853" y="2354"/>
                  <a:pt x="4916" y="2587"/>
                  <a:pt x="5040" y="2746"/>
                </a:cubicBezTo>
                <a:cubicBezTo>
                  <a:pt x="5165" y="2904"/>
                  <a:pt x="5338" y="2984"/>
                  <a:pt x="5561" y="2984"/>
                </a:cubicBezTo>
                <a:cubicBezTo>
                  <a:pt x="5781" y="2984"/>
                  <a:pt x="5953" y="2905"/>
                  <a:pt x="6078" y="2748"/>
                </a:cubicBezTo>
                <a:cubicBezTo>
                  <a:pt x="6204" y="2590"/>
                  <a:pt x="6266" y="2357"/>
                  <a:pt x="6266" y="2047"/>
                </a:cubicBezTo>
                <a:close/>
                <a:moveTo>
                  <a:pt x="8606" y="3252"/>
                </a:moveTo>
                <a:cubicBezTo>
                  <a:pt x="8528" y="3272"/>
                  <a:pt x="8444" y="3289"/>
                  <a:pt x="8352" y="3302"/>
                </a:cubicBezTo>
                <a:cubicBezTo>
                  <a:pt x="8261" y="3315"/>
                  <a:pt x="8179" y="3322"/>
                  <a:pt x="8107" y="3322"/>
                </a:cubicBezTo>
                <a:cubicBezTo>
                  <a:pt x="7857" y="3322"/>
                  <a:pt x="7666" y="3255"/>
                  <a:pt x="7536" y="3120"/>
                </a:cubicBezTo>
                <a:cubicBezTo>
                  <a:pt x="7406" y="2985"/>
                  <a:pt x="7340" y="2769"/>
                  <a:pt x="7340" y="2471"/>
                </a:cubicBezTo>
                <a:lnTo>
                  <a:pt x="7340" y="1164"/>
                </a:lnTo>
                <a:lnTo>
                  <a:pt x="7061" y="1164"/>
                </a:lnTo>
                <a:lnTo>
                  <a:pt x="7061" y="817"/>
                </a:lnTo>
                <a:lnTo>
                  <a:pt x="7340" y="817"/>
                </a:lnTo>
                <a:lnTo>
                  <a:pt x="7340" y="110"/>
                </a:lnTo>
                <a:lnTo>
                  <a:pt x="7754" y="110"/>
                </a:lnTo>
                <a:lnTo>
                  <a:pt x="7754" y="817"/>
                </a:lnTo>
                <a:lnTo>
                  <a:pt x="8606" y="817"/>
                </a:lnTo>
                <a:lnTo>
                  <a:pt x="8606" y="1164"/>
                </a:lnTo>
                <a:lnTo>
                  <a:pt x="7754" y="1164"/>
                </a:lnTo>
                <a:lnTo>
                  <a:pt x="7754" y="2286"/>
                </a:lnTo>
                <a:cubicBezTo>
                  <a:pt x="7754" y="2415"/>
                  <a:pt x="7756" y="2516"/>
                  <a:pt x="7762" y="2588"/>
                </a:cubicBezTo>
                <a:cubicBezTo>
                  <a:pt x="7768" y="2661"/>
                  <a:pt x="7789" y="2729"/>
                  <a:pt x="7824" y="2792"/>
                </a:cubicBezTo>
                <a:cubicBezTo>
                  <a:pt x="7856" y="2851"/>
                  <a:pt x="7900" y="2894"/>
                  <a:pt x="7957" y="2921"/>
                </a:cubicBezTo>
                <a:cubicBezTo>
                  <a:pt x="8013" y="2948"/>
                  <a:pt x="8099" y="2962"/>
                  <a:pt x="8215" y="2962"/>
                </a:cubicBezTo>
                <a:cubicBezTo>
                  <a:pt x="8282" y="2962"/>
                  <a:pt x="8353" y="2952"/>
                  <a:pt x="8426" y="2932"/>
                </a:cubicBezTo>
                <a:cubicBezTo>
                  <a:pt x="8499" y="2912"/>
                  <a:pt x="8552" y="2896"/>
                  <a:pt x="8584" y="2883"/>
                </a:cubicBezTo>
                <a:lnTo>
                  <a:pt x="8606" y="2883"/>
                </a:lnTo>
                <a:lnTo>
                  <a:pt x="8606" y="3252"/>
                </a:lnTo>
                <a:close/>
                <a:moveTo>
                  <a:pt x="11196" y="2047"/>
                </a:moveTo>
                <a:cubicBezTo>
                  <a:pt x="11196" y="2447"/>
                  <a:pt x="11094" y="2764"/>
                  <a:pt x="10889" y="2996"/>
                </a:cubicBezTo>
                <a:cubicBezTo>
                  <a:pt x="10684" y="3228"/>
                  <a:pt x="10409" y="3344"/>
                  <a:pt x="10065" y="3344"/>
                </a:cubicBezTo>
                <a:cubicBezTo>
                  <a:pt x="9718" y="3344"/>
                  <a:pt x="9442" y="3228"/>
                  <a:pt x="9238" y="2996"/>
                </a:cubicBezTo>
                <a:cubicBezTo>
                  <a:pt x="9033" y="2764"/>
                  <a:pt x="8931" y="2447"/>
                  <a:pt x="8931" y="2047"/>
                </a:cubicBezTo>
                <a:cubicBezTo>
                  <a:pt x="8931" y="1646"/>
                  <a:pt x="9033" y="1329"/>
                  <a:pt x="9238" y="1096"/>
                </a:cubicBezTo>
                <a:cubicBezTo>
                  <a:pt x="9442" y="863"/>
                  <a:pt x="9718" y="747"/>
                  <a:pt x="10065" y="747"/>
                </a:cubicBezTo>
                <a:cubicBezTo>
                  <a:pt x="10409" y="747"/>
                  <a:pt x="10684" y="863"/>
                  <a:pt x="10889" y="1096"/>
                </a:cubicBezTo>
                <a:cubicBezTo>
                  <a:pt x="11094" y="1329"/>
                  <a:pt x="11196" y="1646"/>
                  <a:pt x="11196" y="2047"/>
                </a:cubicBezTo>
                <a:moveTo>
                  <a:pt x="10770" y="2047"/>
                </a:moveTo>
                <a:cubicBezTo>
                  <a:pt x="10770" y="1729"/>
                  <a:pt x="10708" y="1493"/>
                  <a:pt x="10583" y="1339"/>
                </a:cubicBezTo>
                <a:cubicBezTo>
                  <a:pt x="10459" y="1185"/>
                  <a:pt x="10286" y="1107"/>
                  <a:pt x="10065" y="1107"/>
                </a:cubicBezTo>
                <a:cubicBezTo>
                  <a:pt x="9841" y="1107"/>
                  <a:pt x="9667" y="1185"/>
                  <a:pt x="9543" y="1339"/>
                </a:cubicBezTo>
                <a:cubicBezTo>
                  <a:pt x="9419" y="1493"/>
                  <a:pt x="9357" y="1729"/>
                  <a:pt x="9357" y="2047"/>
                </a:cubicBezTo>
                <a:cubicBezTo>
                  <a:pt x="9357" y="2354"/>
                  <a:pt x="9420" y="2587"/>
                  <a:pt x="9544" y="2746"/>
                </a:cubicBezTo>
                <a:cubicBezTo>
                  <a:pt x="9669" y="2904"/>
                  <a:pt x="9842" y="2984"/>
                  <a:pt x="10065" y="2984"/>
                </a:cubicBezTo>
                <a:cubicBezTo>
                  <a:pt x="10285" y="2984"/>
                  <a:pt x="10457" y="2905"/>
                  <a:pt x="10582" y="2748"/>
                </a:cubicBezTo>
                <a:cubicBezTo>
                  <a:pt x="10708" y="2590"/>
                  <a:pt x="10770" y="2357"/>
                  <a:pt x="10770" y="2047"/>
                </a:cubicBezTo>
                <a:close/>
                <a:moveTo>
                  <a:pt x="13615" y="3274"/>
                </a:moveTo>
                <a:lnTo>
                  <a:pt x="11634" y="3274"/>
                </a:lnTo>
                <a:lnTo>
                  <a:pt x="11634" y="2970"/>
                </a:lnTo>
                <a:lnTo>
                  <a:pt x="13064" y="1164"/>
                </a:lnTo>
                <a:lnTo>
                  <a:pt x="11664" y="1164"/>
                </a:lnTo>
                <a:lnTo>
                  <a:pt x="11664" y="817"/>
                </a:lnTo>
                <a:lnTo>
                  <a:pt x="13578" y="817"/>
                </a:lnTo>
                <a:lnTo>
                  <a:pt x="13578" y="1112"/>
                </a:lnTo>
                <a:lnTo>
                  <a:pt x="12141" y="2927"/>
                </a:lnTo>
                <a:lnTo>
                  <a:pt x="13615" y="2927"/>
                </a:lnTo>
                <a:lnTo>
                  <a:pt x="13615" y="3274"/>
                </a:lnTo>
                <a:close/>
                <a:moveTo>
                  <a:pt x="16291" y="2047"/>
                </a:moveTo>
                <a:cubicBezTo>
                  <a:pt x="16291" y="2447"/>
                  <a:pt x="16189" y="2764"/>
                  <a:pt x="15984" y="2996"/>
                </a:cubicBezTo>
                <a:cubicBezTo>
                  <a:pt x="15779" y="3228"/>
                  <a:pt x="15504" y="3344"/>
                  <a:pt x="15160" y="3344"/>
                </a:cubicBezTo>
                <a:cubicBezTo>
                  <a:pt x="14813" y="3344"/>
                  <a:pt x="14537" y="3228"/>
                  <a:pt x="14333" y="2996"/>
                </a:cubicBezTo>
                <a:cubicBezTo>
                  <a:pt x="14128" y="2764"/>
                  <a:pt x="14026" y="2447"/>
                  <a:pt x="14026" y="2047"/>
                </a:cubicBezTo>
                <a:cubicBezTo>
                  <a:pt x="14026" y="1646"/>
                  <a:pt x="14128" y="1329"/>
                  <a:pt x="14333" y="1096"/>
                </a:cubicBezTo>
                <a:cubicBezTo>
                  <a:pt x="14537" y="863"/>
                  <a:pt x="14813" y="747"/>
                  <a:pt x="15160" y="747"/>
                </a:cubicBezTo>
                <a:cubicBezTo>
                  <a:pt x="15504" y="747"/>
                  <a:pt x="15779" y="863"/>
                  <a:pt x="15984" y="1096"/>
                </a:cubicBezTo>
                <a:cubicBezTo>
                  <a:pt x="16189" y="1329"/>
                  <a:pt x="16291" y="1646"/>
                  <a:pt x="16291" y="2047"/>
                </a:cubicBezTo>
                <a:moveTo>
                  <a:pt x="15865" y="2047"/>
                </a:moveTo>
                <a:cubicBezTo>
                  <a:pt x="15865" y="1729"/>
                  <a:pt x="15803" y="1493"/>
                  <a:pt x="15678" y="1339"/>
                </a:cubicBezTo>
                <a:cubicBezTo>
                  <a:pt x="15554" y="1185"/>
                  <a:pt x="15381" y="1107"/>
                  <a:pt x="15160" y="1107"/>
                </a:cubicBezTo>
                <a:cubicBezTo>
                  <a:pt x="14936" y="1107"/>
                  <a:pt x="14762" y="1185"/>
                  <a:pt x="14638" y="1339"/>
                </a:cubicBezTo>
                <a:cubicBezTo>
                  <a:pt x="14514" y="1493"/>
                  <a:pt x="14452" y="1729"/>
                  <a:pt x="14452" y="2047"/>
                </a:cubicBezTo>
                <a:cubicBezTo>
                  <a:pt x="14452" y="2354"/>
                  <a:pt x="14515" y="2587"/>
                  <a:pt x="14639" y="2746"/>
                </a:cubicBezTo>
                <a:cubicBezTo>
                  <a:pt x="14764" y="2904"/>
                  <a:pt x="14937" y="2984"/>
                  <a:pt x="15160" y="2984"/>
                </a:cubicBezTo>
                <a:cubicBezTo>
                  <a:pt x="15380" y="2984"/>
                  <a:pt x="15552" y="2905"/>
                  <a:pt x="15677" y="2748"/>
                </a:cubicBezTo>
                <a:cubicBezTo>
                  <a:pt x="15802" y="2590"/>
                  <a:pt x="15865" y="2357"/>
                  <a:pt x="15865" y="2047"/>
                </a:cubicBezTo>
                <a:close/>
                <a:moveTo>
                  <a:pt x="18838" y="3274"/>
                </a:moveTo>
                <a:lnTo>
                  <a:pt x="18427" y="3274"/>
                </a:lnTo>
                <a:lnTo>
                  <a:pt x="18427" y="3014"/>
                </a:lnTo>
                <a:cubicBezTo>
                  <a:pt x="18390" y="3039"/>
                  <a:pt x="18341" y="3074"/>
                  <a:pt x="18279" y="3119"/>
                </a:cubicBezTo>
                <a:cubicBezTo>
                  <a:pt x="18216" y="3163"/>
                  <a:pt x="18156" y="3199"/>
                  <a:pt x="18097" y="3225"/>
                </a:cubicBezTo>
                <a:cubicBezTo>
                  <a:pt x="18028" y="3259"/>
                  <a:pt x="17949" y="3287"/>
                  <a:pt x="17860" y="3310"/>
                </a:cubicBezTo>
                <a:cubicBezTo>
                  <a:pt x="17771" y="3333"/>
                  <a:pt x="17666" y="3344"/>
                  <a:pt x="17546" y="3344"/>
                </a:cubicBezTo>
                <a:cubicBezTo>
                  <a:pt x="17325" y="3344"/>
                  <a:pt x="17137" y="3271"/>
                  <a:pt x="16983" y="3124"/>
                </a:cubicBezTo>
                <a:cubicBezTo>
                  <a:pt x="16830" y="2977"/>
                  <a:pt x="16753" y="2790"/>
                  <a:pt x="16753" y="2563"/>
                </a:cubicBezTo>
                <a:cubicBezTo>
                  <a:pt x="16753" y="2377"/>
                  <a:pt x="16793" y="2226"/>
                  <a:pt x="16872" y="2111"/>
                </a:cubicBezTo>
                <a:cubicBezTo>
                  <a:pt x="16952" y="1996"/>
                  <a:pt x="17066" y="1905"/>
                  <a:pt x="17214" y="1839"/>
                </a:cubicBezTo>
                <a:cubicBezTo>
                  <a:pt x="17363" y="1773"/>
                  <a:pt x="17543" y="1729"/>
                  <a:pt x="17752" y="1705"/>
                </a:cubicBezTo>
                <a:cubicBezTo>
                  <a:pt x="17962" y="1682"/>
                  <a:pt x="18187" y="1664"/>
                  <a:pt x="18427" y="1652"/>
                </a:cubicBezTo>
                <a:lnTo>
                  <a:pt x="18427" y="1588"/>
                </a:lnTo>
                <a:cubicBezTo>
                  <a:pt x="18427" y="1493"/>
                  <a:pt x="18410" y="1415"/>
                  <a:pt x="18377" y="1353"/>
                </a:cubicBezTo>
                <a:cubicBezTo>
                  <a:pt x="18344" y="1291"/>
                  <a:pt x="18297" y="1242"/>
                  <a:pt x="18236" y="1207"/>
                </a:cubicBezTo>
                <a:cubicBezTo>
                  <a:pt x="18177" y="1173"/>
                  <a:pt x="18107" y="1150"/>
                  <a:pt x="18025" y="1138"/>
                </a:cubicBezTo>
                <a:cubicBezTo>
                  <a:pt x="17943" y="1126"/>
                  <a:pt x="17857" y="1121"/>
                  <a:pt x="17768" y="1121"/>
                </a:cubicBezTo>
                <a:cubicBezTo>
                  <a:pt x="17659" y="1121"/>
                  <a:pt x="17538" y="1135"/>
                  <a:pt x="17405" y="1165"/>
                </a:cubicBezTo>
                <a:cubicBezTo>
                  <a:pt x="17272" y="1194"/>
                  <a:pt x="17134" y="1236"/>
                  <a:pt x="16992" y="1292"/>
                </a:cubicBezTo>
                <a:lnTo>
                  <a:pt x="16970" y="1292"/>
                </a:lnTo>
                <a:lnTo>
                  <a:pt x="16970" y="872"/>
                </a:lnTo>
                <a:cubicBezTo>
                  <a:pt x="17051" y="850"/>
                  <a:pt x="17167" y="826"/>
                  <a:pt x="17319" y="800"/>
                </a:cubicBezTo>
                <a:cubicBezTo>
                  <a:pt x="17472" y="773"/>
                  <a:pt x="17622" y="760"/>
                  <a:pt x="17770" y="760"/>
                </a:cubicBezTo>
                <a:cubicBezTo>
                  <a:pt x="17943" y="760"/>
                  <a:pt x="18093" y="774"/>
                  <a:pt x="18221" y="803"/>
                </a:cubicBezTo>
                <a:cubicBezTo>
                  <a:pt x="18350" y="832"/>
                  <a:pt x="18461" y="880"/>
                  <a:pt x="18554" y="949"/>
                </a:cubicBezTo>
                <a:cubicBezTo>
                  <a:pt x="18647" y="1017"/>
                  <a:pt x="18717" y="1104"/>
                  <a:pt x="18765" y="1211"/>
                </a:cubicBezTo>
                <a:cubicBezTo>
                  <a:pt x="18814" y="1318"/>
                  <a:pt x="18838" y="1450"/>
                  <a:pt x="18838" y="1608"/>
                </a:cubicBezTo>
                <a:lnTo>
                  <a:pt x="18838" y="3274"/>
                </a:lnTo>
                <a:moveTo>
                  <a:pt x="18427" y="2673"/>
                </a:moveTo>
                <a:lnTo>
                  <a:pt x="18427" y="1986"/>
                </a:lnTo>
                <a:cubicBezTo>
                  <a:pt x="18301" y="1994"/>
                  <a:pt x="18153" y="2005"/>
                  <a:pt x="17982" y="2019"/>
                </a:cubicBezTo>
                <a:cubicBezTo>
                  <a:pt x="17811" y="2034"/>
                  <a:pt x="17676" y="2055"/>
                  <a:pt x="17577" y="2083"/>
                </a:cubicBezTo>
                <a:cubicBezTo>
                  <a:pt x="17458" y="2117"/>
                  <a:pt x="17362" y="2170"/>
                  <a:pt x="17289" y="2241"/>
                </a:cubicBezTo>
                <a:cubicBezTo>
                  <a:pt x="17215" y="2312"/>
                  <a:pt x="17179" y="2411"/>
                  <a:pt x="17179" y="2536"/>
                </a:cubicBezTo>
                <a:cubicBezTo>
                  <a:pt x="17179" y="2677"/>
                  <a:pt x="17221" y="2783"/>
                  <a:pt x="17306" y="2855"/>
                </a:cubicBezTo>
                <a:cubicBezTo>
                  <a:pt x="17391" y="2926"/>
                  <a:pt x="17521" y="2962"/>
                  <a:pt x="17695" y="2962"/>
                </a:cubicBezTo>
                <a:cubicBezTo>
                  <a:pt x="17840" y="2962"/>
                  <a:pt x="17973" y="2933"/>
                  <a:pt x="18093" y="2877"/>
                </a:cubicBezTo>
                <a:cubicBezTo>
                  <a:pt x="18213" y="2820"/>
                  <a:pt x="18324" y="2752"/>
                  <a:pt x="18427" y="267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492438-ADA6-4978-91A1-FE0C7F2B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029" y="2665619"/>
            <a:ext cx="126033" cy="137854"/>
          </a:xfrm>
          <a:custGeom xmlns:a="http://schemas.openxmlformats.org/drawingml/2006/main">
            <a:pathLst>
              <a:path w="126033" h="137854">
                <a:moveTo>
                  <a:pt x="0" y="0"/>
                </a:moveTo>
                <a:lnTo>
                  <a:pt x="126033" y="0"/>
                </a:lnTo>
                <a:lnTo>
                  <a:pt x="126033" y="137854"/>
                </a:lnTo>
                <a:lnTo>
                  <a:pt x="0" y="1378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FF89F-63C0-4FC3-996A-44ADF85E9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029" y="2665622"/>
            <a:ext cx="126034" cy="137854"/>
          </a:xfrm>
          <a:custGeom xmlns:a="http://schemas.openxmlformats.org/drawingml/2006/main">
            <a:pathLst>
              <a:path w="126034" h="137854" fill="none">
                <a:moveTo>
                  <a:pt x="0" y="0"/>
                </a:moveTo>
                <a:lnTo>
                  <a:pt x="126034" y="0"/>
                </a:lnTo>
                <a:lnTo>
                  <a:pt x="126034" y="137854"/>
                </a:lnTo>
                <a:lnTo>
                  <a:pt x="0" y="1378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8" name="Text Rhodophyta">
            <a:extLst xmlns:a="http://schemas.openxmlformats.org/drawingml/2006/main">
              <a:ext uri="{FF2B5EF4-FFF2-40B4-BE49-F238E27FC236}">
                <a16:creationId xmlns:a16="http://schemas.microsoft.com/office/drawing/2014/main" id="{161AA3CC-CD88-49D1-9F76-06D1499A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5102" y="2667118"/>
            <a:ext cx="34500" cy="5693"/>
          </a:xfrm>
          <a:custGeom xmlns:a="http://schemas.openxmlformats.org/drawingml/2006/main">
            <a:pathLst>
              <a:path w="34500" h="5693">
                <a:moveTo>
                  <a:pt x="3564" y="4501"/>
                </a:moveTo>
                <a:lnTo>
                  <a:pt x="2821" y="4501"/>
                </a:lnTo>
                <a:lnTo>
                  <a:pt x="1380" y="2789"/>
                </a:lnTo>
                <a:lnTo>
                  <a:pt x="573" y="2789"/>
                </a:lnTo>
                <a:lnTo>
                  <a:pt x="573" y="4501"/>
                </a:lnTo>
                <a:lnTo>
                  <a:pt x="0" y="4501"/>
                </a:lnTo>
                <a:lnTo>
                  <a:pt x="0" y="191"/>
                </a:lnTo>
                <a:lnTo>
                  <a:pt x="1206" y="191"/>
                </a:lnTo>
                <a:cubicBezTo>
                  <a:pt x="1467" y="191"/>
                  <a:pt x="1684" y="208"/>
                  <a:pt x="1857" y="242"/>
                </a:cubicBezTo>
                <a:cubicBezTo>
                  <a:pt x="2031" y="275"/>
                  <a:pt x="2187" y="336"/>
                  <a:pt x="2326" y="423"/>
                </a:cubicBezTo>
                <a:cubicBezTo>
                  <a:pt x="2482" y="521"/>
                  <a:pt x="2604" y="645"/>
                  <a:pt x="2692" y="795"/>
                </a:cubicBezTo>
                <a:cubicBezTo>
                  <a:pt x="2780" y="944"/>
                  <a:pt x="2823" y="1134"/>
                  <a:pt x="2823" y="1364"/>
                </a:cubicBezTo>
                <a:cubicBezTo>
                  <a:pt x="2823" y="1675"/>
                  <a:pt x="2745" y="1935"/>
                  <a:pt x="2589" y="2144"/>
                </a:cubicBezTo>
                <a:cubicBezTo>
                  <a:pt x="2433" y="2354"/>
                  <a:pt x="2218" y="2512"/>
                  <a:pt x="1944" y="2618"/>
                </a:cubicBezTo>
                <a:lnTo>
                  <a:pt x="3564" y="4501"/>
                </a:lnTo>
                <a:moveTo>
                  <a:pt x="2225" y="1406"/>
                </a:moveTo>
                <a:cubicBezTo>
                  <a:pt x="2225" y="1283"/>
                  <a:pt x="2203" y="1174"/>
                  <a:pt x="2160" y="1079"/>
                </a:cubicBezTo>
                <a:cubicBezTo>
                  <a:pt x="2116" y="984"/>
                  <a:pt x="2044" y="904"/>
                  <a:pt x="1944" y="838"/>
                </a:cubicBezTo>
                <a:cubicBezTo>
                  <a:pt x="1861" y="783"/>
                  <a:pt x="1763" y="744"/>
                  <a:pt x="1649" y="722"/>
                </a:cubicBezTo>
                <a:cubicBezTo>
                  <a:pt x="1535" y="700"/>
                  <a:pt x="1401" y="688"/>
                  <a:pt x="1247" y="688"/>
                </a:cubicBezTo>
                <a:lnTo>
                  <a:pt x="573" y="688"/>
                </a:lnTo>
                <a:lnTo>
                  <a:pt x="573" y="2308"/>
                </a:lnTo>
                <a:lnTo>
                  <a:pt x="1151" y="2308"/>
                </a:lnTo>
                <a:cubicBezTo>
                  <a:pt x="1333" y="2308"/>
                  <a:pt x="1491" y="2293"/>
                  <a:pt x="1626" y="2261"/>
                </a:cubicBezTo>
                <a:cubicBezTo>
                  <a:pt x="1761" y="2229"/>
                  <a:pt x="1876" y="2170"/>
                  <a:pt x="1970" y="2084"/>
                </a:cubicBezTo>
                <a:cubicBezTo>
                  <a:pt x="2057" y="2003"/>
                  <a:pt x="2121" y="1910"/>
                  <a:pt x="2162" y="1805"/>
                </a:cubicBezTo>
                <a:cubicBezTo>
                  <a:pt x="2204" y="1701"/>
                  <a:pt x="2225" y="1568"/>
                  <a:pt x="2225" y="1406"/>
                </a:cubicBezTo>
                <a:close/>
                <a:moveTo>
                  <a:pt x="6778" y="4501"/>
                </a:moveTo>
                <a:lnTo>
                  <a:pt x="6234" y="4501"/>
                </a:lnTo>
                <a:lnTo>
                  <a:pt x="6234" y="2660"/>
                </a:lnTo>
                <a:cubicBezTo>
                  <a:pt x="6234" y="2511"/>
                  <a:pt x="6226" y="2371"/>
                  <a:pt x="6208" y="2241"/>
                </a:cubicBezTo>
                <a:cubicBezTo>
                  <a:pt x="6191" y="2111"/>
                  <a:pt x="6159" y="2009"/>
                  <a:pt x="6113" y="1936"/>
                </a:cubicBezTo>
                <a:cubicBezTo>
                  <a:pt x="6065" y="1854"/>
                  <a:pt x="5995" y="1794"/>
                  <a:pt x="5905" y="1755"/>
                </a:cubicBezTo>
                <a:cubicBezTo>
                  <a:pt x="5814" y="1715"/>
                  <a:pt x="5696" y="1695"/>
                  <a:pt x="5552" y="1695"/>
                </a:cubicBezTo>
                <a:cubicBezTo>
                  <a:pt x="5403" y="1695"/>
                  <a:pt x="5248" y="1732"/>
                  <a:pt x="5086" y="1805"/>
                </a:cubicBezTo>
                <a:cubicBezTo>
                  <a:pt x="4924" y="1879"/>
                  <a:pt x="4769" y="1972"/>
                  <a:pt x="4620" y="2086"/>
                </a:cubicBezTo>
                <a:lnTo>
                  <a:pt x="4620" y="4501"/>
                </a:lnTo>
                <a:lnTo>
                  <a:pt x="4076" y="4501"/>
                </a:lnTo>
                <a:lnTo>
                  <a:pt x="4076" y="0"/>
                </a:lnTo>
                <a:lnTo>
                  <a:pt x="4620" y="0"/>
                </a:lnTo>
                <a:lnTo>
                  <a:pt x="4620" y="1624"/>
                </a:lnTo>
                <a:cubicBezTo>
                  <a:pt x="4790" y="1483"/>
                  <a:pt x="4965" y="1373"/>
                  <a:pt x="5147" y="1293"/>
                </a:cubicBezTo>
                <a:cubicBezTo>
                  <a:pt x="5328" y="1214"/>
                  <a:pt x="5514" y="1174"/>
                  <a:pt x="5705" y="1174"/>
                </a:cubicBezTo>
                <a:cubicBezTo>
                  <a:pt x="6054" y="1174"/>
                  <a:pt x="6320" y="1280"/>
                  <a:pt x="6503" y="1490"/>
                </a:cubicBezTo>
                <a:cubicBezTo>
                  <a:pt x="6687" y="1701"/>
                  <a:pt x="6778" y="2004"/>
                  <a:pt x="6778" y="2400"/>
                </a:cubicBezTo>
                <a:lnTo>
                  <a:pt x="6778" y="4501"/>
                </a:lnTo>
                <a:close/>
                <a:moveTo>
                  <a:pt x="10579" y="2886"/>
                </a:moveTo>
                <a:cubicBezTo>
                  <a:pt x="10579" y="3413"/>
                  <a:pt x="10444" y="3830"/>
                  <a:pt x="10174" y="4136"/>
                </a:cubicBezTo>
                <a:cubicBezTo>
                  <a:pt x="9904" y="4441"/>
                  <a:pt x="9543" y="4594"/>
                  <a:pt x="9089" y="4594"/>
                </a:cubicBezTo>
                <a:cubicBezTo>
                  <a:pt x="8632" y="4594"/>
                  <a:pt x="8269" y="4441"/>
                  <a:pt x="8000" y="4136"/>
                </a:cubicBezTo>
                <a:cubicBezTo>
                  <a:pt x="7731" y="3830"/>
                  <a:pt x="7597" y="3413"/>
                  <a:pt x="7597" y="2886"/>
                </a:cubicBezTo>
                <a:cubicBezTo>
                  <a:pt x="7597" y="2358"/>
                  <a:pt x="7731" y="1941"/>
                  <a:pt x="8000" y="1634"/>
                </a:cubicBezTo>
                <a:cubicBezTo>
                  <a:pt x="8269" y="1328"/>
                  <a:pt x="8632" y="1174"/>
                  <a:pt x="9089" y="1174"/>
                </a:cubicBezTo>
                <a:cubicBezTo>
                  <a:pt x="9543" y="1174"/>
                  <a:pt x="9904" y="1328"/>
                  <a:pt x="10174" y="1634"/>
                </a:cubicBezTo>
                <a:cubicBezTo>
                  <a:pt x="10444" y="1941"/>
                  <a:pt x="10579" y="2358"/>
                  <a:pt x="10579" y="2886"/>
                </a:cubicBezTo>
                <a:moveTo>
                  <a:pt x="10018" y="2886"/>
                </a:moveTo>
                <a:cubicBezTo>
                  <a:pt x="10018" y="2468"/>
                  <a:pt x="9936" y="2157"/>
                  <a:pt x="9772" y="1954"/>
                </a:cubicBezTo>
                <a:cubicBezTo>
                  <a:pt x="9608" y="1751"/>
                  <a:pt x="9381" y="1649"/>
                  <a:pt x="9089" y="1649"/>
                </a:cubicBezTo>
                <a:cubicBezTo>
                  <a:pt x="8794" y="1649"/>
                  <a:pt x="8565" y="1751"/>
                  <a:pt x="8402" y="1954"/>
                </a:cubicBezTo>
                <a:cubicBezTo>
                  <a:pt x="8239" y="2157"/>
                  <a:pt x="8158" y="2468"/>
                  <a:pt x="8158" y="2886"/>
                </a:cubicBezTo>
                <a:cubicBezTo>
                  <a:pt x="8158" y="3290"/>
                  <a:pt x="8240" y="3597"/>
                  <a:pt x="8404" y="3806"/>
                </a:cubicBezTo>
                <a:cubicBezTo>
                  <a:pt x="8568" y="4015"/>
                  <a:pt x="8796" y="4119"/>
                  <a:pt x="9089" y="4119"/>
                </a:cubicBezTo>
                <a:cubicBezTo>
                  <a:pt x="9379" y="4119"/>
                  <a:pt x="9606" y="4016"/>
                  <a:pt x="9771" y="3809"/>
                </a:cubicBezTo>
                <a:cubicBezTo>
                  <a:pt x="9936" y="3602"/>
                  <a:pt x="10018" y="3294"/>
                  <a:pt x="10018" y="2886"/>
                </a:cubicBezTo>
                <a:close/>
                <a:moveTo>
                  <a:pt x="14042" y="4501"/>
                </a:moveTo>
                <a:lnTo>
                  <a:pt x="13498" y="4501"/>
                </a:lnTo>
                <a:lnTo>
                  <a:pt x="13498" y="4165"/>
                </a:lnTo>
                <a:cubicBezTo>
                  <a:pt x="13342" y="4300"/>
                  <a:pt x="13179" y="4405"/>
                  <a:pt x="13009" y="4481"/>
                </a:cubicBezTo>
                <a:cubicBezTo>
                  <a:pt x="12839" y="4556"/>
                  <a:pt x="12655" y="4594"/>
                  <a:pt x="12457" y="4594"/>
                </a:cubicBezTo>
                <a:cubicBezTo>
                  <a:pt x="12071" y="4594"/>
                  <a:pt x="11765" y="4445"/>
                  <a:pt x="11538" y="4147"/>
                </a:cubicBezTo>
                <a:cubicBezTo>
                  <a:pt x="11311" y="3849"/>
                  <a:pt x="11198" y="3437"/>
                  <a:pt x="11198" y="2909"/>
                </a:cubicBezTo>
                <a:cubicBezTo>
                  <a:pt x="11198" y="2634"/>
                  <a:pt x="11237" y="2390"/>
                  <a:pt x="11315" y="2175"/>
                </a:cubicBezTo>
                <a:cubicBezTo>
                  <a:pt x="11393" y="1960"/>
                  <a:pt x="11499" y="1778"/>
                  <a:pt x="11632" y="1627"/>
                </a:cubicBezTo>
                <a:cubicBezTo>
                  <a:pt x="11763" y="1480"/>
                  <a:pt x="11916" y="1368"/>
                  <a:pt x="12091" y="1291"/>
                </a:cubicBezTo>
                <a:cubicBezTo>
                  <a:pt x="12265" y="1213"/>
                  <a:pt x="12446" y="1174"/>
                  <a:pt x="12633" y="1174"/>
                </a:cubicBezTo>
                <a:cubicBezTo>
                  <a:pt x="12803" y="1174"/>
                  <a:pt x="12953" y="1192"/>
                  <a:pt x="13084" y="1228"/>
                </a:cubicBezTo>
                <a:cubicBezTo>
                  <a:pt x="13215" y="1264"/>
                  <a:pt x="13353" y="1320"/>
                  <a:pt x="13498" y="1395"/>
                </a:cubicBezTo>
                <a:lnTo>
                  <a:pt x="13498" y="0"/>
                </a:lnTo>
                <a:lnTo>
                  <a:pt x="14042" y="0"/>
                </a:lnTo>
                <a:lnTo>
                  <a:pt x="14042" y="4501"/>
                </a:lnTo>
                <a:moveTo>
                  <a:pt x="13498" y="3706"/>
                </a:moveTo>
                <a:lnTo>
                  <a:pt x="13498" y="1851"/>
                </a:lnTo>
                <a:cubicBezTo>
                  <a:pt x="13351" y="1786"/>
                  <a:pt x="13220" y="1741"/>
                  <a:pt x="13105" y="1715"/>
                </a:cubicBezTo>
                <a:cubicBezTo>
                  <a:pt x="12989" y="1690"/>
                  <a:pt x="12863" y="1678"/>
                  <a:pt x="12726" y="1678"/>
                </a:cubicBezTo>
                <a:cubicBezTo>
                  <a:pt x="12421" y="1678"/>
                  <a:pt x="12184" y="1784"/>
                  <a:pt x="12014" y="1996"/>
                </a:cubicBezTo>
                <a:cubicBezTo>
                  <a:pt x="11844" y="2208"/>
                  <a:pt x="11759" y="2509"/>
                  <a:pt x="11759" y="2899"/>
                </a:cubicBezTo>
                <a:cubicBezTo>
                  <a:pt x="11759" y="3282"/>
                  <a:pt x="11825" y="3574"/>
                  <a:pt x="11956" y="3774"/>
                </a:cubicBezTo>
                <a:cubicBezTo>
                  <a:pt x="12087" y="3973"/>
                  <a:pt x="12297" y="4073"/>
                  <a:pt x="12587" y="4073"/>
                </a:cubicBezTo>
                <a:cubicBezTo>
                  <a:pt x="12741" y="4073"/>
                  <a:pt x="12897" y="4039"/>
                  <a:pt x="13055" y="3970"/>
                </a:cubicBezTo>
                <a:cubicBezTo>
                  <a:pt x="13213" y="3902"/>
                  <a:pt x="13361" y="3814"/>
                  <a:pt x="13498" y="3706"/>
                </a:cubicBezTo>
                <a:close/>
                <a:moveTo>
                  <a:pt x="17866" y="2886"/>
                </a:moveTo>
                <a:cubicBezTo>
                  <a:pt x="17866" y="3413"/>
                  <a:pt x="17731" y="3830"/>
                  <a:pt x="17461" y="4136"/>
                </a:cubicBezTo>
                <a:cubicBezTo>
                  <a:pt x="17191" y="4441"/>
                  <a:pt x="16830" y="4594"/>
                  <a:pt x="16377" y="4594"/>
                </a:cubicBezTo>
                <a:cubicBezTo>
                  <a:pt x="15920" y="4594"/>
                  <a:pt x="15557" y="4441"/>
                  <a:pt x="15288" y="4136"/>
                </a:cubicBezTo>
                <a:cubicBezTo>
                  <a:pt x="15018" y="3830"/>
                  <a:pt x="14884" y="3413"/>
                  <a:pt x="14884" y="2886"/>
                </a:cubicBezTo>
                <a:cubicBezTo>
                  <a:pt x="14884" y="2358"/>
                  <a:pt x="15018" y="1941"/>
                  <a:pt x="15288" y="1634"/>
                </a:cubicBezTo>
                <a:cubicBezTo>
                  <a:pt x="15557" y="1328"/>
                  <a:pt x="15920" y="1174"/>
                  <a:pt x="16377" y="1174"/>
                </a:cubicBezTo>
                <a:cubicBezTo>
                  <a:pt x="16830" y="1174"/>
                  <a:pt x="17191" y="1328"/>
                  <a:pt x="17461" y="1634"/>
                </a:cubicBezTo>
                <a:cubicBezTo>
                  <a:pt x="17731" y="1941"/>
                  <a:pt x="17866" y="2358"/>
                  <a:pt x="17866" y="2886"/>
                </a:cubicBezTo>
                <a:moveTo>
                  <a:pt x="17305" y="2886"/>
                </a:moveTo>
                <a:cubicBezTo>
                  <a:pt x="17305" y="2468"/>
                  <a:pt x="17223" y="2157"/>
                  <a:pt x="17059" y="1954"/>
                </a:cubicBezTo>
                <a:cubicBezTo>
                  <a:pt x="16895" y="1751"/>
                  <a:pt x="16668" y="1649"/>
                  <a:pt x="16377" y="1649"/>
                </a:cubicBezTo>
                <a:cubicBezTo>
                  <a:pt x="16082" y="1649"/>
                  <a:pt x="15853" y="1751"/>
                  <a:pt x="15690" y="1954"/>
                </a:cubicBezTo>
                <a:cubicBezTo>
                  <a:pt x="15527" y="2157"/>
                  <a:pt x="15445" y="2468"/>
                  <a:pt x="15445" y="2886"/>
                </a:cubicBezTo>
                <a:cubicBezTo>
                  <a:pt x="15445" y="3290"/>
                  <a:pt x="15527" y="3597"/>
                  <a:pt x="15691" y="3806"/>
                </a:cubicBezTo>
                <a:cubicBezTo>
                  <a:pt x="15855" y="4015"/>
                  <a:pt x="16084" y="4119"/>
                  <a:pt x="16377" y="4119"/>
                </a:cubicBezTo>
                <a:cubicBezTo>
                  <a:pt x="16666" y="4119"/>
                  <a:pt x="16893" y="4016"/>
                  <a:pt x="17058" y="3809"/>
                </a:cubicBezTo>
                <a:cubicBezTo>
                  <a:pt x="17223" y="3602"/>
                  <a:pt x="17305" y="3294"/>
                  <a:pt x="17305" y="2886"/>
                </a:cubicBezTo>
                <a:close/>
                <a:moveTo>
                  <a:pt x="21551" y="2844"/>
                </a:moveTo>
                <a:cubicBezTo>
                  <a:pt x="21551" y="3106"/>
                  <a:pt x="21514" y="3346"/>
                  <a:pt x="21439" y="3564"/>
                </a:cubicBezTo>
                <a:cubicBezTo>
                  <a:pt x="21363" y="3781"/>
                  <a:pt x="21257" y="3965"/>
                  <a:pt x="21120" y="4116"/>
                </a:cubicBezTo>
                <a:cubicBezTo>
                  <a:pt x="20993" y="4259"/>
                  <a:pt x="20843" y="4369"/>
                  <a:pt x="20671" y="4448"/>
                </a:cubicBezTo>
                <a:cubicBezTo>
                  <a:pt x="20498" y="4526"/>
                  <a:pt x="20315" y="4565"/>
                  <a:pt x="20122" y="4565"/>
                </a:cubicBezTo>
                <a:cubicBezTo>
                  <a:pt x="19955" y="4565"/>
                  <a:pt x="19803" y="4547"/>
                  <a:pt x="19667" y="4510"/>
                </a:cubicBezTo>
                <a:cubicBezTo>
                  <a:pt x="19531" y="4473"/>
                  <a:pt x="19392" y="4416"/>
                  <a:pt x="19252" y="4339"/>
                </a:cubicBezTo>
                <a:lnTo>
                  <a:pt x="19252" y="5693"/>
                </a:lnTo>
                <a:lnTo>
                  <a:pt x="18708" y="5693"/>
                </a:lnTo>
                <a:lnTo>
                  <a:pt x="18708" y="1267"/>
                </a:lnTo>
                <a:lnTo>
                  <a:pt x="19252" y="1267"/>
                </a:lnTo>
                <a:lnTo>
                  <a:pt x="19252" y="1603"/>
                </a:lnTo>
                <a:cubicBezTo>
                  <a:pt x="19396" y="1482"/>
                  <a:pt x="19559" y="1380"/>
                  <a:pt x="19739" y="1298"/>
                </a:cubicBezTo>
                <a:cubicBezTo>
                  <a:pt x="19919" y="1216"/>
                  <a:pt x="20112" y="1174"/>
                  <a:pt x="20316" y="1174"/>
                </a:cubicBezTo>
                <a:cubicBezTo>
                  <a:pt x="20706" y="1174"/>
                  <a:pt x="21009" y="1322"/>
                  <a:pt x="21226" y="1616"/>
                </a:cubicBezTo>
                <a:cubicBezTo>
                  <a:pt x="21443" y="1911"/>
                  <a:pt x="21551" y="2320"/>
                  <a:pt x="21551" y="2844"/>
                </a:cubicBezTo>
                <a:moveTo>
                  <a:pt x="20990" y="2858"/>
                </a:moveTo>
                <a:cubicBezTo>
                  <a:pt x="20990" y="2469"/>
                  <a:pt x="20924" y="2177"/>
                  <a:pt x="20791" y="1984"/>
                </a:cubicBezTo>
                <a:cubicBezTo>
                  <a:pt x="20658" y="1792"/>
                  <a:pt x="20453" y="1695"/>
                  <a:pt x="20177" y="1695"/>
                </a:cubicBezTo>
                <a:cubicBezTo>
                  <a:pt x="20021" y="1695"/>
                  <a:pt x="19864" y="1729"/>
                  <a:pt x="19706" y="1796"/>
                </a:cubicBezTo>
                <a:cubicBezTo>
                  <a:pt x="19548" y="1864"/>
                  <a:pt x="19396" y="1953"/>
                  <a:pt x="19252" y="2063"/>
                </a:cubicBezTo>
                <a:lnTo>
                  <a:pt x="19252" y="3894"/>
                </a:lnTo>
                <a:cubicBezTo>
                  <a:pt x="19406" y="3963"/>
                  <a:pt x="19539" y="4010"/>
                  <a:pt x="19649" y="4036"/>
                </a:cubicBezTo>
                <a:cubicBezTo>
                  <a:pt x="19760" y="4061"/>
                  <a:pt x="19886" y="4073"/>
                  <a:pt x="20027" y="4073"/>
                </a:cubicBezTo>
                <a:cubicBezTo>
                  <a:pt x="20330" y="4073"/>
                  <a:pt x="20566" y="3971"/>
                  <a:pt x="20736" y="3766"/>
                </a:cubicBezTo>
                <a:cubicBezTo>
                  <a:pt x="20905" y="3562"/>
                  <a:pt x="20990" y="3259"/>
                  <a:pt x="20990" y="2858"/>
                </a:cubicBezTo>
                <a:close/>
                <a:moveTo>
                  <a:pt x="25101" y="4501"/>
                </a:moveTo>
                <a:lnTo>
                  <a:pt x="24557" y="4501"/>
                </a:lnTo>
                <a:lnTo>
                  <a:pt x="24557" y="2660"/>
                </a:lnTo>
                <a:cubicBezTo>
                  <a:pt x="24557" y="2511"/>
                  <a:pt x="24549" y="2371"/>
                  <a:pt x="24531" y="2241"/>
                </a:cubicBezTo>
                <a:cubicBezTo>
                  <a:pt x="24514" y="2111"/>
                  <a:pt x="24482" y="2009"/>
                  <a:pt x="24436" y="1936"/>
                </a:cubicBezTo>
                <a:cubicBezTo>
                  <a:pt x="24387" y="1854"/>
                  <a:pt x="24318" y="1794"/>
                  <a:pt x="24227" y="1755"/>
                </a:cubicBezTo>
                <a:cubicBezTo>
                  <a:pt x="24137" y="1715"/>
                  <a:pt x="24019" y="1695"/>
                  <a:pt x="23874" y="1695"/>
                </a:cubicBezTo>
                <a:cubicBezTo>
                  <a:pt x="23726" y="1695"/>
                  <a:pt x="23571" y="1732"/>
                  <a:pt x="23409" y="1805"/>
                </a:cubicBezTo>
                <a:cubicBezTo>
                  <a:pt x="23247" y="1879"/>
                  <a:pt x="23091" y="1972"/>
                  <a:pt x="22943" y="2086"/>
                </a:cubicBezTo>
                <a:lnTo>
                  <a:pt x="22943" y="4501"/>
                </a:lnTo>
                <a:lnTo>
                  <a:pt x="22399" y="4501"/>
                </a:lnTo>
                <a:lnTo>
                  <a:pt x="22399" y="0"/>
                </a:lnTo>
                <a:lnTo>
                  <a:pt x="22943" y="0"/>
                </a:lnTo>
                <a:lnTo>
                  <a:pt x="22943" y="1624"/>
                </a:lnTo>
                <a:cubicBezTo>
                  <a:pt x="23113" y="1483"/>
                  <a:pt x="23288" y="1373"/>
                  <a:pt x="23469" y="1293"/>
                </a:cubicBezTo>
                <a:cubicBezTo>
                  <a:pt x="23651" y="1214"/>
                  <a:pt x="23837" y="1174"/>
                  <a:pt x="24028" y="1174"/>
                </a:cubicBezTo>
                <a:cubicBezTo>
                  <a:pt x="24377" y="1174"/>
                  <a:pt x="24643" y="1280"/>
                  <a:pt x="24826" y="1490"/>
                </a:cubicBezTo>
                <a:cubicBezTo>
                  <a:pt x="25009" y="1701"/>
                  <a:pt x="25101" y="2004"/>
                  <a:pt x="25101" y="2400"/>
                </a:cubicBezTo>
                <a:lnTo>
                  <a:pt x="25101" y="4501"/>
                </a:lnTo>
                <a:close/>
                <a:moveTo>
                  <a:pt x="28943" y="1267"/>
                </a:moveTo>
                <a:lnTo>
                  <a:pt x="27057" y="5693"/>
                </a:lnTo>
                <a:lnTo>
                  <a:pt x="26475" y="5693"/>
                </a:lnTo>
                <a:lnTo>
                  <a:pt x="27077" y="4344"/>
                </a:lnTo>
                <a:lnTo>
                  <a:pt x="25790" y="1267"/>
                </a:lnTo>
                <a:lnTo>
                  <a:pt x="26380" y="1267"/>
                </a:lnTo>
                <a:lnTo>
                  <a:pt x="27372" y="3662"/>
                </a:lnTo>
                <a:lnTo>
                  <a:pt x="28373" y="1267"/>
                </a:lnTo>
                <a:lnTo>
                  <a:pt x="28943" y="1267"/>
                </a:lnTo>
                <a:close/>
                <a:moveTo>
                  <a:pt x="31332" y="4473"/>
                </a:moveTo>
                <a:cubicBezTo>
                  <a:pt x="31230" y="4500"/>
                  <a:pt x="31119" y="4522"/>
                  <a:pt x="30998" y="4539"/>
                </a:cubicBezTo>
                <a:cubicBezTo>
                  <a:pt x="30878" y="4556"/>
                  <a:pt x="30770" y="4565"/>
                  <a:pt x="30676" y="4565"/>
                </a:cubicBezTo>
                <a:cubicBezTo>
                  <a:pt x="30346" y="4565"/>
                  <a:pt x="30095" y="4476"/>
                  <a:pt x="29924" y="4299"/>
                </a:cubicBezTo>
                <a:cubicBezTo>
                  <a:pt x="29752" y="4121"/>
                  <a:pt x="29666" y="3836"/>
                  <a:pt x="29666" y="3444"/>
                </a:cubicBezTo>
                <a:lnTo>
                  <a:pt x="29666" y="1724"/>
                </a:lnTo>
                <a:lnTo>
                  <a:pt x="29299" y="1724"/>
                </a:lnTo>
                <a:lnTo>
                  <a:pt x="29299" y="1267"/>
                </a:lnTo>
                <a:lnTo>
                  <a:pt x="29666" y="1267"/>
                </a:lnTo>
                <a:lnTo>
                  <a:pt x="29666" y="336"/>
                </a:lnTo>
                <a:lnTo>
                  <a:pt x="30210" y="336"/>
                </a:lnTo>
                <a:lnTo>
                  <a:pt x="30210" y="1267"/>
                </a:lnTo>
                <a:lnTo>
                  <a:pt x="31332" y="1267"/>
                </a:lnTo>
                <a:lnTo>
                  <a:pt x="31332" y="1724"/>
                </a:lnTo>
                <a:lnTo>
                  <a:pt x="30210" y="1724"/>
                </a:lnTo>
                <a:lnTo>
                  <a:pt x="30210" y="3200"/>
                </a:lnTo>
                <a:cubicBezTo>
                  <a:pt x="30210" y="3370"/>
                  <a:pt x="30214" y="3503"/>
                  <a:pt x="30222" y="3599"/>
                </a:cubicBezTo>
                <a:cubicBezTo>
                  <a:pt x="30229" y="3695"/>
                  <a:pt x="30256" y="3784"/>
                  <a:pt x="30303" y="3867"/>
                </a:cubicBezTo>
                <a:cubicBezTo>
                  <a:pt x="30345" y="3945"/>
                  <a:pt x="30403" y="4001"/>
                  <a:pt x="30478" y="4037"/>
                </a:cubicBezTo>
                <a:cubicBezTo>
                  <a:pt x="30552" y="4073"/>
                  <a:pt x="30665" y="4090"/>
                  <a:pt x="30818" y="4090"/>
                </a:cubicBezTo>
                <a:cubicBezTo>
                  <a:pt x="30906" y="4090"/>
                  <a:pt x="30999" y="4077"/>
                  <a:pt x="31095" y="4051"/>
                </a:cubicBezTo>
                <a:cubicBezTo>
                  <a:pt x="31192" y="4025"/>
                  <a:pt x="31261" y="4004"/>
                  <a:pt x="31304" y="3986"/>
                </a:cubicBezTo>
                <a:lnTo>
                  <a:pt x="31332" y="3986"/>
                </a:lnTo>
                <a:lnTo>
                  <a:pt x="31332" y="4473"/>
                </a:lnTo>
                <a:close/>
                <a:moveTo>
                  <a:pt x="34500" y="4501"/>
                </a:moveTo>
                <a:lnTo>
                  <a:pt x="33959" y="4501"/>
                </a:lnTo>
                <a:lnTo>
                  <a:pt x="33959" y="4159"/>
                </a:lnTo>
                <a:cubicBezTo>
                  <a:pt x="33911" y="4192"/>
                  <a:pt x="33846" y="4238"/>
                  <a:pt x="33764" y="4297"/>
                </a:cubicBezTo>
                <a:cubicBezTo>
                  <a:pt x="33682" y="4356"/>
                  <a:pt x="33602" y="4403"/>
                  <a:pt x="33525" y="4437"/>
                </a:cubicBezTo>
                <a:cubicBezTo>
                  <a:pt x="33435" y="4482"/>
                  <a:pt x="33331" y="4519"/>
                  <a:pt x="33213" y="4549"/>
                </a:cubicBezTo>
                <a:cubicBezTo>
                  <a:pt x="33095" y="4579"/>
                  <a:pt x="32957" y="4594"/>
                  <a:pt x="32799" y="4594"/>
                </a:cubicBezTo>
                <a:cubicBezTo>
                  <a:pt x="32508" y="4594"/>
                  <a:pt x="32261" y="4497"/>
                  <a:pt x="32059" y="4304"/>
                </a:cubicBezTo>
                <a:cubicBezTo>
                  <a:pt x="31856" y="4111"/>
                  <a:pt x="31755" y="3865"/>
                  <a:pt x="31755" y="3566"/>
                </a:cubicBezTo>
                <a:cubicBezTo>
                  <a:pt x="31755" y="3320"/>
                  <a:pt x="31807" y="3122"/>
                  <a:pt x="31913" y="2970"/>
                </a:cubicBezTo>
                <a:cubicBezTo>
                  <a:pt x="32018" y="2819"/>
                  <a:pt x="32168" y="2699"/>
                  <a:pt x="32362" y="2613"/>
                </a:cubicBezTo>
                <a:cubicBezTo>
                  <a:pt x="32559" y="2526"/>
                  <a:pt x="32795" y="2467"/>
                  <a:pt x="33071" y="2436"/>
                </a:cubicBezTo>
                <a:cubicBezTo>
                  <a:pt x="33347" y="2405"/>
                  <a:pt x="33643" y="2382"/>
                  <a:pt x="33959" y="2366"/>
                </a:cubicBezTo>
                <a:lnTo>
                  <a:pt x="33959" y="2282"/>
                </a:lnTo>
                <a:cubicBezTo>
                  <a:pt x="33959" y="2157"/>
                  <a:pt x="33938" y="2054"/>
                  <a:pt x="33894" y="1973"/>
                </a:cubicBezTo>
                <a:cubicBezTo>
                  <a:pt x="33851" y="1891"/>
                  <a:pt x="33789" y="1827"/>
                  <a:pt x="33708" y="1780"/>
                </a:cubicBezTo>
                <a:cubicBezTo>
                  <a:pt x="33630" y="1735"/>
                  <a:pt x="33538" y="1705"/>
                  <a:pt x="33430" y="1690"/>
                </a:cubicBezTo>
                <a:cubicBezTo>
                  <a:pt x="33322" y="1674"/>
                  <a:pt x="33209" y="1666"/>
                  <a:pt x="33091" y="1666"/>
                </a:cubicBezTo>
                <a:cubicBezTo>
                  <a:pt x="32949" y="1666"/>
                  <a:pt x="32790" y="1686"/>
                  <a:pt x="32614" y="1724"/>
                </a:cubicBezTo>
                <a:cubicBezTo>
                  <a:pt x="32439" y="1763"/>
                  <a:pt x="32257" y="1819"/>
                  <a:pt x="32070" y="1892"/>
                </a:cubicBezTo>
                <a:lnTo>
                  <a:pt x="32041" y="1892"/>
                </a:lnTo>
                <a:lnTo>
                  <a:pt x="32041" y="1339"/>
                </a:lnTo>
                <a:cubicBezTo>
                  <a:pt x="32147" y="1310"/>
                  <a:pt x="32301" y="1279"/>
                  <a:pt x="32501" y="1244"/>
                </a:cubicBezTo>
                <a:cubicBezTo>
                  <a:pt x="32702" y="1209"/>
                  <a:pt x="32899" y="1192"/>
                  <a:pt x="33094" y="1192"/>
                </a:cubicBezTo>
                <a:cubicBezTo>
                  <a:pt x="33322" y="1192"/>
                  <a:pt x="33520" y="1211"/>
                  <a:pt x="33689" y="1248"/>
                </a:cubicBezTo>
                <a:cubicBezTo>
                  <a:pt x="33857" y="1286"/>
                  <a:pt x="34004" y="1350"/>
                  <a:pt x="34127" y="1441"/>
                </a:cubicBezTo>
                <a:cubicBezTo>
                  <a:pt x="34248" y="1529"/>
                  <a:pt x="34341" y="1644"/>
                  <a:pt x="34405" y="1785"/>
                </a:cubicBezTo>
                <a:cubicBezTo>
                  <a:pt x="34468" y="1926"/>
                  <a:pt x="34500" y="2100"/>
                  <a:pt x="34500" y="2308"/>
                </a:cubicBezTo>
                <a:lnTo>
                  <a:pt x="34500" y="4501"/>
                </a:lnTo>
                <a:moveTo>
                  <a:pt x="33959" y="3710"/>
                </a:moveTo>
                <a:lnTo>
                  <a:pt x="33959" y="2806"/>
                </a:lnTo>
                <a:cubicBezTo>
                  <a:pt x="33793" y="2816"/>
                  <a:pt x="33598" y="2830"/>
                  <a:pt x="33373" y="2850"/>
                </a:cubicBezTo>
                <a:cubicBezTo>
                  <a:pt x="33149" y="2869"/>
                  <a:pt x="32971" y="2897"/>
                  <a:pt x="32840" y="2934"/>
                </a:cubicBezTo>
                <a:cubicBezTo>
                  <a:pt x="32683" y="2978"/>
                  <a:pt x="32557" y="3048"/>
                  <a:pt x="32461" y="3142"/>
                </a:cubicBezTo>
                <a:cubicBezTo>
                  <a:pt x="32364" y="3236"/>
                  <a:pt x="32316" y="3365"/>
                  <a:pt x="32316" y="3530"/>
                </a:cubicBezTo>
                <a:cubicBezTo>
                  <a:pt x="32316" y="3716"/>
                  <a:pt x="32372" y="3856"/>
                  <a:pt x="32484" y="3950"/>
                </a:cubicBezTo>
                <a:cubicBezTo>
                  <a:pt x="32596" y="4044"/>
                  <a:pt x="32766" y="4090"/>
                  <a:pt x="32996" y="4090"/>
                </a:cubicBezTo>
                <a:cubicBezTo>
                  <a:pt x="33187" y="4090"/>
                  <a:pt x="33361" y="4053"/>
                  <a:pt x="33519" y="3979"/>
                </a:cubicBezTo>
                <a:cubicBezTo>
                  <a:pt x="33678" y="3904"/>
                  <a:pt x="33824" y="3814"/>
                  <a:pt x="33959" y="371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7A810F-8881-4B0B-9260-14F8E56FA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562" y="2665619"/>
            <a:ext cx="102493" cy="137854"/>
          </a:xfrm>
          <a:custGeom xmlns:a="http://schemas.openxmlformats.org/drawingml/2006/main">
            <a:pathLst>
              <a:path w="102493" h="137854">
                <a:moveTo>
                  <a:pt x="0" y="0"/>
                </a:moveTo>
                <a:lnTo>
                  <a:pt x="102493" y="0"/>
                </a:lnTo>
                <a:lnTo>
                  <a:pt x="102493" y="137854"/>
                </a:lnTo>
                <a:lnTo>
                  <a:pt x="0" y="1378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BA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ABF77F-3708-449F-927D-E6B5E389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5561" y="2665622"/>
            <a:ext cx="102494" cy="137854"/>
          </a:xfrm>
          <a:custGeom xmlns:a="http://schemas.openxmlformats.org/drawingml/2006/main">
            <a:pathLst>
              <a:path w="102494" h="137854" fill="none">
                <a:moveTo>
                  <a:pt x="0" y="0"/>
                </a:moveTo>
                <a:lnTo>
                  <a:pt x="102494" y="0"/>
                </a:lnTo>
                <a:lnTo>
                  <a:pt x="102494" y="137854"/>
                </a:lnTo>
                <a:lnTo>
                  <a:pt x="0" y="1378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327529-95BF-4565-9FB1-5B0B4D275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553" y="2825973"/>
            <a:ext cx="91420" cy="141889"/>
          </a:xfrm>
          <a:custGeom xmlns:a="http://schemas.openxmlformats.org/drawingml/2006/main">
            <a:pathLst>
              <a:path w="91420" h="141889">
                <a:moveTo>
                  <a:pt x="0" y="0"/>
                </a:moveTo>
                <a:lnTo>
                  <a:pt x="91420" y="0"/>
                </a:lnTo>
                <a:lnTo>
                  <a:pt x="91420" y="141889"/>
                </a:lnTo>
                <a:lnTo>
                  <a:pt x="0" y="1418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1C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F2BA81-85F2-4592-822B-F642DD9AED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554" y="2825974"/>
            <a:ext cx="91418" cy="141890"/>
          </a:xfrm>
          <a:custGeom xmlns:a="http://schemas.openxmlformats.org/drawingml/2006/main">
            <a:pathLst>
              <a:path w="91418" h="141890" fill="none">
                <a:moveTo>
                  <a:pt x="0" y="0"/>
                </a:moveTo>
                <a:lnTo>
                  <a:pt x="91418" y="0"/>
                </a:lnTo>
                <a:lnTo>
                  <a:pt x="91418" y="141890"/>
                </a:lnTo>
                <a:lnTo>
                  <a:pt x="0" y="1418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9150AA-DD23-431C-A103-301D5B254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553" y="2990359"/>
            <a:ext cx="91420" cy="117486"/>
          </a:xfrm>
          <a:custGeom xmlns:a="http://schemas.openxmlformats.org/drawingml/2006/main">
            <a:pathLst>
              <a:path w="91420" h="117486">
                <a:moveTo>
                  <a:pt x="0" y="0"/>
                </a:moveTo>
                <a:lnTo>
                  <a:pt x="91420" y="0"/>
                </a:lnTo>
                <a:lnTo>
                  <a:pt x="91420" y="117486"/>
                </a:lnTo>
                <a:lnTo>
                  <a:pt x="0" y="1174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86ED99-C121-47D9-A6B4-EEC4D4A42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9554" y="2990362"/>
            <a:ext cx="91418" cy="117485"/>
          </a:xfrm>
          <a:custGeom xmlns:a="http://schemas.openxmlformats.org/drawingml/2006/main">
            <a:pathLst>
              <a:path w="91418" h="117485" fill="none">
                <a:moveTo>
                  <a:pt x="0" y="0"/>
                </a:moveTo>
                <a:lnTo>
                  <a:pt x="91418" y="0"/>
                </a:lnTo>
                <a:lnTo>
                  <a:pt x="91418" y="117485"/>
                </a:lnTo>
                <a:lnTo>
                  <a:pt x="0" y="1174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C69DAE-BDC5-47A8-94DD-BF568AEDA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470" y="2825973"/>
            <a:ext cx="92040" cy="104490"/>
          </a:xfrm>
          <a:custGeom xmlns:a="http://schemas.openxmlformats.org/drawingml/2006/main">
            <a:pathLst>
              <a:path w="92040" h="104490">
                <a:moveTo>
                  <a:pt x="0" y="0"/>
                </a:moveTo>
                <a:lnTo>
                  <a:pt x="92040" y="0"/>
                </a:lnTo>
                <a:lnTo>
                  <a:pt x="92040" y="104490"/>
                </a:lnTo>
                <a:lnTo>
                  <a:pt x="0" y="1044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453CFE-4A59-4A70-A01D-9ADA9F5CA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470" y="2825974"/>
            <a:ext cx="92040" cy="104491"/>
          </a:xfrm>
          <a:custGeom xmlns:a="http://schemas.openxmlformats.org/drawingml/2006/main">
            <a:pathLst>
              <a:path w="92040" h="104491" fill="none">
                <a:moveTo>
                  <a:pt x="0" y="0"/>
                </a:moveTo>
                <a:lnTo>
                  <a:pt x="92040" y="0"/>
                </a:lnTo>
                <a:lnTo>
                  <a:pt x="92040" y="104491"/>
                </a:lnTo>
                <a:lnTo>
                  <a:pt x="0" y="1044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D8A0B3-B7D4-4528-9D56-E55A2C71F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470" y="2952961"/>
            <a:ext cx="92040" cy="70066"/>
          </a:xfrm>
          <a:custGeom xmlns:a="http://schemas.openxmlformats.org/drawingml/2006/main">
            <a:pathLst>
              <a:path w="92040" h="70066">
                <a:moveTo>
                  <a:pt x="0" y="0"/>
                </a:moveTo>
                <a:lnTo>
                  <a:pt x="92040" y="0"/>
                </a:lnTo>
                <a:lnTo>
                  <a:pt x="92040" y="70066"/>
                </a:lnTo>
                <a:lnTo>
                  <a:pt x="0" y="700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CC999E-464F-45E9-8A0D-4BB9C7251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470" y="2952963"/>
            <a:ext cx="92040" cy="70065"/>
          </a:xfrm>
          <a:custGeom xmlns:a="http://schemas.openxmlformats.org/drawingml/2006/main">
            <a:pathLst>
              <a:path w="92040" h="70065" fill="none">
                <a:moveTo>
                  <a:pt x="0" y="0"/>
                </a:moveTo>
                <a:lnTo>
                  <a:pt x="92040" y="0"/>
                </a:lnTo>
                <a:lnTo>
                  <a:pt x="92040" y="70065"/>
                </a:lnTo>
                <a:lnTo>
                  <a:pt x="0" y="7006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8C3A98-0A9D-4FA5-AA6F-1FBF1C364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470" y="3045524"/>
            <a:ext cx="92040" cy="62322"/>
          </a:xfrm>
          <a:custGeom xmlns:a="http://schemas.openxmlformats.org/drawingml/2006/main">
            <a:pathLst>
              <a:path w="92040" h="62322">
                <a:moveTo>
                  <a:pt x="0" y="0"/>
                </a:moveTo>
                <a:lnTo>
                  <a:pt x="92040" y="0"/>
                </a:lnTo>
                <a:lnTo>
                  <a:pt x="92040" y="62322"/>
                </a:lnTo>
                <a:lnTo>
                  <a:pt x="0" y="623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A50DFF-344F-44AB-8E37-CE97354406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3470" y="3045527"/>
            <a:ext cx="92040" cy="62321"/>
          </a:xfrm>
          <a:custGeom xmlns:a="http://schemas.openxmlformats.org/drawingml/2006/main">
            <a:pathLst>
              <a:path w="92040" h="62321" fill="none">
                <a:moveTo>
                  <a:pt x="0" y="0"/>
                </a:moveTo>
                <a:lnTo>
                  <a:pt x="92040" y="0"/>
                </a:lnTo>
                <a:lnTo>
                  <a:pt x="92040" y="62321"/>
                </a:lnTo>
                <a:lnTo>
                  <a:pt x="0" y="623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C422B-2478-41E8-93C2-C17A6368B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7" y="2825973"/>
            <a:ext cx="60985" cy="52598"/>
          </a:xfrm>
          <a:custGeom xmlns:a="http://schemas.openxmlformats.org/drawingml/2006/main">
            <a:pathLst>
              <a:path w="60985" h="52598">
                <a:moveTo>
                  <a:pt x="0" y="0"/>
                </a:moveTo>
                <a:lnTo>
                  <a:pt x="60985" y="0"/>
                </a:lnTo>
                <a:lnTo>
                  <a:pt x="60985" y="52598"/>
                </a:lnTo>
                <a:lnTo>
                  <a:pt x="0" y="525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F209F7-E67E-4ECE-879C-8F9888C89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9" y="2825974"/>
            <a:ext cx="60985" cy="52599"/>
          </a:xfrm>
          <a:custGeom xmlns:a="http://schemas.openxmlformats.org/drawingml/2006/main">
            <a:pathLst>
              <a:path w="60985" h="52599" fill="none">
                <a:moveTo>
                  <a:pt x="0" y="0"/>
                </a:moveTo>
                <a:lnTo>
                  <a:pt x="60985" y="0"/>
                </a:lnTo>
                <a:lnTo>
                  <a:pt x="60985" y="52599"/>
                </a:lnTo>
                <a:lnTo>
                  <a:pt x="0" y="525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FDDFD-984D-46CB-BE9A-73C4F5BF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492" y="2825973"/>
            <a:ext cx="52849" cy="52598"/>
          </a:xfrm>
          <a:custGeom xmlns:a="http://schemas.openxmlformats.org/drawingml/2006/main">
            <a:pathLst>
              <a:path w="52849" h="52598">
                <a:moveTo>
                  <a:pt x="0" y="0"/>
                </a:moveTo>
                <a:lnTo>
                  <a:pt x="52849" y="0"/>
                </a:lnTo>
                <a:lnTo>
                  <a:pt x="52849" y="52598"/>
                </a:lnTo>
                <a:lnTo>
                  <a:pt x="0" y="525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008695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4DCFDE-7796-437D-B50D-F844347EF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492" y="2825974"/>
            <a:ext cx="52850" cy="52599"/>
          </a:xfrm>
          <a:custGeom xmlns:a="http://schemas.openxmlformats.org/drawingml/2006/main">
            <a:pathLst>
              <a:path w="52850" h="52599" fill="none">
                <a:moveTo>
                  <a:pt x="0" y="0"/>
                </a:moveTo>
                <a:lnTo>
                  <a:pt x="52850" y="0"/>
                </a:lnTo>
                <a:lnTo>
                  <a:pt x="52850" y="52599"/>
                </a:lnTo>
                <a:lnTo>
                  <a:pt x="0" y="525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6AECD8-D79A-41BF-B126-CDAF9999E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838" y="2825973"/>
            <a:ext cx="41217" cy="52598"/>
          </a:xfrm>
          <a:custGeom xmlns:a="http://schemas.openxmlformats.org/drawingml/2006/main">
            <a:pathLst>
              <a:path w="41217" h="52598">
                <a:moveTo>
                  <a:pt x="0" y="0"/>
                </a:moveTo>
                <a:lnTo>
                  <a:pt x="41217" y="0"/>
                </a:lnTo>
                <a:lnTo>
                  <a:pt x="41217" y="52598"/>
                </a:lnTo>
                <a:lnTo>
                  <a:pt x="0" y="525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F2F69-9571-42DB-AAC2-CA8852A04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6840" y="2825974"/>
            <a:ext cx="41215" cy="52599"/>
          </a:xfrm>
          <a:custGeom xmlns:a="http://schemas.openxmlformats.org/drawingml/2006/main">
            <a:pathLst>
              <a:path w="41215" h="52599" fill="none">
                <a:moveTo>
                  <a:pt x="0" y="0"/>
                </a:moveTo>
                <a:lnTo>
                  <a:pt x="41215" y="0"/>
                </a:lnTo>
                <a:lnTo>
                  <a:pt x="41215" y="52599"/>
                </a:lnTo>
                <a:lnTo>
                  <a:pt x="0" y="525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CE25C-463E-402A-9C03-5ACF6B646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7" y="2901068"/>
            <a:ext cx="44197" cy="44508"/>
          </a:xfrm>
          <a:custGeom xmlns:a="http://schemas.openxmlformats.org/drawingml/2006/main">
            <a:pathLst>
              <a:path w="44197" h="44508">
                <a:moveTo>
                  <a:pt x="0" y="0"/>
                </a:moveTo>
                <a:lnTo>
                  <a:pt x="44197" y="0"/>
                </a:lnTo>
                <a:lnTo>
                  <a:pt x="44197" y="44508"/>
                </a:lnTo>
                <a:lnTo>
                  <a:pt x="0" y="445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57A764-0A05-4FE2-BA22-552A5A8C5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9" y="2901071"/>
            <a:ext cx="44194" cy="44508"/>
          </a:xfrm>
          <a:custGeom xmlns:a="http://schemas.openxmlformats.org/drawingml/2006/main">
            <a:pathLst>
              <a:path w="44194" h="44508" fill="none">
                <a:moveTo>
                  <a:pt x="0" y="0"/>
                </a:moveTo>
                <a:lnTo>
                  <a:pt x="44194" y="0"/>
                </a:lnTo>
                <a:lnTo>
                  <a:pt x="44194" y="44508"/>
                </a:lnTo>
                <a:lnTo>
                  <a:pt x="0" y="445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3BC350-91D2-4C17-B61D-69590196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701" y="2901068"/>
            <a:ext cx="38493" cy="44508"/>
          </a:xfrm>
          <a:custGeom xmlns:a="http://schemas.openxmlformats.org/drawingml/2006/main">
            <a:pathLst>
              <a:path w="38493" h="44508">
                <a:moveTo>
                  <a:pt x="0" y="0"/>
                </a:moveTo>
                <a:lnTo>
                  <a:pt x="38493" y="0"/>
                </a:lnTo>
                <a:lnTo>
                  <a:pt x="38493" y="44508"/>
                </a:lnTo>
                <a:lnTo>
                  <a:pt x="0" y="445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1C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7E9778-BBE3-47C2-A480-749657134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44701" y="2901071"/>
            <a:ext cx="38494" cy="44508"/>
          </a:xfrm>
          <a:custGeom xmlns:a="http://schemas.openxmlformats.org/drawingml/2006/main">
            <a:pathLst>
              <a:path w="38494" h="44508" fill="none">
                <a:moveTo>
                  <a:pt x="0" y="0"/>
                </a:moveTo>
                <a:lnTo>
                  <a:pt x="38494" y="0"/>
                </a:lnTo>
                <a:lnTo>
                  <a:pt x="38494" y="44508"/>
                </a:lnTo>
                <a:lnTo>
                  <a:pt x="0" y="445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428FE3-4D2B-48EE-967E-8265B5F6C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694" y="2901068"/>
            <a:ext cx="26723" cy="44508"/>
          </a:xfrm>
          <a:custGeom xmlns:a="http://schemas.openxmlformats.org/drawingml/2006/main">
            <a:pathLst>
              <a:path w="26723" h="44508">
                <a:moveTo>
                  <a:pt x="0" y="0"/>
                </a:moveTo>
                <a:lnTo>
                  <a:pt x="26723" y="0"/>
                </a:lnTo>
                <a:lnTo>
                  <a:pt x="26723" y="44508"/>
                </a:lnTo>
                <a:lnTo>
                  <a:pt x="0" y="445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7B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E9B2E-5084-4148-980C-A81408048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5693" y="2901071"/>
            <a:ext cx="26724" cy="44508"/>
          </a:xfrm>
          <a:custGeom xmlns:a="http://schemas.openxmlformats.org/drawingml/2006/main">
            <a:pathLst>
              <a:path w="26724" h="44508" fill="none">
                <a:moveTo>
                  <a:pt x="0" y="0"/>
                </a:moveTo>
                <a:lnTo>
                  <a:pt x="26724" y="0"/>
                </a:lnTo>
                <a:lnTo>
                  <a:pt x="26724" y="44508"/>
                </a:lnTo>
                <a:lnTo>
                  <a:pt x="0" y="445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4CCC4F-CCDF-48A5-943D-719249C7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915" y="2901068"/>
            <a:ext cx="23140" cy="44508"/>
          </a:xfrm>
          <a:custGeom xmlns:a="http://schemas.openxmlformats.org/drawingml/2006/main">
            <a:pathLst>
              <a:path w="23140" h="44508">
                <a:moveTo>
                  <a:pt x="0" y="0"/>
                </a:moveTo>
                <a:lnTo>
                  <a:pt x="23140" y="0"/>
                </a:lnTo>
                <a:lnTo>
                  <a:pt x="23140" y="44508"/>
                </a:lnTo>
                <a:lnTo>
                  <a:pt x="0" y="445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7B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C3C034-2655-4770-8DF6-BB212E7F7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4916" y="2901071"/>
            <a:ext cx="23140" cy="44508"/>
          </a:xfrm>
          <a:custGeom xmlns:a="http://schemas.openxmlformats.org/drawingml/2006/main">
            <a:pathLst>
              <a:path w="23140" h="44508" fill="none">
                <a:moveTo>
                  <a:pt x="0" y="0"/>
                </a:moveTo>
                <a:lnTo>
                  <a:pt x="23140" y="0"/>
                </a:lnTo>
                <a:lnTo>
                  <a:pt x="23140" y="44508"/>
                </a:lnTo>
                <a:lnTo>
                  <a:pt x="0" y="445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238A6F-4545-4B82-9C4E-72B8A172E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7" y="2968077"/>
            <a:ext cx="27689" cy="33687"/>
          </a:xfrm>
          <a:custGeom xmlns:a="http://schemas.openxmlformats.org/drawingml/2006/main">
            <a:pathLst>
              <a:path w="27689" h="33687">
                <a:moveTo>
                  <a:pt x="0" y="0"/>
                </a:moveTo>
                <a:lnTo>
                  <a:pt x="27689" y="0"/>
                </a:lnTo>
                <a:lnTo>
                  <a:pt x="27689" y="33687"/>
                </a:lnTo>
                <a:lnTo>
                  <a:pt x="0" y="336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4413D0-7F9A-42D9-9DFD-9CE8DEEFC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9" y="2968078"/>
            <a:ext cx="27686" cy="33688"/>
          </a:xfrm>
          <a:custGeom xmlns:a="http://schemas.openxmlformats.org/drawingml/2006/main">
            <a:pathLst>
              <a:path w="27686" h="33688" fill="none">
                <a:moveTo>
                  <a:pt x="0" y="0"/>
                </a:moveTo>
                <a:lnTo>
                  <a:pt x="27686" y="0"/>
                </a:lnTo>
                <a:lnTo>
                  <a:pt x="27686" y="33688"/>
                </a:lnTo>
                <a:lnTo>
                  <a:pt x="0" y="336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964793-A7E9-4495-A4BC-B383184C55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7" y="3024264"/>
            <a:ext cx="27689" cy="32633"/>
          </a:xfrm>
          <a:custGeom xmlns:a="http://schemas.openxmlformats.org/drawingml/2006/main">
            <a:pathLst>
              <a:path w="27689" h="32633">
                <a:moveTo>
                  <a:pt x="0" y="0"/>
                </a:moveTo>
                <a:lnTo>
                  <a:pt x="27689" y="0"/>
                </a:lnTo>
                <a:lnTo>
                  <a:pt x="27689" y="32633"/>
                </a:lnTo>
                <a:lnTo>
                  <a:pt x="0" y="326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5C7D7-4A86-4D69-B500-6044C02A1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9" y="3024264"/>
            <a:ext cx="27686" cy="32635"/>
          </a:xfrm>
          <a:custGeom xmlns:a="http://schemas.openxmlformats.org/drawingml/2006/main">
            <a:pathLst>
              <a:path w="27686" h="32635" fill="none">
                <a:moveTo>
                  <a:pt x="0" y="0"/>
                </a:moveTo>
                <a:lnTo>
                  <a:pt x="27686" y="0"/>
                </a:lnTo>
                <a:lnTo>
                  <a:pt x="27686" y="32635"/>
                </a:lnTo>
                <a:lnTo>
                  <a:pt x="0" y="326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0FD6C-469E-41A0-A053-974086691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7" y="3079393"/>
            <a:ext cx="27689" cy="28452"/>
          </a:xfrm>
          <a:custGeom xmlns:a="http://schemas.openxmlformats.org/drawingml/2006/main">
            <a:pathLst>
              <a:path w="27689" h="28452">
                <a:moveTo>
                  <a:pt x="0" y="0"/>
                </a:moveTo>
                <a:lnTo>
                  <a:pt x="27689" y="0"/>
                </a:lnTo>
                <a:lnTo>
                  <a:pt x="27689" y="28452"/>
                </a:lnTo>
                <a:lnTo>
                  <a:pt x="0" y="284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134D93-9E10-4C04-86A4-6A44168AA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8009" y="3079397"/>
            <a:ext cx="27686" cy="28451"/>
          </a:xfrm>
          <a:custGeom xmlns:a="http://schemas.openxmlformats.org/drawingml/2006/main">
            <a:pathLst>
              <a:path w="27686" h="28451" fill="none">
                <a:moveTo>
                  <a:pt x="0" y="0"/>
                </a:moveTo>
                <a:lnTo>
                  <a:pt x="27686" y="0"/>
                </a:lnTo>
                <a:lnTo>
                  <a:pt x="27686" y="28451"/>
                </a:lnTo>
                <a:lnTo>
                  <a:pt x="0" y="284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9F7F0E-9C30-4D00-AE2B-4272C6E79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93" y="2968077"/>
            <a:ext cx="20425" cy="36582"/>
          </a:xfrm>
          <a:custGeom xmlns:a="http://schemas.openxmlformats.org/drawingml/2006/main">
            <a:pathLst>
              <a:path w="20425" h="36582">
                <a:moveTo>
                  <a:pt x="0" y="0"/>
                </a:moveTo>
                <a:lnTo>
                  <a:pt x="20425" y="0"/>
                </a:lnTo>
                <a:lnTo>
                  <a:pt x="20425" y="36582"/>
                </a:lnTo>
                <a:lnTo>
                  <a:pt x="0" y="365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BA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CCB29-11BC-42B9-91C0-14D2E6D15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93" y="2968078"/>
            <a:ext cx="20425" cy="36584"/>
          </a:xfrm>
          <a:custGeom xmlns:a="http://schemas.openxmlformats.org/drawingml/2006/main">
            <a:pathLst>
              <a:path w="20425" h="36584" fill="none">
                <a:moveTo>
                  <a:pt x="0" y="0"/>
                </a:moveTo>
                <a:lnTo>
                  <a:pt x="20425" y="0"/>
                </a:lnTo>
                <a:lnTo>
                  <a:pt x="20425" y="36584"/>
                </a:lnTo>
                <a:lnTo>
                  <a:pt x="0" y="365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FEB648-D90B-405B-A4E8-8D9B8DA4C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93" y="3027158"/>
            <a:ext cx="20425" cy="35704"/>
          </a:xfrm>
          <a:custGeom xmlns:a="http://schemas.openxmlformats.org/drawingml/2006/main">
            <a:pathLst>
              <a:path w="20425" h="35704">
                <a:moveTo>
                  <a:pt x="0" y="0"/>
                </a:moveTo>
                <a:lnTo>
                  <a:pt x="20425" y="0"/>
                </a:lnTo>
                <a:lnTo>
                  <a:pt x="20425" y="35704"/>
                </a:lnTo>
                <a:lnTo>
                  <a:pt x="0" y="357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7C2548-5F46-4FC1-88C3-42E245707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93" y="3027160"/>
            <a:ext cx="20425" cy="35704"/>
          </a:xfrm>
          <a:custGeom xmlns:a="http://schemas.openxmlformats.org/drawingml/2006/main">
            <a:pathLst>
              <a:path w="20425" h="35704" fill="none">
                <a:moveTo>
                  <a:pt x="0" y="0"/>
                </a:moveTo>
                <a:lnTo>
                  <a:pt x="20425" y="0"/>
                </a:lnTo>
                <a:lnTo>
                  <a:pt x="20425" y="35704"/>
                </a:lnTo>
                <a:lnTo>
                  <a:pt x="0" y="357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21A5EB-8E38-4028-979A-050A0A7F5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93" y="3085360"/>
            <a:ext cx="20425" cy="22486"/>
          </a:xfrm>
          <a:custGeom xmlns:a="http://schemas.openxmlformats.org/drawingml/2006/main">
            <a:pathLst>
              <a:path w="20425" h="22486">
                <a:moveTo>
                  <a:pt x="0" y="0"/>
                </a:moveTo>
                <a:lnTo>
                  <a:pt x="20425" y="0"/>
                </a:lnTo>
                <a:lnTo>
                  <a:pt x="20425" y="22486"/>
                </a:lnTo>
                <a:lnTo>
                  <a:pt x="0" y="224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83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ABF1E5-E0C8-463F-9D6A-B9504E8B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8193" y="3085362"/>
            <a:ext cx="20425" cy="22486"/>
          </a:xfrm>
          <a:custGeom xmlns:a="http://schemas.openxmlformats.org/drawingml/2006/main">
            <a:pathLst>
              <a:path w="20425" h="22486" fill="none">
                <a:moveTo>
                  <a:pt x="0" y="0"/>
                </a:moveTo>
                <a:lnTo>
                  <a:pt x="20425" y="0"/>
                </a:lnTo>
                <a:lnTo>
                  <a:pt x="20425" y="22486"/>
                </a:lnTo>
                <a:lnTo>
                  <a:pt x="0" y="224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85F43B-4227-4888-98EB-3AE26E1B3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8" y="2968077"/>
            <a:ext cx="30872" cy="13004"/>
          </a:xfrm>
          <a:custGeom xmlns:a="http://schemas.openxmlformats.org/drawingml/2006/main">
            <a:pathLst>
              <a:path w="30872" h="13004">
                <a:moveTo>
                  <a:pt x="0" y="0"/>
                </a:moveTo>
                <a:lnTo>
                  <a:pt x="30872" y="0"/>
                </a:lnTo>
                <a:lnTo>
                  <a:pt x="30872" y="13004"/>
                </a:lnTo>
                <a:lnTo>
                  <a:pt x="0" y="130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1C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0C85B-350D-4578-B52D-EF9EAD0F7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7" y="2968078"/>
            <a:ext cx="30874" cy="13006"/>
          </a:xfrm>
          <a:custGeom xmlns:a="http://schemas.openxmlformats.org/drawingml/2006/main">
            <a:pathLst>
              <a:path w="30874" h="13006" fill="none">
                <a:moveTo>
                  <a:pt x="0" y="0"/>
                </a:moveTo>
                <a:lnTo>
                  <a:pt x="30874" y="0"/>
                </a:lnTo>
                <a:lnTo>
                  <a:pt x="30874" y="13006"/>
                </a:lnTo>
                <a:lnTo>
                  <a:pt x="0" y="130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929586-3E21-4903-8D47-0037E358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488" y="2968077"/>
            <a:ext cx="18411" cy="13004"/>
          </a:xfrm>
          <a:custGeom xmlns:a="http://schemas.openxmlformats.org/drawingml/2006/main">
            <a:pathLst>
              <a:path w="18411" h="13004">
                <a:moveTo>
                  <a:pt x="0" y="0"/>
                </a:moveTo>
                <a:lnTo>
                  <a:pt x="18411" y="0"/>
                </a:lnTo>
                <a:lnTo>
                  <a:pt x="18411" y="13004"/>
                </a:lnTo>
                <a:lnTo>
                  <a:pt x="0" y="130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FFF48D-E95D-4E55-A39F-191017D0B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4490" y="2968078"/>
            <a:ext cx="18410" cy="13006"/>
          </a:xfrm>
          <a:custGeom xmlns:a="http://schemas.openxmlformats.org/drawingml/2006/main">
            <a:pathLst>
              <a:path w="18410" h="13006" fill="none">
                <a:moveTo>
                  <a:pt x="0" y="0"/>
                </a:moveTo>
                <a:lnTo>
                  <a:pt x="18410" y="0"/>
                </a:lnTo>
                <a:lnTo>
                  <a:pt x="18410" y="13006"/>
                </a:lnTo>
                <a:lnTo>
                  <a:pt x="0" y="130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5B8F2F-3E82-4A21-9210-F186FB152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399" y="2968077"/>
            <a:ext cx="12656" cy="13004"/>
          </a:xfrm>
          <a:custGeom xmlns:a="http://schemas.openxmlformats.org/drawingml/2006/main">
            <a:pathLst>
              <a:path w="12656" h="13004">
                <a:moveTo>
                  <a:pt x="0" y="0"/>
                </a:moveTo>
                <a:lnTo>
                  <a:pt x="12656" y="0"/>
                </a:lnTo>
                <a:lnTo>
                  <a:pt x="12656" y="13004"/>
                </a:lnTo>
                <a:lnTo>
                  <a:pt x="0" y="130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6831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1BBAD6-CEAC-4C7B-8628-CD2F0D760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5398" y="2968078"/>
            <a:ext cx="12657" cy="13006"/>
          </a:xfrm>
          <a:custGeom xmlns:a="http://schemas.openxmlformats.org/drawingml/2006/main">
            <a:pathLst>
              <a:path w="12657" h="13006" fill="none">
                <a:moveTo>
                  <a:pt x="0" y="0"/>
                </a:moveTo>
                <a:lnTo>
                  <a:pt x="12657" y="0"/>
                </a:lnTo>
                <a:lnTo>
                  <a:pt x="12657" y="13006"/>
                </a:lnTo>
                <a:lnTo>
                  <a:pt x="0" y="130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B62D76-F2E9-4FE6-9289-D28082C35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8" y="3003581"/>
            <a:ext cx="11307" cy="13136"/>
          </a:xfrm>
          <a:custGeom xmlns:a="http://schemas.openxmlformats.org/drawingml/2006/main">
            <a:pathLst>
              <a:path w="11307" h="13136">
                <a:moveTo>
                  <a:pt x="0" y="0"/>
                </a:moveTo>
                <a:lnTo>
                  <a:pt x="11307" y="0"/>
                </a:lnTo>
                <a:lnTo>
                  <a:pt x="11307" y="13136"/>
                </a:lnTo>
                <a:lnTo>
                  <a:pt x="0" y="131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622A63-9ADA-4BC2-B952-2515CB920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7" y="3003582"/>
            <a:ext cx="11308" cy="13137"/>
          </a:xfrm>
          <a:custGeom xmlns:a="http://schemas.openxmlformats.org/drawingml/2006/main">
            <a:pathLst>
              <a:path w="11308" h="13137" fill="none">
                <a:moveTo>
                  <a:pt x="0" y="0"/>
                </a:moveTo>
                <a:lnTo>
                  <a:pt x="11308" y="0"/>
                </a:lnTo>
                <a:lnTo>
                  <a:pt x="11308" y="13137"/>
                </a:lnTo>
                <a:lnTo>
                  <a:pt x="0" y="131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D95402-8C78-4ED7-A8BD-44E6548C23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8" y="3039214"/>
            <a:ext cx="11307" cy="11124"/>
          </a:xfrm>
          <a:custGeom xmlns:a="http://schemas.openxmlformats.org/drawingml/2006/main">
            <a:pathLst>
              <a:path w="11307" h="11124">
                <a:moveTo>
                  <a:pt x="0" y="0"/>
                </a:moveTo>
                <a:lnTo>
                  <a:pt x="11307" y="0"/>
                </a:lnTo>
                <a:lnTo>
                  <a:pt x="11307" y="11124"/>
                </a:lnTo>
                <a:lnTo>
                  <a:pt x="0" y="111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2928C-ACF2-49F3-9401-53026D631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7" y="3039217"/>
            <a:ext cx="11308" cy="11123"/>
          </a:xfrm>
          <a:custGeom xmlns:a="http://schemas.openxmlformats.org/drawingml/2006/main">
            <a:pathLst>
              <a:path w="11308" h="11123" fill="none">
                <a:moveTo>
                  <a:pt x="0" y="0"/>
                </a:moveTo>
                <a:lnTo>
                  <a:pt x="11308" y="0"/>
                </a:lnTo>
                <a:lnTo>
                  <a:pt x="11308" y="11123"/>
                </a:lnTo>
                <a:lnTo>
                  <a:pt x="0" y="111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1BC9DC-B468-4DC7-AE1D-684D4307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8" y="3072835"/>
            <a:ext cx="11307" cy="7824"/>
          </a:xfrm>
          <a:custGeom xmlns:a="http://schemas.openxmlformats.org/drawingml/2006/main">
            <a:pathLst>
              <a:path w="11307" h="7824">
                <a:moveTo>
                  <a:pt x="0" y="0"/>
                </a:moveTo>
                <a:lnTo>
                  <a:pt x="11307" y="0"/>
                </a:lnTo>
                <a:lnTo>
                  <a:pt x="11307" y="7824"/>
                </a:lnTo>
                <a:lnTo>
                  <a:pt x="0" y="78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1C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CAA2B-ADCB-4964-88BC-759A5FFC2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7" y="3072838"/>
            <a:ext cx="11308" cy="7822"/>
          </a:xfrm>
          <a:custGeom xmlns:a="http://schemas.openxmlformats.org/drawingml/2006/main">
            <a:pathLst>
              <a:path w="11308" h="7822" fill="none">
                <a:moveTo>
                  <a:pt x="0" y="0"/>
                </a:moveTo>
                <a:lnTo>
                  <a:pt x="11308" y="0"/>
                </a:lnTo>
                <a:lnTo>
                  <a:pt x="11308" y="7822"/>
                </a:lnTo>
                <a:lnTo>
                  <a:pt x="0" y="78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CFE46F9-FC85-41C8-8C3A-4EE2309C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8" y="3103156"/>
            <a:ext cx="11307" cy="4689"/>
          </a:xfrm>
          <a:custGeom xmlns:a="http://schemas.openxmlformats.org/drawingml/2006/main">
            <a:pathLst>
              <a:path w="11307" h="4689">
                <a:moveTo>
                  <a:pt x="0" y="0"/>
                </a:moveTo>
                <a:lnTo>
                  <a:pt x="11307" y="0"/>
                </a:lnTo>
                <a:lnTo>
                  <a:pt x="11307" y="4689"/>
                </a:lnTo>
                <a:lnTo>
                  <a:pt x="0" y="46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8707B7-6159-487C-AF16-B97A85482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1117" y="3103158"/>
            <a:ext cx="11308" cy="4689"/>
          </a:xfrm>
          <a:custGeom xmlns:a="http://schemas.openxmlformats.org/drawingml/2006/main">
            <a:pathLst>
              <a:path w="11308" h="4689" fill="none">
                <a:moveTo>
                  <a:pt x="0" y="0"/>
                </a:moveTo>
                <a:lnTo>
                  <a:pt x="11308" y="0"/>
                </a:lnTo>
                <a:lnTo>
                  <a:pt x="11308" y="4689"/>
                </a:lnTo>
                <a:lnTo>
                  <a:pt x="0" y="46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9B6AB-F82A-46AD-928D-064716BCD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23" y="3003581"/>
            <a:ext cx="5264" cy="7678"/>
          </a:xfrm>
          <a:custGeom xmlns:a="http://schemas.openxmlformats.org/drawingml/2006/main">
            <a:pathLst>
              <a:path w="5264" h="7678">
                <a:moveTo>
                  <a:pt x="0" y="0"/>
                </a:moveTo>
                <a:lnTo>
                  <a:pt x="5264" y="0"/>
                </a:lnTo>
                <a:lnTo>
                  <a:pt x="5264" y="7678"/>
                </a:lnTo>
                <a:lnTo>
                  <a:pt x="0" y="76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0F9C0C-C98A-41C4-AA02-517A1E818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23" y="3003582"/>
            <a:ext cx="5264" cy="7680"/>
          </a:xfrm>
          <a:custGeom xmlns:a="http://schemas.openxmlformats.org/drawingml/2006/main">
            <a:pathLst>
              <a:path w="5264" h="7680" fill="none">
                <a:moveTo>
                  <a:pt x="0" y="0"/>
                </a:moveTo>
                <a:lnTo>
                  <a:pt x="5264" y="0"/>
                </a:lnTo>
                <a:lnTo>
                  <a:pt x="5264" y="7680"/>
                </a:lnTo>
                <a:lnTo>
                  <a:pt x="0" y="76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44399B-6FAE-4EC3-8508-ABEE0B36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86" y="3003581"/>
            <a:ext cx="1000" cy="7678"/>
          </a:xfrm>
          <a:custGeom xmlns:a="http://schemas.openxmlformats.org/drawingml/2006/main">
            <a:pathLst>
              <a:path w="1000" h="7678">
                <a:moveTo>
                  <a:pt x="0" y="0"/>
                </a:moveTo>
                <a:lnTo>
                  <a:pt x="1000" y="0"/>
                </a:lnTo>
                <a:lnTo>
                  <a:pt x="1000" y="7678"/>
                </a:lnTo>
                <a:lnTo>
                  <a:pt x="0" y="76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97B72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79D6E-0563-4809-8F37-FF9EACB75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2685" y="3003582"/>
            <a:ext cx="1001" cy="7680"/>
          </a:xfrm>
          <a:custGeom xmlns:a="http://schemas.openxmlformats.org/drawingml/2006/main">
            <a:pathLst>
              <a:path w="1001" h="7680" fill="none">
                <a:moveTo>
                  <a:pt x="0" y="0"/>
                </a:moveTo>
                <a:lnTo>
                  <a:pt x="1001" y="0"/>
                </a:lnTo>
                <a:lnTo>
                  <a:pt x="1001" y="7680"/>
                </a:lnTo>
                <a:lnTo>
                  <a:pt x="0" y="76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5E2411-EBC8-41AC-B8FA-DEFF62E6B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83" y="3003581"/>
            <a:ext cx="126" cy="7678"/>
          </a:xfrm>
          <a:custGeom xmlns:a="http://schemas.openxmlformats.org/drawingml/2006/main">
            <a:pathLst>
              <a:path w="126" h="7678">
                <a:moveTo>
                  <a:pt x="0" y="0"/>
                </a:moveTo>
                <a:lnTo>
                  <a:pt x="126" y="0"/>
                </a:lnTo>
                <a:lnTo>
                  <a:pt x="126" y="7678"/>
                </a:lnTo>
                <a:lnTo>
                  <a:pt x="0" y="76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BA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9115C7-0ADF-4F52-93BF-9D0CC67BC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185" y="3003582"/>
            <a:ext cx="125" cy="7680"/>
          </a:xfrm>
          <a:custGeom xmlns:a="http://schemas.openxmlformats.org/drawingml/2006/main">
            <a:pathLst>
              <a:path w="125" h="7680" fill="none">
                <a:moveTo>
                  <a:pt x="0" y="0"/>
                </a:moveTo>
                <a:lnTo>
                  <a:pt x="125" y="0"/>
                </a:lnTo>
                <a:lnTo>
                  <a:pt x="125" y="7680"/>
                </a:lnTo>
                <a:lnTo>
                  <a:pt x="0" y="768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D62137-7BF2-4BD2-9F27-6095DF2B6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23" y="3033759"/>
            <a:ext cx="3346" cy="1429"/>
          </a:xfrm>
          <a:custGeom xmlns:a="http://schemas.openxmlformats.org/drawingml/2006/main">
            <a:pathLst>
              <a:path w="3346" h="1429">
                <a:moveTo>
                  <a:pt x="0" y="0"/>
                </a:moveTo>
                <a:lnTo>
                  <a:pt x="3346" y="0"/>
                </a:lnTo>
                <a:lnTo>
                  <a:pt x="3346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CF1C90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F8E74-51F2-46BB-B623-FF723ADD2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4923" y="3033760"/>
            <a:ext cx="3346" cy="1430"/>
          </a:xfrm>
          <a:custGeom xmlns:a="http://schemas.openxmlformats.org/drawingml/2006/main">
            <a:pathLst>
              <a:path w="3346" h="1430" fill="none">
                <a:moveTo>
                  <a:pt x="0" y="0"/>
                </a:moveTo>
                <a:lnTo>
                  <a:pt x="3346" y="0"/>
                </a:lnTo>
                <a:lnTo>
                  <a:pt x="3346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0CB78A-F12A-40B3-9B0F-8D334B7DF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766" y="3033759"/>
            <a:ext cx="2240" cy="1429"/>
          </a:xfrm>
          <a:custGeom xmlns:a="http://schemas.openxmlformats.org/drawingml/2006/main">
            <a:pathLst>
              <a:path w="2240" h="1429">
                <a:moveTo>
                  <a:pt x="0" y="0"/>
                </a:moveTo>
                <a:lnTo>
                  <a:pt x="2240" y="0"/>
                </a:lnTo>
                <a:lnTo>
                  <a:pt x="2240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80BA5A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F8EB72C-F5F0-483C-AD0E-AD2E1A01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30768" y="3033760"/>
            <a:ext cx="2239" cy="1430"/>
          </a:xfrm>
          <a:custGeom xmlns:a="http://schemas.openxmlformats.org/drawingml/2006/main">
            <a:pathLst>
              <a:path w="2239" h="1430" fill="none">
                <a:moveTo>
                  <a:pt x="0" y="0"/>
                </a:moveTo>
                <a:lnTo>
                  <a:pt x="2239" y="0"/>
                </a:lnTo>
                <a:lnTo>
                  <a:pt x="2239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1D0CC0-D518-401B-98AB-2CE72C458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503" y="3033759"/>
            <a:ext cx="974" cy="1429"/>
          </a:xfrm>
          <a:custGeom xmlns:a="http://schemas.openxmlformats.org/drawingml/2006/main">
            <a:pathLst>
              <a:path w="974" h="1429">
                <a:moveTo>
                  <a:pt x="0" y="0"/>
                </a:moveTo>
                <a:lnTo>
                  <a:pt x="974" y="0"/>
                </a:lnTo>
                <a:lnTo>
                  <a:pt x="974" y="1429"/>
                </a:lnTo>
                <a:lnTo>
                  <a:pt x="0" y="14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C45F3B-ACF3-4EE9-8CC7-08C882D9B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5504" y="3033760"/>
            <a:ext cx="975" cy="1430"/>
          </a:xfrm>
          <a:custGeom xmlns:a="http://schemas.openxmlformats.org/drawingml/2006/main">
            <a:pathLst>
              <a:path w="975" h="1430" fill="none">
                <a:moveTo>
                  <a:pt x="0" y="0"/>
                </a:moveTo>
                <a:lnTo>
                  <a:pt x="975" y="0"/>
                </a:lnTo>
                <a:lnTo>
                  <a:pt x="975" y="1430"/>
                </a:lnTo>
                <a:lnTo>
                  <a:pt x="0" y="14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72FB48-9A20-4F56-8497-6B9A92B51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8" y="340554"/>
            <a:ext cx="2444957" cy="2520484"/>
          </a:xfrm>
          <a:custGeom xmlns:a="http://schemas.openxmlformats.org/drawingml/2006/main">
            <a:pathLst>
              <a:path w="2444957" h="2520484">
                <a:moveTo>
                  <a:pt x="0" y="0"/>
                </a:moveTo>
                <a:lnTo>
                  <a:pt x="2444957" y="0"/>
                </a:lnTo>
                <a:lnTo>
                  <a:pt x="2444957" y="2520484"/>
                </a:lnTo>
                <a:lnTo>
                  <a:pt x="0" y="25204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C0C954-1069-4F32-8D75-1BF7D78B8A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7" y="340555"/>
            <a:ext cx="2444958" cy="2520484"/>
          </a:xfrm>
          <a:custGeom xmlns:a="http://schemas.openxmlformats.org/drawingml/2006/main">
            <a:pathLst>
              <a:path w="2444958" h="2520484" fill="none">
                <a:moveTo>
                  <a:pt x="0" y="0"/>
                </a:moveTo>
                <a:lnTo>
                  <a:pt x="2444958" y="0"/>
                </a:lnTo>
                <a:lnTo>
                  <a:pt x="2444958" y="2520484"/>
                </a:lnTo>
                <a:lnTo>
                  <a:pt x="0" y="25204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5" name="Text Insecta">
            <a:extLst xmlns:a="http://schemas.openxmlformats.org/drawingml/2006/main">
              <a:ext uri="{FF2B5EF4-FFF2-40B4-BE49-F238E27FC236}">
                <a16:creationId xmlns:a16="http://schemas.microsoft.com/office/drawing/2014/main" id="{32A19B9A-484E-475C-AC17-A5D6CBB25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572" y="399832"/>
            <a:ext cx="476874" cy="100320"/>
          </a:xfrm>
          <a:custGeom xmlns:a="http://schemas.openxmlformats.org/drawingml/2006/main">
            <a:pathLst>
              <a:path w="476874" h="100320">
                <a:moveTo>
                  <a:pt x="38757" y="98210"/>
                </a:moveTo>
                <a:lnTo>
                  <a:pt x="0" y="98210"/>
                </a:lnTo>
                <a:lnTo>
                  <a:pt x="0" y="88192"/>
                </a:lnTo>
                <a:lnTo>
                  <a:pt x="12853" y="88192"/>
                </a:lnTo>
                <a:lnTo>
                  <a:pt x="12853" y="10019"/>
                </a:lnTo>
                <a:lnTo>
                  <a:pt x="0" y="10019"/>
                </a:lnTo>
                <a:lnTo>
                  <a:pt x="0" y="0"/>
                </a:lnTo>
                <a:lnTo>
                  <a:pt x="38757" y="0"/>
                </a:lnTo>
                <a:lnTo>
                  <a:pt x="38757" y="10019"/>
                </a:lnTo>
                <a:lnTo>
                  <a:pt x="25904" y="10019"/>
                </a:lnTo>
                <a:lnTo>
                  <a:pt x="25904" y="88192"/>
                </a:lnTo>
                <a:lnTo>
                  <a:pt x="38757" y="88192"/>
                </a:lnTo>
                <a:lnTo>
                  <a:pt x="38757" y="98210"/>
                </a:lnTo>
                <a:close/>
                <a:moveTo>
                  <a:pt x="121544" y="98210"/>
                </a:moveTo>
                <a:lnTo>
                  <a:pt x="109152" y="98210"/>
                </a:lnTo>
                <a:lnTo>
                  <a:pt x="109152" y="56246"/>
                </a:lnTo>
                <a:cubicBezTo>
                  <a:pt x="109152" y="52859"/>
                  <a:pt x="108954" y="49681"/>
                  <a:pt x="108559" y="46712"/>
                </a:cubicBezTo>
                <a:cubicBezTo>
                  <a:pt x="108163" y="43743"/>
                  <a:pt x="107438" y="41423"/>
                  <a:pt x="106384" y="39752"/>
                </a:cubicBezTo>
                <a:cubicBezTo>
                  <a:pt x="105285" y="37903"/>
                  <a:pt x="103703" y="36529"/>
                  <a:pt x="101638" y="35628"/>
                </a:cubicBezTo>
                <a:cubicBezTo>
                  <a:pt x="99573" y="34726"/>
                  <a:pt x="96892" y="34275"/>
                  <a:pt x="93597" y="34275"/>
                </a:cubicBezTo>
                <a:cubicBezTo>
                  <a:pt x="90213" y="34275"/>
                  <a:pt x="86676" y="35111"/>
                  <a:pt x="82985" y="36784"/>
                </a:cubicBezTo>
                <a:cubicBezTo>
                  <a:pt x="79294" y="38455"/>
                  <a:pt x="75756" y="40587"/>
                  <a:pt x="72373" y="43181"/>
                </a:cubicBezTo>
                <a:lnTo>
                  <a:pt x="72373" y="98210"/>
                </a:lnTo>
                <a:lnTo>
                  <a:pt x="59981" y="98210"/>
                </a:lnTo>
                <a:lnTo>
                  <a:pt x="59981" y="24520"/>
                </a:lnTo>
                <a:lnTo>
                  <a:pt x="72373" y="24520"/>
                </a:lnTo>
                <a:lnTo>
                  <a:pt x="72373" y="32645"/>
                </a:lnTo>
                <a:cubicBezTo>
                  <a:pt x="76240" y="29432"/>
                  <a:pt x="80238" y="26923"/>
                  <a:pt x="84369" y="25119"/>
                </a:cubicBezTo>
                <a:cubicBezTo>
                  <a:pt x="88499" y="23313"/>
                  <a:pt x="92740" y="22410"/>
                  <a:pt x="97090" y="22410"/>
                </a:cubicBezTo>
                <a:cubicBezTo>
                  <a:pt x="105044" y="22410"/>
                  <a:pt x="111108" y="24809"/>
                  <a:pt x="115282" y="29607"/>
                </a:cubicBezTo>
                <a:cubicBezTo>
                  <a:pt x="119457" y="34405"/>
                  <a:pt x="121544" y="41316"/>
                  <a:pt x="121544" y="50341"/>
                </a:cubicBezTo>
                <a:lnTo>
                  <a:pt x="121544" y="98210"/>
                </a:lnTo>
                <a:close/>
                <a:moveTo>
                  <a:pt x="198001" y="76941"/>
                </a:moveTo>
                <a:cubicBezTo>
                  <a:pt x="198001" y="83659"/>
                  <a:pt x="195222" y="89169"/>
                  <a:pt x="189663" y="93471"/>
                </a:cubicBezTo>
                <a:cubicBezTo>
                  <a:pt x="184105" y="97773"/>
                  <a:pt x="176514" y="99924"/>
                  <a:pt x="166890" y="99924"/>
                </a:cubicBezTo>
                <a:cubicBezTo>
                  <a:pt x="161442" y="99924"/>
                  <a:pt x="156443" y="99274"/>
                  <a:pt x="151895" y="97974"/>
                </a:cubicBezTo>
                <a:cubicBezTo>
                  <a:pt x="147347" y="96673"/>
                  <a:pt x="143535" y="95251"/>
                  <a:pt x="140459" y="93708"/>
                </a:cubicBezTo>
                <a:lnTo>
                  <a:pt x="140459" y="79755"/>
                </a:lnTo>
                <a:lnTo>
                  <a:pt x="141118" y="79755"/>
                </a:lnTo>
                <a:cubicBezTo>
                  <a:pt x="145029" y="82739"/>
                  <a:pt x="149379" y="85111"/>
                  <a:pt x="154169" y="86871"/>
                </a:cubicBezTo>
                <a:cubicBezTo>
                  <a:pt x="158959" y="88630"/>
                  <a:pt x="163551" y="89510"/>
                  <a:pt x="167945" y="89510"/>
                </a:cubicBezTo>
                <a:cubicBezTo>
                  <a:pt x="173394" y="89510"/>
                  <a:pt x="177656" y="88628"/>
                  <a:pt x="180732" y="86863"/>
                </a:cubicBezTo>
                <a:cubicBezTo>
                  <a:pt x="183808" y="85097"/>
                  <a:pt x="185346" y="82316"/>
                  <a:pt x="185346" y="78521"/>
                </a:cubicBezTo>
                <a:cubicBezTo>
                  <a:pt x="185346" y="75624"/>
                  <a:pt x="184511" y="73428"/>
                  <a:pt x="182841" y="71936"/>
                </a:cubicBezTo>
                <a:cubicBezTo>
                  <a:pt x="181171" y="70443"/>
                  <a:pt x="177964" y="69170"/>
                  <a:pt x="173218" y="68115"/>
                </a:cubicBezTo>
                <a:cubicBezTo>
                  <a:pt x="171460" y="67721"/>
                  <a:pt x="169164" y="67260"/>
                  <a:pt x="166330" y="66733"/>
                </a:cubicBezTo>
                <a:cubicBezTo>
                  <a:pt x="163496" y="66206"/>
                  <a:pt x="160914" y="65635"/>
                  <a:pt x="158585" y="65021"/>
                </a:cubicBezTo>
                <a:cubicBezTo>
                  <a:pt x="152126" y="63309"/>
                  <a:pt x="147545" y="60795"/>
                  <a:pt x="144842" y="57480"/>
                </a:cubicBezTo>
                <a:cubicBezTo>
                  <a:pt x="142140" y="54165"/>
                  <a:pt x="140789" y="50093"/>
                  <a:pt x="140789" y="45264"/>
                </a:cubicBezTo>
                <a:cubicBezTo>
                  <a:pt x="140789" y="42234"/>
                  <a:pt x="141415" y="39381"/>
                  <a:pt x="142667" y="36703"/>
                </a:cubicBezTo>
                <a:cubicBezTo>
                  <a:pt x="143920" y="34024"/>
                  <a:pt x="145820" y="31631"/>
                  <a:pt x="148369" y="29523"/>
                </a:cubicBezTo>
                <a:cubicBezTo>
                  <a:pt x="150830" y="27460"/>
                  <a:pt x="153960" y="25826"/>
                  <a:pt x="157761" y="24619"/>
                </a:cubicBezTo>
                <a:cubicBezTo>
                  <a:pt x="161562" y="23410"/>
                  <a:pt x="165814" y="22806"/>
                  <a:pt x="170516" y="22806"/>
                </a:cubicBezTo>
                <a:cubicBezTo>
                  <a:pt x="174910" y="22806"/>
                  <a:pt x="179359" y="23342"/>
                  <a:pt x="183863" y="24415"/>
                </a:cubicBezTo>
                <a:cubicBezTo>
                  <a:pt x="188367" y="25487"/>
                  <a:pt x="192113" y="26790"/>
                  <a:pt x="195101" y="28324"/>
                </a:cubicBezTo>
                <a:lnTo>
                  <a:pt x="195101" y="41525"/>
                </a:lnTo>
                <a:lnTo>
                  <a:pt x="194442" y="41525"/>
                </a:lnTo>
                <a:cubicBezTo>
                  <a:pt x="191278" y="39196"/>
                  <a:pt x="187433" y="37230"/>
                  <a:pt x="182907" y="35626"/>
                </a:cubicBezTo>
                <a:cubicBezTo>
                  <a:pt x="178381" y="34022"/>
                  <a:pt x="173943" y="33220"/>
                  <a:pt x="169593" y="33220"/>
                </a:cubicBezTo>
                <a:cubicBezTo>
                  <a:pt x="165067" y="33220"/>
                  <a:pt x="161244" y="34092"/>
                  <a:pt x="158124" y="35836"/>
                </a:cubicBezTo>
                <a:cubicBezTo>
                  <a:pt x="155004" y="37580"/>
                  <a:pt x="153444" y="40173"/>
                  <a:pt x="153444" y="43616"/>
                </a:cubicBezTo>
                <a:cubicBezTo>
                  <a:pt x="153444" y="46645"/>
                  <a:pt x="154389" y="48928"/>
                  <a:pt x="156278" y="50465"/>
                </a:cubicBezTo>
                <a:cubicBezTo>
                  <a:pt x="158124" y="52001"/>
                  <a:pt x="161112" y="53253"/>
                  <a:pt x="165242" y="54220"/>
                </a:cubicBezTo>
                <a:cubicBezTo>
                  <a:pt x="167527" y="54747"/>
                  <a:pt x="170087" y="55274"/>
                  <a:pt x="172921" y="55802"/>
                </a:cubicBezTo>
                <a:cubicBezTo>
                  <a:pt x="175756" y="56327"/>
                  <a:pt x="178117" y="56810"/>
                  <a:pt x="180007" y="57250"/>
                </a:cubicBezTo>
                <a:cubicBezTo>
                  <a:pt x="185763" y="58566"/>
                  <a:pt x="190202" y="60827"/>
                  <a:pt x="193321" y="64032"/>
                </a:cubicBezTo>
                <a:cubicBezTo>
                  <a:pt x="196441" y="67281"/>
                  <a:pt x="198001" y="71584"/>
                  <a:pt x="198001" y="76941"/>
                </a:cubicBezTo>
                <a:close/>
                <a:moveTo>
                  <a:pt x="277361" y="62617"/>
                </a:moveTo>
                <a:lnTo>
                  <a:pt x="223115" y="62617"/>
                </a:lnTo>
                <a:cubicBezTo>
                  <a:pt x="223115" y="67154"/>
                  <a:pt x="223796" y="71108"/>
                  <a:pt x="225158" y="74478"/>
                </a:cubicBezTo>
                <a:cubicBezTo>
                  <a:pt x="226520" y="77847"/>
                  <a:pt x="228388" y="80612"/>
                  <a:pt x="230761" y="82770"/>
                </a:cubicBezTo>
                <a:cubicBezTo>
                  <a:pt x="233046" y="84885"/>
                  <a:pt x="235759" y="86471"/>
                  <a:pt x="238901" y="87528"/>
                </a:cubicBezTo>
                <a:cubicBezTo>
                  <a:pt x="242043" y="88586"/>
                  <a:pt x="245503" y="89114"/>
                  <a:pt x="249282" y="89114"/>
                </a:cubicBezTo>
                <a:cubicBezTo>
                  <a:pt x="254291" y="89114"/>
                  <a:pt x="259334" y="88107"/>
                  <a:pt x="264409" y="86093"/>
                </a:cubicBezTo>
                <a:cubicBezTo>
                  <a:pt x="269484" y="84078"/>
                  <a:pt x="273099" y="82097"/>
                  <a:pt x="275252" y="80150"/>
                </a:cubicBezTo>
                <a:lnTo>
                  <a:pt x="275911" y="80150"/>
                </a:lnTo>
                <a:lnTo>
                  <a:pt x="275911" y="93708"/>
                </a:lnTo>
                <a:cubicBezTo>
                  <a:pt x="271736" y="95471"/>
                  <a:pt x="267474" y="96948"/>
                  <a:pt x="263124" y="98138"/>
                </a:cubicBezTo>
                <a:cubicBezTo>
                  <a:pt x="258774" y="99329"/>
                  <a:pt x="254204" y="99924"/>
                  <a:pt x="249414" y="99924"/>
                </a:cubicBezTo>
                <a:cubicBezTo>
                  <a:pt x="237198" y="99924"/>
                  <a:pt x="227663" y="96612"/>
                  <a:pt x="220808" y="89988"/>
                </a:cubicBezTo>
                <a:cubicBezTo>
                  <a:pt x="213953" y="83364"/>
                  <a:pt x="210525" y="73954"/>
                  <a:pt x="210525" y="61761"/>
                </a:cubicBezTo>
                <a:cubicBezTo>
                  <a:pt x="210525" y="49701"/>
                  <a:pt x="213810" y="40128"/>
                  <a:pt x="220379" y="33041"/>
                </a:cubicBezTo>
                <a:cubicBezTo>
                  <a:pt x="226949" y="25954"/>
                  <a:pt x="235594" y="22410"/>
                  <a:pt x="246316" y="22410"/>
                </a:cubicBezTo>
                <a:cubicBezTo>
                  <a:pt x="256247" y="22410"/>
                  <a:pt x="263904" y="25315"/>
                  <a:pt x="269287" y="31125"/>
                </a:cubicBezTo>
                <a:cubicBezTo>
                  <a:pt x="274670" y="36935"/>
                  <a:pt x="277361" y="45188"/>
                  <a:pt x="277361" y="55884"/>
                </a:cubicBezTo>
                <a:lnTo>
                  <a:pt x="277361" y="62617"/>
                </a:lnTo>
                <a:moveTo>
                  <a:pt x="265299" y="53126"/>
                </a:moveTo>
                <a:cubicBezTo>
                  <a:pt x="265255" y="46622"/>
                  <a:pt x="263618" y="41591"/>
                  <a:pt x="260388" y="38032"/>
                </a:cubicBezTo>
                <a:cubicBezTo>
                  <a:pt x="257159" y="34473"/>
                  <a:pt x="252248" y="32693"/>
                  <a:pt x="245657" y="32693"/>
                </a:cubicBezTo>
                <a:cubicBezTo>
                  <a:pt x="239022" y="32693"/>
                  <a:pt x="233738" y="34648"/>
                  <a:pt x="229805" y="38559"/>
                </a:cubicBezTo>
                <a:cubicBezTo>
                  <a:pt x="225872" y="42470"/>
                  <a:pt x="223642" y="47326"/>
                  <a:pt x="223115" y="53126"/>
                </a:cubicBezTo>
                <a:lnTo>
                  <a:pt x="265299" y="53126"/>
                </a:lnTo>
                <a:close/>
                <a:moveTo>
                  <a:pt x="350590" y="93662"/>
                </a:moveTo>
                <a:cubicBezTo>
                  <a:pt x="346459" y="95640"/>
                  <a:pt x="342538" y="97178"/>
                  <a:pt x="338825" y="98276"/>
                </a:cubicBezTo>
                <a:cubicBezTo>
                  <a:pt x="335111" y="99375"/>
                  <a:pt x="331168" y="99924"/>
                  <a:pt x="326993" y="99924"/>
                </a:cubicBezTo>
                <a:cubicBezTo>
                  <a:pt x="321676" y="99924"/>
                  <a:pt x="316799" y="99143"/>
                  <a:pt x="312360" y="97580"/>
                </a:cubicBezTo>
                <a:cubicBezTo>
                  <a:pt x="307922" y="96017"/>
                  <a:pt x="304121" y="93651"/>
                  <a:pt x="300958" y="90482"/>
                </a:cubicBezTo>
                <a:cubicBezTo>
                  <a:pt x="297750" y="87313"/>
                  <a:pt x="295267" y="83307"/>
                  <a:pt x="293509" y="78465"/>
                </a:cubicBezTo>
                <a:cubicBezTo>
                  <a:pt x="291752" y="73623"/>
                  <a:pt x="290873" y="67967"/>
                  <a:pt x="290873" y="61497"/>
                </a:cubicBezTo>
                <a:cubicBezTo>
                  <a:pt x="290873" y="49436"/>
                  <a:pt x="294179" y="39973"/>
                  <a:pt x="300793" y="33107"/>
                </a:cubicBezTo>
                <a:cubicBezTo>
                  <a:pt x="307406" y="26240"/>
                  <a:pt x="316139" y="22806"/>
                  <a:pt x="326993" y="22806"/>
                </a:cubicBezTo>
                <a:cubicBezTo>
                  <a:pt x="331212" y="22806"/>
                  <a:pt x="335353" y="23399"/>
                  <a:pt x="339418" y="24586"/>
                </a:cubicBezTo>
                <a:cubicBezTo>
                  <a:pt x="343482" y="25772"/>
                  <a:pt x="347207" y="27222"/>
                  <a:pt x="350590" y="28936"/>
                </a:cubicBezTo>
                <a:lnTo>
                  <a:pt x="350590" y="42712"/>
                </a:lnTo>
                <a:lnTo>
                  <a:pt x="349931" y="42712"/>
                </a:lnTo>
                <a:cubicBezTo>
                  <a:pt x="346152" y="39788"/>
                  <a:pt x="342252" y="37542"/>
                  <a:pt x="338231" y="35972"/>
                </a:cubicBezTo>
                <a:cubicBezTo>
                  <a:pt x="334211" y="34401"/>
                  <a:pt x="330289" y="33616"/>
                  <a:pt x="326466" y="33616"/>
                </a:cubicBezTo>
                <a:cubicBezTo>
                  <a:pt x="319435" y="33616"/>
                  <a:pt x="313887" y="35978"/>
                  <a:pt x="309823" y="40701"/>
                </a:cubicBezTo>
                <a:cubicBezTo>
                  <a:pt x="305758" y="45425"/>
                  <a:pt x="303726" y="52357"/>
                  <a:pt x="303726" y="61497"/>
                </a:cubicBezTo>
                <a:cubicBezTo>
                  <a:pt x="303726" y="70373"/>
                  <a:pt x="305714" y="77195"/>
                  <a:pt x="309691" y="81963"/>
                </a:cubicBezTo>
                <a:cubicBezTo>
                  <a:pt x="313668" y="86731"/>
                  <a:pt x="319259" y="89114"/>
                  <a:pt x="326466" y="89114"/>
                </a:cubicBezTo>
                <a:cubicBezTo>
                  <a:pt x="328971" y="89114"/>
                  <a:pt x="331519" y="88788"/>
                  <a:pt x="334112" y="88134"/>
                </a:cubicBezTo>
                <a:cubicBezTo>
                  <a:pt x="336704" y="87479"/>
                  <a:pt x="339033" y="86628"/>
                  <a:pt x="341099" y="85580"/>
                </a:cubicBezTo>
                <a:cubicBezTo>
                  <a:pt x="342900" y="84664"/>
                  <a:pt x="344592" y="83694"/>
                  <a:pt x="346174" y="82669"/>
                </a:cubicBezTo>
                <a:cubicBezTo>
                  <a:pt x="347756" y="81644"/>
                  <a:pt x="349008" y="80760"/>
                  <a:pt x="349931" y="80018"/>
                </a:cubicBezTo>
                <a:lnTo>
                  <a:pt x="350590" y="80018"/>
                </a:lnTo>
                <a:lnTo>
                  <a:pt x="350590" y="93662"/>
                </a:lnTo>
                <a:close/>
                <a:moveTo>
                  <a:pt x="404705" y="97562"/>
                </a:moveTo>
                <a:cubicBezTo>
                  <a:pt x="402376" y="98174"/>
                  <a:pt x="399839" y="98677"/>
                  <a:pt x="397092" y="99069"/>
                </a:cubicBezTo>
                <a:cubicBezTo>
                  <a:pt x="394346" y="99463"/>
                  <a:pt x="391896" y="99661"/>
                  <a:pt x="389743" y="99661"/>
                </a:cubicBezTo>
                <a:cubicBezTo>
                  <a:pt x="382229" y="99661"/>
                  <a:pt x="376516" y="97637"/>
                  <a:pt x="372605" y="93590"/>
                </a:cubicBezTo>
                <a:cubicBezTo>
                  <a:pt x="368695" y="89544"/>
                  <a:pt x="366739" y="83055"/>
                  <a:pt x="366739" y="74125"/>
                </a:cubicBezTo>
                <a:lnTo>
                  <a:pt x="366739" y="34934"/>
                </a:lnTo>
                <a:lnTo>
                  <a:pt x="358368" y="34934"/>
                </a:lnTo>
                <a:lnTo>
                  <a:pt x="358368" y="24520"/>
                </a:lnTo>
                <a:lnTo>
                  <a:pt x="366739" y="24520"/>
                </a:lnTo>
                <a:lnTo>
                  <a:pt x="366739" y="3296"/>
                </a:lnTo>
                <a:lnTo>
                  <a:pt x="379131" y="3296"/>
                </a:lnTo>
                <a:lnTo>
                  <a:pt x="379131" y="24520"/>
                </a:lnTo>
                <a:lnTo>
                  <a:pt x="404705" y="24520"/>
                </a:lnTo>
                <a:lnTo>
                  <a:pt x="404705" y="34934"/>
                </a:lnTo>
                <a:lnTo>
                  <a:pt x="379131" y="34934"/>
                </a:lnTo>
                <a:lnTo>
                  <a:pt x="379131" y="68566"/>
                </a:lnTo>
                <a:cubicBezTo>
                  <a:pt x="379131" y="72443"/>
                  <a:pt x="379219" y="75471"/>
                  <a:pt x="379394" y="77652"/>
                </a:cubicBezTo>
                <a:cubicBezTo>
                  <a:pt x="379570" y="79832"/>
                  <a:pt x="380185" y="81869"/>
                  <a:pt x="381240" y="83763"/>
                </a:cubicBezTo>
                <a:cubicBezTo>
                  <a:pt x="382207" y="85525"/>
                  <a:pt x="383536" y="86814"/>
                  <a:pt x="385228" y="87629"/>
                </a:cubicBezTo>
                <a:cubicBezTo>
                  <a:pt x="386920" y="88444"/>
                  <a:pt x="389501" y="88851"/>
                  <a:pt x="392973" y="88851"/>
                </a:cubicBezTo>
                <a:cubicBezTo>
                  <a:pt x="394994" y="88851"/>
                  <a:pt x="397103" y="88554"/>
                  <a:pt x="399300" y="87961"/>
                </a:cubicBezTo>
                <a:cubicBezTo>
                  <a:pt x="401497" y="87368"/>
                  <a:pt x="403079" y="86873"/>
                  <a:pt x="404046" y="86478"/>
                </a:cubicBezTo>
                <a:lnTo>
                  <a:pt x="404705" y="86478"/>
                </a:lnTo>
                <a:lnTo>
                  <a:pt x="404705" y="97562"/>
                </a:lnTo>
                <a:close/>
                <a:moveTo>
                  <a:pt x="476874" y="98210"/>
                </a:moveTo>
                <a:lnTo>
                  <a:pt x="464548" y="98210"/>
                </a:lnTo>
                <a:lnTo>
                  <a:pt x="464548" y="90420"/>
                </a:lnTo>
                <a:cubicBezTo>
                  <a:pt x="463450" y="91169"/>
                  <a:pt x="461967" y="92214"/>
                  <a:pt x="460099" y="93555"/>
                </a:cubicBezTo>
                <a:cubicBezTo>
                  <a:pt x="458232" y="94897"/>
                  <a:pt x="456419" y="95964"/>
                  <a:pt x="454661" y="96756"/>
                </a:cubicBezTo>
                <a:cubicBezTo>
                  <a:pt x="452596" y="97768"/>
                  <a:pt x="450223" y="98615"/>
                  <a:pt x="447543" y="99296"/>
                </a:cubicBezTo>
                <a:cubicBezTo>
                  <a:pt x="444862" y="99978"/>
                  <a:pt x="441720" y="100320"/>
                  <a:pt x="438117" y="100320"/>
                </a:cubicBezTo>
                <a:cubicBezTo>
                  <a:pt x="431482" y="100320"/>
                  <a:pt x="425857" y="98120"/>
                  <a:pt x="421244" y="93720"/>
                </a:cubicBezTo>
                <a:cubicBezTo>
                  <a:pt x="416630" y="89320"/>
                  <a:pt x="414323" y="83710"/>
                  <a:pt x="414323" y="76890"/>
                </a:cubicBezTo>
                <a:cubicBezTo>
                  <a:pt x="414323" y="71302"/>
                  <a:pt x="415520" y="66782"/>
                  <a:pt x="417915" y="63328"/>
                </a:cubicBezTo>
                <a:cubicBezTo>
                  <a:pt x="420310" y="59873"/>
                  <a:pt x="423726" y="57156"/>
                  <a:pt x="428164" y="55177"/>
                </a:cubicBezTo>
                <a:cubicBezTo>
                  <a:pt x="432646" y="53197"/>
                  <a:pt x="438029" y="51855"/>
                  <a:pt x="444313" y="51151"/>
                </a:cubicBezTo>
                <a:cubicBezTo>
                  <a:pt x="450597" y="50446"/>
                  <a:pt x="457342" y="49918"/>
                  <a:pt x="464548" y="49567"/>
                </a:cubicBezTo>
                <a:lnTo>
                  <a:pt x="464548" y="47639"/>
                </a:lnTo>
                <a:cubicBezTo>
                  <a:pt x="464548" y="44803"/>
                  <a:pt x="464054" y="42455"/>
                  <a:pt x="463065" y="40594"/>
                </a:cubicBezTo>
                <a:cubicBezTo>
                  <a:pt x="462077" y="38734"/>
                  <a:pt x="460660" y="37271"/>
                  <a:pt x="458814" y="36207"/>
                </a:cubicBezTo>
                <a:cubicBezTo>
                  <a:pt x="457056" y="35188"/>
                  <a:pt x="454947" y="34501"/>
                  <a:pt x="452486" y="34147"/>
                </a:cubicBezTo>
                <a:cubicBezTo>
                  <a:pt x="450026" y="33793"/>
                  <a:pt x="447455" y="33616"/>
                  <a:pt x="444774" y="33616"/>
                </a:cubicBezTo>
                <a:cubicBezTo>
                  <a:pt x="441523" y="33616"/>
                  <a:pt x="437898" y="34056"/>
                  <a:pt x="433899" y="34936"/>
                </a:cubicBezTo>
                <a:cubicBezTo>
                  <a:pt x="429900" y="35815"/>
                  <a:pt x="425770" y="37088"/>
                  <a:pt x="421507" y="38757"/>
                </a:cubicBezTo>
                <a:lnTo>
                  <a:pt x="420848" y="38757"/>
                </a:lnTo>
                <a:lnTo>
                  <a:pt x="420848" y="26167"/>
                </a:lnTo>
                <a:cubicBezTo>
                  <a:pt x="423265" y="25508"/>
                  <a:pt x="426758" y="24783"/>
                  <a:pt x="431328" y="23992"/>
                </a:cubicBezTo>
                <a:cubicBezTo>
                  <a:pt x="435898" y="23201"/>
                  <a:pt x="440402" y="22806"/>
                  <a:pt x="444840" y="22806"/>
                </a:cubicBezTo>
                <a:cubicBezTo>
                  <a:pt x="450026" y="22806"/>
                  <a:pt x="454541" y="23234"/>
                  <a:pt x="458386" y="24091"/>
                </a:cubicBezTo>
                <a:cubicBezTo>
                  <a:pt x="462230" y="24948"/>
                  <a:pt x="465559" y="26409"/>
                  <a:pt x="468371" y="28474"/>
                </a:cubicBezTo>
                <a:cubicBezTo>
                  <a:pt x="471140" y="30496"/>
                  <a:pt x="473249" y="33110"/>
                  <a:pt x="474699" y="36318"/>
                </a:cubicBezTo>
                <a:cubicBezTo>
                  <a:pt x="476149" y="39526"/>
                  <a:pt x="476874" y="43503"/>
                  <a:pt x="476874" y="48248"/>
                </a:cubicBezTo>
                <a:lnTo>
                  <a:pt x="476874" y="98210"/>
                </a:lnTo>
                <a:moveTo>
                  <a:pt x="464548" y="80177"/>
                </a:moveTo>
                <a:lnTo>
                  <a:pt x="464548" y="59585"/>
                </a:lnTo>
                <a:cubicBezTo>
                  <a:pt x="460769" y="59806"/>
                  <a:pt x="456320" y="60138"/>
                  <a:pt x="451201" y="60580"/>
                </a:cubicBezTo>
                <a:cubicBezTo>
                  <a:pt x="446082" y="61021"/>
                  <a:pt x="442028" y="61660"/>
                  <a:pt x="439040" y="62498"/>
                </a:cubicBezTo>
                <a:cubicBezTo>
                  <a:pt x="435481" y="63514"/>
                  <a:pt x="432603" y="65093"/>
                  <a:pt x="430405" y="67233"/>
                </a:cubicBezTo>
                <a:cubicBezTo>
                  <a:pt x="428208" y="69374"/>
                  <a:pt x="427110" y="72320"/>
                  <a:pt x="427110" y="76072"/>
                </a:cubicBezTo>
                <a:cubicBezTo>
                  <a:pt x="427110" y="80310"/>
                  <a:pt x="428384" y="83499"/>
                  <a:pt x="430933" y="85640"/>
                </a:cubicBezTo>
                <a:cubicBezTo>
                  <a:pt x="433481" y="87780"/>
                  <a:pt x="437370" y="88851"/>
                  <a:pt x="442599" y="88851"/>
                </a:cubicBezTo>
                <a:cubicBezTo>
                  <a:pt x="446950" y="88851"/>
                  <a:pt x="450926" y="88001"/>
                  <a:pt x="454530" y="86303"/>
                </a:cubicBezTo>
                <a:cubicBezTo>
                  <a:pt x="458133" y="84603"/>
                  <a:pt x="461472" y="82561"/>
                  <a:pt x="464548" y="801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10C2C2-9D17-4FFF-9169-27DAAFB20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8" y="2883535"/>
            <a:ext cx="1324926" cy="156817"/>
          </a:xfrm>
          <a:custGeom xmlns:a="http://schemas.openxmlformats.org/drawingml/2006/main">
            <a:pathLst>
              <a:path w="1324926" h="156817">
                <a:moveTo>
                  <a:pt x="0" y="0"/>
                </a:moveTo>
                <a:lnTo>
                  <a:pt x="1324926" y="0"/>
                </a:lnTo>
                <a:lnTo>
                  <a:pt x="1324926" y="156817"/>
                </a:lnTo>
                <a:lnTo>
                  <a:pt x="0" y="1568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5B25C-0E88-49E4-8EF6-7C962910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47" y="2883538"/>
            <a:ext cx="1324927" cy="156815"/>
          </a:xfrm>
          <a:custGeom xmlns:a="http://schemas.openxmlformats.org/drawingml/2006/main">
            <a:pathLst>
              <a:path w="1324927" h="156815" fill="none">
                <a:moveTo>
                  <a:pt x="0" y="0"/>
                </a:moveTo>
                <a:lnTo>
                  <a:pt x="1324927" y="0"/>
                </a:lnTo>
                <a:lnTo>
                  <a:pt x="1324927" y="156815"/>
                </a:lnTo>
                <a:lnTo>
                  <a:pt x="0" y="1568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8" name="Text Arachnida">
            <a:extLst xmlns:a="http://schemas.openxmlformats.org/drawingml/2006/main">
              <a:ext uri="{FF2B5EF4-FFF2-40B4-BE49-F238E27FC236}">
                <a16:creationId xmlns:a16="http://schemas.microsoft.com/office/drawing/2014/main" id="{844EAD53-DB0F-4B2C-8832-AA7CAAD4B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702" y="2928064"/>
            <a:ext cx="447627" cy="70885"/>
          </a:xfrm>
          <a:custGeom xmlns:a="http://schemas.openxmlformats.org/drawingml/2006/main">
            <a:pathLst>
              <a:path w="447627" h="70885">
                <a:moveTo>
                  <a:pt x="60172" y="69456"/>
                </a:moveTo>
                <a:lnTo>
                  <a:pt x="50753" y="69456"/>
                </a:lnTo>
                <a:lnTo>
                  <a:pt x="44236" y="50976"/>
                </a:lnTo>
                <a:lnTo>
                  <a:pt x="15489" y="50976"/>
                </a:lnTo>
                <a:lnTo>
                  <a:pt x="8972" y="69456"/>
                </a:lnTo>
                <a:lnTo>
                  <a:pt x="0" y="69456"/>
                </a:lnTo>
                <a:lnTo>
                  <a:pt x="24194" y="2946"/>
                </a:lnTo>
                <a:lnTo>
                  <a:pt x="35978" y="2946"/>
                </a:lnTo>
                <a:lnTo>
                  <a:pt x="60172" y="69456"/>
                </a:lnTo>
                <a:moveTo>
                  <a:pt x="41513" y="43299"/>
                </a:moveTo>
                <a:lnTo>
                  <a:pt x="29863" y="10674"/>
                </a:lnTo>
                <a:lnTo>
                  <a:pt x="18168" y="43299"/>
                </a:lnTo>
                <a:lnTo>
                  <a:pt x="41513" y="43299"/>
                </a:lnTo>
                <a:close/>
                <a:moveTo>
                  <a:pt x="100703" y="28657"/>
                </a:moveTo>
                <a:lnTo>
                  <a:pt x="100257" y="28657"/>
                </a:lnTo>
                <a:cubicBezTo>
                  <a:pt x="99007" y="28376"/>
                  <a:pt x="97794" y="28172"/>
                  <a:pt x="96619" y="28045"/>
                </a:cubicBezTo>
                <a:cubicBezTo>
                  <a:pt x="95444" y="27918"/>
                  <a:pt x="94052" y="27854"/>
                  <a:pt x="92445" y="27854"/>
                </a:cubicBezTo>
                <a:cubicBezTo>
                  <a:pt x="89856" y="27854"/>
                  <a:pt x="87357" y="28428"/>
                  <a:pt x="84946" y="29575"/>
                </a:cubicBezTo>
                <a:cubicBezTo>
                  <a:pt x="82536" y="30722"/>
                  <a:pt x="80215" y="32204"/>
                  <a:pt x="77983" y="34021"/>
                </a:cubicBezTo>
                <a:lnTo>
                  <a:pt x="77983" y="69456"/>
                </a:lnTo>
                <a:lnTo>
                  <a:pt x="69591" y="69456"/>
                </a:lnTo>
                <a:lnTo>
                  <a:pt x="69591" y="19551"/>
                </a:lnTo>
                <a:lnTo>
                  <a:pt x="77983" y="19551"/>
                </a:lnTo>
                <a:lnTo>
                  <a:pt x="77983" y="26924"/>
                </a:lnTo>
                <a:cubicBezTo>
                  <a:pt x="81316" y="24242"/>
                  <a:pt x="84254" y="22344"/>
                  <a:pt x="86799" y="21227"/>
                </a:cubicBezTo>
                <a:cubicBezTo>
                  <a:pt x="89343" y="20110"/>
                  <a:pt x="91939" y="19551"/>
                  <a:pt x="94588" y="19551"/>
                </a:cubicBezTo>
                <a:cubicBezTo>
                  <a:pt x="96046" y="19551"/>
                  <a:pt x="97103" y="19589"/>
                  <a:pt x="97757" y="19663"/>
                </a:cubicBezTo>
                <a:cubicBezTo>
                  <a:pt x="98412" y="19736"/>
                  <a:pt x="99394" y="19877"/>
                  <a:pt x="100703" y="20084"/>
                </a:cubicBezTo>
                <a:lnTo>
                  <a:pt x="100703" y="28657"/>
                </a:lnTo>
                <a:close/>
                <a:moveTo>
                  <a:pt x="147349" y="69456"/>
                </a:moveTo>
                <a:lnTo>
                  <a:pt x="139002" y="69456"/>
                </a:lnTo>
                <a:lnTo>
                  <a:pt x="139002" y="64181"/>
                </a:lnTo>
                <a:cubicBezTo>
                  <a:pt x="138258" y="64688"/>
                  <a:pt x="137254" y="65395"/>
                  <a:pt x="135989" y="66304"/>
                </a:cubicBezTo>
                <a:cubicBezTo>
                  <a:pt x="134724" y="67212"/>
                  <a:pt x="133497" y="67935"/>
                  <a:pt x="132306" y="68472"/>
                </a:cubicBezTo>
                <a:cubicBezTo>
                  <a:pt x="130908" y="69157"/>
                  <a:pt x="129301" y="69730"/>
                  <a:pt x="127485" y="70191"/>
                </a:cubicBezTo>
                <a:cubicBezTo>
                  <a:pt x="125670" y="70654"/>
                  <a:pt x="123542" y="70885"/>
                  <a:pt x="121102" y="70885"/>
                </a:cubicBezTo>
                <a:cubicBezTo>
                  <a:pt x="116609" y="70885"/>
                  <a:pt x="112800" y="69395"/>
                  <a:pt x="109675" y="66415"/>
                </a:cubicBezTo>
                <a:cubicBezTo>
                  <a:pt x="106550" y="63436"/>
                  <a:pt x="104988" y="59637"/>
                  <a:pt x="104988" y="55017"/>
                </a:cubicBezTo>
                <a:cubicBezTo>
                  <a:pt x="104988" y="51233"/>
                  <a:pt x="105799" y="48172"/>
                  <a:pt x="107421" y="45833"/>
                </a:cubicBezTo>
                <a:cubicBezTo>
                  <a:pt x="109042" y="43493"/>
                  <a:pt x="111356" y="41654"/>
                  <a:pt x="114362" y="40313"/>
                </a:cubicBezTo>
                <a:cubicBezTo>
                  <a:pt x="117397" y="38972"/>
                  <a:pt x="121043" y="38063"/>
                  <a:pt x="125298" y="37586"/>
                </a:cubicBezTo>
                <a:cubicBezTo>
                  <a:pt x="129554" y="37109"/>
                  <a:pt x="134121" y="36752"/>
                  <a:pt x="139002" y="36514"/>
                </a:cubicBezTo>
                <a:lnTo>
                  <a:pt x="139002" y="35208"/>
                </a:lnTo>
                <a:cubicBezTo>
                  <a:pt x="139002" y="33288"/>
                  <a:pt x="138667" y="31697"/>
                  <a:pt x="137998" y="30437"/>
                </a:cubicBezTo>
                <a:cubicBezTo>
                  <a:pt x="137328" y="29177"/>
                  <a:pt x="136368" y="28187"/>
                  <a:pt x="135118" y="27466"/>
                </a:cubicBezTo>
                <a:cubicBezTo>
                  <a:pt x="133928" y="26776"/>
                  <a:pt x="132500" y="26311"/>
                  <a:pt x="130833" y="26071"/>
                </a:cubicBezTo>
                <a:cubicBezTo>
                  <a:pt x="129167" y="25831"/>
                  <a:pt x="127426" y="25711"/>
                  <a:pt x="125611" y="25711"/>
                </a:cubicBezTo>
                <a:cubicBezTo>
                  <a:pt x="123408" y="25711"/>
                  <a:pt x="120953" y="26009"/>
                  <a:pt x="118245" y="26605"/>
                </a:cubicBezTo>
                <a:cubicBezTo>
                  <a:pt x="115537" y="27201"/>
                  <a:pt x="112740" y="28063"/>
                  <a:pt x="109853" y="29193"/>
                </a:cubicBezTo>
                <a:lnTo>
                  <a:pt x="109407" y="29193"/>
                </a:lnTo>
                <a:lnTo>
                  <a:pt x="109407" y="20667"/>
                </a:lnTo>
                <a:cubicBezTo>
                  <a:pt x="111044" y="20221"/>
                  <a:pt x="113410" y="19730"/>
                  <a:pt x="116504" y="19194"/>
                </a:cubicBezTo>
                <a:cubicBezTo>
                  <a:pt x="119599" y="18659"/>
                  <a:pt x="122650" y="18391"/>
                  <a:pt x="125655" y="18391"/>
                </a:cubicBezTo>
                <a:cubicBezTo>
                  <a:pt x="129167" y="18391"/>
                  <a:pt x="132224" y="18681"/>
                  <a:pt x="134828" y="19261"/>
                </a:cubicBezTo>
                <a:cubicBezTo>
                  <a:pt x="137432" y="19841"/>
                  <a:pt x="139686" y="20831"/>
                  <a:pt x="141591" y="22230"/>
                </a:cubicBezTo>
                <a:cubicBezTo>
                  <a:pt x="143466" y="23598"/>
                  <a:pt x="144894" y="25369"/>
                  <a:pt x="145876" y="27541"/>
                </a:cubicBezTo>
                <a:cubicBezTo>
                  <a:pt x="146858" y="29714"/>
                  <a:pt x="147349" y="32407"/>
                  <a:pt x="147349" y="35621"/>
                </a:cubicBezTo>
                <a:lnTo>
                  <a:pt x="147349" y="69456"/>
                </a:lnTo>
                <a:moveTo>
                  <a:pt x="139002" y="57244"/>
                </a:moveTo>
                <a:lnTo>
                  <a:pt x="139002" y="43299"/>
                </a:lnTo>
                <a:cubicBezTo>
                  <a:pt x="136443" y="43448"/>
                  <a:pt x="133430" y="43673"/>
                  <a:pt x="129963" y="43972"/>
                </a:cubicBezTo>
                <a:cubicBezTo>
                  <a:pt x="126496" y="44271"/>
                  <a:pt x="123751" y="44704"/>
                  <a:pt x="121727" y="45271"/>
                </a:cubicBezTo>
                <a:cubicBezTo>
                  <a:pt x="119317" y="45959"/>
                  <a:pt x="117367" y="47028"/>
                  <a:pt x="115880" y="48478"/>
                </a:cubicBezTo>
                <a:cubicBezTo>
                  <a:pt x="114392" y="49928"/>
                  <a:pt x="113648" y="51923"/>
                  <a:pt x="113648" y="54464"/>
                </a:cubicBezTo>
                <a:cubicBezTo>
                  <a:pt x="113648" y="57333"/>
                  <a:pt x="114511" y="59493"/>
                  <a:pt x="116237" y="60943"/>
                </a:cubicBezTo>
                <a:cubicBezTo>
                  <a:pt x="117963" y="62393"/>
                  <a:pt x="120596" y="63118"/>
                  <a:pt x="124137" y="63118"/>
                </a:cubicBezTo>
                <a:cubicBezTo>
                  <a:pt x="127084" y="63118"/>
                  <a:pt x="129777" y="62543"/>
                  <a:pt x="132217" y="61392"/>
                </a:cubicBezTo>
                <a:cubicBezTo>
                  <a:pt x="134657" y="60241"/>
                  <a:pt x="136919" y="58858"/>
                  <a:pt x="139002" y="57244"/>
                </a:cubicBezTo>
                <a:close/>
                <a:moveTo>
                  <a:pt x="200379" y="66376"/>
                </a:moveTo>
                <a:cubicBezTo>
                  <a:pt x="197581" y="67715"/>
                  <a:pt x="194926" y="68757"/>
                  <a:pt x="192411" y="69501"/>
                </a:cubicBezTo>
                <a:cubicBezTo>
                  <a:pt x="189896" y="70245"/>
                  <a:pt x="187226" y="70617"/>
                  <a:pt x="184398" y="70617"/>
                </a:cubicBezTo>
                <a:cubicBezTo>
                  <a:pt x="180798" y="70617"/>
                  <a:pt x="177494" y="70088"/>
                  <a:pt x="174489" y="69030"/>
                </a:cubicBezTo>
                <a:cubicBezTo>
                  <a:pt x="171483" y="67971"/>
                  <a:pt x="168909" y="66369"/>
                  <a:pt x="166767" y="64223"/>
                </a:cubicBezTo>
                <a:cubicBezTo>
                  <a:pt x="164594" y="62076"/>
                  <a:pt x="162913" y="59364"/>
                  <a:pt x="161722" y="56085"/>
                </a:cubicBezTo>
                <a:cubicBezTo>
                  <a:pt x="160532" y="52806"/>
                  <a:pt x="159937" y="48975"/>
                  <a:pt x="159937" y="44593"/>
                </a:cubicBezTo>
                <a:cubicBezTo>
                  <a:pt x="159937" y="36425"/>
                  <a:pt x="162176" y="30017"/>
                  <a:pt x="166655" y="25367"/>
                </a:cubicBezTo>
                <a:cubicBezTo>
                  <a:pt x="171134" y="20716"/>
                  <a:pt x="177048" y="18391"/>
                  <a:pt x="184398" y="18391"/>
                </a:cubicBezTo>
                <a:cubicBezTo>
                  <a:pt x="187255" y="18391"/>
                  <a:pt x="190060" y="18792"/>
                  <a:pt x="192813" y="19596"/>
                </a:cubicBezTo>
                <a:cubicBezTo>
                  <a:pt x="195565" y="20399"/>
                  <a:pt x="198087" y="21381"/>
                  <a:pt x="200379" y="22542"/>
                </a:cubicBezTo>
                <a:lnTo>
                  <a:pt x="200379" y="31871"/>
                </a:lnTo>
                <a:lnTo>
                  <a:pt x="199932" y="31871"/>
                </a:lnTo>
                <a:cubicBezTo>
                  <a:pt x="197373" y="29891"/>
                  <a:pt x="194732" y="28370"/>
                  <a:pt x="192009" y="27307"/>
                </a:cubicBezTo>
                <a:cubicBezTo>
                  <a:pt x="189286" y="26243"/>
                  <a:pt x="186630" y="25711"/>
                  <a:pt x="184041" y="25711"/>
                </a:cubicBezTo>
                <a:cubicBezTo>
                  <a:pt x="179280" y="25711"/>
                  <a:pt x="175523" y="27311"/>
                  <a:pt x="172770" y="30510"/>
                </a:cubicBezTo>
                <a:cubicBezTo>
                  <a:pt x="170018" y="33709"/>
                  <a:pt x="168641" y="38403"/>
                  <a:pt x="168641" y="44593"/>
                </a:cubicBezTo>
                <a:cubicBezTo>
                  <a:pt x="168641" y="50604"/>
                  <a:pt x="169988" y="55224"/>
                  <a:pt x="172681" y="58453"/>
                </a:cubicBezTo>
                <a:cubicBezTo>
                  <a:pt x="175374" y="61682"/>
                  <a:pt x="179161" y="63296"/>
                  <a:pt x="184041" y="63296"/>
                </a:cubicBezTo>
                <a:cubicBezTo>
                  <a:pt x="185738" y="63296"/>
                  <a:pt x="187464" y="63075"/>
                  <a:pt x="189219" y="62632"/>
                </a:cubicBezTo>
                <a:cubicBezTo>
                  <a:pt x="190975" y="62189"/>
                  <a:pt x="192552" y="61612"/>
                  <a:pt x="193951" y="60903"/>
                </a:cubicBezTo>
                <a:cubicBezTo>
                  <a:pt x="195171" y="60282"/>
                  <a:pt x="196317" y="59625"/>
                  <a:pt x="197388" y="58932"/>
                </a:cubicBezTo>
                <a:cubicBezTo>
                  <a:pt x="198459" y="58237"/>
                  <a:pt x="199307" y="57639"/>
                  <a:pt x="199932" y="57136"/>
                </a:cubicBezTo>
                <a:lnTo>
                  <a:pt x="200379" y="57136"/>
                </a:lnTo>
                <a:lnTo>
                  <a:pt x="200379" y="66376"/>
                </a:lnTo>
                <a:close/>
                <a:moveTo>
                  <a:pt x="252828" y="69456"/>
                </a:moveTo>
                <a:lnTo>
                  <a:pt x="244436" y="69456"/>
                </a:lnTo>
                <a:lnTo>
                  <a:pt x="244436" y="41037"/>
                </a:lnTo>
                <a:cubicBezTo>
                  <a:pt x="244436" y="38743"/>
                  <a:pt x="244302" y="36591"/>
                  <a:pt x="244034" y="34580"/>
                </a:cubicBezTo>
                <a:cubicBezTo>
                  <a:pt x="243767" y="32570"/>
                  <a:pt x="243276" y="30999"/>
                  <a:pt x="242561" y="29867"/>
                </a:cubicBezTo>
                <a:cubicBezTo>
                  <a:pt x="241817" y="28615"/>
                  <a:pt x="240746" y="27684"/>
                  <a:pt x="239347" y="27074"/>
                </a:cubicBezTo>
                <a:cubicBezTo>
                  <a:pt x="237949" y="26463"/>
                  <a:pt x="236134" y="26158"/>
                  <a:pt x="233902" y="26158"/>
                </a:cubicBezTo>
                <a:cubicBezTo>
                  <a:pt x="231610" y="26158"/>
                  <a:pt x="229215" y="26724"/>
                  <a:pt x="226715" y="27857"/>
                </a:cubicBezTo>
                <a:cubicBezTo>
                  <a:pt x="224215" y="28989"/>
                  <a:pt x="221820" y="30433"/>
                  <a:pt x="219528" y="32189"/>
                </a:cubicBezTo>
                <a:lnTo>
                  <a:pt x="219528" y="69456"/>
                </a:lnTo>
                <a:lnTo>
                  <a:pt x="211136" y="69456"/>
                </a:lnTo>
                <a:lnTo>
                  <a:pt x="211136" y="0"/>
                </a:lnTo>
                <a:lnTo>
                  <a:pt x="219528" y="0"/>
                </a:lnTo>
                <a:lnTo>
                  <a:pt x="219528" y="25054"/>
                </a:lnTo>
                <a:cubicBezTo>
                  <a:pt x="222147" y="22878"/>
                  <a:pt x="224855" y="21179"/>
                  <a:pt x="227652" y="19957"/>
                </a:cubicBezTo>
                <a:cubicBezTo>
                  <a:pt x="230450" y="18734"/>
                  <a:pt x="233321" y="18123"/>
                  <a:pt x="236267" y="18123"/>
                </a:cubicBezTo>
                <a:cubicBezTo>
                  <a:pt x="241654" y="18123"/>
                  <a:pt x="245760" y="19748"/>
                  <a:pt x="248587" y="22997"/>
                </a:cubicBezTo>
                <a:cubicBezTo>
                  <a:pt x="251415" y="26246"/>
                  <a:pt x="252828" y="30927"/>
                  <a:pt x="252828" y="37038"/>
                </a:cubicBezTo>
                <a:lnTo>
                  <a:pt x="252828" y="69456"/>
                </a:lnTo>
                <a:close/>
                <a:moveTo>
                  <a:pt x="310679" y="69456"/>
                </a:moveTo>
                <a:lnTo>
                  <a:pt x="302287" y="69456"/>
                </a:lnTo>
                <a:lnTo>
                  <a:pt x="302287" y="41037"/>
                </a:lnTo>
                <a:cubicBezTo>
                  <a:pt x="302287" y="38743"/>
                  <a:pt x="302153" y="36591"/>
                  <a:pt x="301885" y="34580"/>
                </a:cubicBezTo>
                <a:cubicBezTo>
                  <a:pt x="301617" y="32570"/>
                  <a:pt x="301126" y="30999"/>
                  <a:pt x="300412" y="29867"/>
                </a:cubicBezTo>
                <a:cubicBezTo>
                  <a:pt x="299668" y="28615"/>
                  <a:pt x="298597" y="27684"/>
                  <a:pt x="297198" y="27074"/>
                </a:cubicBezTo>
                <a:cubicBezTo>
                  <a:pt x="295799" y="26463"/>
                  <a:pt x="293984" y="26158"/>
                  <a:pt x="291752" y="26158"/>
                </a:cubicBezTo>
                <a:cubicBezTo>
                  <a:pt x="289461" y="26158"/>
                  <a:pt x="287065" y="26724"/>
                  <a:pt x="284565" y="27857"/>
                </a:cubicBezTo>
                <a:cubicBezTo>
                  <a:pt x="282066" y="28989"/>
                  <a:pt x="279670" y="30433"/>
                  <a:pt x="277379" y="32189"/>
                </a:cubicBezTo>
                <a:lnTo>
                  <a:pt x="277379" y="69456"/>
                </a:lnTo>
                <a:lnTo>
                  <a:pt x="268987" y="69456"/>
                </a:lnTo>
                <a:lnTo>
                  <a:pt x="268987" y="19551"/>
                </a:lnTo>
                <a:lnTo>
                  <a:pt x="277379" y="19551"/>
                </a:lnTo>
                <a:lnTo>
                  <a:pt x="277379" y="25054"/>
                </a:lnTo>
                <a:cubicBezTo>
                  <a:pt x="279998" y="22878"/>
                  <a:pt x="282706" y="21179"/>
                  <a:pt x="285503" y="19957"/>
                </a:cubicBezTo>
                <a:cubicBezTo>
                  <a:pt x="288300" y="18734"/>
                  <a:pt x="291172" y="18123"/>
                  <a:pt x="294118" y="18123"/>
                </a:cubicBezTo>
                <a:cubicBezTo>
                  <a:pt x="299504" y="18123"/>
                  <a:pt x="303611" y="19748"/>
                  <a:pt x="306438" y="22997"/>
                </a:cubicBezTo>
                <a:cubicBezTo>
                  <a:pt x="309265" y="26246"/>
                  <a:pt x="310679" y="30927"/>
                  <a:pt x="310679" y="37038"/>
                </a:cubicBezTo>
                <a:lnTo>
                  <a:pt x="310679" y="69456"/>
                </a:lnTo>
                <a:close/>
                <a:moveTo>
                  <a:pt x="335854" y="11249"/>
                </a:moveTo>
                <a:lnTo>
                  <a:pt x="326391" y="11249"/>
                </a:lnTo>
                <a:lnTo>
                  <a:pt x="326391" y="2500"/>
                </a:lnTo>
                <a:lnTo>
                  <a:pt x="335854" y="2500"/>
                </a:lnTo>
                <a:lnTo>
                  <a:pt x="335854" y="11249"/>
                </a:lnTo>
                <a:moveTo>
                  <a:pt x="335319" y="69456"/>
                </a:moveTo>
                <a:lnTo>
                  <a:pt x="326927" y="69456"/>
                </a:lnTo>
                <a:lnTo>
                  <a:pt x="326927" y="19551"/>
                </a:lnTo>
                <a:lnTo>
                  <a:pt x="335319" y="19551"/>
                </a:lnTo>
                <a:lnTo>
                  <a:pt x="335319" y="69456"/>
                </a:lnTo>
                <a:close/>
                <a:moveTo>
                  <a:pt x="392366" y="69456"/>
                </a:moveTo>
                <a:lnTo>
                  <a:pt x="383974" y="69456"/>
                </a:lnTo>
                <a:lnTo>
                  <a:pt x="383974" y="64262"/>
                </a:lnTo>
                <a:cubicBezTo>
                  <a:pt x="381563" y="66350"/>
                  <a:pt x="379049" y="67976"/>
                  <a:pt x="376430" y="69140"/>
                </a:cubicBezTo>
                <a:cubicBezTo>
                  <a:pt x="373811" y="70303"/>
                  <a:pt x="370969" y="70885"/>
                  <a:pt x="367904" y="70885"/>
                </a:cubicBezTo>
                <a:cubicBezTo>
                  <a:pt x="361952" y="70885"/>
                  <a:pt x="357228" y="68588"/>
                  <a:pt x="353732" y="63994"/>
                </a:cubicBezTo>
                <a:cubicBezTo>
                  <a:pt x="350235" y="59399"/>
                  <a:pt x="348487" y="53029"/>
                  <a:pt x="348487" y="44885"/>
                </a:cubicBezTo>
                <a:cubicBezTo>
                  <a:pt x="348487" y="40648"/>
                  <a:pt x="349089" y="36874"/>
                  <a:pt x="350294" y="33562"/>
                </a:cubicBezTo>
                <a:cubicBezTo>
                  <a:pt x="351500" y="30250"/>
                  <a:pt x="353129" y="27431"/>
                  <a:pt x="355182" y="25105"/>
                </a:cubicBezTo>
                <a:cubicBezTo>
                  <a:pt x="357206" y="22837"/>
                  <a:pt x="359564" y="21107"/>
                  <a:pt x="362257" y="19914"/>
                </a:cubicBezTo>
                <a:cubicBezTo>
                  <a:pt x="364951" y="18720"/>
                  <a:pt x="367740" y="18123"/>
                  <a:pt x="370627" y="18123"/>
                </a:cubicBezTo>
                <a:cubicBezTo>
                  <a:pt x="373246" y="18123"/>
                  <a:pt x="375567" y="18399"/>
                  <a:pt x="377590" y="18952"/>
                </a:cubicBezTo>
                <a:cubicBezTo>
                  <a:pt x="379614" y="19503"/>
                  <a:pt x="381742" y="20360"/>
                  <a:pt x="383974" y="21524"/>
                </a:cubicBezTo>
                <a:lnTo>
                  <a:pt x="383974" y="0"/>
                </a:lnTo>
                <a:lnTo>
                  <a:pt x="392366" y="0"/>
                </a:lnTo>
                <a:lnTo>
                  <a:pt x="392366" y="69456"/>
                </a:lnTo>
                <a:moveTo>
                  <a:pt x="383974" y="57181"/>
                </a:moveTo>
                <a:lnTo>
                  <a:pt x="383974" y="28568"/>
                </a:lnTo>
                <a:cubicBezTo>
                  <a:pt x="381712" y="27556"/>
                  <a:pt x="379688" y="26857"/>
                  <a:pt x="377903" y="26470"/>
                </a:cubicBezTo>
                <a:cubicBezTo>
                  <a:pt x="376117" y="26083"/>
                  <a:pt x="374168" y="25890"/>
                  <a:pt x="372055" y="25890"/>
                </a:cubicBezTo>
                <a:cubicBezTo>
                  <a:pt x="367354" y="25890"/>
                  <a:pt x="363693" y="27527"/>
                  <a:pt x="361074" y="30800"/>
                </a:cubicBezTo>
                <a:cubicBezTo>
                  <a:pt x="358456" y="34073"/>
                  <a:pt x="357146" y="38716"/>
                  <a:pt x="357146" y="44727"/>
                </a:cubicBezTo>
                <a:cubicBezTo>
                  <a:pt x="357146" y="50649"/>
                  <a:pt x="358158" y="55150"/>
                  <a:pt x="360182" y="58230"/>
                </a:cubicBezTo>
                <a:cubicBezTo>
                  <a:pt x="362205" y="61310"/>
                  <a:pt x="365449" y="62850"/>
                  <a:pt x="369913" y="62850"/>
                </a:cubicBezTo>
                <a:cubicBezTo>
                  <a:pt x="372293" y="62850"/>
                  <a:pt x="374704" y="62322"/>
                  <a:pt x="377144" y="61265"/>
                </a:cubicBezTo>
                <a:cubicBezTo>
                  <a:pt x="379584" y="60209"/>
                  <a:pt x="381861" y="58847"/>
                  <a:pt x="383974" y="57181"/>
                </a:cubicBezTo>
                <a:close/>
                <a:moveTo>
                  <a:pt x="447627" y="69456"/>
                </a:moveTo>
                <a:lnTo>
                  <a:pt x="439280" y="69456"/>
                </a:lnTo>
                <a:lnTo>
                  <a:pt x="439280" y="64181"/>
                </a:lnTo>
                <a:cubicBezTo>
                  <a:pt x="438536" y="64688"/>
                  <a:pt x="437531" y="65395"/>
                  <a:pt x="436267" y="66304"/>
                </a:cubicBezTo>
                <a:cubicBezTo>
                  <a:pt x="435002" y="67212"/>
                  <a:pt x="433774" y="67935"/>
                  <a:pt x="432584" y="68472"/>
                </a:cubicBezTo>
                <a:cubicBezTo>
                  <a:pt x="431185" y="69157"/>
                  <a:pt x="429579" y="69730"/>
                  <a:pt x="427763" y="70191"/>
                </a:cubicBezTo>
                <a:cubicBezTo>
                  <a:pt x="425948" y="70654"/>
                  <a:pt x="423820" y="70885"/>
                  <a:pt x="421380" y="70885"/>
                </a:cubicBezTo>
                <a:cubicBezTo>
                  <a:pt x="416886" y="70885"/>
                  <a:pt x="413077" y="69395"/>
                  <a:pt x="409953" y="66415"/>
                </a:cubicBezTo>
                <a:cubicBezTo>
                  <a:pt x="406828" y="63436"/>
                  <a:pt x="405266" y="59637"/>
                  <a:pt x="405266" y="55017"/>
                </a:cubicBezTo>
                <a:cubicBezTo>
                  <a:pt x="405266" y="51233"/>
                  <a:pt x="406077" y="48172"/>
                  <a:pt x="407699" y="45833"/>
                </a:cubicBezTo>
                <a:cubicBezTo>
                  <a:pt x="409320" y="43493"/>
                  <a:pt x="411634" y="41654"/>
                  <a:pt x="414640" y="40313"/>
                </a:cubicBezTo>
                <a:cubicBezTo>
                  <a:pt x="417675" y="38972"/>
                  <a:pt x="421321" y="38063"/>
                  <a:pt x="425576" y="37586"/>
                </a:cubicBezTo>
                <a:cubicBezTo>
                  <a:pt x="429831" y="37109"/>
                  <a:pt x="434399" y="36752"/>
                  <a:pt x="439280" y="36514"/>
                </a:cubicBezTo>
                <a:lnTo>
                  <a:pt x="439280" y="35208"/>
                </a:lnTo>
                <a:cubicBezTo>
                  <a:pt x="439280" y="33288"/>
                  <a:pt x="438945" y="31697"/>
                  <a:pt x="438275" y="30437"/>
                </a:cubicBezTo>
                <a:cubicBezTo>
                  <a:pt x="437606" y="29177"/>
                  <a:pt x="436646" y="28187"/>
                  <a:pt x="435396" y="27466"/>
                </a:cubicBezTo>
                <a:cubicBezTo>
                  <a:pt x="434206" y="26776"/>
                  <a:pt x="432778" y="26311"/>
                  <a:pt x="431111" y="26071"/>
                </a:cubicBezTo>
                <a:cubicBezTo>
                  <a:pt x="429445" y="25831"/>
                  <a:pt x="427704" y="25711"/>
                  <a:pt x="425888" y="25711"/>
                </a:cubicBezTo>
                <a:cubicBezTo>
                  <a:pt x="423686" y="25711"/>
                  <a:pt x="421231" y="26009"/>
                  <a:pt x="418523" y="26605"/>
                </a:cubicBezTo>
                <a:cubicBezTo>
                  <a:pt x="415815" y="27201"/>
                  <a:pt x="413018" y="28063"/>
                  <a:pt x="410131" y="29193"/>
                </a:cubicBezTo>
                <a:lnTo>
                  <a:pt x="409685" y="29193"/>
                </a:lnTo>
                <a:lnTo>
                  <a:pt x="409685" y="20667"/>
                </a:lnTo>
                <a:cubicBezTo>
                  <a:pt x="411322" y="20221"/>
                  <a:pt x="413687" y="19730"/>
                  <a:pt x="416782" y="19194"/>
                </a:cubicBezTo>
                <a:cubicBezTo>
                  <a:pt x="419877" y="18659"/>
                  <a:pt x="422927" y="18391"/>
                  <a:pt x="425933" y="18391"/>
                </a:cubicBezTo>
                <a:cubicBezTo>
                  <a:pt x="429445" y="18391"/>
                  <a:pt x="432502" y="18681"/>
                  <a:pt x="435106" y="19261"/>
                </a:cubicBezTo>
                <a:cubicBezTo>
                  <a:pt x="437710" y="19841"/>
                  <a:pt x="439964" y="20831"/>
                  <a:pt x="441869" y="22230"/>
                </a:cubicBezTo>
                <a:cubicBezTo>
                  <a:pt x="443744" y="23598"/>
                  <a:pt x="445172" y="25369"/>
                  <a:pt x="446154" y="27541"/>
                </a:cubicBezTo>
                <a:cubicBezTo>
                  <a:pt x="447136" y="29714"/>
                  <a:pt x="447627" y="32407"/>
                  <a:pt x="447627" y="35621"/>
                </a:cubicBezTo>
                <a:lnTo>
                  <a:pt x="447627" y="69456"/>
                </a:lnTo>
                <a:moveTo>
                  <a:pt x="439280" y="57244"/>
                </a:moveTo>
                <a:lnTo>
                  <a:pt x="439280" y="43299"/>
                </a:lnTo>
                <a:cubicBezTo>
                  <a:pt x="436721" y="43448"/>
                  <a:pt x="433707" y="43673"/>
                  <a:pt x="430241" y="43972"/>
                </a:cubicBezTo>
                <a:cubicBezTo>
                  <a:pt x="426774" y="44271"/>
                  <a:pt x="424029" y="44704"/>
                  <a:pt x="422005" y="45271"/>
                </a:cubicBezTo>
                <a:cubicBezTo>
                  <a:pt x="419595" y="45959"/>
                  <a:pt x="417645" y="47028"/>
                  <a:pt x="416157" y="48478"/>
                </a:cubicBezTo>
                <a:cubicBezTo>
                  <a:pt x="414669" y="49928"/>
                  <a:pt x="413926" y="51923"/>
                  <a:pt x="413926" y="54464"/>
                </a:cubicBezTo>
                <a:cubicBezTo>
                  <a:pt x="413926" y="57333"/>
                  <a:pt x="414789" y="59493"/>
                  <a:pt x="416515" y="60943"/>
                </a:cubicBezTo>
                <a:cubicBezTo>
                  <a:pt x="418241" y="62393"/>
                  <a:pt x="420874" y="63118"/>
                  <a:pt x="424415" y="63118"/>
                </a:cubicBezTo>
                <a:cubicBezTo>
                  <a:pt x="427361" y="63118"/>
                  <a:pt x="430055" y="62543"/>
                  <a:pt x="432495" y="61392"/>
                </a:cubicBezTo>
                <a:cubicBezTo>
                  <a:pt x="434935" y="60241"/>
                  <a:pt x="437197" y="58858"/>
                  <a:pt x="439280" y="5724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A5AB08-A672-4FD9-B0A6-98A8374A1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71" y="2883535"/>
            <a:ext cx="569791" cy="156817"/>
          </a:xfrm>
          <a:custGeom xmlns:a="http://schemas.openxmlformats.org/drawingml/2006/main">
            <a:pathLst>
              <a:path w="569791" h="156817">
                <a:moveTo>
                  <a:pt x="0" y="0"/>
                </a:moveTo>
                <a:lnTo>
                  <a:pt x="569791" y="0"/>
                </a:lnTo>
                <a:lnTo>
                  <a:pt x="569791" y="156817"/>
                </a:lnTo>
                <a:lnTo>
                  <a:pt x="0" y="1568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090F8-9ECF-462F-9C33-37C3F13AC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8472" y="2883538"/>
            <a:ext cx="569790" cy="156815"/>
          </a:xfrm>
          <a:custGeom xmlns:a="http://schemas.openxmlformats.org/drawingml/2006/main">
            <a:pathLst>
              <a:path w="569790" h="156815" fill="none">
                <a:moveTo>
                  <a:pt x="0" y="0"/>
                </a:moveTo>
                <a:lnTo>
                  <a:pt x="569790" y="0"/>
                </a:lnTo>
                <a:lnTo>
                  <a:pt x="569790" y="156815"/>
                </a:lnTo>
                <a:lnTo>
                  <a:pt x="0" y="1568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1" name="Text Malacostraca">
            <a:extLst xmlns:a="http://schemas.openxmlformats.org/drawingml/2006/main">
              <a:ext uri="{FF2B5EF4-FFF2-40B4-BE49-F238E27FC236}">
                <a16:creationId xmlns:a16="http://schemas.microsoft.com/office/drawing/2014/main" id="{8C638FAC-260F-48E1-968B-825FCAE8B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486" y="2922110"/>
            <a:ext cx="422240" cy="51753"/>
          </a:xfrm>
          <a:custGeom xmlns:a="http://schemas.openxmlformats.org/drawingml/2006/main">
            <a:pathLst>
              <a:path w="422240" h="51753">
                <a:moveTo>
                  <a:pt x="43215" y="50711"/>
                </a:moveTo>
                <a:lnTo>
                  <a:pt x="36762" y="50711"/>
                </a:lnTo>
                <a:lnTo>
                  <a:pt x="36762" y="8871"/>
                </a:lnTo>
                <a:lnTo>
                  <a:pt x="23269" y="37349"/>
                </a:lnTo>
                <a:lnTo>
                  <a:pt x="19424" y="37349"/>
                </a:lnTo>
                <a:lnTo>
                  <a:pt x="6029" y="8871"/>
                </a:lnTo>
                <a:lnTo>
                  <a:pt x="6029" y="50711"/>
                </a:lnTo>
                <a:lnTo>
                  <a:pt x="0" y="50711"/>
                </a:lnTo>
                <a:lnTo>
                  <a:pt x="0" y="2151"/>
                </a:lnTo>
                <a:lnTo>
                  <a:pt x="8799" y="2151"/>
                </a:lnTo>
                <a:lnTo>
                  <a:pt x="21738" y="29194"/>
                </a:lnTo>
                <a:lnTo>
                  <a:pt x="34252" y="2151"/>
                </a:lnTo>
                <a:lnTo>
                  <a:pt x="43215" y="2151"/>
                </a:lnTo>
                <a:lnTo>
                  <a:pt x="43215" y="50711"/>
                </a:lnTo>
                <a:close/>
                <a:moveTo>
                  <a:pt x="84050" y="50711"/>
                </a:moveTo>
                <a:lnTo>
                  <a:pt x="77956" y="50711"/>
                </a:lnTo>
                <a:lnTo>
                  <a:pt x="77956" y="46859"/>
                </a:lnTo>
                <a:cubicBezTo>
                  <a:pt x="77413" y="47229"/>
                  <a:pt x="76680" y="47746"/>
                  <a:pt x="75756" y="48409"/>
                </a:cubicBezTo>
                <a:cubicBezTo>
                  <a:pt x="74833" y="49072"/>
                  <a:pt x="73937" y="49600"/>
                  <a:pt x="73068" y="49992"/>
                </a:cubicBezTo>
                <a:cubicBezTo>
                  <a:pt x="72046" y="50492"/>
                  <a:pt x="70873" y="50911"/>
                  <a:pt x="69548" y="51247"/>
                </a:cubicBezTo>
                <a:cubicBezTo>
                  <a:pt x="68222" y="51585"/>
                  <a:pt x="66669" y="51753"/>
                  <a:pt x="64887" y="51753"/>
                </a:cubicBezTo>
                <a:cubicBezTo>
                  <a:pt x="61607" y="51753"/>
                  <a:pt x="58826" y="50666"/>
                  <a:pt x="56544" y="48490"/>
                </a:cubicBezTo>
                <a:cubicBezTo>
                  <a:pt x="54263" y="46315"/>
                  <a:pt x="53122" y="43541"/>
                  <a:pt x="53122" y="40169"/>
                </a:cubicBezTo>
                <a:cubicBezTo>
                  <a:pt x="53122" y="37406"/>
                  <a:pt x="53714" y="35171"/>
                  <a:pt x="54898" y="33463"/>
                </a:cubicBezTo>
                <a:cubicBezTo>
                  <a:pt x="56083" y="31755"/>
                  <a:pt x="57772" y="30412"/>
                  <a:pt x="59966" y="29433"/>
                </a:cubicBezTo>
                <a:cubicBezTo>
                  <a:pt x="62182" y="28454"/>
                  <a:pt x="64844" y="27790"/>
                  <a:pt x="67951" y="27442"/>
                </a:cubicBezTo>
                <a:cubicBezTo>
                  <a:pt x="71058" y="27094"/>
                  <a:pt x="74393" y="26833"/>
                  <a:pt x="77956" y="26659"/>
                </a:cubicBezTo>
                <a:lnTo>
                  <a:pt x="77956" y="25706"/>
                </a:lnTo>
                <a:cubicBezTo>
                  <a:pt x="77956" y="24304"/>
                  <a:pt x="77712" y="23143"/>
                  <a:pt x="77223" y="22223"/>
                </a:cubicBezTo>
                <a:cubicBezTo>
                  <a:pt x="76734" y="21303"/>
                  <a:pt x="76033" y="20579"/>
                  <a:pt x="75121" y="20053"/>
                </a:cubicBezTo>
                <a:cubicBezTo>
                  <a:pt x="74252" y="19549"/>
                  <a:pt x="73209" y="19210"/>
                  <a:pt x="71992" y="19035"/>
                </a:cubicBezTo>
                <a:cubicBezTo>
                  <a:pt x="70775" y="18860"/>
                  <a:pt x="69504" y="18772"/>
                  <a:pt x="68179" y="18772"/>
                </a:cubicBezTo>
                <a:cubicBezTo>
                  <a:pt x="66571" y="18772"/>
                  <a:pt x="64779" y="18990"/>
                  <a:pt x="62802" y="19425"/>
                </a:cubicBezTo>
                <a:cubicBezTo>
                  <a:pt x="60824" y="19859"/>
                  <a:pt x="58782" y="20489"/>
                  <a:pt x="56675" y="21314"/>
                </a:cubicBezTo>
                <a:lnTo>
                  <a:pt x="56349" y="21314"/>
                </a:lnTo>
                <a:lnTo>
                  <a:pt x="56349" y="15089"/>
                </a:lnTo>
                <a:cubicBezTo>
                  <a:pt x="57544" y="14763"/>
                  <a:pt x="59271" y="14405"/>
                  <a:pt x="61531" y="14014"/>
                </a:cubicBezTo>
                <a:cubicBezTo>
                  <a:pt x="63790" y="13623"/>
                  <a:pt x="66017" y="13427"/>
                  <a:pt x="68212" y="13427"/>
                </a:cubicBezTo>
                <a:cubicBezTo>
                  <a:pt x="70775" y="13427"/>
                  <a:pt x="73008" y="13639"/>
                  <a:pt x="74909" y="14063"/>
                </a:cubicBezTo>
                <a:cubicBezTo>
                  <a:pt x="76810" y="14486"/>
                  <a:pt x="78456" y="15209"/>
                  <a:pt x="79846" y="16230"/>
                </a:cubicBezTo>
                <a:cubicBezTo>
                  <a:pt x="81215" y="17229"/>
                  <a:pt x="82258" y="18522"/>
                  <a:pt x="82975" y="20108"/>
                </a:cubicBezTo>
                <a:cubicBezTo>
                  <a:pt x="83692" y="21694"/>
                  <a:pt x="84050" y="23661"/>
                  <a:pt x="84050" y="26007"/>
                </a:cubicBezTo>
                <a:lnTo>
                  <a:pt x="84050" y="50711"/>
                </a:lnTo>
                <a:moveTo>
                  <a:pt x="77956" y="41794"/>
                </a:moveTo>
                <a:lnTo>
                  <a:pt x="77956" y="31613"/>
                </a:lnTo>
                <a:cubicBezTo>
                  <a:pt x="76088" y="31722"/>
                  <a:pt x="73888" y="31886"/>
                  <a:pt x="71357" y="32105"/>
                </a:cubicBezTo>
                <a:cubicBezTo>
                  <a:pt x="68825" y="32322"/>
                  <a:pt x="66821" y="32639"/>
                  <a:pt x="65344" y="33053"/>
                </a:cubicBezTo>
                <a:cubicBezTo>
                  <a:pt x="63584" y="33555"/>
                  <a:pt x="62161" y="34336"/>
                  <a:pt x="61074" y="35394"/>
                </a:cubicBezTo>
                <a:cubicBezTo>
                  <a:pt x="59988" y="36453"/>
                  <a:pt x="59445" y="37909"/>
                  <a:pt x="59445" y="39764"/>
                </a:cubicBezTo>
                <a:cubicBezTo>
                  <a:pt x="59445" y="41860"/>
                  <a:pt x="60075" y="43436"/>
                  <a:pt x="61335" y="44495"/>
                </a:cubicBezTo>
                <a:cubicBezTo>
                  <a:pt x="62595" y="45553"/>
                  <a:pt x="64518" y="46083"/>
                  <a:pt x="67103" y="46083"/>
                </a:cubicBezTo>
                <a:cubicBezTo>
                  <a:pt x="69254" y="46083"/>
                  <a:pt x="71221" y="45663"/>
                  <a:pt x="73002" y="44823"/>
                </a:cubicBezTo>
                <a:cubicBezTo>
                  <a:pt x="74784" y="43982"/>
                  <a:pt x="76435" y="42973"/>
                  <a:pt x="77956" y="41794"/>
                </a:cubicBezTo>
                <a:close/>
                <a:moveTo>
                  <a:pt x="102041" y="50711"/>
                </a:moveTo>
                <a:lnTo>
                  <a:pt x="95914" y="50711"/>
                </a:lnTo>
                <a:lnTo>
                  <a:pt x="95914" y="0"/>
                </a:lnTo>
                <a:lnTo>
                  <a:pt x="102041" y="0"/>
                </a:lnTo>
                <a:lnTo>
                  <a:pt x="102041" y="50711"/>
                </a:lnTo>
                <a:close/>
                <a:moveTo>
                  <a:pt x="142452" y="50711"/>
                </a:moveTo>
                <a:lnTo>
                  <a:pt x="136358" y="50711"/>
                </a:lnTo>
                <a:lnTo>
                  <a:pt x="136358" y="46859"/>
                </a:lnTo>
                <a:cubicBezTo>
                  <a:pt x="135815" y="47229"/>
                  <a:pt x="135081" y="47746"/>
                  <a:pt x="134158" y="48409"/>
                </a:cubicBezTo>
                <a:cubicBezTo>
                  <a:pt x="133235" y="49072"/>
                  <a:pt x="132338" y="49600"/>
                  <a:pt x="131469" y="49992"/>
                </a:cubicBezTo>
                <a:cubicBezTo>
                  <a:pt x="130448" y="50492"/>
                  <a:pt x="129275" y="50911"/>
                  <a:pt x="127950" y="51247"/>
                </a:cubicBezTo>
                <a:cubicBezTo>
                  <a:pt x="126624" y="51585"/>
                  <a:pt x="125071" y="51753"/>
                  <a:pt x="123289" y="51753"/>
                </a:cubicBezTo>
                <a:cubicBezTo>
                  <a:pt x="120008" y="51753"/>
                  <a:pt x="117227" y="50666"/>
                  <a:pt x="114946" y="48490"/>
                </a:cubicBezTo>
                <a:cubicBezTo>
                  <a:pt x="112665" y="46315"/>
                  <a:pt x="111524" y="43541"/>
                  <a:pt x="111524" y="40169"/>
                </a:cubicBezTo>
                <a:cubicBezTo>
                  <a:pt x="111524" y="37406"/>
                  <a:pt x="112116" y="35171"/>
                  <a:pt x="113300" y="33463"/>
                </a:cubicBezTo>
                <a:cubicBezTo>
                  <a:pt x="114484" y="31755"/>
                  <a:pt x="116174" y="30412"/>
                  <a:pt x="118368" y="29433"/>
                </a:cubicBezTo>
                <a:cubicBezTo>
                  <a:pt x="120584" y="28454"/>
                  <a:pt x="123246" y="27790"/>
                  <a:pt x="126353" y="27442"/>
                </a:cubicBezTo>
                <a:cubicBezTo>
                  <a:pt x="129460" y="27094"/>
                  <a:pt x="132795" y="26833"/>
                  <a:pt x="136358" y="26659"/>
                </a:cubicBezTo>
                <a:lnTo>
                  <a:pt x="136358" y="25706"/>
                </a:lnTo>
                <a:cubicBezTo>
                  <a:pt x="136358" y="24304"/>
                  <a:pt x="136113" y="23143"/>
                  <a:pt x="135625" y="22223"/>
                </a:cubicBezTo>
                <a:cubicBezTo>
                  <a:pt x="135136" y="21303"/>
                  <a:pt x="134435" y="20579"/>
                  <a:pt x="133523" y="20053"/>
                </a:cubicBezTo>
                <a:cubicBezTo>
                  <a:pt x="132653" y="19549"/>
                  <a:pt x="131611" y="19210"/>
                  <a:pt x="130394" y="19035"/>
                </a:cubicBezTo>
                <a:cubicBezTo>
                  <a:pt x="129177" y="18860"/>
                  <a:pt x="127906" y="18772"/>
                  <a:pt x="126581" y="18772"/>
                </a:cubicBezTo>
                <a:cubicBezTo>
                  <a:pt x="124973" y="18772"/>
                  <a:pt x="123181" y="18990"/>
                  <a:pt x="121203" y="19425"/>
                </a:cubicBezTo>
                <a:cubicBezTo>
                  <a:pt x="119226" y="19859"/>
                  <a:pt x="117184" y="20489"/>
                  <a:pt x="115076" y="21314"/>
                </a:cubicBezTo>
                <a:lnTo>
                  <a:pt x="114751" y="21314"/>
                </a:lnTo>
                <a:lnTo>
                  <a:pt x="114751" y="15089"/>
                </a:lnTo>
                <a:cubicBezTo>
                  <a:pt x="115945" y="14763"/>
                  <a:pt x="117673" y="14405"/>
                  <a:pt x="119932" y="14014"/>
                </a:cubicBezTo>
                <a:cubicBezTo>
                  <a:pt x="122192" y="13623"/>
                  <a:pt x="124419" y="13427"/>
                  <a:pt x="126613" y="13427"/>
                </a:cubicBezTo>
                <a:cubicBezTo>
                  <a:pt x="129177" y="13427"/>
                  <a:pt x="131410" y="13639"/>
                  <a:pt x="133311" y="14063"/>
                </a:cubicBezTo>
                <a:cubicBezTo>
                  <a:pt x="135212" y="14486"/>
                  <a:pt x="136858" y="15209"/>
                  <a:pt x="138248" y="16230"/>
                </a:cubicBezTo>
                <a:cubicBezTo>
                  <a:pt x="139617" y="17229"/>
                  <a:pt x="140660" y="18522"/>
                  <a:pt x="141377" y="20108"/>
                </a:cubicBezTo>
                <a:cubicBezTo>
                  <a:pt x="142094" y="21694"/>
                  <a:pt x="142452" y="23661"/>
                  <a:pt x="142452" y="26007"/>
                </a:cubicBezTo>
                <a:lnTo>
                  <a:pt x="142452" y="50711"/>
                </a:lnTo>
                <a:moveTo>
                  <a:pt x="136358" y="41794"/>
                </a:moveTo>
                <a:lnTo>
                  <a:pt x="136358" y="31613"/>
                </a:lnTo>
                <a:cubicBezTo>
                  <a:pt x="134489" y="31722"/>
                  <a:pt x="132290" y="31886"/>
                  <a:pt x="129758" y="32105"/>
                </a:cubicBezTo>
                <a:cubicBezTo>
                  <a:pt x="127227" y="32322"/>
                  <a:pt x="125223" y="32639"/>
                  <a:pt x="123745" y="33053"/>
                </a:cubicBezTo>
                <a:cubicBezTo>
                  <a:pt x="121986" y="33555"/>
                  <a:pt x="120562" y="34336"/>
                  <a:pt x="119476" y="35394"/>
                </a:cubicBezTo>
                <a:cubicBezTo>
                  <a:pt x="118390" y="36453"/>
                  <a:pt x="117847" y="37909"/>
                  <a:pt x="117847" y="39764"/>
                </a:cubicBezTo>
                <a:cubicBezTo>
                  <a:pt x="117847" y="41860"/>
                  <a:pt x="118477" y="43436"/>
                  <a:pt x="119737" y="44495"/>
                </a:cubicBezTo>
                <a:cubicBezTo>
                  <a:pt x="120997" y="45553"/>
                  <a:pt x="122920" y="46083"/>
                  <a:pt x="125505" y="46083"/>
                </a:cubicBezTo>
                <a:cubicBezTo>
                  <a:pt x="127656" y="46083"/>
                  <a:pt x="129623" y="45663"/>
                  <a:pt x="131404" y="44823"/>
                </a:cubicBezTo>
                <a:cubicBezTo>
                  <a:pt x="133186" y="43982"/>
                  <a:pt x="134837" y="42973"/>
                  <a:pt x="136358" y="41794"/>
                </a:cubicBezTo>
                <a:close/>
                <a:moveTo>
                  <a:pt x="181170" y="48462"/>
                </a:moveTo>
                <a:cubicBezTo>
                  <a:pt x="179128" y="49440"/>
                  <a:pt x="177189" y="50200"/>
                  <a:pt x="175353" y="50743"/>
                </a:cubicBezTo>
                <a:cubicBezTo>
                  <a:pt x="173517" y="51286"/>
                  <a:pt x="171567" y="51558"/>
                  <a:pt x="169503" y="51558"/>
                </a:cubicBezTo>
                <a:cubicBezTo>
                  <a:pt x="166874" y="51558"/>
                  <a:pt x="164463" y="51172"/>
                  <a:pt x="162268" y="50399"/>
                </a:cubicBezTo>
                <a:cubicBezTo>
                  <a:pt x="160074" y="49626"/>
                  <a:pt x="158194" y="48456"/>
                  <a:pt x="156630" y="46889"/>
                </a:cubicBezTo>
                <a:cubicBezTo>
                  <a:pt x="155044" y="45322"/>
                  <a:pt x="153816" y="43342"/>
                  <a:pt x="152947" y="40948"/>
                </a:cubicBezTo>
                <a:cubicBezTo>
                  <a:pt x="152078" y="38554"/>
                  <a:pt x="151644" y="35757"/>
                  <a:pt x="151644" y="32558"/>
                </a:cubicBezTo>
                <a:cubicBezTo>
                  <a:pt x="151644" y="26594"/>
                  <a:pt x="153279" y="21915"/>
                  <a:pt x="156549" y="18520"/>
                </a:cubicBezTo>
                <a:cubicBezTo>
                  <a:pt x="159818" y="15125"/>
                  <a:pt x="164137" y="13427"/>
                  <a:pt x="169503" y="13427"/>
                </a:cubicBezTo>
                <a:cubicBezTo>
                  <a:pt x="171589" y="13427"/>
                  <a:pt x="173637" y="13721"/>
                  <a:pt x="175646" y="14307"/>
                </a:cubicBezTo>
                <a:cubicBezTo>
                  <a:pt x="177656" y="14894"/>
                  <a:pt x="179498" y="15611"/>
                  <a:pt x="181170" y="16458"/>
                </a:cubicBezTo>
                <a:lnTo>
                  <a:pt x="181170" y="23269"/>
                </a:lnTo>
                <a:lnTo>
                  <a:pt x="180845" y="23269"/>
                </a:lnTo>
                <a:cubicBezTo>
                  <a:pt x="178976" y="21824"/>
                  <a:pt x="177048" y="20713"/>
                  <a:pt x="175060" y="19937"/>
                </a:cubicBezTo>
                <a:cubicBezTo>
                  <a:pt x="173072" y="19160"/>
                  <a:pt x="171133" y="18772"/>
                  <a:pt x="169242" y="18772"/>
                </a:cubicBezTo>
                <a:cubicBezTo>
                  <a:pt x="165766" y="18772"/>
                  <a:pt x="163023" y="19940"/>
                  <a:pt x="161013" y="22275"/>
                </a:cubicBezTo>
                <a:cubicBezTo>
                  <a:pt x="159004" y="24611"/>
                  <a:pt x="157999" y="28039"/>
                  <a:pt x="157999" y="32558"/>
                </a:cubicBezTo>
                <a:cubicBezTo>
                  <a:pt x="157999" y="36947"/>
                  <a:pt x="158982" y="40320"/>
                  <a:pt x="160948" y="42677"/>
                </a:cubicBezTo>
                <a:cubicBezTo>
                  <a:pt x="162914" y="45034"/>
                  <a:pt x="165679" y="46213"/>
                  <a:pt x="169242" y="46213"/>
                </a:cubicBezTo>
                <a:cubicBezTo>
                  <a:pt x="170481" y="46213"/>
                  <a:pt x="171741" y="46051"/>
                  <a:pt x="173023" y="45728"/>
                </a:cubicBezTo>
                <a:cubicBezTo>
                  <a:pt x="174305" y="45404"/>
                  <a:pt x="175456" y="44983"/>
                  <a:pt x="176477" y="44465"/>
                </a:cubicBezTo>
                <a:cubicBezTo>
                  <a:pt x="177368" y="44013"/>
                  <a:pt x="178205" y="43533"/>
                  <a:pt x="178987" y="43026"/>
                </a:cubicBezTo>
                <a:cubicBezTo>
                  <a:pt x="179769" y="42519"/>
                  <a:pt x="180388" y="42082"/>
                  <a:pt x="180845" y="41716"/>
                </a:cubicBezTo>
                <a:lnTo>
                  <a:pt x="181170" y="41716"/>
                </a:lnTo>
                <a:lnTo>
                  <a:pt x="181170" y="48462"/>
                </a:lnTo>
                <a:close/>
                <a:moveTo>
                  <a:pt x="220050" y="32509"/>
                </a:moveTo>
                <a:cubicBezTo>
                  <a:pt x="220050" y="38455"/>
                  <a:pt x="218529" y="43149"/>
                  <a:pt x="215487" y="46591"/>
                </a:cubicBezTo>
                <a:cubicBezTo>
                  <a:pt x="212445" y="50033"/>
                  <a:pt x="208372" y="51753"/>
                  <a:pt x="203266" y="51753"/>
                </a:cubicBezTo>
                <a:cubicBezTo>
                  <a:pt x="198117" y="51753"/>
                  <a:pt x="194026" y="50033"/>
                  <a:pt x="190996" y="46591"/>
                </a:cubicBezTo>
                <a:cubicBezTo>
                  <a:pt x="187965" y="43149"/>
                  <a:pt x="186449" y="38455"/>
                  <a:pt x="186449" y="32509"/>
                </a:cubicBezTo>
                <a:cubicBezTo>
                  <a:pt x="186449" y="26562"/>
                  <a:pt x="187965" y="21863"/>
                  <a:pt x="190996" y="18410"/>
                </a:cubicBezTo>
                <a:cubicBezTo>
                  <a:pt x="194026" y="14958"/>
                  <a:pt x="198117" y="13232"/>
                  <a:pt x="203266" y="13232"/>
                </a:cubicBezTo>
                <a:cubicBezTo>
                  <a:pt x="208372" y="13232"/>
                  <a:pt x="212445" y="14958"/>
                  <a:pt x="215487" y="18410"/>
                </a:cubicBezTo>
                <a:cubicBezTo>
                  <a:pt x="218529" y="21863"/>
                  <a:pt x="220050" y="26562"/>
                  <a:pt x="220050" y="32509"/>
                </a:cubicBezTo>
                <a:moveTo>
                  <a:pt x="213727" y="32509"/>
                </a:moveTo>
                <a:cubicBezTo>
                  <a:pt x="213727" y="27800"/>
                  <a:pt x="212804" y="24300"/>
                  <a:pt x="210957" y="22011"/>
                </a:cubicBezTo>
                <a:cubicBezTo>
                  <a:pt x="209110" y="19721"/>
                  <a:pt x="206547" y="18576"/>
                  <a:pt x="203266" y="18576"/>
                </a:cubicBezTo>
                <a:cubicBezTo>
                  <a:pt x="199942" y="18576"/>
                  <a:pt x="197361" y="19721"/>
                  <a:pt x="195526" y="22011"/>
                </a:cubicBezTo>
                <a:cubicBezTo>
                  <a:pt x="193690" y="24300"/>
                  <a:pt x="192772" y="27800"/>
                  <a:pt x="192772" y="32509"/>
                </a:cubicBezTo>
                <a:cubicBezTo>
                  <a:pt x="192772" y="37066"/>
                  <a:pt x="193695" y="40522"/>
                  <a:pt x="195542" y="42877"/>
                </a:cubicBezTo>
                <a:cubicBezTo>
                  <a:pt x="197389" y="45231"/>
                  <a:pt x="199963" y="46409"/>
                  <a:pt x="203266" y="46409"/>
                </a:cubicBezTo>
                <a:cubicBezTo>
                  <a:pt x="206525" y="46409"/>
                  <a:pt x="209083" y="45242"/>
                  <a:pt x="210941" y="42909"/>
                </a:cubicBezTo>
                <a:cubicBezTo>
                  <a:pt x="212798" y="40576"/>
                  <a:pt x="213727" y="37110"/>
                  <a:pt x="213727" y="32509"/>
                </a:cubicBezTo>
                <a:close/>
                <a:moveTo>
                  <a:pt x="255541" y="40194"/>
                </a:moveTo>
                <a:cubicBezTo>
                  <a:pt x="255541" y="43516"/>
                  <a:pt x="254166" y="46240"/>
                  <a:pt x="251418" y="48367"/>
                </a:cubicBezTo>
                <a:cubicBezTo>
                  <a:pt x="248669" y="50494"/>
                  <a:pt x="244916" y="51558"/>
                  <a:pt x="240158" y="51558"/>
                </a:cubicBezTo>
                <a:cubicBezTo>
                  <a:pt x="237464" y="51558"/>
                  <a:pt x="234992" y="51236"/>
                  <a:pt x="232744" y="50593"/>
                </a:cubicBezTo>
                <a:cubicBezTo>
                  <a:pt x="230495" y="49950"/>
                  <a:pt x="228610" y="49247"/>
                  <a:pt x="227089" y="48484"/>
                </a:cubicBezTo>
                <a:lnTo>
                  <a:pt x="227089" y="41585"/>
                </a:lnTo>
                <a:lnTo>
                  <a:pt x="227415" y="41585"/>
                </a:lnTo>
                <a:cubicBezTo>
                  <a:pt x="229349" y="43061"/>
                  <a:pt x="231500" y="44234"/>
                  <a:pt x="233868" y="45104"/>
                </a:cubicBezTo>
                <a:cubicBezTo>
                  <a:pt x="236236" y="45974"/>
                  <a:pt x="238507" y="46409"/>
                  <a:pt x="240679" y="46409"/>
                </a:cubicBezTo>
                <a:cubicBezTo>
                  <a:pt x="243374" y="46409"/>
                  <a:pt x="245481" y="45972"/>
                  <a:pt x="247002" y="45100"/>
                </a:cubicBezTo>
                <a:cubicBezTo>
                  <a:pt x="248523" y="44227"/>
                  <a:pt x="249283" y="42852"/>
                  <a:pt x="249283" y="40975"/>
                </a:cubicBezTo>
                <a:cubicBezTo>
                  <a:pt x="249283" y="39543"/>
                  <a:pt x="248870" y="38457"/>
                  <a:pt x="248045" y="37719"/>
                </a:cubicBezTo>
                <a:cubicBezTo>
                  <a:pt x="247219" y="36981"/>
                  <a:pt x="245633" y="36351"/>
                  <a:pt x="243287" y="35830"/>
                </a:cubicBezTo>
                <a:cubicBezTo>
                  <a:pt x="242418" y="35635"/>
                  <a:pt x="241282" y="35407"/>
                  <a:pt x="239881" y="35147"/>
                </a:cubicBezTo>
                <a:cubicBezTo>
                  <a:pt x="238480" y="34886"/>
                  <a:pt x="237203" y="34604"/>
                  <a:pt x="236052" y="34300"/>
                </a:cubicBezTo>
                <a:cubicBezTo>
                  <a:pt x="232858" y="33454"/>
                  <a:pt x="230593" y="32211"/>
                  <a:pt x="229257" y="30572"/>
                </a:cubicBezTo>
                <a:cubicBezTo>
                  <a:pt x="227920" y="28933"/>
                  <a:pt x="227252" y="26919"/>
                  <a:pt x="227252" y="24531"/>
                </a:cubicBezTo>
                <a:cubicBezTo>
                  <a:pt x="227252" y="23034"/>
                  <a:pt x="227562" y="21623"/>
                  <a:pt x="228181" y="20299"/>
                </a:cubicBezTo>
                <a:cubicBezTo>
                  <a:pt x="228800" y="18974"/>
                  <a:pt x="229740" y="17791"/>
                  <a:pt x="231000" y="16748"/>
                </a:cubicBezTo>
                <a:cubicBezTo>
                  <a:pt x="232217" y="15729"/>
                  <a:pt x="233765" y="14920"/>
                  <a:pt x="235644" y="14323"/>
                </a:cubicBezTo>
                <a:cubicBezTo>
                  <a:pt x="237524" y="13726"/>
                  <a:pt x="239626" y="13427"/>
                  <a:pt x="241950" y="13427"/>
                </a:cubicBezTo>
                <a:cubicBezTo>
                  <a:pt x="244123" y="13427"/>
                  <a:pt x="246323" y="13692"/>
                  <a:pt x="248550" y="14223"/>
                </a:cubicBezTo>
                <a:cubicBezTo>
                  <a:pt x="250777" y="14753"/>
                  <a:pt x="252629" y="15397"/>
                  <a:pt x="254107" y="16156"/>
                </a:cubicBezTo>
                <a:lnTo>
                  <a:pt x="254107" y="22683"/>
                </a:lnTo>
                <a:lnTo>
                  <a:pt x="253781" y="22683"/>
                </a:lnTo>
                <a:cubicBezTo>
                  <a:pt x="252216" y="21531"/>
                  <a:pt x="250315" y="20559"/>
                  <a:pt x="248077" y="19766"/>
                </a:cubicBezTo>
                <a:cubicBezTo>
                  <a:pt x="245840" y="18973"/>
                  <a:pt x="243645" y="18576"/>
                  <a:pt x="241494" y="18576"/>
                </a:cubicBezTo>
                <a:cubicBezTo>
                  <a:pt x="239256" y="18576"/>
                  <a:pt x="237366" y="19008"/>
                  <a:pt x="235823" y="19870"/>
                </a:cubicBezTo>
                <a:cubicBezTo>
                  <a:pt x="234281" y="20732"/>
                  <a:pt x="233510" y="22014"/>
                  <a:pt x="233510" y="23717"/>
                </a:cubicBezTo>
                <a:cubicBezTo>
                  <a:pt x="233510" y="25214"/>
                  <a:pt x="233977" y="26343"/>
                  <a:pt x="234911" y="27103"/>
                </a:cubicBezTo>
                <a:cubicBezTo>
                  <a:pt x="235823" y="27863"/>
                  <a:pt x="237301" y="28482"/>
                  <a:pt x="239343" y="28960"/>
                </a:cubicBezTo>
                <a:cubicBezTo>
                  <a:pt x="240473" y="29220"/>
                  <a:pt x="241739" y="29481"/>
                  <a:pt x="243140" y="29742"/>
                </a:cubicBezTo>
                <a:cubicBezTo>
                  <a:pt x="244541" y="30002"/>
                  <a:pt x="245709" y="30240"/>
                  <a:pt x="246643" y="30458"/>
                </a:cubicBezTo>
                <a:cubicBezTo>
                  <a:pt x="249490" y="31109"/>
                  <a:pt x="251684" y="32227"/>
                  <a:pt x="253227" y="33811"/>
                </a:cubicBezTo>
                <a:cubicBezTo>
                  <a:pt x="254769" y="35418"/>
                  <a:pt x="255541" y="37545"/>
                  <a:pt x="255541" y="40194"/>
                </a:cubicBezTo>
                <a:close/>
                <a:moveTo>
                  <a:pt x="283210" y="50390"/>
                </a:moveTo>
                <a:cubicBezTo>
                  <a:pt x="282058" y="50693"/>
                  <a:pt x="280803" y="50941"/>
                  <a:pt x="279446" y="51135"/>
                </a:cubicBezTo>
                <a:cubicBezTo>
                  <a:pt x="278088" y="51330"/>
                  <a:pt x="276876" y="51428"/>
                  <a:pt x="275812" y="51428"/>
                </a:cubicBezTo>
                <a:cubicBezTo>
                  <a:pt x="272096" y="51428"/>
                  <a:pt x="269272" y="50427"/>
                  <a:pt x="267338" y="48426"/>
                </a:cubicBezTo>
                <a:cubicBezTo>
                  <a:pt x="265405" y="46425"/>
                  <a:pt x="264438" y="43217"/>
                  <a:pt x="264438" y="38802"/>
                </a:cubicBezTo>
                <a:lnTo>
                  <a:pt x="264438" y="19424"/>
                </a:lnTo>
                <a:lnTo>
                  <a:pt x="260299" y="19424"/>
                </a:lnTo>
                <a:lnTo>
                  <a:pt x="260299" y="14275"/>
                </a:lnTo>
                <a:lnTo>
                  <a:pt x="264438" y="14275"/>
                </a:lnTo>
                <a:lnTo>
                  <a:pt x="264438" y="3780"/>
                </a:lnTo>
                <a:lnTo>
                  <a:pt x="270565" y="3780"/>
                </a:lnTo>
                <a:lnTo>
                  <a:pt x="270565" y="14275"/>
                </a:lnTo>
                <a:lnTo>
                  <a:pt x="283210" y="14275"/>
                </a:lnTo>
                <a:lnTo>
                  <a:pt x="283210" y="19424"/>
                </a:lnTo>
                <a:lnTo>
                  <a:pt x="270565" y="19424"/>
                </a:lnTo>
                <a:lnTo>
                  <a:pt x="270565" y="36053"/>
                </a:lnTo>
                <a:cubicBezTo>
                  <a:pt x="270565" y="37970"/>
                  <a:pt x="270608" y="39467"/>
                  <a:pt x="270695" y="40545"/>
                </a:cubicBezTo>
                <a:cubicBezTo>
                  <a:pt x="270782" y="41624"/>
                  <a:pt x="271086" y="42631"/>
                  <a:pt x="271608" y="43567"/>
                </a:cubicBezTo>
                <a:cubicBezTo>
                  <a:pt x="272086" y="44438"/>
                  <a:pt x="272743" y="45075"/>
                  <a:pt x="273579" y="45479"/>
                </a:cubicBezTo>
                <a:cubicBezTo>
                  <a:pt x="274416" y="45881"/>
                  <a:pt x="275692" y="46083"/>
                  <a:pt x="277409" y="46083"/>
                </a:cubicBezTo>
                <a:cubicBezTo>
                  <a:pt x="278408" y="46083"/>
                  <a:pt x="279451" y="45936"/>
                  <a:pt x="280537" y="45643"/>
                </a:cubicBezTo>
                <a:cubicBezTo>
                  <a:pt x="281624" y="45349"/>
                  <a:pt x="282406" y="45105"/>
                  <a:pt x="282884" y="44909"/>
                </a:cubicBezTo>
                <a:lnTo>
                  <a:pt x="283210" y="44909"/>
                </a:lnTo>
                <a:lnTo>
                  <a:pt x="283210" y="50390"/>
                </a:lnTo>
                <a:close/>
                <a:moveTo>
                  <a:pt x="313323" y="20923"/>
                </a:moveTo>
                <a:lnTo>
                  <a:pt x="312997" y="20923"/>
                </a:lnTo>
                <a:cubicBezTo>
                  <a:pt x="312085" y="20717"/>
                  <a:pt x="311199" y="20568"/>
                  <a:pt x="310341" y="20476"/>
                </a:cubicBezTo>
                <a:cubicBezTo>
                  <a:pt x="309483" y="20383"/>
                  <a:pt x="308467" y="20336"/>
                  <a:pt x="307294" y="20336"/>
                </a:cubicBezTo>
                <a:cubicBezTo>
                  <a:pt x="305404" y="20336"/>
                  <a:pt x="303579" y="20755"/>
                  <a:pt x="301819" y="21593"/>
                </a:cubicBezTo>
                <a:cubicBezTo>
                  <a:pt x="300059" y="22430"/>
                  <a:pt x="298364" y="23512"/>
                  <a:pt x="296735" y="24839"/>
                </a:cubicBezTo>
                <a:lnTo>
                  <a:pt x="296735" y="50711"/>
                </a:lnTo>
                <a:lnTo>
                  <a:pt x="290608" y="50711"/>
                </a:lnTo>
                <a:lnTo>
                  <a:pt x="290608" y="14275"/>
                </a:lnTo>
                <a:lnTo>
                  <a:pt x="296735" y="14275"/>
                </a:lnTo>
                <a:lnTo>
                  <a:pt x="296735" y="19657"/>
                </a:lnTo>
                <a:cubicBezTo>
                  <a:pt x="299168" y="17700"/>
                  <a:pt x="301314" y="16313"/>
                  <a:pt x="303171" y="15498"/>
                </a:cubicBezTo>
                <a:cubicBezTo>
                  <a:pt x="305029" y="14682"/>
                  <a:pt x="306925" y="14275"/>
                  <a:pt x="308858" y="14275"/>
                </a:cubicBezTo>
                <a:cubicBezTo>
                  <a:pt x="309923" y="14275"/>
                  <a:pt x="310694" y="14302"/>
                  <a:pt x="311172" y="14356"/>
                </a:cubicBezTo>
                <a:cubicBezTo>
                  <a:pt x="311650" y="14410"/>
                  <a:pt x="312367" y="14512"/>
                  <a:pt x="313323" y="14664"/>
                </a:cubicBezTo>
                <a:lnTo>
                  <a:pt x="313323" y="20923"/>
                </a:lnTo>
                <a:close/>
                <a:moveTo>
                  <a:pt x="347380" y="50711"/>
                </a:moveTo>
                <a:lnTo>
                  <a:pt x="341286" y="50711"/>
                </a:lnTo>
                <a:lnTo>
                  <a:pt x="341286" y="46859"/>
                </a:lnTo>
                <a:cubicBezTo>
                  <a:pt x="340742" y="47229"/>
                  <a:pt x="340009" y="47746"/>
                  <a:pt x="339086" y="48409"/>
                </a:cubicBezTo>
                <a:cubicBezTo>
                  <a:pt x="338162" y="49072"/>
                  <a:pt x="337266" y="49600"/>
                  <a:pt x="336397" y="49992"/>
                </a:cubicBezTo>
                <a:cubicBezTo>
                  <a:pt x="335376" y="50492"/>
                  <a:pt x="334203" y="50911"/>
                  <a:pt x="332877" y="51247"/>
                </a:cubicBezTo>
                <a:cubicBezTo>
                  <a:pt x="331552" y="51585"/>
                  <a:pt x="329999" y="51753"/>
                  <a:pt x="328217" y="51753"/>
                </a:cubicBezTo>
                <a:cubicBezTo>
                  <a:pt x="324936" y="51753"/>
                  <a:pt x="322155" y="50666"/>
                  <a:pt x="319874" y="48490"/>
                </a:cubicBezTo>
                <a:cubicBezTo>
                  <a:pt x="317592" y="46315"/>
                  <a:pt x="316452" y="43541"/>
                  <a:pt x="316452" y="40169"/>
                </a:cubicBezTo>
                <a:cubicBezTo>
                  <a:pt x="316452" y="37406"/>
                  <a:pt x="317044" y="35171"/>
                  <a:pt x="318228" y="33463"/>
                </a:cubicBezTo>
                <a:cubicBezTo>
                  <a:pt x="319412" y="31755"/>
                  <a:pt x="321101" y="30412"/>
                  <a:pt x="323296" y="29433"/>
                </a:cubicBezTo>
                <a:cubicBezTo>
                  <a:pt x="325512" y="28454"/>
                  <a:pt x="328173" y="27790"/>
                  <a:pt x="331280" y="27442"/>
                </a:cubicBezTo>
                <a:cubicBezTo>
                  <a:pt x="334387" y="27094"/>
                  <a:pt x="337722" y="26833"/>
                  <a:pt x="341286" y="26659"/>
                </a:cubicBezTo>
                <a:lnTo>
                  <a:pt x="341286" y="25706"/>
                </a:lnTo>
                <a:cubicBezTo>
                  <a:pt x="341286" y="24304"/>
                  <a:pt x="341041" y="23143"/>
                  <a:pt x="340552" y="22223"/>
                </a:cubicBezTo>
                <a:cubicBezTo>
                  <a:pt x="340064" y="21303"/>
                  <a:pt x="339363" y="20579"/>
                  <a:pt x="338450" y="20053"/>
                </a:cubicBezTo>
                <a:cubicBezTo>
                  <a:pt x="337581" y="19549"/>
                  <a:pt x="336538" y="19210"/>
                  <a:pt x="335322" y="19035"/>
                </a:cubicBezTo>
                <a:cubicBezTo>
                  <a:pt x="334105" y="18860"/>
                  <a:pt x="332834" y="18772"/>
                  <a:pt x="331509" y="18772"/>
                </a:cubicBezTo>
                <a:cubicBezTo>
                  <a:pt x="329901" y="18772"/>
                  <a:pt x="328108" y="18990"/>
                  <a:pt x="326131" y="19425"/>
                </a:cubicBezTo>
                <a:cubicBezTo>
                  <a:pt x="324154" y="19859"/>
                  <a:pt x="322112" y="20489"/>
                  <a:pt x="320004" y="21314"/>
                </a:cubicBezTo>
                <a:lnTo>
                  <a:pt x="319678" y="21314"/>
                </a:lnTo>
                <a:lnTo>
                  <a:pt x="319678" y="15089"/>
                </a:lnTo>
                <a:cubicBezTo>
                  <a:pt x="320873" y="14763"/>
                  <a:pt x="322601" y="14405"/>
                  <a:pt x="324860" y="14014"/>
                </a:cubicBezTo>
                <a:cubicBezTo>
                  <a:pt x="327120" y="13623"/>
                  <a:pt x="329347" y="13427"/>
                  <a:pt x="331541" y="13427"/>
                </a:cubicBezTo>
                <a:cubicBezTo>
                  <a:pt x="334105" y="13427"/>
                  <a:pt x="336337" y="13639"/>
                  <a:pt x="338238" y="14063"/>
                </a:cubicBezTo>
                <a:cubicBezTo>
                  <a:pt x="340140" y="14486"/>
                  <a:pt x="341785" y="15209"/>
                  <a:pt x="343176" y="16230"/>
                </a:cubicBezTo>
                <a:cubicBezTo>
                  <a:pt x="344545" y="17229"/>
                  <a:pt x="345588" y="18522"/>
                  <a:pt x="346305" y="20108"/>
                </a:cubicBezTo>
                <a:cubicBezTo>
                  <a:pt x="347022" y="21694"/>
                  <a:pt x="347380" y="23661"/>
                  <a:pt x="347380" y="26007"/>
                </a:cubicBezTo>
                <a:lnTo>
                  <a:pt x="347380" y="50711"/>
                </a:lnTo>
                <a:moveTo>
                  <a:pt x="341286" y="41794"/>
                </a:moveTo>
                <a:lnTo>
                  <a:pt x="341286" y="31613"/>
                </a:lnTo>
                <a:cubicBezTo>
                  <a:pt x="339417" y="31722"/>
                  <a:pt x="337217" y="31886"/>
                  <a:pt x="334686" y="32105"/>
                </a:cubicBezTo>
                <a:cubicBezTo>
                  <a:pt x="332155" y="32322"/>
                  <a:pt x="330151" y="32639"/>
                  <a:pt x="328673" y="33053"/>
                </a:cubicBezTo>
                <a:cubicBezTo>
                  <a:pt x="326913" y="33555"/>
                  <a:pt x="325490" y="34336"/>
                  <a:pt x="324404" y="35394"/>
                </a:cubicBezTo>
                <a:cubicBezTo>
                  <a:pt x="323318" y="36453"/>
                  <a:pt x="322774" y="37909"/>
                  <a:pt x="322774" y="39764"/>
                </a:cubicBezTo>
                <a:cubicBezTo>
                  <a:pt x="322774" y="41860"/>
                  <a:pt x="323404" y="43436"/>
                  <a:pt x="324665" y="44495"/>
                </a:cubicBezTo>
                <a:cubicBezTo>
                  <a:pt x="325925" y="45553"/>
                  <a:pt x="327848" y="46083"/>
                  <a:pt x="330433" y="46083"/>
                </a:cubicBezTo>
                <a:cubicBezTo>
                  <a:pt x="332584" y="46083"/>
                  <a:pt x="334550" y="45663"/>
                  <a:pt x="336332" y="44823"/>
                </a:cubicBezTo>
                <a:cubicBezTo>
                  <a:pt x="338114" y="43982"/>
                  <a:pt x="339765" y="42973"/>
                  <a:pt x="341286" y="41794"/>
                </a:cubicBezTo>
                <a:close/>
                <a:moveTo>
                  <a:pt x="386098" y="48462"/>
                </a:moveTo>
                <a:cubicBezTo>
                  <a:pt x="384056" y="49440"/>
                  <a:pt x="382117" y="50200"/>
                  <a:pt x="380281" y="50743"/>
                </a:cubicBezTo>
                <a:cubicBezTo>
                  <a:pt x="378445" y="51286"/>
                  <a:pt x="376495" y="51558"/>
                  <a:pt x="374431" y="51558"/>
                </a:cubicBezTo>
                <a:cubicBezTo>
                  <a:pt x="371802" y="51558"/>
                  <a:pt x="369390" y="51172"/>
                  <a:pt x="367196" y="50399"/>
                </a:cubicBezTo>
                <a:cubicBezTo>
                  <a:pt x="365001" y="49626"/>
                  <a:pt x="363122" y="48456"/>
                  <a:pt x="361558" y="46889"/>
                </a:cubicBezTo>
                <a:cubicBezTo>
                  <a:pt x="359972" y="45322"/>
                  <a:pt x="358744" y="43342"/>
                  <a:pt x="357875" y="40948"/>
                </a:cubicBezTo>
                <a:cubicBezTo>
                  <a:pt x="357006" y="38554"/>
                  <a:pt x="356571" y="35757"/>
                  <a:pt x="356571" y="32558"/>
                </a:cubicBezTo>
                <a:cubicBezTo>
                  <a:pt x="356571" y="26594"/>
                  <a:pt x="358206" y="21915"/>
                  <a:pt x="361476" y="18520"/>
                </a:cubicBezTo>
                <a:cubicBezTo>
                  <a:pt x="364746" y="15125"/>
                  <a:pt x="369064" y="13427"/>
                  <a:pt x="374431" y="13427"/>
                </a:cubicBezTo>
                <a:cubicBezTo>
                  <a:pt x="376517" y="13427"/>
                  <a:pt x="378564" y="13721"/>
                  <a:pt x="380574" y="14307"/>
                </a:cubicBezTo>
                <a:cubicBezTo>
                  <a:pt x="382584" y="14894"/>
                  <a:pt x="384425" y="15611"/>
                  <a:pt x="386098" y="16458"/>
                </a:cubicBezTo>
                <a:lnTo>
                  <a:pt x="386098" y="23269"/>
                </a:lnTo>
                <a:lnTo>
                  <a:pt x="385772" y="23269"/>
                </a:lnTo>
                <a:cubicBezTo>
                  <a:pt x="383904" y="21824"/>
                  <a:pt x="381976" y="20713"/>
                  <a:pt x="379988" y="19937"/>
                </a:cubicBezTo>
                <a:cubicBezTo>
                  <a:pt x="378000" y="19160"/>
                  <a:pt x="376060" y="18772"/>
                  <a:pt x="374170" y="18772"/>
                </a:cubicBezTo>
                <a:cubicBezTo>
                  <a:pt x="370694" y="18772"/>
                  <a:pt x="367951" y="19940"/>
                  <a:pt x="365941" y="22275"/>
                </a:cubicBezTo>
                <a:cubicBezTo>
                  <a:pt x="363931" y="24611"/>
                  <a:pt x="362927" y="28039"/>
                  <a:pt x="362927" y="32558"/>
                </a:cubicBezTo>
                <a:cubicBezTo>
                  <a:pt x="362927" y="36947"/>
                  <a:pt x="363910" y="40320"/>
                  <a:pt x="365876" y="42677"/>
                </a:cubicBezTo>
                <a:cubicBezTo>
                  <a:pt x="367842" y="45034"/>
                  <a:pt x="370607" y="46213"/>
                  <a:pt x="374170" y="46213"/>
                </a:cubicBezTo>
                <a:cubicBezTo>
                  <a:pt x="375409" y="46213"/>
                  <a:pt x="376669" y="46051"/>
                  <a:pt x="377951" y="45728"/>
                </a:cubicBezTo>
                <a:cubicBezTo>
                  <a:pt x="379233" y="45404"/>
                  <a:pt x="380384" y="44983"/>
                  <a:pt x="381405" y="44465"/>
                </a:cubicBezTo>
                <a:cubicBezTo>
                  <a:pt x="382296" y="44013"/>
                  <a:pt x="383133" y="43533"/>
                  <a:pt x="383915" y="43026"/>
                </a:cubicBezTo>
                <a:cubicBezTo>
                  <a:pt x="384697" y="42519"/>
                  <a:pt x="385316" y="42082"/>
                  <a:pt x="385772" y="41716"/>
                </a:cubicBezTo>
                <a:lnTo>
                  <a:pt x="386098" y="41716"/>
                </a:lnTo>
                <a:lnTo>
                  <a:pt x="386098" y="48462"/>
                </a:lnTo>
                <a:close/>
                <a:moveTo>
                  <a:pt x="422240" y="50711"/>
                </a:moveTo>
                <a:lnTo>
                  <a:pt x="416145" y="50711"/>
                </a:lnTo>
                <a:lnTo>
                  <a:pt x="416145" y="46859"/>
                </a:lnTo>
                <a:cubicBezTo>
                  <a:pt x="415602" y="47229"/>
                  <a:pt x="414869" y="47746"/>
                  <a:pt x="413945" y="48409"/>
                </a:cubicBezTo>
                <a:cubicBezTo>
                  <a:pt x="413022" y="49072"/>
                  <a:pt x="412126" y="49600"/>
                  <a:pt x="411257" y="49992"/>
                </a:cubicBezTo>
                <a:cubicBezTo>
                  <a:pt x="410236" y="50492"/>
                  <a:pt x="409062" y="50911"/>
                  <a:pt x="407737" y="51247"/>
                </a:cubicBezTo>
                <a:cubicBezTo>
                  <a:pt x="406412" y="51585"/>
                  <a:pt x="404858" y="51753"/>
                  <a:pt x="403077" y="51753"/>
                </a:cubicBezTo>
                <a:cubicBezTo>
                  <a:pt x="399796" y="51753"/>
                  <a:pt x="397015" y="50666"/>
                  <a:pt x="394733" y="48490"/>
                </a:cubicBezTo>
                <a:cubicBezTo>
                  <a:pt x="392452" y="46315"/>
                  <a:pt x="391311" y="43541"/>
                  <a:pt x="391311" y="40169"/>
                </a:cubicBezTo>
                <a:cubicBezTo>
                  <a:pt x="391311" y="37406"/>
                  <a:pt x="391904" y="35171"/>
                  <a:pt x="393088" y="33463"/>
                </a:cubicBezTo>
                <a:cubicBezTo>
                  <a:pt x="394272" y="31755"/>
                  <a:pt x="395961" y="30412"/>
                  <a:pt x="398155" y="29433"/>
                </a:cubicBezTo>
                <a:cubicBezTo>
                  <a:pt x="400372" y="28454"/>
                  <a:pt x="403033" y="27790"/>
                  <a:pt x="406140" y="27442"/>
                </a:cubicBezTo>
                <a:cubicBezTo>
                  <a:pt x="409247" y="27094"/>
                  <a:pt x="412582" y="26833"/>
                  <a:pt x="416145" y="26659"/>
                </a:cubicBezTo>
                <a:lnTo>
                  <a:pt x="416145" y="25706"/>
                </a:lnTo>
                <a:cubicBezTo>
                  <a:pt x="416145" y="24304"/>
                  <a:pt x="415901" y="23143"/>
                  <a:pt x="415412" y="22223"/>
                </a:cubicBezTo>
                <a:cubicBezTo>
                  <a:pt x="414923" y="21303"/>
                  <a:pt x="414222" y="20579"/>
                  <a:pt x="413310" y="20053"/>
                </a:cubicBezTo>
                <a:cubicBezTo>
                  <a:pt x="412441" y="19549"/>
                  <a:pt x="411398" y="19210"/>
                  <a:pt x="410181" y="19035"/>
                </a:cubicBezTo>
                <a:cubicBezTo>
                  <a:pt x="408965" y="18860"/>
                  <a:pt x="407694" y="18772"/>
                  <a:pt x="406368" y="18772"/>
                </a:cubicBezTo>
                <a:cubicBezTo>
                  <a:pt x="404760" y="18772"/>
                  <a:pt x="402968" y="18990"/>
                  <a:pt x="400991" y="19425"/>
                </a:cubicBezTo>
                <a:cubicBezTo>
                  <a:pt x="399014" y="19859"/>
                  <a:pt x="396971" y="20489"/>
                  <a:pt x="394864" y="21314"/>
                </a:cubicBezTo>
                <a:lnTo>
                  <a:pt x="394538" y="21314"/>
                </a:lnTo>
                <a:lnTo>
                  <a:pt x="394538" y="15089"/>
                </a:lnTo>
                <a:cubicBezTo>
                  <a:pt x="395733" y="14763"/>
                  <a:pt x="397460" y="14405"/>
                  <a:pt x="399720" y="14014"/>
                </a:cubicBezTo>
                <a:cubicBezTo>
                  <a:pt x="401979" y="13623"/>
                  <a:pt x="404206" y="13427"/>
                  <a:pt x="406401" y="13427"/>
                </a:cubicBezTo>
                <a:cubicBezTo>
                  <a:pt x="408965" y="13427"/>
                  <a:pt x="411197" y="13639"/>
                  <a:pt x="413098" y="14063"/>
                </a:cubicBezTo>
                <a:cubicBezTo>
                  <a:pt x="414999" y="14486"/>
                  <a:pt x="416645" y="15209"/>
                  <a:pt x="418036" y="16230"/>
                </a:cubicBezTo>
                <a:cubicBezTo>
                  <a:pt x="419404" y="17229"/>
                  <a:pt x="420447" y="18522"/>
                  <a:pt x="421164" y="20108"/>
                </a:cubicBezTo>
                <a:cubicBezTo>
                  <a:pt x="421881" y="21694"/>
                  <a:pt x="422240" y="23661"/>
                  <a:pt x="422240" y="26007"/>
                </a:cubicBezTo>
                <a:lnTo>
                  <a:pt x="422240" y="50711"/>
                </a:lnTo>
                <a:moveTo>
                  <a:pt x="416145" y="41794"/>
                </a:moveTo>
                <a:lnTo>
                  <a:pt x="416145" y="31613"/>
                </a:lnTo>
                <a:cubicBezTo>
                  <a:pt x="414277" y="31722"/>
                  <a:pt x="412077" y="31886"/>
                  <a:pt x="409546" y="32105"/>
                </a:cubicBezTo>
                <a:cubicBezTo>
                  <a:pt x="407015" y="32322"/>
                  <a:pt x="405010" y="32639"/>
                  <a:pt x="403533" y="33053"/>
                </a:cubicBezTo>
                <a:cubicBezTo>
                  <a:pt x="401773" y="33555"/>
                  <a:pt x="400350" y="34336"/>
                  <a:pt x="399264" y="35394"/>
                </a:cubicBezTo>
                <a:cubicBezTo>
                  <a:pt x="398177" y="36453"/>
                  <a:pt x="397634" y="37909"/>
                  <a:pt x="397634" y="39764"/>
                </a:cubicBezTo>
                <a:cubicBezTo>
                  <a:pt x="397634" y="41860"/>
                  <a:pt x="398264" y="43436"/>
                  <a:pt x="399524" y="44495"/>
                </a:cubicBezTo>
                <a:cubicBezTo>
                  <a:pt x="400784" y="45553"/>
                  <a:pt x="402707" y="46083"/>
                  <a:pt x="405293" y="46083"/>
                </a:cubicBezTo>
                <a:cubicBezTo>
                  <a:pt x="407444" y="46083"/>
                  <a:pt x="409410" y="45663"/>
                  <a:pt x="411192" y="44823"/>
                </a:cubicBezTo>
                <a:cubicBezTo>
                  <a:pt x="412973" y="43982"/>
                  <a:pt x="414624" y="42973"/>
                  <a:pt x="416145" y="4179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4D4878-CA6A-4B6B-A84C-D59EC8AD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59" y="2883535"/>
            <a:ext cx="107059" cy="156817"/>
          </a:xfrm>
          <a:custGeom xmlns:a="http://schemas.openxmlformats.org/drawingml/2006/main">
            <a:pathLst>
              <a:path w="107059" h="156817">
                <a:moveTo>
                  <a:pt x="0" y="0"/>
                </a:moveTo>
                <a:lnTo>
                  <a:pt x="107059" y="0"/>
                </a:lnTo>
                <a:lnTo>
                  <a:pt x="107059" y="156817"/>
                </a:lnTo>
                <a:lnTo>
                  <a:pt x="0" y="1568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4ED214-34CC-42D9-BA2F-5FC091460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0760" y="2883538"/>
            <a:ext cx="107057" cy="156815"/>
          </a:xfrm>
          <a:custGeom xmlns:a="http://schemas.openxmlformats.org/drawingml/2006/main">
            <a:pathLst>
              <a:path w="107057" h="156815" fill="none">
                <a:moveTo>
                  <a:pt x="0" y="0"/>
                </a:moveTo>
                <a:lnTo>
                  <a:pt x="107057" y="0"/>
                </a:lnTo>
                <a:lnTo>
                  <a:pt x="107057" y="156815"/>
                </a:lnTo>
                <a:lnTo>
                  <a:pt x="0" y="1568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16356D-2640-4306-94D6-05DCA2D84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315" y="2883535"/>
            <a:ext cx="75189" cy="156817"/>
          </a:xfrm>
          <a:custGeom xmlns:a="http://schemas.openxmlformats.org/drawingml/2006/main">
            <a:pathLst>
              <a:path w="75189" h="156817">
                <a:moveTo>
                  <a:pt x="0" y="0"/>
                </a:moveTo>
                <a:lnTo>
                  <a:pt x="75189" y="0"/>
                </a:lnTo>
                <a:lnTo>
                  <a:pt x="75189" y="156817"/>
                </a:lnTo>
                <a:lnTo>
                  <a:pt x="0" y="1568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798964-1268-4D6F-A84D-04367BD7A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0316" y="2883538"/>
            <a:ext cx="75189" cy="156815"/>
          </a:xfrm>
          <a:custGeom xmlns:a="http://schemas.openxmlformats.org/drawingml/2006/main">
            <a:pathLst>
              <a:path w="75189" h="156815" fill="none">
                <a:moveTo>
                  <a:pt x="0" y="0"/>
                </a:moveTo>
                <a:lnTo>
                  <a:pt x="75189" y="0"/>
                </a:lnTo>
                <a:lnTo>
                  <a:pt x="75189" y="156815"/>
                </a:lnTo>
                <a:lnTo>
                  <a:pt x="0" y="1568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4221E6-D591-424C-BC48-F2F01AE0C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004" y="2883535"/>
            <a:ext cx="107048" cy="94518"/>
          </a:xfrm>
          <a:custGeom xmlns:a="http://schemas.openxmlformats.org/drawingml/2006/main">
            <a:pathLst>
              <a:path w="107048" h="94518">
                <a:moveTo>
                  <a:pt x="0" y="0"/>
                </a:moveTo>
                <a:lnTo>
                  <a:pt x="107048" y="0"/>
                </a:lnTo>
                <a:lnTo>
                  <a:pt x="107048" y="94518"/>
                </a:lnTo>
                <a:lnTo>
                  <a:pt x="0" y="945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24078-1194-419E-9092-660F9310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003" y="2883538"/>
            <a:ext cx="107048" cy="94515"/>
          </a:xfrm>
          <a:custGeom xmlns:a="http://schemas.openxmlformats.org/drawingml/2006/main">
            <a:pathLst>
              <a:path w="107048" h="94515" fill="none">
                <a:moveTo>
                  <a:pt x="0" y="0"/>
                </a:moveTo>
                <a:lnTo>
                  <a:pt x="107048" y="0"/>
                </a:lnTo>
                <a:lnTo>
                  <a:pt x="107048" y="94515"/>
                </a:lnTo>
                <a:lnTo>
                  <a:pt x="0" y="945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96EFC0-5566-4F85-8984-BC25ADA5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004" y="3000549"/>
            <a:ext cx="107048" cy="39802"/>
          </a:xfrm>
          <a:custGeom xmlns:a="http://schemas.openxmlformats.org/drawingml/2006/main">
            <a:pathLst>
              <a:path w="107048" h="39802">
                <a:moveTo>
                  <a:pt x="0" y="0"/>
                </a:moveTo>
                <a:lnTo>
                  <a:pt x="107048" y="0"/>
                </a:lnTo>
                <a:lnTo>
                  <a:pt x="107048" y="39802"/>
                </a:lnTo>
                <a:lnTo>
                  <a:pt x="0" y="398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FA39E-A45A-4B41-80EF-8AFD358E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003" y="3000552"/>
            <a:ext cx="107048" cy="39801"/>
          </a:xfrm>
          <a:custGeom xmlns:a="http://schemas.openxmlformats.org/drawingml/2006/main">
            <a:pathLst>
              <a:path w="107048" h="39801" fill="none">
                <a:moveTo>
                  <a:pt x="0" y="0"/>
                </a:moveTo>
                <a:lnTo>
                  <a:pt x="107048" y="0"/>
                </a:lnTo>
                <a:lnTo>
                  <a:pt x="107048" y="39801"/>
                </a:lnTo>
                <a:lnTo>
                  <a:pt x="0" y="398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3C13B7-A39D-4843-9725-34EF32B97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549" y="2883535"/>
            <a:ext cx="70657" cy="55527"/>
          </a:xfrm>
          <a:custGeom xmlns:a="http://schemas.openxmlformats.org/drawingml/2006/main">
            <a:pathLst>
              <a:path w="70657" h="55527">
                <a:moveTo>
                  <a:pt x="0" y="0"/>
                </a:moveTo>
                <a:lnTo>
                  <a:pt x="70657" y="0"/>
                </a:lnTo>
                <a:lnTo>
                  <a:pt x="70657" y="55527"/>
                </a:lnTo>
                <a:lnTo>
                  <a:pt x="0" y="555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5EB576-983F-49C3-9D1E-44858EC87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550" y="2883538"/>
            <a:ext cx="70656" cy="55526"/>
          </a:xfrm>
          <a:custGeom xmlns:a="http://schemas.openxmlformats.org/drawingml/2006/main">
            <a:pathLst>
              <a:path w="70656" h="55526" fill="none">
                <a:moveTo>
                  <a:pt x="0" y="0"/>
                </a:moveTo>
                <a:lnTo>
                  <a:pt x="70656" y="0"/>
                </a:lnTo>
                <a:lnTo>
                  <a:pt x="70656" y="55526"/>
                </a:lnTo>
                <a:lnTo>
                  <a:pt x="0" y="555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041935-C425-498D-8F86-21061CC8B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04" y="2883535"/>
            <a:ext cx="55301" cy="55527"/>
          </a:xfrm>
          <a:custGeom xmlns:a="http://schemas.openxmlformats.org/drawingml/2006/main">
            <a:pathLst>
              <a:path w="55301" h="55527">
                <a:moveTo>
                  <a:pt x="0" y="0"/>
                </a:moveTo>
                <a:lnTo>
                  <a:pt x="55301" y="0"/>
                </a:lnTo>
                <a:lnTo>
                  <a:pt x="55301" y="55527"/>
                </a:lnTo>
                <a:lnTo>
                  <a:pt x="0" y="555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8847B-985C-4FC0-84EA-485969B3D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20704" y="2883538"/>
            <a:ext cx="55300" cy="55526"/>
          </a:xfrm>
          <a:custGeom xmlns:a="http://schemas.openxmlformats.org/drawingml/2006/main">
            <a:pathLst>
              <a:path w="55300" h="55526" fill="none">
                <a:moveTo>
                  <a:pt x="0" y="0"/>
                </a:moveTo>
                <a:lnTo>
                  <a:pt x="55300" y="0"/>
                </a:lnTo>
                <a:lnTo>
                  <a:pt x="55300" y="55526"/>
                </a:lnTo>
                <a:lnTo>
                  <a:pt x="0" y="5552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83E7C7-256B-4856-ADC5-54C21D134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549" y="2961562"/>
            <a:ext cx="28249" cy="78790"/>
          </a:xfrm>
          <a:custGeom xmlns:a="http://schemas.openxmlformats.org/drawingml/2006/main">
            <a:pathLst>
              <a:path w="28249" h="78790">
                <a:moveTo>
                  <a:pt x="0" y="0"/>
                </a:moveTo>
                <a:lnTo>
                  <a:pt x="28249" y="0"/>
                </a:lnTo>
                <a:lnTo>
                  <a:pt x="28249" y="78790"/>
                </a:lnTo>
                <a:lnTo>
                  <a:pt x="0" y="787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8EC08-AC16-49E8-AE25-352842B10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550" y="2961562"/>
            <a:ext cx="28249" cy="78791"/>
          </a:xfrm>
          <a:custGeom xmlns:a="http://schemas.openxmlformats.org/drawingml/2006/main">
            <a:pathLst>
              <a:path w="28249" h="78791" fill="none">
                <a:moveTo>
                  <a:pt x="0" y="0"/>
                </a:moveTo>
                <a:lnTo>
                  <a:pt x="28249" y="0"/>
                </a:lnTo>
                <a:lnTo>
                  <a:pt x="28249" y="78791"/>
                </a:lnTo>
                <a:lnTo>
                  <a:pt x="0" y="787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A42CB-64D7-48B4-B098-4B53C824E4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95" y="2961562"/>
            <a:ext cx="43891" cy="29958"/>
          </a:xfrm>
          <a:custGeom xmlns:a="http://schemas.openxmlformats.org/drawingml/2006/main">
            <a:pathLst>
              <a:path w="43891" h="29958">
                <a:moveTo>
                  <a:pt x="0" y="0"/>
                </a:moveTo>
                <a:lnTo>
                  <a:pt x="43891" y="0"/>
                </a:lnTo>
                <a:lnTo>
                  <a:pt x="43891" y="29958"/>
                </a:lnTo>
                <a:lnTo>
                  <a:pt x="0" y="299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3A944E-9A38-4851-B083-55A4C840D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97" y="2961562"/>
            <a:ext cx="43889" cy="29960"/>
          </a:xfrm>
          <a:custGeom xmlns:a="http://schemas.openxmlformats.org/drawingml/2006/main">
            <a:pathLst>
              <a:path w="43889" h="29960" fill="none">
                <a:moveTo>
                  <a:pt x="0" y="0"/>
                </a:moveTo>
                <a:lnTo>
                  <a:pt x="43889" y="0"/>
                </a:lnTo>
                <a:lnTo>
                  <a:pt x="43889" y="29960"/>
                </a:lnTo>
                <a:lnTo>
                  <a:pt x="0" y="299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CE1F20-7891-4B2C-AE89-D3D40CA05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95" y="3014020"/>
            <a:ext cx="43891" cy="26332"/>
          </a:xfrm>
          <a:custGeom xmlns:a="http://schemas.openxmlformats.org/drawingml/2006/main">
            <a:pathLst>
              <a:path w="43891" h="26332">
                <a:moveTo>
                  <a:pt x="0" y="0"/>
                </a:moveTo>
                <a:lnTo>
                  <a:pt x="43891" y="0"/>
                </a:lnTo>
                <a:lnTo>
                  <a:pt x="43891" y="26332"/>
                </a:lnTo>
                <a:lnTo>
                  <a:pt x="0" y="263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36EA8-3014-443C-B8C3-596CB4FE5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8297" y="3014021"/>
            <a:ext cx="43889" cy="26332"/>
          </a:xfrm>
          <a:custGeom xmlns:a="http://schemas.openxmlformats.org/drawingml/2006/main">
            <a:pathLst>
              <a:path w="43889" h="26332" fill="none">
                <a:moveTo>
                  <a:pt x="0" y="0"/>
                </a:moveTo>
                <a:lnTo>
                  <a:pt x="43889" y="0"/>
                </a:lnTo>
                <a:lnTo>
                  <a:pt x="43889" y="26332"/>
                </a:lnTo>
                <a:lnTo>
                  <a:pt x="0" y="263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C6944D-6C0C-4401-98B1-9F5E3185A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684" y="2961562"/>
            <a:ext cx="31321" cy="11144"/>
          </a:xfrm>
          <a:custGeom xmlns:a="http://schemas.openxmlformats.org/drawingml/2006/main">
            <a:pathLst>
              <a:path w="31321" h="11144">
                <a:moveTo>
                  <a:pt x="0" y="0"/>
                </a:moveTo>
                <a:lnTo>
                  <a:pt x="31321" y="0"/>
                </a:lnTo>
                <a:lnTo>
                  <a:pt x="31321" y="11144"/>
                </a:lnTo>
                <a:lnTo>
                  <a:pt x="0" y="11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91C5CE-470A-4BBB-AAC2-1BCB2A93A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684" y="2961562"/>
            <a:ext cx="31320" cy="11146"/>
          </a:xfrm>
          <a:custGeom xmlns:a="http://schemas.openxmlformats.org/drawingml/2006/main">
            <a:pathLst>
              <a:path w="31320" h="11146" fill="none">
                <a:moveTo>
                  <a:pt x="0" y="0"/>
                </a:moveTo>
                <a:lnTo>
                  <a:pt x="31320" y="0"/>
                </a:lnTo>
                <a:lnTo>
                  <a:pt x="31320" y="11146"/>
                </a:lnTo>
                <a:lnTo>
                  <a:pt x="0" y="111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1800F9-1D09-47B2-86FA-6918ADC6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684" y="2995206"/>
            <a:ext cx="31321" cy="10078"/>
          </a:xfrm>
          <a:custGeom xmlns:a="http://schemas.openxmlformats.org/drawingml/2006/main">
            <a:pathLst>
              <a:path w="31321" h="10078">
                <a:moveTo>
                  <a:pt x="0" y="0"/>
                </a:moveTo>
                <a:lnTo>
                  <a:pt x="31321" y="0"/>
                </a:lnTo>
                <a:lnTo>
                  <a:pt x="31321" y="10078"/>
                </a:lnTo>
                <a:lnTo>
                  <a:pt x="0" y="100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02C270-9012-419A-8E74-7C3685FC2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684" y="2995206"/>
            <a:ext cx="31320" cy="10079"/>
          </a:xfrm>
          <a:custGeom xmlns:a="http://schemas.openxmlformats.org/drawingml/2006/main">
            <a:pathLst>
              <a:path w="31320" h="10079" fill="none">
                <a:moveTo>
                  <a:pt x="0" y="0"/>
                </a:moveTo>
                <a:lnTo>
                  <a:pt x="31320" y="0"/>
                </a:lnTo>
                <a:lnTo>
                  <a:pt x="31320" y="10079"/>
                </a:lnTo>
                <a:lnTo>
                  <a:pt x="0" y="100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06CCF1-DA61-4E01-AC46-99EEEC848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684" y="3027781"/>
            <a:ext cx="9301" cy="12570"/>
          </a:xfrm>
          <a:custGeom xmlns:a="http://schemas.openxmlformats.org/drawingml/2006/main">
            <a:pathLst>
              <a:path w="9301" h="12570">
                <a:moveTo>
                  <a:pt x="0" y="0"/>
                </a:moveTo>
                <a:lnTo>
                  <a:pt x="9301" y="0"/>
                </a:lnTo>
                <a:lnTo>
                  <a:pt x="9301" y="12570"/>
                </a:lnTo>
                <a:lnTo>
                  <a:pt x="0" y="125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1C1853-53AC-4C03-8CA6-1662BCC04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4684" y="3027784"/>
            <a:ext cx="9302" cy="12569"/>
          </a:xfrm>
          <a:custGeom xmlns:a="http://schemas.openxmlformats.org/drawingml/2006/main">
            <a:pathLst>
              <a:path w="9302" h="12569" fill="none">
                <a:moveTo>
                  <a:pt x="0" y="0"/>
                </a:moveTo>
                <a:lnTo>
                  <a:pt x="9302" y="0"/>
                </a:lnTo>
                <a:lnTo>
                  <a:pt x="9302" y="12569"/>
                </a:lnTo>
                <a:lnTo>
                  <a:pt x="0" y="125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F59BEB-CFFB-4C9A-A455-1E4DED3A7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493" y="340554"/>
            <a:ext cx="2060812" cy="2421608"/>
          </a:xfrm>
          <a:custGeom xmlns:a="http://schemas.openxmlformats.org/drawingml/2006/main">
            <a:pathLst>
              <a:path w="2060812" h="2421608">
                <a:moveTo>
                  <a:pt x="0" y="0"/>
                </a:moveTo>
                <a:lnTo>
                  <a:pt x="2060812" y="0"/>
                </a:lnTo>
                <a:lnTo>
                  <a:pt x="2060812" y="2421608"/>
                </a:lnTo>
                <a:lnTo>
                  <a:pt x="0" y="24216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36CE8A5-0E16-4FAB-A435-07B3493D4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492" y="340555"/>
            <a:ext cx="2060812" cy="2421609"/>
          </a:xfrm>
          <a:custGeom xmlns:a="http://schemas.openxmlformats.org/drawingml/2006/main">
            <a:pathLst>
              <a:path w="2060812" h="2421609" fill="none">
                <a:moveTo>
                  <a:pt x="0" y="0"/>
                </a:moveTo>
                <a:lnTo>
                  <a:pt x="2060812" y="0"/>
                </a:lnTo>
                <a:lnTo>
                  <a:pt x="2060812" y="2421609"/>
                </a:lnTo>
                <a:lnTo>
                  <a:pt x="0" y="242160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8" name="Text Magnoliopsida">
            <a:extLst xmlns:a="http://schemas.openxmlformats.org/drawingml/2006/main">
              <a:ext uri="{FF2B5EF4-FFF2-40B4-BE49-F238E27FC236}">
                <a16:creationId xmlns:a16="http://schemas.microsoft.com/office/drawing/2014/main" id="{FCF3B6D0-054C-4A52-BD84-656989E63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170" y="395482"/>
            <a:ext cx="934090" cy="130508"/>
          </a:xfrm>
          <a:custGeom xmlns:a="http://schemas.openxmlformats.org/drawingml/2006/main">
            <a:pathLst>
              <a:path w="934090" h="130508">
                <a:moveTo>
                  <a:pt x="87401" y="102561"/>
                </a:moveTo>
                <a:lnTo>
                  <a:pt x="74350" y="102561"/>
                </a:lnTo>
                <a:lnTo>
                  <a:pt x="74350" y="17941"/>
                </a:lnTo>
                <a:lnTo>
                  <a:pt x="47062" y="75536"/>
                </a:lnTo>
                <a:lnTo>
                  <a:pt x="39284" y="75536"/>
                </a:lnTo>
                <a:lnTo>
                  <a:pt x="12194" y="17941"/>
                </a:lnTo>
                <a:lnTo>
                  <a:pt x="12194" y="102561"/>
                </a:lnTo>
                <a:lnTo>
                  <a:pt x="0" y="102561"/>
                </a:lnTo>
                <a:lnTo>
                  <a:pt x="0" y="4350"/>
                </a:lnTo>
                <a:lnTo>
                  <a:pt x="17797" y="4350"/>
                </a:lnTo>
                <a:lnTo>
                  <a:pt x="43964" y="59044"/>
                </a:lnTo>
                <a:lnTo>
                  <a:pt x="69275" y="4350"/>
                </a:lnTo>
                <a:lnTo>
                  <a:pt x="87401" y="4350"/>
                </a:lnTo>
                <a:lnTo>
                  <a:pt x="87401" y="102561"/>
                </a:lnTo>
                <a:close/>
                <a:moveTo>
                  <a:pt x="169993" y="102561"/>
                </a:moveTo>
                <a:lnTo>
                  <a:pt x="157667" y="102561"/>
                </a:lnTo>
                <a:lnTo>
                  <a:pt x="157667" y="94771"/>
                </a:lnTo>
                <a:cubicBezTo>
                  <a:pt x="156569" y="95519"/>
                  <a:pt x="155086" y="96564"/>
                  <a:pt x="153218" y="97906"/>
                </a:cubicBezTo>
                <a:cubicBezTo>
                  <a:pt x="151351" y="99247"/>
                  <a:pt x="149538" y="100314"/>
                  <a:pt x="147780" y="101106"/>
                </a:cubicBezTo>
                <a:cubicBezTo>
                  <a:pt x="145715" y="102119"/>
                  <a:pt x="143342" y="102965"/>
                  <a:pt x="140662" y="103646"/>
                </a:cubicBezTo>
                <a:cubicBezTo>
                  <a:pt x="137981" y="104329"/>
                  <a:pt x="134840" y="104670"/>
                  <a:pt x="131236" y="104670"/>
                </a:cubicBezTo>
                <a:cubicBezTo>
                  <a:pt x="124601" y="104670"/>
                  <a:pt x="118976" y="102470"/>
                  <a:pt x="114363" y="98070"/>
                </a:cubicBezTo>
                <a:cubicBezTo>
                  <a:pt x="109749" y="93671"/>
                  <a:pt x="107442" y="88060"/>
                  <a:pt x="107442" y="81240"/>
                </a:cubicBezTo>
                <a:cubicBezTo>
                  <a:pt x="107442" y="75652"/>
                  <a:pt x="108639" y="71132"/>
                  <a:pt x="111034" y="67678"/>
                </a:cubicBezTo>
                <a:cubicBezTo>
                  <a:pt x="113429" y="64223"/>
                  <a:pt x="116845" y="61506"/>
                  <a:pt x="121283" y="59528"/>
                </a:cubicBezTo>
                <a:cubicBezTo>
                  <a:pt x="125766" y="57548"/>
                  <a:pt x="131148" y="56205"/>
                  <a:pt x="137432" y="55501"/>
                </a:cubicBezTo>
                <a:cubicBezTo>
                  <a:pt x="143716" y="54796"/>
                  <a:pt x="150461" y="54268"/>
                  <a:pt x="157667" y="53917"/>
                </a:cubicBezTo>
                <a:lnTo>
                  <a:pt x="157667" y="51989"/>
                </a:lnTo>
                <a:cubicBezTo>
                  <a:pt x="157667" y="49153"/>
                  <a:pt x="157173" y="46805"/>
                  <a:pt x="156184" y="44944"/>
                </a:cubicBezTo>
                <a:cubicBezTo>
                  <a:pt x="155196" y="43084"/>
                  <a:pt x="153779" y="41621"/>
                  <a:pt x="151933" y="40557"/>
                </a:cubicBezTo>
                <a:cubicBezTo>
                  <a:pt x="150175" y="39538"/>
                  <a:pt x="148066" y="38852"/>
                  <a:pt x="145605" y="38497"/>
                </a:cubicBezTo>
                <a:cubicBezTo>
                  <a:pt x="143145" y="38143"/>
                  <a:pt x="140574" y="37966"/>
                  <a:pt x="137894" y="37966"/>
                </a:cubicBezTo>
                <a:cubicBezTo>
                  <a:pt x="134642" y="37966"/>
                  <a:pt x="131017" y="38406"/>
                  <a:pt x="127018" y="39286"/>
                </a:cubicBezTo>
                <a:cubicBezTo>
                  <a:pt x="123019" y="40165"/>
                  <a:pt x="118889" y="41439"/>
                  <a:pt x="114626" y="43107"/>
                </a:cubicBezTo>
                <a:lnTo>
                  <a:pt x="113967" y="43107"/>
                </a:lnTo>
                <a:lnTo>
                  <a:pt x="113967" y="30518"/>
                </a:lnTo>
                <a:cubicBezTo>
                  <a:pt x="116384" y="29859"/>
                  <a:pt x="119877" y="29134"/>
                  <a:pt x="124447" y="28343"/>
                </a:cubicBezTo>
                <a:cubicBezTo>
                  <a:pt x="129017" y="27552"/>
                  <a:pt x="133521" y="27156"/>
                  <a:pt x="137959" y="27156"/>
                </a:cubicBezTo>
                <a:cubicBezTo>
                  <a:pt x="143145" y="27156"/>
                  <a:pt x="147660" y="27585"/>
                  <a:pt x="151505" y="28441"/>
                </a:cubicBezTo>
                <a:cubicBezTo>
                  <a:pt x="155349" y="29298"/>
                  <a:pt x="158678" y="30759"/>
                  <a:pt x="161490" y="32825"/>
                </a:cubicBezTo>
                <a:cubicBezTo>
                  <a:pt x="164259" y="34846"/>
                  <a:pt x="166368" y="37461"/>
                  <a:pt x="167818" y="40668"/>
                </a:cubicBezTo>
                <a:cubicBezTo>
                  <a:pt x="169268" y="43876"/>
                  <a:pt x="169993" y="47853"/>
                  <a:pt x="169993" y="52599"/>
                </a:cubicBezTo>
                <a:lnTo>
                  <a:pt x="169993" y="102561"/>
                </a:lnTo>
                <a:moveTo>
                  <a:pt x="157667" y="84527"/>
                </a:moveTo>
                <a:lnTo>
                  <a:pt x="157667" y="63936"/>
                </a:lnTo>
                <a:cubicBezTo>
                  <a:pt x="153888" y="64157"/>
                  <a:pt x="149439" y="64488"/>
                  <a:pt x="144320" y="64931"/>
                </a:cubicBezTo>
                <a:cubicBezTo>
                  <a:pt x="139201" y="65371"/>
                  <a:pt x="135147" y="66011"/>
                  <a:pt x="132159" y="66848"/>
                </a:cubicBezTo>
                <a:cubicBezTo>
                  <a:pt x="128600" y="67864"/>
                  <a:pt x="125722" y="69443"/>
                  <a:pt x="123524" y="71584"/>
                </a:cubicBezTo>
                <a:cubicBezTo>
                  <a:pt x="121327" y="73724"/>
                  <a:pt x="120229" y="76671"/>
                  <a:pt x="120229" y="80422"/>
                </a:cubicBezTo>
                <a:cubicBezTo>
                  <a:pt x="120229" y="84660"/>
                  <a:pt x="121503" y="87849"/>
                  <a:pt x="124052" y="89990"/>
                </a:cubicBezTo>
                <a:cubicBezTo>
                  <a:pt x="126600" y="92131"/>
                  <a:pt x="130489" y="93201"/>
                  <a:pt x="135718" y="93201"/>
                </a:cubicBezTo>
                <a:cubicBezTo>
                  <a:pt x="140069" y="93201"/>
                  <a:pt x="144045" y="92352"/>
                  <a:pt x="147649" y="90653"/>
                </a:cubicBezTo>
                <a:cubicBezTo>
                  <a:pt x="151252" y="88953"/>
                  <a:pt x="154591" y="86911"/>
                  <a:pt x="157667" y="84527"/>
                </a:cubicBezTo>
                <a:close/>
                <a:moveTo>
                  <a:pt x="253573" y="94208"/>
                </a:moveTo>
                <a:cubicBezTo>
                  <a:pt x="253573" y="106704"/>
                  <a:pt x="250739" y="115878"/>
                  <a:pt x="245070" y="121729"/>
                </a:cubicBezTo>
                <a:cubicBezTo>
                  <a:pt x="239402" y="127582"/>
                  <a:pt x="230679" y="130508"/>
                  <a:pt x="218903" y="130508"/>
                </a:cubicBezTo>
                <a:cubicBezTo>
                  <a:pt x="214992" y="130508"/>
                  <a:pt x="211180" y="130233"/>
                  <a:pt x="207467" y="129684"/>
                </a:cubicBezTo>
                <a:cubicBezTo>
                  <a:pt x="203754" y="129135"/>
                  <a:pt x="200095" y="128355"/>
                  <a:pt x="196492" y="127344"/>
                </a:cubicBezTo>
                <a:lnTo>
                  <a:pt x="196492" y="114689"/>
                </a:lnTo>
                <a:lnTo>
                  <a:pt x="197151" y="114689"/>
                </a:lnTo>
                <a:cubicBezTo>
                  <a:pt x="199173" y="115469"/>
                  <a:pt x="202380" y="116433"/>
                  <a:pt x="206775" y="117581"/>
                </a:cubicBezTo>
                <a:cubicBezTo>
                  <a:pt x="211169" y="118729"/>
                  <a:pt x="215563" y="119303"/>
                  <a:pt x="219957" y="119303"/>
                </a:cubicBezTo>
                <a:cubicBezTo>
                  <a:pt x="224176" y="119303"/>
                  <a:pt x="227669" y="118798"/>
                  <a:pt x="230437" y="117789"/>
                </a:cubicBezTo>
                <a:cubicBezTo>
                  <a:pt x="233206" y="116779"/>
                  <a:pt x="235359" y="115376"/>
                  <a:pt x="236897" y="113578"/>
                </a:cubicBezTo>
                <a:cubicBezTo>
                  <a:pt x="238435" y="111867"/>
                  <a:pt x="239533" y="109805"/>
                  <a:pt x="240193" y="107391"/>
                </a:cubicBezTo>
                <a:cubicBezTo>
                  <a:pt x="240852" y="104978"/>
                  <a:pt x="241181" y="102281"/>
                  <a:pt x="241181" y="99298"/>
                </a:cubicBezTo>
                <a:lnTo>
                  <a:pt x="241181" y="92585"/>
                </a:lnTo>
                <a:cubicBezTo>
                  <a:pt x="237446" y="95581"/>
                  <a:pt x="233876" y="97818"/>
                  <a:pt x="230470" y="99294"/>
                </a:cubicBezTo>
                <a:cubicBezTo>
                  <a:pt x="227065" y="100769"/>
                  <a:pt x="222726" y="101506"/>
                  <a:pt x="217453" y="101506"/>
                </a:cubicBezTo>
                <a:cubicBezTo>
                  <a:pt x="208664" y="101506"/>
                  <a:pt x="201688" y="98323"/>
                  <a:pt x="196525" y="91957"/>
                </a:cubicBezTo>
                <a:cubicBezTo>
                  <a:pt x="191362" y="85589"/>
                  <a:pt x="188780" y="76612"/>
                  <a:pt x="188780" y="65025"/>
                </a:cubicBezTo>
                <a:cubicBezTo>
                  <a:pt x="188780" y="58681"/>
                  <a:pt x="189670" y="53207"/>
                  <a:pt x="191450" y="48603"/>
                </a:cubicBezTo>
                <a:cubicBezTo>
                  <a:pt x="193229" y="43998"/>
                  <a:pt x="195657" y="40022"/>
                  <a:pt x="198733" y="36674"/>
                </a:cubicBezTo>
                <a:cubicBezTo>
                  <a:pt x="201589" y="33546"/>
                  <a:pt x="205061" y="31112"/>
                  <a:pt x="209147" y="29372"/>
                </a:cubicBezTo>
                <a:cubicBezTo>
                  <a:pt x="213234" y="27631"/>
                  <a:pt x="217299" y="26761"/>
                  <a:pt x="221341" y="26761"/>
                </a:cubicBezTo>
                <a:cubicBezTo>
                  <a:pt x="225604" y="26761"/>
                  <a:pt x="229174" y="27190"/>
                  <a:pt x="232052" y="28050"/>
                </a:cubicBezTo>
                <a:cubicBezTo>
                  <a:pt x="234930" y="28908"/>
                  <a:pt x="237973" y="30219"/>
                  <a:pt x="241181" y="31982"/>
                </a:cubicBezTo>
                <a:lnTo>
                  <a:pt x="241972" y="28870"/>
                </a:lnTo>
                <a:lnTo>
                  <a:pt x="253573" y="28870"/>
                </a:lnTo>
                <a:lnTo>
                  <a:pt x="253573" y="94208"/>
                </a:lnTo>
                <a:moveTo>
                  <a:pt x="241181" y="82373"/>
                </a:moveTo>
                <a:lnTo>
                  <a:pt x="241181" y="42129"/>
                </a:lnTo>
                <a:cubicBezTo>
                  <a:pt x="237886" y="40631"/>
                  <a:pt x="234821" y="39562"/>
                  <a:pt x="231986" y="38924"/>
                </a:cubicBezTo>
                <a:cubicBezTo>
                  <a:pt x="229152" y="38285"/>
                  <a:pt x="226329" y="37966"/>
                  <a:pt x="223517" y="37966"/>
                </a:cubicBezTo>
                <a:cubicBezTo>
                  <a:pt x="216706" y="37966"/>
                  <a:pt x="211345" y="40257"/>
                  <a:pt x="207434" y="44839"/>
                </a:cubicBezTo>
                <a:cubicBezTo>
                  <a:pt x="203523" y="49420"/>
                  <a:pt x="201567" y="56072"/>
                  <a:pt x="201567" y="64795"/>
                </a:cubicBezTo>
                <a:cubicBezTo>
                  <a:pt x="201567" y="73076"/>
                  <a:pt x="203018" y="79354"/>
                  <a:pt x="205918" y="83627"/>
                </a:cubicBezTo>
                <a:cubicBezTo>
                  <a:pt x="208818" y="87901"/>
                  <a:pt x="213630" y="90037"/>
                  <a:pt x="220353" y="90037"/>
                </a:cubicBezTo>
                <a:cubicBezTo>
                  <a:pt x="223956" y="90037"/>
                  <a:pt x="227570" y="89344"/>
                  <a:pt x="231195" y="87957"/>
                </a:cubicBezTo>
                <a:cubicBezTo>
                  <a:pt x="234821" y="86569"/>
                  <a:pt x="238149" y="84707"/>
                  <a:pt x="241181" y="82373"/>
                </a:cubicBezTo>
                <a:close/>
                <a:moveTo>
                  <a:pt x="339517" y="102561"/>
                </a:moveTo>
                <a:lnTo>
                  <a:pt x="327126" y="102561"/>
                </a:lnTo>
                <a:lnTo>
                  <a:pt x="327126" y="60597"/>
                </a:lnTo>
                <a:cubicBezTo>
                  <a:pt x="327126" y="57209"/>
                  <a:pt x="326928" y="54031"/>
                  <a:pt x="326532" y="51062"/>
                </a:cubicBezTo>
                <a:cubicBezTo>
                  <a:pt x="326137" y="48093"/>
                  <a:pt x="325412" y="45773"/>
                  <a:pt x="324357" y="44102"/>
                </a:cubicBezTo>
                <a:cubicBezTo>
                  <a:pt x="323259" y="42254"/>
                  <a:pt x="321677" y="40879"/>
                  <a:pt x="319611" y="39978"/>
                </a:cubicBezTo>
                <a:cubicBezTo>
                  <a:pt x="317546" y="39076"/>
                  <a:pt x="314866" y="38625"/>
                  <a:pt x="311570" y="38625"/>
                </a:cubicBezTo>
                <a:cubicBezTo>
                  <a:pt x="308187" y="38625"/>
                  <a:pt x="304649" y="39461"/>
                  <a:pt x="300958" y="41134"/>
                </a:cubicBezTo>
                <a:cubicBezTo>
                  <a:pt x="297267" y="42805"/>
                  <a:pt x="293730" y="44938"/>
                  <a:pt x="290346" y="47532"/>
                </a:cubicBezTo>
                <a:lnTo>
                  <a:pt x="290346" y="102561"/>
                </a:lnTo>
                <a:lnTo>
                  <a:pt x="277954" y="102561"/>
                </a:lnTo>
                <a:lnTo>
                  <a:pt x="277954" y="28870"/>
                </a:lnTo>
                <a:lnTo>
                  <a:pt x="290346" y="28870"/>
                </a:lnTo>
                <a:lnTo>
                  <a:pt x="290346" y="36996"/>
                </a:lnTo>
                <a:cubicBezTo>
                  <a:pt x="294213" y="33782"/>
                  <a:pt x="298212" y="31274"/>
                  <a:pt x="302342" y="29469"/>
                </a:cubicBezTo>
                <a:cubicBezTo>
                  <a:pt x="306473" y="27664"/>
                  <a:pt x="310713" y="26761"/>
                  <a:pt x="315063" y="26761"/>
                </a:cubicBezTo>
                <a:cubicBezTo>
                  <a:pt x="323017" y="26761"/>
                  <a:pt x="329081" y="29160"/>
                  <a:pt x="333255" y="33958"/>
                </a:cubicBezTo>
                <a:cubicBezTo>
                  <a:pt x="337430" y="38755"/>
                  <a:pt x="339517" y="45667"/>
                  <a:pt x="339517" y="54691"/>
                </a:cubicBezTo>
                <a:lnTo>
                  <a:pt x="339517" y="102561"/>
                </a:lnTo>
                <a:close/>
                <a:moveTo>
                  <a:pt x="426125" y="65748"/>
                </a:moveTo>
                <a:cubicBezTo>
                  <a:pt x="426125" y="77775"/>
                  <a:pt x="423049" y="87268"/>
                  <a:pt x="416897" y="94229"/>
                </a:cubicBezTo>
                <a:cubicBezTo>
                  <a:pt x="410745" y="101190"/>
                  <a:pt x="402506" y="104670"/>
                  <a:pt x="392180" y="104670"/>
                </a:cubicBezTo>
                <a:cubicBezTo>
                  <a:pt x="381766" y="104670"/>
                  <a:pt x="373494" y="101190"/>
                  <a:pt x="367364" y="94229"/>
                </a:cubicBezTo>
                <a:cubicBezTo>
                  <a:pt x="361234" y="87268"/>
                  <a:pt x="358169" y="77775"/>
                  <a:pt x="358169" y="65748"/>
                </a:cubicBezTo>
                <a:cubicBezTo>
                  <a:pt x="358169" y="53722"/>
                  <a:pt x="361234" y="44217"/>
                  <a:pt x="367364" y="37235"/>
                </a:cubicBezTo>
                <a:cubicBezTo>
                  <a:pt x="373494" y="30252"/>
                  <a:pt x="381766" y="26761"/>
                  <a:pt x="392180" y="26761"/>
                </a:cubicBezTo>
                <a:cubicBezTo>
                  <a:pt x="402506" y="26761"/>
                  <a:pt x="410745" y="30252"/>
                  <a:pt x="416897" y="37235"/>
                </a:cubicBezTo>
                <a:cubicBezTo>
                  <a:pt x="423049" y="44217"/>
                  <a:pt x="426125" y="53722"/>
                  <a:pt x="426125" y="65748"/>
                </a:cubicBezTo>
                <a:moveTo>
                  <a:pt x="413338" y="65748"/>
                </a:moveTo>
                <a:cubicBezTo>
                  <a:pt x="413338" y="56224"/>
                  <a:pt x="411471" y="49146"/>
                  <a:pt x="407735" y="44516"/>
                </a:cubicBezTo>
                <a:cubicBezTo>
                  <a:pt x="404000" y="39886"/>
                  <a:pt x="398815" y="37570"/>
                  <a:pt x="392180" y="37570"/>
                </a:cubicBezTo>
                <a:cubicBezTo>
                  <a:pt x="385457" y="37570"/>
                  <a:pt x="380239" y="39886"/>
                  <a:pt x="376526" y="44516"/>
                </a:cubicBezTo>
                <a:cubicBezTo>
                  <a:pt x="372813" y="49146"/>
                  <a:pt x="370956" y="56224"/>
                  <a:pt x="370956" y="65748"/>
                </a:cubicBezTo>
                <a:cubicBezTo>
                  <a:pt x="370956" y="74965"/>
                  <a:pt x="372823" y="81955"/>
                  <a:pt x="376559" y="86717"/>
                </a:cubicBezTo>
                <a:cubicBezTo>
                  <a:pt x="380294" y="91479"/>
                  <a:pt x="385501" y="93860"/>
                  <a:pt x="392180" y="93860"/>
                </a:cubicBezTo>
                <a:cubicBezTo>
                  <a:pt x="398771" y="93860"/>
                  <a:pt x="403945" y="91501"/>
                  <a:pt x="407702" y="86783"/>
                </a:cubicBezTo>
                <a:cubicBezTo>
                  <a:pt x="411460" y="82064"/>
                  <a:pt x="413338" y="75053"/>
                  <a:pt x="413338" y="65748"/>
                </a:cubicBezTo>
                <a:close/>
                <a:moveTo>
                  <a:pt x="457825" y="102561"/>
                </a:moveTo>
                <a:lnTo>
                  <a:pt x="445433" y="102561"/>
                </a:lnTo>
                <a:lnTo>
                  <a:pt x="445433" y="0"/>
                </a:lnTo>
                <a:lnTo>
                  <a:pt x="457825" y="0"/>
                </a:lnTo>
                <a:lnTo>
                  <a:pt x="457825" y="102561"/>
                </a:lnTo>
                <a:close/>
                <a:moveTo>
                  <a:pt x="495657" y="16610"/>
                </a:moveTo>
                <a:lnTo>
                  <a:pt x="481683" y="16610"/>
                </a:lnTo>
                <a:lnTo>
                  <a:pt x="481683" y="3691"/>
                </a:lnTo>
                <a:lnTo>
                  <a:pt x="495657" y="3691"/>
                </a:lnTo>
                <a:lnTo>
                  <a:pt x="495657" y="16610"/>
                </a:lnTo>
                <a:moveTo>
                  <a:pt x="494866" y="102561"/>
                </a:moveTo>
                <a:lnTo>
                  <a:pt x="482474" y="102561"/>
                </a:lnTo>
                <a:lnTo>
                  <a:pt x="482474" y="28870"/>
                </a:lnTo>
                <a:lnTo>
                  <a:pt x="494866" y="28870"/>
                </a:lnTo>
                <a:lnTo>
                  <a:pt x="494866" y="102561"/>
                </a:lnTo>
                <a:close/>
                <a:moveTo>
                  <a:pt x="582133" y="65748"/>
                </a:moveTo>
                <a:cubicBezTo>
                  <a:pt x="582133" y="77775"/>
                  <a:pt x="579057" y="87268"/>
                  <a:pt x="572905" y="94229"/>
                </a:cubicBezTo>
                <a:cubicBezTo>
                  <a:pt x="566753" y="101190"/>
                  <a:pt x="558514" y="104670"/>
                  <a:pt x="548188" y="104670"/>
                </a:cubicBezTo>
                <a:cubicBezTo>
                  <a:pt x="537774" y="104670"/>
                  <a:pt x="529501" y="101190"/>
                  <a:pt x="523372" y="94229"/>
                </a:cubicBezTo>
                <a:cubicBezTo>
                  <a:pt x="517242" y="87268"/>
                  <a:pt x="514177" y="77775"/>
                  <a:pt x="514177" y="65748"/>
                </a:cubicBezTo>
                <a:cubicBezTo>
                  <a:pt x="514177" y="53722"/>
                  <a:pt x="517242" y="44217"/>
                  <a:pt x="523372" y="37235"/>
                </a:cubicBezTo>
                <a:cubicBezTo>
                  <a:pt x="529501" y="30252"/>
                  <a:pt x="537774" y="26761"/>
                  <a:pt x="548188" y="26761"/>
                </a:cubicBezTo>
                <a:cubicBezTo>
                  <a:pt x="558514" y="26761"/>
                  <a:pt x="566753" y="30252"/>
                  <a:pt x="572905" y="37235"/>
                </a:cubicBezTo>
                <a:cubicBezTo>
                  <a:pt x="579057" y="44217"/>
                  <a:pt x="582133" y="53722"/>
                  <a:pt x="582133" y="65748"/>
                </a:cubicBezTo>
                <a:moveTo>
                  <a:pt x="569346" y="65748"/>
                </a:moveTo>
                <a:cubicBezTo>
                  <a:pt x="569346" y="56224"/>
                  <a:pt x="567478" y="49146"/>
                  <a:pt x="563743" y="44516"/>
                </a:cubicBezTo>
                <a:cubicBezTo>
                  <a:pt x="560008" y="39886"/>
                  <a:pt x="554823" y="37570"/>
                  <a:pt x="548188" y="37570"/>
                </a:cubicBezTo>
                <a:cubicBezTo>
                  <a:pt x="541465" y="37570"/>
                  <a:pt x="536247" y="39886"/>
                  <a:pt x="532533" y="44516"/>
                </a:cubicBezTo>
                <a:cubicBezTo>
                  <a:pt x="528820" y="49146"/>
                  <a:pt x="526964" y="56224"/>
                  <a:pt x="526964" y="65748"/>
                </a:cubicBezTo>
                <a:cubicBezTo>
                  <a:pt x="526964" y="74965"/>
                  <a:pt x="528831" y="81955"/>
                  <a:pt x="532566" y="86717"/>
                </a:cubicBezTo>
                <a:cubicBezTo>
                  <a:pt x="536301" y="91479"/>
                  <a:pt x="541509" y="93860"/>
                  <a:pt x="548188" y="93860"/>
                </a:cubicBezTo>
                <a:cubicBezTo>
                  <a:pt x="554779" y="93860"/>
                  <a:pt x="559953" y="91501"/>
                  <a:pt x="563710" y="86783"/>
                </a:cubicBezTo>
                <a:cubicBezTo>
                  <a:pt x="567467" y="82064"/>
                  <a:pt x="569346" y="75053"/>
                  <a:pt x="569346" y="65748"/>
                </a:cubicBezTo>
                <a:close/>
                <a:moveTo>
                  <a:pt x="666102" y="64793"/>
                </a:moveTo>
                <a:cubicBezTo>
                  <a:pt x="666102" y="70778"/>
                  <a:pt x="665245" y="76247"/>
                  <a:pt x="663531" y="81199"/>
                </a:cubicBezTo>
                <a:cubicBezTo>
                  <a:pt x="661817" y="86150"/>
                  <a:pt x="659401" y="90343"/>
                  <a:pt x="656281" y="93778"/>
                </a:cubicBezTo>
                <a:cubicBezTo>
                  <a:pt x="653380" y="97035"/>
                  <a:pt x="649964" y="99555"/>
                  <a:pt x="646031" y="101337"/>
                </a:cubicBezTo>
                <a:cubicBezTo>
                  <a:pt x="642098" y="103120"/>
                  <a:pt x="637935" y="104011"/>
                  <a:pt x="633541" y="104011"/>
                </a:cubicBezTo>
                <a:cubicBezTo>
                  <a:pt x="629718" y="104011"/>
                  <a:pt x="626257" y="103593"/>
                  <a:pt x="623159" y="102756"/>
                </a:cubicBezTo>
                <a:cubicBezTo>
                  <a:pt x="620061" y="101920"/>
                  <a:pt x="616909" y="100622"/>
                  <a:pt x="613701" y="98861"/>
                </a:cubicBezTo>
                <a:lnTo>
                  <a:pt x="613701" y="129717"/>
                </a:lnTo>
                <a:lnTo>
                  <a:pt x="601309" y="129717"/>
                </a:lnTo>
                <a:lnTo>
                  <a:pt x="601309" y="28870"/>
                </a:lnTo>
                <a:lnTo>
                  <a:pt x="613701" y="28870"/>
                </a:lnTo>
                <a:lnTo>
                  <a:pt x="613701" y="36532"/>
                </a:lnTo>
                <a:cubicBezTo>
                  <a:pt x="616996" y="33760"/>
                  <a:pt x="620699" y="31438"/>
                  <a:pt x="624807" y="29568"/>
                </a:cubicBezTo>
                <a:cubicBezTo>
                  <a:pt x="628916" y="27697"/>
                  <a:pt x="633299" y="26761"/>
                  <a:pt x="637957" y="26761"/>
                </a:cubicBezTo>
                <a:cubicBezTo>
                  <a:pt x="646833" y="26761"/>
                  <a:pt x="653743" y="30117"/>
                  <a:pt x="658686" y="36831"/>
                </a:cubicBezTo>
                <a:cubicBezTo>
                  <a:pt x="663630" y="43543"/>
                  <a:pt x="666102" y="52864"/>
                  <a:pt x="666102" y="64793"/>
                </a:cubicBezTo>
                <a:moveTo>
                  <a:pt x="653315" y="65122"/>
                </a:moveTo>
                <a:cubicBezTo>
                  <a:pt x="653315" y="56246"/>
                  <a:pt x="651799" y="49611"/>
                  <a:pt x="648767" y="45216"/>
                </a:cubicBezTo>
                <a:cubicBezTo>
                  <a:pt x="645735" y="40822"/>
                  <a:pt x="641077" y="38625"/>
                  <a:pt x="634793" y="38625"/>
                </a:cubicBezTo>
                <a:cubicBezTo>
                  <a:pt x="631234" y="38625"/>
                  <a:pt x="627652" y="39394"/>
                  <a:pt x="624049" y="40932"/>
                </a:cubicBezTo>
                <a:cubicBezTo>
                  <a:pt x="620446" y="42470"/>
                  <a:pt x="616996" y="44491"/>
                  <a:pt x="613701" y="46996"/>
                </a:cubicBezTo>
                <a:lnTo>
                  <a:pt x="613701" y="88719"/>
                </a:lnTo>
                <a:cubicBezTo>
                  <a:pt x="617216" y="90301"/>
                  <a:pt x="620237" y="91377"/>
                  <a:pt x="622764" y="91949"/>
                </a:cubicBezTo>
                <a:cubicBezTo>
                  <a:pt x="625291" y="92520"/>
                  <a:pt x="628158" y="92806"/>
                  <a:pt x="631365" y="92806"/>
                </a:cubicBezTo>
                <a:cubicBezTo>
                  <a:pt x="638264" y="92806"/>
                  <a:pt x="643647" y="90477"/>
                  <a:pt x="647514" y="85819"/>
                </a:cubicBezTo>
                <a:cubicBezTo>
                  <a:pt x="651381" y="81161"/>
                  <a:pt x="653315" y="74262"/>
                  <a:pt x="653315" y="65122"/>
                </a:cubicBezTo>
                <a:close/>
                <a:moveTo>
                  <a:pt x="738006" y="81291"/>
                </a:moveTo>
                <a:cubicBezTo>
                  <a:pt x="738006" y="88009"/>
                  <a:pt x="735227" y="93519"/>
                  <a:pt x="729668" y="97821"/>
                </a:cubicBezTo>
                <a:cubicBezTo>
                  <a:pt x="724110" y="102123"/>
                  <a:pt x="716519" y="104274"/>
                  <a:pt x="706895" y="104274"/>
                </a:cubicBezTo>
                <a:cubicBezTo>
                  <a:pt x="701447" y="104274"/>
                  <a:pt x="696448" y="103624"/>
                  <a:pt x="691900" y="102324"/>
                </a:cubicBezTo>
                <a:cubicBezTo>
                  <a:pt x="687352" y="101023"/>
                  <a:pt x="683540" y="99601"/>
                  <a:pt x="680464" y="98058"/>
                </a:cubicBezTo>
                <a:lnTo>
                  <a:pt x="680464" y="84105"/>
                </a:lnTo>
                <a:lnTo>
                  <a:pt x="681123" y="84105"/>
                </a:lnTo>
                <a:cubicBezTo>
                  <a:pt x="685034" y="87089"/>
                  <a:pt x="689384" y="89461"/>
                  <a:pt x="694174" y="91222"/>
                </a:cubicBezTo>
                <a:cubicBezTo>
                  <a:pt x="698964" y="92981"/>
                  <a:pt x="703556" y="93860"/>
                  <a:pt x="707950" y="93860"/>
                </a:cubicBezTo>
                <a:cubicBezTo>
                  <a:pt x="713399" y="93860"/>
                  <a:pt x="717661" y="92978"/>
                  <a:pt x="720737" y="91213"/>
                </a:cubicBezTo>
                <a:cubicBezTo>
                  <a:pt x="723813" y="89447"/>
                  <a:pt x="725351" y="86667"/>
                  <a:pt x="725351" y="82871"/>
                </a:cubicBezTo>
                <a:cubicBezTo>
                  <a:pt x="725351" y="79974"/>
                  <a:pt x="724516" y="77779"/>
                  <a:pt x="722846" y="76286"/>
                </a:cubicBezTo>
                <a:cubicBezTo>
                  <a:pt x="721176" y="74793"/>
                  <a:pt x="717969" y="73520"/>
                  <a:pt x="713223" y="72465"/>
                </a:cubicBezTo>
                <a:cubicBezTo>
                  <a:pt x="711465" y="72071"/>
                  <a:pt x="709169" y="71610"/>
                  <a:pt x="706335" y="71083"/>
                </a:cubicBezTo>
                <a:cubicBezTo>
                  <a:pt x="703501" y="70556"/>
                  <a:pt x="700919" y="69985"/>
                  <a:pt x="698590" y="69371"/>
                </a:cubicBezTo>
                <a:cubicBezTo>
                  <a:pt x="692131" y="67659"/>
                  <a:pt x="687550" y="65145"/>
                  <a:pt x="684847" y="61831"/>
                </a:cubicBezTo>
                <a:cubicBezTo>
                  <a:pt x="682145" y="58516"/>
                  <a:pt x="680794" y="54443"/>
                  <a:pt x="680794" y="49614"/>
                </a:cubicBezTo>
                <a:cubicBezTo>
                  <a:pt x="680794" y="46585"/>
                  <a:pt x="681420" y="43731"/>
                  <a:pt x="682672" y="41054"/>
                </a:cubicBezTo>
                <a:cubicBezTo>
                  <a:pt x="683925" y="38374"/>
                  <a:pt x="685825" y="35981"/>
                  <a:pt x="688374" y="33873"/>
                </a:cubicBezTo>
                <a:cubicBezTo>
                  <a:pt x="690835" y="31811"/>
                  <a:pt x="693965" y="30176"/>
                  <a:pt x="697766" y="28969"/>
                </a:cubicBezTo>
                <a:cubicBezTo>
                  <a:pt x="701567" y="27760"/>
                  <a:pt x="705819" y="27156"/>
                  <a:pt x="710521" y="27156"/>
                </a:cubicBezTo>
                <a:cubicBezTo>
                  <a:pt x="714915" y="27156"/>
                  <a:pt x="719364" y="27692"/>
                  <a:pt x="723868" y="28765"/>
                </a:cubicBezTo>
                <a:cubicBezTo>
                  <a:pt x="728372" y="29837"/>
                  <a:pt x="732118" y="31140"/>
                  <a:pt x="735106" y="32674"/>
                </a:cubicBezTo>
                <a:lnTo>
                  <a:pt x="735106" y="45875"/>
                </a:lnTo>
                <a:lnTo>
                  <a:pt x="734447" y="45875"/>
                </a:lnTo>
                <a:cubicBezTo>
                  <a:pt x="731283" y="43547"/>
                  <a:pt x="727438" y="41580"/>
                  <a:pt x="722912" y="39976"/>
                </a:cubicBezTo>
                <a:cubicBezTo>
                  <a:pt x="718386" y="38372"/>
                  <a:pt x="713948" y="37570"/>
                  <a:pt x="709598" y="37570"/>
                </a:cubicBezTo>
                <a:cubicBezTo>
                  <a:pt x="705072" y="37570"/>
                  <a:pt x="701249" y="38442"/>
                  <a:pt x="698129" y="40186"/>
                </a:cubicBezTo>
                <a:cubicBezTo>
                  <a:pt x="695009" y="41930"/>
                  <a:pt x="693449" y="44524"/>
                  <a:pt x="693449" y="47966"/>
                </a:cubicBezTo>
                <a:cubicBezTo>
                  <a:pt x="693449" y="50995"/>
                  <a:pt x="694394" y="53278"/>
                  <a:pt x="696283" y="54815"/>
                </a:cubicBezTo>
                <a:cubicBezTo>
                  <a:pt x="698129" y="56352"/>
                  <a:pt x="701117" y="57603"/>
                  <a:pt x="705247" y="58570"/>
                </a:cubicBezTo>
                <a:cubicBezTo>
                  <a:pt x="707532" y="59097"/>
                  <a:pt x="710092" y="59625"/>
                  <a:pt x="712926" y="60152"/>
                </a:cubicBezTo>
                <a:cubicBezTo>
                  <a:pt x="715761" y="60678"/>
                  <a:pt x="718122" y="61160"/>
                  <a:pt x="720012" y="61600"/>
                </a:cubicBezTo>
                <a:cubicBezTo>
                  <a:pt x="725768" y="62917"/>
                  <a:pt x="730207" y="65178"/>
                  <a:pt x="733326" y="68383"/>
                </a:cubicBezTo>
                <a:cubicBezTo>
                  <a:pt x="736446" y="71632"/>
                  <a:pt x="738006" y="75935"/>
                  <a:pt x="738006" y="81291"/>
                </a:cubicBezTo>
                <a:close/>
                <a:moveTo>
                  <a:pt x="769052" y="16610"/>
                </a:moveTo>
                <a:lnTo>
                  <a:pt x="755078" y="16610"/>
                </a:lnTo>
                <a:lnTo>
                  <a:pt x="755078" y="3691"/>
                </a:lnTo>
                <a:lnTo>
                  <a:pt x="769052" y="3691"/>
                </a:lnTo>
                <a:lnTo>
                  <a:pt x="769052" y="16610"/>
                </a:lnTo>
                <a:moveTo>
                  <a:pt x="768261" y="102561"/>
                </a:moveTo>
                <a:lnTo>
                  <a:pt x="755869" y="102561"/>
                </a:lnTo>
                <a:lnTo>
                  <a:pt x="755869" y="28870"/>
                </a:lnTo>
                <a:lnTo>
                  <a:pt x="768261" y="28870"/>
                </a:lnTo>
                <a:lnTo>
                  <a:pt x="768261" y="102561"/>
                </a:lnTo>
                <a:close/>
                <a:moveTo>
                  <a:pt x="852496" y="102561"/>
                </a:moveTo>
                <a:lnTo>
                  <a:pt x="840104" y="102561"/>
                </a:lnTo>
                <a:lnTo>
                  <a:pt x="840104" y="94890"/>
                </a:lnTo>
                <a:cubicBezTo>
                  <a:pt x="836545" y="97974"/>
                  <a:pt x="832832" y="100375"/>
                  <a:pt x="828965" y="102093"/>
                </a:cubicBezTo>
                <a:cubicBezTo>
                  <a:pt x="825098" y="103811"/>
                  <a:pt x="820902" y="104670"/>
                  <a:pt x="816376" y="104670"/>
                </a:cubicBezTo>
                <a:cubicBezTo>
                  <a:pt x="807587" y="104670"/>
                  <a:pt x="800611" y="101278"/>
                  <a:pt x="795448" y="94495"/>
                </a:cubicBezTo>
                <a:cubicBezTo>
                  <a:pt x="790285" y="87710"/>
                  <a:pt x="787703" y="78304"/>
                  <a:pt x="787703" y="66278"/>
                </a:cubicBezTo>
                <a:cubicBezTo>
                  <a:pt x="787703" y="60021"/>
                  <a:pt x="788593" y="54448"/>
                  <a:pt x="790373" y="49558"/>
                </a:cubicBezTo>
                <a:cubicBezTo>
                  <a:pt x="792153" y="44668"/>
                  <a:pt x="794558" y="40506"/>
                  <a:pt x="797590" y="37070"/>
                </a:cubicBezTo>
                <a:cubicBezTo>
                  <a:pt x="800579" y="33722"/>
                  <a:pt x="804061" y="31167"/>
                  <a:pt x="808038" y="29405"/>
                </a:cubicBezTo>
                <a:cubicBezTo>
                  <a:pt x="812014" y="27642"/>
                  <a:pt x="816134" y="26761"/>
                  <a:pt x="820396" y="26761"/>
                </a:cubicBezTo>
                <a:cubicBezTo>
                  <a:pt x="824263" y="26761"/>
                  <a:pt x="827691" y="27169"/>
                  <a:pt x="830679" y="27984"/>
                </a:cubicBezTo>
                <a:cubicBezTo>
                  <a:pt x="833667" y="28798"/>
                  <a:pt x="836809" y="30065"/>
                  <a:pt x="840104" y="31782"/>
                </a:cubicBezTo>
                <a:lnTo>
                  <a:pt x="840104" y="0"/>
                </a:lnTo>
                <a:lnTo>
                  <a:pt x="852496" y="0"/>
                </a:lnTo>
                <a:lnTo>
                  <a:pt x="852496" y="102561"/>
                </a:lnTo>
                <a:moveTo>
                  <a:pt x="840104" y="84435"/>
                </a:moveTo>
                <a:lnTo>
                  <a:pt x="840104" y="42184"/>
                </a:lnTo>
                <a:cubicBezTo>
                  <a:pt x="836765" y="40690"/>
                  <a:pt x="833777" y="39658"/>
                  <a:pt x="831140" y="39086"/>
                </a:cubicBezTo>
                <a:cubicBezTo>
                  <a:pt x="828504" y="38515"/>
                  <a:pt x="825625" y="38230"/>
                  <a:pt x="822506" y="38230"/>
                </a:cubicBezTo>
                <a:cubicBezTo>
                  <a:pt x="815563" y="38230"/>
                  <a:pt x="810158" y="40646"/>
                  <a:pt x="806291" y="45480"/>
                </a:cubicBezTo>
                <a:cubicBezTo>
                  <a:pt x="802424" y="50314"/>
                  <a:pt x="800491" y="57169"/>
                  <a:pt x="800491" y="66045"/>
                </a:cubicBezTo>
                <a:cubicBezTo>
                  <a:pt x="800491" y="74789"/>
                  <a:pt x="801985" y="81436"/>
                  <a:pt x="804973" y="85984"/>
                </a:cubicBezTo>
                <a:cubicBezTo>
                  <a:pt x="807961" y="90532"/>
                  <a:pt x="812750" y="92806"/>
                  <a:pt x="819342" y="92806"/>
                </a:cubicBezTo>
                <a:cubicBezTo>
                  <a:pt x="822857" y="92806"/>
                  <a:pt x="826416" y="92026"/>
                  <a:pt x="830020" y="90466"/>
                </a:cubicBezTo>
                <a:cubicBezTo>
                  <a:pt x="833623" y="88906"/>
                  <a:pt x="836984" y="86895"/>
                  <a:pt x="840104" y="84435"/>
                </a:cubicBezTo>
                <a:close/>
                <a:moveTo>
                  <a:pt x="934090" y="102561"/>
                </a:moveTo>
                <a:lnTo>
                  <a:pt x="921764" y="102561"/>
                </a:lnTo>
                <a:lnTo>
                  <a:pt x="921764" y="94771"/>
                </a:lnTo>
                <a:cubicBezTo>
                  <a:pt x="920666" y="95519"/>
                  <a:pt x="919183" y="96564"/>
                  <a:pt x="917315" y="97906"/>
                </a:cubicBezTo>
                <a:cubicBezTo>
                  <a:pt x="915448" y="99247"/>
                  <a:pt x="913635" y="100314"/>
                  <a:pt x="911877" y="101106"/>
                </a:cubicBezTo>
                <a:cubicBezTo>
                  <a:pt x="909812" y="102119"/>
                  <a:pt x="907439" y="102965"/>
                  <a:pt x="904759" y="103646"/>
                </a:cubicBezTo>
                <a:cubicBezTo>
                  <a:pt x="902078" y="104329"/>
                  <a:pt x="898936" y="104670"/>
                  <a:pt x="895333" y="104670"/>
                </a:cubicBezTo>
                <a:cubicBezTo>
                  <a:pt x="888698" y="104670"/>
                  <a:pt x="883073" y="102470"/>
                  <a:pt x="878460" y="98070"/>
                </a:cubicBezTo>
                <a:cubicBezTo>
                  <a:pt x="873846" y="93671"/>
                  <a:pt x="871539" y="88060"/>
                  <a:pt x="871539" y="81240"/>
                </a:cubicBezTo>
                <a:cubicBezTo>
                  <a:pt x="871539" y="75652"/>
                  <a:pt x="872736" y="71132"/>
                  <a:pt x="875131" y="67678"/>
                </a:cubicBezTo>
                <a:cubicBezTo>
                  <a:pt x="877526" y="64223"/>
                  <a:pt x="880942" y="61506"/>
                  <a:pt x="885380" y="59528"/>
                </a:cubicBezTo>
                <a:cubicBezTo>
                  <a:pt x="889862" y="57548"/>
                  <a:pt x="895245" y="56205"/>
                  <a:pt x="901529" y="55501"/>
                </a:cubicBezTo>
                <a:cubicBezTo>
                  <a:pt x="907813" y="54796"/>
                  <a:pt x="914558" y="54268"/>
                  <a:pt x="921764" y="53917"/>
                </a:cubicBezTo>
                <a:lnTo>
                  <a:pt x="921764" y="51989"/>
                </a:lnTo>
                <a:cubicBezTo>
                  <a:pt x="921764" y="49153"/>
                  <a:pt x="921270" y="46805"/>
                  <a:pt x="920281" y="44944"/>
                </a:cubicBezTo>
                <a:cubicBezTo>
                  <a:pt x="919293" y="43084"/>
                  <a:pt x="917876" y="41621"/>
                  <a:pt x="916030" y="40557"/>
                </a:cubicBezTo>
                <a:cubicBezTo>
                  <a:pt x="914272" y="39538"/>
                  <a:pt x="912163" y="38852"/>
                  <a:pt x="909702" y="38497"/>
                </a:cubicBezTo>
                <a:cubicBezTo>
                  <a:pt x="907242" y="38143"/>
                  <a:pt x="904671" y="37966"/>
                  <a:pt x="901990" y="37966"/>
                </a:cubicBezTo>
                <a:cubicBezTo>
                  <a:pt x="898739" y="37966"/>
                  <a:pt x="895114" y="38406"/>
                  <a:pt x="891115" y="39286"/>
                </a:cubicBezTo>
                <a:cubicBezTo>
                  <a:pt x="887116" y="40165"/>
                  <a:pt x="882986" y="41439"/>
                  <a:pt x="878723" y="43107"/>
                </a:cubicBezTo>
                <a:lnTo>
                  <a:pt x="878064" y="43107"/>
                </a:lnTo>
                <a:lnTo>
                  <a:pt x="878064" y="30518"/>
                </a:lnTo>
                <a:cubicBezTo>
                  <a:pt x="880481" y="29859"/>
                  <a:pt x="883974" y="29134"/>
                  <a:pt x="888544" y="28343"/>
                </a:cubicBezTo>
                <a:cubicBezTo>
                  <a:pt x="893114" y="27552"/>
                  <a:pt x="897618" y="27156"/>
                  <a:pt x="902056" y="27156"/>
                </a:cubicBezTo>
                <a:cubicBezTo>
                  <a:pt x="907242" y="27156"/>
                  <a:pt x="911757" y="27585"/>
                  <a:pt x="915602" y="28441"/>
                </a:cubicBezTo>
                <a:cubicBezTo>
                  <a:pt x="919446" y="29298"/>
                  <a:pt x="922775" y="30759"/>
                  <a:pt x="925587" y="32825"/>
                </a:cubicBezTo>
                <a:cubicBezTo>
                  <a:pt x="928356" y="34846"/>
                  <a:pt x="930465" y="37461"/>
                  <a:pt x="931915" y="40668"/>
                </a:cubicBezTo>
                <a:cubicBezTo>
                  <a:pt x="933365" y="43876"/>
                  <a:pt x="934090" y="47853"/>
                  <a:pt x="934090" y="52599"/>
                </a:cubicBezTo>
                <a:lnTo>
                  <a:pt x="934090" y="102561"/>
                </a:lnTo>
                <a:moveTo>
                  <a:pt x="921764" y="84527"/>
                </a:moveTo>
                <a:lnTo>
                  <a:pt x="921764" y="63936"/>
                </a:lnTo>
                <a:cubicBezTo>
                  <a:pt x="917985" y="64157"/>
                  <a:pt x="913536" y="64488"/>
                  <a:pt x="908417" y="64931"/>
                </a:cubicBezTo>
                <a:cubicBezTo>
                  <a:pt x="903298" y="65371"/>
                  <a:pt x="899244" y="66011"/>
                  <a:pt x="896256" y="66848"/>
                </a:cubicBezTo>
                <a:cubicBezTo>
                  <a:pt x="892697" y="67864"/>
                  <a:pt x="889819" y="69443"/>
                  <a:pt x="887621" y="71584"/>
                </a:cubicBezTo>
                <a:cubicBezTo>
                  <a:pt x="885424" y="73724"/>
                  <a:pt x="884326" y="76671"/>
                  <a:pt x="884326" y="80422"/>
                </a:cubicBezTo>
                <a:cubicBezTo>
                  <a:pt x="884326" y="84660"/>
                  <a:pt x="885600" y="87849"/>
                  <a:pt x="888149" y="89990"/>
                </a:cubicBezTo>
                <a:cubicBezTo>
                  <a:pt x="890697" y="92131"/>
                  <a:pt x="894586" y="93201"/>
                  <a:pt x="899815" y="93201"/>
                </a:cubicBezTo>
                <a:cubicBezTo>
                  <a:pt x="904166" y="93201"/>
                  <a:pt x="908142" y="92352"/>
                  <a:pt x="911746" y="90653"/>
                </a:cubicBezTo>
                <a:cubicBezTo>
                  <a:pt x="915349" y="88953"/>
                  <a:pt x="918688" y="86911"/>
                  <a:pt x="921764" y="84527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16786D-2943-4645-8D15-71651D523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493" y="2784659"/>
            <a:ext cx="1079798" cy="255692"/>
          </a:xfrm>
          <a:custGeom xmlns:a="http://schemas.openxmlformats.org/drawingml/2006/main">
            <a:pathLst>
              <a:path w="1079798" h="255692">
                <a:moveTo>
                  <a:pt x="0" y="0"/>
                </a:moveTo>
                <a:lnTo>
                  <a:pt x="1079798" y="0"/>
                </a:lnTo>
                <a:lnTo>
                  <a:pt x="1079798" y="255692"/>
                </a:lnTo>
                <a:lnTo>
                  <a:pt x="0" y="255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6A355E-C02C-4431-B4C7-8D32F1AF1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33492" y="2784662"/>
            <a:ext cx="1079800" cy="255690"/>
          </a:xfrm>
          <a:custGeom xmlns:a="http://schemas.openxmlformats.org/drawingml/2006/main">
            <a:pathLst>
              <a:path w="1079800" h="255690" fill="none">
                <a:moveTo>
                  <a:pt x="0" y="0"/>
                </a:moveTo>
                <a:lnTo>
                  <a:pt x="1079800" y="0"/>
                </a:lnTo>
                <a:lnTo>
                  <a:pt x="1079800" y="255690"/>
                </a:lnTo>
                <a:lnTo>
                  <a:pt x="0" y="2556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1" name="Text Liliopsida">
            <a:extLst xmlns:a="http://schemas.openxmlformats.org/drawingml/2006/main">
              <a:ext uri="{FF2B5EF4-FFF2-40B4-BE49-F238E27FC236}">
                <a16:creationId xmlns:a16="http://schemas.microsoft.com/office/drawing/2014/main" id="{953C3A0D-B5E7-43C0-9F36-A40047528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4170" y="2839586"/>
            <a:ext cx="599977" cy="129717"/>
          </a:xfrm>
          <a:custGeom xmlns:a="http://schemas.openxmlformats.org/drawingml/2006/main">
            <a:pathLst>
              <a:path w="599977" h="129717">
                <a:moveTo>
                  <a:pt x="62090" y="102561"/>
                </a:moveTo>
                <a:lnTo>
                  <a:pt x="0" y="102561"/>
                </a:lnTo>
                <a:lnTo>
                  <a:pt x="0" y="4350"/>
                </a:lnTo>
                <a:lnTo>
                  <a:pt x="13051" y="4350"/>
                </a:lnTo>
                <a:lnTo>
                  <a:pt x="13051" y="90960"/>
                </a:lnTo>
                <a:lnTo>
                  <a:pt x="62090" y="90960"/>
                </a:lnTo>
                <a:lnTo>
                  <a:pt x="62090" y="102561"/>
                </a:lnTo>
                <a:close/>
                <a:moveTo>
                  <a:pt x="87461" y="16610"/>
                </a:moveTo>
                <a:lnTo>
                  <a:pt x="73488" y="16610"/>
                </a:lnTo>
                <a:lnTo>
                  <a:pt x="73488" y="3691"/>
                </a:lnTo>
                <a:lnTo>
                  <a:pt x="87461" y="3691"/>
                </a:lnTo>
                <a:lnTo>
                  <a:pt x="87461" y="16610"/>
                </a:lnTo>
                <a:moveTo>
                  <a:pt x="86670" y="102561"/>
                </a:moveTo>
                <a:lnTo>
                  <a:pt x="74279" y="102561"/>
                </a:lnTo>
                <a:lnTo>
                  <a:pt x="74279" y="28870"/>
                </a:lnTo>
                <a:lnTo>
                  <a:pt x="86670" y="28870"/>
                </a:lnTo>
                <a:lnTo>
                  <a:pt x="86670" y="102561"/>
                </a:lnTo>
                <a:close/>
                <a:moveTo>
                  <a:pt x="123711" y="102561"/>
                </a:moveTo>
                <a:lnTo>
                  <a:pt x="111320" y="102561"/>
                </a:lnTo>
                <a:lnTo>
                  <a:pt x="111320" y="0"/>
                </a:lnTo>
                <a:lnTo>
                  <a:pt x="123711" y="0"/>
                </a:lnTo>
                <a:lnTo>
                  <a:pt x="123711" y="102561"/>
                </a:lnTo>
                <a:close/>
                <a:moveTo>
                  <a:pt x="161544" y="16610"/>
                </a:moveTo>
                <a:lnTo>
                  <a:pt x="147570" y="16610"/>
                </a:lnTo>
                <a:lnTo>
                  <a:pt x="147570" y="3691"/>
                </a:lnTo>
                <a:lnTo>
                  <a:pt x="161544" y="3691"/>
                </a:lnTo>
                <a:lnTo>
                  <a:pt x="161544" y="16610"/>
                </a:lnTo>
                <a:moveTo>
                  <a:pt x="160753" y="102561"/>
                </a:moveTo>
                <a:lnTo>
                  <a:pt x="148361" y="102561"/>
                </a:lnTo>
                <a:lnTo>
                  <a:pt x="148361" y="28870"/>
                </a:lnTo>
                <a:lnTo>
                  <a:pt x="160753" y="28870"/>
                </a:lnTo>
                <a:lnTo>
                  <a:pt x="160753" y="102561"/>
                </a:lnTo>
                <a:close/>
                <a:moveTo>
                  <a:pt x="248020" y="65748"/>
                </a:moveTo>
                <a:cubicBezTo>
                  <a:pt x="248020" y="77775"/>
                  <a:pt x="244944" y="87268"/>
                  <a:pt x="238792" y="94229"/>
                </a:cubicBezTo>
                <a:cubicBezTo>
                  <a:pt x="232640" y="101190"/>
                  <a:pt x="224401" y="104670"/>
                  <a:pt x="214074" y="104670"/>
                </a:cubicBezTo>
                <a:cubicBezTo>
                  <a:pt x="203660" y="104670"/>
                  <a:pt x="195388" y="101190"/>
                  <a:pt x="189258" y="94229"/>
                </a:cubicBezTo>
                <a:cubicBezTo>
                  <a:pt x="183128" y="87268"/>
                  <a:pt x="180063" y="77775"/>
                  <a:pt x="180063" y="65748"/>
                </a:cubicBezTo>
                <a:cubicBezTo>
                  <a:pt x="180063" y="53722"/>
                  <a:pt x="183128" y="44217"/>
                  <a:pt x="189258" y="37235"/>
                </a:cubicBezTo>
                <a:cubicBezTo>
                  <a:pt x="195388" y="30252"/>
                  <a:pt x="203660" y="26761"/>
                  <a:pt x="214074" y="26761"/>
                </a:cubicBezTo>
                <a:cubicBezTo>
                  <a:pt x="224401" y="26761"/>
                  <a:pt x="232640" y="30252"/>
                  <a:pt x="238792" y="37235"/>
                </a:cubicBezTo>
                <a:cubicBezTo>
                  <a:pt x="244944" y="44217"/>
                  <a:pt x="248020" y="53722"/>
                  <a:pt x="248020" y="65748"/>
                </a:cubicBezTo>
                <a:moveTo>
                  <a:pt x="235232" y="65748"/>
                </a:moveTo>
                <a:cubicBezTo>
                  <a:pt x="235232" y="56224"/>
                  <a:pt x="233365" y="49146"/>
                  <a:pt x="229630" y="44516"/>
                </a:cubicBezTo>
                <a:cubicBezTo>
                  <a:pt x="225895" y="39886"/>
                  <a:pt x="220710" y="37570"/>
                  <a:pt x="214074" y="37570"/>
                </a:cubicBezTo>
                <a:cubicBezTo>
                  <a:pt x="207351" y="37570"/>
                  <a:pt x="202133" y="39886"/>
                  <a:pt x="198420" y="44516"/>
                </a:cubicBezTo>
                <a:cubicBezTo>
                  <a:pt x="194707" y="49146"/>
                  <a:pt x="192850" y="56224"/>
                  <a:pt x="192850" y="65748"/>
                </a:cubicBezTo>
                <a:cubicBezTo>
                  <a:pt x="192850" y="74965"/>
                  <a:pt x="194718" y="81955"/>
                  <a:pt x="198453" y="86717"/>
                </a:cubicBezTo>
                <a:cubicBezTo>
                  <a:pt x="202188" y="91479"/>
                  <a:pt x="207395" y="93860"/>
                  <a:pt x="214074" y="93860"/>
                </a:cubicBezTo>
                <a:cubicBezTo>
                  <a:pt x="220666" y="93860"/>
                  <a:pt x="225840" y="91501"/>
                  <a:pt x="229597" y="86783"/>
                </a:cubicBezTo>
                <a:cubicBezTo>
                  <a:pt x="233354" y="82064"/>
                  <a:pt x="235232" y="75053"/>
                  <a:pt x="235232" y="65748"/>
                </a:cubicBezTo>
                <a:close/>
                <a:moveTo>
                  <a:pt x="331988" y="64793"/>
                </a:moveTo>
                <a:cubicBezTo>
                  <a:pt x="331988" y="70778"/>
                  <a:pt x="331131" y="76247"/>
                  <a:pt x="329418" y="81199"/>
                </a:cubicBezTo>
                <a:cubicBezTo>
                  <a:pt x="327704" y="86150"/>
                  <a:pt x="325287" y="90343"/>
                  <a:pt x="322167" y="93778"/>
                </a:cubicBezTo>
                <a:cubicBezTo>
                  <a:pt x="319267" y="97035"/>
                  <a:pt x="315850" y="99555"/>
                  <a:pt x="311918" y="101337"/>
                </a:cubicBezTo>
                <a:cubicBezTo>
                  <a:pt x="307985" y="103120"/>
                  <a:pt x="303821" y="104011"/>
                  <a:pt x="299427" y="104011"/>
                </a:cubicBezTo>
                <a:cubicBezTo>
                  <a:pt x="295604" y="104011"/>
                  <a:pt x="292144" y="103593"/>
                  <a:pt x="289046" y="102756"/>
                </a:cubicBezTo>
                <a:cubicBezTo>
                  <a:pt x="285948" y="101920"/>
                  <a:pt x="282795" y="100622"/>
                  <a:pt x="279587" y="98861"/>
                </a:cubicBezTo>
                <a:lnTo>
                  <a:pt x="279587" y="129717"/>
                </a:lnTo>
                <a:lnTo>
                  <a:pt x="267196" y="129717"/>
                </a:lnTo>
                <a:lnTo>
                  <a:pt x="267196" y="28870"/>
                </a:lnTo>
                <a:lnTo>
                  <a:pt x="279587" y="28870"/>
                </a:lnTo>
                <a:lnTo>
                  <a:pt x="279587" y="36532"/>
                </a:lnTo>
                <a:cubicBezTo>
                  <a:pt x="282883" y="33760"/>
                  <a:pt x="286585" y="31438"/>
                  <a:pt x="290694" y="29568"/>
                </a:cubicBezTo>
                <a:cubicBezTo>
                  <a:pt x="294802" y="27697"/>
                  <a:pt x="299185" y="26761"/>
                  <a:pt x="303843" y="26761"/>
                </a:cubicBezTo>
                <a:cubicBezTo>
                  <a:pt x="312720" y="26761"/>
                  <a:pt x="319629" y="30117"/>
                  <a:pt x="324573" y="36831"/>
                </a:cubicBezTo>
                <a:cubicBezTo>
                  <a:pt x="329516" y="43543"/>
                  <a:pt x="331988" y="52864"/>
                  <a:pt x="331988" y="64793"/>
                </a:cubicBezTo>
                <a:moveTo>
                  <a:pt x="319201" y="65122"/>
                </a:moveTo>
                <a:cubicBezTo>
                  <a:pt x="319201" y="56246"/>
                  <a:pt x="317685" y="49611"/>
                  <a:pt x="314653" y="45216"/>
                </a:cubicBezTo>
                <a:cubicBezTo>
                  <a:pt x="311621" y="40822"/>
                  <a:pt x="306963" y="38625"/>
                  <a:pt x="300679" y="38625"/>
                </a:cubicBezTo>
                <a:cubicBezTo>
                  <a:pt x="297120" y="38625"/>
                  <a:pt x="293539" y="39394"/>
                  <a:pt x="289936" y="40932"/>
                </a:cubicBezTo>
                <a:cubicBezTo>
                  <a:pt x="286332" y="42470"/>
                  <a:pt x="282883" y="44491"/>
                  <a:pt x="279587" y="46996"/>
                </a:cubicBezTo>
                <a:lnTo>
                  <a:pt x="279587" y="88719"/>
                </a:lnTo>
                <a:cubicBezTo>
                  <a:pt x="283103" y="90301"/>
                  <a:pt x="286124" y="91377"/>
                  <a:pt x="288650" y="91949"/>
                </a:cubicBezTo>
                <a:cubicBezTo>
                  <a:pt x="291177" y="92520"/>
                  <a:pt x="294044" y="92806"/>
                  <a:pt x="297252" y="92806"/>
                </a:cubicBezTo>
                <a:cubicBezTo>
                  <a:pt x="304151" y="92806"/>
                  <a:pt x="309534" y="90477"/>
                  <a:pt x="313401" y="85819"/>
                </a:cubicBezTo>
                <a:cubicBezTo>
                  <a:pt x="317268" y="81161"/>
                  <a:pt x="319201" y="74262"/>
                  <a:pt x="319201" y="65122"/>
                </a:cubicBezTo>
                <a:close/>
                <a:moveTo>
                  <a:pt x="403893" y="81291"/>
                </a:moveTo>
                <a:cubicBezTo>
                  <a:pt x="403893" y="88009"/>
                  <a:pt x="401114" y="93519"/>
                  <a:pt x="395555" y="97821"/>
                </a:cubicBezTo>
                <a:cubicBezTo>
                  <a:pt x="389996" y="102123"/>
                  <a:pt x="382405" y="104274"/>
                  <a:pt x="372782" y="104274"/>
                </a:cubicBezTo>
                <a:cubicBezTo>
                  <a:pt x="367333" y="104274"/>
                  <a:pt x="362335" y="103624"/>
                  <a:pt x="357787" y="102324"/>
                </a:cubicBezTo>
                <a:cubicBezTo>
                  <a:pt x="353239" y="101023"/>
                  <a:pt x="349427" y="99601"/>
                  <a:pt x="346351" y="98058"/>
                </a:cubicBezTo>
                <a:lnTo>
                  <a:pt x="346351" y="84105"/>
                </a:lnTo>
                <a:lnTo>
                  <a:pt x="347010" y="84105"/>
                </a:lnTo>
                <a:cubicBezTo>
                  <a:pt x="350921" y="87089"/>
                  <a:pt x="355271" y="89461"/>
                  <a:pt x="360061" y="91222"/>
                </a:cubicBezTo>
                <a:cubicBezTo>
                  <a:pt x="364851" y="92981"/>
                  <a:pt x="369443" y="93860"/>
                  <a:pt x="373837" y="93860"/>
                </a:cubicBezTo>
                <a:cubicBezTo>
                  <a:pt x="379286" y="93860"/>
                  <a:pt x="383548" y="92978"/>
                  <a:pt x="386624" y="91213"/>
                </a:cubicBezTo>
                <a:cubicBezTo>
                  <a:pt x="389700" y="89447"/>
                  <a:pt x="391238" y="86667"/>
                  <a:pt x="391238" y="82871"/>
                </a:cubicBezTo>
                <a:cubicBezTo>
                  <a:pt x="391238" y="79974"/>
                  <a:pt x="390403" y="77779"/>
                  <a:pt x="388733" y="76286"/>
                </a:cubicBezTo>
                <a:cubicBezTo>
                  <a:pt x="387063" y="74793"/>
                  <a:pt x="383856" y="73520"/>
                  <a:pt x="379110" y="72465"/>
                </a:cubicBezTo>
                <a:cubicBezTo>
                  <a:pt x="377352" y="72071"/>
                  <a:pt x="375056" y="71610"/>
                  <a:pt x="372222" y="71083"/>
                </a:cubicBezTo>
                <a:cubicBezTo>
                  <a:pt x="369388" y="70556"/>
                  <a:pt x="366806" y="69985"/>
                  <a:pt x="364477" y="69371"/>
                </a:cubicBezTo>
                <a:cubicBezTo>
                  <a:pt x="358018" y="67659"/>
                  <a:pt x="353437" y="65145"/>
                  <a:pt x="350734" y="61831"/>
                </a:cubicBezTo>
                <a:cubicBezTo>
                  <a:pt x="348032" y="58516"/>
                  <a:pt x="346681" y="54443"/>
                  <a:pt x="346681" y="49614"/>
                </a:cubicBezTo>
                <a:cubicBezTo>
                  <a:pt x="346681" y="46585"/>
                  <a:pt x="347307" y="43731"/>
                  <a:pt x="348559" y="41054"/>
                </a:cubicBezTo>
                <a:cubicBezTo>
                  <a:pt x="349811" y="38374"/>
                  <a:pt x="351712" y="35981"/>
                  <a:pt x="354261" y="33873"/>
                </a:cubicBezTo>
                <a:cubicBezTo>
                  <a:pt x="356721" y="31811"/>
                  <a:pt x="359852" y="30176"/>
                  <a:pt x="363653" y="28969"/>
                </a:cubicBezTo>
                <a:cubicBezTo>
                  <a:pt x="367454" y="27760"/>
                  <a:pt x="371706" y="27156"/>
                  <a:pt x="376407" y="27156"/>
                </a:cubicBezTo>
                <a:cubicBezTo>
                  <a:pt x="380802" y="27156"/>
                  <a:pt x="385251" y="27692"/>
                  <a:pt x="389755" y="28765"/>
                </a:cubicBezTo>
                <a:cubicBezTo>
                  <a:pt x="394259" y="29837"/>
                  <a:pt x="398005" y="31140"/>
                  <a:pt x="400993" y="32674"/>
                </a:cubicBezTo>
                <a:lnTo>
                  <a:pt x="400993" y="45875"/>
                </a:lnTo>
                <a:lnTo>
                  <a:pt x="400334" y="45875"/>
                </a:lnTo>
                <a:cubicBezTo>
                  <a:pt x="397170" y="43547"/>
                  <a:pt x="393325" y="41580"/>
                  <a:pt x="388799" y="39976"/>
                </a:cubicBezTo>
                <a:cubicBezTo>
                  <a:pt x="384273" y="38372"/>
                  <a:pt x="379835" y="37570"/>
                  <a:pt x="375485" y="37570"/>
                </a:cubicBezTo>
                <a:cubicBezTo>
                  <a:pt x="370959" y="37570"/>
                  <a:pt x="367136" y="38442"/>
                  <a:pt x="364016" y="40186"/>
                </a:cubicBezTo>
                <a:cubicBezTo>
                  <a:pt x="360896" y="41930"/>
                  <a:pt x="359336" y="44524"/>
                  <a:pt x="359336" y="47966"/>
                </a:cubicBezTo>
                <a:cubicBezTo>
                  <a:pt x="359336" y="50995"/>
                  <a:pt x="360281" y="53278"/>
                  <a:pt x="362170" y="54815"/>
                </a:cubicBezTo>
                <a:cubicBezTo>
                  <a:pt x="364016" y="56352"/>
                  <a:pt x="367004" y="57603"/>
                  <a:pt x="371134" y="58570"/>
                </a:cubicBezTo>
                <a:cubicBezTo>
                  <a:pt x="373419" y="59097"/>
                  <a:pt x="375979" y="59625"/>
                  <a:pt x="378813" y="60152"/>
                </a:cubicBezTo>
                <a:cubicBezTo>
                  <a:pt x="381647" y="60678"/>
                  <a:pt x="384009" y="61160"/>
                  <a:pt x="385899" y="61600"/>
                </a:cubicBezTo>
                <a:cubicBezTo>
                  <a:pt x="391655" y="62917"/>
                  <a:pt x="396093" y="65178"/>
                  <a:pt x="399213" y="68383"/>
                </a:cubicBezTo>
                <a:cubicBezTo>
                  <a:pt x="402333" y="71632"/>
                  <a:pt x="403893" y="75935"/>
                  <a:pt x="403893" y="81291"/>
                </a:cubicBezTo>
                <a:close/>
                <a:moveTo>
                  <a:pt x="434939" y="16610"/>
                </a:moveTo>
                <a:lnTo>
                  <a:pt x="420965" y="16610"/>
                </a:lnTo>
                <a:lnTo>
                  <a:pt x="420965" y="3691"/>
                </a:lnTo>
                <a:lnTo>
                  <a:pt x="434939" y="3691"/>
                </a:lnTo>
                <a:lnTo>
                  <a:pt x="434939" y="16610"/>
                </a:lnTo>
                <a:moveTo>
                  <a:pt x="434148" y="102561"/>
                </a:moveTo>
                <a:lnTo>
                  <a:pt x="421756" y="102561"/>
                </a:lnTo>
                <a:lnTo>
                  <a:pt x="421756" y="28870"/>
                </a:lnTo>
                <a:lnTo>
                  <a:pt x="434148" y="28870"/>
                </a:lnTo>
                <a:lnTo>
                  <a:pt x="434148" y="102561"/>
                </a:lnTo>
                <a:close/>
                <a:moveTo>
                  <a:pt x="518382" y="102561"/>
                </a:moveTo>
                <a:lnTo>
                  <a:pt x="505991" y="102561"/>
                </a:lnTo>
                <a:lnTo>
                  <a:pt x="505991" y="94890"/>
                </a:lnTo>
                <a:cubicBezTo>
                  <a:pt x="502432" y="97974"/>
                  <a:pt x="498718" y="100375"/>
                  <a:pt x="494852" y="102093"/>
                </a:cubicBezTo>
                <a:cubicBezTo>
                  <a:pt x="490985" y="103811"/>
                  <a:pt x="486788" y="104670"/>
                  <a:pt x="482262" y="104670"/>
                </a:cubicBezTo>
                <a:cubicBezTo>
                  <a:pt x="473474" y="104670"/>
                  <a:pt x="466498" y="101278"/>
                  <a:pt x="461335" y="94495"/>
                </a:cubicBezTo>
                <a:cubicBezTo>
                  <a:pt x="456172" y="87710"/>
                  <a:pt x="453590" y="78304"/>
                  <a:pt x="453590" y="66278"/>
                </a:cubicBezTo>
                <a:cubicBezTo>
                  <a:pt x="453590" y="60021"/>
                  <a:pt x="454480" y="54448"/>
                  <a:pt x="456259" y="49558"/>
                </a:cubicBezTo>
                <a:cubicBezTo>
                  <a:pt x="458039" y="44668"/>
                  <a:pt x="460445" y="40506"/>
                  <a:pt x="463477" y="37070"/>
                </a:cubicBezTo>
                <a:cubicBezTo>
                  <a:pt x="466465" y="33722"/>
                  <a:pt x="469947" y="31167"/>
                  <a:pt x="473924" y="29405"/>
                </a:cubicBezTo>
                <a:cubicBezTo>
                  <a:pt x="477901" y="27642"/>
                  <a:pt x="482020" y="26761"/>
                  <a:pt x="486283" y="26761"/>
                </a:cubicBezTo>
                <a:cubicBezTo>
                  <a:pt x="490150" y="26761"/>
                  <a:pt x="493577" y="27169"/>
                  <a:pt x="496565" y="27984"/>
                </a:cubicBezTo>
                <a:cubicBezTo>
                  <a:pt x="499553" y="28798"/>
                  <a:pt x="502695" y="30065"/>
                  <a:pt x="505991" y="31782"/>
                </a:cubicBezTo>
                <a:lnTo>
                  <a:pt x="505991" y="0"/>
                </a:lnTo>
                <a:lnTo>
                  <a:pt x="518382" y="0"/>
                </a:lnTo>
                <a:lnTo>
                  <a:pt x="518382" y="102561"/>
                </a:lnTo>
                <a:moveTo>
                  <a:pt x="505991" y="84435"/>
                </a:moveTo>
                <a:lnTo>
                  <a:pt x="505991" y="42184"/>
                </a:lnTo>
                <a:cubicBezTo>
                  <a:pt x="502651" y="40690"/>
                  <a:pt x="499663" y="39658"/>
                  <a:pt x="497027" y="39086"/>
                </a:cubicBezTo>
                <a:cubicBezTo>
                  <a:pt x="494390" y="38515"/>
                  <a:pt x="491512" y="38230"/>
                  <a:pt x="488392" y="38230"/>
                </a:cubicBezTo>
                <a:cubicBezTo>
                  <a:pt x="481449" y="38230"/>
                  <a:pt x="476044" y="40646"/>
                  <a:pt x="472177" y="45480"/>
                </a:cubicBezTo>
                <a:cubicBezTo>
                  <a:pt x="468311" y="50314"/>
                  <a:pt x="466377" y="57169"/>
                  <a:pt x="466377" y="66045"/>
                </a:cubicBezTo>
                <a:cubicBezTo>
                  <a:pt x="466377" y="74789"/>
                  <a:pt x="467871" y="81436"/>
                  <a:pt x="470859" y="85984"/>
                </a:cubicBezTo>
                <a:cubicBezTo>
                  <a:pt x="473847" y="90532"/>
                  <a:pt x="478637" y="92806"/>
                  <a:pt x="485228" y="92806"/>
                </a:cubicBezTo>
                <a:cubicBezTo>
                  <a:pt x="488744" y="92806"/>
                  <a:pt x="492303" y="92026"/>
                  <a:pt x="495906" y="90466"/>
                </a:cubicBezTo>
                <a:cubicBezTo>
                  <a:pt x="499509" y="88906"/>
                  <a:pt x="502871" y="86895"/>
                  <a:pt x="505991" y="84435"/>
                </a:cubicBezTo>
                <a:close/>
                <a:moveTo>
                  <a:pt x="599977" y="102561"/>
                </a:moveTo>
                <a:lnTo>
                  <a:pt x="587651" y="102561"/>
                </a:lnTo>
                <a:lnTo>
                  <a:pt x="587651" y="94771"/>
                </a:lnTo>
                <a:cubicBezTo>
                  <a:pt x="586552" y="95519"/>
                  <a:pt x="585069" y="96564"/>
                  <a:pt x="583202" y="97906"/>
                </a:cubicBezTo>
                <a:cubicBezTo>
                  <a:pt x="581334" y="99247"/>
                  <a:pt x="579522" y="100314"/>
                  <a:pt x="577764" y="101106"/>
                </a:cubicBezTo>
                <a:cubicBezTo>
                  <a:pt x="575699" y="102119"/>
                  <a:pt x="573326" y="102965"/>
                  <a:pt x="570645" y="103646"/>
                </a:cubicBezTo>
                <a:cubicBezTo>
                  <a:pt x="567965" y="104329"/>
                  <a:pt x="564823" y="104670"/>
                  <a:pt x="561220" y="104670"/>
                </a:cubicBezTo>
                <a:cubicBezTo>
                  <a:pt x="554585" y="104670"/>
                  <a:pt x="548960" y="102470"/>
                  <a:pt x="544346" y="98070"/>
                </a:cubicBezTo>
                <a:cubicBezTo>
                  <a:pt x="539732" y="93671"/>
                  <a:pt x="537425" y="88060"/>
                  <a:pt x="537425" y="81240"/>
                </a:cubicBezTo>
                <a:cubicBezTo>
                  <a:pt x="537425" y="75652"/>
                  <a:pt x="538623" y="71132"/>
                  <a:pt x="541017" y="67678"/>
                </a:cubicBezTo>
                <a:cubicBezTo>
                  <a:pt x="543412" y="64223"/>
                  <a:pt x="546829" y="61506"/>
                  <a:pt x="551267" y="59528"/>
                </a:cubicBezTo>
                <a:cubicBezTo>
                  <a:pt x="555749" y="57548"/>
                  <a:pt x="561132" y="56205"/>
                  <a:pt x="567416" y="55501"/>
                </a:cubicBezTo>
                <a:cubicBezTo>
                  <a:pt x="573699" y="54796"/>
                  <a:pt x="580444" y="54268"/>
                  <a:pt x="587651" y="53917"/>
                </a:cubicBezTo>
                <a:lnTo>
                  <a:pt x="587651" y="51989"/>
                </a:lnTo>
                <a:cubicBezTo>
                  <a:pt x="587651" y="49153"/>
                  <a:pt x="587157" y="46805"/>
                  <a:pt x="586168" y="44944"/>
                </a:cubicBezTo>
                <a:cubicBezTo>
                  <a:pt x="585179" y="43084"/>
                  <a:pt x="583762" y="41621"/>
                  <a:pt x="581916" y="40557"/>
                </a:cubicBezTo>
                <a:cubicBezTo>
                  <a:pt x="580159" y="39538"/>
                  <a:pt x="578050" y="38852"/>
                  <a:pt x="575589" y="38497"/>
                </a:cubicBezTo>
                <a:cubicBezTo>
                  <a:pt x="573128" y="38143"/>
                  <a:pt x="570557" y="37966"/>
                  <a:pt x="567877" y="37966"/>
                </a:cubicBezTo>
                <a:cubicBezTo>
                  <a:pt x="564625" y="37966"/>
                  <a:pt x="561000" y="38406"/>
                  <a:pt x="557001" y="39286"/>
                </a:cubicBezTo>
                <a:cubicBezTo>
                  <a:pt x="553003" y="40165"/>
                  <a:pt x="548872" y="41439"/>
                  <a:pt x="544610" y="43107"/>
                </a:cubicBezTo>
                <a:lnTo>
                  <a:pt x="543951" y="43107"/>
                </a:lnTo>
                <a:lnTo>
                  <a:pt x="543951" y="30518"/>
                </a:lnTo>
                <a:cubicBezTo>
                  <a:pt x="546367" y="29859"/>
                  <a:pt x="549861" y="29134"/>
                  <a:pt x="554431" y="28343"/>
                </a:cubicBezTo>
                <a:cubicBezTo>
                  <a:pt x="559001" y="27552"/>
                  <a:pt x="563505" y="27156"/>
                  <a:pt x="567943" y="27156"/>
                </a:cubicBezTo>
                <a:cubicBezTo>
                  <a:pt x="573128" y="27156"/>
                  <a:pt x="577643" y="27585"/>
                  <a:pt x="581488" y="28441"/>
                </a:cubicBezTo>
                <a:cubicBezTo>
                  <a:pt x="585333" y="29298"/>
                  <a:pt x="588662" y="30759"/>
                  <a:pt x="591474" y="32825"/>
                </a:cubicBezTo>
                <a:cubicBezTo>
                  <a:pt x="594242" y="34846"/>
                  <a:pt x="596351" y="37461"/>
                  <a:pt x="597802" y="40668"/>
                </a:cubicBezTo>
                <a:cubicBezTo>
                  <a:pt x="599252" y="43876"/>
                  <a:pt x="599977" y="47853"/>
                  <a:pt x="599977" y="52599"/>
                </a:cubicBezTo>
                <a:lnTo>
                  <a:pt x="599977" y="102561"/>
                </a:lnTo>
                <a:moveTo>
                  <a:pt x="587651" y="84527"/>
                </a:moveTo>
                <a:lnTo>
                  <a:pt x="587651" y="63936"/>
                </a:lnTo>
                <a:cubicBezTo>
                  <a:pt x="583872" y="64157"/>
                  <a:pt x="579423" y="64488"/>
                  <a:pt x="574304" y="64931"/>
                </a:cubicBezTo>
                <a:cubicBezTo>
                  <a:pt x="569184" y="65371"/>
                  <a:pt x="565131" y="66011"/>
                  <a:pt x="562143" y="66848"/>
                </a:cubicBezTo>
                <a:cubicBezTo>
                  <a:pt x="558583" y="67864"/>
                  <a:pt x="555705" y="69443"/>
                  <a:pt x="553508" y="71584"/>
                </a:cubicBezTo>
                <a:cubicBezTo>
                  <a:pt x="551311" y="73724"/>
                  <a:pt x="550212" y="76671"/>
                  <a:pt x="550212" y="80422"/>
                </a:cubicBezTo>
                <a:cubicBezTo>
                  <a:pt x="550212" y="84660"/>
                  <a:pt x="551487" y="87849"/>
                  <a:pt x="554035" y="89990"/>
                </a:cubicBezTo>
                <a:cubicBezTo>
                  <a:pt x="556584" y="92131"/>
                  <a:pt x="560473" y="93201"/>
                  <a:pt x="565702" y="93201"/>
                </a:cubicBezTo>
                <a:cubicBezTo>
                  <a:pt x="570052" y="93201"/>
                  <a:pt x="574029" y="92352"/>
                  <a:pt x="577632" y="90653"/>
                </a:cubicBezTo>
                <a:cubicBezTo>
                  <a:pt x="581235" y="88953"/>
                  <a:pt x="584575" y="86911"/>
                  <a:pt x="587651" y="84527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6AFAC-44FB-411A-A5D8-E6FC0BE07B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91" y="2784659"/>
            <a:ext cx="525080" cy="255692"/>
          </a:xfrm>
          <a:custGeom xmlns:a="http://schemas.openxmlformats.org/drawingml/2006/main">
            <a:pathLst>
              <a:path w="525080" h="255692">
                <a:moveTo>
                  <a:pt x="0" y="0"/>
                </a:moveTo>
                <a:lnTo>
                  <a:pt x="525080" y="0"/>
                </a:lnTo>
                <a:lnTo>
                  <a:pt x="525080" y="255692"/>
                </a:lnTo>
                <a:lnTo>
                  <a:pt x="0" y="255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1B4D7-7684-41CF-B258-EC17BAC3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5791" y="2784662"/>
            <a:ext cx="525081" cy="255690"/>
          </a:xfrm>
          <a:custGeom xmlns:a="http://schemas.openxmlformats.org/drawingml/2006/main">
            <a:pathLst>
              <a:path w="525081" h="255690" fill="none">
                <a:moveTo>
                  <a:pt x="0" y="0"/>
                </a:moveTo>
                <a:lnTo>
                  <a:pt x="525081" y="0"/>
                </a:lnTo>
                <a:lnTo>
                  <a:pt x="525081" y="255690"/>
                </a:lnTo>
                <a:lnTo>
                  <a:pt x="0" y="2556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4" name="Text Polypodiopsida">
            <a:extLst xmlns:a="http://schemas.openxmlformats.org/drawingml/2006/main">
              <a:ext uri="{FF2B5EF4-FFF2-40B4-BE49-F238E27FC236}">
                <a16:creationId xmlns:a16="http://schemas.microsoft.com/office/drawing/2014/main" id="{0FE5D44F-01A1-42D7-9019-9D409C8F1E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8390" y="2819783"/>
            <a:ext cx="379934" cy="50229"/>
          </a:xfrm>
          <a:custGeom xmlns:a="http://schemas.openxmlformats.org/drawingml/2006/main">
            <a:pathLst>
              <a:path w="379934" h="50229">
                <a:moveTo>
                  <a:pt x="24859" y="13170"/>
                </a:moveTo>
                <a:cubicBezTo>
                  <a:pt x="24859" y="14854"/>
                  <a:pt x="24566" y="16416"/>
                  <a:pt x="23979" y="17853"/>
                </a:cubicBezTo>
                <a:cubicBezTo>
                  <a:pt x="23392" y="19291"/>
                  <a:pt x="22571" y="20537"/>
                  <a:pt x="21516" y="21592"/>
                </a:cubicBezTo>
                <a:cubicBezTo>
                  <a:pt x="20206" y="22903"/>
                  <a:pt x="18657" y="23885"/>
                  <a:pt x="16871" y="24540"/>
                </a:cubicBezTo>
                <a:cubicBezTo>
                  <a:pt x="15084" y="25195"/>
                  <a:pt x="12830" y="25523"/>
                  <a:pt x="10107" y="25523"/>
                </a:cubicBezTo>
                <a:lnTo>
                  <a:pt x="5054" y="25523"/>
                </a:lnTo>
                <a:lnTo>
                  <a:pt x="5054" y="39714"/>
                </a:lnTo>
                <a:lnTo>
                  <a:pt x="0" y="39714"/>
                </a:lnTo>
                <a:lnTo>
                  <a:pt x="0" y="1685"/>
                </a:lnTo>
                <a:lnTo>
                  <a:pt x="10311" y="1685"/>
                </a:lnTo>
                <a:cubicBezTo>
                  <a:pt x="12591" y="1685"/>
                  <a:pt x="14523" y="1876"/>
                  <a:pt x="16105" y="2259"/>
                </a:cubicBezTo>
                <a:cubicBezTo>
                  <a:pt x="17687" y="2642"/>
                  <a:pt x="19091" y="3241"/>
                  <a:pt x="20316" y="4058"/>
                </a:cubicBezTo>
                <a:cubicBezTo>
                  <a:pt x="21763" y="5028"/>
                  <a:pt x="22881" y="6236"/>
                  <a:pt x="23673" y="7682"/>
                </a:cubicBezTo>
                <a:cubicBezTo>
                  <a:pt x="24464" y="9129"/>
                  <a:pt x="24859" y="10958"/>
                  <a:pt x="24859" y="13170"/>
                </a:cubicBezTo>
                <a:moveTo>
                  <a:pt x="19602" y="13287"/>
                </a:moveTo>
                <a:cubicBezTo>
                  <a:pt x="19602" y="11988"/>
                  <a:pt x="19372" y="10858"/>
                  <a:pt x="18913" y="9897"/>
                </a:cubicBezTo>
                <a:cubicBezTo>
                  <a:pt x="18453" y="8935"/>
                  <a:pt x="17755" y="8150"/>
                  <a:pt x="16820" y="7542"/>
                </a:cubicBezTo>
                <a:cubicBezTo>
                  <a:pt x="16003" y="7019"/>
                  <a:pt x="15071" y="6644"/>
                  <a:pt x="14025" y="6417"/>
                </a:cubicBezTo>
                <a:cubicBezTo>
                  <a:pt x="12978" y="6189"/>
                  <a:pt x="11655" y="6074"/>
                  <a:pt x="10056" y="6074"/>
                </a:cubicBezTo>
                <a:lnTo>
                  <a:pt x="5054" y="6074"/>
                </a:lnTo>
                <a:lnTo>
                  <a:pt x="5054" y="21133"/>
                </a:lnTo>
                <a:lnTo>
                  <a:pt x="9316" y="21133"/>
                </a:lnTo>
                <a:cubicBezTo>
                  <a:pt x="11358" y="21133"/>
                  <a:pt x="13017" y="20952"/>
                  <a:pt x="14293" y="20589"/>
                </a:cubicBezTo>
                <a:cubicBezTo>
                  <a:pt x="15569" y="20226"/>
                  <a:pt x="16607" y="19648"/>
                  <a:pt x="17407" y="18855"/>
                </a:cubicBezTo>
                <a:cubicBezTo>
                  <a:pt x="18206" y="18045"/>
                  <a:pt x="18772" y="17193"/>
                  <a:pt x="19104" y="16300"/>
                </a:cubicBezTo>
                <a:cubicBezTo>
                  <a:pt x="19436" y="15405"/>
                  <a:pt x="19602" y="14401"/>
                  <a:pt x="19602" y="13287"/>
                </a:cubicBezTo>
                <a:close/>
                <a:moveTo>
                  <a:pt x="55436" y="25459"/>
                </a:moveTo>
                <a:cubicBezTo>
                  <a:pt x="55436" y="30116"/>
                  <a:pt x="54245" y="33792"/>
                  <a:pt x="51863" y="36488"/>
                </a:cubicBezTo>
                <a:cubicBezTo>
                  <a:pt x="49480" y="39183"/>
                  <a:pt x="46290" y="40531"/>
                  <a:pt x="42291" y="40531"/>
                </a:cubicBezTo>
                <a:cubicBezTo>
                  <a:pt x="38259" y="40531"/>
                  <a:pt x="35056" y="39183"/>
                  <a:pt x="32682" y="36488"/>
                </a:cubicBezTo>
                <a:cubicBezTo>
                  <a:pt x="30308" y="33792"/>
                  <a:pt x="29122" y="30116"/>
                  <a:pt x="29122" y="25459"/>
                </a:cubicBezTo>
                <a:cubicBezTo>
                  <a:pt x="29122" y="20802"/>
                  <a:pt x="30308" y="17122"/>
                  <a:pt x="32682" y="14418"/>
                </a:cubicBezTo>
                <a:cubicBezTo>
                  <a:pt x="35056" y="11714"/>
                  <a:pt x="38259" y="10362"/>
                  <a:pt x="42291" y="10362"/>
                </a:cubicBezTo>
                <a:cubicBezTo>
                  <a:pt x="46290" y="10362"/>
                  <a:pt x="49480" y="11714"/>
                  <a:pt x="51863" y="14418"/>
                </a:cubicBezTo>
                <a:cubicBezTo>
                  <a:pt x="54245" y="17122"/>
                  <a:pt x="55436" y="20802"/>
                  <a:pt x="55436" y="25459"/>
                </a:cubicBezTo>
                <a:moveTo>
                  <a:pt x="50484" y="25459"/>
                </a:moveTo>
                <a:cubicBezTo>
                  <a:pt x="50484" y="21771"/>
                  <a:pt x="49761" y="19031"/>
                  <a:pt x="48315" y="17238"/>
                </a:cubicBezTo>
                <a:cubicBezTo>
                  <a:pt x="46869" y="15445"/>
                  <a:pt x="44861" y="14548"/>
                  <a:pt x="42291" y="14548"/>
                </a:cubicBezTo>
                <a:cubicBezTo>
                  <a:pt x="39688" y="14548"/>
                  <a:pt x="37668" y="15445"/>
                  <a:pt x="36230" y="17238"/>
                </a:cubicBezTo>
                <a:cubicBezTo>
                  <a:pt x="34792" y="19031"/>
                  <a:pt x="34073" y="21771"/>
                  <a:pt x="34073" y="25459"/>
                </a:cubicBezTo>
                <a:cubicBezTo>
                  <a:pt x="34073" y="29028"/>
                  <a:pt x="34796" y="31735"/>
                  <a:pt x="36243" y="33579"/>
                </a:cubicBezTo>
                <a:cubicBezTo>
                  <a:pt x="37689" y="35423"/>
                  <a:pt x="39705" y="36345"/>
                  <a:pt x="42291" y="36345"/>
                </a:cubicBezTo>
                <a:cubicBezTo>
                  <a:pt x="44844" y="36345"/>
                  <a:pt x="46847" y="35431"/>
                  <a:pt x="48302" y="33604"/>
                </a:cubicBezTo>
                <a:cubicBezTo>
                  <a:pt x="49757" y="31777"/>
                  <a:pt x="50484" y="29062"/>
                  <a:pt x="50484" y="25459"/>
                </a:cubicBezTo>
                <a:close/>
                <a:moveTo>
                  <a:pt x="67713" y="39714"/>
                </a:moveTo>
                <a:lnTo>
                  <a:pt x="62914" y="39714"/>
                </a:lnTo>
                <a:lnTo>
                  <a:pt x="62914" y="0"/>
                </a:lnTo>
                <a:lnTo>
                  <a:pt x="67713" y="0"/>
                </a:lnTo>
                <a:lnTo>
                  <a:pt x="67713" y="39714"/>
                </a:lnTo>
                <a:close/>
                <a:moveTo>
                  <a:pt x="101862" y="11179"/>
                </a:moveTo>
                <a:lnTo>
                  <a:pt x="85221" y="50229"/>
                </a:lnTo>
                <a:lnTo>
                  <a:pt x="80091" y="50229"/>
                </a:lnTo>
                <a:lnTo>
                  <a:pt x="85400" y="38328"/>
                </a:lnTo>
                <a:lnTo>
                  <a:pt x="74042" y="11179"/>
                </a:lnTo>
                <a:lnTo>
                  <a:pt x="79249" y="11179"/>
                </a:lnTo>
                <a:lnTo>
                  <a:pt x="88003" y="32312"/>
                </a:lnTo>
                <a:lnTo>
                  <a:pt x="96834" y="11179"/>
                </a:lnTo>
                <a:lnTo>
                  <a:pt x="101862" y="11179"/>
                </a:lnTo>
                <a:close/>
                <a:moveTo>
                  <a:pt x="133230" y="25089"/>
                </a:moveTo>
                <a:cubicBezTo>
                  <a:pt x="133230" y="27407"/>
                  <a:pt x="132898" y="29525"/>
                  <a:pt x="132234" y="31442"/>
                </a:cubicBezTo>
                <a:cubicBezTo>
                  <a:pt x="131571" y="33359"/>
                  <a:pt x="130635" y="34983"/>
                  <a:pt x="129427" y="36313"/>
                </a:cubicBezTo>
                <a:cubicBezTo>
                  <a:pt x="128304" y="37574"/>
                  <a:pt x="126981" y="38550"/>
                  <a:pt x="125458" y="39240"/>
                </a:cubicBezTo>
                <a:cubicBezTo>
                  <a:pt x="123935" y="39930"/>
                  <a:pt x="122323" y="40275"/>
                  <a:pt x="120621" y="40275"/>
                </a:cubicBezTo>
                <a:cubicBezTo>
                  <a:pt x="119141" y="40275"/>
                  <a:pt x="117801" y="40113"/>
                  <a:pt x="116602" y="39790"/>
                </a:cubicBezTo>
                <a:cubicBezTo>
                  <a:pt x="115402" y="39466"/>
                  <a:pt x="114181" y="38963"/>
                  <a:pt x="112939" y="38281"/>
                </a:cubicBezTo>
                <a:lnTo>
                  <a:pt x="112939" y="50229"/>
                </a:lnTo>
                <a:lnTo>
                  <a:pt x="108141" y="50229"/>
                </a:lnTo>
                <a:lnTo>
                  <a:pt x="108141" y="11179"/>
                </a:lnTo>
                <a:lnTo>
                  <a:pt x="112939" y="11179"/>
                </a:lnTo>
                <a:lnTo>
                  <a:pt x="112939" y="14146"/>
                </a:lnTo>
                <a:cubicBezTo>
                  <a:pt x="114215" y="13073"/>
                  <a:pt x="115649" y="12174"/>
                  <a:pt x="117240" y="11449"/>
                </a:cubicBezTo>
                <a:cubicBezTo>
                  <a:pt x="118831" y="10725"/>
                  <a:pt x="120528" y="10362"/>
                  <a:pt x="122331" y="10362"/>
                </a:cubicBezTo>
                <a:cubicBezTo>
                  <a:pt x="125769" y="10362"/>
                  <a:pt x="128444" y="11662"/>
                  <a:pt x="130358" y="14262"/>
                </a:cubicBezTo>
                <a:cubicBezTo>
                  <a:pt x="132273" y="16861"/>
                  <a:pt x="133230" y="20470"/>
                  <a:pt x="133230" y="25089"/>
                </a:cubicBezTo>
                <a:moveTo>
                  <a:pt x="128278" y="25217"/>
                </a:moveTo>
                <a:cubicBezTo>
                  <a:pt x="128278" y="21780"/>
                  <a:pt x="127691" y="19210"/>
                  <a:pt x="126517" y="17509"/>
                </a:cubicBezTo>
                <a:cubicBezTo>
                  <a:pt x="125343" y="15807"/>
                  <a:pt x="123540" y="14956"/>
                  <a:pt x="121106" y="14956"/>
                </a:cubicBezTo>
                <a:cubicBezTo>
                  <a:pt x="119728" y="14956"/>
                  <a:pt x="118341" y="15254"/>
                  <a:pt x="116946" y="15850"/>
                </a:cubicBezTo>
                <a:cubicBezTo>
                  <a:pt x="115551" y="16445"/>
                  <a:pt x="114215" y="17228"/>
                  <a:pt x="112939" y="18198"/>
                </a:cubicBezTo>
                <a:lnTo>
                  <a:pt x="112939" y="34354"/>
                </a:lnTo>
                <a:cubicBezTo>
                  <a:pt x="114300" y="34966"/>
                  <a:pt x="115470" y="35383"/>
                  <a:pt x="116448" y="35605"/>
                </a:cubicBezTo>
                <a:cubicBezTo>
                  <a:pt x="117427" y="35826"/>
                  <a:pt x="118537" y="35936"/>
                  <a:pt x="119779" y="35936"/>
                </a:cubicBezTo>
                <a:cubicBezTo>
                  <a:pt x="122451" y="35936"/>
                  <a:pt x="124535" y="35035"/>
                  <a:pt x="126032" y="33231"/>
                </a:cubicBezTo>
                <a:cubicBezTo>
                  <a:pt x="127530" y="31427"/>
                  <a:pt x="128278" y="28756"/>
                  <a:pt x="128278" y="25217"/>
                </a:cubicBezTo>
                <a:close/>
                <a:moveTo>
                  <a:pt x="165006" y="25459"/>
                </a:moveTo>
                <a:cubicBezTo>
                  <a:pt x="165006" y="30116"/>
                  <a:pt x="163815" y="33792"/>
                  <a:pt x="161433" y="36488"/>
                </a:cubicBezTo>
                <a:cubicBezTo>
                  <a:pt x="159050" y="39183"/>
                  <a:pt x="155860" y="40531"/>
                  <a:pt x="151861" y="40531"/>
                </a:cubicBezTo>
                <a:cubicBezTo>
                  <a:pt x="147829" y="40531"/>
                  <a:pt x="144626" y="39183"/>
                  <a:pt x="142252" y="36488"/>
                </a:cubicBezTo>
                <a:cubicBezTo>
                  <a:pt x="139878" y="33792"/>
                  <a:pt x="138692" y="30116"/>
                  <a:pt x="138692" y="25459"/>
                </a:cubicBezTo>
                <a:cubicBezTo>
                  <a:pt x="138692" y="20802"/>
                  <a:pt x="139878" y="17122"/>
                  <a:pt x="142252" y="14418"/>
                </a:cubicBezTo>
                <a:cubicBezTo>
                  <a:pt x="144626" y="11714"/>
                  <a:pt x="147829" y="10362"/>
                  <a:pt x="151861" y="10362"/>
                </a:cubicBezTo>
                <a:cubicBezTo>
                  <a:pt x="155860" y="10362"/>
                  <a:pt x="159050" y="11714"/>
                  <a:pt x="161433" y="14418"/>
                </a:cubicBezTo>
                <a:cubicBezTo>
                  <a:pt x="163815" y="17122"/>
                  <a:pt x="165006" y="20802"/>
                  <a:pt x="165006" y="25459"/>
                </a:cubicBezTo>
                <a:moveTo>
                  <a:pt x="160054" y="25459"/>
                </a:moveTo>
                <a:cubicBezTo>
                  <a:pt x="160054" y="21771"/>
                  <a:pt x="159331" y="19031"/>
                  <a:pt x="157885" y="17238"/>
                </a:cubicBezTo>
                <a:cubicBezTo>
                  <a:pt x="156439" y="15445"/>
                  <a:pt x="154431" y="14548"/>
                  <a:pt x="151861" y="14548"/>
                </a:cubicBezTo>
                <a:cubicBezTo>
                  <a:pt x="149258" y="14548"/>
                  <a:pt x="147238" y="15445"/>
                  <a:pt x="145800" y="17238"/>
                </a:cubicBezTo>
                <a:cubicBezTo>
                  <a:pt x="144362" y="19031"/>
                  <a:pt x="143643" y="21771"/>
                  <a:pt x="143643" y="25459"/>
                </a:cubicBezTo>
                <a:cubicBezTo>
                  <a:pt x="143643" y="29028"/>
                  <a:pt x="144366" y="31735"/>
                  <a:pt x="145813" y="33579"/>
                </a:cubicBezTo>
                <a:cubicBezTo>
                  <a:pt x="147259" y="35423"/>
                  <a:pt x="149275" y="36345"/>
                  <a:pt x="151861" y="36345"/>
                </a:cubicBezTo>
                <a:cubicBezTo>
                  <a:pt x="154414" y="36345"/>
                  <a:pt x="156417" y="35431"/>
                  <a:pt x="157872" y="33604"/>
                </a:cubicBezTo>
                <a:cubicBezTo>
                  <a:pt x="159327" y="31777"/>
                  <a:pt x="160054" y="29062"/>
                  <a:pt x="160054" y="25459"/>
                </a:cubicBezTo>
                <a:close/>
                <a:moveTo>
                  <a:pt x="195557" y="39714"/>
                </a:moveTo>
                <a:lnTo>
                  <a:pt x="190759" y="39714"/>
                </a:lnTo>
                <a:lnTo>
                  <a:pt x="190759" y="36744"/>
                </a:lnTo>
                <a:cubicBezTo>
                  <a:pt x="189380" y="37938"/>
                  <a:pt x="187943" y="38868"/>
                  <a:pt x="186445" y="39533"/>
                </a:cubicBezTo>
                <a:cubicBezTo>
                  <a:pt x="184948" y="40198"/>
                  <a:pt x="183323" y="40531"/>
                  <a:pt x="181570" y="40531"/>
                </a:cubicBezTo>
                <a:cubicBezTo>
                  <a:pt x="178167" y="40531"/>
                  <a:pt x="175466" y="39217"/>
                  <a:pt x="173467" y="36590"/>
                </a:cubicBezTo>
                <a:cubicBezTo>
                  <a:pt x="171467" y="33963"/>
                  <a:pt x="170468" y="30321"/>
                  <a:pt x="170468" y="25664"/>
                </a:cubicBezTo>
                <a:cubicBezTo>
                  <a:pt x="170468" y="23242"/>
                  <a:pt x="170812" y="21084"/>
                  <a:pt x="171501" y="19190"/>
                </a:cubicBezTo>
                <a:cubicBezTo>
                  <a:pt x="172191" y="17297"/>
                  <a:pt x="173122" y="15685"/>
                  <a:pt x="174296" y="14354"/>
                </a:cubicBezTo>
                <a:cubicBezTo>
                  <a:pt x="175453" y="13058"/>
                  <a:pt x="176802" y="12069"/>
                  <a:pt x="178342" y="11386"/>
                </a:cubicBezTo>
                <a:cubicBezTo>
                  <a:pt x="179881" y="10704"/>
                  <a:pt x="181477" y="10362"/>
                  <a:pt x="183127" y="10362"/>
                </a:cubicBezTo>
                <a:cubicBezTo>
                  <a:pt x="184625" y="10362"/>
                  <a:pt x="185952" y="10520"/>
                  <a:pt x="187109" y="10836"/>
                </a:cubicBezTo>
                <a:cubicBezTo>
                  <a:pt x="188266" y="11151"/>
                  <a:pt x="189482" y="11642"/>
                  <a:pt x="190759" y="12307"/>
                </a:cubicBezTo>
                <a:lnTo>
                  <a:pt x="190759" y="0"/>
                </a:lnTo>
                <a:lnTo>
                  <a:pt x="195557" y="0"/>
                </a:lnTo>
                <a:lnTo>
                  <a:pt x="195557" y="39714"/>
                </a:lnTo>
                <a:moveTo>
                  <a:pt x="190759" y="32695"/>
                </a:moveTo>
                <a:lnTo>
                  <a:pt x="190759" y="16335"/>
                </a:lnTo>
                <a:cubicBezTo>
                  <a:pt x="189465" y="15756"/>
                  <a:pt x="188308" y="15356"/>
                  <a:pt x="187287" y="15135"/>
                </a:cubicBezTo>
                <a:cubicBezTo>
                  <a:pt x="186266" y="14914"/>
                  <a:pt x="185152" y="14803"/>
                  <a:pt x="183944" y="14803"/>
                </a:cubicBezTo>
                <a:cubicBezTo>
                  <a:pt x="181255" y="14803"/>
                  <a:pt x="179163" y="15739"/>
                  <a:pt x="177665" y="17611"/>
                </a:cubicBezTo>
                <a:cubicBezTo>
                  <a:pt x="176168" y="19483"/>
                  <a:pt x="175419" y="22137"/>
                  <a:pt x="175419" y="25574"/>
                </a:cubicBezTo>
                <a:cubicBezTo>
                  <a:pt x="175419" y="28960"/>
                  <a:pt x="175998" y="31534"/>
                  <a:pt x="177155" y="33295"/>
                </a:cubicBezTo>
                <a:cubicBezTo>
                  <a:pt x="178312" y="35056"/>
                  <a:pt x="180167" y="35936"/>
                  <a:pt x="182719" y="35936"/>
                </a:cubicBezTo>
                <a:cubicBezTo>
                  <a:pt x="184080" y="35936"/>
                  <a:pt x="185458" y="35634"/>
                  <a:pt x="186854" y="35030"/>
                </a:cubicBezTo>
                <a:cubicBezTo>
                  <a:pt x="188249" y="34426"/>
                  <a:pt x="189550" y="33648"/>
                  <a:pt x="190759" y="32695"/>
                </a:cubicBezTo>
                <a:close/>
                <a:moveTo>
                  <a:pt x="210156" y="6432"/>
                </a:moveTo>
                <a:lnTo>
                  <a:pt x="204745" y="6432"/>
                </a:lnTo>
                <a:lnTo>
                  <a:pt x="204745" y="1429"/>
                </a:lnTo>
                <a:lnTo>
                  <a:pt x="210156" y="1429"/>
                </a:lnTo>
                <a:lnTo>
                  <a:pt x="210156" y="6432"/>
                </a:lnTo>
                <a:moveTo>
                  <a:pt x="209850" y="39714"/>
                </a:moveTo>
                <a:lnTo>
                  <a:pt x="205052" y="39714"/>
                </a:lnTo>
                <a:lnTo>
                  <a:pt x="205052" y="11179"/>
                </a:lnTo>
                <a:lnTo>
                  <a:pt x="209850" y="11179"/>
                </a:lnTo>
                <a:lnTo>
                  <a:pt x="209850" y="39714"/>
                </a:lnTo>
                <a:close/>
                <a:moveTo>
                  <a:pt x="243642" y="25459"/>
                </a:moveTo>
                <a:cubicBezTo>
                  <a:pt x="243642" y="30116"/>
                  <a:pt x="242451" y="33792"/>
                  <a:pt x="240069" y="36488"/>
                </a:cubicBezTo>
                <a:cubicBezTo>
                  <a:pt x="237687" y="39183"/>
                  <a:pt x="234496" y="40531"/>
                  <a:pt x="230498" y="40531"/>
                </a:cubicBezTo>
                <a:cubicBezTo>
                  <a:pt x="226465" y="40531"/>
                  <a:pt x="223262" y="39183"/>
                  <a:pt x="220888" y="36488"/>
                </a:cubicBezTo>
                <a:cubicBezTo>
                  <a:pt x="218515" y="33792"/>
                  <a:pt x="217328" y="30116"/>
                  <a:pt x="217328" y="25459"/>
                </a:cubicBezTo>
                <a:cubicBezTo>
                  <a:pt x="217328" y="20802"/>
                  <a:pt x="218515" y="17122"/>
                  <a:pt x="220888" y="14418"/>
                </a:cubicBezTo>
                <a:cubicBezTo>
                  <a:pt x="223262" y="11714"/>
                  <a:pt x="226465" y="10362"/>
                  <a:pt x="230498" y="10362"/>
                </a:cubicBezTo>
                <a:cubicBezTo>
                  <a:pt x="234496" y="10362"/>
                  <a:pt x="237687" y="11714"/>
                  <a:pt x="240069" y="14418"/>
                </a:cubicBezTo>
                <a:cubicBezTo>
                  <a:pt x="242451" y="17122"/>
                  <a:pt x="243642" y="20802"/>
                  <a:pt x="243642" y="25459"/>
                </a:cubicBezTo>
                <a:moveTo>
                  <a:pt x="238691" y="25459"/>
                </a:moveTo>
                <a:cubicBezTo>
                  <a:pt x="238691" y="21771"/>
                  <a:pt x="237968" y="19031"/>
                  <a:pt x="236521" y="17238"/>
                </a:cubicBezTo>
                <a:cubicBezTo>
                  <a:pt x="235075" y="15445"/>
                  <a:pt x="233067" y="14548"/>
                  <a:pt x="230498" y="14548"/>
                </a:cubicBezTo>
                <a:cubicBezTo>
                  <a:pt x="227895" y="14548"/>
                  <a:pt x="225874" y="15445"/>
                  <a:pt x="224436" y="17238"/>
                </a:cubicBezTo>
                <a:cubicBezTo>
                  <a:pt x="222998" y="19031"/>
                  <a:pt x="222279" y="21771"/>
                  <a:pt x="222279" y="25459"/>
                </a:cubicBezTo>
                <a:cubicBezTo>
                  <a:pt x="222279" y="29028"/>
                  <a:pt x="223003" y="31735"/>
                  <a:pt x="224449" y="33579"/>
                </a:cubicBezTo>
                <a:cubicBezTo>
                  <a:pt x="225895" y="35423"/>
                  <a:pt x="227912" y="36345"/>
                  <a:pt x="230498" y="36345"/>
                </a:cubicBezTo>
                <a:cubicBezTo>
                  <a:pt x="233050" y="36345"/>
                  <a:pt x="235054" y="35431"/>
                  <a:pt x="236509" y="33604"/>
                </a:cubicBezTo>
                <a:cubicBezTo>
                  <a:pt x="237963" y="31777"/>
                  <a:pt x="238691" y="29062"/>
                  <a:pt x="238691" y="25459"/>
                </a:cubicBezTo>
                <a:close/>
                <a:moveTo>
                  <a:pt x="276158" y="25089"/>
                </a:moveTo>
                <a:cubicBezTo>
                  <a:pt x="276158" y="27407"/>
                  <a:pt x="275826" y="29525"/>
                  <a:pt x="275163" y="31442"/>
                </a:cubicBezTo>
                <a:cubicBezTo>
                  <a:pt x="274499" y="33359"/>
                  <a:pt x="273563" y="34983"/>
                  <a:pt x="272355" y="36313"/>
                </a:cubicBezTo>
                <a:cubicBezTo>
                  <a:pt x="271232" y="37574"/>
                  <a:pt x="269909" y="38550"/>
                  <a:pt x="268387" y="39240"/>
                </a:cubicBezTo>
                <a:cubicBezTo>
                  <a:pt x="266864" y="39930"/>
                  <a:pt x="265251" y="40275"/>
                  <a:pt x="263550" y="40275"/>
                </a:cubicBezTo>
                <a:cubicBezTo>
                  <a:pt x="262070" y="40275"/>
                  <a:pt x="260730" y="40113"/>
                  <a:pt x="259530" y="39790"/>
                </a:cubicBezTo>
                <a:cubicBezTo>
                  <a:pt x="258330" y="39466"/>
                  <a:pt x="257110" y="38963"/>
                  <a:pt x="255867" y="38281"/>
                </a:cubicBezTo>
                <a:lnTo>
                  <a:pt x="255867" y="50229"/>
                </a:lnTo>
                <a:lnTo>
                  <a:pt x="251069" y="50229"/>
                </a:lnTo>
                <a:lnTo>
                  <a:pt x="251069" y="11179"/>
                </a:lnTo>
                <a:lnTo>
                  <a:pt x="255867" y="11179"/>
                </a:lnTo>
                <a:lnTo>
                  <a:pt x="255867" y="14146"/>
                </a:lnTo>
                <a:cubicBezTo>
                  <a:pt x="257144" y="13073"/>
                  <a:pt x="258577" y="12174"/>
                  <a:pt x="260168" y="11449"/>
                </a:cubicBezTo>
                <a:cubicBezTo>
                  <a:pt x="261759" y="10725"/>
                  <a:pt x="263456" y="10362"/>
                  <a:pt x="265260" y="10362"/>
                </a:cubicBezTo>
                <a:cubicBezTo>
                  <a:pt x="268697" y="10362"/>
                  <a:pt x="271373" y="11662"/>
                  <a:pt x="273287" y="14262"/>
                </a:cubicBezTo>
                <a:cubicBezTo>
                  <a:pt x="275201" y="16861"/>
                  <a:pt x="276158" y="20470"/>
                  <a:pt x="276158" y="25089"/>
                </a:cubicBezTo>
                <a:moveTo>
                  <a:pt x="271207" y="25217"/>
                </a:moveTo>
                <a:cubicBezTo>
                  <a:pt x="271207" y="21780"/>
                  <a:pt x="270620" y="19210"/>
                  <a:pt x="269446" y="17509"/>
                </a:cubicBezTo>
                <a:cubicBezTo>
                  <a:pt x="268272" y="15807"/>
                  <a:pt x="266468" y="14956"/>
                  <a:pt x="264035" y="14956"/>
                </a:cubicBezTo>
                <a:cubicBezTo>
                  <a:pt x="262657" y="14956"/>
                  <a:pt x="261270" y="15254"/>
                  <a:pt x="259875" y="15850"/>
                </a:cubicBezTo>
                <a:cubicBezTo>
                  <a:pt x="258479" y="16445"/>
                  <a:pt x="257144" y="17228"/>
                  <a:pt x="255867" y="18198"/>
                </a:cubicBezTo>
                <a:lnTo>
                  <a:pt x="255867" y="34354"/>
                </a:lnTo>
                <a:cubicBezTo>
                  <a:pt x="257229" y="34966"/>
                  <a:pt x="258399" y="35383"/>
                  <a:pt x="259377" y="35605"/>
                </a:cubicBezTo>
                <a:cubicBezTo>
                  <a:pt x="260355" y="35826"/>
                  <a:pt x="261466" y="35936"/>
                  <a:pt x="262708" y="35936"/>
                </a:cubicBezTo>
                <a:cubicBezTo>
                  <a:pt x="265379" y="35936"/>
                  <a:pt x="267463" y="35035"/>
                  <a:pt x="268961" y="33231"/>
                </a:cubicBezTo>
                <a:cubicBezTo>
                  <a:pt x="270458" y="31427"/>
                  <a:pt x="271207" y="28756"/>
                  <a:pt x="271207" y="25217"/>
                </a:cubicBezTo>
                <a:close/>
                <a:moveTo>
                  <a:pt x="304004" y="31478"/>
                </a:moveTo>
                <a:cubicBezTo>
                  <a:pt x="304004" y="34079"/>
                  <a:pt x="302928" y="36213"/>
                  <a:pt x="300775" y="37879"/>
                </a:cubicBezTo>
                <a:cubicBezTo>
                  <a:pt x="298623" y="39544"/>
                  <a:pt x="295684" y="40377"/>
                  <a:pt x="291957" y="40377"/>
                </a:cubicBezTo>
                <a:cubicBezTo>
                  <a:pt x="289847" y="40377"/>
                  <a:pt x="287912" y="40126"/>
                  <a:pt x="286151" y="39622"/>
                </a:cubicBezTo>
                <a:cubicBezTo>
                  <a:pt x="284390" y="39118"/>
                  <a:pt x="282914" y="38568"/>
                  <a:pt x="281722" y="37970"/>
                </a:cubicBezTo>
                <a:lnTo>
                  <a:pt x="281722" y="32567"/>
                </a:lnTo>
                <a:lnTo>
                  <a:pt x="281978" y="32567"/>
                </a:lnTo>
                <a:cubicBezTo>
                  <a:pt x="283492" y="33723"/>
                  <a:pt x="285177" y="34641"/>
                  <a:pt x="287031" y="35323"/>
                </a:cubicBezTo>
                <a:cubicBezTo>
                  <a:pt x="288886" y="36004"/>
                  <a:pt x="290664" y="36345"/>
                  <a:pt x="292366" y="36345"/>
                </a:cubicBezTo>
                <a:cubicBezTo>
                  <a:pt x="294475" y="36345"/>
                  <a:pt x="296126" y="36003"/>
                  <a:pt x="297317" y="35320"/>
                </a:cubicBezTo>
                <a:cubicBezTo>
                  <a:pt x="298508" y="34636"/>
                  <a:pt x="299104" y="33559"/>
                  <a:pt x="299104" y="32090"/>
                </a:cubicBezTo>
                <a:cubicBezTo>
                  <a:pt x="299104" y="30968"/>
                  <a:pt x="298780" y="30118"/>
                  <a:pt x="298134" y="29540"/>
                </a:cubicBezTo>
                <a:cubicBezTo>
                  <a:pt x="297487" y="28962"/>
                  <a:pt x="296245" y="28468"/>
                  <a:pt x="294407" y="28060"/>
                </a:cubicBezTo>
                <a:cubicBezTo>
                  <a:pt x="293727" y="27908"/>
                  <a:pt x="292838" y="27729"/>
                  <a:pt x="291740" y="27525"/>
                </a:cubicBezTo>
                <a:cubicBezTo>
                  <a:pt x="290643" y="27321"/>
                  <a:pt x="289643" y="27100"/>
                  <a:pt x="288741" y="26862"/>
                </a:cubicBezTo>
                <a:cubicBezTo>
                  <a:pt x="286240" y="26199"/>
                  <a:pt x="284466" y="25226"/>
                  <a:pt x="283420" y="23942"/>
                </a:cubicBezTo>
                <a:cubicBezTo>
                  <a:pt x="282373" y="22659"/>
                  <a:pt x="281850" y="21082"/>
                  <a:pt x="281850" y="19212"/>
                </a:cubicBezTo>
                <a:cubicBezTo>
                  <a:pt x="281850" y="18039"/>
                  <a:pt x="282093" y="16934"/>
                  <a:pt x="282577" y="15897"/>
                </a:cubicBezTo>
                <a:cubicBezTo>
                  <a:pt x="283062" y="14859"/>
                  <a:pt x="283798" y="13933"/>
                  <a:pt x="284785" y="13116"/>
                </a:cubicBezTo>
                <a:cubicBezTo>
                  <a:pt x="285738" y="12318"/>
                  <a:pt x="286950" y="11685"/>
                  <a:pt x="288422" y="11217"/>
                </a:cubicBezTo>
                <a:cubicBezTo>
                  <a:pt x="289894" y="10749"/>
                  <a:pt x="291540" y="10515"/>
                  <a:pt x="293361" y="10515"/>
                </a:cubicBezTo>
                <a:cubicBezTo>
                  <a:pt x="295062" y="10515"/>
                  <a:pt x="296785" y="10723"/>
                  <a:pt x="298529" y="11138"/>
                </a:cubicBezTo>
                <a:cubicBezTo>
                  <a:pt x="300273" y="11554"/>
                  <a:pt x="301724" y="12058"/>
                  <a:pt x="302881" y="12652"/>
                </a:cubicBezTo>
                <a:lnTo>
                  <a:pt x="302881" y="17764"/>
                </a:lnTo>
                <a:lnTo>
                  <a:pt x="302626" y="17764"/>
                </a:lnTo>
                <a:cubicBezTo>
                  <a:pt x="301401" y="16862"/>
                  <a:pt x="299912" y="16101"/>
                  <a:pt x="298159" y="15480"/>
                </a:cubicBezTo>
                <a:cubicBezTo>
                  <a:pt x="296407" y="14859"/>
                  <a:pt x="294688" y="14548"/>
                  <a:pt x="293004" y="14548"/>
                </a:cubicBezTo>
                <a:cubicBezTo>
                  <a:pt x="291251" y="14548"/>
                  <a:pt x="289771" y="14886"/>
                  <a:pt x="288563" y="15561"/>
                </a:cubicBezTo>
                <a:cubicBezTo>
                  <a:pt x="287355" y="16236"/>
                  <a:pt x="286750" y="17241"/>
                  <a:pt x="286750" y="18574"/>
                </a:cubicBezTo>
                <a:cubicBezTo>
                  <a:pt x="286750" y="19747"/>
                  <a:pt x="287116" y="20631"/>
                  <a:pt x="287848" y="21226"/>
                </a:cubicBezTo>
                <a:cubicBezTo>
                  <a:pt x="288563" y="21821"/>
                  <a:pt x="289720" y="22305"/>
                  <a:pt x="291319" y="22680"/>
                </a:cubicBezTo>
                <a:cubicBezTo>
                  <a:pt x="292204" y="22884"/>
                  <a:pt x="293195" y="23088"/>
                  <a:pt x="294293" y="23292"/>
                </a:cubicBezTo>
                <a:cubicBezTo>
                  <a:pt x="295390" y="23496"/>
                  <a:pt x="296305" y="23683"/>
                  <a:pt x="297036" y="23853"/>
                </a:cubicBezTo>
                <a:cubicBezTo>
                  <a:pt x="299265" y="24363"/>
                  <a:pt x="300984" y="25238"/>
                  <a:pt x="302192" y="26479"/>
                </a:cubicBezTo>
                <a:cubicBezTo>
                  <a:pt x="303400" y="27737"/>
                  <a:pt x="304004" y="29404"/>
                  <a:pt x="304004" y="31478"/>
                </a:cubicBezTo>
                <a:close/>
                <a:moveTo>
                  <a:pt x="316025" y="6432"/>
                </a:moveTo>
                <a:lnTo>
                  <a:pt x="310614" y="6432"/>
                </a:lnTo>
                <a:lnTo>
                  <a:pt x="310614" y="1429"/>
                </a:lnTo>
                <a:lnTo>
                  <a:pt x="316025" y="1429"/>
                </a:lnTo>
                <a:lnTo>
                  <a:pt x="316025" y="6432"/>
                </a:lnTo>
                <a:moveTo>
                  <a:pt x="315719" y="39714"/>
                </a:moveTo>
                <a:lnTo>
                  <a:pt x="310921" y="39714"/>
                </a:lnTo>
                <a:lnTo>
                  <a:pt x="310921" y="11179"/>
                </a:lnTo>
                <a:lnTo>
                  <a:pt x="315719" y="11179"/>
                </a:lnTo>
                <a:lnTo>
                  <a:pt x="315719" y="39714"/>
                </a:lnTo>
                <a:close/>
                <a:moveTo>
                  <a:pt x="348337" y="39714"/>
                </a:moveTo>
                <a:lnTo>
                  <a:pt x="343539" y="39714"/>
                </a:lnTo>
                <a:lnTo>
                  <a:pt x="343539" y="36744"/>
                </a:lnTo>
                <a:cubicBezTo>
                  <a:pt x="342161" y="37938"/>
                  <a:pt x="340723" y="38868"/>
                  <a:pt x="339225" y="39533"/>
                </a:cubicBezTo>
                <a:cubicBezTo>
                  <a:pt x="337728" y="40198"/>
                  <a:pt x="336103" y="40531"/>
                  <a:pt x="334351" y="40531"/>
                </a:cubicBezTo>
                <a:cubicBezTo>
                  <a:pt x="330947" y="40531"/>
                  <a:pt x="328246" y="39217"/>
                  <a:pt x="326247" y="36590"/>
                </a:cubicBezTo>
                <a:cubicBezTo>
                  <a:pt x="324248" y="33963"/>
                  <a:pt x="323248" y="30321"/>
                  <a:pt x="323248" y="25664"/>
                </a:cubicBezTo>
                <a:cubicBezTo>
                  <a:pt x="323248" y="23242"/>
                  <a:pt x="323593" y="21084"/>
                  <a:pt x="324282" y="19190"/>
                </a:cubicBezTo>
                <a:cubicBezTo>
                  <a:pt x="324971" y="17297"/>
                  <a:pt x="325902" y="15685"/>
                  <a:pt x="327076" y="14354"/>
                </a:cubicBezTo>
                <a:cubicBezTo>
                  <a:pt x="328233" y="13058"/>
                  <a:pt x="329582" y="12069"/>
                  <a:pt x="331122" y="11386"/>
                </a:cubicBezTo>
                <a:cubicBezTo>
                  <a:pt x="332662" y="10704"/>
                  <a:pt x="334257" y="10362"/>
                  <a:pt x="335907" y="10362"/>
                </a:cubicBezTo>
                <a:cubicBezTo>
                  <a:pt x="337405" y="10362"/>
                  <a:pt x="338732" y="10520"/>
                  <a:pt x="339889" y="10836"/>
                </a:cubicBezTo>
                <a:cubicBezTo>
                  <a:pt x="341046" y="11151"/>
                  <a:pt x="342263" y="11642"/>
                  <a:pt x="343539" y="12307"/>
                </a:cubicBezTo>
                <a:lnTo>
                  <a:pt x="343539" y="0"/>
                </a:lnTo>
                <a:lnTo>
                  <a:pt x="348337" y="0"/>
                </a:lnTo>
                <a:lnTo>
                  <a:pt x="348337" y="39714"/>
                </a:lnTo>
                <a:moveTo>
                  <a:pt x="343539" y="32695"/>
                </a:moveTo>
                <a:lnTo>
                  <a:pt x="343539" y="16335"/>
                </a:lnTo>
                <a:cubicBezTo>
                  <a:pt x="342246" y="15756"/>
                  <a:pt x="341089" y="15356"/>
                  <a:pt x="340068" y="15135"/>
                </a:cubicBezTo>
                <a:cubicBezTo>
                  <a:pt x="339047" y="14914"/>
                  <a:pt x="337932" y="14803"/>
                  <a:pt x="336724" y="14803"/>
                </a:cubicBezTo>
                <a:cubicBezTo>
                  <a:pt x="334036" y="14803"/>
                  <a:pt x="331943" y="15739"/>
                  <a:pt x="330445" y="17611"/>
                </a:cubicBezTo>
                <a:cubicBezTo>
                  <a:pt x="328948" y="19483"/>
                  <a:pt x="328199" y="22137"/>
                  <a:pt x="328199" y="25574"/>
                </a:cubicBezTo>
                <a:cubicBezTo>
                  <a:pt x="328199" y="28960"/>
                  <a:pt x="328778" y="31534"/>
                  <a:pt x="329935" y="33295"/>
                </a:cubicBezTo>
                <a:cubicBezTo>
                  <a:pt x="331092" y="35056"/>
                  <a:pt x="332947" y="35936"/>
                  <a:pt x="335499" y="35936"/>
                </a:cubicBezTo>
                <a:cubicBezTo>
                  <a:pt x="336860" y="35936"/>
                  <a:pt x="338239" y="35634"/>
                  <a:pt x="339634" y="35030"/>
                </a:cubicBezTo>
                <a:cubicBezTo>
                  <a:pt x="341029" y="34426"/>
                  <a:pt x="342331" y="33648"/>
                  <a:pt x="343539" y="32695"/>
                </a:cubicBezTo>
                <a:close/>
                <a:moveTo>
                  <a:pt x="379934" y="39714"/>
                </a:moveTo>
                <a:lnTo>
                  <a:pt x="375162" y="39714"/>
                </a:lnTo>
                <a:lnTo>
                  <a:pt x="375162" y="36697"/>
                </a:lnTo>
                <a:cubicBezTo>
                  <a:pt x="374736" y="36987"/>
                  <a:pt x="374162" y="37392"/>
                  <a:pt x="373439" y="37911"/>
                </a:cubicBezTo>
                <a:cubicBezTo>
                  <a:pt x="372716" y="38431"/>
                  <a:pt x="372014" y="38844"/>
                  <a:pt x="371333" y="39151"/>
                </a:cubicBezTo>
                <a:cubicBezTo>
                  <a:pt x="370533" y="39543"/>
                  <a:pt x="369615" y="39870"/>
                  <a:pt x="368577" y="40134"/>
                </a:cubicBezTo>
                <a:cubicBezTo>
                  <a:pt x="367539" y="40398"/>
                  <a:pt x="366322" y="40531"/>
                  <a:pt x="364927" y="40531"/>
                </a:cubicBezTo>
                <a:cubicBezTo>
                  <a:pt x="362358" y="40531"/>
                  <a:pt x="360180" y="39679"/>
                  <a:pt x="358393" y="37975"/>
                </a:cubicBezTo>
                <a:cubicBezTo>
                  <a:pt x="356606" y="36271"/>
                  <a:pt x="355713" y="34099"/>
                  <a:pt x="355713" y="31458"/>
                </a:cubicBezTo>
                <a:cubicBezTo>
                  <a:pt x="355713" y="29294"/>
                  <a:pt x="356177" y="27544"/>
                  <a:pt x="357104" y="26207"/>
                </a:cubicBezTo>
                <a:cubicBezTo>
                  <a:pt x="358031" y="24869"/>
                  <a:pt x="359354" y="23817"/>
                  <a:pt x="361073" y="23050"/>
                </a:cubicBezTo>
                <a:cubicBezTo>
                  <a:pt x="362809" y="22284"/>
                  <a:pt x="364893" y="21764"/>
                  <a:pt x="367326" y="21491"/>
                </a:cubicBezTo>
                <a:cubicBezTo>
                  <a:pt x="369759" y="21218"/>
                  <a:pt x="372371" y="21014"/>
                  <a:pt x="375162" y="20878"/>
                </a:cubicBezTo>
                <a:lnTo>
                  <a:pt x="375162" y="20131"/>
                </a:lnTo>
                <a:cubicBezTo>
                  <a:pt x="375162" y="19033"/>
                  <a:pt x="374970" y="18124"/>
                  <a:pt x="374587" y="17403"/>
                </a:cubicBezTo>
                <a:cubicBezTo>
                  <a:pt x="374205" y="16683"/>
                  <a:pt x="373656" y="16117"/>
                  <a:pt x="372941" y="15705"/>
                </a:cubicBezTo>
                <a:cubicBezTo>
                  <a:pt x="372261" y="15310"/>
                  <a:pt x="371444" y="15044"/>
                  <a:pt x="370491" y="14907"/>
                </a:cubicBezTo>
                <a:cubicBezTo>
                  <a:pt x="369538" y="14770"/>
                  <a:pt x="368543" y="14701"/>
                  <a:pt x="367505" y="14701"/>
                </a:cubicBezTo>
                <a:cubicBezTo>
                  <a:pt x="366246" y="14701"/>
                  <a:pt x="364842" y="14872"/>
                  <a:pt x="363293" y="15212"/>
                </a:cubicBezTo>
                <a:cubicBezTo>
                  <a:pt x="361745" y="15553"/>
                  <a:pt x="360146" y="16046"/>
                  <a:pt x="358495" y="16692"/>
                </a:cubicBezTo>
                <a:lnTo>
                  <a:pt x="358240" y="16692"/>
                </a:lnTo>
                <a:lnTo>
                  <a:pt x="358240" y="11817"/>
                </a:lnTo>
                <a:cubicBezTo>
                  <a:pt x="359176" y="11562"/>
                  <a:pt x="360528" y="11281"/>
                  <a:pt x="362298" y="10975"/>
                </a:cubicBezTo>
                <a:cubicBezTo>
                  <a:pt x="364068" y="10669"/>
                  <a:pt x="365812" y="10515"/>
                  <a:pt x="367530" y="10515"/>
                </a:cubicBezTo>
                <a:cubicBezTo>
                  <a:pt x="369538" y="10515"/>
                  <a:pt x="371286" y="10681"/>
                  <a:pt x="372775" y="11013"/>
                </a:cubicBezTo>
                <a:cubicBezTo>
                  <a:pt x="374264" y="11345"/>
                  <a:pt x="375553" y="11911"/>
                  <a:pt x="376642" y="12710"/>
                </a:cubicBezTo>
                <a:cubicBezTo>
                  <a:pt x="377714" y="13493"/>
                  <a:pt x="378531" y="14506"/>
                  <a:pt x="379092" y="15748"/>
                </a:cubicBezTo>
                <a:cubicBezTo>
                  <a:pt x="379654" y="16990"/>
                  <a:pt x="379934" y="18530"/>
                  <a:pt x="379934" y="20367"/>
                </a:cubicBezTo>
                <a:lnTo>
                  <a:pt x="379934" y="39714"/>
                </a:lnTo>
                <a:moveTo>
                  <a:pt x="375162" y="32731"/>
                </a:moveTo>
                <a:lnTo>
                  <a:pt x="375162" y="24757"/>
                </a:lnTo>
                <a:cubicBezTo>
                  <a:pt x="373698" y="24843"/>
                  <a:pt x="371976" y="24971"/>
                  <a:pt x="369993" y="25143"/>
                </a:cubicBezTo>
                <a:cubicBezTo>
                  <a:pt x="368011" y="25313"/>
                  <a:pt x="366441" y="25561"/>
                  <a:pt x="365284" y="25885"/>
                </a:cubicBezTo>
                <a:cubicBezTo>
                  <a:pt x="363906" y="26279"/>
                  <a:pt x="362792" y="26890"/>
                  <a:pt x="361941" y="27719"/>
                </a:cubicBezTo>
                <a:cubicBezTo>
                  <a:pt x="361090" y="28548"/>
                  <a:pt x="360665" y="29689"/>
                  <a:pt x="360665" y="31141"/>
                </a:cubicBezTo>
                <a:cubicBezTo>
                  <a:pt x="360665" y="32782"/>
                  <a:pt x="361158" y="34017"/>
                  <a:pt x="362145" y="34846"/>
                </a:cubicBezTo>
                <a:cubicBezTo>
                  <a:pt x="363132" y="35675"/>
                  <a:pt x="364638" y="36090"/>
                  <a:pt x="366662" y="36090"/>
                </a:cubicBezTo>
                <a:cubicBezTo>
                  <a:pt x="368347" y="36090"/>
                  <a:pt x="369887" y="35761"/>
                  <a:pt x="371282" y="35103"/>
                </a:cubicBezTo>
                <a:cubicBezTo>
                  <a:pt x="372677" y="34445"/>
                  <a:pt x="373971" y="33654"/>
                  <a:pt x="375162" y="32731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43A05F-CE3F-4036-9CA7-0ABEF512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371" y="2784659"/>
            <a:ext cx="305535" cy="255692"/>
          </a:xfrm>
          <a:custGeom xmlns:a="http://schemas.openxmlformats.org/drawingml/2006/main">
            <a:pathLst>
              <a:path w="305535" h="255692">
                <a:moveTo>
                  <a:pt x="0" y="0"/>
                </a:moveTo>
                <a:lnTo>
                  <a:pt x="305535" y="0"/>
                </a:lnTo>
                <a:lnTo>
                  <a:pt x="305535" y="255692"/>
                </a:lnTo>
                <a:lnTo>
                  <a:pt x="0" y="2556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8D02DC-3DFD-41C7-800A-9890D03E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3370" y="2784662"/>
            <a:ext cx="305535" cy="255690"/>
          </a:xfrm>
          <a:custGeom xmlns:a="http://schemas.openxmlformats.org/drawingml/2006/main">
            <a:pathLst>
              <a:path w="305535" h="255690" fill="none">
                <a:moveTo>
                  <a:pt x="0" y="0"/>
                </a:moveTo>
                <a:lnTo>
                  <a:pt x="305535" y="0"/>
                </a:lnTo>
                <a:lnTo>
                  <a:pt x="305535" y="255690"/>
                </a:lnTo>
                <a:lnTo>
                  <a:pt x="0" y="2556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7" name="Text Pinopsida">
            <a:extLst xmlns:a="http://schemas.openxmlformats.org/drawingml/2006/main">
              <a:ext uri="{FF2B5EF4-FFF2-40B4-BE49-F238E27FC236}">
                <a16:creationId xmlns:a16="http://schemas.microsoft.com/office/drawing/2014/main" id="{98603AFB-4084-4730-B0A6-FC674EA20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54358" y="2815814"/>
            <a:ext cx="163665" cy="34375"/>
          </a:xfrm>
          <a:custGeom xmlns:a="http://schemas.openxmlformats.org/drawingml/2006/main">
            <a:pathLst>
              <a:path w="163665" h="34375">
                <a:moveTo>
                  <a:pt x="17013" y="9013"/>
                </a:moveTo>
                <a:cubicBezTo>
                  <a:pt x="17013" y="10166"/>
                  <a:pt x="16812" y="11234"/>
                  <a:pt x="16410" y="12218"/>
                </a:cubicBezTo>
                <a:cubicBezTo>
                  <a:pt x="16008" y="13202"/>
                  <a:pt x="15447" y="14055"/>
                  <a:pt x="14725" y="14777"/>
                </a:cubicBezTo>
                <a:cubicBezTo>
                  <a:pt x="13828" y="15674"/>
                  <a:pt x="12768" y="16346"/>
                  <a:pt x="11546" y="16794"/>
                </a:cubicBezTo>
                <a:cubicBezTo>
                  <a:pt x="10323" y="17243"/>
                  <a:pt x="8780" y="17467"/>
                  <a:pt x="6917" y="17467"/>
                </a:cubicBezTo>
                <a:lnTo>
                  <a:pt x="3458" y="17467"/>
                </a:lnTo>
                <a:lnTo>
                  <a:pt x="3458" y="27179"/>
                </a:lnTo>
                <a:lnTo>
                  <a:pt x="0" y="27179"/>
                </a:lnTo>
                <a:lnTo>
                  <a:pt x="0" y="1153"/>
                </a:lnTo>
                <a:lnTo>
                  <a:pt x="7057" y="1153"/>
                </a:lnTo>
                <a:cubicBezTo>
                  <a:pt x="8617" y="1153"/>
                  <a:pt x="9939" y="1284"/>
                  <a:pt x="11022" y="1546"/>
                </a:cubicBezTo>
                <a:cubicBezTo>
                  <a:pt x="12105" y="1808"/>
                  <a:pt x="13065" y="2218"/>
                  <a:pt x="13904" y="2777"/>
                </a:cubicBezTo>
                <a:cubicBezTo>
                  <a:pt x="14893" y="3441"/>
                  <a:pt x="15659" y="4268"/>
                  <a:pt x="16201" y="5258"/>
                </a:cubicBezTo>
                <a:cubicBezTo>
                  <a:pt x="16742" y="6247"/>
                  <a:pt x="17013" y="7499"/>
                  <a:pt x="17013" y="9013"/>
                </a:cubicBezTo>
                <a:moveTo>
                  <a:pt x="13415" y="9093"/>
                </a:moveTo>
                <a:cubicBezTo>
                  <a:pt x="13415" y="8204"/>
                  <a:pt x="13257" y="7431"/>
                  <a:pt x="12943" y="6773"/>
                </a:cubicBezTo>
                <a:cubicBezTo>
                  <a:pt x="12629" y="6115"/>
                  <a:pt x="12151" y="5577"/>
                  <a:pt x="11511" y="5161"/>
                </a:cubicBezTo>
                <a:cubicBezTo>
                  <a:pt x="10952" y="4804"/>
                  <a:pt x="10314" y="4547"/>
                  <a:pt x="9598" y="4391"/>
                </a:cubicBezTo>
                <a:cubicBezTo>
                  <a:pt x="8882" y="4235"/>
                  <a:pt x="7977" y="4157"/>
                  <a:pt x="6882" y="4157"/>
                </a:cubicBezTo>
                <a:lnTo>
                  <a:pt x="3458" y="4157"/>
                </a:lnTo>
                <a:lnTo>
                  <a:pt x="3458" y="14463"/>
                </a:lnTo>
                <a:lnTo>
                  <a:pt x="6375" y="14463"/>
                </a:lnTo>
                <a:cubicBezTo>
                  <a:pt x="7773" y="14463"/>
                  <a:pt x="8908" y="14339"/>
                  <a:pt x="9781" y="14090"/>
                </a:cubicBezTo>
                <a:cubicBezTo>
                  <a:pt x="10655" y="13842"/>
                  <a:pt x="11365" y="13447"/>
                  <a:pt x="11912" y="12904"/>
                </a:cubicBezTo>
                <a:cubicBezTo>
                  <a:pt x="12460" y="12349"/>
                  <a:pt x="12847" y="11767"/>
                  <a:pt x="13074" y="11155"/>
                </a:cubicBezTo>
                <a:cubicBezTo>
                  <a:pt x="13301" y="10543"/>
                  <a:pt x="13415" y="9856"/>
                  <a:pt x="13415" y="9093"/>
                </a:cubicBezTo>
                <a:close/>
                <a:moveTo>
                  <a:pt x="24838" y="4402"/>
                </a:moveTo>
                <a:lnTo>
                  <a:pt x="21135" y="4402"/>
                </a:lnTo>
                <a:lnTo>
                  <a:pt x="21135" y="978"/>
                </a:lnTo>
                <a:lnTo>
                  <a:pt x="24838" y="978"/>
                </a:lnTo>
                <a:lnTo>
                  <a:pt x="24838" y="4402"/>
                </a:lnTo>
                <a:moveTo>
                  <a:pt x="24629" y="27179"/>
                </a:moveTo>
                <a:lnTo>
                  <a:pt x="21345" y="27179"/>
                </a:lnTo>
                <a:lnTo>
                  <a:pt x="21345" y="7651"/>
                </a:lnTo>
                <a:lnTo>
                  <a:pt x="24629" y="7651"/>
                </a:lnTo>
                <a:lnTo>
                  <a:pt x="24629" y="27179"/>
                </a:lnTo>
                <a:close/>
                <a:moveTo>
                  <a:pt x="47441" y="27179"/>
                </a:moveTo>
                <a:lnTo>
                  <a:pt x="44157" y="27179"/>
                </a:lnTo>
                <a:lnTo>
                  <a:pt x="44157" y="16058"/>
                </a:lnTo>
                <a:cubicBezTo>
                  <a:pt x="44157" y="15160"/>
                  <a:pt x="44104" y="14318"/>
                  <a:pt x="44000" y="13531"/>
                </a:cubicBezTo>
                <a:cubicBezTo>
                  <a:pt x="43895" y="12745"/>
                  <a:pt x="43703" y="12130"/>
                  <a:pt x="43423" y="11687"/>
                </a:cubicBezTo>
                <a:cubicBezTo>
                  <a:pt x="43132" y="11197"/>
                  <a:pt x="42713" y="10833"/>
                  <a:pt x="42166" y="10594"/>
                </a:cubicBezTo>
                <a:cubicBezTo>
                  <a:pt x="41618" y="10355"/>
                  <a:pt x="40908" y="10236"/>
                  <a:pt x="40035" y="10236"/>
                </a:cubicBezTo>
                <a:cubicBezTo>
                  <a:pt x="39138" y="10236"/>
                  <a:pt x="38201" y="10457"/>
                  <a:pt x="37222" y="10900"/>
                </a:cubicBezTo>
                <a:cubicBezTo>
                  <a:pt x="36244" y="11343"/>
                  <a:pt x="35307" y="11908"/>
                  <a:pt x="34410" y="12596"/>
                </a:cubicBezTo>
                <a:lnTo>
                  <a:pt x="34410" y="27179"/>
                </a:lnTo>
                <a:lnTo>
                  <a:pt x="31126" y="27179"/>
                </a:lnTo>
                <a:lnTo>
                  <a:pt x="31126" y="7651"/>
                </a:lnTo>
                <a:lnTo>
                  <a:pt x="34410" y="7651"/>
                </a:lnTo>
                <a:lnTo>
                  <a:pt x="34410" y="9804"/>
                </a:lnTo>
                <a:cubicBezTo>
                  <a:pt x="35435" y="8952"/>
                  <a:pt x="36495" y="8288"/>
                  <a:pt x="37589" y="7809"/>
                </a:cubicBezTo>
                <a:cubicBezTo>
                  <a:pt x="38684" y="7331"/>
                  <a:pt x="39808" y="7092"/>
                  <a:pt x="40960" y="7092"/>
                </a:cubicBezTo>
                <a:cubicBezTo>
                  <a:pt x="43068" y="7092"/>
                  <a:pt x="44675" y="7727"/>
                  <a:pt x="45781" y="8999"/>
                </a:cubicBezTo>
                <a:cubicBezTo>
                  <a:pt x="46888" y="10270"/>
                  <a:pt x="47441" y="12102"/>
                  <a:pt x="47441" y="14493"/>
                </a:cubicBezTo>
                <a:lnTo>
                  <a:pt x="47441" y="27179"/>
                </a:lnTo>
                <a:close/>
                <a:moveTo>
                  <a:pt x="70392" y="17423"/>
                </a:moveTo>
                <a:cubicBezTo>
                  <a:pt x="70392" y="20610"/>
                  <a:pt x="69577" y="23126"/>
                  <a:pt x="67946" y="24971"/>
                </a:cubicBezTo>
                <a:cubicBezTo>
                  <a:pt x="66316" y="26815"/>
                  <a:pt x="64133" y="27738"/>
                  <a:pt x="61396" y="27738"/>
                </a:cubicBezTo>
                <a:cubicBezTo>
                  <a:pt x="58637" y="27738"/>
                  <a:pt x="56444" y="26815"/>
                  <a:pt x="54820" y="24971"/>
                </a:cubicBezTo>
                <a:cubicBezTo>
                  <a:pt x="53196" y="23126"/>
                  <a:pt x="52383" y="20610"/>
                  <a:pt x="52383" y="17423"/>
                </a:cubicBezTo>
                <a:cubicBezTo>
                  <a:pt x="52383" y="14236"/>
                  <a:pt x="53196" y="11718"/>
                  <a:pt x="54820" y="9867"/>
                </a:cubicBezTo>
                <a:cubicBezTo>
                  <a:pt x="56444" y="8017"/>
                  <a:pt x="58637" y="7092"/>
                  <a:pt x="61396" y="7092"/>
                </a:cubicBezTo>
                <a:cubicBezTo>
                  <a:pt x="64133" y="7092"/>
                  <a:pt x="66316" y="8017"/>
                  <a:pt x="67946" y="9867"/>
                </a:cubicBezTo>
                <a:cubicBezTo>
                  <a:pt x="69577" y="11718"/>
                  <a:pt x="70392" y="14236"/>
                  <a:pt x="70392" y="17423"/>
                </a:cubicBezTo>
                <a:moveTo>
                  <a:pt x="67003" y="17423"/>
                </a:moveTo>
                <a:cubicBezTo>
                  <a:pt x="67003" y="14899"/>
                  <a:pt x="66508" y="13024"/>
                  <a:pt x="65519" y="11797"/>
                </a:cubicBezTo>
                <a:cubicBezTo>
                  <a:pt x="64529" y="10570"/>
                  <a:pt x="63155" y="9956"/>
                  <a:pt x="61396" y="9956"/>
                </a:cubicBezTo>
                <a:cubicBezTo>
                  <a:pt x="59615" y="9956"/>
                  <a:pt x="58232" y="10570"/>
                  <a:pt x="57248" y="11797"/>
                </a:cubicBezTo>
                <a:cubicBezTo>
                  <a:pt x="56264" y="13024"/>
                  <a:pt x="55772" y="14899"/>
                  <a:pt x="55772" y="17423"/>
                </a:cubicBezTo>
                <a:cubicBezTo>
                  <a:pt x="55772" y="19866"/>
                  <a:pt x="56267" y="21718"/>
                  <a:pt x="57257" y="22980"/>
                </a:cubicBezTo>
                <a:cubicBezTo>
                  <a:pt x="58247" y="24242"/>
                  <a:pt x="59626" y="24873"/>
                  <a:pt x="61396" y="24873"/>
                </a:cubicBezTo>
                <a:cubicBezTo>
                  <a:pt x="63143" y="24873"/>
                  <a:pt x="64514" y="24248"/>
                  <a:pt x="65510" y="22997"/>
                </a:cubicBezTo>
                <a:cubicBezTo>
                  <a:pt x="66505" y="21747"/>
                  <a:pt x="67003" y="19889"/>
                  <a:pt x="67003" y="17423"/>
                </a:cubicBezTo>
                <a:close/>
                <a:moveTo>
                  <a:pt x="92645" y="17170"/>
                </a:moveTo>
                <a:cubicBezTo>
                  <a:pt x="92645" y="18756"/>
                  <a:pt x="92418" y="20205"/>
                  <a:pt x="91964" y="21518"/>
                </a:cubicBezTo>
                <a:cubicBezTo>
                  <a:pt x="91510" y="22830"/>
                  <a:pt x="90869" y="23941"/>
                  <a:pt x="90042" y="24851"/>
                </a:cubicBezTo>
                <a:cubicBezTo>
                  <a:pt x="89274" y="25714"/>
                  <a:pt x="88368" y="26382"/>
                  <a:pt x="87326" y="26854"/>
                </a:cubicBezTo>
                <a:cubicBezTo>
                  <a:pt x="86284" y="27327"/>
                  <a:pt x="85181" y="27563"/>
                  <a:pt x="84016" y="27563"/>
                </a:cubicBezTo>
                <a:cubicBezTo>
                  <a:pt x="83003" y="27563"/>
                  <a:pt x="82086" y="27452"/>
                  <a:pt x="81265" y="27230"/>
                </a:cubicBezTo>
                <a:cubicBezTo>
                  <a:pt x="80444" y="27009"/>
                  <a:pt x="79609" y="26665"/>
                  <a:pt x="78759" y="26198"/>
                </a:cubicBezTo>
                <a:lnTo>
                  <a:pt x="78759" y="34375"/>
                </a:lnTo>
                <a:lnTo>
                  <a:pt x="75475" y="34375"/>
                </a:lnTo>
                <a:lnTo>
                  <a:pt x="75475" y="7651"/>
                </a:lnTo>
                <a:lnTo>
                  <a:pt x="78759" y="7651"/>
                </a:lnTo>
                <a:lnTo>
                  <a:pt x="78759" y="9681"/>
                </a:lnTo>
                <a:cubicBezTo>
                  <a:pt x="79632" y="8946"/>
                  <a:pt x="80613" y="8331"/>
                  <a:pt x="81702" y="7836"/>
                </a:cubicBezTo>
                <a:cubicBezTo>
                  <a:pt x="82791" y="7340"/>
                  <a:pt x="83952" y="7092"/>
                  <a:pt x="85187" y="7092"/>
                </a:cubicBezTo>
                <a:cubicBezTo>
                  <a:pt x="87539" y="7092"/>
                  <a:pt x="89370" y="7981"/>
                  <a:pt x="90680" y="9760"/>
                </a:cubicBezTo>
                <a:cubicBezTo>
                  <a:pt x="91990" y="11539"/>
                  <a:pt x="92645" y="14009"/>
                  <a:pt x="92645" y="17170"/>
                </a:cubicBezTo>
                <a:moveTo>
                  <a:pt x="89256" y="17257"/>
                </a:moveTo>
                <a:cubicBezTo>
                  <a:pt x="89256" y="14905"/>
                  <a:pt x="88855" y="13147"/>
                  <a:pt x="88051" y="11982"/>
                </a:cubicBezTo>
                <a:cubicBezTo>
                  <a:pt x="87248" y="10818"/>
                  <a:pt x="86013" y="10236"/>
                  <a:pt x="84348" y="10236"/>
                </a:cubicBezTo>
                <a:cubicBezTo>
                  <a:pt x="83405" y="10236"/>
                  <a:pt x="82456" y="10439"/>
                  <a:pt x="81501" y="10847"/>
                </a:cubicBezTo>
                <a:cubicBezTo>
                  <a:pt x="80546" y="11255"/>
                  <a:pt x="79632" y="11790"/>
                  <a:pt x="78759" y="12454"/>
                </a:cubicBezTo>
                <a:lnTo>
                  <a:pt x="78759" y="23511"/>
                </a:lnTo>
                <a:cubicBezTo>
                  <a:pt x="79690" y="23930"/>
                  <a:pt x="80491" y="24215"/>
                  <a:pt x="81160" y="24366"/>
                </a:cubicBezTo>
                <a:cubicBezTo>
                  <a:pt x="81830" y="24518"/>
                  <a:pt x="82590" y="24593"/>
                  <a:pt x="83440" y="24593"/>
                </a:cubicBezTo>
                <a:cubicBezTo>
                  <a:pt x="85268" y="24593"/>
                  <a:pt x="86694" y="23976"/>
                  <a:pt x="87719" y="22742"/>
                </a:cubicBezTo>
                <a:cubicBezTo>
                  <a:pt x="88744" y="21508"/>
                  <a:pt x="89256" y="19679"/>
                  <a:pt x="89256" y="17257"/>
                </a:cubicBezTo>
                <a:close/>
                <a:moveTo>
                  <a:pt x="111701" y="21542"/>
                </a:moveTo>
                <a:cubicBezTo>
                  <a:pt x="111701" y="23322"/>
                  <a:pt x="110965" y="24783"/>
                  <a:pt x="109492" y="25923"/>
                </a:cubicBezTo>
                <a:cubicBezTo>
                  <a:pt x="108019" y="27063"/>
                  <a:pt x="106007" y="27633"/>
                  <a:pt x="103457" y="27633"/>
                </a:cubicBezTo>
                <a:cubicBezTo>
                  <a:pt x="102013" y="27633"/>
                  <a:pt x="100688" y="27460"/>
                  <a:pt x="99483" y="27116"/>
                </a:cubicBezTo>
                <a:cubicBezTo>
                  <a:pt x="98278" y="26771"/>
                  <a:pt x="97268" y="26394"/>
                  <a:pt x="96453" y="25985"/>
                </a:cubicBezTo>
                <a:lnTo>
                  <a:pt x="96453" y="22288"/>
                </a:lnTo>
                <a:lnTo>
                  <a:pt x="96627" y="22288"/>
                </a:lnTo>
                <a:cubicBezTo>
                  <a:pt x="97664" y="23079"/>
                  <a:pt x="98816" y="23707"/>
                  <a:pt x="100086" y="24174"/>
                </a:cubicBezTo>
                <a:cubicBezTo>
                  <a:pt x="101355" y="24640"/>
                  <a:pt x="102572" y="24873"/>
                  <a:pt x="103736" y="24873"/>
                </a:cubicBezTo>
                <a:cubicBezTo>
                  <a:pt x="105180" y="24873"/>
                  <a:pt x="106310" y="24639"/>
                  <a:pt x="107125" y="24172"/>
                </a:cubicBezTo>
                <a:cubicBezTo>
                  <a:pt x="107940" y="23704"/>
                  <a:pt x="108348" y="22967"/>
                  <a:pt x="108348" y="21961"/>
                </a:cubicBezTo>
                <a:cubicBezTo>
                  <a:pt x="108348" y="21193"/>
                  <a:pt x="108126" y="20611"/>
                  <a:pt x="107684" y="20216"/>
                </a:cubicBezTo>
                <a:cubicBezTo>
                  <a:pt x="107241" y="19820"/>
                  <a:pt x="106391" y="19483"/>
                  <a:pt x="105134" y="19203"/>
                </a:cubicBezTo>
                <a:cubicBezTo>
                  <a:pt x="104668" y="19099"/>
                  <a:pt x="104059" y="18977"/>
                  <a:pt x="103308" y="18837"/>
                </a:cubicBezTo>
                <a:cubicBezTo>
                  <a:pt x="102557" y="18697"/>
                  <a:pt x="101873" y="18546"/>
                  <a:pt x="101256" y="18383"/>
                </a:cubicBezTo>
                <a:cubicBezTo>
                  <a:pt x="99544" y="17930"/>
                  <a:pt x="98330" y="17264"/>
                  <a:pt x="97614" y="16385"/>
                </a:cubicBezTo>
                <a:cubicBezTo>
                  <a:pt x="96898" y="15507"/>
                  <a:pt x="96540" y="14428"/>
                  <a:pt x="96540" y="13148"/>
                </a:cubicBezTo>
                <a:cubicBezTo>
                  <a:pt x="96540" y="12345"/>
                  <a:pt x="96706" y="11589"/>
                  <a:pt x="97038" y="10879"/>
                </a:cubicBezTo>
                <a:cubicBezTo>
                  <a:pt x="97370" y="10169"/>
                  <a:pt x="97873" y="9535"/>
                  <a:pt x="98549" y="8976"/>
                </a:cubicBezTo>
                <a:cubicBezTo>
                  <a:pt x="99201" y="8430"/>
                  <a:pt x="100030" y="7997"/>
                  <a:pt x="101038" y="7677"/>
                </a:cubicBezTo>
                <a:cubicBezTo>
                  <a:pt x="102045" y="7356"/>
                  <a:pt x="103171" y="7196"/>
                  <a:pt x="104417" y="7196"/>
                </a:cubicBezTo>
                <a:cubicBezTo>
                  <a:pt x="105582" y="7196"/>
                  <a:pt x="106761" y="7338"/>
                  <a:pt x="107954" y="7623"/>
                </a:cubicBezTo>
                <a:cubicBezTo>
                  <a:pt x="109148" y="7907"/>
                  <a:pt x="110141" y="8252"/>
                  <a:pt x="110933" y="8659"/>
                </a:cubicBezTo>
                <a:lnTo>
                  <a:pt x="110933" y="12157"/>
                </a:lnTo>
                <a:lnTo>
                  <a:pt x="110758" y="12157"/>
                </a:lnTo>
                <a:cubicBezTo>
                  <a:pt x="109920" y="11540"/>
                  <a:pt x="108901" y="11019"/>
                  <a:pt x="107701" y="10594"/>
                </a:cubicBezTo>
                <a:cubicBezTo>
                  <a:pt x="106502" y="10169"/>
                  <a:pt x="105326" y="9956"/>
                  <a:pt x="104173" y="9956"/>
                </a:cubicBezTo>
                <a:cubicBezTo>
                  <a:pt x="102974" y="9956"/>
                  <a:pt x="101960" y="10187"/>
                  <a:pt x="101134" y="10649"/>
                </a:cubicBezTo>
                <a:cubicBezTo>
                  <a:pt x="100307" y="11112"/>
                  <a:pt x="99894" y="11799"/>
                  <a:pt x="99894" y="12711"/>
                </a:cubicBezTo>
                <a:cubicBezTo>
                  <a:pt x="99894" y="13514"/>
                  <a:pt x="100144" y="14119"/>
                  <a:pt x="100645" y="14526"/>
                </a:cubicBezTo>
                <a:cubicBezTo>
                  <a:pt x="101134" y="14933"/>
                  <a:pt x="101925" y="15265"/>
                  <a:pt x="103020" y="15521"/>
                </a:cubicBezTo>
                <a:cubicBezTo>
                  <a:pt x="103626" y="15661"/>
                  <a:pt x="104304" y="15800"/>
                  <a:pt x="105055" y="15940"/>
                </a:cubicBezTo>
                <a:cubicBezTo>
                  <a:pt x="105806" y="16080"/>
                  <a:pt x="106432" y="16208"/>
                  <a:pt x="106933" y="16324"/>
                </a:cubicBezTo>
                <a:cubicBezTo>
                  <a:pt x="108458" y="16673"/>
                  <a:pt x="109634" y="17272"/>
                  <a:pt x="110461" y="18121"/>
                </a:cubicBezTo>
                <a:cubicBezTo>
                  <a:pt x="111288" y="18982"/>
                  <a:pt x="111701" y="20123"/>
                  <a:pt x="111701" y="21542"/>
                </a:cubicBezTo>
                <a:close/>
                <a:moveTo>
                  <a:pt x="119928" y="4402"/>
                </a:moveTo>
                <a:lnTo>
                  <a:pt x="116225" y="4402"/>
                </a:lnTo>
                <a:lnTo>
                  <a:pt x="116225" y="978"/>
                </a:lnTo>
                <a:lnTo>
                  <a:pt x="119928" y="978"/>
                </a:lnTo>
                <a:lnTo>
                  <a:pt x="119928" y="4402"/>
                </a:lnTo>
                <a:moveTo>
                  <a:pt x="119718" y="27179"/>
                </a:moveTo>
                <a:lnTo>
                  <a:pt x="116435" y="27179"/>
                </a:lnTo>
                <a:lnTo>
                  <a:pt x="116435" y="7651"/>
                </a:lnTo>
                <a:lnTo>
                  <a:pt x="119718" y="7651"/>
                </a:lnTo>
                <a:lnTo>
                  <a:pt x="119718" y="27179"/>
                </a:lnTo>
                <a:close/>
                <a:moveTo>
                  <a:pt x="142041" y="27179"/>
                </a:moveTo>
                <a:lnTo>
                  <a:pt x="138757" y="27179"/>
                </a:lnTo>
                <a:lnTo>
                  <a:pt x="138757" y="25146"/>
                </a:lnTo>
                <a:cubicBezTo>
                  <a:pt x="137814" y="25963"/>
                  <a:pt x="136830" y="26599"/>
                  <a:pt x="135805" y="27055"/>
                </a:cubicBezTo>
                <a:cubicBezTo>
                  <a:pt x="134780" y="27510"/>
                  <a:pt x="133668" y="27738"/>
                  <a:pt x="132469" y="27738"/>
                </a:cubicBezTo>
                <a:cubicBezTo>
                  <a:pt x="130140" y="27738"/>
                  <a:pt x="128291" y="26839"/>
                  <a:pt x="126923" y="25041"/>
                </a:cubicBezTo>
                <a:cubicBezTo>
                  <a:pt x="125555" y="23243"/>
                  <a:pt x="124871" y="20751"/>
                  <a:pt x="124871" y="17564"/>
                </a:cubicBezTo>
                <a:cubicBezTo>
                  <a:pt x="124871" y="15906"/>
                  <a:pt x="125107" y="14429"/>
                  <a:pt x="125578" y="13133"/>
                </a:cubicBezTo>
                <a:cubicBezTo>
                  <a:pt x="126050" y="11837"/>
                  <a:pt x="126687" y="10734"/>
                  <a:pt x="127491" y="9824"/>
                </a:cubicBezTo>
                <a:cubicBezTo>
                  <a:pt x="128283" y="8936"/>
                  <a:pt x="129206" y="8259"/>
                  <a:pt x="130259" y="7792"/>
                </a:cubicBezTo>
                <a:cubicBezTo>
                  <a:pt x="131313" y="7325"/>
                  <a:pt x="132405" y="7092"/>
                  <a:pt x="133534" y="7092"/>
                </a:cubicBezTo>
                <a:cubicBezTo>
                  <a:pt x="134559" y="7092"/>
                  <a:pt x="135467" y="7200"/>
                  <a:pt x="136259" y="7416"/>
                </a:cubicBezTo>
                <a:cubicBezTo>
                  <a:pt x="137051" y="7632"/>
                  <a:pt x="137884" y="7967"/>
                  <a:pt x="138757" y="8422"/>
                </a:cubicBezTo>
                <a:lnTo>
                  <a:pt x="138757" y="0"/>
                </a:lnTo>
                <a:lnTo>
                  <a:pt x="142041" y="0"/>
                </a:lnTo>
                <a:lnTo>
                  <a:pt x="142041" y="27179"/>
                </a:lnTo>
                <a:moveTo>
                  <a:pt x="138757" y="22375"/>
                </a:moveTo>
                <a:lnTo>
                  <a:pt x="138757" y="11179"/>
                </a:lnTo>
                <a:cubicBezTo>
                  <a:pt x="137872" y="10783"/>
                  <a:pt x="137080" y="10509"/>
                  <a:pt x="136382" y="10358"/>
                </a:cubicBezTo>
                <a:cubicBezTo>
                  <a:pt x="135683" y="10207"/>
                  <a:pt x="134920" y="10131"/>
                  <a:pt x="134093" y="10131"/>
                </a:cubicBezTo>
                <a:cubicBezTo>
                  <a:pt x="132254" y="10131"/>
                  <a:pt x="130821" y="10771"/>
                  <a:pt x="129797" y="12052"/>
                </a:cubicBezTo>
                <a:cubicBezTo>
                  <a:pt x="128772" y="13333"/>
                  <a:pt x="128259" y="15150"/>
                  <a:pt x="128259" y="17502"/>
                </a:cubicBezTo>
                <a:cubicBezTo>
                  <a:pt x="128259" y="19819"/>
                  <a:pt x="128655" y="21580"/>
                  <a:pt x="129447" y="22786"/>
                </a:cubicBezTo>
                <a:cubicBezTo>
                  <a:pt x="130239" y="23991"/>
                  <a:pt x="131508" y="24593"/>
                  <a:pt x="133255" y="24593"/>
                </a:cubicBezTo>
                <a:cubicBezTo>
                  <a:pt x="134187" y="24593"/>
                  <a:pt x="135130" y="24387"/>
                  <a:pt x="136085" y="23973"/>
                </a:cubicBezTo>
                <a:cubicBezTo>
                  <a:pt x="137039" y="23560"/>
                  <a:pt x="137930" y="23027"/>
                  <a:pt x="138757" y="22375"/>
                </a:cubicBezTo>
                <a:close/>
                <a:moveTo>
                  <a:pt x="163665" y="27179"/>
                </a:moveTo>
                <a:lnTo>
                  <a:pt x="160399" y="27179"/>
                </a:lnTo>
                <a:lnTo>
                  <a:pt x="160399" y="25114"/>
                </a:lnTo>
                <a:cubicBezTo>
                  <a:pt x="160108" y="25313"/>
                  <a:pt x="159715" y="25589"/>
                  <a:pt x="159220" y="25945"/>
                </a:cubicBezTo>
                <a:cubicBezTo>
                  <a:pt x="158725" y="26300"/>
                  <a:pt x="158244" y="26583"/>
                  <a:pt x="157779" y="26793"/>
                </a:cubicBezTo>
                <a:cubicBezTo>
                  <a:pt x="157231" y="27061"/>
                  <a:pt x="156603" y="27286"/>
                  <a:pt x="155892" y="27466"/>
                </a:cubicBezTo>
                <a:cubicBezTo>
                  <a:pt x="155182" y="27647"/>
                  <a:pt x="154349" y="27738"/>
                  <a:pt x="153394" y="27738"/>
                </a:cubicBezTo>
                <a:cubicBezTo>
                  <a:pt x="151636" y="27738"/>
                  <a:pt x="150146" y="27155"/>
                  <a:pt x="148923" y="25989"/>
                </a:cubicBezTo>
                <a:cubicBezTo>
                  <a:pt x="147700" y="24823"/>
                  <a:pt x="147089" y="23336"/>
                  <a:pt x="147089" y="21529"/>
                </a:cubicBezTo>
                <a:cubicBezTo>
                  <a:pt x="147089" y="20048"/>
                  <a:pt x="147406" y="18850"/>
                  <a:pt x="148041" y="17935"/>
                </a:cubicBezTo>
                <a:cubicBezTo>
                  <a:pt x="148675" y="17019"/>
                  <a:pt x="149581" y="16299"/>
                  <a:pt x="150757" y="15775"/>
                </a:cubicBezTo>
                <a:cubicBezTo>
                  <a:pt x="151945" y="15250"/>
                  <a:pt x="153371" y="14894"/>
                  <a:pt x="155036" y="14708"/>
                </a:cubicBezTo>
                <a:cubicBezTo>
                  <a:pt x="156702" y="14521"/>
                  <a:pt x="158489" y="14381"/>
                  <a:pt x="160399" y="14288"/>
                </a:cubicBezTo>
                <a:lnTo>
                  <a:pt x="160399" y="13777"/>
                </a:lnTo>
                <a:cubicBezTo>
                  <a:pt x="160399" y="13026"/>
                  <a:pt x="160268" y="12403"/>
                  <a:pt x="160006" y="11910"/>
                </a:cubicBezTo>
                <a:cubicBezTo>
                  <a:pt x="159744" y="11417"/>
                  <a:pt x="159368" y="11030"/>
                  <a:pt x="158879" y="10748"/>
                </a:cubicBezTo>
                <a:cubicBezTo>
                  <a:pt x="158413" y="10478"/>
                  <a:pt x="157854" y="10296"/>
                  <a:pt x="157202" y="10202"/>
                </a:cubicBezTo>
                <a:cubicBezTo>
                  <a:pt x="156550" y="10108"/>
                  <a:pt x="155869" y="10061"/>
                  <a:pt x="155159" y="10061"/>
                </a:cubicBezTo>
                <a:cubicBezTo>
                  <a:pt x="154297" y="10061"/>
                  <a:pt x="153336" y="10178"/>
                  <a:pt x="152277" y="10411"/>
                </a:cubicBezTo>
                <a:cubicBezTo>
                  <a:pt x="151217" y="10644"/>
                  <a:pt x="150122" y="10981"/>
                  <a:pt x="148993" y="11423"/>
                </a:cubicBezTo>
                <a:lnTo>
                  <a:pt x="148818" y="11423"/>
                </a:lnTo>
                <a:lnTo>
                  <a:pt x="148818" y="8087"/>
                </a:lnTo>
                <a:cubicBezTo>
                  <a:pt x="149459" y="7913"/>
                  <a:pt x="150384" y="7720"/>
                  <a:pt x="151595" y="7511"/>
                </a:cubicBezTo>
                <a:cubicBezTo>
                  <a:pt x="152806" y="7301"/>
                  <a:pt x="154000" y="7196"/>
                  <a:pt x="155176" y="7196"/>
                </a:cubicBezTo>
                <a:cubicBezTo>
                  <a:pt x="156550" y="7196"/>
                  <a:pt x="157747" y="7310"/>
                  <a:pt x="158766" y="7537"/>
                </a:cubicBezTo>
                <a:cubicBezTo>
                  <a:pt x="159784" y="7764"/>
                  <a:pt x="160667" y="8151"/>
                  <a:pt x="161412" y="8699"/>
                </a:cubicBezTo>
                <a:cubicBezTo>
                  <a:pt x="162145" y="9234"/>
                  <a:pt x="162704" y="9927"/>
                  <a:pt x="163089" y="10777"/>
                </a:cubicBezTo>
                <a:cubicBezTo>
                  <a:pt x="163473" y="11627"/>
                  <a:pt x="163665" y="12681"/>
                  <a:pt x="163665" y="13939"/>
                </a:cubicBezTo>
                <a:lnTo>
                  <a:pt x="163665" y="27179"/>
                </a:lnTo>
                <a:moveTo>
                  <a:pt x="160399" y="22400"/>
                </a:moveTo>
                <a:lnTo>
                  <a:pt x="160399" y="16943"/>
                </a:lnTo>
                <a:cubicBezTo>
                  <a:pt x="159397" y="17002"/>
                  <a:pt x="158218" y="17089"/>
                  <a:pt x="156862" y="17207"/>
                </a:cubicBezTo>
                <a:cubicBezTo>
                  <a:pt x="155505" y="17323"/>
                  <a:pt x="154431" y="17493"/>
                  <a:pt x="153639" y="17715"/>
                </a:cubicBezTo>
                <a:cubicBezTo>
                  <a:pt x="152696" y="17984"/>
                  <a:pt x="151933" y="18402"/>
                  <a:pt x="151351" y="18970"/>
                </a:cubicBezTo>
                <a:cubicBezTo>
                  <a:pt x="150769" y="19537"/>
                  <a:pt x="150477" y="20318"/>
                  <a:pt x="150477" y="21312"/>
                </a:cubicBezTo>
                <a:cubicBezTo>
                  <a:pt x="150477" y="22435"/>
                  <a:pt x="150815" y="23280"/>
                  <a:pt x="151491" y="23847"/>
                </a:cubicBezTo>
                <a:cubicBezTo>
                  <a:pt x="152166" y="24415"/>
                  <a:pt x="153197" y="24698"/>
                  <a:pt x="154582" y="24698"/>
                </a:cubicBezTo>
                <a:cubicBezTo>
                  <a:pt x="155735" y="24698"/>
                  <a:pt x="156789" y="24473"/>
                  <a:pt x="157744" y="24023"/>
                </a:cubicBezTo>
                <a:cubicBezTo>
                  <a:pt x="158699" y="23573"/>
                  <a:pt x="159584" y="23031"/>
                  <a:pt x="160399" y="22400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2A6EF-ACEF-42E5-B69C-C2A16E9B6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403" y="2784659"/>
            <a:ext cx="82902" cy="148793"/>
          </a:xfrm>
          <a:custGeom xmlns:a="http://schemas.openxmlformats.org/drawingml/2006/main">
            <a:pathLst>
              <a:path w="82902" h="148793">
                <a:moveTo>
                  <a:pt x="0" y="0"/>
                </a:moveTo>
                <a:lnTo>
                  <a:pt x="82902" y="0"/>
                </a:lnTo>
                <a:lnTo>
                  <a:pt x="82902" y="148793"/>
                </a:lnTo>
                <a:lnTo>
                  <a:pt x="0" y="1487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D887C-6BD6-4A37-8562-EF3696D44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404" y="2784662"/>
            <a:ext cx="82900" cy="148793"/>
          </a:xfrm>
          <a:custGeom xmlns:a="http://schemas.openxmlformats.org/drawingml/2006/main">
            <a:pathLst>
              <a:path w="82900" h="148793" fill="none">
                <a:moveTo>
                  <a:pt x="0" y="0"/>
                </a:moveTo>
                <a:lnTo>
                  <a:pt x="82900" y="0"/>
                </a:lnTo>
                <a:lnTo>
                  <a:pt x="82900" y="148793"/>
                </a:lnTo>
                <a:lnTo>
                  <a:pt x="0" y="1487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7E7896-FEFF-4479-82AC-6E393A186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403" y="2955952"/>
            <a:ext cx="82902" cy="40396"/>
          </a:xfrm>
          <a:custGeom xmlns:a="http://schemas.openxmlformats.org/drawingml/2006/main">
            <a:pathLst>
              <a:path w="82902" h="40396">
                <a:moveTo>
                  <a:pt x="0" y="0"/>
                </a:moveTo>
                <a:lnTo>
                  <a:pt x="82902" y="0"/>
                </a:lnTo>
                <a:lnTo>
                  <a:pt x="82902" y="40396"/>
                </a:lnTo>
                <a:lnTo>
                  <a:pt x="0" y="403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7FE93B-C269-4878-BB7D-63F45E5DE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404" y="2955953"/>
            <a:ext cx="82900" cy="40396"/>
          </a:xfrm>
          <a:custGeom xmlns:a="http://schemas.openxmlformats.org/drawingml/2006/main">
            <a:pathLst>
              <a:path w="82900" h="40396" fill="none">
                <a:moveTo>
                  <a:pt x="0" y="0"/>
                </a:moveTo>
                <a:lnTo>
                  <a:pt x="82900" y="0"/>
                </a:lnTo>
                <a:lnTo>
                  <a:pt x="82900" y="40396"/>
                </a:lnTo>
                <a:lnTo>
                  <a:pt x="0" y="403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4179E8-CAAD-44B5-B339-834FD40C9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403" y="3018846"/>
            <a:ext cx="45697" cy="21506"/>
          </a:xfrm>
          <a:custGeom xmlns:a="http://schemas.openxmlformats.org/drawingml/2006/main">
            <a:pathLst>
              <a:path w="45697" h="21506">
                <a:moveTo>
                  <a:pt x="0" y="0"/>
                </a:moveTo>
                <a:lnTo>
                  <a:pt x="45697" y="0"/>
                </a:lnTo>
                <a:lnTo>
                  <a:pt x="45697" y="21506"/>
                </a:lnTo>
                <a:lnTo>
                  <a:pt x="0" y="215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37292E-8949-4EF4-BF8C-B84635B10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404" y="3018848"/>
            <a:ext cx="45697" cy="21505"/>
          </a:xfrm>
          <a:custGeom xmlns:a="http://schemas.openxmlformats.org/drawingml/2006/main">
            <a:pathLst>
              <a:path w="45697" h="21505" fill="none">
                <a:moveTo>
                  <a:pt x="0" y="0"/>
                </a:moveTo>
                <a:lnTo>
                  <a:pt x="45697" y="0"/>
                </a:lnTo>
                <a:lnTo>
                  <a:pt x="45697" y="21505"/>
                </a:lnTo>
                <a:lnTo>
                  <a:pt x="0" y="215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2061D-B441-45B2-9C32-DDCB93428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597" y="3018846"/>
            <a:ext cx="14708" cy="3412"/>
          </a:xfrm>
          <a:custGeom xmlns:a="http://schemas.openxmlformats.org/drawingml/2006/main">
            <a:pathLst>
              <a:path w="14708" h="3412">
                <a:moveTo>
                  <a:pt x="0" y="0"/>
                </a:moveTo>
                <a:lnTo>
                  <a:pt x="14708" y="0"/>
                </a:lnTo>
                <a:lnTo>
                  <a:pt x="14708" y="3412"/>
                </a:lnTo>
                <a:lnTo>
                  <a:pt x="0" y="34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392369-C269-4981-BE7B-8DC6375C1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79599" y="3018848"/>
            <a:ext cx="14705" cy="3411"/>
          </a:xfrm>
          <a:custGeom xmlns:a="http://schemas.openxmlformats.org/drawingml/2006/main">
            <a:pathLst>
              <a:path w="14705" h="3411" fill="none">
                <a:moveTo>
                  <a:pt x="0" y="0"/>
                </a:moveTo>
                <a:lnTo>
                  <a:pt x="14705" y="0"/>
                </a:lnTo>
                <a:lnTo>
                  <a:pt x="14705" y="3411"/>
                </a:lnTo>
                <a:lnTo>
                  <a:pt x="0" y="34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0EEAA4-3215-4CD3-8851-9C5D6B4D8E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93" y="340554"/>
            <a:ext cx="1658767" cy="878270"/>
          </a:xfrm>
          <a:custGeom xmlns:a="http://schemas.openxmlformats.org/drawingml/2006/main">
            <a:pathLst>
              <a:path w="1658767" h="878270">
                <a:moveTo>
                  <a:pt x="0" y="0"/>
                </a:moveTo>
                <a:lnTo>
                  <a:pt x="1658767" y="0"/>
                </a:lnTo>
                <a:lnTo>
                  <a:pt x="1658767" y="878270"/>
                </a:lnTo>
                <a:lnTo>
                  <a:pt x="0" y="878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34BD279-80A6-4D07-9FFB-8BE323AA8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92" y="340555"/>
            <a:ext cx="1658768" cy="878270"/>
          </a:xfrm>
          <a:custGeom xmlns:a="http://schemas.openxmlformats.org/drawingml/2006/main">
            <a:pathLst>
              <a:path w="1658768" h="878270" fill="none">
                <a:moveTo>
                  <a:pt x="0" y="0"/>
                </a:moveTo>
                <a:lnTo>
                  <a:pt x="1658768" y="0"/>
                </a:lnTo>
                <a:lnTo>
                  <a:pt x="1658768" y="878270"/>
                </a:lnTo>
                <a:lnTo>
                  <a:pt x="0" y="8782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58" name="Text Aves">
            <a:extLst xmlns:a="http://schemas.openxmlformats.org/drawingml/2006/main">
              <a:ext uri="{FF2B5EF4-FFF2-40B4-BE49-F238E27FC236}">
                <a16:creationId xmlns:a16="http://schemas.microsoft.com/office/drawing/2014/main" id="{54C9BB10-D23D-4F56-A5D1-9AA2F6BDA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1001" y="399832"/>
            <a:ext cx="315618" cy="99924"/>
          </a:xfrm>
          <a:custGeom xmlns:a="http://schemas.openxmlformats.org/drawingml/2006/main">
            <a:pathLst>
              <a:path w="315618" h="99924">
                <a:moveTo>
                  <a:pt x="88851" y="98210"/>
                </a:moveTo>
                <a:lnTo>
                  <a:pt x="74943" y="98210"/>
                </a:lnTo>
                <a:lnTo>
                  <a:pt x="65320" y="70922"/>
                </a:lnTo>
                <a:lnTo>
                  <a:pt x="22872" y="70922"/>
                </a:lnTo>
                <a:lnTo>
                  <a:pt x="13249" y="98210"/>
                </a:lnTo>
                <a:lnTo>
                  <a:pt x="0" y="98210"/>
                </a:lnTo>
                <a:lnTo>
                  <a:pt x="35725" y="0"/>
                </a:lnTo>
                <a:lnTo>
                  <a:pt x="53126" y="0"/>
                </a:lnTo>
                <a:lnTo>
                  <a:pt x="88851" y="98210"/>
                </a:lnTo>
                <a:moveTo>
                  <a:pt x="61299" y="59585"/>
                </a:moveTo>
                <a:lnTo>
                  <a:pt x="44096" y="11411"/>
                </a:lnTo>
                <a:lnTo>
                  <a:pt x="26827" y="59585"/>
                </a:lnTo>
                <a:lnTo>
                  <a:pt x="61299" y="59585"/>
                </a:lnTo>
                <a:close/>
                <a:moveTo>
                  <a:pt x="166432" y="24520"/>
                </a:moveTo>
                <a:lnTo>
                  <a:pt x="136639" y="98210"/>
                </a:lnTo>
                <a:lnTo>
                  <a:pt x="124181" y="98210"/>
                </a:lnTo>
                <a:lnTo>
                  <a:pt x="94586" y="24520"/>
                </a:lnTo>
                <a:lnTo>
                  <a:pt x="108033" y="24520"/>
                </a:lnTo>
                <a:lnTo>
                  <a:pt x="130839" y="83168"/>
                </a:lnTo>
                <a:lnTo>
                  <a:pt x="153447" y="24520"/>
                </a:lnTo>
                <a:lnTo>
                  <a:pt x="166432" y="24520"/>
                </a:lnTo>
                <a:close/>
                <a:moveTo>
                  <a:pt x="244248" y="62617"/>
                </a:moveTo>
                <a:lnTo>
                  <a:pt x="190002" y="62617"/>
                </a:lnTo>
                <a:cubicBezTo>
                  <a:pt x="190002" y="67154"/>
                  <a:pt x="190683" y="71108"/>
                  <a:pt x="192045" y="74478"/>
                </a:cubicBezTo>
                <a:cubicBezTo>
                  <a:pt x="193407" y="77847"/>
                  <a:pt x="195275" y="80612"/>
                  <a:pt x="197648" y="82770"/>
                </a:cubicBezTo>
                <a:cubicBezTo>
                  <a:pt x="199933" y="84885"/>
                  <a:pt x="202646" y="86471"/>
                  <a:pt x="205788" y="87528"/>
                </a:cubicBezTo>
                <a:cubicBezTo>
                  <a:pt x="208930" y="88586"/>
                  <a:pt x="212390" y="89114"/>
                  <a:pt x="216169" y="89114"/>
                </a:cubicBezTo>
                <a:cubicBezTo>
                  <a:pt x="221179" y="89114"/>
                  <a:pt x="226221" y="88107"/>
                  <a:pt x="231296" y="86093"/>
                </a:cubicBezTo>
                <a:cubicBezTo>
                  <a:pt x="236371" y="84078"/>
                  <a:pt x="239986" y="82097"/>
                  <a:pt x="242139" y="80150"/>
                </a:cubicBezTo>
                <a:lnTo>
                  <a:pt x="242798" y="80150"/>
                </a:lnTo>
                <a:lnTo>
                  <a:pt x="242798" y="93708"/>
                </a:lnTo>
                <a:cubicBezTo>
                  <a:pt x="238624" y="95471"/>
                  <a:pt x="234361" y="96948"/>
                  <a:pt x="230011" y="98138"/>
                </a:cubicBezTo>
                <a:cubicBezTo>
                  <a:pt x="225661" y="99329"/>
                  <a:pt x="221091" y="99924"/>
                  <a:pt x="216301" y="99924"/>
                </a:cubicBezTo>
                <a:cubicBezTo>
                  <a:pt x="204085" y="99924"/>
                  <a:pt x="194550" y="96612"/>
                  <a:pt x="187695" y="89988"/>
                </a:cubicBezTo>
                <a:cubicBezTo>
                  <a:pt x="180840" y="83364"/>
                  <a:pt x="177412" y="73954"/>
                  <a:pt x="177412" y="61761"/>
                </a:cubicBezTo>
                <a:cubicBezTo>
                  <a:pt x="177412" y="49701"/>
                  <a:pt x="180697" y="40128"/>
                  <a:pt x="187266" y="33041"/>
                </a:cubicBezTo>
                <a:cubicBezTo>
                  <a:pt x="193836" y="25954"/>
                  <a:pt x="202481" y="22410"/>
                  <a:pt x="213203" y="22410"/>
                </a:cubicBezTo>
                <a:cubicBezTo>
                  <a:pt x="223134" y="22410"/>
                  <a:pt x="230791" y="25315"/>
                  <a:pt x="236174" y="31125"/>
                </a:cubicBezTo>
                <a:cubicBezTo>
                  <a:pt x="241557" y="36935"/>
                  <a:pt x="244248" y="45188"/>
                  <a:pt x="244248" y="55884"/>
                </a:cubicBezTo>
                <a:lnTo>
                  <a:pt x="244248" y="62617"/>
                </a:lnTo>
                <a:moveTo>
                  <a:pt x="232186" y="53126"/>
                </a:moveTo>
                <a:cubicBezTo>
                  <a:pt x="232142" y="46622"/>
                  <a:pt x="230505" y="41591"/>
                  <a:pt x="227275" y="38032"/>
                </a:cubicBezTo>
                <a:cubicBezTo>
                  <a:pt x="224046" y="34473"/>
                  <a:pt x="219135" y="32693"/>
                  <a:pt x="212544" y="32693"/>
                </a:cubicBezTo>
                <a:cubicBezTo>
                  <a:pt x="205909" y="32693"/>
                  <a:pt x="200625" y="34648"/>
                  <a:pt x="196692" y="38559"/>
                </a:cubicBezTo>
                <a:cubicBezTo>
                  <a:pt x="192759" y="42470"/>
                  <a:pt x="190529" y="47326"/>
                  <a:pt x="190002" y="53126"/>
                </a:cubicBezTo>
                <a:lnTo>
                  <a:pt x="232186" y="53126"/>
                </a:lnTo>
                <a:close/>
                <a:moveTo>
                  <a:pt x="315618" y="76941"/>
                </a:moveTo>
                <a:cubicBezTo>
                  <a:pt x="315618" y="83659"/>
                  <a:pt x="312839" y="89169"/>
                  <a:pt x="307280" y="93471"/>
                </a:cubicBezTo>
                <a:cubicBezTo>
                  <a:pt x="301722" y="97773"/>
                  <a:pt x="294131" y="99924"/>
                  <a:pt x="284507" y="99924"/>
                </a:cubicBezTo>
                <a:cubicBezTo>
                  <a:pt x="279059" y="99924"/>
                  <a:pt x="274060" y="99274"/>
                  <a:pt x="269512" y="97974"/>
                </a:cubicBezTo>
                <a:cubicBezTo>
                  <a:pt x="264964" y="96673"/>
                  <a:pt x="261152" y="95251"/>
                  <a:pt x="258076" y="93708"/>
                </a:cubicBezTo>
                <a:lnTo>
                  <a:pt x="258076" y="79755"/>
                </a:lnTo>
                <a:lnTo>
                  <a:pt x="258735" y="79755"/>
                </a:lnTo>
                <a:cubicBezTo>
                  <a:pt x="262646" y="82739"/>
                  <a:pt x="266996" y="85111"/>
                  <a:pt x="271786" y="86871"/>
                </a:cubicBezTo>
                <a:cubicBezTo>
                  <a:pt x="276576" y="88630"/>
                  <a:pt x="281168" y="89510"/>
                  <a:pt x="285562" y="89510"/>
                </a:cubicBezTo>
                <a:cubicBezTo>
                  <a:pt x="291011" y="89510"/>
                  <a:pt x="295273" y="88628"/>
                  <a:pt x="298349" y="86863"/>
                </a:cubicBezTo>
                <a:cubicBezTo>
                  <a:pt x="301425" y="85097"/>
                  <a:pt x="302963" y="82316"/>
                  <a:pt x="302963" y="78521"/>
                </a:cubicBezTo>
                <a:cubicBezTo>
                  <a:pt x="302963" y="75624"/>
                  <a:pt x="302128" y="73428"/>
                  <a:pt x="300458" y="71936"/>
                </a:cubicBezTo>
                <a:cubicBezTo>
                  <a:pt x="298789" y="70443"/>
                  <a:pt x="295581" y="69170"/>
                  <a:pt x="290835" y="68115"/>
                </a:cubicBezTo>
                <a:cubicBezTo>
                  <a:pt x="289077" y="67721"/>
                  <a:pt x="286781" y="67260"/>
                  <a:pt x="283947" y="66733"/>
                </a:cubicBezTo>
                <a:cubicBezTo>
                  <a:pt x="281113" y="66206"/>
                  <a:pt x="278531" y="65635"/>
                  <a:pt x="276202" y="65021"/>
                </a:cubicBezTo>
                <a:cubicBezTo>
                  <a:pt x="269743" y="63309"/>
                  <a:pt x="265162" y="60795"/>
                  <a:pt x="262459" y="57480"/>
                </a:cubicBezTo>
                <a:cubicBezTo>
                  <a:pt x="259757" y="54165"/>
                  <a:pt x="258406" y="50093"/>
                  <a:pt x="258406" y="45264"/>
                </a:cubicBezTo>
                <a:cubicBezTo>
                  <a:pt x="258406" y="42234"/>
                  <a:pt x="259032" y="39381"/>
                  <a:pt x="260284" y="36703"/>
                </a:cubicBezTo>
                <a:cubicBezTo>
                  <a:pt x="261537" y="34024"/>
                  <a:pt x="263437" y="31631"/>
                  <a:pt x="265986" y="29523"/>
                </a:cubicBezTo>
                <a:cubicBezTo>
                  <a:pt x="268447" y="27460"/>
                  <a:pt x="271577" y="25826"/>
                  <a:pt x="275378" y="24619"/>
                </a:cubicBezTo>
                <a:cubicBezTo>
                  <a:pt x="279179" y="23410"/>
                  <a:pt x="283431" y="22806"/>
                  <a:pt x="288133" y="22806"/>
                </a:cubicBezTo>
                <a:cubicBezTo>
                  <a:pt x="292527" y="22806"/>
                  <a:pt x="296976" y="23342"/>
                  <a:pt x="301480" y="24415"/>
                </a:cubicBezTo>
                <a:cubicBezTo>
                  <a:pt x="305984" y="25487"/>
                  <a:pt x="309730" y="26790"/>
                  <a:pt x="312718" y="28324"/>
                </a:cubicBezTo>
                <a:lnTo>
                  <a:pt x="312718" y="41525"/>
                </a:lnTo>
                <a:lnTo>
                  <a:pt x="312059" y="41525"/>
                </a:lnTo>
                <a:cubicBezTo>
                  <a:pt x="308895" y="39196"/>
                  <a:pt x="305050" y="37230"/>
                  <a:pt x="300524" y="35626"/>
                </a:cubicBezTo>
                <a:cubicBezTo>
                  <a:pt x="295998" y="34022"/>
                  <a:pt x="291560" y="33220"/>
                  <a:pt x="287210" y="33220"/>
                </a:cubicBezTo>
                <a:cubicBezTo>
                  <a:pt x="282684" y="33220"/>
                  <a:pt x="278861" y="34092"/>
                  <a:pt x="275741" y="35836"/>
                </a:cubicBezTo>
                <a:cubicBezTo>
                  <a:pt x="272621" y="37580"/>
                  <a:pt x="271061" y="40173"/>
                  <a:pt x="271061" y="43616"/>
                </a:cubicBezTo>
                <a:cubicBezTo>
                  <a:pt x="271061" y="46645"/>
                  <a:pt x="272006" y="48928"/>
                  <a:pt x="273895" y="50465"/>
                </a:cubicBezTo>
                <a:cubicBezTo>
                  <a:pt x="275741" y="52001"/>
                  <a:pt x="278729" y="53253"/>
                  <a:pt x="282860" y="54220"/>
                </a:cubicBezTo>
                <a:cubicBezTo>
                  <a:pt x="285145" y="54747"/>
                  <a:pt x="287704" y="55274"/>
                  <a:pt x="290538" y="55802"/>
                </a:cubicBezTo>
                <a:cubicBezTo>
                  <a:pt x="293373" y="56327"/>
                  <a:pt x="295735" y="56810"/>
                  <a:pt x="297624" y="57250"/>
                </a:cubicBezTo>
                <a:cubicBezTo>
                  <a:pt x="303380" y="58566"/>
                  <a:pt x="307819" y="60827"/>
                  <a:pt x="310939" y="64032"/>
                </a:cubicBezTo>
                <a:cubicBezTo>
                  <a:pt x="314058" y="67281"/>
                  <a:pt x="315618" y="71584"/>
                  <a:pt x="315618" y="76941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A0AD25-747E-4990-8B90-D0188C103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93" y="1241321"/>
            <a:ext cx="467218" cy="779523"/>
          </a:xfrm>
          <a:custGeom xmlns:a="http://schemas.openxmlformats.org/drawingml/2006/main">
            <a:pathLst>
              <a:path w="467218" h="779523">
                <a:moveTo>
                  <a:pt x="0" y="0"/>
                </a:moveTo>
                <a:lnTo>
                  <a:pt x="467218" y="0"/>
                </a:lnTo>
                <a:lnTo>
                  <a:pt x="467218" y="779523"/>
                </a:lnTo>
                <a:lnTo>
                  <a:pt x="0" y="7795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EC9431-D5F3-4B30-85F4-AD9A1F809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92" y="1241323"/>
            <a:ext cx="467219" cy="779522"/>
          </a:xfrm>
          <a:custGeom xmlns:a="http://schemas.openxmlformats.org/drawingml/2006/main">
            <a:pathLst>
              <a:path w="467219" h="779522" fill="none">
                <a:moveTo>
                  <a:pt x="0" y="0"/>
                </a:moveTo>
                <a:lnTo>
                  <a:pt x="467219" y="0"/>
                </a:lnTo>
                <a:lnTo>
                  <a:pt x="467219" y="779522"/>
                </a:lnTo>
                <a:lnTo>
                  <a:pt x="0" y="7795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61" name="Text Reptilia">
            <a:extLst xmlns:a="http://schemas.openxmlformats.org/drawingml/2006/main">
              <a:ext uri="{FF2B5EF4-FFF2-40B4-BE49-F238E27FC236}">
                <a16:creationId xmlns:a16="http://schemas.microsoft.com/office/drawing/2014/main" id="{2FB6732A-F1D5-41DF-A5D7-92872DF43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7973" y="1285251"/>
            <a:ext cx="315557" cy="85469"/>
          </a:xfrm>
          <a:custGeom xmlns:a="http://schemas.openxmlformats.org/drawingml/2006/main">
            <a:pathLst>
              <a:path w="315557" h="85469">
                <a:moveTo>
                  <a:pt x="53505" y="67576"/>
                </a:moveTo>
                <a:lnTo>
                  <a:pt x="42344" y="67576"/>
                </a:lnTo>
                <a:lnTo>
                  <a:pt x="20716" y="41866"/>
                </a:lnTo>
                <a:lnTo>
                  <a:pt x="8599" y="41866"/>
                </a:lnTo>
                <a:lnTo>
                  <a:pt x="8599" y="67576"/>
                </a:lnTo>
                <a:lnTo>
                  <a:pt x="0" y="67576"/>
                </a:lnTo>
                <a:lnTo>
                  <a:pt x="0" y="2866"/>
                </a:lnTo>
                <a:lnTo>
                  <a:pt x="18110" y="2866"/>
                </a:lnTo>
                <a:cubicBezTo>
                  <a:pt x="22019" y="2866"/>
                  <a:pt x="25276" y="3120"/>
                  <a:pt x="27882" y="3628"/>
                </a:cubicBezTo>
                <a:cubicBezTo>
                  <a:pt x="30487" y="4134"/>
                  <a:pt x="32833" y="5040"/>
                  <a:pt x="34917" y="6345"/>
                </a:cubicBezTo>
                <a:cubicBezTo>
                  <a:pt x="37262" y="7823"/>
                  <a:pt x="39094" y="9686"/>
                  <a:pt x="40411" y="11932"/>
                </a:cubicBezTo>
                <a:cubicBezTo>
                  <a:pt x="41728" y="14178"/>
                  <a:pt x="42387" y="17025"/>
                  <a:pt x="42387" y="20474"/>
                </a:cubicBezTo>
                <a:cubicBezTo>
                  <a:pt x="42387" y="25141"/>
                  <a:pt x="41214" y="29047"/>
                  <a:pt x="38869" y="32192"/>
                </a:cubicBezTo>
                <a:cubicBezTo>
                  <a:pt x="36524" y="35337"/>
                  <a:pt x="33296" y="37707"/>
                  <a:pt x="29185" y="39301"/>
                </a:cubicBezTo>
                <a:lnTo>
                  <a:pt x="53505" y="67576"/>
                </a:lnTo>
                <a:moveTo>
                  <a:pt x="33397" y="21112"/>
                </a:moveTo>
                <a:cubicBezTo>
                  <a:pt x="33397" y="19265"/>
                  <a:pt x="33071" y="17628"/>
                  <a:pt x="32420" y="16201"/>
                </a:cubicBezTo>
                <a:cubicBezTo>
                  <a:pt x="31769" y="14772"/>
                  <a:pt x="30690" y="13567"/>
                  <a:pt x="29185" y="12586"/>
                </a:cubicBezTo>
                <a:cubicBezTo>
                  <a:pt x="27940" y="11749"/>
                  <a:pt x="26463" y="11165"/>
                  <a:pt x="24755" y="10834"/>
                </a:cubicBezTo>
                <a:cubicBezTo>
                  <a:pt x="23047" y="10502"/>
                  <a:pt x="21034" y="10336"/>
                  <a:pt x="18718" y="10336"/>
                </a:cubicBezTo>
                <a:lnTo>
                  <a:pt x="8599" y="10336"/>
                </a:lnTo>
                <a:lnTo>
                  <a:pt x="8599" y="34657"/>
                </a:lnTo>
                <a:lnTo>
                  <a:pt x="17285" y="34657"/>
                </a:lnTo>
                <a:cubicBezTo>
                  <a:pt x="20006" y="34657"/>
                  <a:pt x="22381" y="34419"/>
                  <a:pt x="24407" y="33943"/>
                </a:cubicBezTo>
                <a:cubicBezTo>
                  <a:pt x="26434" y="33467"/>
                  <a:pt x="28157" y="32580"/>
                  <a:pt x="29575" y="31281"/>
                </a:cubicBezTo>
                <a:cubicBezTo>
                  <a:pt x="30878" y="30070"/>
                  <a:pt x="31841" y="28678"/>
                  <a:pt x="32463" y="27105"/>
                </a:cubicBezTo>
                <a:cubicBezTo>
                  <a:pt x="33086" y="25533"/>
                  <a:pt x="33397" y="23535"/>
                  <a:pt x="33397" y="21112"/>
                </a:cubicBezTo>
                <a:close/>
                <a:moveTo>
                  <a:pt x="101798" y="44124"/>
                </a:moveTo>
                <a:lnTo>
                  <a:pt x="66056" y="44124"/>
                </a:lnTo>
                <a:cubicBezTo>
                  <a:pt x="66056" y="47114"/>
                  <a:pt x="66505" y="49718"/>
                  <a:pt x="67402" y="51939"/>
                </a:cubicBezTo>
                <a:cubicBezTo>
                  <a:pt x="68300" y="54159"/>
                  <a:pt x="69530" y="55980"/>
                  <a:pt x="71094" y="57403"/>
                </a:cubicBezTo>
                <a:cubicBezTo>
                  <a:pt x="72599" y="58796"/>
                  <a:pt x="74387" y="59841"/>
                  <a:pt x="76457" y="60538"/>
                </a:cubicBezTo>
                <a:cubicBezTo>
                  <a:pt x="78528" y="61234"/>
                  <a:pt x="80808" y="61583"/>
                  <a:pt x="83298" y="61583"/>
                </a:cubicBezTo>
                <a:cubicBezTo>
                  <a:pt x="86598" y="61583"/>
                  <a:pt x="89921" y="60919"/>
                  <a:pt x="93265" y="59592"/>
                </a:cubicBezTo>
                <a:cubicBezTo>
                  <a:pt x="96609" y="58265"/>
                  <a:pt x="98990" y="56959"/>
                  <a:pt x="100409" y="55676"/>
                </a:cubicBezTo>
                <a:lnTo>
                  <a:pt x="100843" y="55676"/>
                </a:lnTo>
                <a:lnTo>
                  <a:pt x="100843" y="64609"/>
                </a:lnTo>
                <a:cubicBezTo>
                  <a:pt x="98092" y="65771"/>
                  <a:pt x="95284" y="66744"/>
                  <a:pt x="92418" y="67529"/>
                </a:cubicBezTo>
                <a:cubicBezTo>
                  <a:pt x="89551" y="68313"/>
                  <a:pt x="86540" y="68705"/>
                  <a:pt x="83384" y="68705"/>
                </a:cubicBezTo>
                <a:cubicBezTo>
                  <a:pt x="75335" y="68705"/>
                  <a:pt x="69053" y="66523"/>
                  <a:pt x="64536" y="62158"/>
                </a:cubicBezTo>
                <a:cubicBezTo>
                  <a:pt x="60019" y="57794"/>
                  <a:pt x="57761" y="51594"/>
                  <a:pt x="57761" y="43560"/>
                </a:cubicBezTo>
                <a:cubicBezTo>
                  <a:pt x="57761" y="35614"/>
                  <a:pt x="59925" y="29306"/>
                  <a:pt x="64254" y="24637"/>
                </a:cubicBezTo>
                <a:cubicBezTo>
                  <a:pt x="68582" y="19967"/>
                  <a:pt x="74279" y="17632"/>
                  <a:pt x="81343" y="17632"/>
                </a:cubicBezTo>
                <a:cubicBezTo>
                  <a:pt x="87887" y="17632"/>
                  <a:pt x="92932" y="19546"/>
                  <a:pt x="96478" y="23374"/>
                </a:cubicBezTo>
                <a:cubicBezTo>
                  <a:pt x="100025" y="27203"/>
                  <a:pt x="101798" y="32640"/>
                  <a:pt x="101798" y="39688"/>
                </a:cubicBezTo>
                <a:lnTo>
                  <a:pt x="101798" y="44124"/>
                </a:lnTo>
                <a:moveTo>
                  <a:pt x="93851" y="37870"/>
                </a:moveTo>
                <a:cubicBezTo>
                  <a:pt x="93822" y="33585"/>
                  <a:pt x="92743" y="30270"/>
                  <a:pt x="90615" y="27925"/>
                </a:cubicBezTo>
                <a:cubicBezTo>
                  <a:pt x="88487" y="25580"/>
                  <a:pt x="85252" y="24407"/>
                  <a:pt x="80909" y="24407"/>
                </a:cubicBezTo>
                <a:cubicBezTo>
                  <a:pt x="76537" y="24407"/>
                  <a:pt x="73055" y="25696"/>
                  <a:pt x="70464" y="28273"/>
                </a:cubicBezTo>
                <a:cubicBezTo>
                  <a:pt x="67873" y="30849"/>
                  <a:pt x="66404" y="34049"/>
                  <a:pt x="66056" y="37870"/>
                </a:cubicBezTo>
                <a:lnTo>
                  <a:pt x="93851" y="37870"/>
                </a:lnTo>
                <a:close/>
                <a:moveTo>
                  <a:pt x="156867" y="42691"/>
                </a:moveTo>
                <a:cubicBezTo>
                  <a:pt x="156867" y="46635"/>
                  <a:pt x="156303" y="50238"/>
                  <a:pt x="155173" y="53501"/>
                </a:cubicBezTo>
                <a:cubicBezTo>
                  <a:pt x="154044" y="56764"/>
                  <a:pt x="152452" y="59526"/>
                  <a:pt x="150396" y="61789"/>
                </a:cubicBezTo>
                <a:cubicBezTo>
                  <a:pt x="148485" y="63935"/>
                  <a:pt x="146234" y="65596"/>
                  <a:pt x="143643" y="66770"/>
                </a:cubicBezTo>
                <a:cubicBezTo>
                  <a:pt x="141052" y="67944"/>
                  <a:pt x="138308" y="68532"/>
                  <a:pt x="135413" y="68532"/>
                </a:cubicBezTo>
                <a:cubicBezTo>
                  <a:pt x="132894" y="68532"/>
                  <a:pt x="130614" y="68256"/>
                  <a:pt x="128573" y="67705"/>
                </a:cubicBezTo>
                <a:cubicBezTo>
                  <a:pt x="126532" y="67154"/>
                  <a:pt x="124454" y="66299"/>
                  <a:pt x="122341" y="65139"/>
                </a:cubicBezTo>
                <a:lnTo>
                  <a:pt x="122341" y="85469"/>
                </a:lnTo>
                <a:lnTo>
                  <a:pt x="114176" y="85469"/>
                </a:lnTo>
                <a:lnTo>
                  <a:pt x="114176" y="19022"/>
                </a:lnTo>
                <a:lnTo>
                  <a:pt x="122341" y="19022"/>
                </a:lnTo>
                <a:lnTo>
                  <a:pt x="122341" y="24071"/>
                </a:lnTo>
                <a:cubicBezTo>
                  <a:pt x="124512" y="22244"/>
                  <a:pt x="126952" y="20714"/>
                  <a:pt x="129659" y="19482"/>
                </a:cubicBezTo>
                <a:cubicBezTo>
                  <a:pt x="132366" y="18249"/>
                  <a:pt x="135254" y="17632"/>
                  <a:pt x="138323" y="17632"/>
                </a:cubicBezTo>
                <a:cubicBezTo>
                  <a:pt x="144171" y="17632"/>
                  <a:pt x="148724" y="19844"/>
                  <a:pt x="151981" y="24268"/>
                </a:cubicBezTo>
                <a:cubicBezTo>
                  <a:pt x="155239" y="28690"/>
                  <a:pt x="156867" y="34831"/>
                  <a:pt x="156867" y="42691"/>
                </a:cubicBezTo>
                <a:moveTo>
                  <a:pt x="148442" y="42908"/>
                </a:moveTo>
                <a:cubicBezTo>
                  <a:pt x="148442" y="37060"/>
                  <a:pt x="147443" y="32688"/>
                  <a:pt x="145445" y="29793"/>
                </a:cubicBezTo>
                <a:cubicBezTo>
                  <a:pt x="143447" y="26897"/>
                  <a:pt x="140378" y="25450"/>
                  <a:pt x="136238" y="25450"/>
                </a:cubicBezTo>
                <a:cubicBezTo>
                  <a:pt x="133893" y="25450"/>
                  <a:pt x="131533" y="25956"/>
                  <a:pt x="129159" y="26970"/>
                </a:cubicBezTo>
                <a:cubicBezTo>
                  <a:pt x="126785" y="27983"/>
                  <a:pt x="124512" y="29315"/>
                  <a:pt x="122341" y="30965"/>
                </a:cubicBezTo>
                <a:lnTo>
                  <a:pt x="122341" y="58456"/>
                </a:lnTo>
                <a:cubicBezTo>
                  <a:pt x="124657" y="59498"/>
                  <a:pt x="126648" y="60208"/>
                  <a:pt x="128312" y="60584"/>
                </a:cubicBezTo>
                <a:cubicBezTo>
                  <a:pt x="129977" y="60960"/>
                  <a:pt x="131866" y="61149"/>
                  <a:pt x="133980" y="61149"/>
                </a:cubicBezTo>
                <a:cubicBezTo>
                  <a:pt x="138525" y="61149"/>
                  <a:pt x="142072" y="59614"/>
                  <a:pt x="144620" y="56545"/>
                </a:cubicBezTo>
                <a:cubicBezTo>
                  <a:pt x="147168" y="53476"/>
                  <a:pt x="148442" y="48930"/>
                  <a:pt x="148442" y="42908"/>
                </a:cubicBezTo>
                <a:close/>
                <a:moveTo>
                  <a:pt x="194781" y="67149"/>
                </a:moveTo>
                <a:cubicBezTo>
                  <a:pt x="193246" y="67552"/>
                  <a:pt x="191574" y="67883"/>
                  <a:pt x="189765" y="68142"/>
                </a:cubicBezTo>
                <a:cubicBezTo>
                  <a:pt x="187955" y="68402"/>
                  <a:pt x="186341" y="68532"/>
                  <a:pt x="184922" y="68532"/>
                </a:cubicBezTo>
                <a:cubicBezTo>
                  <a:pt x="179971" y="68532"/>
                  <a:pt x="176208" y="67198"/>
                  <a:pt x="173631" y="64532"/>
                </a:cubicBezTo>
                <a:cubicBezTo>
                  <a:pt x="171054" y="61866"/>
                  <a:pt x="169766" y="57590"/>
                  <a:pt x="169766" y="51707"/>
                </a:cubicBezTo>
                <a:lnTo>
                  <a:pt x="169766" y="25884"/>
                </a:lnTo>
                <a:lnTo>
                  <a:pt x="164250" y="25884"/>
                </a:lnTo>
                <a:lnTo>
                  <a:pt x="164250" y="19022"/>
                </a:lnTo>
                <a:lnTo>
                  <a:pt x="169766" y="19022"/>
                </a:lnTo>
                <a:lnTo>
                  <a:pt x="169766" y="5038"/>
                </a:lnTo>
                <a:lnTo>
                  <a:pt x="177930" y="5038"/>
                </a:lnTo>
                <a:lnTo>
                  <a:pt x="177930" y="19022"/>
                </a:lnTo>
                <a:lnTo>
                  <a:pt x="194781" y="19022"/>
                </a:lnTo>
                <a:lnTo>
                  <a:pt x="194781" y="25884"/>
                </a:lnTo>
                <a:lnTo>
                  <a:pt x="177930" y="25884"/>
                </a:lnTo>
                <a:lnTo>
                  <a:pt x="177930" y="48044"/>
                </a:lnTo>
                <a:cubicBezTo>
                  <a:pt x="177930" y="50598"/>
                  <a:pt x="177988" y="52593"/>
                  <a:pt x="178104" y="54030"/>
                </a:cubicBezTo>
                <a:cubicBezTo>
                  <a:pt x="178220" y="55467"/>
                  <a:pt x="178625" y="56809"/>
                  <a:pt x="179320" y="58057"/>
                </a:cubicBezTo>
                <a:cubicBezTo>
                  <a:pt x="179957" y="59218"/>
                  <a:pt x="180833" y="60067"/>
                  <a:pt x="181947" y="60604"/>
                </a:cubicBezTo>
                <a:cubicBezTo>
                  <a:pt x="183062" y="61141"/>
                  <a:pt x="184763" y="61409"/>
                  <a:pt x="187050" y="61409"/>
                </a:cubicBezTo>
                <a:cubicBezTo>
                  <a:pt x="188382" y="61409"/>
                  <a:pt x="189772" y="61214"/>
                  <a:pt x="191220" y="60823"/>
                </a:cubicBezTo>
                <a:cubicBezTo>
                  <a:pt x="192667" y="60432"/>
                  <a:pt x="193710" y="60106"/>
                  <a:pt x="194347" y="59846"/>
                </a:cubicBezTo>
                <a:lnTo>
                  <a:pt x="194781" y="59846"/>
                </a:lnTo>
                <a:lnTo>
                  <a:pt x="194781" y="67149"/>
                </a:lnTo>
                <a:close/>
                <a:moveTo>
                  <a:pt x="213412" y="10944"/>
                </a:moveTo>
                <a:lnTo>
                  <a:pt x="204205" y="10944"/>
                </a:lnTo>
                <a:lnTo>
                  <a:pt x="204205" y="2432"/>
                </a:lnTo>
                <a:lnTo>
                  <a:pt x="213412" y="2432"/>
                </a:lnTo>
                <a:lnTo>
                  <a:pt x="213412" y="10944"/>
                </a:lnTo>
                <a:moveTo>
                  <a:pt x="212891" y="67576"/>
                </a:moveTo>
                <a:lnTo>
                  <a:pt x="204726" y="67576"/>
                </a:lnTo>
                <a:lnTo>
                  <a:pt x="204726" y="19022"/>
                </a:lnTo>
                <a:lnTo>
                  <a:pt x="212891" y="19022"/>
                </a:lnTo>
                <a:lnTo>
                  <a:pt x="212891" y="67576"/>
                </a:lnTo>
                <a:close/>
                <a:moveTo>
                  <a:pt x="237298" y="67576"/>
                </a:moveTo>
                <a:lnTo>
                  <a:pt x="229133" y="67576"/>
                </a:lnTo>
                <a:lnTo>
                  <a:pt x="229133" y="0"/>
                </a:lnTo>
                <a:lnTo>
                  <a:pt x="237298" y="0"/>
                </a:lnTo>
                <a:lnTo>
                  <a:pt x="237298" y="67576"/>
                </a:lnTo>
                <a:close/>
                <a:moveTo>
                  <a:pt x="262226" y="10944"/>
                </a:moveTo>
                <a:lnTo>
                  <a:pt x="253019" y="10944"/>
                </a:lnTo>
                <a:lnTo>
                  <a:pt x="253019" y="2432"/>
                </a:lnTo>
                <a:lnTo>
                  <a:pt x="262226" y="2432"/>
                </a:lnTo>
                <a:lnTo>
                  <a:pt x="262226" y="10944"/>
                </a:lnTo>
                <a:moveTo>
                  <a:pt x="261705" y="67576"/>
                </a:moveTo>
                <a:lnTo>
                  <a:pt x="253541" y="67576"/>
                </a:lnTo>
                <a:lnTo>
                  <a:pt x="253541" y="19022"/>
                </a:lnTo>
                <a:lnTo>
                  <a:pt x="261705" y="19022"/>
                </a:lnTo>
                <a:lnTo>
                  <a:pt x="261705" y="67576"/>
                </a:lnTo>
                <a:close/>
                <a:moveTo>
                  <a:pt x="315557" y="67576"/>
                </a:moveTo>
                <a:lnTo>
                  <a:pt x="307436" y="67576"/>
                </a:lnTo>
                <a:lnTo>
                  <a:pt x="307436" y="62443"/>
                </a:lnTo>
                <a:cubicBezTo>
                  <a:pt x="306712" y="62936"/>
                  <a:pt x="305735" y="63625"/>
                  <a:pt x="304505" y="64509"/>
                </a:cubicBezTo>
                <a:cubicBezTo>
                  <a:pt x="303274" y="65393"/>
                  <a:pt x="302080" y="66096"/>
                  <a:pt x="300922" y="66618"/>
                </a:cubicBezTo>
                <a:cubicBezTo>
                  <a:pt x="299561" y="67285"/>
                  <a:pt x="297998" y="67843"/>
                  <a:pt x="296231" y="68291"/>
                </a:cubicBezTo>
                <a:cubicBezTo>
                  <a:pt x="294465" y="68741"/>
                  <a:pt x="292395" y="68966"/>
                  <a:pt x="290021" y="68966"/>
                </a:cubicBezTo>
                <a:cubicBezTo>
                  <a:pt x="285649" y="68966"/>
                  <a:pt x="281943" y="67516"/>
                  <a:pt x="278903" y="64617"/>
                </a:cubicBezTo>
                <a:cubicBezTo>
                  <a:pt x="275863" y="61719"/>
                  <a:pt x="274343" y="58022"/>
                  <a:pt x="274343" y="53528"/>
                </a:cubicBezTo>
                <a:cubicBezTo>
                  <a:pt x="274343" y="49846"/>
                  <a:pt x="275132" y="46868"/>
                  <a:pt x="276710" y="44592"/>
                </a:cubicBezTo>
                <a:cubicBezTo>
                  <a:pt x="278288" y="42316"/>
                  <a:pt x="280539" y="40526"/>
                  <a:pt x="283463" y="39222"/>
                </a:cubicBezTo>
                <a:cubicBezTo>
                  <a:pt x="286416" y="37917"/>
                  <a:pt x="289963" y="37033"/>
                  <a:pt x="294103" y="36569"/>
                </a:cubicBezTo>
                <a:cubicBezTo>
                  <a:pt x="298244" y="36105"/>
                  <a:pt x="302688" y="35757"/>
                  <a:pt x="307436" y="35525"/>
                </a:cubicBezTo>
                <a:lnTo>
                  <a:pt x="307436" y="34255"/>
                </a:lnTo>
                <a:cubicBezTo>
                  <a:pt x="307436" y="32387"/>
                  <a:pt x="307110" y="30839"/>
                  <a:pt x="306459" y="29613"/>
                </a:cubicBezTo>
                <a:cubicBezTo>
                  <a:pt x="305808" y="28387"/>
                  <a:pt x="304874" y="27424"/>
                  <a:pt x="303658" y="26723"/>
                </a:cubicBezTo>
                <a:cubicBezTo>
                  <a:pt x="302500" y="26051"/>
                  <a:pt x="301110" y="25599"/>
                  <a:pt x="299489" y="25365"/>
                </a:cubicBezTo>
                <a:cubicBezTo>
                  <a:pt x="297867" y="25132"/>
                  <a:pt x="296174" y="25015"/>
                  <a:pt x="294407" y="25015"/>
                </a:cubicBezTo>
                <a:cubicBezTo>
                  <a:pt x="292265" y="25015"/>
                  <a:pt x="289876" y="25305"/>
                  <a:pt x="287242" y="25885"/>
                </a:cubicBezTo>
                <a:cubicBezTo>
                  <a:pt x="284607" y="26464"/>
                  <a:pt x="281885" y="27303"/>
                  <a:pt x="279077" y="28403"/>
                </a:cubicBezTo>
                <a:lnTo>
                  <a:pt x="278643" y="28403"/>
                </a:lnTo>
                <a:lnTo>
                  <a:pt x="278643" y="20108"/>
                </a:lnTo>
                <a:cubicBezTo>
                  <a:pt x="280235" y="19673"/>
                  <a:pt x="282537" y="19196"/>
                  <a:pt x="285548" y="18675"/>
                </a:cubicBezTo>
                <a:cubicBezTo>
                  <a:pt x="288559" y="18153"/>
                  <a:pt x="291527" y="17893"/>
                  <a:pt x="294451" y="17893"/>
                </a:cubicBezTo>
                <a:cubicBezTo>
                  <a:pt x="297867" y="17893"/>
                  <a:pt x="300842" y="18175"/>
                  <a:pt x="303376" y="18740"/>
                </a:cubicBezTo>
                <a:cubicBezTo>
                  <a:pt x="305909" y="19304"/>
                  <a:pt x="308102" y="20267"/>
                  <a:pt x="309955" y="21628"/>
                </a:cubicBezTo>
                <a:cubicBezTo>
                  <a:pt x="311779" y="22960"/>
                  <a:pt x="313169" y="24682"/>
                  <a:pt x="314124" y="26796"/>
                </a:cubicBezTo>
                <a:cubicBezTo>
                  <a:pt x="315080" y="28909"/>
                  <a:pt x="315557" y="31530"/>
                  <a:pt x="315557" y="34657"/>
                </a:cubicBezTo>
                <a:lnTo>
                  <a:pt x="315557" y="67576"/>
                </a:lnTo>
                <a:moveTo>
                  <a:pt x="307436" y="55694"/>
                </a:moveTo>
                <a:lnTo>
                  <a:pt x="307436" y="42126"/>
                </a:lnTo>
                <a:cubicBezTo>
                  <a:pt x="304946" y="42272"/>
                  <a:pt x="302015" y="42491"/>
                  <a:pt x="298642" y="42782"/>
                </a:cubicBezTo>
                <a:cubicBezTo>
                  <a:pt x="295269" y="43072"/>
                  <a:pt x="292598" y="43494"/>
                  <a:pt x="290629" y="44046"/>
                </a:cubicBezTo>
                <a:cubicBezTo>
                  <a:pt x="288284" y="44715"/>
                  <a:pt x="286387" y="45755"/>
                  <a:pt x="284940" y="47166"/>
                </a:cubicBezTo>
                <a:cubicBezTo>
                  <a:pt x="283492" y="48576"/>
                  <a:pt x="282768" y="50517"/>
                  <a:pt x="282768" y="52989"/>
                </a:cubicBezTo>
                <a:cubicBezTo>
                  <a:pt x="282768" y="55781"/>
                  <a:pt x="283608" y="57883"/>
                  <a:pt x="285287" y="59293"/>
                </a:cubicBezTo>
                <a:cubicBezTo>
                  <a:pt x="286966" y="60704"/>
                  <a:pt x="289529" y="61409"/>
                  <a:pt x="292974" y="61409"/>
                </a:cubicBezTo>
                <a:cubicBezTo>
                  <a:pt x="295841" y="61409"/>
                  <a:pt x="298461" y="60850"/>
                  <a:pt x="300835" y="59730"/>
                </a:cubicBezTo>
                <a:cubicBezTo>
                  <a:pt x="303209" y="58610"/>
                  <a:pt x="305409" y="57265"/>
                  <a:pt x="307436" y="5569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C88AE-CFCB-4BC0-A77A-C5B9A352EB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509" y="1241321"/>
            <a:ext cx="429671" cy="779523"/>
          </a:xfrm>
          <a:custGeom xmlns:a="http://schemas.openxmlformats.org/drawingml/2006/main">
            <a:pathLst>
              <a:path w="429671" h="779523">
                <a:moveTo>
                  <a:pt x="0" y="0"/>
                </a:moveTo>
                <a:lnTo>
                  <a:pt x="429671" y="0"/>
                </a:lnTo>
                <a:lnTo>
                  <a:pt x="429671" y="779523"/>
                </a:lnTo>
                <a:lnTo>
                  <a:pt x="0" y="7795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00F48D-053E-43AD-91F9-F5C70F94A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1510" y="1241323"/>
            <a:ext cx="429670" cy="779522"/>
          </a:xfrm>
          <a:custGeom xmlns:a="http://schemas.openxmlformats.org/drawingml/2006/main">
            <a:pathLst>
              <a:path w="429670" h="779522" fill="none">
                <a:moveTo>
                  <a:pt x="0" y="0"/>
                </a:moveTo>
                <a:lnTo>
                  <a:pt x="429670" y="0"/>
                </a:lnTo>
                <a:lnTo>
                  <a:pt x="429670" y="779522"/>
                </a:lnTo>
                <a:lnTo>
                  <a:pt x="0" y="7795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64" name="Text Mammalia">
            <a:extLst xmlns:a="http://schemas.openxmlformats.org/drawingml/2006/main">
              <a:ext uri="{FF2B5EF4-FFF2-40B4-BE49-F238E27FC236}">
                <a16:creationId xmlns:a16="http://schemas.microsoft.com/office/drawing/2014/main" id="{D9CB1F5A-BA46-4CCA-AB16-BE369DBC0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14601" y="1277632"/>
            <a:ext cx="283877" cy="44427"/>
          </a:xfrm>
          <a:custGeom xmlns:a="http://schemas.openxmlformats.org/drawingml/2006/main">
            <a:pathLst>
              <a:path w="283877" h="44427">
                <a:moveTo>
                  <a:pt x="37097" y="43531"/>
                </a:moveTo>
                <a:lnTo>
                  <a:pt x="31557" y="43531"/>
                </a:lnTo>
                <a:lnTo>
                  <a:pt x="31557" y="7615"/>
                </a:lnTo>
                <a:lnTo>
                  <a:pt x="19975" y="32061"/>
                </a:lnTo>
                <a:lnTo>
                  <a:pt x="16674" y="32061"/>
                </a:lnTo>
                <a:lnTo>
                  <a:pt x="5176" y="7615"/>
                </a:lnTo>
                <a:lnTo>
                  <a:pt x="5176" y="43531"/>
                </a:lnTo>
                <a:lnTo>
                  <a:pt x="0" y="43531"/>
                </a:lnTo>
                <a:lnTo>
                  <a:pt x="0" y="1846"/>
                </a:lnTo>
                <a:lnTo>
                  <a:pt x="7554" y="1846"/>
                </a:lnTo>
                <a:lnTo>
                  <a:pt x="18660" y="25061"/>
                </a:lnTo>
                <a:lnTo>
                  <a:pt x="29403" y="1846"/>
                </a:lnTo>
                <a:lnTo>
                  <a:pt x="37097" y="1846"/>
                </a:lnTo>
                <a:lnTo>
                  <a:pt x="37097" y="43531"/>
                </a:lnTo>
                <a:close/>
                <a:moveTo>
                  <a:pt x="72152" y="43531"/>
                </a:moveTo>
                <a:lnTo>
                  <a:pt x="66920" y="43531"/>
                </a:lnTo>
                <a:lnTo>
                  <a:pt x="66920" y="40225"/>
                </a:lnTo>
                <a:cubicBezTo>
                  <a:pt x="66454" y="40542"/>
                  <a:pt x="65824" y="40986"/>
                  <a:pt x="65032" y="41555"/>
                </a:cubicBezTo>
                <a:cubicBezTo>
                  <a:pt x="64239" y="42125"/>
                  <a:pt x="63470" y="42578"/>
                  <a:pt x="62724" y="42914"/>
                </a:cubicBezTo>
                <a:cubicBezTo>
                  <a:pt x="61847" y="43344"/>
                  <a:pt x="60840" y="43703"/>
                  <a:pt x="59702" y="43992"/>
                </a:cubicBezTo>
                <a:cubicBezTo>
                  <a:pt x="58564" y="44282"/>
                  <a:pt x="57231" y="44427"/>
                  <a:pt x="55701" y="44427"/>
                </a:cubicBezTo>
                <a:cubicBezTo>
                  <a:pt x="52885" y="44427"/>
                  <a:pt x="50498" y="43493"/>
                  <a:pt x="48540" y="41625"/>
                </a:cubicBezTo>
                <a:cubicBezTo>
                  <a:pt x="46581" y="39758"/>
                  <a:pt x="45602" y="37377"/>
                  <a:pt x="45602" y="34482"/>
                </a:cubicBezTo>
                <a:cubicBezTo>
                  <a:pt x="45602" y="32110"/>
                  <a:pt x="46110" y="30192"/>
                  <a:pt x="47127" y="28726"/>
                </a:cubicBezTo>
                <a:cubicBezTo>
                  <a:pt x="48143" y="27259"/>
                  <a:pt x="49593" y="26106"/>
                  <a:pt x="51477" y="25266"/>
                </a:cubicBezTo>
                <a:cubicBezTo>
                  <a:pt x="53379" y="24426"/>
                  <a:pt x="55664" y="23856"/>
                  <a:pt x="58331" y="23557"/>
                </a:cubicBezTo>
                <a:cubicBezTo>
                  <a:pt x="60998" y="23258"/>
                  <a:pt x="63861" y="23034"/>
                  <a:pt x="66920" y="22885"/>
                </a:cubicBezTo>
                <a:lnTo>
                  <a:pt x="66920" y="22066"/>
                </a:lnTo>
                <a:cubicBezTo>
                  <a:pt x="66920" y="20863"/>
                  <a:pt x="66710" y="19866"/>
                  <a:pt x="66291" y="19076"/>
                </a:cubicBezTo>
                <a:cubicBezTo>
                  <a:pt x="65871" y="18287"/>
                  <a:pt x="65269" y="17666"/>
                  <a:pt x="64486" y="17214"/>
                </a:cubicBezTo>
                <a:cubicBezTo>
                  <a:pt x="63740" y="16782"/>
                  <a:pt x="62845" y="16490"/>
                  <a:pt x="61800" y="16340"/>
                </a:cubicBezTo>
                <a:cubicBezTo>
                  <a:pt x="60756" y="16190"/>
                  <a:pt x="59665" y="16114"/>
                  <a:pt x="58527" y="16114"/>
                </a:cubicBezTo>
                <a:cubicBezTo>
                  <a:pt x="57147" y="16114"/>
                  <a:pt x="55608" y="16301"/>
                  <a:pt x="53911" y="16675"/>
                </a:cubicBezTo>
                <a:cubicBezTo>
                  <a:pt x="52214" y="17048"/>
                  <a:pt x="50461" y="17588"/>
                  <a:pt x="48651" y="18297"/>
                </a:cubicBezTo>
                <a:lnTo>
                  <a:pt x="48372" y="18297"/>
                </a:lnTo>
                <a:lnTo>
                  <a:pt x="48372" y="12953"/>
                </a:lnTo>
                <a:cubicBezTo>
                  <a:pt x="49397" y="12673"/>
                  <a:pt x="50880" y="12366"/>
                  <a:pt x="52820" y="12030"/>
                </a:cubicBezTo>
                <a:cubicBezTo>
                  <a:pt x="54760" y="11694"/>
                  <a:pt x="56671" y="11526"/>
                  <a:pt x="58555" y="11526"/>
                </a:cubicBezTo>
                <a:cubicBezTo>
                  <a:pt x="60756" y="11526"/>
                  <a:pt x="62672" y="11708"/>
                  <a:pt x="64304" y="12072"/>
                </a:cubicBezTo>
                <a:cubicBezTo>
                  <a:pt x="65936" y="12436"/>
                  <a:pt x="67349" y="13056"/>
                  <a:pt x="68543" y="13932"/>
                </a:cubicBezTo>
                <a:cubicBezTo>
                  <a:pt x="69718" y="14790"/>
                  <a:pt x="70613" y="15900"/>
                  <a:pt x="71228" y="17261"/>
                </a:cubicBezTo>
                <a:cubicBezTo>
                  <a:pt x="71844" y="18623"/>
                  <a:pt x="72152" y="20311"/>
                  <a:pt x="72152" y="22325"/>
                </a:cubicBezTo>
                <a:lnTo>
                  <a:pt x="72152" y="43531"/>
                </a:lnTo>
                <a:moveTo>
                  <a:pt x="66920" y="35877"/>
                </a:moveTo>
                <a:lnTo>
                  <a:pt x="66920" y="27137"/>
                </a:lnTo>
                <a:cubicBezTo>
                  <a:pt x="65316" y="27231"/>
                  <a:pt x="63428" y="27372"/>
                  <a:pt x="61255" y="27559"/>
                </a:cubicBezTo>
                <a:cubicBezTo>
                  <a:pt x="59082" y="27746"/>
                  <a:pt x="57361" y="28018"/>
                  <a:pt x="56093" y="28373"/>
                </a:cubicBezTo>
                <a:cubicBezTo>
                  <a:pt x="54582" y="28805"/>
                  <a:pt x="53361" y="29475"/>
                  <a:pt x="52428" y="30383"/>
                </a:cubicBezTo>
                <a:cubicBezTo>
                  <a:pt x="51496" y="31292"/>
                  <a:pt x="51029" y="32542"/>
                  <a:pt x="51029" y="34135"/>
                </a:cubicBezTo>
                <a:cubicBezTo>
                  <a:pt x="51029" y="35933"/>
                  <a:pt x="51570" y="37287"/>
                  <a:pt x="52652" y="38196"/>
                </a:cubicBezTo>
                <a:cubicBezTo>
                  <a:pt x="53734" y="39104"/>
                  <a:pt x="55384" y="39559"/>
                  <a:pt x="57604" y="39559"/>
                </a:cubicBezTo>
                <a:cubicBezTo>
                  <a:pt x="59450" y="39559"/>
                  <a:pt x="61138" y="39198"/>
                  <a:pt x="62668" y="38477"/>
                </a:cubicBezTo>
                <a:cubicBezTo>
                  <a:pt x="64197" y="37756"/>
                  <a:pt x="65614" y="36889"/>
                  <a:pt x="66920" y="35877"/>
                </a:cubicBezTo>
                <a:close/>
                <a:moveTo>
                  <a:pt x="127880" y="43531"/>
                </a:moveTo>
                <a:lnTo>
                  <a:pt x="122621" y="43531"/>
                </a:lnTo>
                <a:lnTo>
                  <a:pt x="122621" y="25720"/>
                </a:lnTo>
                <a:cubicBezTo>
                  <a:pt x="122621" y="24376"/>
                  <a:pt x="122560" y="23079"/>
                  <a:pt x="122439" y="21828"/>
                </a:cubicBezTo>
                <a:cubicBezTo>
                  <a:pt x="122318" y="20576"/>
                  <a:pt x="122061" y="19577"/>
                  <a:pt x="121669" y="18831"/>
                </a:cubicBezTo>
                <a:cubicBezTo>
                  <a:pt x="121241" y="18028"/>
                  <a:pt x="120625" y="17421"/>
                  <a:pt x="119823" y="17011"/>
                </a:cubicBezTo>
                <a:cubicBezTo>
                  <a:pt x="119021" y="16600"/>
                  <a:pt x="117865" y="16394"/>
                  <a:pt x="116354" y="16394"/>
                </a:cubicBezTo>
                <a:cubicBezTo>
                  <a:pt x="114881" y="16394"/>
                  <a:pt x="113407" y="16763"/>
                  <a:pt x="111934" y="17501"/>
                </a:cubicBezTo>
                <a:cubicBezTo>
                  <a:pt x="110460" y="18238"/>
                  <a:pt x="108987" y="19176"/>
                  <a:pt x="107513" y="20315"/>
                </a:cubicBezTo>
                <a:cubicBezTo>
                  <a:pt x="107569" y="20744"/>
                  <a:pt x="107616" y="21243"/>
                  <a:pt x="107653" y="21813"/>
                </a:cubicBezTo>
                <a:cubicBezTo>
                  <a:pt x="107691" y="22382"/>
                  <a:pt x="107709" y="22947"/>
                  <a:pt x="107709" y="23507"/>
                </a:cubicBezTo>
                <a:lnTo>
                  <a:pt x="107709" y="43531"/>
                </a:lnTo>
                <a:lnTo>
                  <a:pt x="102450" y="43531"/>
                </a:lnTo>
                <a:lnTo>
                  <a:pt x="102450" y="25720"/>
                </a:lnTo>
                <a:cubicBezTo>
                  <a:pt x="102450" y="24339"/>
                  <a:pt x="102389" y="23027"/>
                  <a:pt x="102268" y="21786"/>
                </a:cubicBezTo>
                <a:cubicBezTo>
                  <a:pt x="102147" y="20544"/>
                  <a:pt x="101890" y="19549"/>
                  <a:pt x="101498" y="18803"/>
                </a:cubicBezTo>
                <a:cubicBezTo>
                  <a:pt x="101070" y="18000"/>
                  <a:pt x="100454" y="17398"/>
                  <a:pt x="99652" y="16997"/>
                </a:cubicBezTo>
                <a:cubicBezTo>
                  <a:pt x="98850" y="16595"/>
                  <a:pt x="97694" y="16394"/>
                  <a:pt x="96183" y="16394"/>
                </a:cubicBezTo>
                <a:cubicBezTo>
                  <a:pt x="94747" y="16394"/>
                  <a:pt x="93306" y="16749"/>
                  <a:pt x="91861" y="17459"/>
                </a:cubicBezTo>
                <a:cubicBezTo>
                  <a:pt x="90415" y="18168"/>
                  <a:pt x="88974" y="19074"/>
                  <a:pt x="87538" y="20174"/>
                </a:cubicBezTo>
                <a:lnTo>
                  <a:pt x="87538" y="43531"/>
                </a:lnTo>
                <a:lnTo>
                  <a:pt x="82279" y="43531"/>
                </a:lnTo>
                <a:lnTo>
                  <a:pt x="82279" y="12254"/>
                </a:lnTo>
                <a:lnTo>
                  <a:pt x="87538" y="12254"/>
                </a:lnTo>
                <a:lnTo>
                  <a:pt x="87538" y="15726"/>
                </a:lnTo>
                <a:cubicBezTo>
                  <a:pt x="89180" y="14355"/>
                  <a:pt x="90816" y="13284"/>
                  <a:pt x="92448" y="12514"/>
                </a:cubicBezTo>
                <a:cubicBezTo>
                  <a:pt x="94080" y="11744"/>
                  <a:pt x="95819" y="11358"/>
                  <a:pt x="97666" y="11358"/>
                </a:cubicBezTo>
                <a:cubicBezTo>
                  <a:pt x="99792" y="11358"/>
                  <a:pt x="101596" y="11809"/>
                  <a:pt x="103079" y="12710"/>
                </a:cubicBezTo>
                <a:cubicBezTo>
                  <a:pt x="104562" y="13611"/>
                  <a:pt x="105667" y="14858"/>
                  <a:pt x="106394" y="16454"/>
                </a:cubicBezTo>
                <a:cubicBezTo>
                  <a:pt x="108521" y="14652"/>
                  <a:pt x="110460" y="13353"/>
                  <a:pt x="112213" y="12555"/>
                </a:cubicBezTo>
                <a:cubicBezTo>
                  <a:pt x="113967" y="11757"/>
                  <a:pt x="115841" y="11358"/>
                  <a:pt x="117837" y="11358"/>
                </a:cubicBezTo>
                <a:cubicBezTo>
                  <a:pt x="121268" y="11358"/>
                  <a:pt x="123800" y="12400"/>
                  <a:pt x="125432" y="14483"/>
                </a:cubicBezTo>
                <a:cubicBezTo>
                  <a:pt x="127064" y="16566"/>
                  <a:pt x="127880" y="19476"/>
                  <a:pt x="127880" y="23213"/>
                </a:cubicBezTo>
                <a:lnTo>
                  <a:pt x="127880" y="43531"/>
                </a:lnTo>
                <a:close/>
                <a:moveTo>
                  <a:pt x="183609" y="43531"/>
                </a:moveTo>
                <a:lnTo>
                  <a:pt x="178350" y="43531"/>
                </a:lnTo>
                <a:lnTo>
                  <a:pt x="178350" y="25720"/>
                </a:lnTo>
                <a:cubicBezTo>
                  <a:pt x="178350" y="24376"/>
                  <a:pt x="178289" y="23079"/>
                  <a:pt x="178168" y="21828"/>
                </a:cubicBezTo>
                <a:cubicBezTo>
                  <a:pt x="178047" y="20576"/>
                  <a:pt x="177790" y="19577"/>
                  <a:pt x="177398" y="18831"/>
                </a:cubicBezTo>
                <a:cubicBezTo>
                  <a:pt x="176969" y="18028"/>
                  <a:pt x="176354" y="17421"/>
                  <a:pt x="175552" y="17011"/>
                </a:cubicBezTo>
                <a:cubicBezTo>
                  <a:pt x="174750" y="16600"/>
                  <a:pt x="173594" y="16394"/>
                  <a:pt x="172083" y="16394"/>
                </a:cubicBezTo>
                <a:cubicBezTo>
                  <a:pt x="170610" y="16394"/>
                  <a:pt x="169136" y="16763"/>
                  <a:pt x="167663" y="17501"/>
                </a:cubicBezTo>
                <a:cubicBezTo>
                  <a:pt x="166189" y="18238"/>
                  <a:pt x="164716" y="19176"/>
                  <a:pt x="163242" y="20315"/>
                </a:cubicBezTo>
                <a:cubicBezTo>
                  <a:pt x="163298" y="20744"/>
                  <a:pt x="163345" y="21243"/>
                  <a:pt x="163382" y="21813"/>
                </a:cubicBezTo>
                <a:cubicBezTo>
                  <a:pt x="163420" y="22382"/>
                  <a:pt x="163438" y="22947"/>
                  <a:pt x="163438" y="23507"/>
                </a:cubicBezTo>
                <a:lnTo>
                  <a:pt x="163438" y="43531"/>
                </a:lnTo>
                <a:lnTo>
                  <a:pt x="158179" y="43531"/>
                </a:lnTo>
                <a:lnTo>
                  <a:pt x="158179" y="25720"/>
                </a:lnTo>
                <a:cubicBezTo>
                  <a:pt x="158179" y="24339"/>
                  <a:pt x="158118" y="23027"/>
                  <a:pt x="157997" y="21786"/>
                </a:cubicBezTo>
                <a:cubicBezTo>
                  <a:pt x="157876" y="20544"/>
                  <a:pt x="157619" y="19549"/>
                  <a:pt x="157227" y="18803"/>
                </a:cubicBezTo>
                <a:cubicBezTo>
                  <a:pt x="156798" y="18000"/>
                  <a:pt x="156183" y="17398"/>
                  <a:pt x="155381" y="16997"/>
                </a:cubicBezTo>
                <a:cubicBezTo>
                  <a:pt x="154579" y="16595"/>
                  <a:pt x="153423" y="16394"/>
                  <a:pt x="151912" y="16394"/>
                </a:cubicBezTo>
                <a:cubicBezTo>
                  <a:pt x="150476" y="16394"/>
                  <a:pt x="149035" y="16749"/>
                  <a:pt x="147590" y="17459"/>
                </a:cubicBezTo>
                <a:cubicBezTo>
                  <a:pt x="146144" y="18168"/>
                  <a:pt x="144703" y="19074"/>
                  <a:pt x="143267" y="20174"/>
                </a:cubicBezTo>
                <a:lnTo>
                  <a:pt x="143267" y="43531"/>
                </a:lnTo>
                <a:lnTo>
                  <a:pt x="138008" y="43531"/>
                </a:lnTo>
                <a:lnTo>
                  <a:pt x="138008" y="12254"/>
                </a:lnTo>
                <a:lnTo>
                  <a:pt x="143267" y="12254"/>
                </a:lnTo>
                <a:lnTo>
                  <a:pt x="143267" y="15726"/>
                </a:lnTo>
                <a:cubicBezTo>
                  <a:pt x="144909" y="14355"/>
                  <a:pt x="146545" y="13284"/>
                  <a:pt x="148177" y="12514"/>
                </a:cubicBezTo>
                <a:cubicBezTo>
                  <a:pt x="149809" y="11744"/>
                  <a:pt x="151548" y="11358"/>
                  <a:pt x="153395" y="11358"/>
                </a:cubicBezTo>
                <a:cubicBezTo>
                  <a:pt x="155521" y="11358"/>
                  <a:pt x="157325" y="11809"/>
                  <a:pt x="158808" y="12710"/>
                </a:cubicBezTo>
                <a:cubicBezTo>
                  <a:pt x="160291" y="13611"/>
                  <a:pt x="161396" y="14858"/>
                  <a:pt x="162123" y="16454"/>
                </a:cubicBezTo>
                <a:cubicBezTo>
                  <a:pt x="164250" y="14652"/>
                  <a:pt x="166189" y="13353"/>
                  <a:pt x="167942" y="12555"/>
                </a:cubicBezTo>
                <a:cubicBezTo>
                  <a:pt x="169696" y="11757"/>
                  <a:pt x="171570" y="11358"/>
                  <a:pt x="173566" y="11358"/>
                </a:cubicBezTo>
                <a:cubicBezTo>
                  <a:pt x="176997" y="11358"/>
                  <a:pt x="179529" y="12400"/>
                  <a:pt x="181161" y="14483"/>
                </a:cubicBezTo>
                <a:cubicBezTo>
                  <a:pt x="182793" y="16566"/>
                  <a:pt x="183609" y="19476"/>
                  <a:pt x="183609" y="23213"/>
                </a:cubicBezTo>
                <a:lnTo>
                  <a:pt x="183609" y="43531"/>
                </a:lnTo>
                <a:close/>
                <a:moveTo>
                  <a:pt x="218020" y="43531"/>
                </a:moveTo>
                <a:lnTo>
                  <a:pt x="212789" y="43531"/>
                </a:lnTo>
                <a:lnTo>
                  <a:pt x="212789" y="40225"/>
                </a:lnTo>
                <a:cubicBezTo>
                  <a:pt x="212323" y="40542"/>
                  <a:pt x="211693" y="40986"/>
                  <a:pt x="210900" y="41555"/>
                </a:cubicBezTo>
                <a:cubicBezTo>
                  <a:pt x="210108" y="42125"/>
                  <a:pt x="209338" y="42578"/>
                  <a:pt x="208592" y="42914"/>
                </a:cubicBezTo>
                <a:cubicBezTo>
                  <a:pt x="207716" y="43344"/>
                  <a:pt x="206709" y="43703"/>
                  <a:pt x="205571" y="43992"/>
                </a:cubicBezTo>
                <a:cubicBezTo>
                  <a:pt x="204433" y="44282"/>
                  <a:pt x="203100" y="44427"/>
                  <a:pt x="201570" y="44427"/>
                </a:cubicBezTo>
                <a:cubicBezTo>
                  <a:pt x="198754" y="44427"/>
                  <a:pt x="196367" y="43493"/>
                  <a:pt x="194408" y="41625"/>
                </a:cubicBezTo>
                <a:cubicBezTo>
                  <a:pt x="192450" y="39758"/>
                  <a:pt x="191471" y="37377"/>
                  <a:pt x="191471" y="34482"/>
                </a:cubicBezTo>
                <a:cubicBezTo>
                  <a:pt x="191471" y="32110"/>
                  <a:pt x="191979" y="30192"/>
                  <a:pt x="192996" y="28726"/>
                </a:cubicBezTo>
                <a:cubicBezTo>
                  <a:pt x="194012" y="27259"/>
                  <a:pt x="195462" y="26106"/>
                  <a:pt x="197346" y="25266"/>
                </a:cubicBezTo>
                <a:cubicBezTo>
                  <a:pt x="199248" y="24426"/>
                  <a:pt x="201533" y="23856"/>
                  <a:pt x="204200" y="23557"/>
                </a:cubicBezTo>
                <a:cubicBezTo>
                  <a:pt x="206867" y="23258"/>
                  <a:pt x="209730" y="23034"/>
                  <a:pt x="212789" y="22885"/>
                </a:cubicBezTo>
                <a:lnTo>
                  <a:pt x="212789" y="22066"/>
                </a:lnTo>
                <a:cubicBezTo>
                  <a:pt x="212789" y="20863"/>
                  <a:pt x="212579" y="19866"/>
                  <a:pt x="212159" y="19076"/>
                </a:cubicBezTo>
                <a:cubicBezTo>
                  <a:pt x="211740" y="18287"/>
                  <a:pt x="211138" y="17666"/>
                  <a:pt x="210355" y="17214"/>
                </a:cubicBezTo>
                <a:cubicBezTo>
                  <a:pt x="209609" y="16782"/>
                  <a:pt x="208714" y="16490"/>
                  <a:pt x="207669" y="16340"/>
                </a:cubicBezTo>
                <a:cubicBezTo>
                  <a:pt x="206625" y="16190"/>
                  <a:pt x="205534" y="16114"/>
                  <a:pt x="204396" y="16114"/>
                </a:cubicBezTo>
                <a:cubicBezTo>
                  <a:pt x="203016" y="16114"/>
                  <a:pt x="201477" y="16301"/>
                  <a:pt x="199780" y="16675"/>
                </a:cubicBezTo>
                <a:cubicBezTo>
                  <a:pt x="198083" y="17048"/>
                  <a:pt x="196329" y="17588"/>
                  <a:pt x="194520" y="18297"/>
                </a:cubicBezTo>
                <a:lnTo>
                  <a:pt x="194240" y="18297"/>
                </a:lnTo>
                <a:lnTo>
                  <a:pt x="194240" y="12953"/>
                </a:lnTo>
                <a:cubicBezTo>
                  <a:pt x="195266" y="12673"/>
                  <a:pt x="196749" y="12366"/>
                  <a:pt x="198689" y="12030"/>
                </a:cubicBezTo>
                <a:cubicBezTo>
                  <a:pt x="200628" y="11694"/>
                  <a:pt x="202540" y="11526"/>
                  <a:pt x="204424" y="11526"/>
                </a:cubicBezTo>
                <a:cubicBezTo>
                  <a:pt x="206625" y="11526"/>
                  <a:pt x="208541" y="11708"/>
                  <a:pt x="210173" y="12072"/>
                </a:cubicBezTo>
                <a:cubicBezTo>
                  <a:pt x="211805" y="12436"/>
                  <a:pt x="213218" y="13056"/>
                  <a:pt x="214411" y="13932"/>
                </a:cubicBezTo>
                <a:cubicBezTo>
                  <a:pt x="215586" y="14790"/>
                  <a:pt x="216482" y="15900"/>
                  <a:pt x="217097" y="17261"/>
                </a:cubicBezTo>
                <a:cubicBezTo>
                  <a:pt x="217713" y="18623"/>
                  <a:pt x="218020" y="20311"/>
                  <a:pt x="218020" y="22325"/>
                </a:cubicBezTo>
                <a:lnTo>
                  <a:pt x="218020" y="43531"/>
                </a:lnTo>
                <a:moveTo>
                  <a:pt x="212789" y="35877"/>
                </a:moveTo>
                <a:lnTo>
                  <a:pt x="212789" y="27137"/>
                </a:lnTo>
                <a:cubicBezTo>
                  <a:pt x="211185" y="27231"/>
                  <a:pt x="209296" y="27372"/>
                  <a:pt x="207124" y="27559"/>
                </a:cubicBezTo>
                <a:cubicBezTo>
                  <a:pt x="204951" y="27746"/>
                  <a:pt x="203230" y="28018"/>
                  <a:pt x="201962" y="28373"/>
                </a:cubicBezTo>
                <a:cubicBezTo>
                  <a:pt x="200451" y="28805"/>
                  <a:pt x="199230" y="29475"/>
                  <a:pt x="198297" y="30383"/>
                </a:cubicBezTo>
                <a:cubicBezTo>
                  <a:pt x="197365" y="31292"/>
                  <a:pt x="196898" y="32542"/>
                  <a:pt x="196898" y="34135"/>
                </a:cubicBezTo>
                <a:cubicBezTo>
                  <a:pt x="196898" y="35933"/>
                  <a:pt x="197439" y="37287"/>
                  <a:pt x="198521" y="38196"/>
                </a:cubicBezTo>
                <a:cubicBezTo>
                  <a:pt x="199603" y="39104"/>
                  <a:pt x="201253" y="39559"/>
                  <a:pt x="203473" y="39559"/>
                </a:cubicBezTo>
                <a:cubicBezTo>
                  <a:pt x="205319" y="39559"/>
                  <a:pt x="207007" y="39198"/>
                  <a:pt x="208536" y="38477"/>
                </a:cubicBezTo>
                <a:cubicBezTo>
                  <a:pt x="210066" y="37756"/>
                  <a:pt x="211483" y="36889"/>
                  <a:pt x="212789" y="35877"/>
                </a:cubicBezTo>
                <a:close/>
                <a:moveTo>
                  <a:pt x="233464" y="43531"/>
                </a:moveTo>
                <a:lnTo>
                  <a:pt x="228204" y="43531"/>
                </a:lnTo>
                <a:lnTo>
                  <a:pt x="228204" y="0"/>
                </a:lnTo>
                <a:lnTo>
                  <a:pt x="233464" y="0"/>
                </a:lnTo>
                <a:lnTo>
                  <a:pt x="233464" y="43531"/>
                </a:lnTo>
                <a:close/>
                <a:moveTo>
                  <a:pt x="249522" y="7050"/>
                </a:moveTo>
                <a:lnTo>
                  <a:pt x="243591" y="7050"/>
                </a:lnTo>
                <a:lnTo>
                  <a:pt x="243591" y="1567"/>
                </a:lnTo>
                <a:lnTo>
                  <a:pt x="249522" y="1567"/>
                </a:lnTo>
                <a:lnTo>
                  <a:pt x="249522" y="7050"/>
                </a:lnTo>
                <a:moveTo>
                  <a:pt x="249186" y="43531"/>
                </a:moveTo>
                <a:lnTo>
                  <a:pt x="243926" y="43531"/>
                </a:lnTo>
                <a:lnTo>
                  <a:pt x="243926" y="12254"/>
                </a:lnTo>
                <a:lnTo>
                  <a:pt x="249186" y="12254"/>
                </a:lnTo>
                <a:lnTo>
                  <a:pt x="249186" y="43531"/>
                </a:lnTo>
                <a:close/>
                <a:moveTo>
                  <a:pt x="283877" y="43531"/>
                </a:moveTo>
                <a:lnTo>
                  <a:pt x="278645" y="43531"/>
                </a:lnTo>
                <a:lnTo>
                  <a:pt x="278645" y="40225"/>
                </a:lnTo>
                <a:cubicBezTo>
                  <a:pt x="278179" y="40542"/>
                  <a:pt x="277549" y="40986"/>
                  <a:pt x="276757" y="41555"/>
                </a:cubicBezTo>
                <a:cubicBezTo>
                  <a:pt x="275964" y="42125"/>
                  <a:pt x="275195" y="42578"/>
                  <a:pt x="274449" y="42914"/>
                </a:cubicBezTo>
                <a:cubicBezTo>
                  <a:pt x="273572" y="43344"/>
                  <a:pt x="272565" y="43703"/>
                  <a:pt x="271427" y="43992"/>
                </a:cubicBezTo>
                <a:cubicBezTo>
                  <a:pt x="270289" y="44282"/>
                  <a:pt x="268956" y="44427"/>
                  <a:pt x="267427" y="44427"/>
                </a:cubicBezTo>
                <a:cubicBezTo>
                  <a:pt x="264610" y="44427"/>
                  <a:pt x="262223" y="43493"/>
                  <a:pt x="260265" y="41625"/>
                </a:cubicBezTo>
                <a:cubicBezTo>
                  <a:pt x="258306" y="39758"/>
                  <a:pt x="257327" y="37377"/>
                  <a:pt x="257327" y="34482"/>
                </a:cubicBezTo>
                <a:cubicBezTo>
                  <a:pt x="257327" y="32110"/>
                  <a:pt x="257835" y="30192"/>
                  <a:pt x="258852" y="28726"/>
                </a:cubicBezTo>
                <a:cubicBezTo>
                  <a:pt x="259868" y="27259"/>
                  <a:pt x="261318" y="26106"/>
                  <a:pt x="263202" y="25266"/>
                </a:cubicBezTo>
                <a:cubicBezTo>
                  <a:pt x="265104" y="24426"/>
                  <a:pt x="267389" y="23856"/>
                  <a:pt x="270056" y="23557"/>
                </a:cubicBezTo>
                <a:cubicBezTo>
                  <a:pt x="272723" y="23258"/>
                  <a:pt x="275586" y="23034"/>
                  <a:pt x="278645" y="22885"/>
                </a:cubicBezTo>
                <a:lnTo>
                  <a:pt x="278645" y="22066"/>
                </a:lnTo>
                <a:cubicBezTo>
                  <a:pt x="278645" y="20863"/>
                  <a:pt x="278435" y="19866"/>
                  <a:pt x="278016" y="19076"/>
                </a:cubicBezTo>
                <a:cubicBezTo>
                  <a:pt x="277596" y="18287"/>
                  <a:pt x="276994" y="17666"/>
                  <a:pt x="276211" y="17214"/>
                </a:cubicBezTo>
                <a:cubicBezTo>
                  <a:pt x="275465" y="16782"/>
                  <a:pt x="274570" y="16490"/>
                  <a:pt x="273525" y="16340"/>
                </a:cubicBezTo>
                <a:cubicBezTo>
                  <a:pt x="272481" y="16190"/>
                  <a:pt x="271390" y="16114"/>
                  <a:pt x="270252" y="16114"/>
                </a:cubicBezTo>
                <a:cubicBezTo>
                  <a:pt x="268872" y="16114"/>
                  <a:pt x="267333" y="16301"/>
                  <a:pt x="265636" y="16675"/>
                </a:cubicBezTo>
                <a:cubicBezTo>
                  <a:pt x="263939" y="17048"/>
                  <a:pt x="262186" y="17588"/>
                  <a:pt x="260376" y="18297"/>
                </a:cubicBezTo>
                <a:lnTo>
                  <a:pt x="260097" y="18297"/>
                </a:lnTo>
                <a:lnTo>
                  <a:pt x="260097" y="12953"/>
                </a:lnTo>
                <a:cubicBezTo>
                  <a:pt x="261123" y="12673"/>
                  <a:pt x="262605" y="12366"/>
                  <a:pt x="264545" y="12030"/>
                </a:cubicBezTo>
                <a:cubicBezTo>
                  <a:pt x="266485" y="11694"/>
                  <a:pt x="268396" y="11526"/>
                  <a:pt x="270280" y="11526"/>
                </a:cubicBezTo>
                <a:cubicBezTo>
                  <a:pt x="272481" y="11526"/>
                  <a:pt x="274397" y="11708"/>
                  <a:pt x="276029" y="12072"/>
                </a:cubicBezTo>
                <a:cubicBezTo>
                  <a:pt x="277661" y="12436"/>
                  <a:pt x="279074" y="13056"/>
                  <a:pt x="280268" y="13932"/>
                </a:cubicBezTo>
                <a:cubicBezTo>
                  <a:pt x="281443" y="14790"/>
                  <a:pt x="282338" y="15900"/>
                  <a:pt x="282953" y="17261"/>
                </a:cubicBezTo>
                <a:cubicBezTo>
                  <a:pt x="283569" y="18623"/>
                  <a:pt x="283877" y="20311"/>
                  <a:pt x="283877" y="22325"/>
                </a:cubicBezTo>
                <a:lnTo>
                  <a:pt x="283877" y="43531"/>
                </a:lnTo>
                <a:moveTo>
                  <a:pt x="278645" y="35877"/>
                </a:moveTo>
                <a:lnTo>
                  <a:pt x="278645" y="27137"/>
                </a:lnTo>
                <a:cubicBezTo>
                  <a:pt x="277041" y="27231"/>
                  <a:pt x="275153" y="27372"/>
                  <a:pt x="272980" y="27559"/>
                </a:cubicBezTo>
                <a:cubicBezTo>
                  <a:pt x="270807" y="27746"/>
                  <a:pt x="269086" y="28018"/>
                  <a:pt x="267818" y="28373"/>
                </a:cubicBezTo>
                <a:cubicBezTo>
                  <a:pt x="266307" y="28805"/>
                  <a:pt x="265086" y="29475"/>
                  <a:pt x="264153" y="30383"/>
                </a:cubicBezTo>
                <a:cubicBezTo>
                  <a:pt x="263221" y="31292"/>
                  <a:pt x="262754" y="32542"/>
                  <a:pt x="262754" y="34135"/>
                </a:cubicBezTo>
                <a:cubicBezTo>
                  <a:pt x="262754" y="35933"/>
                  <a:pt x="263295" y="37287"/>
                  <a:pt x="264377" y="38196"/>
                </a:cubicBezTo>
                <a:cubicBezTo>
                  <a:pt x="265459" y="39104"/>
                  <a:pt x="267109" y="39559"/>
                  <a:pt x="269329" y="39559"/>
                </a:cubicBezTo>
                <a:cubicBezTo>
                  <a:pt x="271175" y="39559"/>
                  <a:pt x="272863" y="39198"/>
                  <a:pt x="274393" y="38477"/>
                </a:cubicBezTo>
                <a:cubicBezTo>
                  <a:pt x="275922" y="37756"/>
                  <a:pt x="277340" y="36889"/>
                  <a:pt x="278645" y="3587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DC2530-899B-4B44-A030-F85DD551E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677" y="1241321"/>
            <a:ext cx="716884" cy="421404"/>
          </a:xfrm>
          <a:custGeom xmlns:a="http://schemas.openxmlformats.org/drawingml/2006/main">
            <a:pathLst>
              <a:path w="716884" h="421404">
                <a:moveTo>
                  <a:pt x="0" y="0"/>
                </a:moveTo>
                <a:lnTo>
                  <a:pt x="716884" y="0"/>
                </a:lnTo>
                <a:lnTo>
                  <a:pt x="716884" y="421404"/>
                </a:lnTo>
                <a:lnTo>
                  <a:pt x="0" y="4214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F25FB9-A489-4329-A0C9-4EA602129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678" y="1241323"/>
            <a:ext cx="716882" cy="421403"/>
          </a:xfrm>
          <a:custGeom xmlns:a="http://schemas.openxmlformats.org/drawingml/2006/main">
            <a:pathLst>
              <a:path w="716882" h="421403" fill="none">
                <a:moveTo>
                  <a:pt x="0" y="0"/>
                </a:moveTo>
                <a:lnTo>
                  <a:pt x="716882" y="0"/>
                </a:lnTo>
                <a:lnTo>
                  <a:pt x="716882" y="421403"/>
                </a:lnTo>
                <a:lnTo>
                  <a:pt x="0" y="4214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67" name="Text Actinopterygii">
            <a:extLst xmlns:a="http://schemas.openxmlformats.org/drawingml/2006/main">
              <a:ext uri="{FF2B5EF4-FFF2-40B4-BE49-F238E27FC236}">
                <a16:creationId xmlns:a16="http://schemas.microsoft.com/office/drawing/2014/main" id="{95FE83C0-41CE-483E-B166-061B0ED8B6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241" y="1286375"/>
            <a:ext cx="573169" cy="78979"/>
          </a:xfrm>
          <a:custGeom xmlns:a="http://schemas.openxmlformats.org/drawingml/2006/main">
            <a:pathLst>
              <a:path w="573169" h="78979">
                <a:moveTo>
                  <a:pt x="55334" y="61574"/>
                </a:moveTo>
                <a:lnTo>
                  <a:pt x="46673" y="61574"/>
                </a:lnTo>
                <a:lnTo>
                  <a:pt x="40680" y="44579"/>
                </a:lnTo>
                <a:lnTo>
                  <a:pt x="14244" y="44579"/>
                </a:lnTo>
                <a:lnTo>
                  <a:pt x="8251" y="61574"/>
                </a:lnTo>
                <a:lnTo>
                  <a:pt x="0" y="61574"/>
                </a:lnTo>
                <a:lnTo>
                  <a:pt x="22249" y="410"/>
                </a:lnTo>
                <a:lnTo>
                  <a:pt x="33086" y="410"/>
                </a:lnTo>
                <a:lnTo>
                  <a:pt x="55334" y="61574"/>
                </a:lnTo>
                <a:moveTo>
                  <a:pt x="38176" y="37519"/>
                </a:moveTo>
                <a:lnTo>
                  <a:pt x="27462" y="7517"/>
                </a:lnTo>
                <a:lnTo>
                  <a:pt x="16707" y="37519"/>
                </a:lnTo>
                <a:lnTo>
                  <a:pt x="38176" y="37519"/>
                </a:lnTo>
                <a:close/>
                <a:moveTo>
                  <a:pt x="97903" y="58741"/>
                </a:moveTo>
                <a:cubicBezTo>
                  <a:pt x="95330" y="59973"/>
                  <a:pt x="92888" y="60931"/>
                  <a:pt x="90575" y="61615"/>
                </a:cubicBezTo>
                <a:cubicBezTo>
                  <a:pt x="88263" y="62299"/>
                  <a:pt x="85807" y="62641"/>
                  <a:pt x="83207" y="62641"/>
                </a:cubicBezTo>
                <a:cubicBezTo>
                  <a:pt x="79896" y="62641"/>
                  <a:pt x="76858" y="62154"/>
                  <a:pt x="74094" y="61181"/>
                </a:cubicBezTo>
                <a:cubicBezTo>
                  <a:pt x="71330" y="60208"/>
                  <a:pt x="68963" y="58735"/>
                  <a:pt x="66993" y="56761"/>
                </a:cubicBezTo>
                <a:cubicBezTo>
                  <a:pt x="64995" y="54787"/>
                  <a:pt x="63449" y="52292"/>
                  <a:pt x="62354" y="49277"/>
                </a:cubicBezTo>
                <a:cubicBezTo>
                  <a:pt x="61259" y="46262"/>
                  <a:pt x="60712" y="42739"/>
                  <a:pt x="60712" y="38709"/>
                </a:cubicBezTo>
                <a:cubicBezTo>
                  <a:pt x="60712" y="31198"/>
                  <a:pt x="62771" y="25305"/>
                  <a:pt x="66890" y="21029"/>
                </a:cubicBezTo>
                <a:cubicBezTo>
                  <a:pt x="71009" y="16752"/>
                  <a:pt x="76448" y="14614"/>
                  <a:pt x="83207" y="14614"/>
                </a:cubicBezTo>
                <a:cubicBezTo>
                  <a:pt x="85834" y="14614"/>
                  <a:pt x="88413" y="14983"/>
                  <a:pt x="90945" y="15722"/>
                </a:cubicBezTo>
                <a:cubicBezTo>
                  <a:pt x="93476" y="16461"/>
                  <a:pt x="95795" y="17364"/>
                  <a:pt x="97903" y="18431"/>
                </a:cubicBezTo>
                <a:lnTo>
                  <a:pt x="97903" y="27010"/>
                </a:lnTo>
                <a:lnTo>
                  <a:pt x="97492" y="27010"/>
                </a:lnTo>
                <a:cubicBezTo>
                  <a:pt x="95139" y="25190"/>
                  <a:pt x="92710" y="23791"/>
                  <a:pt x="90206" y="22813"/>
                </a:cubicBezTo>
                <a:cubicBezTo>
                  <a:pt x="87702" y="21835"/>
                  <a:pt x="85259" y="21346"/>
                  <a:pt x="82879" y="21346"/>
                </a:cubicBezTo>
                <a:cubicBezTo>
                  <a:pt x="78500" y="21346"/>
                  <a:pt x="75045" y="22816"/>
                  <a:pt x="72514" y="25758"/>
                </a:cubicBezTo>
                <a:cubicBezTo>
                  <a:pt x="69982" y="28700"/>
                  <a:pt x="68717" y="33017"/>
                  <a:pt x="68717" y="38709"/>
                </a:cubicBezTo>
                <a:cubicBezTo>
                  <a:pt x="68717" y="44237"/>
                  <a:pt x="69955" y="48486"/>
                  <a:pt x="72432" y="51455"/>
                </a:cubicBezTo>
                <a:cubicBezTo>
                  <a:pt x="74908" y="54424"/>
                  <a:pt x="78391" y="55909"/>
                  <a:pt x="82879" y="55909"/>
                </a:cubicBezTo>
                <a:cubicBezTo>
                  <a:pt x="84438" y="55909"/>
                  <a:pt x="86026" y="55705"/>
                  <a:pt x="87640" y="55298"/>
                </a:cubicBezTo>
                <a:cubicBezTo>
                  <a:pt x="89255" y="54890"/>
                  <a:pt x="90705" y="54360"/>
                  <a:pt x="91992" y="53708"/>
                </a:cubicBezTo>
                <a:cubicBezTo>
                  <a:pt x="93114" y="53137"/>
                  <a:pt x="94167" y="52533"/>
                  <a:pt x="95152" y="51895"/>
                </a:cubicBezTo>
                <a:cubicBezTo>
                  <a:pt x="96138" y="51256"/>
                  <a:pt x="96917" y="50706"/>
                  <a:pt x="97492" y="50244"/>
                </a:cubicBezTo>
                <a:lnTo>
                  <a:pt x="97903" y="50244"/>
                </a:lnTo>
                <a:lnTo>
                  <a:pt x="97903" y="58741"/>
                </a:lnTo>
                <a:close/>
                <a:moveTo>
                  <a:pt x="131604" y="61170"/>
                </a:moveTo>
                <a:cubicBezTo>
                  <a:pt x="130153" y="61551"/>
                  <a:pt x="128573" y="61864"/>
                  <a:pt x="126863" y="62109"/>
                </a:cubicBezTo>
                <a:cubicBezTo>
                  <a:pt x="125152" y="62354"/>
                  <a:pt x="123626" y="62477"/>
                  <a:pt x="122286" y="62477"/>
                </a:cubicBezTo>
                <a:cubicBezTo>
                  <a:pt x="117606" y="62477"/>
                  <a:pt x="114048" y="61217"/>
                  <a:pt x="111613" y="58696"/>
                </a:cubicBezTo>
                <a:cubicBezTo>
                  <a:pt x="109177" y="56176"/>
                  <a:pt x="107959" y="52135"/>
                  <a:pt x="107959" y="46574"/>
                </a:cubicBezTo>
                <a:lnTo>
                  <a:pt x="107959" y="22167"/>
                </a:lnTo>
                <a:lnTo>
                  <a:pt x="102746" y="22167"/>
                </a:lnTo>
                <a:lnTo>
                  <a:pt x="102746" y="15681"/>
                </a:lnTo>
                <a:lnTo>
                  <a:pt x="107959" y="15681"/>
                </a:lnTo>
                <a:lnTo>
                  <a:pt x="107959" y="2463"/>
                </a:lnTo>
                <a:lnTo>
                  <a:pt x="115677" y="2463"/>
                </a:lnTo>
                <a:lnTo>
                  <a:pt x="115677" y="15681"/>
                </a:lnTo>
                <a:lnTo>
                  <a:pt x="131604" y="15681"/>
                </a:lnTo>
                <a:lnTo>
                  <a:pt x="131604" y="22167"/>
                </a:lnTo>
                <a:lnTo>
                  <a:pt x="115677" y="22167"/>
                </a:lnTo>
                <a:lnTo>
                  <a:pt x="115677" y="43112"/>
                </a:lnTo>
                <a:cubicBezTo>
                  <a:pt x="115677" y="45526"/>
                  <a:pt x="115731" y="47412"/>
                  <a:pt x="115841" y="48770"/>
                </a:cubicBezTo>
                <a:cubicBezTo>
                  <a:pt x="115950" y="50128"/>
                  <a:pt x="116333" y="51397"/>
                  <a:pt x="116990" y="52576"/>
                </a:cubicBezTo>
                <a:cubicBezTo>
                  <a:pt x="117592" y="53674"/>
                  <a:pt x="118420" y="54476"/>
                  <a:pt x="119474" y="54984"/>
                </a:cubicBezTo>
                <a:cubicBezTo>
                  <a:pt x="120527" y="55491"/>
                  <a:pt x="122135" y="55745"/>
                  <a:pt x="124297" y="55745"/>
                </a:cubicBezTo>
                <a:cubicBezTo>
                  <a:pt x="125556" y="55745"/>
                  <a:pt x="126869" y="55560"/>
                  <a:pt x="128238" y="55191"/>
                </a:cubicBezTo>
                <a:cubicBezTo>
                  <a:pt x="129606" y="54821"/>
                  <a:pt x="130591" y="54513"/>
                  <a:pt x="131193" y="54267"/>
                </a:cubicBezTo>
                <a:lnTo>
                  <a:pt x="131604" y="54267"/>
                </a:lnTo>
                <a:lnTo>
                  <a:pt x="131604" y="61170"/>
                </a:lnTo>
                <a:close/>
                <a:moveTo>
                  <a:pt x="149214" y="8046"/>
                </a:moveTo>
                <a:lnTo>
                  <a:pt x="140511" y="8046"/>
                </a:lnTo>
                <a:lnTo>
                  <a:pt x="140511" y="0"/>
                </a:lnTo>
                <a:lnTo>
                  <a:pt x="149214" y="0"/>
                </a:lnTo>
                <a:lnTo>
                  <a:pt x="149214" y="8046"/>
                </a:lnTo>
                <a:moveTo>
                  <a:pt x="148721" y="61574"/>
                </a:moveTo>
                <a:lnTo>
                  <a:pt x="141004" y="61574"/>
                </a:lnTo>
                <a:lnTo>
                  <a:pt x="141004" y="15681"/>
                </a:lnTo>
                <a:lnTo>
                  <a:pt x="148721" y="15681"/>
                </a:lnTo>
                <a:lnTo>
                  <a:pt x="148721" y="61574"/>
                </a:lnTo>
                <a:close/>
                <a:moveTo>
                  <a:pt x="202332" y="61574"/>
                </a:moveTo>
                <a:lnTo>
                  <a:pt x="194614" y="61574"/>
                </a:lnTo>
                <a:lnTo>
                  <a:pt x="194614" y="35440"/>
                </a:lnTo>
                <a:cubicBezTo>
                  <a:pt x="194614" y="33330"/>
                  <a:pt x="194491" y="31350"/>
                  <a:pt x="194245" y="29502"/>
                </a:cubicBezTo>
                <a:cubicBezTo>
                  <a:pt x="193999" y="27653"/>
                  <a:pt x="193547" y="26208"/>
                  <a:pt x="192890" y="25167"/>
                </a:cubicBezTo>
                <a:cubicBezTo>
                  <a:pt x="192206" y="24016"/>
                  <a:pt x="191221" y="23160"/>
                  <a:pt x="189935" y="22599"/>
                </a:cubicBezTo>
                <a:cubicBezTo>
                  <a:pt x="188649" y="22037"/>
                  <a:pt x="186979" y="21756"/>
                  <a:pt x="184927" y="21756"/>
                </a:cubicBezTo>
                <a:cubicBezTo>
                  <a:pt x="182820" y="21756"/>
                  <a:pt x="180617" y="22277"/>
                  <a:pt x="178318" y="23318"/>
                </a:cubicBezTo>
                <a:cubicBezTo>
                  <a:pt x="176019" y="24359"/>
                  <a:pt x="173816" y="25687"/>
                  <a:pt x="171709" y="27303"/>
                </a:cubicBezTo>
                <a:lnTo>
                  <a:pt x="171709" y="61574"/>
                </a:lnTo>
                <a:lnTo>
                  <a:pt x="163992" y="61574"/>
                </a:lnTo>
                <a:lnTo>
                  <a:pt x="163992" y="15681"/>
                </a:lnTo>
                <a:lnTo>
                  <a:pt x="171709" y="15681"/>
                </a:lnTo>
                <a:lnTo>
                  <a:pt x="171709" y="20741"/>
                </a:lnTo>
                <a:cubicBezTo>
                  <a:pt x="174117" y="18740"/>
                  <a:pt x="176607" y="17178"/>
                  <a:pt x="179180" y="16054"/>
                </a:cubicBezTo>
                <a:cubicBezTo>
                  <a:pt x="181752" y="14929"/>
                  <a:pt x="184393" y="14367"/>
                  <a:pt x="187102" y="14367"/>
                </a:cubicBezTo>
                <a:cubicBezTo>
                  <a:pt x="192056" y="14367"/>
                  <a:pt x="195832" y="15861"/>
                  <a:pt x="198432" y="18849"/>
                </a:cubicBezTo>
                <a:cubicBezTo>
                  <a:pt x="201032" y="21837"/>
                  <a:pt x="202332" y="26141"/>
                  <a:pt x="202332" y="31762"/>
                </a:cubicBezTo>
                <a:lnTo>
                  <a:pt x="202332" y="61574"/>
                </a:lnTo>
                <a:close/>
                <a:moveTo>
                  <a:pt x="256270" y="38648"/>
                </a:moveTo>
                <a:cubicBezTo>
                  <a:pt x="256270" y="46138"/>
                  <a:pt x="254354" y="52050"/>
                  <a:pt x="250523" y="56385"/>
                </a:cubicBezTo>
                <a:cubicBezTo>
                  <a:pt x="246692" y="60720"/>
                  <a:pt x="241561" y="62887"/>
                  <a:pt x="235130" y="62887"/>
                </a:cubicBezTo>
                <a:cubicBezTo>
                  <a:pt x="228644" y="62887"/>
                  <a:pt x="223492" y="60720"/>
                  <a:pt x="219675" y="56385"/>
                </a:cubicBezTo>
                <a:cubicBezTo>
                  <a:pt x="215857" y="52050"/>
                  <a:pt x="213948" y="46138"/>
                  <a:pt x="213948" y="38648"/>
                </a:cubicBezTo>
                <a:cubicBezTo>
                  <a:pt x="213948" y="31158"/>
                  <a:pt x="215857" y="25239"/>
                  <a:pt x="219675" y="20890"/>
                </a:cubicBezTo>
                <a:cubicBezTo>
                  <a:pt x="223492" y="16542"/>
                  <a:pt x="228644" y="14367"/>
                  <a:pt x="235130" y="14367"/>
                </a:cubicBezTo>
                <a:cubicBezTo>
                  <a:pt x="241561" y="14367"/>
                  <a:pt x="246692" y="16542"/>
                  <a:pt x="250523" y="20890"/>
                </a:cubicBezTo>
                <a:cubicBezTo>
                  <a:pt x="254354" y="25239"/>
                  <a:pt x="256270" y="31158"/>
                  <a:pt x="256270" y="38648"/>
                </a:cubicBezTo>
                <a:moveTo>
                  <a:pt x="248306" y="38648"/>
                </a:moveTo>
                <a:cubicBezTo>
                  <a:pt x="248306" y="32716"/>
                  <a:pt x="247143" y="28309"/>
                  <a:pt x="244817" y="25425"/>
                </a:cubicBezTo>
                <a:cubicBezTo>
                  <a:pt x="242491" y="22541"/>
                  <a:pt x="239262" y="21099"/>
                  <a:pt x="235130" y="21099"/>
                </a:cubicBezTo>
                <a:cubicBezTo>
                  <a:pt x="230943" y="21099"/>
                  <a:pt x="227693" y="22541"/>
                  <a:pt x="225380" y="25425"/>
                </a:cubicBezTo>
                <a:cubicBezTo>
                  <a:pt x="223068" y="28309"/>
                  <a:pt x="221912" y="32716"/>
                  <a:pt x="221912" y="38648"/>
                </a:cubicBezTo>
                <a:cubicBezTo>
                  <a:pt x="221912" y="44388"/>
                  <a:pt x="223075" y="48741"/>
                  <a:pt x="225401" y="51707"/>
                </a:cubicBezTo>
                <a:cubicBezTo>
                  <a:pt x="227727" y="54672"/>
                  <a:pt x="230970" y="56155"/>
                  <a:pt x="235130" y="56155"/>
                </a:cubicBezTo>
                <a:cubicBezTo>
                  <a:pt x="239235" y="56155"/>
                  <a:pt x="242457" y="54686"/>
                  <a:pt x="244797" y="51748"/>
                </a:cubicBezTo>
                <a:cubicBezTo>
                  <a:pt x="247137" y="48809"/>
                  <a:pt x="248306" y="44443"/>
                  <a:pt x="248306" y="38648"/>
                </a:cubicBezTo>
                <a:close/>
                <a:moveTo>
                  <a:pt x="308567" y="38053"/>
                </a:moveTo>
                <a:cubicBezTo>
                  <a:pt x="308567" y="41780"/>
                  <a:pt x="308033" y="45186"/>
                  <a:pt x="306966" y="48270"/>
                </a:cubicBezTo>
                <a:cubicBezTo>
                  <a:pt x="305898" y="51354"/>
                  <a:pt x="304393" y="53965"/>
                  <a:pt x="302450" y="56104"/>
                </a:cubicBezTo>
                <a:cubicBezTo>
                  <a:pt x="300644" y="58132"/>
                  <a:pt x="298516" y="59702"/>
                  <a:pt x="296067" y="60812"/>
                </a:cubicBezTo>
                <a:cubicBezTo>
                  <a:pt x="293618" y="61922"/>
                  <a:pt x="291025" y="62477"/>
                  <a:pt x="288288" y="62477"/>
                </a:cubicBezTo>
                <a:cubicBezTo>
                  <a:pt x="285907" y="62477"/>
                  <a:pt x="283752" y="62216"/>
                  <a:pt x="281823" y="61696"/>
                </a:cubicBezTo>
                <a:cubicBezTo>
                  <a:pt x="279894" y="61175"/>
                  <a:pt x="277930" y="60366"/>
                  <a:pt x="275932" y="59270"/>
                </a:cubicBezTo>
                <a:lnTo>
                  <a:pt x="275932" y="78486"/>
                </a:lnTo>
                <a:lnTo>
                  <a:pt x="268215" y="78486"/>
                </a:lnTo>
                <a:lnTo>
                  <a:pt x="268215" y="15681"/>
                </a:lnTo>
                <a:lnTo>
                  <a:pt x="275932" y="15681"/>
                </a:lnTo>
                <a:lnTo>
                  <a:pt x="275932" y="20453"/>
                </a:lnTo>
                <a:cubicBezTo>
                  <a:pt x="277985" y="18726"/>
                  <a:pt x="280291" y="17280"/>
                  <a:pt x="282849" y="16116"/>
                </a:cubicBezTo>
                <a:cubicBezTo>
                  <a:pt x="285408" y="14950"/>
                  <a:pt x="288138" y="14367"/>
                  <a:pt x="291039" y="14367"/>
                </a:cubicBezTo>
                <a:cubicBezTo>
                  <a:pt x="296567" y="14367"/>
                  <a:pt x="300870" y="16458"/>
                  <a:pt x="303949" y="20639"/>
                </a:cubicBezTo>
                <a:cubicBezTo>
                  <a:pt x="307027" y="24819"/>
                  <a:pt x="308567" y="30624"/>
                  <a:pt x="308567" y="38053"/>
                </a:cubicBezTo>
                <a:moveTo>
                  <a:pt x="300603" y="38258"/>
                </a:moveTo>
                <a:cubicBezTo>
                  <a:pt x="300603" y="32730"/>
                  <a:pt x="299659" y="28598"/>
                  <a:pt x="297771" y="25861"/>
                </a:cubicBezTo>
                <a:cubicBezTo>
                  <a:pt x="295882" y="23124"/>
                  <a:pt x="292982" y="21756"/>
                  <a:pt x="289068" y="21756"/>
                </a:cubicBezTo>
                <a:cubicBezTo>
                  <a:pt x="286852" y="21756"/>
                  <a:pt x="284621" y="22235"/>
                  <a:pt x="282377" y="23193"/>
                </a:cubicBezTo>
                <a:cubicBezTo>
                  <a:pt x="280133" y="24151"/>
                  <a:pt x="277985" y="25409"/>
                  <a:pt x="275932" y="26969"/>
                </a:cubicBezTo>
                <a:lnTo>
                  <a:pt x="275932" y="52953"/>
                </a:lnTo>
                <a:cubicBezTo>
                  <a:pt x="278122" y="53939"/>
                  <a:pt x="280003" y="54609"/>
                  <a:pt x="281577" y="54965"/>
                </a:cubicBezTo>
                <a:cubicBezTo>
                  <a:pt x="283150" y="55321"/>
                  <a:pt x="284936" y="55498"/>
                  <a:pt x="286934" y="55498"/>
                </a:cubicBezTo>
                <a:cubicBezTo>
                  <a:pt x="291230" y="55498"/>
                  <a:pt x="294582" y="54048"/>
                  <a:pt x="296991" y="51147"/>
                </a:cubicBezTo>
                <a:cubicBezTo>
                  <a:pt x="299399" y="48246"/>
                  <a:pt x="300603" y="43950"/>
                  <a:pt x="300603" y="38258"/>
                </a:cubicBezTo>
                <a:close/>
                <a:moveTo>
                  <a:pt x="344402" y="61170"/>
                </a:moveTo>
                <a:cubicBezTo>
                  <a:pt x="342952" y="61551"/>
                  <a:pt x="341372" y="61864"/>
                  <a:pt x="339661" y="62109"/>
                </a:cubicBezTo>
                <a:cubicBezTo>
                  <a:pt x="337951" y="62354"/>
                  <a:pt x="336425" y="62477"/>
                  <a:pt x="335084" y="62477"/>
                </a:cubicBezTo>
                <a:cubicBezTo>
                  <a:pt x="330405" y="62477"/>
                  <a:pt x="326847" y="61217"/>
                  <a:pt x="324411" y="58696"/>
                </a:cubicBezTo>
                <a:cubicBezTo>
                  <a:pt x="321976" y="56176"/>
                  <a:pt x="320758" y="52135"/>
                  <a:pt x="320758" y="46574"/>
                </a:cubicBezTo>
                <a:lnTo>
                  <a:pt x="320758" y="22167"/>
                </a:lnTo>
                <a:lnTo>
                  <a:pt x="315545" y="22167"/>
                </a:lnTo>
                <a:lnTo>
                  <a:pt x="315545" y="15681"/>
                </a:lnTo>
                <a:lnTo>
                  <a:pt x="320758" y="15681"/>
                </a:lnTo>
                <a:lnTo>
                  <a:pt x="320758" y="2463"/>
                </a:lnTo>
                <a:lnTo>
                  <a:pt x="328475" y="2463"/>
                </a:lnTo>
                <a:lnTo>
                  <a:pt x="328475" y="15681"/>
                </a:lnTo>
                <a:lnTo>
                  <a:pt x="344402" y="15681"/>
                </a:lnTo>
                <a:lnTo>
                  <a:pt x="344402" y="22167"/>
                </a:lnTo>
                <a:lnTo>
                  <a:pt x="328475" y="22167"/>
                </a:lnTo>
                <a:lnTo>
                  <a:pt x="328475" y="43112"/>
                </a:lnTo>
                <a:cubicBezTo>
                  <a:pt x="328475" y="45526"/>
                  <a:pt x="328530" y="47412"/>
                  <a:pt x="328639" y="48770"/>
                </a:cubicBezTo>
                <a:cubicBezTo>
                  <a:pt x="328749" y="50128"/>
                  <a:pt x="329132" y="51397"/>
                  <a:pt x="329789" y="52576"/>
                </a:cubicBezTo>
                <a:cubicBezTo>
                  <a:pt x="330391" y="53674"/>
                  <a:pt x="331219" y="54476"/>
                  <a:pt x="332272" y="54984"/>
                </a:cubicBezTo>
                <a:cubicBezTo>
                  <a:pt x="333326" y="55491"/>
                  <a:pt x="334934" y="55745"/>
                  <a:pt x="337096" y="55745"/>
                </a:cubicBezTo>
                <a:cubicBezTo>
                  <a:pt x="338354" y="55745"/>
                  <a:pt x="339668" y="55560"/>
                  <a:pt x="341036" y="55191"/>
                </a:cubicBezTo>
                <a:cubicBezTo>
                  <a:pt x="342405" y="54821"/>
                  <a:pt x="343390" y="54513"/>
                  <a:pt x="343992" y="54267"/>
                </a:cubicBezTo>
                <a:lnTo>
                  <a:pt x="344402" y="54267"/>
                </a:lnTo>
                <a:lnTo>
                  <a:pt x="344402" y="61170"/>
                </a:lnTo>
                <a:close/>
                <a:moveTo>
                  <a:pt x="392101" y="39407"/>
                </a:moveTo>
                <a:lnTo>
                  <a:pt x="358318" y="39407"/>
                </a:lnTo>
                <a:cubicBezTo>
                  <a:pt x="358318" y="42233"/>
                  <a:pt x="358742" y="44695"/>
                  <a:pt x="359591" y="46793"/>
                </a:cubicBezTo>
                <a:cubicBezTo>
                  <a:pt x="360439" y="48892"/>
                  <a:pt x="361602" y="50614"/>
                  <a:pt x="363080" y="51958"/>
                </a:cubicBezTo>
                <a:cubicBezTo>
                  <a:pt x="364503" y="53275"/>
                  <a:pt x="366193" y="54263"/>
                  <a:pt x="368149" y="54921"/>
                </a:cubicBezTo>
                <a:cubicBezTo>
                  <a:pt x="370106" y="55580"/>
                  <a:pt x="372261" y="55909"/>
                  <a:pt x="374615" y="55909"/>
                </a:cubicBezTo>
                <a:cubicBezTo>
                  <a:pt x="377734" y="55909"/>
                  <a:pt x="380875" y="55282"/>
                  <a:pt x="384035" y="54027"/>
                </a:cubicBezTo>
                <a:cubicBezTo>
                  <a:pt x="387196" y="52773"/>
                  <a:pt x="389447" y="51539"/>
                  <a:pt x="390788" y="50326"/>
                </a:cubicBezTo>
                <a:lnTo>
                  <a:pt x="391198" y="50326"/>
                </a:lnTo>
                <a:lnTo>
                  <a:pt x="391198" y="58770"/>
                </a:lnTo>
                <a:cubicBezTo>
                  <a:pt x="388599" y="59868"/>
                  <a:pt x="385944" y="60787"/>
                  <a:pt x="383235" y="61529"/>
                </a:cubicBezTo>
                <a:cubicBezTo>
                  <a:pt x="380526" y="62270"/>
                  <a:pt x="377680" y="62641"/>
                  <a:pt x="374697" y="62641"/>
                </a:cubicBezTo>
                <a:cubicBezTo>
                  <a:pt x="367089" y="62641"/>
                  <a:pt x="361150" y="60578"/>
                  <a:pt x="356881" y="56453"/>
                </a:cubicBezTo>
                <a:cubicBezTo>
                  <a:pt x="352612" y="52327"/>
                  <a:pt x="350478" y="46468"/>
                  <a:pt x="350478" y="38874"/>
                </a:cubicBezTo>
                <a:cubicBezTo>
                  <a:pt x="350478" y="31363"/>
                  <a:pt x="352523" y="25401"/>
                  <a:pt x="356614" y="20988"/>
                </a:cubicBezTo>
                <a:cubicBezTo>
                  <a:pt x="360706" y="16574"/>
                  <a:pt x="366090" y="14367"/>
                  <a:pt x="372767" y="14367"/>
                </a:cubicBezTo>
                <a:cubicBezTo>
                  <a:pt x="378952" y="14367"/>
                  <a:pt x="383721" y="16176"/>
                  <a:pt x="387073" y="19795"/>
                </a:cubicBezTo>
                <a:cubicBezTo>
                  <a:pt x="390425" y="23413"/>
                  <a:pt x="392101" y="28553"/>
                  <a:pt x="392101" y="35214"/>
                </a:cubicBezTo>
                <a:lnTo>
                  <a:pt x="392101" y="39407"/>
                </a:lnTo>
                <a:moveTo>
                  <a:pt x="384589" y="33496"/>
                </a:moveTo>
                <a:cubicBezTo>
                  <a:pt x="384562" y="29446"/>
                  <a:pt x="383543" y="26313"/>
                  <a:pt x="381531" y="24096"/>
                </a:cubicBezTo>
                <a:cubicBezTo>
                  <a:pt x="379520" y="21879"/>
                  <a:pt x="376462" y="20771"/>
                  <a:pt x="372357" y="20771"/>
                </a:cubicBezTo>
                <a:cubicBezTo>
                  <a:pt x="368225" y="20771"/>
                  <a:pt x="364934" y="21989"/>
                  <a:pt x="362484" y="24424"/>
                </a:cubicBezTo>
                <a:cubicBezTo>
                  <a:pt x="360035" y="26860"/>
                  <a:pt x="358646" y="29884"/>
                  <a:pt x="358318" y="33496"/>
                </a:cubicBezTo>
                <a:lnTo>
                  <a:pt x="384589" y="33496"/>
                </a:lnTo>
                <a:close/>
                <a:moveTo>
                  <a:pt x="432411" y="24055"/>
                </a:moveTo>
                <a:lnTo>
                  <a:pt x="432001" y="24055"/>
                </a:lnTo>
                <a:cubicBezTo>
                  <a:pt x="430852" y="23796"/>
                  <a:pt x="429736" y="23608"/>
                  <a:pt x="428655" y="23492"/>
                </a:cubicBezTo>
                <a:cubicBezTo>
                  <a:pt x="427574" y="23375"/>
                  <a:pt x="426295" y="23316"/>
                  <a:pt x="424817" y="23316"/>
                </a:cubicBezTo>
                <a:cubicBezTo>
                  <a:pt x="422437" y="23316"/>
                  <a:pt x="420138" y="23844"/>
                  <a:pt x="417921" y="24899"/>
                </a:cubicBezTo>
                <a:cubicBezTo>
                  <a:pt x="415704" y="25953"/>
                  <a:pt x="413570" y="27316"/>
                  <a:pt x="411517" y="28987"/>
                </a:cubicBezTo>
                <a:lnTo>
                  <a:pt x="411517" y="61574"/>
                </a:lnTo>
                <a:lnTo>
                  <a:pt x="403800" y="61574"/>
                </a:lnTo>
                <a:lnTo>
                  <a:pt x="403800" y="15681"/>
                </a:lnTo>
                <a:lnTo>
                  <a:pt x="411517" y="15681"/>
                </a:lnTo>
                <a:lnTo>
                  <a:pt x="411517" y="22460"/>
                </a:lnTo>
                <a:cubicBezTo>
                  <a:pt x="414582" y="19995"/>
                  <a:pt x="417285" y="18248"/>
                  <a:pt x="419625" y="17221"/>
                </a:cubicBezTo>
                <a:cubicBezTo>
                  <a:pt x="421964" y="16194"/>
                  <a:pt x="424352" y="15681"/>
                  <a:pt x="426788" y="15681"/>
                </a:cubicBezTo>
                <a:cubicBezTo>
                  <a:pt x="428129" y="15681"/>
                  <a:pt x="429100" y="15715"/>
                  <a:pt x="429702" y="15783"/>
                </a:cubicBezTo>
                <a:cubicBezTo>
                  <a:pt x="430304" y="15851"/>
                  <a:pt x="431207" y="15980"/>
                  <a:pt x="432411" y="16171"/>
                </a:cubicBezTo>
                <a:lnTo>
                  <a:pt x="432411" y="24055"/>
                </a:lnTo>
                <a:close/>
                <a:moveTo>
                  <a:pt x="479331" y="15681"/>
                </a:moveTo>
                <a:lnTo>
                  <a:pt x="452567" y="78486"/>
                </a:lnTo>
                <a:lnTo>
                  <a:pt x="444316" y="78486"/>
                </a:lnTo>
                <a:lnTo>
                  <a:pt x="452854" y="59344"/>
                </a:lnTo>
                <a:lnTo>
                  <a:pt x="434587" y="15681"/>
                </a:lnTo>
                <a:lnTo>
                  <a:pt x="442961" y="15681"/>
                </a:lnTo>
                <a:lnTo>
                  <a:pt x="457041" y="49669"/>
                </a:lnTo>
                <a:lnTo>
                  <a:pt x="471244" y="15681"/>
                </a:lnTo>
                <a:lnTo>
                  <a:pt x="479331" y="15681"/>
                </a:lnTo>
                <a:close/>
                <a:moveTo>
                  <a:pt x="526619" y="56372"/>
                </a:moveTo>
                <a:cubicBezTo>
                  <a:pt x="526619" y="64154"/>
                  <a:pt x="524854" y="69867"/>
                  <a:pt x="521324" y="73511"/>
                </a:cubicBezTo>
                <a:cubicBezTo>
                  <a:pt x="517794" y="77156"/>
                  <a:pt x="512362" y="78979"/>
                  <a:pt x="505028" y="78979"/>
                </a:cubicBezTo>
                <a:cubicBezTo>
                  <a:pt x="502592" y="78979"/>
                  <a:pt x="500218" y="78808"/>
                  <a:pt x="497906" y="78465"/>
                </a:cubicBezTo>
                <a:cubicBezTo>
                  <a:pt x="495593" y="78123"/>
                  <a:pt x="493315" y="77638"/>
                  <a:pt x="491071" y="77008"/>
                </a:cubicBezTo>
                <a:lnTo>
                  <a:pt x="491071" y="69127"/>
                </a:lnTo>
                <a:lnTo>
                  <a:pt x="491481" y="69127"/>
                </a:lnTo>
                <a:cubicBezTo>
                  <a:pt x="492740" y="69613"/>
                  <a:pt x="494738" y="70213"/>
                  <a:pt x="497475" y="70928"/>
                </a:cubicBezTo>
                <a:cubicBezTo>
                  <a:pt x="500211" y="71643"/>
                  <a:pt x="502948" y="72000"/>
                  <a:pt x="505684" y="72000"/>
                </a:cubicBezTo>
                <a:cubicBezTo>
                  <a:pt x="508312" y="72000"/>
                  <a:pt x="510487" y="71686"/>
                  <a:pt x="512211" y="71057"/>
                </a:cubicBezTo>
                <a:cubicBezTo>
                  <a:pt x="513935" y="70429"/>
                  <a:pt x="515276" y="69555"/>
                  <a:pt x="516234" y="68435"/>
                </a:cubicBezTo>
                <a:cubicBezTo>
                  <a:pt x="517192" y="67370"/>
                  <a:pt x="517876" y="66085"/>
                  <a:pt x="518286" y="64582"/>
                </a:cubicBezTo>
                <a:cubicBezTo>
                  <a:pt x="518697" y="63079"/>
                  <a:pt x="518902" y="61399"/>
                  <a:pt x="518902" y="59542"/>
                </a:cubicBezTo>
                <a:lnTo>
                  <a:pt x="518902" y="55361"/>
                </a:lnTo>
                <a:cubicBezTo>
                  <a:pt x="516576" y="57227"/>
                  <a:pt x="514353" y="58620"/>
                  <a:pt x="512232" y="59539"/>
                </a:cubicBezTo>
                <a:cubicBezTo>
                  <a:pt x="510111" y="60458"/>
                  <a:pt x="507408" y="60917"/>
                  <a:pt x="504124" y="60917"/>
                </a:cubicBezTo>
                <a:cubicBezTo>
                  <a:pt x="498651" y="60917"/>
                  <a:pt x="494307" y="58935"/>
                  <a:pt x="491091" y="54970"/>
                </a:cubicBezTo>
                <a:cubicBezTo>
                  <a:pt x="487876" y="51004"/>
                  <a:pt x="486268" y="45414"/>
                  <a:pt x="486268" y="38198"/>
                </a:cubicBezTo>
                <a:cubicBezTo>
                  <a:pt x="486268" y="34247"/>
                  <a:pt x="486822" y="30837"/>
                  <a:pt x="487931" y="27970"/>
                </a:cubicBezTo>
                <a:cubicBezTo>
                  <a:pt x="489039" y="25102"/>
                  <a:pt x="490551" y="22626"/>
                  <a:pt x="492467" y="20541"/>
                </a:cubicBezTo>
                <a:cubicBezTo>
                  <a:pt x="494245" y="18593"/>
                  <a:pt x="496407" y="17077"/>
                  <a:pt x="498952" y="15994"/>
                </a:cubicBezTo>
                <a:cubicBezTo>
                  <a:pt x="501497" y="14909"/>
                  <a:pt x="504029" y="14367"/>
                  <a:pt x="506546" y="14367"/>
                </a:cubicBezTo>
                <a:cubicBezTo>
                  <a:pt x="509201" y="14367"/>
                  <a:pt x="511424" y="14635"/>
                  <a:pt x="513217" y="15170"/>
                </a:cubicBezTo>
                <a:cubicBezTo>
                  <a:pt x="515009" y="15705"/>
                  <a:pt x="516904" y="16521"/>
                  <a:pt x="518902" y="17619"/>
                </a:cubicBezTo>
                <a:lnTo>
                  <a:pt x="519395" y="15681"/>
                </a:lnTo>
                <a:lnTo>
                  <a:pt x="526619" y="15681"/>
                </a:lnTo>
                <a:lnTo>
                  <a:pt x="526619" y="56372"/>
                </a:lnTo>
                <a:moveTo>
                  <a:pt x="518902" y="49001"/>
                </a:moveTo>
                <a:lnTo>
                  <a:pt x="518902" y="23938"/>
                </a:lnTo>
                <a:cubicBezTo>
                  <a:pt x="516850" y="23005"/>
                  <a:pt x="514941" y="22340"/>
                  <a:pt x="513176" y="21942"/>
                </a:cubicBezTo>
                <a:cubicBezTo>
                  <a:pt x="511411" y="21544"/>
                  <a:pt x="509652" y="21346"/>
                  <a:pt x="507901" y="21346"/>
                </a:cubicBezTo>
                <a:cubicBezTo>
                  <a:pt x="503659" y="21346"/>
                  <a:pt x="500321" y="22772"/>
                  <a:pt x="497885" y="25626"/>
                </a:cubicBezTo>
                <a:cubicBezTo>
                  <a:pt x="495449" y="28479"/>
                  <a:pt x="494232" y="32622"/>
                  <a:pt x="494232" y="38054"/>
                </a:cubicBezTo>
                <a:cubicBezTo>
                  <a:pt x="494232" y="43212"/>
                  <a:pt x="495135" y="47121"/>
                  <a:pt x="496941" y="49782"/>
                </a:cubicBezTo>
                <a:cubicBezTo>
                  <a:pt x="498747" y="52444"/>
                  <a:pt x="501744" y="53774"/>
                  <a:pt x="505931" y="53774"/>
                </a:cubicBezTo>
                <a:cubicBezTo>
                  <a:pt x="508175" y="53774"/>
                  <a:pt x="510426" y="53343"/>
                  <a:pt x="512683" y="52479"/>
                </a:cubicBezTo>
                <a:cubicBezTo>
                  <a:pt x="514941" y="51614"/>
                  <a:pt x="517014" y="50455"/>
                  <a:pt x="518902" y="49001"/>
                </a:cubicBezTo>
                <a:close/>
                <a:moveTo>
                  <a:pt x="550100" y="8046"/>
                </a:moveTo>
                <a:lnTo>
                  <a:pt x="541397" y="8046"/>
                </a:lnTo>
                <a:lnTo>
                  <a:pt x="541397" y="0"/>
                </a:lnTo>
                <a:lnTo>
                  <a:pt x="550100" y="0"/>
                </a:lnTo>
                <a:lnTo>
                  <a:pt x="550100" y="8046"/>
                </a:lnTo>
                <a:moveTo>
                  <a:pt x="549607" y="61574"/>
                </a:moveTo>
                <a:lnTo>
                  <a:pt x="541890" y="61574"/>
                </a:lnTo>
                <a:lnTo>
                  <a:pt x="541890" y="15681"/>
                </a:lnTo>
                <a:lnTo>
                  <a:pt x="549607" y="15681"/>
                </a:lnTo>
                <a:lnTo>
                  <a:pt x="549607" y="61574"/>
                </a:lnTo>
                <a:close/>
                <a:moveTo>
                  <a:pt x="573169" y="8046"/>
                </a:moveTo>
                <a:lnTo>
                  <a:pt x="564466" y="8046"/>
                </a:lnTo>
                <a:lnTo>
                  <a:pt x="564466" y="0"/>
                </a:lnTo>
                <a:lnTo>
                  <a:pt x="573169" y="0"/>
                </a:lnTo>
                <a:lnTo>
                  <a:pt x="573169" y="8046"/>
                </a:lnTo>
                <a:moveTo>
                  <a:pt x="572676" y="61574"/>
                </a:moveTo>
                <a:lnTo>
                  <a:pt x="564959" y="61574"/>
                </a:lnTo>
                <a:lnTo>
                  <a:pt x="564959" y="15681"/>
                </a:lnTo>
                <a:lnTo>
                  <a:pt x="572676" y="15681"/>
                </a:lnTo>
                <a:lnTo>
                  <a:pt x="572676" y="615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2B7F4-4DEA-4B41-9A3A-0399A52A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677" y="1685222"/>
            <a:ext cx="493885" cy="335622"/>
          </a:xfrm>
          <a:custGeom xmlns:a="http://schemas.openxmlformats.org/drawingml/2006/main">
            <a:pathLst>
              <a:path w="493885" h="335622">
                <a:moveTo>
                  <a:pt x="0" y="0"/>
                </a:moveTo>
                <a:lnTo>
                  <a:pt x="493885" y="0"/>
                </a:lnTo>
                <a:lnTo>
                  <a:pt x="493885" y="335622"/>
                </a:lnTo>
                <a:lnTo>
                  <a:pt x="0" y="3356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A624A0-80BC-4FA2-9FA7-D76EDBD92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3678" y="1685225"/>
            <a:ext cx="493884" cy="335620"/>
          </a:xfrm>
          <a:custGeom xmlns:a="http://schemas.openxmlformats.org/drawingml/2006/main">
            <a:pathLst>
              <a:path w="493884" h="335620" fill="none">
                <a:moveTo>
                  <a:pt x="0" y="0"/>
                </a:moveTo>
                <a:lnTo>
                  <a:pt x="493884" y="0"/>
                </a:lnTo>
                <a:lnTo>
                  <a:pt x="493884" y="335620"/>
                </a:lnTo>
                <a:lnTo>
                  <a:pt x="0" y="33562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70" name="Text Amphibia">
            <a:extLst xmlns:a="http://schemas.openxmlformats.org/drawingml/2006/main">
              <a:ext uri="{FF2B5EF4-FFF2-40B4-BE49-F238E27FC236}">
                <a16:creationId xmlns:a16="http://schemas.microsoft.com/office/drawing/2014/main" id="{C7EA2908-7AAD-481A-82B3-9550A3478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145" y="1726155"/>
            <a:ext cx="351104" cy="73578"/>
          </a:xfrm>
          <a:custGeom xmlns:a="http://schemas.openxmlformats.org/drawingml/2006/main">
            <a:pathLst>
              <a:path w="351104" h="73578">
                <a:moveTo>
                  <a:pt x="50398" y="58175"/>
                </a:moveTo>
                <a:lnTo>
                  <a:pt x="42509" y="58175"/>
                </a:lnTo>
                <a:lnTo>
                  <a:pt x="37051" y="42696"/>
                </a:lnTo>
                <a:lnTo>
                  <a:pt x="12973" y="42696"/>
                </a:lnTo>
                <a:lnTo>
                  <a:pt x="7515" y="58175"/>
                </a:lnTo>
                <a:lnTo>
                  <a:pt x="0" y="58175"/>
                </a:lnTo>
                <a:lnTo>
                  <a:pt x="20264" y="2468"/>
                </a:lnTo>
                <a:lnTo>
                  <a:pt x="30134" y="2468"/>
                </a:lnTo>
                <a:lnTo>
                  <a:pt x="50398" y="58175"/>
                </a:lnTo>
                <a:moveTo>
                  <a:pt x="34770" y="36266"/>
                </a:moveTo>
                <a:lnTo>
                  <a:pt x="25012" y="8940"/>
                </a:lnTo>
                <a:lnTo>
                  <a:pt x="15217" y="36266"/>
                </a:lnTo>
                <a:lnTo>
                  <a:pt x="34770" y="36266"/>
                </a:lnTo>
                <a:close/>
                <a:moveTo>
                  <a:pt x="119229" y="58175"/>
                </a:moveTo>
                <a:lnTo>
                  <a:pt x="112200" y="58175"/>
                </a:lnTo>
                <a:lnTo>
                  <a:pt x="112200" y="34372"/>
                </a:lnTo>
                <a:cubicBezTo>
                  <a:pt x="112200" y="32576"/>
                  <a:pt x="112119" y="30842"/>
                  <a:pt x="111957" y="29170"/>
                </a:cubicBezTo>
                <a:cubicBezTo>
                  <a:pt x="111795" y="27498"/>
                  <a:pt x="111452" y="26163"/>
                  <a:pt x="110929" y="25165"/>
                </a:cubicBezTo>
                <a:cubicBezTo>
                  <a:pt x="110356" y="24092"/>
                  <a:pt x="109533" y="23281"/>
                  <a:pt x="108461" y="22733"/>
                </a:cubicBezTo>
                <a:cubicBezTo>
                  <a:pt x="107389" y="22184"/>
                  <a:pt x="105844" y="21909"/>
                  <a:pt x="103825" y="21909"/>
                </a:cubicBezTo>
                <a:cubicBezTo>
                  <a:pt x="101856" y="21909"/>
                  <a:pt x="99887" y="22402"/>
                  <a:pt x="97918" y="23388"/>
                </a:cubicBezTo>
                <a:cubicBezTo>
                  <a:pt x="95949" y="24373"/>
                  <a:pt x="93980" y="25627"/>
                  <a:pt x="92011" y="27149"/>
                </a:cubicBezTo>
                <a:cubicBezTo>
                  <a:pt x="92086" y="27722"/>
                  <a:pt x="92148" y="28389"/>
                  <a:pt x="92198" y="29150"/>
                </a:cubicBezTo>
                <a:cubicBezTo>
                  <a:pt x="92248" y="29911"/>
                  <a:pt x="92272" y="30666"/>
                  <a:pt x="92272" y="31415"/>
                </a:cubicBezTo>
                <a:lnTo>
                  <a:pt x="92272" y="58175"/>
                </a:lnTo>
                <a:lnTo>
                  <a:pt x="85244" y="58175"/>
                </a:lnTo>
                <a:lnTo>
                  <a:pt x="85244" y="34372"/>
                </a:lnTo>
                <a:cubicBezTo>
                  <a:pt x="85244" y="32526"/>
                  <a:pt x="85163" y="30773"/>
                  <a:pt x="85001" y="29114"/>
                </a:cubicBezTo>
                <a:cubicBezTo>
                  <a:pt x="84839" y="27454"/>
                  <a:pt x="84496" y="26126"/>
                  <a:pt x="83973" y="25128"/>
                </a:cubicBezTo>
                <a:cubicBezTo>
                  <a:pt x="83399" y="24054"/>
                  <a:pt x="82577" y="23250"/>
                  <a:pt x="81505" y="22714"/>
                </a:cubicBezTo>
                <a:cubicBezTo>
                  <a:pt x="80433" y="22177"/>
                  <a:pt x="78888" y="21909"/>
                  <a:pt x="76869" y="21909"/>
                </a:cubicBezTo>
                <a:cubicBezTo>
                  <a:pt x="74950" y="21909"/>
                  <a:pt x="73024" y="22383"/>
                  <a:pt x="71093" y="23332"/>
                </a:cubicBezTo>
                <a:cubicBezTo>
                  <a:pt x="69161" y="24280"/>
                  <a:pt x="67235" y="25490"/>
                  <a:pt x="65316" y="26961"/>
                </a:cubicBezTo>
                <a:lnTo>
                  <a:pt x="65316" y="58175"/>
                </a:lnTo>
                <a:lnTo>
                  <a:pt x="58287" y="58175"/>
                </a:lnTo>
                <a:lnTo>
                  <a:pt x="58287" y="16376"/>
                </a:lnTo>
                <a:lnTo>
                  <a:pt x="65316" y="16376"/>
                </a:lnTo>
                <a:lnTo>
                  <a:pt x="65316" y="21016"/>
                </a:lnTo>
                <a:cubicBezTo>
                  <a:pt x="67510" y="19184"/>
                  <a:pt x="69697" y="17753"/>
                  <a:pt x="71878" y="16724"/>
                </a:cubicBezTo>
                <a:cubicBezTo>
                  <a:pt x="74059" y="15694"/>
                  <a:pt x="76383" y="15179"/>
                  <a:pt x="78850" y="15179"/>
                </a:cubicBezTo>
                <a:cubicBezTo>
                  <a:pt x="81692" y="15179"/>
                  <a:pt x="84103" y="15781"/>
                  <a:pt x="86085" y="16986"/>
                </a:cubicBezTo>
                <a:cubicBezTo>
                  <a:pt x="88066" y="18189"/>
                  <a:pt x="89543" y="19857"/>
                  <a:pt x="90515" y="21988"/>
                </a:cubicBezTo>
                <a:cubicBezTo>
                  <a:pt x="93357" y="19581"/>
                  <a:pt x="95949" y="17844"/>
                  <a:pt x="98292" y="16779"/>
                </a:cubicBezTo>
                <a:cubicBezTo>
                  <a:pt x="100635" y="15712"/>
                  <a:pt x="103140" y="15179"/>
                  <a:pt x="105807" y="15179"/>
                </a:cubicBezTo>
                <a:cubicBezTo>
                  <a:pt x="110393" y="15179"/>
                  <a:pt x="113776" y="16571"/>
                  <a:pt x="115957" y="19355"/>
                </a:cubicBezTo>
                <a:cubicBezTo>
                  <a:pt x="118138" y="22139"/>
                  <a:pt x="119229" y="26028"/>
                  <a:pt x="119229" y="31022"/>
                </a:cubicBezTo>
                <a:lnTo>
                  <a:pt x="119229" y="58175"/>
                </a:lnTo>
                <a:close/>
                <a:moveTo>
                  <a:pt x="169514" y="36752"/>
                </a:moveTo>
                <a:cubicBezTo>
                  <a:pt x="169514" y="40147"/>
                  <a:pt x="169028" y="43249"/>
                  <a:pt x="168056" y="46058"/>
                </a:cubicBezTo>
                <a:cubicBezTo>
                  <a:pt x="167084" y="48866"/>
                  <a:pt x="165713" y="51245"/>
                  <a:pt x="163943" y="53193"/>
                </a:cubicBezTo>
                <a:cubicBezTo>
                  <a:pt x="162298" y="55040"/>
                  <a:pt x="160361" y="56470"/>
                  <a:pt x="158130" y="57481"/>
                </a:cubicBezTo>
                <a:cubicBezTo>
                  <a:pt x="155899" y="58492"/>
                  <a:pt x="153537" y="58997"/>
                  <a:pt x="151045" y="58997"/>
                </a:cubicBezTo>
                <a:cubicBezTo>
                  <a:pt x="148876" y="58997"/>
                  <a:pt x="146914" y="58760"/>
                  <a:pt x="145156" y="58286"/>
                </a:cubicBezTo>
                <a:cubicBezTo>
                  <a:pt x="143399" y="57811"/>
                  <a:pt x="141611" y="57075"/>
                  <a:pt x="139791" y="56076"/>
                </a:cubicBezTo>
                <a:lnTo>
                  <a:pt x="139791" y="73578"/>
                </a:lnTo>
                <a:lnTo>
                  <a:pt x="132762" y="73578"/>
                </a:lnTo>
                <a:lnTo>
                  <a:pt x="132762" y="16376"/>
                </a:lnTo>
                <a:lnTo>
                  <a:pt x="139791" y="16376"/>
                </a:lnTo>
                <a:lnTo>
                  <a:pt x="139791" y="20722"/>
                </a:lnTo>
                <a:cubicBezTo>
                  <a:pt x="141661" y="19149"/>
                  <a:pt x="143761" y="17833"/>
                  <a:pt x="146091" y="16772"/>
                </a:cubicBezTo>
                <a:cubicBezTo>
                  <a:pt x="148421" y="15710"/>
                  <a:pt x="150908" y="15179"/>
                  <a:pt x="153550" y="15179"/>
                </a:cubicBezTo>
                <a:cubicBezTo>
                  <a:pt x="158585" y="15179"/>
                  <a:pt x="162504" y="17083"/>
                  <a:pt x="165308" y="20891"/>
                </a:cubicBezTo>
                <a:cubicBezTo>
                  <a:pt x="168112" y="24699"/>
                  <a:pt x="169514" y="29985"/>
                  <a:pt x="169514" y="36752"/>
                </a:cubicBezTo>
                <a:moveTo>
                  <a:pt x="162261" y="36939"/>
                </a:moveTo>
                <a:cubicBezTo>
                  <a:pt x="162261" y="31904"/>
                  <a:pt x="161401" y="28140"/>
                  <a:pt x="159681" y="25648"/>
                </a:cubicBezTo>
                <a:cubicBezTo>
                  <a:pt x="157961" y="23155"/>
                  <a:pt x="155319" y="21909"/>
                  <a:pt x="151755" y="21909"/>
                </a:cubicBezTo>
                <a:cubicBezTo>
                  <a:pt x="149736" y="21909"/>
                  <a:pt x="147705" y="22345"/>
                  <a:pt x="145661" y="23218"/>
                </a:cubicBezTo>
                <a:cubicBezTo>
                  <a:pt x="143617" y="24090"/>
                  <a:pt x="141661" y="25236"/>
                  <a:pt x="139791" y="26657"/>
                </a:cubicBezTo>
                <a:lnTo>
                  <a:pt x="139791" y="50323"/>
                </a:lnTo>
                <a:cubicBezTo>
                  <a:pt x="141785" y="51221"/>
                  <a:pt x="143499" y="51831"/>
                  <a:pt x="144932" y="52155"/>
                </a:cubicBezTo>
                <a:cubicBezTo>
                  <a:pt x="146365" y="52479"/>
                  <a:pt x="147992" y="52641"/>
                  <a:pt x="149811" y="52641"/>
                </a:cubicBezTo>
                <a:cubicBezTo>
                  <a:pt x="153724" y="52641"/>
                  <a:pt x="156778" y="51320"/>
                  <a:pt x="158971" y="48678"/>
                </a:cubicBezTo>
                <a:cubicBezTo>
                  <a:pt x="161164" y="46036"/>
                  <a:pt x="162261" y="42123"/>
                  <a:pt x="162261" y="36939"/>
                </a:cubicBezTo>
                <a:close/>
                <a:moveTo>
                  <a:pt x="215388" y="58175"/>
                </a:moveTo>
                <a:lnTo>
                  <a:pt x="208360" y="58175"/>
                </a:lnTo>
                <a:lnTo>
                  <a:pt x="208360" y="34372"/>
                </a:lnTo>
                <a:cubicBezTo>
                  <a:pt x="208360" y="32450"/>
                  <a:pt x="208247" y="30647"/>
                  <a:pt x="208023" y="28963"/>
                </a:cubicBezTo>
                <a:cubicBezTo>
                  <a:pt x="207799" y="27280"/>
                  <a:pt x="207388" y="25964"/>
                  <a:pt x="206789" y="25016"/>
                </a:cubicBezTo>
                <a:cubicBezTo>
                  <a:pt x="206166" y="23967"/>
                  <a:pt x="205269" y="23188"/>
                  <a:pt x="204097" y="22677"/>
                </a:cubicBezTo>
                <a:cubicBezTo>
                  <a:pt x="202926" y="22165"/>
                  <a:pt x="201406" y="21909"/>
                  <a:pt x="199536" y="21909"/>
                </a:cubicBezTo>
                <a:cubicBezTo>
                  <a:pt x="197617" y="21909"/>
                  <a:pt x="195611" y="22383"/>
                  <a:pt x="193517" y="23332"/>
                </a:cubicBezTo>
                <a:cubicBezTo>
                  <a:pt x="191423" y="24280"/>
                  <a:pt x="189417" y="25490"/>
                  <a:pt x="187498" y="26961"/>
                </a:cubicBezTo>
                <a:lnTo>
                  <a:pt x="187498" y="58175"/>
                </a:lnTo>
                <a:lnTo>
                  <a:pt x="180469" y="58175"/>
                </a:lnTo>
                <a:lnTo>
                  <a:pt x="180469" y="0"/>
                </a:lnTo>
                <a:lnTo>
                  <a:pt x="187498" y="0"/>
                </a:lnTo>
                <a:lnTo>
                  <a:pt x="187498" y="20985"/>
                </a:lnTo>
                <a:cubicBezTo>
                  <a:pt x="189691" y="19162"/>
                  <a:pt x="191959" y="17739"/>
                  <a:pt x="194302" y="16716"/>
                </a:cubicBezTo>
                <a:cubicBezTo>
                  <a:pt x="196645" y="15691"/>
                  <a:pt x="199050" y="15179"/>
                  <a:pt x="201518" y="15179"/>
                </a:cubicBezTo>
                <a:cubicBezTo>
                  <a:pt x="206029" y="15179"/>
                  <a:pt x="209469" y="16540"/>
                  <a:pt x="211837" y="19261"/>
                </a:cubicBezTo>
                <a:cubicBezTo>
                  <a:pt x="214205" y="21983"/>
                  <a:pt x="215388" y="25903"/>
                  <a:pt x="215388" y="31022"/>
                </a:cubicBezTo>
                <a:lnTo>
                  <a:pt x="215388" y="58175"/>
                </a:lnTo>
                <a:close/>
                <a:moveTo>
                  <a:pt x="236475" y="9422"/>
                </a:moveTo>
                <a:lnTo>
                  <a:pt x="228549" y="9422"/>
                </a:lnTo>
                <a:lnTo>
                  <a:pt x="228549" y="2094"/>
                </a:lnTo>
                <a:lnTo>
                  <a:pt x="236475" y="2094"/>
                </a:lnTo>
                <a:lnTo>
                  <a:pt x="236475" y="9422"/>
                </a:lnTo>
                <a:moveTo>
                  <a:pt x="236026" y="58175"/>
                </a:moveTo>
                <a:lnTo>
                  <a:pt x="228998" y="58175"/>
                </a:lnTo>
                <a:lnTo>
                  <a:pt x="228998" y="16376"/>
                </a:lnTo>
                <a:lnTo>
                  <a:pt x="236026" y="16376"/>
                </a:lnTo>
                <a:lnTo>
                  <a:pt x="236026" y="58175"/>
                </a:lnTo>
                <a:close/>
                <a:moveTo>
                  <a:pt x="286686" y="36956"/>
                </a:moveTo>
                <a:cubicBezTo>
                  <a:pt x="286686" y="40455"/>
                  <a:pt x="286194" y="43604"/>
                  <a:pt x="285209" y="46402"/>
                </a:cubicBezTo>
                <a:cubicBezTo>
                  <a:pt x="284225" y="49201"/>
                  <a:pt x="282898" y="51550"/>
                  <a:pt x="281228" y="53449"/>
                </a:cubicBezTo>
                <a:cubicBezTo>
                  <a:pt x="279458" y="55423"/>
                  <a:pt x="277514" y="56904"/>
                  <a:pt x="275395" y="57891"/>
                </a:cubicBezTo>
                <a:cubicBezTo>
                  <a:pt x="273277" y="58878"/>
                  <a:pt x="270946" y="59371"/>
                  <a:pt x="268404" y="59371"/>
                </a:cubicBezTo>
                <a:cubicBezTo>
                  <a:pt x="266036" y="59371"/>
                  <a:pt x="263967" y="59090"/>
                  <a:pt x="262198" y="58528"/>
                </a:cubicBezTo>
                <a:cubicBezTo>
                  <a:pt x="260428" y="57965"/>
                  <a:pt x="258683" y="57209"/>
                  <a:pt x="256963" y="56260"/>
                </a:cubicBezTo>
                <a:lnTo>
                  <a:pt x="256515" y="58175"/>
                </a:lnTo>
                <a:lnTo>
                  <a:pt x="249935" y="58175"/>
                </a:lnTo>
                <a:lnTo>
                  <a:pt x="249935" y="0"/>
                </a:lnTo>
                <a:lnTo>
                  <a:pt x="256963" y="0"/>
                </a:lnTo>
                <a:lnTo>
                  <a:pt x="256963" y="20727"/>
                </a:lnTo>
                <a:cubicBezTo>
                  <a:pt x="258932" y="19103"/>
                  <a:pt x="261026" y="17772"/>
                  <a:pt x="263244" y="16736"/>
                </a:cubicBezTo>
                <a:cubicBezTo>
                  <a:pt x="265463" y="15698"/>
                  <a:pt x="267955" y="15179"/>
                  <a:pt x="270722" y="15179"/>
                </a:cubicBezTo>
                <a:cubicBezTo>
                  <a:pt x="275657" y="15179"/>
                  <a:pt x="279552" y="17079"/>
                  <a:pt x="282405" y="20877"/>
                </a:cubicBezTo>
                <a:cubicBezTo>
                  <a:pt x="285259" y="24675"/>
                  <a:pt x="286686" y="30035"/>
                  <a:pt x="286686" y="36956"/>
                </a:cubicBezTo>
                <a:moveTo>
                  <a:pt x="279433" y="37144"/>
                </a:moveTo>
                <a:cubicBezTo>
                  <a:pt x="279433" y="32153"/>
                  <a:pt x="278611" y="28366"/>
                  <a:pt x="276966" y="25783"/>
                </a:cubicBezTo>
                <a:cubicBezTo>
                  <a:pt x="275321" y="23200"/>
                  <a:pt x="272666" y="21909"/>
                  <a:pt x="269002" y="21909"/>
                </a:cubicBezTo>
                <a:cubicBezTo>
                  <a:pt x="266958" y="21909"/>
                  <a:pt x="264889" y="22352"/>
                  <a:pt x="262796" y="23239"/>
                </a:cubicBezTo>
                <a:cubicBezTo>
                  <a:pt x="260702" y="24124"/>
                  <a:pt x="258758" y="25266"/>
                  <a:pt x="256963" y="26663"/>
                </a:cubicBezTo>
                <a:lnTo>
                  <a:pt x="256963" y="50620"/>
                </a:lnTo>
                <a:cubicBezTo>
                  <a:pt x="258957" y="51518"/>
                  <a:pt x="260671" y="52142"/>
                  <a:pt x="262104" y="52492"/>
                </a:cubicBezTo>
                <a:cubicBezTo>
                  <a:pt x="263537" y="52841"/>
                  <a:pt x="265164" y="53015"/>
                  <a:pt x="266983" y="53015"/>
                </a:cubicBezTo>
                <a:cubicBezTo>
                  <a:pt x="270871" y="53015"/>
                  <a:pt x="273918" y="51736"/>
                  <a:pt x="276124" y="49178"/>
                </a:cubicBezTo>
                <a:cubicBezTo>
                  <a:pt x="278330" y="46620"/>
                  <a:pt x="279433" y="42609"/>
                  <a:pt x="279433" y="37144"/>
                </a:cubicBezTo>
                <a:close/>
                <a:moveTo>
                  <a:pt x="305192" y="9422"/>
                </a:moveTo>
                <a:lnTo>
                  <a:pt x="297266" y="9422"/>
                </a:lnTo>
                <a:lnTo>
                  <a:pt x="297266" y="2094"/>
                </a:lnTo>
                <a:lnTo>
                  <a:pt x="305192" y="2094"/>
                </a:lnTo>
                <a:lnTo>
                  <a:pt x="305192" y="9422"/>
                </a:lnTo>
                <a:moveTo>
                  <a:pt x="304744" y="58175"/>
                </a:moveTo>
                <a:lnTo>
                  <a:pt x="297715" y="58175"/>
                </a:lnTo>
                <a:lnTo>
                  <a:pt x="297715" y="16376"/>
                </a:lnTo>
                <a:lnTo>
                  <a:pt x="304744" y="16376"/>
                </a:lnTo>
                <a:lnTo>
                  <a:pt x="304744" y="58175"/>
                </a:lnTo>
                <a:close/>
                <a:moveTo>
                  <a:pt x="351104" y="58175"/>
                </a:moveTo>
                <a:lnTo>
                  <a:pt x="344113" y="58175"/>
                </a:lnTo>
                <a:lnTo>
                  <a:pt x="344113" y="53756"/>
                </a:lnTo>
                <a:cubicBezTo>
                  <a:pt x="343490" y="54180"/>
                  <a:pt x="342648" y="54773"/>
                  <a:pt x="341589" y="55534"/>
                </a:cubicBezTo>
                <a:cubicBezTo>
                  <a:pt x="340530" y="56295"/>
                  <a:pt x="339502" y="56900"/>
                  <a:pt x="338505" y="57350"/>
                </a:cubicBezTo>
                <a:cubicBezTo>
                  <a:pt x="337333" y="57924"/>
                  <a:pt x="335987" y="58404"/>
                  <a:pt x="334467" y="58790"/>
                </a:cubicBezTo>
                <a:cubicBezTo>
                  <a:pt x="332946" y="59178"/>
                  <a:pt x="331164" y="59371"/>
                  <a:pt x="329120" y="59371"/>
                </a:cubicBezTo>
                <a:cubicBezTo>
                  <a:pt x="325357" y="59371"/>
                  <a:pt x="322166" y="58123"/>
                  <a:pt x="319549" y="55628"/>
                </a:cubicBezTo>
                <a:cubicBezTo>
                  <a:pt x="316932" y="53132"/>
                  <a:pt x="315624" y="49950"/>
                  <a:pt x="315624" y="46081"/>
                </a:cubicBezTo>
                <a:cubicBezTo>
                  <a:pt x="315624" y="42912"/>
                  <a:pt x="316303" y="40348"/>
                  <a:pt x="317661" y="38389"/>
                </a:cubicBezTo>
                <a:cubicBezTo>
                  <a:pt x="319020" y="36429"/>
                  <a:pt x="320958" y="34888"/>
                  <a:pt x="323475" y="33765"/>
                </a:cubicBezTo>
                <a:cubicBezTo>
                  <a:pt x="326017" y="32642"/>
                  <a:pt x="329071" y="31881"/>
                  <a:pt x="332635" y="31481"/>
                </a:cubicBezTo>
                <a:cubicBezTo>
                  <a:pt x="336199" y="31082"/>
                  <a:pt x="340025" y="30782"/>
                  <a:pt x="344113" y="30583"/>
                </a:cubicBezTo>
                <a:lnTo>
                  <a:pt x="344113" y="29489"/>
                </a:lnTo>
                <a:cubicBezTo>
                  <a:pt x="344113" y="27881"/>
                  <a:pt x="343832" y="26549"/>
                  <a:pt x="343272" y="25493"/>
                </a:cubicBezTo>
                <a:cubicBezTo>
                  <a:pt x="342711" y="24438"/>
                  <a:pt x="341907" y="23609"/>
                  <a:pt x="340860" y="23005"/>
                </a:cubicBezTo>
                <a:cubicBezTo>
                  <a:pt x="339863" y="22427"/>
                  <a:pt x="338667" y="22037"/>
                  <a:pt x="337271" y="21837"/>
                </a:cubicBezTo>
                <a:cubicBezTo>
                  <a:pt x="335875" y="21636"/>
                  <a:pt x="334417" y="21535"/>
                  <a:pt x="332897" y="21535"/>
                </a:cubicBezTo>
                <a:cubicBezTo>
                  <a:pt x="331052" y="21535"/>
                  <a:pt x="328996" y="21785"/>
                  <a:pt x="326728" y="22284"/>
                </a:cubicBezTo>
                <a:cubicBezTo>
                  <a:pt x="324459" y="22783"/>
                  <a:pt x="322117" y="23505"/>
                  <a:pt x="319699" y="24451"/>
                </a:cubicBezTo>
                <a:lnTo>
                  <a:pt x="319325" y="24451"/>
                </a:lnTo>
                <a:lnTo>
                  <a:pt x="319325" y="17310"/>
                </a:lnTo>
                <a:cubicBezTo>
                  <a:pt x="320696" y="16936"/>
                  <a:pt x="322677" y="16525"/>
                  <a:pt x="325270" y="16077"/>
                </a:cubicBezTo>
                <a:cubicBezTo>
                  <a:pt x="327862" y="15628"/>
                  <a:pt x="330417" y="15404"/>
                  <a:pt x="332934" y="15404"/>
                </a:cubicBezTo>
                <a:cubicBezTo>
                  <a:pt x="335875" y="15404"/>
                  <a:pt x="338436" y="15647"/>
                  <a:pt x="340617" y="16133"/>
                </a:cubicBezTo>
                <a:cubicBezTo>
                  <a:pt x="342798" y="16619"/>
                  <a:pt x="344686" y="17447"/>
                  <a:pt x="346281" y="18619"/>
                </a:cubicBezTo>
                <a:cubicBezTo>
                  <a:pt x="347851" y="19765"/>
                  <a:pt x="349048" y="21248"/>
                  <a:pt x="349870" y="23068"/>
                </a:cubicBezTo>
                <a:cubicBezTo>
                  <a:pt x="350693" y="24887"/>
                  <a:pt x="351104" y="27143"/>
                  <a:pt x="351104" y="29835"/>
                </a:cubicBezTo>
                <a:lnTo>
                  <a:pt x="351104" y="58175"/>
                </a:lnTo>
                <a:moveTo>
                  <a:pt x="344113" y="47946"/>
                </a:moveTo>
                <a:lnTo>
                  <a:pt x="344113" y="36266"/>
                </a:lnTo>
                <a:cubicBezTo>
                  <a:pt x="341969" y="36391"/>
                  <a:pt x="339446" y="36579"/>
                  <a:pt x="336542" y="36830"/>
                </a:cubicBezTo>
                <a:cubicBezTo>
                  <a:pt x="333638" y="37080"/>
                  <a:pt x="331339" y="37443"/>
                  <a:pt x="329644" y="37918"/>
                </a:cubicBezTo>
                <a:cubicBezTo>
                  <a:pt x="327625" y="38494"/>
                  <a:pt x="325992" y="39389"/>
                  <a:pt x="324746" y="40604"/>
                </a:cubicBezTo>
                <a:cubicBezTo>
                  <a:pt x="323500" y="41818"/>
                  <a:pt x="322877" y="43489"/>
                  <a:pt x="322877" y="45617"/>
                </a:cubicBezTo>
                <a:cubicBezTo>
                  <a:pt x="322877" y="48021"/>
                  <a:pt x="323600" y="49830"/>
                  <a:pt x="325045" y="51044"/>
                </a:cubicBezTo>
                <a:cubicBezTo>
                  <a:pt x="326491" y="52259"/>
                  <a:pt x="328697" y="52866"/>
                  <a:pt x="331663" y="52866"/>
                </a:cubicBezTo>
                <a:cubicBezTo>
                  <a:pt x="334130" y="52866"/>
                  <a:pt x="336386" y="52384"/>
                  <a:pt x="338430" y="51420"/>
                </a:cubicBezTo>
                <a:cubicBezTo>
                  <a:pt x="340474" y="50456"/>
                  <a:pt x="342368" y="49298"/>
                  <a:pt x="344113" y="4794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52C3A0-6214-4892-91FA-0FAF8DBA1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061" y="1685222"/>
            <a:ext cx="200499" cy="161014"/>
          </a:xfrm>
          <a:custGeom xmlns:a="http://schemas.openxmlformats.org/drawingml/2006/main">
            <a:pathLst>
              <a:path w="200499" h="161014">
                <a:moveTo>
                  <a:pt x="0" y="0"/>
                </a:moveTo>
                <a:lnTo>
                  <a:pt x="200499" y="0"/>
                </a:lnTo>
                <a:lnTo>
                  <a:pt x="200499" y="161014"/>
                </a:lnTo>
                <a:lnTo>
                  <a:pt x="0" y="1610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B2321E-81E5-43D4-B5A9-7F63BCE288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061" y="1685225"/>
            <a:ext cx="200500" cy="161013"/>
          </a:xfrm>
          <a:custGeom xmlns:a="http://schemas.openxmlformats.org/drawingml/2006/main">
            <a:pathLst>
              <a:path w="200500" h="161013" fill="none">
                <a:moveTo>
                  <a:pt x="0" y="0"/>
                </a:moveTo>
                <a:lnTo>
                  <a:pt x="200500" y="0"/>
                </a:lnTo>
                <a:lnTo>
                  <a:pt x="200500" y="161013"/>
                </a:lnTo>
                <a:lnTo>
                  <a:pt x="0" y="1610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73" name="Text Teleostei">
            <a:extLst xmlns:a="http://schemas.openxmlformats.org/drawingml/2006/main">
              <a:ext uri="{FF2B5EF4-FFF2-40B4-BE49-F238E27FC236}">
                <a16:creationId xmlns:a16="http://schemas.microsoft.com/office/drawing/2014/main" id="{BB78FFA3-F7D0-4B90-AD50-D4D70B292F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555" y="1711250"/>
            <a:ext cx="64179" cy="11339"/>
          </a:xfrm>
          <a:custGeom xmlns:a="http://schemas.openxmlformats.org/drawingml/2006/main">
            <a:pathLst>
              <a:path w="64179" h="11339">
                <a:moveTo>
                  <a:pt x="9011" y="1728"/>
                </a:moveTo>
                <a:lnTo>
                  <a:pt x="5213" y="1728"/>
                </a:lnTo>
                <a:lnTo>
                  <a:pt x="5213" y="11111"/>
                </a:lnTo>
                <a:lnTo>
                  <a:pt x="3799" y="11111"/>
                </a:lnTo>
                <a:lnTo>
                  <a:pt x="3799" y="1728"/>
                </a:lnTo>
                <a:lnTo>
                  <a:pt x="0" y="1728"/>
                </a:lnTo>
                <a:lnTo>
                  <a:pt x="0" y="471"/>
                </a:lnTo>
                <a:lnTo>
                  <a:pt x="9011" y="471"/>
                </a:lnTo>
                <a:lnTo>
                  <a:pt x="9011" y="1728"/>
                </a:lnTo>
                <a:close/>
                <a:moveTo>
                  <a:pt x="17009" y="7255"/>
                </a:moveTo>
                <a:lnTo>
                  <a:pt x="11132" y="7255"/>
                </a:lnTo>
                <a:cubicBezTo>
                  <a:pt x="11132" y="7746"/>
                  <a:pt x="11206" y="8175"/>
                  <a:pt x="11353" y="8540"/>
                </a:cubicBezTo>
                <a:cubicBezTo>
                  <a:pt x="11501" y="8905"/>
                  <a:pt x="11703" y="9204"/>
                  <a:pt x="11960" y="9438"/>
                </a:cubicBezTo>
                <a:cubicBezTo>
                  <a:pt x="12208" y="9667"/>
                  <a:pt x="12502" y="9839"/>
                  <a:pt x="12842" y="9954"/>
                </a:cubicBezTo>
                <a:cubicBezTo>
                  <a:pt x="13182" y="10068"/>
                  <a:pt x="13557" y="10125"/>
                  <a:pt x="13967" y="10125"/>
                </a:cubicBezTo>
                <a:cubicBezTo>
                  <a:pt x="14509" y="10125"/>
                  <a:pt x="15056" y="10016"/>
                  <a:pt x="15605" y="9798"/>
                </a:cubicBezTo>
                <a:cubicBezTo>
                  <a:pt x="16155" y="9580"/>
                  <a:pt x="16547" y="9365"/>
                  <a:pt x="16780" y="9154"/>
                </a:cubicBezTo>
                <a:lnTo>
                  <a:pt x="16851" y="9154"/>
                </a:lnTo>
                <a:lnTo>
                  <a:pt x="16851" y="10623"/>
                </a:lnTo>
                <a:cubicBezTo>
                  <a:pt x="16399" y="10814"/>
                  <a:pt x="15937" y="10974"/>
                  <a:pt x="15466" y="11103"/>
                </a:cubicBezTo>
                <a:cubicBezTo>
                  <a:pt x="14995" y="11232"/>
                  <a:pt x="14500" y="11296"/>
                  <a:pt x="13981" y="11296"/>
                </a:cubicBezTo>
                <a:cubicBezTo>
                  <a:pt x="12658" y="11296"/>
                  <a:pt x="11625" y="10938"/>
                  <a:pt x="10882" y="10220"/>
                </a:cubicBezTo>
                <a:cubicBezTo>
                  <a:pt x="10139" y="9502"/>
                  <a:pt x="9768" y="8483"/>
                  <a:pt x="9768" y="7162"/>
                </a:cubicBezTo>
                <a:cubicBezTo>
                  <a:pt x="9768" y="5856"/>
                  <a:pt x="10124" y="4818"/>
                  <a:pt x="10836" y="4051"/>
                </a:cubicBezTo>
                <a:cubicBezTo>
                  <a:pt x="11547" y="3283"/>
                  <a:pt x="12484" y="2899"/>
                  <a:pt x="13645" y="2899"/>
                </a:cubicBezTo>
                <a:cubicBezTo>
                  <a:pt x="14721" y="2899"/>
                  <a:pt x="15551" y="3214"/>
                  <a:pt x="16134" y="3843"/>
                </a:cubicBezTo>
                <a:cubicBezTo>
                  <a:pt x="16717" y="4473"/>
                  <a:pt x="17009" y="5367"/>
                  <a:pt x="17009" y="6525"/>
                </a:cubicBezTo>
                <a:lnTo>
                  <a:pt x="17009" y="7255"/>
                </a:lnTo>
                <a:moveTo>
                  <a:pt x="15702" y="6227"/>
                </a:moveTo>
                <a:cubicBezTo>
                  <a:pt x="15697" y="5522"/>
                  <a:pt x="15520" y="4977"/>
                  <a:pt x="15170" y="4591"/>
                </a:cubicBezTo>
                <a:cubicBezTo>
                  <a:pt x="14820" y="4206"/>
                  <a:pt x="14288" y="4013"/>
                  <a:pt x="13574" y="4013"/>
                </a:cubicBezTo>
                <a:cubicBezTo>
                  <a:pt x="12855" y="4013"/>
                  <a:pt x="12283" y="4225"/>
                  <a:pt x="11857" y="4649"/>
                </a:cubicBezTo>
                <a:cubicBezTo>
                  <a:pt x="11431" y="5072"/>
                  <a:pt x="11189" y="5598"/>
                  <a:pt x="11132" y="6227"/>
                </a:cubicBezTo>
                <a:lnTo>
                  <a:pt x="15702" y="6227"/>
                </a:lnTo>
                <a:close/>
                <a:moveTo>
                  <a:pt x="20401" y="11111"/>
                </a:moveTo>
                <a:lnTo>
                  <a:pt x="19058" y="11111"/>
                </a:lnTo>
                <a:lnTo>
                  <a:pt x="19058" y="0"/>
                </a:lnTo>
                <a:lnTo>
                  <a:pt x="20401" y="0"/>
                </a:lnTo>
                <a:lnTo>
                  <a:pt x="20401" y="11111"/>
                </a:lnTo>
                <a:close/>
                <a:moveTo>
                  <a:pt x="29733" y="7255"/>
                </a:moveTo>
                <a:lnTo>
                  <a:pt x="23856" y="7255"/>
                </a:lnTo>
                <a:cubicBezTo>
                  <a:pt x="23856" y="7746"/>
                  <a:pt x="23930" y="8175"/>
                  <a:pt x="24078" y="8540"/>
                </a:cubicBezTo>
                <a:cubicBezTo>
                  <a:pt x="24225" y="8905"/>
                  <a:pt x="24428" y="9204"/>
                  <a:pt x="24685" y="9438"/>
                </a:cubicBezTo>
                <a:cubicBezTo>
                  <a:pt x="24932" y="9667"/>
                  <a:pt x="25226" y="9839"/>
                  <a:pt x="25566" y="9954"/>
                </a:cubicBezTo>
                <a:cubicBezTo>
                  <a:pt x="25907" y="10068"/>
                  <a:pt x="26282" y="10125"/>
                  <a:pt x="26691" y="10125"/>
                </a:cubicBezTo>
                <a:cubicBezTo>
                  <a:pt x="27234" y="10125"/>
                  <a:pt x="27780" y="10016"/>
                  <a:pt x="28330" y="9798"/>
                </a:cubicBezTo>
                <a:cubicBezTo>
                  <a:pt x="28880" y="9580"/>
                  <a:pt x="29271" y="9365"/>
                  <a:pt x="29505" y="9154"/>
                </a:cubicBezTo>
                <a:lnTo>
                  <a:pt x="29576" y="9154"/>
                </a:lnTo>
                <a:lnTo>
                  <a:pt x="29576" y="10623"/>
                </a:lnTo>
                <a:cubicBezTo>
                  <a:pt x="29124" y="10814"/>
                  <a:pt x="28662" y="10974"/>
                  <a:pt x="28191" y="11103"/>
                </a:cubicBezTo>
                <a:cubicBezTo>
                  <a:pt x="27719" y="11232"/>
                  <a:pt x="27224" y="11296"/>
                  <a:pt x="26705" y="11296"/>
                </a:cubicBezTo>
                <a:cubicBezTo>
                  <a:pt x="25382" y="11296"/>
                  <a:pt x="24349" y="10938"/>
                  <a:pt x="23606" y="10220"/>
                </a:cubicBezTo>
                <a:cubicBezTo>
                  <a:pt x="22864" y="9502"/>
                  <a:pt x="22492" y="8483"/>
                  <a:pt x="22492" y="7162"/>
                </a:cubicBezTo>
                <a:cubicBezTo>
                  <a:pt x="22492" y="5856"/>
                  <a:pt x="22848" y="4818"/>
                  <a:pt x="23560" y="4051"/>
                </a:cubicBezTo>
                <a:cubicBezTo>
                  <a:pt x="24272" y="3283"/>
                  <a:pt x="25208" y="2899"/>
                  <a:pt x="26370" y="2899"/>
                </a:cubicBezTo>
                <a:cubicBezTo>
                  <a:pt x="27446" y="2899"/>
                  <a:pt x="28275" y="3214"/>
                  <a:pt x="28858" y="3843"/>
                </a:cubicBezTo>
                <a:cubicBezTo>
                  <a:pt x="29441" y="4473"/>
                  <a:pt x="29733" y="5367"/>
                  <a:pt x="29733" y="6525"/>
                </a:cubicBezTo>
                <a:lnTo>
                  <a:pt x="29733" y="7255"/>
                </a:lnTo>
                <a:moveTo>
                  <a:pt x="28426" y="6227"/>
                </a:moveTo>
                <a:cubicBezTo>
                  <a:pt x="28422" y="5522"/>
                  <a:pt x="28244" y="4977"/>
                  <a:pt x="27894" y="4591"/>
                </a:cubicBezTo>
                <a:cubicBezTo>
                  <a:pt x="27544" y="4206"/>
                  <a:pt x="27012" y="4013"/>
                  <a:pt x="26298" y="4013"/>
                </a:cubicBezTo>
                <a:cubicBezTo>
                  <a:pt x="25580" y="4013"/>
                  <a:pt x="25007" y="4225"/>
                  <a:pt x="24581" y="4649"/>
                </a:cubicBezTo>
                <a:cubicBezTo>
                  <a:pt x="24155" y="5072"/>
                  <a:pt x="23913" y="5598"/>
                  <a:pt x="23856" y="6227"/>
                </a:cubicBezTo>
                <a:lnTo>
                  <a:pt x="28426" y="6227"/>
                </a:lnTo>
                <a:close/>
                <a:moveTo>
                  <a:pt x="38566" y="7123"/>
                </a:moveTo>
                <a:cubicBezTo>
                  <a:pt x="38566" y="8426"/>
                  <a:pt x="38233" y="9454"/>
                  <a:pt x="37566" y="10208"/>
                </a:cubicBezTo>
                <a:cubicBezTo>
                  <a:pt x="36900" y="10962"/>
                  <a:pt x="36007" y="11339"/>
                  <a:pt x="34889" y="11339"/>
                </a:cubicBezTo>
                <a:cubicBezTo>
                  <a:pt x="33760" y="11339"/>
                  <a:pt x="32864" y="10962"/>
                  <a:pt x="32200" y="10208"/>
                </a:cubicBezTo>
                <a:cubicBezTo>
                  <a:pt x="31536" y="9454"/>
                  <a:pt x="31204" y="8426"/>
                  <a:pt x="31204" y="7123"/>
                </a:cubicBezTo>
                <a:cubicBezTo>
                  <a:pt x="31204" y="5820"/>
                  <a:pt x="31536" y="4790"/>
                  <a:pt x="32200" y="4034"/>
                </a:cubicBezTo>
                <a:cubicBezTo>
                  <a:pt x="32864" y="3277"/>
                  <a:pt x="33760" y="2899"/>
                  <a:pt x="34889" y="2899"/>
                </a:cubicBezTo>
                <a:cubicBezTo>
                  <a:pt x="36007" y="2899"/>
                  <a:pt x="36900" y="3277"/>
                  <a:pt x="37566" y="4034"/>
                </a:cubicBezTo>
                <a:cubicBezTo>
                  <a:pt x="38233" y="4790"/>
                  <a:pt x="38566" y="5820"/>
                  <a:pt x="38566" y="7123"/>
                </a:cubicBezTo>
                <a:moveTo>
                  <a:pt x="37181" y="7123"/>
                </a:moveTo>
                <a:cubicBezTo>
                  <a:pt x="37181" y="6091"/>
                  <a:pt x="36978" y="5324"/>
                  <a:pt x="36574" y="4823"/>
                </a:cubicBezTo>
                <a:cubicBezTo>
                  <a:pt x="36169" y="4321"/>
                  <a:pt x="35607" y="4070"/>
                  <a:pt x="34889" y="4070"/>
                </a:cubicBezTo>
                <a:cubicBezTo>
                  <a:pt x="34160" y="4070"/>
                  <a:pt x="33595" y="4321"/>
                  <a:pt x="33193" y="4823"/>
                </a:cubicBezTo>
                <a:cubicBezTo>
                  <a:pt x="32791" y="5324"/>
                  <a:pt x="32589" y="6091"/>
                  <a:pt x="32589" y="7123"/>
                </a:cubicBezTo>
                <a:cubicBezTo>
                  <a:pt x="32589" y="8121"/>
                  <a:pt x="32792" y="8878"/>
                  <a:pt x="33196" y="9394"/>
                </a:cubicBezTo>
                <a:cubicBezTo>
                  <a:pt x="33601" y="9910"/>
                  <a:pt x="34165" y="10168"/>
                  <a:pt x="34889" y="10168"/>
                </a:cubicBezTo>
                <a:cubicBezTo>
                  <a:pt x="35603" y="10168"/>
                  <a:pt x="36163" y="9913"/>
                  <a:pt x="36570" y="9401"/>
                </a:cubicBezTo>
                <a:cubicBezTo>
                  <a:pt x="36977" y="8890"/>
                  <a:pt x="37181" y="8131"/>
                  <a:pt x="37181" y="7123"/>
                </a:cubicBezTo>
                <a:close/>
                <a:moveTo>
                  <a:pt x="46342" y="8807"/>
                </a:moveTo>
                <a:cubicBezTo>
                  <a:pt x="46342" y="9534"/>
                  <a:pt x="46041" y="10131"/>
                  <a:pt x="45439" y="10597"/>
                </a:cubicBezTo>
                <a:cubicBezTo>
                  <a:pt x="44837" y="11063"/>
                  <a:pt x="44014" y="11296"/>
                  <a:pt x="42972" y="11296"/>
                </a:cubicBezTo>
                <a:cubicBezTo>
                  <a:pt x="42381" y="11296"/>
                  <a:pt x="41840" y="11226"/>
                  <a:pt x="41347" y="11085"/>
                </a:cubicBezTo>
                <a:cubicBezTo>
                  <a:pt x="40855" y="10944"/>
                  <a:pt x="40442" y="10790"/>
                  <a:pt x="40108" y="10623"/>
                </a:cubicBezTo>
                <a:lnTo>
                  <a:pt x="40108" y="9111"/>
                </a:lnTo>
                <a:lnTo>
                  <a:pt x="40180" y="9111"/>
                </a:lnTo>
                <a:cubicBezTo>
                  <a:pt x="40603" y="9435"/>
                  <a:pt x="41075" y="9692"/>
                  <a:pt x="41594" y="9882"/>
                </a:cubicBezTo>
                <a:cubicBezTo>
                  <a:pt x="42113" y="10073"/>
                  <a:pt x="42610" y="10168"/>
                  <a:pt x="43086" y="10168"/>
                </a:cubicBezTo>
                <a:cubicBezTo>
                  <a:pt x="43676" y="10168"/>
                  <a:pt x="44138" y="10073"/>
                  <a:pt x="44471" y="9881"/>
                </a:cubicBezTo>
                <a:cubicBezTo>
                  <a:pt x="44804" y="9690"/>
                  <a:pt x="44971" y="9389"/>
                  <a:pt x="44971" y="8978"/>
                </a:cubicBezTo>
                <a:cubicBezTo>
                  <a:pt x="44971" y="8664"/>
                  <a:pt x="44881" y="8426"/>
                  <a:pt x="44700" y="8264"/>
                </a:cubicBezTo>
                <a:cubicBezTo>
                  <a:pt x="44519" y="8103"/>
                  <a:pt x="44171" y="7965"/>
                  <a:pt x="43657" y="7850"/>
                </a:cubicBezTo>
                <a:cubicBezTo>
                  <a:pt x="43467" y="7808"/>
                  <a:pt x="43218" y="7758"/>
                  <a:pt x="42911" y="7701"/>
                </a:cubicBezTo>
                <a:cubicBezTo>
                  <a:pt x="42604" y="7644"/>
                  <a:pt x="42324" y="7582"/>
                  <a:pt x="42072" y="7515"/>
                </a:cubicBezTo>
                <a:cubicBezTo>
                  <a:pt x="41372" y="7330"/>
                  <a:pt x="40876" y="7057"/>
                  <a:pt x="40583" y="6698"/>
                </a:cubicBezTo>
                <a:cubicBezTo>
                  <a:pt x="40290" y="6339"/>
                  <a:pt x="40144" y="5898"/>
                  <a:pt x="40144" y="5375"/>
                </a:cubicBezTo>
                <a:cubicBezTo>
                  <a:pt x="40144" y="5047"/>
                  <a:pt x="40212" y="4738"/>
                  <a:pt x="40348" y="4447"/>
                </a:cubicBezTo>
                <a:cubicBezTo>
                  <a:pt x="40483" y="4157"/>
                  <a:pt x="40689" y="3898"/>
                  <a:pt x="40965" y="3670"/>
                </a:cubicBezTo>
                <a:cubicBezTo>
                  <a:pt x="41232" y="3446"/>
                  <a:pt x="41571" y="3269"/>
                  <a:pt x="41983" y="3138"/>
                </a:cubicBezTo>
                <a:cubicBezTo>
                  <a:pt x="42395" y="3007"/>
                  <a:pt x="42855" y="2942"/>
                  <a:pt x="43364" y="2942"/>
                </a:cubicBezTo>
                <a:cubicBezTo>
                  <a:pt x="43841" y="2942"/>
                  <a:pt x="44323" y="3000"/>
                  <a:pt x="44810" y="3116"/>
                </a:cubicBezTo>
                <a:cubicBezTo>
                  <a:pt x="45298" y="3232"/>
                  <a:pt x="45704" y="3374"/>
                  <a:pt x="46028" y="3540"/>
                </a:cubicBezTo>
                <a:lnTo>
                  <a:pt x="46028" y="4970"/>
                </a:lnTo>
                <a:lnTo>
                  <a:pt x="45957" y="4970"/>
                </a:lnTo>
                <a:cubicBezTo>
                  <a:pt x="45614" y="4718"/>
                  <a:pt x="45197" y="4505"/>
                  <a:pt x="44707" y="4331"/>
                </a:cubicBezTo>
                <a:cubicBezTo>
                  <a:pt x="44217" y="4157"/>
                  <a:pt x="43736" y="4070"/>
                  <a:pt x="43265" y="4070"/>
                </a:cubicBezTo>
                <a:cubicBezTo>
                  <a:pt x="42774" y="4070"/>
                  <a:pt x="42360" y="4165"/>
                  <a:pt x="42022" y="4354"/>
                </a:cubicBezTo>
                <a:cubicBezTo>
                  <a:pt x="41684" y="4542"/>
                  <a:pt x="41515" y="4823"/>
                  <a:pt x="41515" y="5196"/>
                </a:cubicBezTo>
                <a:cubicBezTo>
                  <a:pt x="41515" y="5525"/>
                  <a:pt x="41617" y="5772"/>
                  <a:pt x="41822" y="5938"/>
                </a:cubicBezTo>
                <a:cubicBezTo>
                  <a:pt x="42022" y="6105"/>
                  <a:pt x="42346" y="6240"/>
                  <a:pt x="42793" y="6345"/>
                </a:cubicBezTo>
                <a:cubicBezTo>
                  <a:pt x="43041" y="6402"/>
                  <a:pt x="43318" y="6459"/>
                  <a:pt x="43625" y="6516"/>
                </a:cubicBezTo>
                <a:cubicBezTo>
                  <a:pt x="43932" y="6573"/>
                  <a:pt x="44188" y="6626"/>
                  <a:pt x="44393" y="6673"/>
                </a:cubicBezTo>
                <a:cubicBezTo>
                  <a:pt x="45016" y="6816"/>
                  <a:pt x="45497" y="7061"/>
                  <a:pt x="45835" y="7408"/>
                </a:cubicBezTo>
                <a:cubicBezTo>
                  <a:pt x="46173" y="7760"/>
                  <a:pt x="46342" y="8226"/>
                  <a:pt x="46342" y="8807"/>
                </a:cubicBezTo>
                <a:close/>
                <a:moveTo>
                  <a:pt x="52404" y="11040"/>
                </a:moveTo>
                <a:cubicBezTo>
                  <a:pt x="52152" y="11107"/>
                  <a:pt x="51877" y="11161"/>
                  <a:pt x="51580" y="11204"/>
                </a:cubicBezTo>
                <a:cubicBezTo>
                  <a:pt x="51282" y="11246"/>
                  <a:pt x="51017" y="11268"/>
                  <a:pt x="50783" y="11268"/>
                </a:cubicBezTo>
                <a:cubicBezTo>
                  <a:pt x="49969" y="11268"/>
                  <a:pt x="49351" y="11049"/>
                  <a:pt x="48927" y="10610"/>
                </a:cubicBezTo>
                <a:cubicBezTo>
                  <a:pt x="48503" y="10172"/>
                  <a:pt x="48291" y="9469"/>
                  <a:pt x="48291" y="8502"/>
                </a:cubicBezTo>
                <a:lnTo>
                  <a:pt x="48291" y="4256"/>
                </a:lnTo>
                <a:lnTo>
                  <a:pt x="47385" y="4256"/>
                </a:lnTo>
                <a:lnTo>
                  <a:pt x="47385" y="3128"/>
                </a:lnTo>
                <a:lnTo>
                  <a:pt x="48291" y="3128"/>
                </a:lnTo>
                <a:lnTo>
                  <a:pt x="48291" y="828"/>
                </a:lnTo>
                <a:lnTo>
                  <a:pt x="49634" y="828"/>
                </a:lnTo>
                <a:lnTo>
                  <a:pt x="49634" y="3128"/>
                </a:lnTo>
                <a:lnTo>
                  <a:pt x="52404" y="3128"/>
                </a:lnTo>
                <a:lnTo>
                  <a:pt x="52404" y="4256"/>
                </a:lnTo>
                <a:lnTo>
                  <a:pt x="49634" y="4256"/>
                </a:lnTo>
                <a:lnTo>
                  <a:pt x="49634" y="7899"/>
                </a:lnTo>
                <a:cubicBezTo>
                  <a:pt x="49634" y="8319"/>
                  <a:pt x="49643" y="8647"/>
                  <a:pt x="49662" y="8884"/>
                </a:cubicBezTo>
                <a:cubicBezTo>
                  <a:pt x="49681" y="9120"/>
                  <a:pt x="49748" y="9340"/>
                  <a:pt x="49862" y="9546"/>
                </a:cubicBezTo>
                <a:cubicBezTo>
                  <a:pt x="49967" y="9736"/>
                  <a:pt x="50111" y="9876"/>
                  <a:pt x="50294" y="9964"/>
                </a:cubicBezTo>
                <a:cubicBezTo>
                  <a:pt x="50478" y="10053"/>
                  <a:pt x="50757" y="10097"/>
                  <a:pt x="51133" y="10097"/>
                </a:cubicBezTo>
                <a:cubicBezTo>
                  <a:pt x="51352" y="10097"/>
                  <a:pt x="51581" y="10065"/>
                  <a:pt x="51819" y="10000"/>
                </a:cubicBezTo>
                <a:cubicBezTo>
                  <a:pt x="52057" y="9936"/>
                  <a:pt x="52228" y="9883"/>
                  <a:pt x="52333" y="9840"/>
                </a:cubicBezTo>
                <a:lnTo>
                  <a:pt x="52404" y="9840"/>
                </a:lnTo>
                <a:lnTo>
                  <a:pt x="52404" y="11040"/>
                </a:lnTo>
                <a:close/>
                <a:moveTo>
                  <a:pt x="60702" y="7255"/>
                </a:moveTo>
                <a:lnTo>
                  <a:pt x="54825" y="7255"/>
                </a:lnTo>
                <a:cubicBezTo>
                  <a:pt x="54825" y="7746"/>
                  <a:pt x="54899" y="8175"/>
                  <a:pt x="55046" y="8540"/>
                </a:cubicBezTo>
                <a:cubicBezTo>
                  <a:pt x="55194" y="8905"/>
                  <a:pt x="55396" y="9204"/>
                  <a:pt x="55653" y="9438"/>
                </a:cubicBezTo>
                <a:cubicBezTo>
                  <a:pt x="55901" y="9667"/>
                  <a:pt x="56195" y="9839"/>
                  <a:pt x="56535" y="9954"/>
                </a:cubicBezTo>
                <a:cubicBezTo>
                  <a:pt x="56876" y="10068"/>
                  <a:pt x="57250" y="10125"/>
                  <a:pt x="57660" y="10125"/>
                </a:cubicBezTo>
                <a:cubicBezTo>
                  <a:pt x="58203" y="10125"/>
                  <a:pt x="58749" y="10016"/>
                  <a:pt x="59299" y="9798"/>
                </a:cubicBezTo>
                <a:cubicBezTo>
                  <a:pt x="59848" y="9580"/>
                  <a:pt x="60240" y="9365"/>
                  <a:pt x="60473" y="9154"/>
                </a:cubicBezTo>
                <a:lnTo>
                  <a:pt x="60545" y="9154"/>
                </a:lnTo>
                <a:lnTo>
                  <a:pt x="60545" y="10623"/>
                </a:lnTo>
                <a:cubicBezTo>
                  <a:pt x="60092" y="10814"/>
                  <a:pt x="59631" y="10974"/>
                  <a:pt x="59159" y="11103"/>
                </a:cubicBezTo>
                <a:cubicBezTo>
                  <a:pt x="58688" y="11232"/>
                  <a:pt x="58193" y="11296"/>
                  <a:pt x="57674" y="11296"/>
                </a:cubicBezTo>
                <a:cubicBezTo>
                  <a:pt x="56351" y="11296"/>
                  <a:pt x="55318" y="10938"/>
                  <a:pt x="54575" y="10220"/>
                </a:cubicBezTo>
                <a:cubicBezTo>
                  <a:pt x="53833" y="9502"/>
                  <a:pt x="53461" y="8483"/>
                  <a:pt x="53461" y="7162"/>
                </a:cubicBezTo>
                <a:cubicBezTo>
                  <a:pt x="53461" y="5856"/>
                  <a:pt x="53817" y="4818"/>
                  <a:pt x="54529" y="4051"/>
                </a:cubicBezTo>
                <a:cubicBezTo>
                  <a:pt x="55240" y="3283"/>
                  <a:pt x="56177" y="2899"/>
                  <a:pt x="57339" y="2899"/>
                </a:cubicBezTo>
                <a:cubicBezTo>
                  <a:pt x="58414" y="2899"/>
                  <a:pt x="59244" y="3214"/>
                  <a:pt x="59827" y="3843"/>
                </a:cubicBezTo>
                <a:cubicBezTo>
                  <a:pt x="60410" y="4473"/>
                  <a:pt x="60702" y="5367"/>
                  <a:pt x="60702" y="6525"/>
                </a:cubicBezTo>
                <a:lnTo>
                  <a:pt x="60702" y="7255"/>
                </a:lnTo>
                <a:moveTo>
                  <a:pt x="59395" y="6227"/>
                </a:moveTo>
                <a:cubicBezTo>
                  <a:pt x="59390" y="5522"/>
                  <a:pt x="59213" y="4977"/>
                  <a:pt x="58863" y="4591"/>
                </a:cubicBezTo>
                <a:cubicBezTo>
                  <a:pt x="58513" y="4206"/>
                  <a:pt x="57981" y="4013"/>
                  <a:pt x="57267" y="4013"/>
                </a:cubicBezTo>
                <a:cubicBezTo>
                  <a:pt x="56548" y="4013"/>
                  <a:pt x="55976" y="4225"/>
                  <a:pt x="55550" y="4649"/>
                </a:cubicBezTo>
                <a:cubicBezTo>
                  <a:pt x="55124" y="5072"/>
                  <a:pt x="54882" y="5598"/>
                  <a:pt x="54825" y="6227"/>
                </a:cubicBezTo>
                <a:lnTo>
                  <a:pt x="59395" y="6227"/>
                </a:lnTo>
                <a:close/>
                <a:moveTo>
                  <a:pt x="64179" y="1799"/>
                </a:moveTo>
                <a:lnTo>
                  <a:pt x="62665" y="1799"/>
                </a:lnTo>
                <a:lnTo>
                  <a:pt x="62665" y="400"/>
                </a:lnTo>
                <a:lnTo>
                  <a:pt x="64179" y="400"/>
                </a:lnTo>
                <a:lnTo>
                  <a:pt x="64179" y="1799"/>
                </a:lnTo>
                <a:moveTo>
                  <a:pt x="64093" y="11111"/>
                </a:moveTo>
                <a:lnTo>
                  <a:pt x="62751" y="11111"/>
                </a:lnTo>
                <a:lnTo>
                  <a:pt x="62751" y="3128"/>
                </a:lnTo>
                <a:lnTo>
                  <a:pt x="64093" y="3128"/>
                </a:lnTo>
                <a:lnTo>
                  <a:pt x="64093" y="1111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1A0AB7-DD36-4FF0-B7E0-453442C34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061" y="1868734"/>
            <a:ext cx="85754" cy="152110"/>
          </a:xfrm>
          <a:custGeom xmlns:a="http://schemas.openxmlformats.org/drawingml/2006/main">
            <a:pathLst>
              <a:path w="85754" h="152110">
                <a:moveTo>
                  <a:pt x="0" y="0"/>
                </a:moveTo>
                <a:lnTo>
                  <a:pt x="85754" y="0"/>
                </a:lnTo>
                <a:lnTo>
                  <a:pt x="85754" y="152110"/>
                </a:lnTo>
                <a:lnTo>
                  <a:pt x="0" y="1521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4F8B22-5471-4E8C-9775-32A584F01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0061" y="1868736"/>
            <a:ext cx="85754" cy="152110"/>
          </a:xfrm>
          <a:custGeom xmlns:a="http://schemas.openxmlformats.org/drawingml/2006/main">
            <a:pathLst>
              <a:path w="85754" h="152110" fill="none">
                <a:moveTo>
                  <a:pt x="0" y="0"/>
                </a:moveTo>
                <a:lnTo>
                  <a:pt x="85754" y="0"/>
                </a:lnTo>
                <a:lnTo>
                  <a:pt x="85754" y="152110"/>
                </a:lnTo>
                <a:lnTo>
                  <a:pt x="0" y="1521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E26724-F8F5-4EEA-B0DE-3458FC649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312" y="1868734"/>
            <a:ext cx="92249" cy="58484"/>
          </a:xfrm>
          <a:custGeom xmlns:a="http://schemas.openxmlformats.org/drawingml/2006/main">
            <a:pathLst>
              <a:path w="92249" h="58484">
                <a:moveTo>
                  <a:pt x="0" y="0"/>
                </a:moveTo>
                <a:lnTo>
                  <a:pt x="92249" y="0"/>
                </a:lnTo>
                <a:lnTo>
                  <a:pt x="92249" y="58484"/>
                </a:lnTo>
                <a:lnTo>
                  <a:pt x="0" y="584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E0424-0145-443B-AC0D-FA25D47EC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313" y="1868736"/>
            <a:ext cx="92248" cy="58484"/>
          </a:xfrm>
          <a:custGeom xmlns:a="http://schemas.openxmlformats.org/drawingml/2006/main">
            <a:pathLst>
              <a:path w="92248" h="58484" fill="none">
                <a:moveTo>
                  <a:pt x="0" y="0"/>
                </a:moveTo>
                <a:lnTo>
                  <a:pt x="92248" y="0"/>
                </a:lnTo>
                <a:lnTo>
                  <a:pt x="92248" y="58484"/>
                </a:lnTo>
                <a:lnTo>
                  <a:pt x="0" y="584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F41B26-23DE-4CF4-A89D-4CD33F491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312" y="1949715"/>
            <a:ext cx="43763" cy="71129"/>
          </a:xfrm>
          <a:custGeom xmlns:a="http://schemas.openxmlformats.org/drawingml/2006/main">
            <a:pathLst>
              <a:path w="43763" h="71129">
                <a:moveTo>
                  <a:pt x="0" y="0"/>
                </a:moveTo>
                <a:lnTo>
                  <a:pt x="43763" y="0"/>
                </a:lnTo>
                <a:lnTo>
                  <a:pt x="43763" y="71129"/>
                </a:lnTo>
                <a:lnTo>
                  <a:pt x="0" y="711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A10BC7-CD1E-4E67-92D3-7031E13B07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8313" y="1949718"/>
            <a:ext cx="43761" cy="71128"/>
          </a:xfrm>
          <a:custGeom xmlns:a="http://schemas.openxmlformats.org/drawingml/2006/main">
            <a:pathLst>
              <a:path w="43761" h="71128" fill="none">
                <a:moveTo>
                  <a:pt x="0" y="0"/>
                </a:moveTo>
                <a:lnTo>
                  <a:pt x="43761" y="0"/>
                </a:lnTo>
                <a:lnTo>
                  <a:pt x="43761" y="71128"/>
                </a:lnTo>
                <a:lnTo>
                  <a:pt x="0" y="711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C37210-7F56-45C1-9E8E-E09063051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572" y="1949715"/>
            <a:ext cx="25989" cy="10318"/>
          </a:xfrm>
          <a:custGeom xmlns:a="http://schemas.openxmlformats.org/drawingml/2006/main">
            <a:pathLst>
              <a:path w="25989" h="10318">
                <a:moveTo>
                  <a:pt x="0" y="0"/>
                </a:moveTo>
                <a:lnTo>
                  <a:pt x="25989" y="0"/>
                </a:lnTo>
                <a:lnTo>
                  <a:pt x="25989" y="10318"/>
                </a:lnTo>
                <a:lnTo>
                  <a:pt x="0" y="103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402408-036C-4E5A-8A2F-8413CF11A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573" y="1949718"/>
            <a:ext cx="25988" cy="10317"/>
          </a:xfrm>
          <a:custGeom xmlns:a="http://schemas.openxmlformats.org/drawingml/2006/main">
            <a:pathLst>
              <a:path w="25988" h="10317" fill="none">
                <a:moveTo>
                  <a:pt x="0" y="0"/>
                </a:moveTo>
                <a:lnTo>
                  <a:pt x="25988" y="0"/>
                </a:lnTo>
                <a:lnTo>
                  <a:pt x="25988" y="10317"/>
                </a:lnTo>
                <a:lnTo>
                  <a:pt x="0" y="103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F3E40E-DA11-47B9-B4E8-B842831B3F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572" y="1982531"/>
            <a:ext cx="7561" cy="8901"/>
          </a:xfrm>
          <a:custGeom xmlns:a="http://schemas.openxmlformats.org/drawingml/2006/main">
            <a:pathLst>
              <a:path w="7561" h="8901">
                <a:moveTo>
                  <a:pt x="0" y="0"/>
                </a:moveTo>
                <a:lnTo>
                  <a:pt x="7561" y="0"/>
                </a:lnTo>
                <a:lnTo>
                  <a:pt x="7561" y="8901"/>
                </a:lnTo>
                <a:lnTo>
                  <a:pt x="0" y="89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C834CB-F899-44D9-853E-0FF47E9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4573" y="1982533"/>
            <a:ext cx="7562" cy="8901"/>
          </a:xfrm>
          <a:custGeom xmlns:a="http://schemas.openxmlformats.org/drawingml/2006/main">
            <a:pathLst>
              <a:path w="7562" h="8901" fill="none">
                <a:moveTo>
                  <a:pt x="0" y="0"/>
                </a:moveTo>
                <a:lnTo>
                  <a:pt x="7562" y="0"/>
                </a:lnTo>
                <a:lnTo>
                  <a:pt x="7562" y="8901"/>
                </a:lnTo>
                <a:lnTo>
                  <a:pt x="0" y="89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1255A9-6502-4C03-AC6B-21AD2FC834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93" y="2380818"/>
            <a:ext cx="472876" cy="512958"/>
          </a:xfrm>
          <a:custGeom xmlns:a="http://schemas.openxmlformats.org/drawingml/2006/main">
            <a:pathLst>
              <a:path w="472876" h="512958">
                <a:moveTo>
                  <a:pt x="0" y="0"/>
                </a:moveTo>
                <a:lnTo>
                  <a:pt x="472876" y="0"/>
                </a:lnTo>
                <a:lnTo>
                  <a:pt x="472876" y="512958"/>
                </a:lnTo>
                <a:lnTo>
                  <a:pt x="0" y="5129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A30E44-85A3-43E8-A540-E563A0624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92" y="2380819"/>
            <a:ext cx="472878" cy="512960"/>
          </a:xfrm>
          <a:custGeom xmlns:a="http://schemas.openxmlformats.org/drawingml/2006/main">
            <a:pathLst>
              <a:path w="472878" h="512960" fill="none">
                <a:moveTo>
                  <a:pt x="0" y="0"/>
                </a:moveTo>
                <a:lnTo>
                  <a:pt x="472878" y="0"/>
                </a:lnTo>
                <a:lnTo>
                  <a:pt x="472878" y="512960"/>
                </a:lnTo>
                <a:lnTo>
                  <a:pt x="0" y="5129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86" name="Text Gastropoda">
            <a:extLst xmlns:a="http://schemas.openxmlformats.org/drawingml/2006/main">
              <a:ext uri="{FF2B5EF4-FFF2-40B4-BE49-F238E27FC236}">
                <a16:creationId xmlns:a16="http://schemas.microsoft.com/office/drawing/2014/main" id="{C9197D16-F336-40E8-B8A2-96F63E823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2568" y="2417398"/>
            <a:ext cx="329243" cy="56139"/>
          </a:xfrm>
          <a:custGeom xmlns:a="http://schemas.openxmlformats.org/drawingml/2006/main">
            <a:pathLst>
              <a:path w="329243" h="56139">
                <a:moveTo>
                  <a:pt x="37854" y="41324"/>
                </a:moveTo>
                <a:cubicBezTo>
                  <a:pt x="35534" y="42391"/>
                  <a:pt x="32999" y="43321"/>
                  <a:pt x="30251" y="44112"/>
                </a:cubicBezTo>
                <a:cubicBezTo>
                  <a:pt x="27504" y="44903"/>
                  <a:pt x="24846" y="45299"/>
                  <a:pt x="22279" y="45299"/>
                </a:cubicBezTo>
                <a:cubicBezTo>
                  <a:pt x="18970" y="45299"/>
                  <a:pt x="15936" y="44841"/>
                  <a:pt x="13179" y="43927"/>
                </a:cubicBezTo>
                <a:cubicBezTo>
                  <a:pt x="10421" y="43012"/>
                  <a:pt x="8073" y="41640"/>
                  <a:pt x="6133" y="39811"/>
                </a:cubicBezTo>
                <a:cubicBezTo>
                  <a:pt x="4174" y="37963"/>
                  <a:pt x="2662" y="35653"/>
                  <a:pt x="1597" y="32880"/>
                </a:cubicBezTo>
                <a:cubicBezTo>
                  <a:pt x="532" y="30108"/>
                  <a:pt x="0" y="26864"/>
                  <a:pt x="0" y="23149"/>
                </a:cubicBezTo>
                <a:cubicBezTo>
                  <a:pt x="0" y="16346"/>
                  <a:pt x="1983" y="10978"/>
                  <a:pt x="5948" y="7043"/>
                </a:cubicBezTo>
                <a:cubicBezTo>
                  <a:pt x="9913" y="3108"/>
                  <a:pt x="15356" y="1141"/>
                  <a:pt x="22279" y="1141"/>
                </a:cubicBezTo>
                <a:cubicBezTo>
                  <a:pt x="24694" y="1141"/>
                  <a:pt x="27161" y="1430"/>
                  <a:pt x="29681" y="2009"/>
                </a:cubicBezTo>
                <a:cubicBezTo>
                  <a:pt x="32201" y="2588"/>
                  <a:pt x="34915" y="3569"/>
                  <a:pt x="37825" y="4953"/>
                </a:cubicBezTo>
                <a:lnTo>
                  <a:pt x="37825" y="11638"/>
                </a:lnTo>
                <a:lnTo>
                  <a:pt x="37312" y="11638"/>
                </a:lnTo>
                <a:cubicBezTo>
                  <a:pt x="36722" y="11191"/>
                  <a:pt x="35866" y="10604"/>
                  <a:pt x="34744" y="9877"/>
                </a:cubicBezTo>
                <a:cubicBezTo>
                  <a:pt x="33622" y="9150"/>
                  <a:pt x="32519" y="8545"/>
                  <a:pt x="31435" y="8060"/>
                </a:cubicBezTo>
                <a:cubicBezTo>
                  <a:pt x="30123" y="7483"/>
                  <a:pt x="28635" y="7003"/>
                  <a:pt x="26971" y="6621"/>
                </a:cubicBezTo>
                <a:cubicBezTo>
                  <a:pt x="25307" y="6239"/>
                  <a:pt x="23420" y="6047"/>
                  <a:pt x="21309" y="6047"/>
                </a:cubicBezTo>
                <a:cubicBezTo>
                  <a:pt x="16554" y="6047"/>
                  <a:pt x="12794" y="7572"/>
                  <a:pt x="10027" y="10622"/>
                </a:cubicBezTo>
                <a:cubicBezTo>
                  <a:pt x="7260" y="13672"/>
                  <a:pt x="5876" y="17799"/>
                  <a:pt x="5876" y="23006"/>
                </a:cubicBezTo>
                <a:cubicBezTo>
                  <a:pt x="5876" y="28498"/>
                  <a:pt x="7322" y="32769"/>
                  <a:pt x="10212" y="35818"/>
                </a:cubicBezTo>
                <a:cubicBezTo>
                  <a:pt x="13103" y="38868"/>
                  <a:pt x="17039" y="40392"/>
                  <a:pt x="22022" y="40392"/>
                </a:cubicBezTo>
                <a:cubicBezTo>
                  <a:pt x="23847" y="40392"/>
                  <a:pt x="25668" y="40212"/>
                  <a:pt x="27485" y="39852"/>
                </a:cubicBezTo>
                <a:cubicBezTo>
                  <a:pt x="29301" y="39491"/>
                  <a:pt x="30893" y="39026"/>
                  <a:pt x="32263" y="38457"/>
                </a:cubicBezTo>
                <a:lnTo>
                  <a:pt x="32263" y="28069"/>
                </a:lnTo>
                <a:lnTo>
                  <a:pt x="20881" y="28069"/>
                </a:lnTo>
                <a:lnTo>
                  <a:pt x="20881" y="23049"/>
                </a:lnTo>
                <a:lnTo>
                  <a:pt x="37854" y="23049"/>
                </a:lnTo>
                <a:lnTo>
                  <a:pt x="37854" y="41324"/>
                </a:lnTo>
                <a:close/>
                <a:moveTo>
                  <a:pt x="72056" y="44386"/>
                </a:moveTo>
                <a:lnTo>
                  <a:pt x="66722" y="44386"/>
                </a:lnTo>
                <a:lnTo>
                  <a:pt x="66722" y="41015"/>
                </a:lnTo>
                <a:cubicBezTo>
                  <a:pt x="66246" y="41338"/>
                  <a:pt x="65604" y="41791"/>
                  <a:pt x="64796" y="42371"/>
                </a:cubicBezTo>
                <a:cubicBezTo>
                  <a:pt x="63988" y="42952"/>
                  <a:pt x="63203" y="43414"/>
                  <a:pt x="62443" y="43757"/>
                </a:cubicBezTo>
                <a:cubicBezTo>
                  <a:pt x="61549" y="44195"/>
                  <a:pt x="60522" y="44561"/>
                  <a:pt x="59362" y="44856"/>
                </a:cubicBezTo>
                <a:cubicBezTo>
                  <a:pt x="58202" y="45151"/>
                  <a:pt x="56842" y="45299"/>
                  <a:pt x="55283" y="45299"/>
                </a:cubicBezTo>
                <a:cubicBezTo>
                  <a:pt x="52411" y="45299"/>
                  <a:pt x="49977" y="44347"/>
                  <a:pt x="47980" y="42443"/>
                </a:cubicBezTo>
                <a:cubicBezTo>
                  <a:pt x="45983" y="40539"/>
                  <a:pt x="44985" y="38111"/>
                  <a:pt x="44985" y="35159"/>
                </a:cubicBezTo>
                <a:cubicBezTo>
                  <a:pt x="44985" y="32741"/>
                  <a:pt x="45503" y="30784"/>
                  <a:pt x="46540" y="29290"/>
                </a:cubicBezTo>
                <a:cubicBezTo>
                  <a:pt x="47576" y="27794"/>
                  <a:pt x="49055" y="26619"/>
                  <a:pt x="50975" y="25762"/>
                </a:cubicBezTo>
                <a:cubicBezTo>
                  <a:pt x="52915" y="24905"/>
                  <a:pt x="55245" y="24324"/>
                  <a:pt x="57964" y="24020"/>
                </a:cubicBezTo>
                <a:cubicBezTo>
                  <a:pt x="60684" y="23715"/>
                  <a:pt x="63603" y="23486"/>
                  <a:pt x="66722" y="23334"/>
                </a:cubicBezTo>
                <a:lnTo>
                  <a:pt x="66722" y="22500"/>
                </a:lnTo>
                <a:cubicBezTo>
                  <a:pt x="66722" y="21272"/>
                  <a:pt x="66508" y="20256"/>
                  <a:pt x="66080" y="19451"/>
                </a:cubicBezTo>
                <a:cubicBezTo>
                  <a:pt x="65652" y="18646"/>
                  <a:pt x="65039" y="18013"/>
                  <a:pt x="64240" y="17552"/>
                </a:cubicBezTo>
                <a:cubicBezTo>
                  <a:pt x="63479" y="17111"/>
                  <a:pt x="62566" y="16814"/>
                  <a:pt x="61501" y="16661"/>
                </a:cubicBezTo>
                <a:cubicBezTo>
                  <a:pt x="60436" y="16507"/>
                  <a:pt x="59324" y="16431"/>
                  <a:pt x="58164" y="16431"/>
                </a:cubicBezTo>
                <a:cubicBezTo>
                  <a:pt x="56757" y="16431"/>
                  <a:pt x="55188" y="16621"/>
                  <a:pt x="53457" y="17002"/>
                </a:cubicBezTo>
                <a:cubicBezTo>
                  <a:pt x="51727" y="17383"/>
                  <a:pt x="49939" y="17934"/>
                  <a:pt x="48094" y="18656"/>
                </a:cubicBezTo>
                <a:lnTo>
                  <a:pt x="47809" y="18656"/>
                </a:lnTo>
                <a:lnTo>
                  <a:pt x="47809" y="13207"/>
                </a:lnTo>
                <a:cubicBezTo>
                  <a:pt x="48855" y="12922"/>
                  <a:pt x="50367" y="12608"/>
                  <a:pt x="52345" y="12266"/>
                </a:cubicBezTo>
                <a:cubicBezTo>
                  <a:pt x="54322" y="11924"/>
                  <a:pt x="56272" y="11753"/>
                  <a:pt x="58192" y="11753"/>
                </a:cubicBezTo>
                <a:cubicBezTo>
                  <a:pt x="60436" y="11753"/>
                  <a:pt x="62390" y="11938"/>
                  <a:pt x="64054" y="12309"/>
                </a:cubicBezTo>
                <a:cubicBezTo>
                  <a:pt x="65718" y="12680"/>
                  <a:pt x="67159" y="13312"/>
                  <a:pt x="68376" y="14206"/>
                </a:cubicBezTo>
                <a:cubicBezTo>
                  <a:pt x="69574" y="15081"/>
                  <a:pt x="70487" y="16212"/>
                  <a:pt x="71115" y="17600"/>
                </a:cubicBezTo>
                <a:cubicBezTo>
                  <a:pt x="71742" y="18989"/>
                  <a:pt x="72056" y="20710"/>
                  <a:pt x="72056" y="22763"/>
                </a:cubicBezTo>
                <a:lnTo>
                  <a:pt x="72056" y="44386"/>
                </a:lnTo>
                <a:moveTo>
                  <a:pt x="66722" y="36582"/>
                </a:moveTo>
                <a:lnTo>
                  <a:pt x="66722" y="27670"/>
                </a:lnTo>
                <a:cubicBezTo>
                  <a:pt x="65086" y="27766"/>
                  <a:pt x="63161" y="27909"/>
                  <a:pt x="60945" y="28100"/>
                </a:cubicBezTo>
                <a:cubicBezTo>
                  <a:pt x="58730" y="28291"/>
                  <a:pt x="56975" y="28568"/>
                  <a:pt x="55682" y="28930"/>
                </a:cubicBezTo>
                <a:cubicBezTo>
                  <a:pt x="54142" y="29370"/>
                  <a:pt x="52896" y="30053"/>
                  <a:pt x="51945" y="30980"/>
                </a:cubicBezTo>
                <a:cubicBezTo>
                  <a:pt x="50994" y="31906"/>
                  <a:pt x="50519" y="33181"/>
                  <a:pt x="50519" y="34805"/>
                </a:cubicBezTo>
                <a:cubicBezTo>
                  <a:pt x="50519" y="36639"/>
                  <a:pt x="51071" y="38019"/>
                  <a:pt x="52173" y="38946"/>
                </a:cubicBezTo>
                <a:cubicBezTo>
                  <a:pt x="53276" y="39872"/>
                  <a:pt x="54960" y="40335"/>
                  <a:pt x="57223" y="40335"/>
                </a:cubicBezTo>
                <a:cubicBezTo>
                  <a:pt x="59105" y="40335"/>
                  <a:pt x="60826" y="39968"/>
                  <a:pt x="62386" y="39233"/>
                </a:cubicBezTo>
                <a:cubicBezTo>
                  <a:pt x="63945" y="38497"/>
                  <a:pt x="65390" y="37613"/>
                  <a:pt x="66722" y="36582"/>
                </a:cubicBezTo>
                <a:close/>
                <a:moveTo>
                  <a:pt x="105145" y="35181"/>
                </a:moveTo>
                <a:cubicBezTo>
                  <a:pt x="105145" y="38088"/>
                  <a:pt x="103943" y="40473"/>
                  <a:pt x="101537" y="42335"/>
                </a:cubicBezTo>
                <a:cubicBezTo>
                  <a:pt x="99131" y="44197"/>
                  <a:pt x="95846" y="45128"/>
                  <a:pt x="91681" y="45128"/>
                </a:cubicBezTo>
                <a:cubicBezTo>
                  <a:pt x="89323" y="45128"/>
                  <a:pt x="87160" y="44846"/>
                  <a:pt x="85192" y="44283"/>
                </a:cubicBezTo>
                <a:cubicBezTo>
                  <a:pt x="83223" y="43721"/>
                  <a:pt x="81574" y="43105"/>
                  <a:pt x="80243" y="42437"/>
                </a:cubicBezTo>
                <a:lnTo>
                  <a:pt x="80243" y="36399"/>
                </a:lnTo>
                <a:lnTo>
                  <a:pt x="80528" y="36399"/>
                </a:lnTo>
                <a:cubicBezTo>
                  <a:pt x="82220" y="37690"/>
                  <a:pt x="84103" y="38717"/>
                  <a:pt x="86176" y="39479"/>
                </a:cubicBezTo>
                <a:cubicBezTo>
                  <a:pt x="88249" y="40240"/>
                  <a:pt x="90236" y="40621"/>
                  <a:pt x="92138" y="40621"/>
                </a:cubicBezTo>
                <a:cubicBezTo>
                  <a:pt x="94496" y="40621"/>
                  <a:pt x="96341" y="40239"/>
                  <a:pt x="97672" y="39475"/>
                </a:cubicBezTo>
                <a:cubicBezTo>
                  <a:pt x="99003" y="38711"/>
                  <a:pt x="99669" y="37507"/>
                  <a:pt x="99669" y="35865"/>
                </a:cubicBezTo>
                <a:cubicBezTo>
                  <a:pt x="99669" y="34611"/>
                  <a:pt x="99307" y="33661"/>
                  <a:pt x="98585" y="33015"/>
                </a:cubicBezTo>
                <a:cubicBezTo>
                  <a:pt x="97862" y="32369"/>
                  <a:pt x="96474" y="31818"/>
                  <a:pt x="94420" y="31361"/>
                </a:cubicBezTo>
                <a:cubicBezTo>
                  <a:pt x="93659" y="31191"/>
                  <a:pt x="92666" y="30991"/>
                  <a:pt x="91439" y="30763"/>
                </a:cubicBezTo>
                <a:cubicBezTo>
                  <a:pt x="90212" y="30535"/>
                  <a:pt x="89095" y="30288"/>
                  <a:pt x="88087" y="30022"/>
                </a:cubicBezTo>
                <a:cubicBezTo>
                  <a:pt x="85292" y="29281"/>
                  <a:pt x="83309" y="28193"/>
                  <a:pt x="82140" y="26759"/>
                </a:cubicBezTo>
                <a:cubicBezTo>
                  <a:pt x="80970" y="25324"/>
                  <a:pt x="80385" y="23562"/>
                  <a:pt x="80385" y="21472"/>
                </a:cubicBezTo>
                <a:cubicBezTo>
                  <a:pt x="80385" y="20161"/>
                  <a:pt x="80656" y="18926"/>
                  <a:pt x="81198" y="17767"/>
                </a:cubicBezTo>
                <a:cubicBezTo>
                  <a:pt x="81740" y="16608"/>
                  <a:pt x="82563" y="15572"/>
                  <a:pt x="83666" y="14660"/>
                </a:cubicBezTo>
                <a:cubicBezTo>
                  <a:pt x="84731" y="13767"/>
                  <a:pt x="86086" y="13059"/>
                  <a:pt x="87731" y="12537"/>
                </a:cubicBezTo>
                <a:cubicBezTo>
                  <a:pt x="89376" y="12014"/>
                  <a:pt x="91215" y="11753"/>
                  <a:pt x="93250" y="11753"/>
                </a:cubicBezTo>
                <a:cubicBezTo>
                  <a:pt x="95152" y="11753"/>
                  <a:pt x="97077" y="11985"/>
                  <a:pt x="99027" y="12449"/>
                </a:cubicBezTo>
                <a:cubicBezTo>
                  <a:pt x="100976" y="12913"/>
                  <a:pt x="102597" y="13477"/>
                  <a:pt x="103890" y="14141"/>
                </a:cubicBezTo>
                <a:lnTo>
                  <a:pt x="103890" y="19854"/>
                </a:lnTo>
                <a:lnTo>
                  <a:pt x="103605" y="19854"/>
                </a:lnTo>
                <a:cubicBezTo>
                  <a:pt x="102236" y="18846"/>
                  <a:pt x="100572" y="17995"/>
                  <a:pt x="98613" y="17301"/>
                </a:cubicBezTo>
                <a:cubicBezTo>
                  <a:pt x="96654" y="16607"/>
                  <a:pt x="94734" y="16260"/>
                  <a:pt x="92851" y="16260"/>
                </a:cubicBezTo>
                <a:cubicBezTo>
                  <a:pt x="90892" y="16260"/>
                  <a:pt x="89238" y="16637"/>
                  <a:pt x="87887" y="17392"/>
                </a:cubicBezTo>
                <a:cubicBezTo>
                  <a:pt x="86537" y="18146"/>
                  <a:pt x="85862" y="19269"/>
                  <a:pt x="85862" y="20759"/>
                </a:cubicBezTo>
                <a:cubicBezTo>
                  <a:pt x="85862" y="22070"/>
                  <a:pt x="86271" y="23058"/>
                  <a:pt x="87089" y="23723"/>
                </a:cubicBezTo>
                <a:cubicBezTo>
                  <a:pt x="87887" y="24388"/>
                  <a:pt x="89181" y="24929"/>
                  <a:pt x="90968" y="25348"/>
                </a:cubicBezTo>
                <a:cubicBezTo>
                  <a:pt x="91957" y="25576"/>
                  <a:pt x="93065" y="25804"/>
                  <a:pt x="94291" y="26032"/>
                </a:cubicBezTo>
                <a:cubicBezTo>
                  <a:pt x="95518" y="26260"/>
                  <a:pt x="96540" y="26469"/>
                  <a:pt x="97358" y="26659"/>
                </a:cubicBezTo>
                <a:cubicBezTo>
                  <a:pt x="99849" y="27229"/>
                  <a:pt x="101770" y="28207"/>
                  <a:pt x="103120" y="29595"/>
                </a:cubicBezTo>
                <a:cubicBezTo>
                  <a:pt x="104470" y="31001"/>
                  <a:pt x="105145" y="32863"/>
                  <a:pt x="105145" y="35181"/>
                </a:cubicBezTo>
                <a:close/>
                <a:moveTo>
                  <a:pt x="129364" y="44105"/>
                </a:moveTo>
                <a:cubicBezTo>
                  <a:pt x="128356" y="44370"/>
                  <a:pt x="127258" y="44588"/>
                  <a:pt x="126069" y="44758"/>
                </a:cubicBezTo>
                <a:cubicBezTo>
                  <a:pt x="124881" y="44928"/>
                  <a:pt x="123821" y="45014"/>
                  <a:pt x="122889" y="45014"/>
                </a:cubicBezTo>
                <a:cubicBezTo>
                  <a:pt x="119637" y="45014"/>
                  <a:pt x="117165" y="44138"/>
                  <a:pt x="115472" y="42387"/>
                </a:cubicBezTo>
                <a:cubicBezTo>
                  <a:pt x="113780" y="40635"/>
                  <a:pt x="112933" y="37827"/>
                  <a:pt x="112933" y="33963"/>
                </a:cubicBezTo>
                <a:lnTo>
                  <a:pt x="112933" y="17001"/>
                </a:lnTo>
                <a:lnTo>
                  <a:pt x="109311" y="17001"/>
                </a:lnTo>
                <a:lnTo>
                  <a:pt x="109311" y="12494"/>
                </a:lnTo>
                <a:lnTo>
                  <a:pt x="112933" y="12494"/>
                </a:lnTo>
                <a:lnTo>
                  <a:pt x="112933" y="3309"/>
                </a:lnTo>
                <a:lnTo>
                  <a:pt x="118296" y="3309"/>
                </a:lnTo>
                <a:lnTo>
                  <a:pt x="118296" y="12494"/>
                </a:lnTo>
                <a:lnTo>
                  <a:pt x="129364" y="12494"/>
                </a:lnTo>
                <a:lnTo>
                  <a:pt x="129364" y="17001"/>
                </a:lnTo>
                <a:lnTo>
                  <a:pt x="118296" y="17001"/>
                </a:lnTo>
                <a:lnTo>
                  <a:pt x="118296" y="31557"/>
                </a:lnTo>
                <a:cubicBezTo>
                  <a:pt x="118296" y="33234"/>
                  <a:pt x="118334" y="34545"/>
                  <a:pt x="118410" y="35489"/>
                </a:cubicBezTo>
                <a:cubicBezTo>
                  <a:pt x="118486" y="36432"/>
                  <a:pt x="118753" y="37314"/>
                  <a:pt x="119209" y="38133"/>
                </a:cubicBezTo>
                <a:cubicBezTo>
                  <a:pt x="119627" y="38896"/>
                  <a:pt x="120203" y="39454"/>
                  <a:pt x="120935" y="39807"/>
                </a:cubicBezTo>
                <a:cubicBezTo>
                  <a:pt x="121667" y="40159"/>
                  <a:pt x="122784" y="40335"/>
                  <a:pt x="124287" y="40335"/>
                </a:cubicBezTo>
                <a:cubicBezTo>
                  <a:pt x="125161" y="40335"/>
                  <a:pt x="126074" y="40207"/>
                  <a:pt x="127025" y="39950"/>
                </a:cubicBezTo>
                <a:cubicBezTo>
                  <a:pt x="127976" y="39693"/>
                  <a:pt x="128660" y="39480"/>
                  <a:pt x="129079" y="39308"/>
                </a:cubicBezTo>
                <a:lnTo>
                  <a:pt x="129364" y="39308"/>
                </a:lnTo>
                <a:lnTo>
                  <a:pt x="129364" y="44105"/>
                </a:lnTo>
                <a:close/>
                <a:moveTo>
                  <a:pt x="155722" y="18313"/>
                </a:moveTo>
                <a:lnTo>
                  <a:pt x="155436" y="18313"/>
                </a:lnTo>
                <a:cubicBezTo>
                  <a:pt x="154638" y="18133"/>
                  <a:pt x="153863" y="18003"/>
                  <a:pt x="153112" y="17922"/>
                </a:cubicBezTo>
                <a:cubicBezTo>
                  <a:pt x="152360" y="17841"/>
                  <a:pt x="151471" y="17800"/>
                  <a:pt x="150444" y="17800"/>
                </a:cubicBezTo>
                <a:cubicBezTo>
                  <a:pt x="148790" y="17800"/>
                  <a:pt x="147192" y="18167"/>
                  <a:pt x="145652" y="18900"/>
                </a:cubicBezTo>
                <a:cubicBezTo>
                  <a:pt x="144112" y="19633"/>
                  <a:pt x="142628" y="20580"/>
                  <a:pt x="141202" y="21741"/>
                </a:cubicBezTo>
                <a:lnTo>
                  <a:pt x="141202" y="44386"/>
                </a:lnTo>
                <a:lnTo>
                  <a:pt x="135839" y="44386"/>
                </a:lnTo>
                <a:lnTo>
                  <a:pt x="135839" y="12494"/>
                </a:lnTo>
                <a:lnTo>
                  <a:pt x="141202" y="12494"/>
                </a:lnTo>
                <a:lnTo>
                  <a:pt x="141202" y="17205"/>
                </a:lnTo>
                <a:cubicBezTo>
                  <a:pt x="143332" y="15492"/>
                  <a:pt x="145210" y="14279"/>
                  <a:pt x="146836" y="13565"/>
                </a:cubicBezTo>
                <a:cubicBezTo>
                  <a:pt x="148462" y="12851"/>
                  <a:pt x="150121" y="12494"/>
                  <a:pt x="151814" y="12494"/>
                </a:cubicBezTo>
                <a:cubicBezTo>
                  <a:pt x="152745" y="12494"/>
                  <a:pt x="153421" y="12518"/>
                  <a:pt x="153839" y="12566"/>
                </a:cubicBezTo>
                <a:cubicBezTo>
                  <a:pt x="154257" y="12613"/>
                  <a:pt x="154885" y="12702"/>
                  <a:pt x="155722" y="12835"/>
                </a:cubicBezTo>
                <a:lnTo>
                  <a:pt x="155722" y="18313"/>
                </a:lnTo>
                <a:close/>
                <a:moveTo>
                  <a:pt x="187927" y="28454"/>
                </a:moveTo>
                <a:cubicBezTo>
                  <a:pt x="187927" y="33659"/>
                  <a:pt x="186596" y="37768"/>
                  <a:pt x="183934" y="40780"/>
                </a:cubicBezTo>
                <a:cubicBezTo>
                  <a:pt x="181271" y="43793"/>
                  <a:pt x="177705" y="45299"/>
                  <a:pt x="173236" y="45299"/>
                </a:cubicBezTo>
                <a:cubicBezTo>
                  <a:pt x="168729" y="45299"/>
                  <a:pt x="165149" y="43793"/>
                  <a:pt x="162496" y="40780"/>
                </a:cubicBezTo>
                <a:cubicBezTo>
                  <a:pt x="159844" y="37768"/>
                  <a:pt x="158517" y="33659"/>
                  <a:pt x="158517" y="28454"/>
                </a:cubicBezTo>
                <a:cubicBezTo>
                  <a:pt x="158517" y="23250"/>
                  <a:pt x="159844" y="19136"/>
                  <a:pt x="162496" y="16114"/>
                </a:cubicBezTo>
                <a:cubicBezTo>
                  <a:pt x="165149" y="13092"/>
                  <a:pt x="168729" y="11581"/>
                  <a:pt x="173236" y="11581"/>
                </a:cubicBezTo>
                <a:cubicBezTo>
                  <a:pt x="177705" y="11581"/>
                  <a:pt x="181271" y="13092"/>
                  <a:pt x="183934" y="16114"/>
                </a:cubicBezTo>
                <a:cubicBezTo>
                  <a:pt x="186596" y="19136"/>
                  <a:pt x="187927" y="23250"/>
                  <a:pt x="187927" y="28454"/>
                </a:cubicBezTo>
                <a:moveTo>
                  <a:pt x="182393" y="28454"/>
                </a:moveTo>
                <a:cubicBezTo>
                  <a:pt x="182393" y="24332"/>
                  <a:pt x="181585" y="21269"/>
                  <a:pt x="179968" y="19266"/>
                </a:cubicBezTo>
                <a:cubicBezTo>
                  <a:pt x="178352" y="17262"/>
                  <a:pt x="176108" y="16260"/>
                  <a:pt x="173236" y="16260"/>
                </a:cubicBezTo>
                <a:cubicBezTo>
                  <a:pt x="170327" y="16260"/>
                  <a:pt x="168068" y="17262"/>
                  <a:pt x="166462" y="19266"/>
                </a:cubicBezTo>
                <a:cubicBezTo>
                  <a:pt x="164855" y="21269"/>
                  <a:pt x="164051" y="24332"/>
                  <a:pt x="164051" y="28454"/>
                </a:cubicBezTo>
                <a:cubicBezTo>
                  <a:pt x="164051" y="32443"/>
                  <a:pt x="164859" y="35468"/>
                  <a:pt x="166476" y="37529"/>
                </a:cubicBezTo>
                <a:cubicBezTo>
                  <a:pt x="168092" y="39590"/>
                  <a:pt x="170346" y="40621"/>
                  <a:pt x="173236" y="40621"/>
                </a:cubicBezTo>
                <a:cubicBezTo>
                  <a:pt x="176089" y="40621"/>
                  <a:pt x="178328" y="39600"/>
                  <a:pt x="179954" y="37558"/>
                </a:cubicBezTo>
                <a:cubicBezTo>
                  <a:pt x="181580" y="35516"/>
                  <a:pt x="182393" y="32481"/>
                  <a:pt x="182393" y="28454"/>
                </a:cubicBezTo>
                <a:close/>
                <a:moveTo>
                  <a:pt x="224269" y="28041"/>
                </a:moveTo>
                <a:cubicBezTo>
                  <a:pt x="224269" y="30631"/>
                  <a:pt x="223898" y="32998"/>
                  <a:pt x="223156" y="35141"/>
                </a:cubicBezTo>
                <a:cubicBezTo>
                  <a:pt x="222415" y="37284"/>
                  <a:pt x="221369" y="39099"/>
                  <a:pt x="220019" y="40585"/>
                </a:cubicBezTo>
                <a:cubicBezTo>
                  <a:pt x="218764" y="41995"/>
                  <a:pt x="217285" y="43085"/>
                  <a:pt x="215583" y="43856"/>
                </a:cubicBezTo>
                <a:cubicBezTo>
                  <a:pt x="213881" y="44628"/>
                  <a:pt x="212079" y="45014"/>
                  <a:pt x="210177" y="45014"/>
                </a:cubicBezTo>
                <a:cubicBezTo>
                  <a:pt x="208523" y="45014"/>
                  <a:pt x="207025" y="44833"/>
                  <a:pt x="205684" y="44471"/>
                </a:cubicBezTo>
                <a:cubicBezTo>
                  <a:pt x="204344" y="44109"/>
                  <a:pt x="202979" y="43547"/>
                  <a:pt x="201591" y="42785"/>
                </a:cubicBezTo>
                <a:lnTo>
                  <a:pt x="201591" y="56139"/>
                </a:lnTo>
                <a:lnTo>
                  <a:pt x="196228" y="56139"/>
                </a:lnTo>
                <a:lnTo>
                  <a:pt x="196228" y="12494"/>
                </a:lnTo>
                <a:lnTo>
                  <a:pt x="201591" y="12494"/>
                </a:lnTo>
                <a:lnTo>
                  <a:pt x="201591" y="15810"/>
                </a:lnTo>
                <a:cubicBezTo>
                  <a:pt x="203017" y="14610"/>
                  <a:pt x="204620" y="13606"/>
                  <a:pt x="206398" y="12796"/>
                </a:cubicBezTo>
                <a:cubicBezTo>
                  <a:pt x="208176" y="11986"/>
                  <a:pt x="210073" y="11581"/>
                  <a:pt x="212089" y="11581"/>
                </a:cubicBezTo>
                <a:cubicBezTo>
                  <a:pt x="215930" y="11581"/>
                  <a:pt x="218920" y="13034"/>
                  <a:pt x="221060" y="15940"/>
                </a:cubicBezTo>
                <a:cubicBezTo>
                  <a:pt x="223199" y="18844"/>
                  <a:pt x="224269" y="22878"/>
                  <a:pt x="224269" y="28041"/>
                </a:cubicBezTo>
                <a:moveTo>
                  <a:pt x="218735" y="28183"/>
                </a:moveTo>
                <a:cubicBezTo>
                  <a:pt x="218735" y="24342"/>
                  <a:pt x="218079" y="21470"/>
                  <a:pt x="216767" y="19569"/>
                </a:cubicBezTo>
                <a:cubicBezTo>
                  <a:pt x="215455" y="17667"/>
                  <a:pt x="213439" y="16716"/>
                  <a:pt x="210719" y="16716"/>
                </a:cubicBezTo>
                <a:cubicBezTo>
                  <a:pt x="209179" y="16716"/>
                  <a:pt x="207629" y="17049"/>
                  <a:pt x="206070" y="17714"/>
                </a:cubicBezTo>
                <a:cubicBezTo>
                  <a:pt x="204510" y="18380"/>
                  <a:pt x="203017" y="19255"/>
                  <a:pt x="201591" y="20339"/>
                </a:cubicBezTo>
                <a:lnTo>
                  <a:pt x="201591" y="38396"/>
                </a:lnTo>
                <a:cubicBezTo>
                  <a:pt x="203112" y="39080"/>
                  <a:pt x="204420" y="39546"/>
                  <a:pt x="205513" y="39793"/>
                </a:cubicBezTo>
                <a:cubicBezTo>
                  <a:pt x="206607" y="40041"/>
                  <a:pt x="207848" y="40164"/>
                  <a:pt x="209236" y="40164"/>
                </a:cubicBezTo>
                <a:cubicBezTo>
                  <a:pt x="212222" y="40164"/>
                  <a:pt x="214551" y="39156"/>
                  <a:pt x="216225" y="37140"/>
                </a:cubicBezTo>
                <a:cubicBezTo>
                  <a:pt x="217898" y="35125"/>
                  <a:pt x="218735" y="32139"/>
                  <a:pt x="218735" y="28183"/>
                </a:cubicBezTo>
                <a:close/>
                <a:moveTo>
                  <a:pt x="259783" y="28454"/>
                </a:moveTo>
                <a:cubicBezTo>
                  <a:pt x="259783" y="33659"/>
                  <a:pt x="258452" y="37768"/>
                  <a:pt x="255790" y="40780"/>
                </a:cubicBezTo>
                <a:cubicBezTo>
                  <a:pt x="253127" y="43793"/>
                  <a:pt x="249562" y="45299"/>
                  <a:pt x="245092" y="45299"/>
                </a:cubicBezTo>
                <a:cubicBezTo>
                  <a:pt x="240585" y="45299"/>
                  <a:pt x="237005" y="43793"/>
                  <a:pt x="234353" y="40780"/>
                </a:cubicBezTo>
                <a:cubicBezTo>
                  <a:pt x="231700" y="37768"/>
                  <a:pt x="230373" y="33659"/>
                  <a:pt x="230373" y="28454"/>
                </a:cubicBezTo>
                <a:cubicBezTo>
                  <a:pt x="230373" y="23250"/>
                  <a:pt x="231700" y="19136"/>
                  <a:pt x="234353" y="16114"/>
                </a:cubicBezTo>
                <a:cubicBezTo>
                  <a:pt x="237005" y="13092"/>
                  <a:pt x="240585" y="11581"/>
                  <a:pt x="245092" y="11581"/>
                </a:cubicBezTo>
                <a:cubicBezTo>
                  <a:pt x="249562" y="11581"/>
                  <a:pt x="253127" y="13092"/>
                  <a:pt x="255790" y="16114"/>
                </a:cubicBezTo>
                <a:cubicBezTo>
                  <a:pt x="258452" y="19136"/>
                  <a:pt x="259783" y="23250"/>
                  <a:pt x="259783" y="28454"/>
                </a:cubicBezTo>
                <a:moveTo>
                  <a:pt x="254249" y="28454"/>
                </a:moveTo>
                <a:cubicBezTo>
                  <a:pt x="254249" y="24332"/>
                  <a:pt x="253441" y="21269"/>
                  <a:pt x="251825" y="19266"/>
                </a:cubicBezTo>
                <a:cubicBezTo>
                  <a:pt x="250208" y="17262"/>
                  <a:pt x="247964" y="16260"/>
                  <a:pt x="245092" y="16260"/>
                </a:cubicBezTo>
                <a:cubicBezTo>
                  <a:pt x="242183" y="16260"/>
                  <a:pt x="239925" y="17262"/>
                  <a:pt x="238318" y="19266"/>
                </a:cubicBezTo>
                <a:cubicBezTo>
                  <a:pt x="236711" y="21269"/>
                  <a:pt x="235907" y="24332"/>
                  <a:pt x="235907" y="28454"/>
                </a:cubicBezTo>
                <a:cubicBezTo>
                  <a:pt x="235907" y="32443"/>
                  <a:pt x="236715" y="35468"/>
                  <a:pt x="238332" y="37529"/>
                </a:cubicBezTo>
                <a:cubicBezTo>
                  <a:pt x="239948" y="39590"/>
                  <a:pt x="242202" y="40621"/>
                  <a:pt x="245092" y="40621"/>
                </a:cubicBezTo>
                <a:cubicBezTo>
                  <a:pt x="247945" y="40621"/>
                  <a:pt x="250184" y="39600"/>
                  <a:pt x="251810" y="37558"/>
                </a:cubicBezTo>
                <a:cubicBezTo>
                  <a:pt x="253436" y="35516"/>
                  <a:pt x="254249" y="32481"/>
                  <a:pt x="254249" y="28454"/>
                </a:cubicBezTo>
                <a:close/>
                <a:moveTo>
                  <a:pt x="293929" y="44386"/>
                </a:moveTo>
                <a:lnTo>
                  <a:pt x="288566" y="44386"/>
                </a:lnTo>
                <a:lnTo>
                  <a:pt x="288566" y="41066"/>
                </a:lnTo>
                <a:cubicBezTo>
                  <a:pt x="287025" y="42401"/>
                  <a:pt x="285418" y="43440"/>
                  <a:pt x="283745" y="44184"/>
                </a:cubicBezTo>
                <a:cubicBezTo>
                  <a:pt x="282071" y="44927"/>
                  <a:pt x="280255" y="45299"/>
                  <a:pt x="278297" y="45299"/>
                </a:cubicBezTo>
                <a:cubicBezTo>
                  <a:pt x="274493" y="45299"/>
                  <a:pt x="271474" y="43831"/>
                  <a:pt x="269240" y="40895"/>
                </a:cubicBezTo>
                <a:cubicBezTo>
                  <a:pt x="267005" y="37959"/>
                  <a:pt x="265888" y="33888"/>
                  <a:pt x="265888" y="28683"/>
                </a:cubicBezTo>
                <a:cubicBezTo>
                  <a:pt x="265888" y="25976"/>
                  <a:pt x="266273" y="23564"/>
                  <a:pt x="267043" y="21448"/>
                </a:cubicBezTo>
                <a:cubicBezTo>
                  <a:pt x="267813" y="19332"/>
                  <a:pt x="268855" y="17530"/>
                  <a:pt x="270167" y="16043"/>
                </a:cubicBezTo>
                <a:cubicBezTo>
                  <a:pt x="271460" y="14594"/>
                  <a:pt x="272967" y="13488"/>
                  <a:pt x="274688" y="12726"/>
                </a:cubicBezTo>
                <a:cubicBezTo>
                  <a:pt x="276409" y="11963"/>
                  <a:pt x="278192" y="11581"/>
                  <a:pt x="280037" y="11581"/>
                </a:cubicBezTo>
                <a:cubicBezTo>
                  <a:pt x="281710" y="11581"/>
                  <a:pt x="283193" y="11758"/>
                  <a:pt x="284487" y="12111"/>
                </a:cubicBezTo>
                <a:cubicBezTo>
                  <a:pt x="285780" y="12463"/>
                  <a:pt x="287140" y="13011"/>
                  <a:pt x="288566" y="13755"/>
                </a:cubicBezTo>
                <a:lnTo>
                  <a:pt x="288566" y="0"/>
                </a:lnTo>
                <a:lnTo>
                  <a:pt x="293929" y="0"/>
                </a:lnTo>
                <a:lnTo>
                  <a:pt x="293929" y="44386"/>
                </a:lnTo>
                <a:moveTo>
                  <a:pt x="288566" y="36541"/>
                </a:moveTo>
                <a:lnTo>
                  <a:pt x="288566" y="18256"/>
                </a:lnTo>
                <a:cubicBezTo>
                  <a:pt x="287120" y="17610"/>
                  <a:pt x="285827" y="17163"/>
                  <a:pt x="284686" y="16916"/>
                </a:cubicBezTo>
                <a:cubicBezTo>
                  <a:pt x="283545" y="16669"/>
                  <a:pt x="282300" y="16545"/>
                  <a:pt x="280949" y="16545"/>
                </a:cubicBezTo>
                <a:cubicBezTo>
                  <a:pt x="277945" y="16545"/>
                  <a:pt x="275606" y="17591"/>
                  <a:pt x="273932" y="19683"/>
                </a:cubicBezTo>
                <a:cubicBezTo>
                  <a:pt x="272259" y="21775"/>
                  <a:pt x="271422" y="24741"/>
                  <a:pt x="271422" y="28583"/>
                </a:cubicBezTo>
                <a:cubicBezTo>
                  <a:pt x="271422" y="32367"/>
                  <a:pt x="272068" y="35243"/>
                  <a:pt x="273362" y="37212"/>
                </a:cubicBezTo>
                <a:cubicBezTo>
                  <a:pt x="274655" y="39180"/>
                  <a:pt x="276728" y="40164"/>
                  <a:pt x="279580" y="40164"/>
                </a:cubicBezTo>
                <a:cubicBezTo>
                  <a:pt x="281102" y="40164"/>
                  <a:pt x="282642" y="39827"/>
                  <a:pt x="284201" y="39152"/>
                </a:cubicBezTo>
                <a:cubicBezTo>
                  <a:pt x="285761" y="38476"/>
                  <a:pt x="287216" y="37606"/>
                  <a:pt x="288566" y="36541"/>
                </a:cubicBezTo>
                <a:close/>
                <a:moveTo>
                  <a:pt x="329243" y="44386"/>
                </a:moveTo>
                <a:lnTo>
                  <a:pt x="323909" y="44386"/>
                </a:lnTo>
                <a:lnTo>
                  <a:pt x="323909" y="41015"/>
                </a:lnTo>
                <a:cubicBezTo>
                  <a:pt x="323434" y="41338"/>
                  <a:pt x="322792" y="41791"/>
                  <a:pt x="321984" y="42371"/>
                </a:cubicBezTo>
                <a:cubicBezTo>
                  <a:pt x="321175" y="42952"/>
                  <a:pt x="320391" y="43414"/>
                  <a:pt x="319630" y="43757"/>
                </a:cubicBezTo>
                <a:cubicBezTo>
                  <a:pt x="318737" y="44195"/>
                  <a:pt x="317710" y="44561"/>
                  <a:pt x="316550" y="44856"/>
                </a:cubicBezTo>
                <a:cubicBezTo>
                  <a:pt x="315389" y="45151"/>
                  <a:pt x="314030" y="45299"/>
                  <a:pt x="312470" y="45299"/>
                </a:cubicBezTo>
                <a:cubicBezTo>
                  <a:pt x="309599" y="45299"/>
                  <a:pt x="307165" y="44347"/>
                  <a:pt x="305168" y="42443"/>
                </a:cubicBezTo>
                <a:cubicBezTo>
                  <a:pt x="303171" y="40539"/>
                  <a:pt x="302173" y="38111"/>
                  <a:pt x="302173" y="35159"/>
                </a:cubicBezTo>
                <a:cubicBezTo>
                  <a:pt x="302173" y="32741"/>
                  <a:pt x="302691" y="30784"/>
                  <a:pt x="303727" y="29290"/>
                </a:cubicBezTo>
                <a:cubicBezTo>
                  <a:pt x="304764" y="27794"/>
                  <a:pt x="306242" y="26619"/>
                  <a:pt x="308163" y="25762"/>
                </a:cubicBezTo>
                <a:cubicBezTo>
                  <a:pt x="310103" y="24905"/>
                  <a:pt x="312432" y="24324"/>
                  <a:pt x="315152" y="24020"/>
                </a:cubicBezTo>
                <a:cubicBezTo>
                  <a:pt x="317871" y="23715"/>
                  <a:pt x="320790" y="23486"/>
                  <a:pt x="323909" y="23334"/>
                </a:cubicBezTo>
                <a:lnTo>
                  <a:pt x="323909" y="22500"/>
                </a:lnTo>
                <a:cubicBezTo>
                  <a:pt x="323909" y="21272"/>
                  <a:pt x="323695" y="20256"/>
                  <a:pt x="323267" y="19451"/>
                </a:cubicBezTo>
                <a:cubicBezTo>
                  <a:pt x="322839" y="18646"/>
                  <a:pt x="322226" y="18013"/>
                  <a:pt x="321427" y="17552"/>
                </a:cubicBezTo>
                <a:cubicBezTo>
                  <a:pt x="320667" y="17111"/>
                  <a:pt x="319754" y="16814"/>
                  <a:pt x="318689" y="16661"/>
                </a:cubicBezTo>
                <a:cubicBezTo>
                  <a:pt x="317624" y="16507"/>
                  <a:pt x="316512" y="16431"/>
                  <a:pt x="315351" y="16431"/>
                </a:cubicBezTo>
                <a:cubicBezTo>
                  <a:pt x="313944" y="16431"/>
                  <a:pt x="312375" y="16621"/>
                  <a:pt x="310645" y="17002"/>
                </a:cubicBezTo>
                <a:cubicBezTo>
                  <a:pt x="308914" y="17383"/>
                  <a:pt x="307127" y="17934"/>
                  <a:pt x="305282" y="18656"/>
                </a:cubicBezTo>
                <a:lnTo>
                  <a:pt x="304997" y="18656"/>
                </a:lnTo>
                <a:lnTo>
                  <a:pt x="304997" y="13207"/>
                </a:lnTo>
                <a:cubicBezTo>
                  <a:pt x="306043" y="12922"/>
                  <a:pt x="307554" y="12608"/>
                  <a:pt x="309532" y="12266"/>
                </a:cubicBezTo>
                <a:cubicBezTo>
                  <a:pt x="311510" y="11924"/>
                  <a:pt x="313459" y="11753"/>
                  <a:pt x="315380" y="11753"/>
                </a:cubicBezTo>
                <a:cubicBezTo>
                  <a:pt x="317624" y="11753"/>
                  <a:pt x="319578" y="11938"/>
                  <a:pt x="321242" y="12309"/>
                </a:cubicBezTo>
                <a:cubicBezTo>
                  <a:pt x="322906" y="12680"/>
                  <a:pt x="324347" y="13312"/>
                  <a:pt x="325564" y="14206"/>
                </a:cubicBezTo>
                <a:cubicBezTo>
                  <a:pt x="326762" y="15081"/>
                  <a:pt x="327675" y="16212"/>
                  <a:pt x="328302" y="17600"/>
                </a:cubicBezTo>
                <a:cubicBezTo>
                  <a:pt x="328930" y="18989"/>
                  <a:pt x="329243" y="20710"/>
                  <a:pt x="329243" y="22763"/>
                </a:cubicBezTo>
                <a:lnTo>
                  <a:pt x="329243" y="44386"/>
                </a:lnTo>
                <a:moveTo>
                  <a:pt x="323909" y="36582"/>
                </a:moveTo>
                <a:lnTo>
                  <a:pt x="323909" y="27670"/>
                </a:lnTo>
                <a:cubicBezTo>
                  <a:pt x="322274" y="27766"/>
                  <a:pt x="320348" y="27909"/>
                  <a:pt x="318133" y="28100"/>
                </a:cubicBezTo>
                <a:cubicBezTo>
                  <a:pt x="315917" y="28291"/>
                  <a:pt x="314163" y="28568"/>
                  <a:pt x="312870" y="28930"/>
                </a:cubicBezTo>
                <a:cubicBezTo>
                  <a:pt x="311329" y="29370"/>
                  <a:pt x="310084" y="30053"/>
                  <a:pt x="309133" y="30980"/>
                </a:cubicBezTo>
                <a:cubicBezTo>
                  <a:pt x="308182" y="31906"/>
                  <a:pt x="307707" y="33181"/>
                  <a:pt x="307707" y="34805"/>
                </a:cubicBezTo>
                <a:cubicBezTo>
                  <a:pt x="307707" y="36639"/>
                  <a:pt x="308258" y="38019"/>
                  <a:pt x="309361" y="38946"/>
                </a:cubicBezTo>
                <a:cubicBezTo>
                  <a:pt x="310464" y="39872"/>
                  <a:pt x="312147" y="40335"/>
                  <a:pt x="314410" y="40335"/>
                </a:cubicBezTo>
                <a:cubicBezTo>
                  <a:pt x="316293" y="40335"/>
                  <a:pt x="318014" y="39968"/>
                  <a:pt x="319573" y="39233"/>
                </a:cubicBezTo>
                <a:cubicBezTo>
                  <a:pt x="321133" y="38497"/>
                  <a:pt x="322578" y="37613"/>
                  <a:pt x="323909" y="365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793C2A-EA18-40CA-836F-0D2534502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93" y="2916276"/>
            <a:ext cx="357285" cy="124076"/>
          </a:xfrm>
          <a:custGeom xmlns:a="http://schemas.openxmlformats.org/drawingml/2006/main">
            <a:pathLst>
              <a:path w="357285" h="124076">
                <a:moveTo>
                  <a:pt x="0" y="0"/>
                </a:moveTo>
                <a:lnTo>
                  <a:pt x="357285" y="0"/>
                </a:lnTo>
                <a:lnTo>
                  <a:pt x="357285" y="124076"/>
                </a:lnTo>
                <a:lnTo>
                  <a:pt x="0" y="1240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F040F1-0FB0-4434-A513-D3B6FE6C6D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1792" y="2916277"/>
            <a:ext cx="357285" cy="124076"/>
          </a:xfrm>
          <a:custGeom xmlns:a="http://schemas.openxmlformats.org/drawingml/2006/main">
            <a:pathLst>
              <a:path w="357285" h="124076" fill="none">
                <a:moveTo>
                  <a:pt x="0" y="0"/>
                </a:moveTo>
                <a:lnTo>
                  <a:pt x="357285" y="0"/>
                </a:lnTo>
                <a:lnTo>
                  <a:pt x="357285" y="124076"/>
                </a:lnTo>
                <a:lnTo>
                  <a:pt x="0" y="1240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89" name="Text Bivalvia">
            <a:extLst xmlns:a="http://schemas.openxmlformats.org/drawingml/2006/main">
              <a:ext uri="{FF2B5EF4-FFF2-40B4-BE49-F238E27FC236}">
                <a16:creationId xmlns:a16="http://schemas.microsoft.com/office/drawing/2014/main" id="{31A65D12-955C-42BB-A1C1-C93D8B66A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4861" y="2952497"/>
            <a:ext cx="211702" cy="44252"/>
          </a:xfrm>
          <a:custGeom xmlns:a="http://schemas.openxmlformats.org/drawingml/2006/main">
            <a:pathLst>
              <a:path w="211702" h="44252">
                <a:moveTo>
                  <a:pt x="31294" y="30601"/>
                </a:moveTo>
                <a:cubicBezTo>
                  <a:pt x="31294" y="32663"/>
                  <a:pt x="30904" y="34483"/>
                  <a:pt x="30124" y="36061"/>
                </a:cubicBezTo>
                <a:cubicBezTo>
                  <a:pt x="29343" y="37640"/>
                  <a:pt x="28294" y="38940"/>
                  <a:pt x="26975" y="39962"/>
                </a:cubicBezTo>
                <a:cubicBezTo>
                  <a:pt x="25414" y="41187"/>
                  <a:pt x="23701" y="42060"/>
                  <a:pt x="21833" y="42580"/>
                </a:cubicBezTo>
                <a:cubicBezTo>
                  <a:pt x="19966" y="43100"/>
                  <a:pt x="17593" y="43360"/>
                  <a:pt x="14714" y="43360"/>
                </a:cubicBezTo>
                <a:lnTo>
                  <a:pt x="0" y="43360"/>
                </a:lnTo>
                <a:lnTo>
                  <a:pt x="0" y="1839"/>
                </a:lnTo>
                <a:lnTo>
                  <a:pt x="12289" y="1839"/>
                </a:lnTo>
                <a:cubicBezTo>
                  <a:pt x="15317" y="1839"/>
                  <a:pt x="17584" y="1951"/>
                  <a:pt x="19089" y="2174"/>
                </a:cubicBezTo>
                <a:cubicBezTo>
                  <a:pt x="20593" y="2397"/>
                  <a:pt x="22033" y="2862"/>
                  <a:pt x="23408" y="3570"/>
                </a:cubicBezTo>
                <a:cubicBezTo>
                  <a:pt x="24931" y="4370"/>
                  <a:pt x="26037" y="5398"/>
                  <a:pt x="26724" y="6654"/>
                </a:cubicBezTo>
                <a:cubicBezTo>
                  <a:pt x="27411" y="7910"/>
                  <a:pt x="27755" y="9412"/>
                  <a:pt x="27755" y="11161"/>
                </a:cubicBezTo>
                <a:cubicBezTo>
                  <a:pt x="27755" y="13134"/>
                  <a:pt x="27253" y="14813"/>
                  <a:pt x="26250" y="16199"/>
                </a:cubicBezTo>
                <a:cubicBezTo>
                  <a:pt x="25247" y="17586"/>
                  <a:pt x="23910" y="18699"/>
                  <a:pt x="22238" y="19541"/>
                </a:cubicBezTo>
                <a:lnTo>
                  <a:pt x="22238" y="19763"/>
                </a:lnTo>
                <a:cubicBezTo>
                  <a:pt x="25043" y="20339"/>
                  <a:pt x="27253" y="21570"/>
                  <a:pt x="28870" y="23455"/>
                </a:cubicBezTo>
                <a:cubicBezTo>
                  <a:pt x="30486" y="25340"/>
                  <a:pt x="31294" y="27722"/>
                  <a:pt x="31294" y="30601"/>
                </a:cubicBezTo>
                <a:moveTo>
                  <a:pt x="22015" y="11930"/>
                </a:moveTo>
                <a:cubicBezTo>
                  <a:pt x="22015" y="10932"/>
                  <a:pt x="21847" y="10091"/>
                  <a:pt x="21513" y="9407"/>
                </a:cubicBezTo>
                <a:cubicBezTo>
                  <a:pt x="21179" y="8722"/>
                  <a:pt x="20640" y="8167"/>
                  <a:pt x="19897" y="7742"/>
                </a:cubicBezTo>
                <a:cubicBezTo>
                  <a:pt x="19024" y="7242"/>
                  <a:pt x="17965" y="6933"/>
                  <a:pt x="16720" y="6813"/>
                </a:cubicBezTo>
                <a:cubicBezTo>
                  <a:pt x="15475" y="6692"/>
                  <a:pt x="13933" y="6632"/>
                  <a:pt x="12094" y="6632"/>
                </a:cubicBezTo>
                <a:lnTo>
                  <a:pt x="5518" y="6632"/>
                </a:lnTo>
                <a:lnTo>
                  <a:pt x="5518" y="18559"/>
                </a:lnTo>
                <a:lnTo>
                  <a:pt x="12651" y="18559"/>
                </a:lnTo>
                <a:cubicBezTo>
                  <a:pt x="14379" y="18559"/>
                  <a:pt x="15754" y="18471"/>
                  <a:pt x="16776" y="18296"/>
                </a:cubicBezTo>
                <a:cubicBezTo>
                  <a:pt x="17797" y="18120"/>
                  <a:pt x="18745" y="17755"/>
                  <a:pt x="19618" y="17200"/>
                </a:cubicBezTo>
                <a:cubicBezTo>
                  <a:pt x="20491" y="16645"/>
                  <a:pt x="21109" y="15929"/>
                  <a:pt x="21471" y="15051"/>
                </a:cubicBezTo>
                <a:cubicBezTo>
                  <a:pt x="21833" y="14172"/>
                  <a:pt x="22015" y="13132"/>
                  <a:pt x="22015" y="11930"/>
                </a:cubicBezTo>
                <a:moveTo>
                  <a:pt x="25554" y="30793"/>
                </a:moveTo>
                <a:cubicBezTo>
                  <a:pt x="25554" y="29134"/>
                  <a:pt x="25303" y="27815"/>
                  <a:pt x="24801" y="26837"/>
                </a:cubicBezTo>
                <a:cubicBezTo>
                  <a:pt x="24300" y="25860"/>
                  <a:pt x="23389" y="25030"/>
                  <a:pt x="22070" y="24348"/>
                </a:cubicBezTo>
                <a:cubicBezTo>
                  <a:pt x="21179" y="23887"/>
                  <a:pt x="20096" y="23587"/>
                  <a:pt x="18824" y="23449"/>
                </a:cubicBezTo>
                <a:cubicBezTo>
                  <a:pt x="17551" y="23310"/>
                  <a:pt x="16005" y="23241"/>
                  <a:pt x="14184" y="23241"/>
                </a:cubicBezTo>
                <a:lnTo>
                  <a:pt x="5518" y="23241"/>
                </a:lnTo>
                <a:lnTo>
                  <a:pt x="5518" y="38567"/>
                </a:lnTo>
                <a:lnTo>
                  <a:pt x="12819" y="38567"/>
                </a:lnTo>
                <a:cubicBezTo>
                  <a:pt x="15234" y="38567"/>
                  <a:pt x="17212" y="38443"/>
                  <a:pt x="18754" y="38194"/>
                </a:cubicBezTo>
                <a:cubicBezTo>
                  <a:pt x="20296" y="37945"/>
                  <a:pt x="21559" y="37488"/>
                  <a:pt x="22544" y="36825"/>
                </a:cubicBezTo>
                <a:cubicBezTo>
                  <a:pt x="23584" y="36105"/>
                  <a:pt x="24346" y="35285"/>
                  <a:pt x="24829" y="34363"/>
                </a:cubicBezTo>
                <a:cubicBezTo>
                  <a:pt x="25312" y="33440"/>
                  <a:pt x="25554" y="32251"/>
                  <a:pt x="25554" y="30793"/>
                </a:cubicBezTo>
                <a:close/>
                <a:moveTo>
                  <a:pt x="44336" y="7022"/>
                </a:moveTo>
                <a:lnTo>
                  <a:pt x="38428" y="7022"/>
                </a:lnTo>
                <a:lnTo>
                  <a:pt x="38428" y="1561"/>
                </a:lnTo>
                <a:lnTo>
                  <a:pt x="44336" y="1561"/>
                </a:lnTo>
                <a:lnTo>
                  <a:pt x="44336" y="7022"/>
                </a:lnTo>
                <a:moveTo>
                  <a:pt x="44002" y="43360"/>
                </a:moveTo>
                <a:lnTo>
                  <a:pt x="38763" y="43360"/>
                </a:lnTo>
                <a:lnTo>
                  <a:pt x="38763" y="12206"/>
                </a:lnTo>
                <a:lnTo>
                  <a:pt x="44002" y="12206"/>
                </a:lnTo>
                <a:lnTo>
                  <a:pt x="44002" y="43360"/>
                </a:lnTo>
                <a:close/>
                <a:moveTo>
                  <a:pt x="81287" y="12206"/>
                </a:moveTo>
                <a:lnTo>
                  <a:pt x="68691" y="43360"/>
                </a:lnTo>
                <a:lnTo>
                  <a:pt x="63424" y="43360"/>
                </a:lnTo>
                <a:lnTo>
                  <a:pt x="50912" y="12206"/>
                </a:lnTo>
                <a:lnTo>
                  <a:pt x="56597" y="12206"/>
                </a:lnTo>
                <a:lnTo>
                  <a:pt x="66239" y="37001"/>
                </a:lnTo>
                <a:lnTo>
                  <a:pt x="75797" y="12206"/>
                </a:lnTo>
                <a:lnTo>
                  <a:pt x="81287" y="12206"/>
                </a:lnTo>
                <a:close/>
                <a:moveTo>
                  <a:pt x="112330" y="43360"/>
                </a:moveTo>
                <a:lnTo>
                  <a:pt x="107119" y="43360"/>
                </a:lnTo>
                <a:lnTo>
                  <a:pt x="107119" y="40067"/>
                </a:lnTo>
                <a:cubicBezTo>
                  <a:pt x="106655" y="40383"/>
                  <a:pt x="106028" y="40825"/>
                  <a:pt x="105238" y="41392"/>
                </a:cubicBezTo>
                <a:cubicBezTo>
                  <a:pt x="104449" y="41959"/>
                  <a:pt x="103682" y="42411"/>
                  <a:pt x="102939" y="42746"/>
                </a:cubicBezTo>
                <a:cubicBezTo>
                  <a:pt x="102066" y="43173"/>
                  <a:pt x="101063" y="43531"/>
                  <a:pt x="99930" y="43819"/>
                </a:cubicBezTo>
                <a:cubicBezTo>
                  <a:pt x="98797" y="44108"/>
                  <a:pt x="97468" y="44252"/>
                  <a:pt x="95945" y="44252"/>
                </a:cubicBezTo>
                <a:cubicBezTo>
                  <a:pt x="93140" y="44252"/>
                  <a:pt x="90762" y="43322"/>
                  <a:pt x="88811" y="41462"/>
                </a:cubicBezTo>
                <a:cubicBezTo>
                  <a:pt x="86860" y="39602"/>
                  <a:pt x="85885" y="37230"/>
                  <a:pt x="85885" y="34346"/>
                </a:cubicBezTo>
                <a:cubicBezTo>
                  <a:pt x="85885" y="31984"/>
                  <a:pt x="86391" y="30073"/>
                  <a:pt x="87404" y="28613"/>
                </a:cubicBezTo>
                <a:cubicBezTo>
                  <a:pt x="88416" y="27152"/>
                  <a:pt x="89861" y="26004"/>
                  <a:pt x="91737" y="25167"/>
                </a:cubicBezTo>
                <a:cubicBezTo>
                  <a:pt x="93632" y="24330"/>
                  <a:pt x="95908" y="23762"/>
                  <a:pt x="98564" y="23465"/>
                </a:cubicBezTo>
                <a:cubicBezTo>
                  <a:pt x="101221" y="23167"/>
                  <a:pt x="104073" y="22943"/>
                  <a:pt x="107119" y="22795"/>
                </a:cubicBezTo>
                <a:lnTo>
                  <a:pt x="107119" y="21980"/>
                </a:lnTo>
                <a:cubicBezTo>
                  <a:pt x="107119" y="20781"/>
                  <a:pt x="106910" y="19788"/>
                  <a:pt x="106492" y="19002"/>
                </a:cubicBezTo>
                <a:cubicBezTo>
                  <a:pt x="106074" y="18215"/>
                  <a:pt x="105475" y="17597"/>
                  <a:pt x="104695" y="17147"/>
                </a:cubicBezTo>
                <a:cubicBezTo>
                  <a:pt x="103952" y="16716"/>
                  <a:pt x="103060" y="16426"/>
                  <a:pt x="102020" y="16276"/>
                </a:cubicBezTo>
                <a:cubicBezTo>
                  <a:pt x="100979" y="16126"/>
                  <a:pt x="99893" y="16051"/>
                  <a:pt x="98759" y="16051"/>
                </a:cubicBezTo>
                <a:cubicBezTo>
                  <a:pt x="97385" y="16051"/>
                  <a:pt x="95852" y="16237"/>
                  <a:pt x="94161" y="16609"/>
                </a:cubicBezTo>
                <a:cubicBezTo>
                  <a:pt x="92471" y="16981"/>
                  <a:pt x="90725" y="17519"/>
                  <a:pt x="88922" y="18225"/>
                </a:cubicBezTo>
                <a:lnTo>
                  <a:pt x="88644" y="18225"/>
                </a:lnTo>
                <a:lnTo>
                  <a:pt x="88644" y="12902"/>
                </a:lnTo>
                <a:cubicBezTo>
                  <a:pt x="89666" y="12624"/>
                  <a:pt x="91143" y="12317"/>
                  <a:pt x="93075" y="11983"/>
                </a:cubicBezTo>
                <a:cubicBezTo>
                  <a:pt x="95007" y="11648"/>
                  <a:pt x="96911" y="11481"/>
                  <a:pt x="98787" y="11481"/>
                </a:cubicBezTo>
                <a:cubicBezTo>
                  <a:pt x="100979" y="11481"/>
                  <a:pt x="102888" y="11662"/>
                  <a:pt x="104514" y="12024"/>
                </a:cubicBezTo>
                <a:cubicBezTo>
                  <a:pt x="106139" y="12387"/>
                  <a:pt x="107547" y="13004"/>
                  <a:pt x="108736" y="13878"/>
                </a:cubicBezTo>
                <a:cubicBezTo>
                  <a:pt x="109906" y="14732"/>
                  <a:pt x="110798" y="15837"/>
                  <a:pt x="111411" y="17194"/>
                </a:cubicBezTo>
                <a:cubicBezTo>
                  <a:pt x="112024" y="18550"/>
                  <a:pt x="112330" y="20231"/>
                  <a:pt x="112330" y="22238"/>
                </a:cubicBezTo>
                <a:lnTo>
                  <a:pt x="112330" y="43360"/>
                </a:lnTo>
                <a:moveTo>
                  <a:pt x="107119" y="35736"/>
                </a:moveTo>
                <a:lnTo>
                  <a:pt x="107119" y="27031"/>
                </a:lnTo>
                <a:cubicBezTo>
                  <a:pt x="105522" y="27124"/>
                  <a:pt x="103641" y="27264"/>
                  <a:pt x="101476" y="27451"/>
                </a:cubicBezTo>
                <a:cubicBezTo>
                  <a:pt x="99312" y="27638"/>
                  <a:pt x="97598" y="27908"/>
                  <a:pt x="96335" y="28262"/>
                </a:cubicBezTo>
                <a:cubicBezTo>
                  <a:pt x="94830" y="28692"/>
                  <a:pt x="93613" y="29359"/>
                  <a:pt x="92684" y="30264"/>
                </a:cubicBezTo>
                <a:cubicBezTo>
                  <a:pt x="91756" y="31169"/>
                  <a:pt x="91291" y="32415"/>
                  <a:pt x="91291" y="34001"/>
                </a:cubicBezTo>
                <a:cubicBezTo>
                  <a:pt x="91291" y="35792"/>
                  <a:pt x="91830" y="37141"/>
                  <a:pt x="92907" y="38046"/>
                </a:cubicBezTo>
                <a:cubicBezTo>
                  <a:pt x="93985" y="38951"/>
                  <a:pt x="95629" y="39403"/>
                  <a:pt x="97840" y="39403"/>
                </a:cubicBezTo>
                <a:cubicBezTo>
                  <a:pt x="99679" y="39403"/>
                  <a:pt x="101360" y="39044"/>
                  <a:pt x="102884" y="38326"/>
                </a:cubicBezTo>
                <a:cubicBezTo>
                  <a:pt x="104407" y="37607"/>
                  <a:pt x="105819" y="36744"/>
                  <a:pt x="107119" y="35736"/>
                </a:cubicBezTo>
                <a:close/>
                <a:moveTo>
                  <a:pt x="127713" y="43360"/>
                </a:moveTo>
                <a:lnTo>
                  <a:pt x="122474" y="43360"/>
                </a:lnTo>
                <a:lnTo>
                  <a:pt x="122474" y="0"/>
                </a:lnTo>
                <a:lnTo>
                  <a:pt x="127713" y="0"/>
                </a:lnTo>
                <a:lnTo>
                  <a:pt x="127713" y="43360"/>
                </a:lnTo>
                <a:close/>
                <a:moveTo>
                  <a:pt x="164998" y="12206"/>
                </a:moveTo>
                <a:lnTo>
                  <a:pt x="152402" y="43360"/>
                </a:lnTo>
                <a:lnTo>
                  <a:pt x="147135" y="43360"/>
                </a:lnTo>
                <a:lnTo>
                  <a:pt x="134623" y="12206"/>
                </a:lnTo>
                <a:lnTo>
                  <a:pt x="140308" y="12206"/>
                </a:lnTo>
                <a:lnTo>
                  <a:pt x="149950" y="37001"/>
                </a:lnTo>
                <a:lnTo>
                  <a:pt x="159508" y="12206"/>
                </a:lnTo>
                <a:lnTo>
                  <a:pt x="164998" y="12206"/>
                </a:lnTo>
                <a:close/>
                <a:moveTo>
                  <a:pt x="177482" y="7022"/>
                </a:moveTo>
                <a:lnTo>
                  <a:pt x="171575" y="7022"/>
                </a:lnTo>
                <a:lnTo>
                  <a:pt x="171575" y="1561"/>
                </a:lnTo>
                <a:lnTo>
                  <a:pt x="177482" y="1561"/>
                </a:lnTo>
                <a:lnTo>
                  <a:pt x="177482" y="7022"/>
                </a:lnTo>
                <a:moveTo>
                  <a:pt x="177148" y="43360"/>
                </a:moveTo>
                <a:lnTo>
                  <a:pt x="171909" y="43360"/>
                </a:lnTo>
                <a:lnTo>
                  <a:pt x="171909" y="12206"/>
                </a:lnTo>
                <a:lnTo>
                  <a:pt x="177148" y="12206"/>
                </a:lnTo>
                <a:lnTo>
                  <a:pt x="177148" y="43360"/>
                </a:lnTo>
                <a:close/>
                <a:moveTo>
                  <a:pt x="211702" y="43360"/>
                </a:moveTo>
                <a:lnTo>
                  <a:pt x="206491" y="43360"/>
                </a:lnTo>
                <a:lnTo>
                  <a:pt x="206491" y="40067"/>
                </a:lnTo>
                <a:cubicBezTo>
                  <a:pt x="206027" y="40383"/>
                  <a:pt x="205400" y="40825"/>
                  <a:pt x="204610" y="41392"/>
                </a:cubicBezTo>
                <a:cubicBezTo>
                  <a:pt x="203821" y="41959"/>
                  <a:pt x="203054" y="42411"/>
                  <a:pt x="202311" y="42746"/>
                </a:cubicBezTo>
                <a:cubicBezTo>
                  <a:pt x="201438" y="43173"/>
                  <a:pt x="200435" y="43531"/>
                  <a:pt x="199302" y="43819"/>
                </a:cubicBezTo>
                <a:cubicBezTo>
                  <a:pt x="198168" y="44108"/>
                  <a:pt x="196840" y="44252"/>
                  <a:pt x="195317" y="44252"/>
                </a:cubicBezTo>
                <a:cubicBezTo>
                  <a:pt x="192511" y="44252"/>
                  <a:pt x="190134" y="43322"/>
                  <a:pt x="188183" y="41462"/>
                </a:cubicBezTo>
                <a:cubicBezTo>
                  <a:pt x="186232" y="39602"/>
                  <a:pt x="185257" y="37230"/>
                  <a:pt x="185257" y="34346"/>
                </a:cubicBezTo>
                <a:cubicBezTo>
                  <a:pt x="185257" y="31984"/>
                  <a:pt x="185763" y="30073"/>
                  <a:pt x="186776" y="28613"/>
                </a:cubicBezTo>
                <a:cubicBezTo>
                  <a:pt x="187788" y="27152"/>
                  <a:pt x="189232" y="26004"/>
                  <a:pt x="191109" y="25167"/>
                </a:cubicBezTo>
                <a:cubicBezTo>
                  <a:pt x="193004" y="24330"/>
                  <a:pt x="195280" y="23762"/>
                  <a:pt x="197936" y="23465"/>
                </a:cubicBezTo>
                <a:cubicBezTo>
                  <a:pt x="200593" y="23167"/>
                  <a:pt x="203444" y="22943"/>
                  <a:pt x="206491" y="22795"/>
                </a:cubicBezTo>
                <a:lnTo>
                  <a:pt x="206491" y="21980"/>
                </a:lnTo>
                <a:cubicBezTo>
                  <a:pt x="206491" y="20781"/>
                  <a:pt x="206282" y="19788"/>
                  <a:pt x="205864" y="19002"/>
                </a:cubicBezTo>
                <a:cubicBezTo>
                  <a:pt x="205446" y="18215"/>
                  <a:pt x="204847" y="17597"/>
                  <a:pt x="204067" y="17147"/>
                </a:cubicBezTo>
                <a:cubicBezTo>
                  <a:pt x="203324" y="16716"/>
                  <a:pt x="202432" y="16426"/>
                  <a:pt x="201392" y="16276"/>
                </a:cubicBezTo>
                <a:cubicBezTo>
                  <a:pt x="200351" y="16126"/>
                  <a:pt x="199264" y="16051"/>
                  <a:pt x="198131" y="16051"/>
                </a:cubicBezTo>
                <a:cubicBezTo>
                  <a:pt x="196756" y="16051"/>
                  <a:pt x="195224" y="16237"/>
                  <a:pt x="193533" y="16609"/>
                </a:cubicBezTo>
                <a:cubicBezTo>
                  <a:pt x="191843" y="16981"/>
                  <a:pt x="190096" y="17519"/>
                  <a:pt x="188294" y="18225"/>
                </a:cubicBezTo>
                <a:lnTo>
                  <a:pt x="188016" y="18225"/>
                </a:lnTo>
                <a:lnTo>
                  <a:pt x="188016" y="12902"/>
                </a:lnTo>
                <a:cubicBezTo>
                  <a:pt x="189037" y="12624"/>
                  <a:pt x="190514" y="12317"/>
                  <a:pt x="192446" y="11983"/>
                </a:cubicBezTo>
                <a:cubicBezTo>
                  <a:pt x="194379" y="11648"/>
                  <a:pt x="196283" y="11481"/>
                  <a:pt x="198159" y="11481"/>
                </a:cubicBezTo>
                <a:cubicBezTo>
                  <a:pt x="200351" y="11481"/>
                  <a:pt x="202260" y="11662"/>
                  <a:pt x="203886" y="12024"/>
                </a:cubicBezTo>
                <a:cubicBezTo>
                  <a:pt x="205511" y="12387"/>
                  <a:pt x="206918" y="13004"/>
                  <a:pt x="208107" y="13878"/>
                </a:cubicBezTo>
                <a:cubicBezTo>
                  <a:pt x="209278" y="14732"/>
                  <a:pt x="210170" y="15837"/>
                  <a:pt x="210783" y="17194"/>
                </a:cubicBezTo>
                <a:cubicBezTo>
                  <a:pt x="211396" y="18550"/>
                  <a:pt x="211702" y="20231"/>
                  <a:pt x="211702" y="22238"/>
                </a:cubicBezTo>
                <a:lnTo>
                  <a:pt x="211702" y="43360"/>
                </a:lnTo>
                <a:moveTo>
                  <a:pt x="206491" y="35736"/>
                </a:moveTo>
                <a:lnTo>
                  <a:pt x="206491" y="27031"/>
                </a:lnTo>
                <a:cubicBezTo>
                  <a:pt x="204894" y="27124"/>
                  <a:pt x="203013" y="27264"/>
                  <a:pt x="200848" y="27451"/>
                </a:cubicBezTo>
                <a:cubicBezTo>
                  <a:pt x="198684" y="27638"/>
                  <a:pt x="196970" y="27908"/>
                  <a:pt x="195707" y="28262"/>
                </a:cubicBezTo>
                <a:cubicBezTo>
                  <a:pt x="194202" y="28692"/>
                  <a:pt x="192985" y="29359"/>
                  <a:pt x="192056" y="30264"/>
                </a:cubicBezTo>
                <a:cubicBezTo>
                  <a:pt x="191127" y="31169"/>
                  <a:pt x="190663" y="32415"/>
                  <a:pt x="190663" y="34001"/>
                </a:cubicBezTo>
                <a:cubicBezTo>
                  <a:pt x="190663" y="35792"/>
                  <a:pt x="191202" y="37141"/>
                  <a:pt x="192279" y="38046"/>
                </a:cubicBezTo>
                <a:cubicBezTo>
                  <a:pt x="193357" y="38951"/>
                  <a:pt x="195001" y="39403"/>
                  <a:pt x="197212" y="39403"/>
                </a:cubicBezTo>
                <a:cubicBezTo>
                  <a:pt x="199051" y="39403"/>
                  <a:pt x="200732" y="39044"/>
                  <a:pt x="202255" y="38326"/>
                </a:cubicBezTo>
                <a:cubicBezTo>
                  <a:pt x="203779" y="37607"/>
                  <a:pt x="205191" y="36744"/>
                  <a:pt x="206491" y="3573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B1F31-4370-4EB3-BD86-DC9E49D52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575" y="2916276"/>
            <a:ext cx="93094" cy="58147"/>
          </a:xfrm>
          <a:custGeom xmlns:a="http://schemas.openxmlformats.org/drawingml/2006/main">
            <a:pathLst>
              <a:path w="93094" h="58147">
                <a:moveTo>
                  <a:pt x="0" y="0"/>
                </a:moveTo>
                <a:lnTo>
                  <a:pt x="93094" y="0"/>
                </a:lnTo>
                <a:lnTo>
                  <a:pt x="93094" y="58147"/>
                </a:lnTo>
                <a:lnTo>
                  <a:pt x="0" y="58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A32540-76CF-4843-8F2A-68C94EE91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576" y="2916277"/>
            <a:ext cx="93094" cy="58147"/>
          </a:xfrm>
          <a:custGeom xmlns:a="http://schemas.openxmlformats.org/drawingml/2006/main">
            <a:pathLst>
              <a:path w="93094" h="58147" fill="none">
                <a:moveTo>
                  <a:pt x="0" y="0"/>
                </a:moveTo>
                <a:lnTo>
                  <a:pt x="93094" y="0"/>
                </a:lnTo>
                <a:lnTo>
                  <a:pt x="93094" y="58147"/>
                </a:lnTo>
                <a:lnTo>
                  <a:pt x="0" y="581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49C136-1AA2-40BD-8680-F89909AC9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575" y="2996920"/>
            <a:ext cx="80396" cy="43431"/>
          </a:xfrm>
          <a:custGeom xmlns:a="http://schemas.openxmlformats.org/drawingml/2006/main">
            <a:pathLst>
              <a:path w="80396" h="43431">
                <a:moveTo>
                  <a:pt x="0" y="0"/>
                </a:moveTo>
                <a:lnTo>
                  <a:pt x="80396" y="0"/>
                </a:lnTo>
                <a:lnTo>
                  <a:pt x="80396" y="43431"/>
                </a:lnTo>
                <a:lnTo>
                  <a:pt x="0" y="434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4015E-4A19-4B2D-AB7A-5F74735BD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1576" y="2996922"/>
            <a:ext cx="80396" cy="43431"/>
          </a:xfrm>
          <a:custGeom xmlns:a="http://schemas.openxmlformats.org/drawingml/2006/main">
            <a:pathLst>
              <a:path w="80396" h="43431" fill="none">
                <a:moveTo>
                  <a:pt x="0" y="0"/>
                </a:moveTo>
                <a:lnTo>
                  <a:pt x="80396" y="0"/>
                </a:lnTo>
                <a:lnTo>
                  <a:pt x="80396" y="43431"/>
                </a:lnTo>
                <a:lnTo>
                  <a:pt x="0" y="434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2227C5-A01F-4C79-B43A-FD31ED205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158" y="2380818"/>
            <a:ext cx="361039" cy="614674"/>
          </a:xfrm>
          <a:custGeom xmlns:a="http://schemas.openxmlformats.org/drawingml/2006/main">
            <a:pathLst>
              <a:path w="361039" h="614674">
                <a:moveTo>
                  <a:pt x="0" y="0"/>
                </a:moveTo>
                <a:lnTo>
                  <a:pt x="361039" y="0"/>
                </a:lnTo>
                <a:lnTo>
                  <a:pt x="361039" y="614674"/>
                </a:lnTo>
                <a:lnTo>
                  <a:pt x="0" y="6146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70794-D137-4D2A-86F5-B246AAC40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158" y="2380819"/>
            <a:ext cx="361041" cy="614674"/>
          </a:xfrm>
          <a:custGeom xmlns:a="http://schemas.openxmlformats.org/drawingml/2006/main">
            <a:pathLst>
              <a:path w="361041" h="614674" fill="none">
                <a:moveTo>
                  <a:pt x="0" y="0"/>
                </a:moveTo>
                <a:lnTo>
                  <a:pt x="361041" y="0"/>
                </a:lnTo>
                <a:lnTo>
                  <a:pt x="361041" y="614674"/>
                </a:lnTo>
                <a:lnTo>
                  <a:pt x="0" y="6146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96" name="Text Agaricomycetes">
            <a:extLst xmlns:a="http://schemas.openxmlformats.org/drawingml/2006/main">
              <a:ext uri="{FF2B5EF4-FFF2-40B4-BE49-F238E27FC236}">
                <a16:creationId xmlns:a16="http://schemas.microsoft.com/office/drawing/2014/main" id="{FB6FD9C9-C035-4E0C-9886-310855E4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014" y="2410952"/>
            <a:ext cx="224407" cy="26772"/>
          </a:xfrm>
          <a:custGeom xmlns:a="http://schemas.openxmlformats.org/drawingml/2006/main">
            <a:pathLst>
              <a:path w="224407" h="26772">
                <a:moveTo>
                  <a:pt x="18757" y="20872"/>
                </a:moveTo>
                <a:lnTo>
                  <a:pt x="15821" y="20872"/>
                </a:lnTo>
                <a:lnTo>
                  <a:pt x="13790" y="15112"/>
                </a:lnTo>
                <a:lnTo>
                  <a:pt x="4828" y="15112"/>
                </a:lnTo>
                <a:lnTo>
                  <a:pt x="2797" y="20872"/>
                </a:lnTo>
                <a:lnTo>
                  <a:pt x="0" y="20872"/>
                </a:lnTo>
                <a:lnTo>
                  <a:pt x="7542" y="139"/>
                </a:lnTo>
                <a:lnTo>
                  <a:pt x="11215" y="139"/>
                </a:lnTo>
                <a:lnTo>
                  <a:pt x="18757" y="20872"/>
                </a:lnTo>
                <a:moveTo>
                  <a:pt x="12941" y="12718"/>
                </a:moveTo>
                <a:lnTo>
                  <a:pt x="9309" y="2548"/>
                </a:lnTo>
                <a:lnTo>
                  <a:pt x="5663" y="12718"/>
                </a:lnTo>
                <a:lnTo>
                  <a:pt x="12941" y="12718"/>
                </a:lnTo>
                <a:close/>
                <a:moveTo>
                  <a:pt x="34300" y="19109"/>
                </a:moveTo>
                <a:cubicBezTo>
                  <a:pt x="34300" y="21747"/>
                  <a:pt x="33702" y="23684"/>
                  <a:pt x="32505" y="24919"/>
                </a:cubicBezTo>
                <a:cubicBezTo>
                  <a:pt x="31309" y="26155"/>
                  <a:pt x="29467" y="26772"/>
                  <a:pt x="26981" y="26772"/>
                </a:cubicBezTo>
                <a:cubicBezTo>
                  <a:pt x="26156" y="26772"/>
                  <a:pt x="25351" y="26714"/>
                  <a:pt x="24567" y="26598"/>
                </a:cubicBezTo>
                <a:cubicBezTo>
                  <a:pt x="23783" y="26483"/>
                  <a:pt x="23011" y="26318"/>
                  <a:pt x="22250" y="26104"/>
                </a:cubicBezTo>
                <a:lnTo>
                  <a:pt x="22250" y="23433"/>
                </a:lnTo>
                <a:lnTo>
                  <a:pt x="22389" y="23433"/>
                </a:lnTo>
                <a:cubicBezTo>
                  <a:pt x="22816" y="23597"/>
                  <a:pt x="23493" y="23801"/>
                  <a:pt x="24421" y="24043"/>
                </a:cubicBezTo>
                <a:cubicBezTo>
                  <a:pt x="25348" y="24286"/>
                  <a:pt x="26276" y="24407"/>
                  <a:pt x="27204" y="24407"/>
                </a:cubicBezTo>
                <a:cubicBezTo>
                  <a:pt x="28094" y="24407"/>
                  <a:pt x="28832" y="24300"/>
                  <a:pt x="29416" y="24087"/>
                </a:cubicBezTo>
                <a:cubicBezTo>
                  <a:pt x="30001" y="23874"/>
                  <a:pt x="30455" y="23578"/>
                  <a:pt x="30780" y="23198"/>
                </a:cubicBezTo>
                <a:cubicBezTo>
                  <a:pt x="31105" y="22837"/>
                  <a:pt x="31337" y="22402"/>
                  <a:pt x="31476" y="21892"/>
                </a:cubicBezTo>
                <a:cubicBezTo>
                  <a:pt x="31615" y="21383"/>
                  <a:pt x="31684" y="20813"/>
                  <a:pt x="31684" y="20184"/>
                </a:cubicBezTo>
                <a:lnTo>
                  <a:pt x="31684" y="18767"/>
                </a:lnTo>
                <a:cubicBezTo>
                  <a:pt x="30896" y="19399"/>
                  <a:pt x="30142" y="19871"/>
                  <a:pt x="29423" y="20183"/>
                </a:cubicBezTo>
                <a:cubicBezTo>
                  <a:pt x="28704" y="20494"/>
                  <a:pt x="27788" y="20650"/>
                  <a:pt x="26675" y="20650"/>
                </a:cubicBezTo>
                <a:cubicBezTo>
                  <a:pt x="24820" y="20650"/>
                  <a:pt x="23347" y="19978"/>
                  <a:pt x="22257" y="18634"/>
                </a:cubicBezTo>
                <a:cubicBezTo>
                  <a:pt x="21167" y="17290"/>
                  <a:pt x="20622" y="15394"/>
                  <a:pt x="20622" y="12948"/>
                </a:cubicBezTo>
                <a:cubicBezTo>
                  <a:pt x="20622" y="11609"/>
                  <a:pt x="20810" y="10453"/>
                  <a:pt x="21186" y="9481"/>
                </a:cubicBezTo>
                <a:cubicBezTo>
                  <a:pt x="21561" y="8509"/>
                  <a:pt x="22074" y="7670"/>
                  <a:pt x="22723" y="6963"/>
                </a:cubicBezTo>
                <a:cubicBezTo>
                  <a:pt x="23326" y="6303"/>
                  <a:pt x="24059" y="5789"/>
                  <a:pt x="24922" y="5422"/>
                </a:cubicBezTo>
                <a:cubicBezTo>
                  <a:pt x="25784" y="5054"/>
                  <a:pt x="26643" y="4870"/>
                  <a:pt x="27496" y="4870"/>
                </a:cubicBezTo>
                <a:cubicBezTo>
                  <a:pt x="28396" y="4870"/>
                  <a:pt x="29150" y="4961"/>
                  <a:pt x="29757" y="5142"/>
                </a:cubicBezTo>
                <a:cubicBezTo>
                  <a:pt x="30365" y="5324"/>
                  <a:pt x="31007" y="5600"/>
                  <a:pt x="31684" y="5973"/>
                </a:cubicBezTo>
                <a:lnTo>
                  <a:pt x="31851" y="5316"/>
                </a:lnTo>
                <a:lnTo>
                  <a:pt x="34300" y="5316"/>
                </a:lnTo>
                <a:lnTo>
                  <a:pt x="34300" y="19109"/>
                </a:lnTo>
                <a:moveTo>
                  <a:pt x="31684" y="16611"/>
                </a:moveTo>
                <a:lnTo>
                  <a:pt x="31684" y="8115"/>
                </a:lnTo>
                <a:cubicBezTo>
                  <a:pt x="30989" y="7798"/>
                  <a:pt x="30342" y="7573"/>
                  <a:pt x="29743" y="7438"/>
                </a:cubicBezTo>
                <a:cubicBezTo>
                  <a:pt x="29145" y="7303"/>
                  <a:pt x="28549" y="7236"/>
                  <a:pt x="27955" y="7236"/>
                </a:cubicBezTo>
                <a:cubicBezTo>
                  <a:pt x="26517" y="7236"/>
                  <a:pt x="25386" y="7719"/>
                  <a:pt x="24560" y="8687"/>
                </a:cubicBezTo>
                <a:cubicBezTo>
                  <a:pt x="23734" y="9654"/>
                  <a:pt x="23322" y="11058"/>
                  <a:pt x="23322" y="12900"/>
                </a:cubicBezTo>
                <a:cubicBezTo>
                  <a:pt x="23322" y="14648"/>
                  <a:pt x="23628" y="15973"/>
                  <a:pt x="24240" y="16875"/>
                </a:cubicBezTo>
                <a:cubicBezTo>
                  <a:pt x="24852" y="17778"/>
                  <a:pt x="25868" y="18229"/>
                  <a:pt x="27287" y="18229"/>
                </a:cubicBezTo>
                <a:cubicBezTo>
                  <a:pt x="28048" y="18229"/>
                  <a:pt x="28811" y="18082"/>
                  <a:pt x="29576" y="17789"/>
                </a:cubicBezTo>
                <a:cubicBezTo>
                  <a:pt x="30342" y="17496"/>
                  <a:pt x="31044" y="17103"/>
                  <a:pt x="31684" y="16611"/>
                </a:cubicBezTo>
                <a:close/>
                <a:moveTo>
                  <a:pt x="51527" y="20872"/>
                </a:moveTo>
                <a:lnTo>
                  <a:pt x="48925" y="20872"/>
                </a:lnTo>
                <a:lnTo>
                  <a:pt x="48925" y="19228"/>
                </a:lnTo>
                <a:cubicBezTo>
                  <a:pt x="48693" y="19386"/>
                  <a:pt x="48380" y="19606"/>
                  <a:pt x="47986" y="19890"/>
                </a:cubicBezTo>
                <a:cubicBezTo>
                  <a:pt x="47592" y="20173"/>
                  <a:pt x="47209" y="20398"/>
                  <a:pt x="46838" y="20565"/>
                </a:cubicBezTo>
                <a:cubicBezTo>
                  <a:pt x="46402" y="20779"/>
                  <a:pt x="45901" y="20958"/>
                  <a:pt x="45335" y="21102"/>
                </a:cubicBezTo>
                <a:cubicBezTo>
                  <a:pt x="44769" y="21246"/>
                  <a:pt x="44106" y="21318"/>
                  <a:pt x="43345" y="21318"/>
                </a:cubicBezTo>
                <a:cubicBezTo>
                  <a:pt x="41945" y="21318"/>
                  <a:pt x="40757" y="20853"/>
                  <a:pt x="39783" y="19925"/>
                </a:cubicBezTo>
                <a:cubicBezTo>
                  <a:pt x="38809" y="18996"/>
                  <a:pt x="38322" y="17811"/>
                  <a:pt x="38322" y="16371"/>
                </a:cubicBezTo>
                <a:cubicBezTo>
                  <a:pt x="38322" y="15192"/>
                  <a:pt x="38575" y="14237"/>
                  <a:pt x="39080" y="13508"/>
                </a:cubicBezTo>
                <a:cubicBezTo>
                  <a:pt x="39586" y="12779"/>
                  <a:pt x="40307" y="12205"/>
                  <a:pt x="41244" y="11788"/>
                </a:cubicBezTo>
                <a:cubicBezTo>
                  <a:pt x="42190" y="11370"/>
                  <a:pt x="43327" y="11086"/>
                  <a:pt x="44653" y="10938"/>
                </a:cubicBezTo>
                <a:cubicBezTo>
                  <a:pt x="45980" y="10789"/>
                  <a:pt x="47404" y="10677"/>
                  <a:pt x="48925" y="10603"/>
                </a:cubicBezTo>
                <a:lnTo>
                  <a:pt x="48925" y="10196"/>
                </a:lnTo>
                <a:cubicBezTo>
                  <a:pt x="48925" y="9598"/>
                  <a:pt x="48821" y="9102"/>
                  <a:pt x="48612" y="8709"/>
                </a:cubicBezTo>
                <a:cubicBezTo>
                  <a:pt x="48403" y="8316"/>
                  <a:pt x="48104" y="8007"/>
                  <a:pt x="47715" y="7783"/>
                </a:cubicBezTo>
                <a:cubicBezTo>
                  <a:pt x="47344" y="7568"/>
                  <a:pt x="46898" y="7423"/>
                  <a:pt x="46379" y="7348"/>
                </a:cubicBezTo>
                <a:cubicBezTo>
                  <a:pt x="45859" y="7273"/>
                  <a:pt x="45317" y="7236"/>
                  <a:pt x="44751" y="7236"/>
                </a:cubicBezTo>
                <a:cubicBezTo>
                  <a:pt x="44064" y="7236"/>
                  <a:pt x="43299" y="7329"/>
                  <a:pt x="42455" y="7515"/>
                </a:cubicBezTo>
                <a:cubicBezTo>
                  <a:pt x="41611" y="7700"/>
                  <a:pt x="40739" y="7969"/>
                  <a:pt x="39839" y="8321"/>
                </a:cubicBezTo>
                <a:lnTo>
                  <a:pt x="39700" y="8321"/>
                </a:lnTo>
                <a:lnTo>
                  <a:pt x="39700" y="5663"/>
                </a:lnTo>
                <a:cubicBezTo>
                  <a:pt x="40210" y="5524"/>
                  <a:pt x="40947" y="5371"/>
                  <a:pt x="41912" y="5204"/>
                </a:cubicBezTo>
                <a:cubicBezTo>
                  <a:pt x="42877" y="5037"/>
                  <a:pt x="43828" y="4954"/>
                  <a:pt x="44765" y="4954"/>
                </a:cubicBezTo>
                <a:cubicBezTo>
                  <a:pt x="45859" y="4954"/>
                  <a:pt x="46812" y="5044"/>
                  <a:pt x="47624" y="5225"/>
                </a:cubicBezTo>
                <a:cubicBezTo>
                  <a:pt x="48436" y="5406"/>
                  <a:pt x="49139" y="5714"/>
                  <a:pt x="49732" y="6150"/>
                </a:cubicBezTo>
                <a:cubicBezTo>
                  <a:pt x="50317" y="6577"/>
                  <a:pt x="50762" y="7129"/>
                  <a:pt x="51068" y="7806"/>
                </a:cubicBezTo>
                <a:cubicBezTo>
                  <a:pt x="51374" y="8483"/>
                  <a:pt x="51527" y="9323"/>
                  <a:pt x="51527" y="10325"/>
                </a:cubicBezTo>
                <a:lnTo>
                  <a:pt x="51527" y="20872"/>
                </a:lnTo>
                <a:moveTo>
                  <a:pt x="48925" y="17065"/>
                </a:moveTo>
                <a:lnTo>
                  <a:pt x="48925" y="12718"/>
                </a:lnTo>
                <a:cubicBezTo>
                  <a:pt x="48127" y="12765"/>
                  <a:pt x="47188" y="12835"/>
                  <a:pt x="46107" y="12928"/>
                </a:cubicBezTo>
                <a:cubicBezTo>
                  <a:pt x="45027" y="13021"/>
                  <a:pt x="44171" y="13156"/>
                  <a:pt x="43540" y="13333"/>
                </a:cubicBezTo>
                <a:cubicBezTo>
                  <a:pt x="42789" y="13548"/>
                  <a:pt x="42181" y="13881"/>
                  <a:pt x="41717" y="14333"/>
                </a:cubicBezTo>
                <a:cubicBezTo>
                  <a:pt x="41253" y="14785"/>
                  <a:pt x="41022" y="15407"/>
                  <a:pt x="41022" y="16199"/>
                </a:cubicBezTo>
                <a:cubicBezTo>
                  <a:pt x="41022" y="17093"/>
                  <a:pt x="41291" y="17767"/>
                  <a:pt x="41829" y="18219"/>
                </a:cubicBezTo>
                <a:cubicBezTo>
                  <a:pt x="42367" y="18671"/>
                  <a:pt x="43188" y="18897"/>
                  <a:pt x="44292" y="18897"/>
                </a:cubicBezTo>
                <a:cubicBezTo>
                  <a:pt x="45210" y="18897"/>
                  <a:pt x="46049" y="18717"/>
                  <a:pt x="46810" y="18359"/>
                </a:cubicBezTo>
                <a:cubicBezTo>
                  <a:pt x="47571" y="18000"/>
                  <a:pt x="48276" y="17569"/>
                  <a:pt x="48925" y="17065"/>
                </a:cubicBezTo>
                <a:close/>
                <a:moveTo>
                  <a:pt x="66263" y="8154"/>
                </a:moveTo>
                <a:lnTo>
                  <a:pt x="66124" y="8154"/>
                </a:lnTo>
                <a:cubicBezTo>
                  <a:pt x="65735" y="8066"/>
                  <a:pt x="65357" y="8003"/>
                  <a:pt x="64990" y="7963"/>
                </a:cubicBezTo>
                <a:cubicBezTo>
                  <a:pt x="64624" y="7924"/>
                  <a:pt x="64190" y="7904"/>
                  <a:pt x="63689" y="7904"/>
                </a:cubicBezTo>
                <a:cubicBezTo>
                  <a:pt x="62882" y="7904"/>
                  <a:pt x="62103" y="8083"/>
                  <a:pt x="61351" y="8440"/>
                </a:cubicBezTo>
                <a:cubicBezTo>
                  <a:pt x="60600" y="8798"/>
                  <a:pt x="59876" y="9260"/>
                  <a:pt x="59181" y="9826"/>
                </a:cubicBezTo>
                <a:lnTo>
                  <a:pt x="59181" y="20872"/>
                </a:lnTo>
                <a:lnTo>
                  <a:pt x="56565" y="20872"/>
                </a:lnTo>
                <a:lnTo>
                  <a:pt x="56565" y="5316"/>
                </a:lnTo>
                <a:lnTo>
                  <a:pt x="59181" y="5316"/>
                </a:lnTo>
                <a:lnTo>
                  <a:pt x="59181" y="7614"/>
                </a:lnTo>
                <a:cubicBezTo>
                  <a:pt x="60220" y="6778"/>
                  <a:pt x="61136" y="6186"/>
                  <a:pt x="61929" y="5838"/>
                </a:cubicBezTo>
                <a:cubicBezTo>
                  <a:pt x="62722" y="5490"/>
                  <a:pt x="63531" y="5316"/>
                  <a:pt x="64357" y="5316"/>
                </a:cubicBezTo>
                <a:cubicBezTo>
                  <a:pt x="64812" y="5316"/>
                  <a:pt x="65141" y="5327"/>
                  <a:pt x="65345" y="5350"/>
                </a:cubicBezTo>
                <a:cubicBezTo>
                  <a:pt x="65549" y="5373"/>
                  <a:pt x="65855" y="5417"/>
                  <a:pt x="66263" y="5482"/>
                </a:cubicBezTo>
                <a:lnTo>
                  <a:pt x="66263" y="8154"/>
                </a:lnTo>
                <a:close/>
                <a:moveTo>
                  <a:pt x="71537" y="2727"/>
                </a:moveTo>
                <a:lnTo>
                  <a:pt x="68587" y="2727"/>
                </a:lnTo>
                <a:lnTo>
                  <a:pt x="68587" y="0"/>
                </a:lnTo>
                <a:lnTo>
                  <a:pt x="71537" y="0"/>
                </a:lnTo>
                <a:lnTo>
                  <a:pt x="71537" y="2727"/>
                </a:lnTo>
                <a:moveTo>
                  <a:pt x="71370" y="20872"/>
                </a:moveTo>
                <a:lnTo>
                  <a:pt x="68754" y="20872"/>
                </a:lnTo>
                <a:lnTo>
                  <a:pt x="68754" y="5316"/>
                </a:lnTo>
                <a:lnTo>
                  <a:pt x="71370" y="5316"/>
                </a:lnTo>
                <a:lnTo>
                  <a:pt x="71370" y="20872"/>
                </a:lnTo>
                <a:close/>
                <a:moveTo>
                  <a:pt x="88040" y="19912"/>
                </a:moveTo>
                <a:cubicBezTo>
                  <a:pt x="87168" y="20330"/>
                  <a:pt x="86340" y="20654"/>
                  <a:pt x="85556" y="20886"/>
                </a:cubicBezTo>
                <a:cubicBezTo>
                  <a:pt x="84772" y="21118"/>
                  <a:pt x="83940" y="21234"/>
                  <a:pt x="83059" y="21234"/>
                </a:cubicBezTo>
                <a:cubicBezTo>
                  <a:pt x="81936" y="21234"/>
                  <a:pt x="80906" y="21069"/>
                  <a:pt x="79969" y="20739"/>
                </a:cubicBezTo>
                <a:cubicBezTo>
                  <a:pt x="79032" y="20409"/>
                  <a:pt x="78230" y="19910"/>
                  <a:pt x="77562" y="19241"/>
                </a:cubicBezTo>
                <a:cubicBezTo>
                  <a:pt x="76885" y="18572"/>
                  <a:pt x="76361" y="17726"/>
                  <a:pt x="75990" y="16704"/>
                </a:cubicBezTo>
                <a:cubicBezTo>
                  <a:pt x="75619" y="15682"/>
                  <a:pt x="75433" y="14488"/>
                  <a:pt x="75433" y="13122"/>
                </a:cubicBezTo>
                <a:cubicBezTo>
                  <a:pt x="75433" y="10576"/>
                  <a:pt x="76131" y="8578"/>
                  <a:pt x="77527" y="7128"/>
                </a:cubicBezTo>
                <a:cubicBezTo>
                  <a:pt x="78923" y="5679"/>
                  <a:pt x="80767" y="4954"/>
                  <a:pt x="83059" y="4954"/>
                </a:cubicBezTo>
                <a:cubicBezTo>
                  <a:pt x="83949" y="4954"/>
                  <a:pt x="84823" y="5079"/>
                  <a:pt x="85682" y="5329"/>
                </a:cubicBezTo>
                <a:cubicBezTo>
                  <a:pt x="86540" y="5580"/>
                  <a:pt x="87326" y="5886"/>
                  <a:pt x="88040" y="6248"/>
                </a:cubicBezTo>
                <a:lnTo>
                  <a:pt x="88040" y="9156"/>
                </a:lnTo>
                <a:lnTo>
                  <a:pt x="87901" y="9156"/>
                </a:lnTo>
                <a:cubicBezTo>
                  <a:pt x="87103" y="8539"/>
                  <a:pt x="86280" y="8065"/>
                  <a:pt x="85431" y="7733"/>
                </a:cubicBezTo>
                <a:cubicBezTo>
                  <a:pt x="84582" y="7402"/>
                  <a:pt x="83754" y="7236"/>
                  <a:pt x="82947" y="7236"/>
                </a:cubicBezTo>
                <a:cubicBezTo>
                  <a:pt x="81463" y="7236"/>
                  <a:pt x="80292" y="7734"/>
                  <a:pt x="79434" y="8732"/>
                </a:cubicBezTo>
                <a:cubicBezTo>
                  <a:pt x="78576" y="9729"/>
                  <a:pt x="78147" y="11192"/>
                  <a:pt x="78147" y="13122"/>
                </a:cubicBezTo>
                <a:cubicBezTo>
                  <a:pt x="78147" y="14996"/>
                  <a:pt x="78566" y="16436"/>
                  <a:pt x="79406" y="17442"/>
                </a:cubicBezTo>
                <a:cubicBezTo>
                  <a:pt x="80245" y="18449"/>
                  <a:pt x="81426" y="18952"/>
                  <a:pt x="82947" y="18952"/>
                </a:cubicBezTo>
                <a:cubicBezTo>
                  <a:pt x="83476" y="18952"/>
                  <a:pt x="84014" y="18883"/>
                  <a:pt x="84561" y="18745"/>
                </a:cubicBezTo>
                <a:cubicBezTo>
                  <a:pt x="85109" y="18607"/>
                  <a:pt x="85600" y="18427"/>
                  <a:pt x="86036" y="18206"/>
                </a:cubicBezTo>
                <a:cubicBezTo>
                  <a:pt x="86417" y="18013"/>
                  <a:pt x="86774" y="17808"/>
                  <a:pt x="87108" y="17592"/>
                </a:cubicBezTo>
                <a:cubicBezTo>
                  <a:pt x="87442" y="17375"/>
                  <a:pt x="87706" y="17188"/>
                  <a:pt x="87901" y="17032"/>
                </a:cubicBezTo>
                <a:lnTo>
                  <a:pt x="88040" y="17032"/>
                </a:lnTo>
                <a:lnTo>
                  <a:pt x="88040" y="19912"/>
                </a:lnTo>
                <a:close/>
                <a:moveTo>
                  <a:pt x="104641" y="13101"/>
                </a:moveTo>
                <a:cubicBezTo>
                  <a:pt x="104641" y="15640"/>
                  <a:pt x="103991" y="17644"/>
                  <a:pt x="102693" y="19114"/>
                </a:cubicBezTo>
                <a:cubicBezTo>
                  <a:pt x="101394" y="20583"/>
                  <a:pt x="99654" y="21318"/>
                  <a:pt x="97474" y="21318"/>
                </a:cubicBezTo>
                <a:cubicBezTo>
                  <a:pt x="95276" y="21318"/>
                  <a:pt x="93530" y="20583"/>
                  <a:pt x="92235" y="19114"/>
                </a:cubicBezTo>
                <a:cubicBezTo>
                  <a:pt x="90941" y="17644"/>
                  <a:pt x="90294" y="15640"/>
                  <a:pt x="90294" y="13101"/>
                </a:cubicBezTo>
                <a:cubicBezTo>
                  <a:pt x="90294" y="10562"/>
                  <a:pt x="90941" y="8556"/>
                  <a:pt x="92235" y="7081"/>
                </a:cubicBezTo>
                <a:cubicBezTo>
                  <a:pt x="93530" y="5607"/>
                  <a:pt x="95276" y="4870"/>
                  <a:pt x="97474" y="4870"/>
                </a:cubicBezTo>
                <a:cubicBezTo>
                  <a:pt x="99654" y="4870"/>
                  <a:pt x="101394" y="5607"/>
                  <a:pt x="102693" y="7081"/>
                </a:cubicBezTo>
                <a:cubicBezTo>
                  <a:pt x="103991" y="8556"/>
                  <a:pt x="104641" y="10562"/>
                  <a:pt x="104641" y="13101"/>
                </a:cubicBezTo>
                <a:moveTo>
                  <a:pt x="101941" y="13101"/>
                </a:moveTo>
                <a:cubicBezTo>
                  <a:pt x="101941" y="11090"/>
                  <a:pt x="101547" y="9596"/>
                  <a:pt x="100758" y="8619"/>
                </a:cubicBezTo>
                <a:cubicBezTo>
                  <a:pt x="99970" y="7641"/>
                  <a:pt x="98875" y="7152"/>
                  <a:pt x="97474" y="7152"/>
                </a:cubicBezTo>
                <a:cubicBezTo>
                  <a:pt x="96055" y="7152"/>
                  <a:pt x="94954" y="7641"/>
                  <a:pt x="94170" y="8619"/>
                </a:cubicBezTo>
                <a:cubicBezTo>
                  <a:pt x="93386" y="9596"/>
                  <a:pt x="92994" y="11090"/>
                  <a:pt x="92994" y="13101"/>
                </a:cubicBezTo>
                <a:cubicBezTo>
                  <a:pt x="92994" y="15047"/>
                  <a:pt x="93388" y="16522"/>
                  <a:pt x="94177" y="17528"/>
                </a:cubicBezTo>
                <a:cubicBezTo>
                  <a:pt x="94965" y="18533"/>
                  <a:pt x="96064" y="19036"/>
                  <a:pt x="97474" y="19036"/>
                </a:cubicBezTo>
                <a:cubicBezTo>
                  <a:pt x="98866" y="19036"/>
                  <a:pt x="99958" y="18538"/>
                  <a:pt x="100751" y="17542"/>
                </a:cubicBezTo>
                <a:cubicBezTo>
                  <a:pt x="101545" y="16545"/>
                  <a:pt x="101941" y="15065"/>
                  <a:pt x="101941" y="13101"/>
                </a:cubicBezTo>
                <a:close/>
                <a:moveTo>
                  <a:pt x="131371" y="20872"/>
                </a:moveTo>
                <a:lnTo>
                  <a:pt x="128755" y="20872"/>
                </a:lnTo>
                <a:lnTo>
                  <a:pt x="128755" y="12013"/>
                </a:lnTo>
                <a:cubicBezTo>
                  <a:pt x="128755" y="11345"/>
                  <a:pt x="128725" y="10700"/>
                  <a:pt x="128664" y="10077"/>
                </a:cubicBezTo>
                <a:cubicBezTo>
                  <a:pt x="128604" y="9455"/>
                  <a:pt x="128477" y="8958"/>
                  <a:pt x="128282" y="8587"/>
                </a:cubicBezTo>
                <a:cubicBezTo>
                  <a:pt x="128068" y="8187"/>
                  <a:pt x="127762" y="7886"/>
                  <a:pt x="127363" y="7681"/>
                </a:cubicBezTo>
                <a:cubicBezTo>
                  <a:pt x="126964" y="7477"/>
                  <a:pt x="126389" y="7375"/>
                  <a:pt x="125638" y="7375"/>
                </a:cubicBezTo>
                <a:cubicBezTo>
                  <a:pt x="124905" y="7375"/>
                  <a:pt x="124172" y="7558"/>
                  <a:pt x="123439" y="7925"/>
                </a:cubicBezTo>
                <a:cubicBezTo>
                  <a:pt x="122707" y="8292"/>
                  <a:pt x="121974" y="8759"/>
                  <a:pt x="121241" y="9325"/>
                </a:cubicBezTo>
                <a:cubicBezTo>
                  <a:pt x="121269" y="9539"/>
                  <a:pt x="121292" y="9787"/>
                  <a:pt x="121310" y="10070"/>
                </a:cubicBezTo>
                <a:cubicBezTo>
                  <a:pt x="121329" y="10353"/>
                  <a:pt x="121338" y="10634"/>
                  <a:pt x="121338" y="10913"/>
                </a:cubicBezTo>
                <a:lnTo>
                  <a:pt x="121338" y="20872"/>
                </a:lnTo>
                <a:lnTo>
                  <a:pt x="118722" y="20872"/>
                </a:lnTo>
                <a:lnTo>
                  <a:pt x="118722" y="12013"/>
                </a:lnTo>
                <a:cubicBezTo>
                  <a:pt x="118722" y="11326"/>
                  <a:pt x="118692" y="10674"/>
                  <a:pt x="118632" y="10057"/>
                </a:cubicBezTo>
                <a:cubicBezTo>
                  <a:pt x="118571" y="9439"/>
                  <a:pt x="118444" y="8944"/>
                  <a:pt x="118249" y="8573"/>
                </a:cubicBezTo>
                <a:cubicBezTo>
                  <a:pt x="118036" y="8173"/>
                  <a:pt x="117730" y="7874"/>
                  <a:pt x="117331" y="7675"/>
                </a:cubicBezTo>
                <a:cubicBezTo>
                  <a:pt x="116932" y="7475"/>
                  <a:pt x="116357" y="7375"/>
                  <a:pt x="115605" y="7375"/>
                </a:cubicBezTo>
                <a:cubicBezTo>
                  <a:pt x="114891" y="7375"/>
                  <a:pt x="114174" y="7551"/>
                  <a:pt x="113455" y="7905"/>
                </a:cubicBezTo>
                <a:cubicBezTo>
                  <a:pt x="112736" y="8257"/>
                  <a:pt x="112020" y="8708"/>
                  <a:pt x="111306" y="9255"/>
                </a:cubicBezTo>
                <a:lnTo>
                  <a:pt x="111306" y="20872"/>
                </a:lnTo>
                <a:lnTo>
                  <a:pt x="108690" y="20872"/>
                </a:lnTo>
                <a:lnTo>
                  <a:pt x="108690" y="5316"/>
                </a:lnTo>
                <a:lnTo>
                  <a:pt x="111306" y="5316"/>
                </a:lnTo>
                <a:lnTo>
                  <a:pt x="111306" y="7043"/>
                </a:lnTo>
                <a:cubicBezTo>
                  <a:pt x="112122" y="6361"/>
                  <a:pt x="112936" y="5828"/>
                  <a:pt x="113748" y="5445"/>
                </a:cubicBezTo>
                <a:cubicBezTo>
                  <a:pt x="114559" y="5062"/>
                  <a:pt x="115424" y="4870"/>
                  <a:pt x="116343" y="4870"/>
                </a:cubicBezTo>
                <a:cubicBezTo>
                  <a:pt x="117400" y="4870"/>
                  <a:pt x="118298" y="5094"/>
                  <a:pt x="119035" y="5543"/>
                </a:cubicBezTo>
                <a:cubicBezTo>
                  <a:pt x="119773" y="5990"/>
                  <a:pt x="120322" y="6611"/>
                  <a:pt x="120684" y="7405"/>
                </a:cubicBezTo>
                <a:cubicBezTo>
                  <a:pt x="121742" y="6508"/>
                  <a:pt x="122707" y="5862"/>
                  <a:pt x="123579" y="5466"/>
                </a:cubicBezTo>
                <a:cubicBezTo>
                  <a:pt x="124451" y="5069"/>
                  <a:pt x="125383" y="4870"/>
                  <a:pt x="126375" y="4870"/>
                </a:cubicBezTo>
                <a:cubicBezTo>
                  <a:pt x="128082" y="4870"/>
                  <a:pt x="129342" y="5388"/>
                  <a:pt x="130153" y="6424"/>
                </a:cubicBezTo>
                <a:cubicBezTo>
                  <a:pt x="130965" y="7460"/>
                  <a:pt x="131371" y="8908"/>
                  <a:pt x="131371" y="10767"/>
                </a:cubicBezTo>
                <a:lnTo>
                  <a:pt x="131371" y="20872"/>
                </a:lnTo>
                <a:close/>
                <a:moveTo>
                  <a:pt x="149850" y="5316"/>
                </a:moveTo>
                <a:lnTo>
                  <a:pt x="140778" y="26605"/>
                </a:lnTo>
                <a:lnTo>
                  <a:pt x="137981" y="26605"/>
                </a:lnTo>
                <a:lnTo>
                  <a:pt x="140875" y="20117"/>
                </a:lnTo>
                <a:lnTo>
                  <a:pt x="134683" y="5316"/>
                </a:lnTo>
                <a:lnTo>
                  <a:pt x="137522" y="5316"/>
                </a:lnTo>
                <a:lnTo>
                  <a:pt x="142294" y="16837"/>
                </a:lnTo>
                <a:lnTo>
                  <a:pt x="147109" y="5316"/>
                </a:lnTo>
                <a:lnTo>
                  <a:pt x="149850" y="5316"/>
                </a:lnTo>
                <a:close/>
                <a:moveTo>
                  <a:pt x="164767" y="19912"/>
                </a:moveTo>
                <a:cubicBezTo>
                  <a:pt x="163895" y="20330"/>
                  <a:pt x="163067" y="20654"/>
                  <a:pt x="162284" y="20886"/>
                </a:cubicBezTo>
                <a:cubicBezTo>
                  <a:pt x="161500" y="21118"/>
                  <a:pt x="160667" y="21234"/>
                  <a:pt x="159786" y="21234"/>
                </a:cubicBezTo>
                <a:cubicBezTo>
                  <a:pt x="158663" y="21234"/>
                  <a:pt x="157634" y="21069"/>
                  <a:pt x="156697" y="20739"/>
                </a:cubicBezTo>
                <a:cubicBezTo>
                  <a:pt x="155760" y="20409"/>
                  <a:pt x="154957" y="19910"/>
                  <a:pt x="154289" y="19241"/>
                </a:cubicBezTo>
                <a:cubicBezTo>
                  <a:pt x="153612" y="18572"/>
                  <a:pt x="153088" y="17726"/>
                  <a:pt x="152717" y="16704"/>
                </a:cubicBezTo>
                <a:cubicBezTo>
                  <a:pt x="152346" y="15682"/>
                  <a:pt x="152160" y="14488"/>
                  <a:pt x="152160" y="13122"/>
                </a:cubicBezTo>
                <a:cubicBezTo>
                  <a:pt x="152160" y="10576"/>
                  <a:pt x="152859" y="8578"/>
                  <a:pt x="154255" y="7128"/>
                </a:cubicBezTo>
                <a:cubicBezTo>
                  <a:pt x="155651" y="5679"/>
                  <a:pt x="157495" y="4954"/>
                  <a:pt x="159786" y="4954"/>
                </a:cubicBezTo>
                <a:cubicBezTo>
                  <a:pt x="160676" y="4954"/>
                  <a:pt x="161551" y="5079"/>
                  <a:pt x="162409" y="5329"/>
                </a:cubicBezTo>
                <a:cubicBezTo>
                  <a:pt x="163267" y="5580"/>
                  <a:pt x="164053" y="5886"/>
                  <a:pt x="164767" y="6248"/>
                </a:cubicBezTo>
                <a:lnTo>
                  <a:pt x="164767" y="9156"/>
                </a:lnTo>
                <a:lnTo>
                  <a:pt x="164628" y="9156"/>
                </a:lnTo>
                <a:cubicBezTo>
                  <a:pt x="163830" y="8539"/>
                  <a:pt x="163007" y="8065"/>
                  <a:pt x="162158" y="7733"/>
                </a:cubicBezTo>
                <a:cubicBezTo>
                  <a:pt x="161310" y="7402"/>
                  <a:pt x="160482" y="7236"/>
                  <a:pt x="159675" y="7236"/>
                </a:cubicBezTo>
                <a:cubicBezTo>
                  <a:pt x="158190" y="7236"/>
                  <a:pt x="157019" y="7734"/>
                  <a:pt x="156161" y="8732"/>
                </a:cubicBezTo>
                <a:cubicBezTo>
                  <a:pt x="155303" y="9729"/>
                  <a:pt x="154874" y="11192"/>
                  <a:pt x="154874" y="13122"/>
                </a:cubicBezTo>
                <a:cubicBezTo>
                  <a:pt x="154874" y="14996"/>
                  <a:pt x="155294" y="16436"/>
                  <a:pt x="156133" y="17442"/>
                </a:cubicBezTo>
                <a:cubicBezTo>
                  <a:pt x="156973" y="18449"/>
                  <a:pt x="158153" y="18952"/>
                  <a:pt x="159675" y="18952"/>
                </a:cubicBezTo>
                <a:cubicBezTo>
                  <a:pt x="160203" y="18952"/>
                  <a:pt x="160741" y="18883"/>
                  <a:pt x="161289" y="18745"/>
                </a:cubicBezTo>
                <a:cubicBezTo>
                  <a:pt x="161836" y="18607"/>
                  <a:pt x="162328" y="18427"/>
                  <a:pt x="162764" y="18206"/>
                </a:cubicBezTo>
                <a:cubicBezTo>
                  <a:pt x="163144" y="18013"/>
                  <a:pt x="163501" y="17808"/>
                  <a:pt x="163835" y="17592"/>
                </a:cubicBezTo>
                <a:cubicBezTo>
                  <a:pt x="164169" y="17375"/>
                  <a:pt x="164433" y="17188"/>
                  <a:pt x="164628" y="17032"/>
                </a:cubicBezTo>
                <a:lnTo>
                  <a:pt x="164767" y="17032"/>
                </a:lnTo>
                <a:lnTo>
                  <a:pt x="164767" y="19912"/>
                </a:lnTo>
                <a:close/>
                <a:moveTo>
                  <a:pt x="181131" y="13358"/>
                </a:moveTo>
                <a:lnTo>
                  <a:pt x="169679" y="13358"/>
                </a:lnTo>
                <a:cubicBezTo>
                  <a:pt x="169679" y="14316"/>
                  <a:pt x="169823" y="15151"/>
                  <a:pt x="170110" y="15862"/>
                </a:cubicBezTo>
                <a:cubicBezTo>
                  <a:pt x="170398" y="16574"/>
                  <a:pt x="170792" y="17157"/>
                  <a:pt x="171293" y="17613"/>
                </a:cubicBezTo>
                <a:cubicBezTo>
                  <a:pt x="171775" y="18059"/>
                  <a:pt x="172348" y="18394"/>
                  <a:pt x="173011" y="18617"/>
                </a:cubicBezTo>
                <a:cubicBezTo>
                  <a:pt x="173675" y="18841"/>
                  <a:pt x="174405" y="18952"/>
                  <a:pt x="175203" y="18952"/>
                </a:cubicBezTo>
                <a:cubicBezTo>
                  <a:pt x="176261" y="18952"/>
                  <a:pt x="177325" y="18740"/>
                  <a:pt x="178397" y="18314"/>
                </a:cubicBezTo>
                <a:cubicBezTo>
                  <a:pt x="179468" y="17889"/>
                  <a:pt x="180231" y="17471"/>
                  <a:pt x="180686" y="17060"/>
                </a:cubicBezTo>
                <a:lnTo>
                  <a:pt x="180825" y="17060"/>
                </a:lnTo>
                <a:lnTo>
                  <a:pt x="180825" y="19922"/>
                </a:lnTo>
                <a:cubicBezTo>
                  <a:pt x="179943" y="20294"/>
                  <a:pt x="179044" y="20606"/>
                  <a:pt x="178125" y="20857"/>
                </a:cubicBezTo>
                <a:cubicBezTo>
                  <a:pt x="177207" y="21109"/>
                  <a:pt x="176242" y="21234"/>
                  <a:pt x="175231" y="21234"/>
                </a:cubicBezTo>
                <a:cubicBezTo>
                  <a:pt x="172652" y="21234"/>
                  <a:pt x="170639" y="20535"/>
                  <a:pt x="169192" y="19137"/>
                </a:cubicBezTo>
                <a:cubicBezTo>
                  <a:pt x="167745" y="17738"/>
                  <a:pt x="167021" y="15752"/>
                  <a:pt x="167021" y="13177"/>
                </a:cubicBezTo>
                <a:cubicBezTo>
                  <a:pt x="167021" y="10632"/>
                  <a:pt x="167715" y="8611"/>
                  <a:pt x="169101" y="7114"/>
                </a:cubicBezTo>
                <a:cubicBezTo>
                  <a:pt x="170488" y="5618"/>
                  <a:pt x="172313" y="4870"/>
                  <a:pt x="174577" y="4870"/>
                </a:cubicBezTo>
                <a:cubicBezTo>
                  <a:pt x="176673" y="4870"/>
                  <a:pt x="178290" y="5484"/>
                  <a:pt x="179426" y="6710"/>
                </a:cubicBezTo>
                <a:cubicBezTo>
                  <a:pt x="180563" y="7937"/>
                  <a:pt x="181131" y="9679"/>
                  <a:pt x="181131" y="11937"/>
                </a:cubicBezTo>
                <a:lnTo>
                  <a:pt x="181131" y="13358"/>
                </a:lnTo>
                <a:moveTo>
                  <a:pt x="178584" y="11355"/>
                </a:moveTo>
                <a:cubicBezTo>
                  <a:pt x="178575" y="9982"/>
                  <a:pt x="178230" y="8919"/>
                  <a:pt x="177548" y="8168"/>
                </a:cubicBezTo>
                <a:cubicBezTo>
                  <a:pt x="176866" y="7417"/>
                  <a:pt x="175829" y="7041"/>
                  <a:pt x="174438" y="7041"/>
                </a:cubicBezTo>
                <a:cubicBezTo>
                  <a:pt x="173037" y="7041"/>
                  <a:pt x="171921" y="7454"/>
                  <a:pt x="171091" y="8279"/>
                </a:cubicBezTo>
                <a:cubicBezTo>
                  <a:pt x="170261" y="9105"/>
                  <a:pt x="169790" y="10130"/>
                  <a:pt x="169679" y="11355"/>
                </a:cubicBezTo>
                <a:lnTo>
                  <a:pt x="178584" y="11355"/>
                </a:lnTo>
                <a:close/>
                <a:moveTo>
                  <a:pt x="193167" y="20735"/>
                </a:moveTo>
                <a:cubicBezTo>
                  <a:pt x="192676" y="20865"/>
                  <a:pt x="192140" y="20971"/>
                  <a:pt x="191560" y="21054"/>
                </a:cubicBezTo>
                <a:cubicBezTo>
                  <a:pt x="190980" y="21137"/>
                  <a:pt x="190463" y="21179"/>
                  <a:pt x="190009" y="21179"/>
                </a:cubicBezTo>
                <a:cubicBezTo>
                  <a:pt x="188422" y="21179"/>
                  <a:pt x="187216" y="20751"/>
                  <a:pt x="186391" y="19897"/>
                </a:cubicBezTo>
                <a:cubicBezTo>
                  <a:pt x="185565" y="19043"/>
                  <a:pt x="185152" y="17673"/>
                  <a:pt x="185152" y="15788"/>
                </a:cubicBezTo>
                <a:lnTo>
                  <a:pt x="185152" y="7514"/>
                </a:lnTo>
                <a:lnTo>
                  <a:pt x="183385" y="7514"/>
                </a:lnTo>
                <a:lnTo>
                  <a:pt x="183385" y="5316"/>
                </a:lnTo>
                <a:lnTo>
                  <a:pt x="185152" y="5316"/>
                </a:lnTo>
                <a:lnTo>
                  <a:pt x="185152" y="835"/>
                </a:lnTo>
                <a:lnTo>
                  <a:pt x="187768" y="835"/>
                </a:lnTo>
                <a:lnTo>
                  <a:pt x="187768" y="5316"/>
                </a:lnTo>
                <a:lnTo>
                  <a:pt x="193167" y="5316"/>
                </a:lnTo>
                <a:lnTo>
                  <a:pt x="193167" y="7514"/>
                </a:lnTo>
                <a:lnTo>
                  <a:pt x="187768" y="7514"/>
                </a:lnTo>
                <a:lnTo>
                  <a:pt x="187768" y="14614"/>
                </a:lnTo>
                <a:cubicBezTo>
                  <a:pt x="187768" y="15433"/>
                  <a:pt x="187787" y="16072"/>
                  <a:pt x="187824" y="16532"/>
                </a:cubicBezTo>
                <a:cubicBezTo>
                  <a:pt x="187861" y="16993"/>
                  <a:pt x="187991" y="17423"/>
                  <a:pt x="188214" y="17822"/>
                </a:cubicBezTo>
                <a:cubicBezTo>
                  <a:pt x="188418" y="18194"/>
                  <a:pt x="188698" y="18466"/>
                  <a:pt x="189056" y="18639"/>
                </a:cubicBezTo>
                <a:cubicBezTo>
                  <a:pt x="189413" y="18811"/>
                  <a:pt x="189958" y="18897"/>
                  <a:pt x="190691" y="18897"/>
                </a:cubicBezTo>
                <a:cubicBezTo>
                  <a:pt x="191117" y="18897"/>
                  <a:pt x="191563" y="18834"/>
                  <a:pt x="192026" y="18709"/>
                </a:cubicBezTo>
                <a:cubicBezTo>
                  <a:pt x="192490" y="18583"/>
                  <a:pt x="192824" y="18479"/>
                  <a:pt x="193028" y="18396"/>
                </a:cubicBezTo>
                <a:lnTo>
                  <a:pt x="193167" y="18396"/>
                </a:lnTo>
                <a:lnTo>
                  <a:pt x="193167" y="20735"/>
                </a:lnTo>
                <a:close/>
                <a:moveTo>
                  <a:pt x="209337" y="13358"/>
                </a:moveTo>
                <a:lnTo>
                  <a:pt x="197885" y="13358"/>
                </a:lnTo>
                <a:cubicBezTo>
                  <a:pt x="197885" y="14316"/>
                  <a:pt x="198028" y="15151"/>
                  <a:pt x="198316" y="15862"/>
                </a:cubicBezTo>
                <a:cubicBezTo>
                  <a:pt x="198604" y="16574"/>
                  <a:pt x="198998" y="17157"/>
                  <a:pt x="199499" y="17613"/>
                </a:cubicBezTo>
                <a:cubicBezTo>
                  <a:pt x="199981" y="18059"/>
                  <a:pt x="200554" y="18394"/>
                  <a:pt x="201217" y="18617"/>
                </a:cubicBezTo>
                <a:cubicBezTo>
                  <a:pt x="201881" y="18841"/>
                  <a:pt x="202611" y="18952"/>
                  <a:pt x="203409" y="18952"/>
                </a:cubicBezTo>
                <a:cubicBezTo>
                  <a:pt x="204466" y="18952"/>
                  <a:pt x="205531" y="18740"/>
                  <a:pt x="206602" y="18314"/>
                </a:cubicBezTo>
                <a:cubicBezTo>
                  <a:pt x="207674" y="17889"/>
                  <a:pt x="208437" y="17471"/>
                  <a:pt x="208891" y="17060"/>
                </a:cubicBezTo>
                <a:lnTo>
                  <a:pt x="209031" y="17060"/>
                </a:lnTo>
                <a:lnTo>
                  <a:pt x="209031" y="19922"/>
                </a:lnTo>
                <a:cubicBezTo>
                  <a:pt x="208149" y="20294"/>
                  <a:pt x="207249" y="20606"/>
                  <a:pt x="206331" y="20857"/>
                </a:cubicBezTo>
                <a:cubicBezTo>
                  <a:pt x="205413" y="21109"/>
                  <a:pt x="204448" y="21234"/>
                  <a:pt x="203437" y="21234"/>
                </a:cubicBezTo>
                <a:cubicBezTo>
                  <a:pt x="200858" y="21234"/>
                  <a:pt x="198845" y="20535"/>
                  <a:pt x="197398" y="19137"/>
                </a:cubicBezTo>
                <a:cubicBezTo>
                  <a:pt x="195950" y="17738"/>
                  <a:pt x="195227" y="15752"/>
                  <a:pt x="195227" y="13177"/>
                </a:cubicBezTo>
                <a:cubicBezTo>
                  <a:pt x="195227" y="10632"/>
                  <a:pt x="195920" y="8611"/>
                  <a:pt x="197307" y="7114"/>
                </a:cubicBezTo>
                <a:cubicBezTo>
                  <a:pt x="198694" y="5618"/>
                  <a:pt x="200519" y="4870"/>
                  <a:pt x="202783" y="4870"/>
                </a:cubicBezTo>
                <a:cubicBezTo>
                  <a:pt x="204879" y="4870"/>
                  <a:pt x="206496" y="5484"/>
                  <a:pt x="207632" y="6710"/>
                </a:cubicBezTo>
                <a:cubicBezTo>
                  <a:pt x="208768" y="7937"/>
                  <a:pt x="209337" y="9679"/>
                  <a:pt x="209337" y="11937"/>
                </a:cubicBezTo>
                <a:lnTo>
                  <a:pt x="209337" y="13358"/>
                </a:lnTo>
                <a:moveTo>
                  <a:pt x="206790" y="11355"/>
                </a:moveTo>
                <a:cubicBezTo>
                  <a:pt x="206781" y="9982"/>
                  <a:pt x="206435" y="8919"/>
                  <a:pt x="205754" y="8168"/>
                </a:cubicBezTo>
                <a:cubicBezTo>
                  <a:pt x="205072" y="7417"/>
                  <a:pt x="204035" y="7041"/>
                  <a:pt x="202644" y="7041"/>
                </a:cubicBezTo>
                <a:cubicBezTo>
                  <a:pt x="201243" y="7041"/>
                  <a:pt x="200127" y="7454"/>
                  <a:pt x="199297" y="8279"/>
                </a:cubicBezTo>
                <a:cubicBezTo>
                  <a:pt x="198467" y="9105"/>
                  <a:pt x="197996" y="10130"/>
                  <a:pt x="197885" y="11355"/>
                </a:cubicBezTo>
                <a:lnTo>
                  <a:pt x="206790" y="11355"/>
                </a:lnTo>
                <a:close/>
                <a:moveTo>
                  <a:pt x="224407" y="16382"/>
                </a:moveTo>
                <a:cubicBezTo>
                  <a:pt x="224407" y="17800"/>
                  <a:pt x="223820" y="18964"/>
                  <a:pt x="222646" y="19872"/>
                </a:cubicBezTo>
                <a:cubicBezTo>
                  <a:pt x="221473" y="20780"/>
                  <a:pt x="219870" y="21234"/>
                  <a:pt x="217839" y="21234"/>
                </a:cubicBezTo>
                <a:cubicBezTo>
                  <a:pt x="216689" y="21234"/>
                  <a:pt x="215633" y="21097"/>
                  <a:pt x="214673" y="20822"/>
                </a:cubicBezTo>
                <a:cubicBezTo>
                  <a:pt x="213713" y="20548"/>
                  <a:pt x="212908" y="20248"/>
                  <a:pt x="212259" y="19922"/>
                </a:cubicBezTo>
                <a:lnTo>
                  <a:pt x="212259" y="16976"/>
                </a:lnTo>
                <a:lnTo>
                  <a:pt x="212398" y="16976"/>
                </a:lnTo>
                <a:cubicBezTo>
                  <a:pt x="213224" y="17606"/>
                  <a:pt x="214142" y="18107"/>
                  <a:pt x="215153" y="18479"/>
                </a:cubicBezTo>
                <a:cubicBezTo>
                  <a:pt x="216164" y="18850"/>
                  <a:pt x="217134" y="19036"/>
                  <a:pt x="218061" y="19036"/>
                </a:cubicBezTo>
                <a:cubicBezTo>
                  <a:pt x="219212" y="19036"/>
                  <a:pt x="220112" y="18849"/>
                  <a:pt x="220761" y="18477"/>
                </a:cubicBezTo>
                <a:cubicBezTo>
                  <a:pt x="221410" y="18104"/>
                  <a:pt x="221735" y="17517"/>
                  <a:pt x="221735" y="16716"/>
                </a:cubicBezTo>
                <a:cubicBezTo>
                  <a:pt x="221735" y="16104"/>
                  <a:pt x="221559" y="15641"/>
                  <a:pt x="221206" y="15326"/>
                </a:cubicBezTo>
                <a:cubicBezTo>
                  <a:pt x="220854" y="15010"/>
                  <a:pt x="220177" y="14742"/>
                  <a:pt x="219175" y="14519"/>
                </a:cubicBezTo>
                <a:cubicBezTo>
                  <a:pt x="218804" y="14436"/>
                  <a:pt x="218319" y="14339"/>
                  <a:pt x="217721" y="14227"/>
                </a:cubicBezTo>
                <a:cubicBezTo>
                  <a:pt x="217122" y="14116"/>
                  <a:pt x="216577" y="13995"/>
                  <a:pt x="216086" y="13866"/>
                </a:cubicBezTo>
                <a:cubicBezTo>
                  <a:pt x="214722" y="13504"/>
                  <a:pt x="213755" y="12974"/>
                  <a:pt x="213184" y="12274"/>
                </a:cubicBezTo>
                <a:cubicBezTo>
                  <a:pt x="212614" y="11574"/>
                  <a:pt x="212329" y="10714"/>
                  <a:pt x="212329" y="9695"/>
                </a:cubicBezTo>
                <a:cubicBezTo>
                  <a:pt x="212329" y="9055"/>
                  <a:pt x="212461" y="8453"/>
                  <a:pt x="212725" y="7888"/>
                </a:cubicBezTo>
                <a:cubicBezTo>
                  <a:pt x="212989" y="7322"/>
                  <a:pt x="213391" y="6817"/>
                  <a:pt x="213929" y="6372"/>
                </a:cubicBezTo>
                <a:cubicBezTo>
                  <a:pt x="214448" y="5936"/>
                  <a:pt x="215109" y="5591"/>
                  <a:pt x="215912" y="5336"/>
                </a:cubicBezTo>
                <a:cubicBezTo>
                  <a:pt x="216714" y="5081"/>
                  <a:pt x="217612" y="4954"/>
                  <a:pt x="218604" y="4954"/>
                </a:cubicBezTo>
                <a:cubicBezTo>
                  <a:pt x="219532" y="4954"/>
                  <a:pt x="220471" y="5067"/>
                  <a:pt x="221422" y="5293"/>
                </a:cubicBezTo>
                <a:cubicBezTo>
                  <a:pt x="222373" y="5520"/>
                  <a:pt x="223164" y="5795"/>
                  <a:pt x="223794" y="6119"/>
                </a:cubicBezTo>
                <a:lnTo>
                  <a:pt x="223794" y="8906"/>
                </a:lnTo>
                <a:lnTo>
                  <a:pt x="223655" y="8906"/>
                </a:lnTo>
                <a:cubicBezTo>
                  <a:pt x="222987" y="8414"/>
                  <a:pt x="222176" y="7999"/>
                  <a:pt x="221220" y="7660"/>
                </a:cubicBezTo>
                <a:cubicBezTo>
                  <a:pt x="220265" y="7322"/>
                  <a:pt x="219328" y="7152"/>
                  <a:pt x="218409" y="7152"/>
                </a:cubicBezTo>
                <a:cubicBezTo>
                  <a:pt x="217454" y="7152"/>
                  <a:pt x="216647" y="7336"/>
                  <a:pt x="215988" y="7705"/>
                </a:cubicBezTo>
                <a:cubicBezTo>
                  <a:pt x="215330" y="8073"/>
                  <a:pt x="215000" y="8620"/>
                  <a:pt x="215000" y="9347"/>
                </a:cubicBezTo>
                <a:cubicBezTo>
                  <a:pt x="215000" y="9986"/>
                  <a:pt x="215200" y="10468"/>
                  <a:pt x="215599" y="10793"/>
                </a:cubicBezTo>
                <a:cubicBezTo>
                  <a:pt x="215988" y="11117"/>
                  <a:pt x="216619" y="11381"/>
                  <a:pt x="217491" y="11586"/>
                </a:cubicBezTo>
                <a:cubicBezTo>
                  <a:pt x="217973" y="11697"/>
                  <a:pt x="218514" y="11808"/>
                  <a:pt x="219112" y="11919"/>
                </a:cubicBezTo>
                <a:cubicBezTo>
                  <a:pt x="219710" y="12031"/>
                  <a:pt x="220209" y="12132"/>
                  <a:pt x="220608" y="12225"/>
                </a:cubicBezTo>
                <a:cubicBezTo>
                  <a:pt x="221823" y="12503"/>
                  <a:pt x="222760" y="12980"/>
                  <a:pt x="223419" y="13657"/>
                </a:cubicBezTo>
                <a:cubicBezTo>
                  <a:pt x="224077" y="14343"/>
                  <a:pt x="224407" y="15251"/>
                  <a:pt x="224407" y="16382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34C16D-B41F-4404-993B-1909685AE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158" y="3017989"/>
            <a:ext cx="202440" cy="22363"/>
          </a:xfrm>
          <a:custGeom xmlns:a="http://schemas.openxmlformats.org/drawingml/2006/main">
            <a:pathLst>
              <a:path w="202440" h="22363">
                <a:moveTo>
                  <a:pt x="0" y="0"/>
                </a:moveTo>
                <a:lnTo>
                  <a:pt x="202440" y="0"/>
                </a:lnTo>
                <a:lnTo>
                  <a:pt x="202440" y="22363"/>
                </a:lnTo>
                <a:lnTo>
                  <a:pt x="0" y="223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008B9-F988-44E1-903D-D88F422E0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2158" y="3017991"/>
            <a:ext cx="202439" cy="22362"/>
          </a:xfrm>
          <a:custGeom xmlns:a="http://schemas.openxmlformats.org/drawingml/2006/main">
            <a:pathLst>
              <a:path w="202439" h="22362" fill="none">
                <a:moveTo>
                  <a:pt x="0" y="0"/>
                </a:moveTo>
                <a:lnTo>
                  <a:pt x="202439" y="0"/>
                </a:lnTo>
                <a:lnTo>
                  <a:pt x="202439" y="22362"/>
                </a:lnTo>
                <a:lnTo>
                  <a:pt x="0" y="223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99" name="Text Pucciniomycetes">
            <a:extLst xmlns:a="http://schemas.openxmlformats.org/drawingml/2006/main">
              <a:ext uri="{FF2B5EF4-FFF2-40B4-BE49-F238E27FC236}">
                <a16:creationId xmlns:a16="http://schemas.microsoft.com/office/drawing/2014/main" id="{4AF26915-287B-4C07-B013-E6AAA326F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0977" y="3021663"/>
            <a:ext cx="110215" cy="12673"/>
          </a:xfrm>
          <a:custGeom xmlns:a="http://schemas.openxmlformats.org/drawingml/2006/main">
            <a:pathLst>
              <a:path w="110215" h="12673">
                <a:moveTo>
                  <a:pt x="6456" y="3049"/>
                </a:moveTo>
                <a:cubicBezTo>
                  <a:pt x="6456" y="3486"/>
                  <a:pt x="6379" y="3892"/>
                  <a:pt x="6227" y="4265"/>
                </a:cubicBezTo>
                <a:cubicBezTo>
                  <a:pt x="6074" y="4638"/>
                  <a:pt x="5861" y="4962"/>
                  <a:pt x="5587" y="5236"/>
                </a:cubicBezTo>
                <a:cubicBezTo>
                  <a:pt x="5247" y="5576"/>
                  <a:pt x="4845" y="5831"/>
                  <a:pt x="4381" y="6002"/>
                </a:cubicBezTo>
                <a:cubicBezTo>
                  <a:pt x="3917" y="6172"/>
                  <a:pt x="3332" y="6257"/>
                  <a:pt x="2625" y="6257"/>
                </a:cubicBezTo>
                <a:lnTo>
                  <a:pt x="1312" y="6257"/>
                </a:lnTo>
                <a:lnTo>
                  <a:pt x="1312" y="9942"/>
                </a:lnTo>
                <a:lnTo>
                  <a:pt x="0" y="9942"/>
                </a:lnTo>
                <a:lnTo>
                  <a:pt x="0" y="66"/>
                </a:lnTo>
                <a:lnTo>
                  <a:pt x="2678" y="66"/>
                </a:lnTo>
                <a:cubicBezTo>
                  <a:pt x="3270" y="66"/>
                  <a:pt x="3771" y="116"/>
                  <a:pt x="4182" y="215"/>
                </a:cubicBezTo>
                <a:cubicBezTo>
                  <a:pt x="4593" y="315"/>
                  <a:pt x="4958" y="471"/>
                  <a:pt x="5276" y="683"/>
                </a:cubicBezTo>
                <a:cubicBezTo>
                  <a:pt x="5651" y="935"/>
                  <a:pt x="5942" y="1248"/>
                  <a:pt x="6147" y="1624"/>
                </a:cubicBezTo>
                <a:cubicBezTo>
                  <a:pt x="6353" y="1999"/>
                  <a:pt x="6456" y="2474"/>
                  <a:pt x="6456" y="3049"/>
                </a:cubicBezTo>
                <a:moveTo>
                  <a:pt x="5090" y="3079"/>
                </a:moveTo>
                <a:cubicBezTo>
                  <a:pt x="5090" y="2742"/>
                  <a:pt x="5031" y="2448"/>
                  <a:pt x="4911" y="2199"/>
                </a:cubicBezTo>
                <a:cubicBezTo>
                  <a:pt x="4792" y="1949"/>
                  <a:pt x="4611" y="1745"/>
                  <a:pt x="4368" y="1587"/>
                </a:cubicBezTo>
                <a:cubicBezTo>
                  <a:pt x="4156" y="1452"/>
                  <a:pt x="3914" y="1354"/>
                  <a:pt x="3642" y="1295"/>
                </a:cubicBezTo>
                <a:cubicBezTo>
                  <a:pt x="3370" y="1236"/>
                  <a:pt x="3027" y="1206"/>
                  <a:pt x="2611" y="1206"/>
                </a:cubicBezTo>
                <a:lnTo>
                  <a:pt x="1312" y="1206"/>
                </a:lnTo>
                <a:lnTo>
                  <a:pt x="1312" y="5117"/>
                </a:lnTo>
                <a:lnTo>
                  <a:pt x="2419" y="5117"/>
                </a:lnTo>
                <a:cubicBezTo>
                  <a:pt x="2949" y="5117"/>
                  <a:pt x="3380" y="5070"/>
                  <a:pt x="3712" y="4975"/>
                </a:cubicBezTo>
                <a:cubicBezTo>
                  <a:pt x="4043" y="4881"/>
                  <a:pt x="4313" y="4731"/>
                  <a:pt x="4520" y="4525"/>
                </a:cubicBezTo>
                <a:cubicBezTo>
                  <a:pt x="4728" y="4315"/>
                  <a:pt x="4875" y="4094"/>
                  <a:pt x="4961" y="3862"/>
                </a:cubicBezTo>
                <a:cubicBezTo>
                  <a:pt x="5047" y="3629"/>
                  <a:pt x="5090" y="3369"/>
                  <a:pt x="5090" y="3079"/>
                </a:cubicBezTo>
                <a:close/>
                <a:moveTo>
                  <a:pt x="14224" y="9942"/>
                </a:moveTo>
                <a:lnTo>
                  <a:pt x="12978" y="9942"/>
                </a:lnTo>
                <a:lnTo>
                  <a:pt x="12978" y="9125"/>
                </a:lnTo>
                <a:cubicBezTo>
                  <a:pt x="12558" y="9457"/>
                  <a:pt x="12156" y="9711"/>
                  <a:pt x="11771" y="9888"/>
                </a:cubicBezTo>
                <a:cubicBezTo>
                  <a:pt x="11387" y="10065"/>
                  <a:pt x="10963" y="10154"/>
                  <a:pt x="10499" y="10154"/>
                </a:cubicBezTo>
                <a:cubicBezTo>
                  <a:pt x="9721" y="10154"/>
                  <a:pt x="9116" y="9916"/>
                  <a:pt x="8683" y="9440"/>
                </a:cubicBezTo>
                <a:cubicBezTo>
                  <a:pt x="8250" y="8964"/>
                  <a:pt x="8033" y="8266"/>
                  <a:pt x="8033" y="7345"/>
                </a:cubicBezTo>
                <a:lnTo>
                  <a:pt x="8033" y="2532"/>
                </a:lnTo>
                <a:lnTo>
                  <a:pt x="9279" y="2532"/>
                </a:lnTo>
                <a:lnTo>
                  <a:pt x="9279" y="6752"/>
                </a:lnTo>
                <a:cubicBezTo>
                  <a:pt x="9279" y="7128"/>
                  <a:pt x="9297" y="7449"/>
                  <a:pt x="9332" y="7717"/>
                </a:cubicBezTo>
                <a:cubicBezTo>
                  <a:pt x="9368" y="7985"/>
                  <a:pt x="9443" y="8213"/>
                  <a:pt x="9558" y="8404"/>
                </a:cubicBezTo>
                <a:cubicBezTo>
                  <a:pt x="9677" y="8598"/>
                  <a:pt x="9832" y="8740"/>
                  <a:pt x="10022" y="8828"/>
                </a:cubicBezTo>
                <a:cubicBezTo>
                  <a:pt x="10212" y="8917"/>
                  <a:pt x="10488" y="8961"/>
                  <a:pt x="10850" y="8961"/>
                </a:cubicBezTo>
                <a:cubicBezTo>
                  <a:pt x="11173" y="8961"/>
                  <a:pt x="11525" y="8877"/>
                  <a:pt x="11907" y="8709"/>
                </a:cubicBezTo>
                <a:cubicBezTo>
                  <a:pt x="12289" y="8541"/>
                  <a:pt x="12646" y="8326"/>
                  <a:pt x="12978" y="8065"/>
                </a:cubicBezTo>
                <a:lnTo>
                  <a:pt x="12978" y="2532"/>
                </a:lnTo>
                <a:lnTo>
                  <a:pt x="14224" y="2532"/>
                </a:lnTo>
                <a:lnTo>
                  <a:pt x="14224" y="9942"/>
                </a:lnTo>
                <a:close/>
                <a:moveTo>
                  <a:pt x="22150" y="9485"/>
                </a:moveTo>
                <a:cubicBezTo>
                  <a:pt x="21735" y="9683"/>
                  <a:pt x="21341" y="9838"/>
                  <a:pt x="20967" y="9949"/>
                </a:cubicBezTo>
                <a:cubicBezTo>
                  <a:pt x="20594" y="10059"/>
                  <a:pt x="20197" y="10114"/>
                  <a:pt x="19778" y="10114"/>
                </a:cubicBezTo>
                <a:cubicBezTo>
                  <a:pt x="19243" y="10114"/>
                  <a:pt x="18753" y="10036"/>
                  <a:pt x="18306" y="9879"/>
                </a:cubicBezTo>
                <a:cubicBezTo>
                  <a:pt x="17860" y="9721"/>
                  <a:pt x="17478" y="9483"/>
                  <a:pt x="17160" y="9165"/>
                </a:cubicBezTo>
                <a:cubicBezTo>
                  <a:pt x="16837" y="8846"/>
                  <a:pt x="16587" y="8443"/>
                  <a:pt x="16411" y="7956"/>
                </a:cubicBezTo>
                <a:cubicBezTo>
                  <a:pt x="16234" y="7470"/>
                  <a:pt x="16146" y="6901"/>
                  <a:pt x="16146" y="6250"/>
                </a:cubicBezTo>
                <a:cubicBezTo>
                  <a:pt x="16146" y="5037"/>
                  <a:pt x="16478" y="4086"/>
                  <a:pt x="17143" y="3395"/>
                </a:cubicBezTo>
                <a:cubicBezTo>
                  <a:pt x="17808" y="2705"/>
                  <a:pt x="18686" y="2360"/>
                  <a:pt x="19778" y="2360"/>
                </a:cubicBezTo>
                <a:cubicBezTo>
                  <a:pt x="20202" y="2360"/>
                  <a:pt x="20618" y="2419"/>
                  <a:pt x="21027" y="2538"/>
                </a:cubicBezTo>
                <a:cubicBezTo>
                  <a:pt x="21436" y="2658"/>
                  <a:pt x="21810" y="2804"/>
                  <a:pt x="22150" y="2976"/>
                </a:cubicBezTo>
                <a:lnTo>
                  <a:pt x="22150" y="4361"/>
                </a:lnTo>
                <a:lnTo>
                  <a:pt x="22084" y="4361"/>
                </a:lnTo>
                <a:cubicBezTo>
                  <a:pt x="21704" y="4067"/>
                  <a:pt x="21312" y="3841"/>
                  <a:pt x="20908" y="3683"/>
                </a:cubicBezTo>
                <a:cubicBezTo>
                  <a:pt x="20503" y="3526"/>
                  <a:pt x="20109" y="3447"/>
                  <a:pt x="19725" y="3447"/>
                </a:cubicBezTo>
                <a:cubicBezTo>
                  <a:pt x="19018" y="3447"/>
                  <a:pt x="18460" y="3684"/>
                  <a:pt x="18051" y="4159"/>
                </a:cubicBezTo>
                <a:cubicBezTo>
                  <a:pt x="17642" y="4634"/>
                  <a:pt x="17438" y="5331"/>
                  <a:pt x="17438" y="6250"/>
                </a:cubicBezTo>
                <a:cubicBezTo>
                  <a:pt x="17438" y="7143"/>
                  <a:pt x="17638" y="7829"/>
                  <a:pt x="18038" y="8308"/>
                </a:cubicBezTo>
                <a:cubicBezTo>
                  <a:pt x="18438" y="8788"/>
                  <a:pt x="19000" y="9027"/>
                  <a:pt x="19725" y="9027"/>
                </a:cubicBezTo>
                <a:cubicBezTo>
                  <a:pt x="19977" y="9027"/>
                  <a:pt x="20233" y="8994"/>
                  <a:pt x="20494" y="8929"/>
                </a:cubicBezTo>
                <a:cubicBezTo>
                  <a:pt x="20754" y="8863"/>
                  <a:pt x="20988" y="8777"/>
                  <a:pt x="21196" y="8672"/>
                </a:cubicBezTo>
                <a:cubicBezTo>
                  <a:pt x="21377" y="8580"/>
                  <a:pt x="21547" y="8482"/>
                  <a:pt x="21706" y="8379"/>
                </a:cubicBezTo>
                <a:cubicBezTo>
                  <a:pt x="21865" y="8276"/>
                  <a:pt x="21991" y="8187"/>
                  <a:pt x="22084" y="8113"/>
                </a:cubicBezTo>
                <a:lnTo>
                  <a:pt x="22150" y="8113"/>
                </a:lnTo>
                <a:lnTo>
                  <a:pt x="22150" y="9485"/>
                </a:lnTo>
                <a:close/>
                <a:moveTo>
                  <a:pt x="29223" y="9485"/>
                </a:moveTo>
                <a:cubicBezTo>
                  <a:pt x="28807" y="9683"/>
                  <a:pt x="28413" y="9838"/>
                  <a:pt x="28040" y="9949"/>
                </a:cubicBezTo>
                <a:cubicBezTo>
                  <a:pt x="27666" y="10059"/>
                  <a:pt x="27270" y="10114"/>
                  <a:pt x="26850" y="10114"/>
                </a:cubicBezTo>
                <a:cubicBezTo>
                  <a:pt x="26315" y="10114"/>
                  <a:pt x="25825" y="10036"/>
                  <a:pt x="25379" y="9879"/>
                </a:cubicBezTo>
                <a:cubicBezTo>
                  <a:pt x="24932" y="9721"/>
                  <a:pt x="24550" y="9483"/>
                  <a:pt x="24232" y="9165"/>
                </a:cubicBezTo>
                <a:cubicBezTo>
                  <a:pt x="23909" y="8846"/>
                  <a:pt x="23660" y="8443"/>
                  <a:pt x="23483" y="7956"/>
                </a:cubicBezTo>
                <a:cubicBezTo>
                  <a:pt x="23306" y="7470"/>
                  <a:pt x="23218" y="6901"/>
                  <a:pt x="23218" y="6250"/>
                </a:cubicBezTo>
                <a:cubicBezTo>
                  <a:pt x="23218" y="5037"/>
                  <a:pt x="23550" y="4086"/>
                  <a:pt x="24215" y="3395"/>
                </a:cubicBezTo>
                <a:cubicBezTo>
                  <a:pt x="24880" y="2705"/>
                  <a:pt x="25759" y="2360"/>
                  <a:pt x="26850" y="2360"/>
                </a:cubicBezTo>
                <a:cubicBezTo>
                  <a:pt x="27274" y="2360"/>
                  <a:pt x="27691" y="2419"/>
                  <a:pt x="28099" y="2538"/>
                </a:cubicBezTo>
                <a:cubicBezTo>
                  <a:pt x="28508" y="2658"/>
                  <a:pt x="28883" y="2804"/>
                  <a:pt x="29223" y="2976"/>
                </a:cubicBezTo>
                <a:lnTo>
                  <a:pt x="29223" y="4361"/>
                </a:lnTo>
                <a:lnTo>
                  <a:pt x="29157" y="4361"/>
                </a:lnTo>
                <a:cubicBezTo>
                  <a:pt x="28777" y="4067"/>
                  <a:pt x="28384" y="3841"/>
                  <a:pt x="27980" y="3683"/>
                </a:cubicBezTo>
                <a:cubicBezTo>
                  <a:pt x="27576" y="3526"/>
                  <a:pt x="27181" y="3447"/>
                  <a:pt x="26797" y="3447"/>
                </a:cubicBezTo>
                <a:cubicBezTo>
                  <a:pt x="26090" y="3447"/>
                  <a:pt x="25532" y="3684"/>
                  <a:pt x="25123" y="4159"/>
                </a:cubicBezTo>
                <a:cubicBezTo>
                  <a:pt x="24715" y="4634"/>
                  <a:pt x="24510" y="5331"/>
                  <a:pt x="24510" y="6250"/>
                </a:cubicBezTo>
                <a:cubicBezTo>
                  <a:pt x="24510" y="7143"/>
                  <a:pt x="24710" y="7829"/>
                  <a:pt x="25110" y="8308"/>
                </a:cubicBezTo>
                <a:cubicBezTo>
                  <a:pt x="25510" y="8788"/>
                  <a:pt x="26072" y="9027"/>
                  <a:pt x="26797" y="9027"/>
                </a:cubicBezTo>
                <a:cubicBezTo>
                  <a:pt x="27049" y="9027"/>
                  <a:pt x="27305" y="8994"/>
                  <a:pt x="27566" y="8929"/>
                </a:cubicBezTo>
                <a:cubicBezTo>
                  <a:pt x="27827" y="8863"/>
                  <a:pt x="28061" y="8777"/>
                  <a:pt x="28268" y="8672"/>
                </a:cubicBezTo>
                <a:cubicBezTo>
                  <a:pt x="28450" y="8580"/>
                  <a:pt x="28620" y="8482"/>
                  <a:pt x="28779" y="8379"/>
                </a:cubicBezTo>
                <a:cubicBezTo>
                  <a:pt x="28938" y="8276"/>
                  <a:pt x="29064" y="8187"/>
                  <a:pt x="29157" y="8113"/>
                </a:cubicBezTo>
                <a:lnTo>
                  <a:pt x="29223" y="8113"/>
                </a:lnTo>
                <a:lnTo>
                  <a:pt x="29223" y="9485"/>
                </a:lnTo>
                <a:close/>
                <a:moveTo>
                  <a:pt x="32159" y="1299"/>
                </a:moveTo>
                <a:lnTo>
                  <a:pt x="30754" y="1299"/>
                </a:lnTo>
                <a:lnTo>
                  <a:pt x="30754" y="0"/>
                </a:lnTo>
                <a:lnTo>
                  <a:pt x="32159" y="0"/>
                </a:lnTo>
                <a:lnTo>
                  <a:pt x="32159" y="1299"/>
                </a:lnTo>
                <a:moveTo>
                  <a:pt x="32079" y="9942"/>
                </a:moveTo>
                <a:lnTo>
                  <a:pt x="30833" y="9942"/>
                </a:lnTo>
                <a:lnTo>
                  <a:pt x="30833" y="2532"/>
                </a:lnTo>
                <a:lnTo>
                  <a:pt x="32079" y="2532"/>
                </a:lnTo>
                <a:lnTo>
                  <a:pt x="32079" y="9942"/>
                </a:lnTo>
                <a:close/>
                <a:moveTo>
                  <a:pt x="40735" y="9942"/>
                </a:moveTo>
                <a:lnTo>
                  <a:pt x="39489" y="9942"/>
                </a:lnTo>
                <a:lnTo>
                  <a:pt x="39489" y="5722"/>
                </a:lnTo>
                <a:cubicBezTo>
                  <a:pt x="39489" y="5382"/>
                  <a:pt x="39469" y="5062"/>
                  <a:pt x="39429" y="4763"/>
                </a:cubicBezTo>
                <a:cubicBezTo>
                  <a:pt x="39390" y="4465"/>
                  <a:pt x="39317" y="4232"/>
                  <a:pt x="39211" y="4064"/>
                </a:cubicBezTo>
                <a:cubicBezTo>
                  <a:pt x="39100" y="3878"/>
                  <a:pt x="38941" y="3739"/>
                  <a:pt x="38733" y="3649"/>
                </a:cubicBezTo>
                <a:cubicBezTo>
                  <a:pt x="38526" y="3558"/>
                  <a:pt x="38256" y="3513"/>
                  <a:pt x="37925" y="3513"/>
                </a:cubicBezTo>
                <a:cubicBezTo>
                  <a:pt x="37585" y="3513"/>
                  <a:pt x="37229" y="3597"/>
                  <a:pt x="36858" y="3765"/>
                </a:cubicBezTo>
                <a:cubicBezTo>
                  <a:pt x="36487" y="3933"/>
                  <a:pt x="36131" y="4148"/>
                  <a:pt x="35791" y="4408"/>
                </a:cubicBezTo>
                <a:lnTo>
                  <a:pt x="35791" y="9942"/>
                </a:lnTo>
                <a:lnTo>
                  <a:pt x="34545" y="9942"/>
                </a:lnTo>
                <a:lnTo>
                  <a:pt x="34545" y="2532"/>
                </a:lnTo>
                <a:lnTo>
                  <a:pt x="35791" y="2532"/>
                </a:lnTo>
                <a:lnTo>
                  <a:pt x="35791" y="3349"/>
                </a:lnTo>
                <a:cubicBezTo>
                  <a:pt x="36180" y="3026"/>
                  <a:pt x="36582" y="2774"/>
                  <a:pt x="36997" y="2592"/>
                </a:cubicBezTo>
                <a:cubicBezTo>
                  <a:pt x="37412" y="2411"/>
                  <a:pt x="37839" y="2320"/>
                  <a:pt x="38276" y="2320"/>
                </a:cubicBezTo>
                <a:cubicBezTo>
                  <a:pt x="39076" y="2320"/>
                  <a:pt x="39686" y="2561"/>
                  <a:pt x="40105" y="3043"/>
                </a:cubicBezTo>
                <a:cubicBezTo>
                  <a:pt x="40525" y="3526"/>
                  <a:pt x="40735" y="4221"/>
                  <a:pt x="40735" y="5128"/>
                </a:cubicBezTo>
                <a:lnTo>
                  <a:pt x="40735" y="9942"/>
                </a:lnTo>
                <a:close/>
                <a:moveTo>
                  <a:pt x="44473" y="1299"/>
                </a:moveTo>
                <a:lnTo>
                  <a:pt x="43068" y="1299"/>
                </a:lnTo>
                <a:lnTo>
                  <a:pt x="43068" y="0"/>
                </a:lnTo>
                <a:lnTo>
                  <a:pt x="44473" y="0"/>
                </a:lnTo>
                <a:lnTo>
                  <a:pt x="44473" y="1299"/>
                </a:lnTo>
                <a:moveTo>
                  <a:pt x="44394" y="9942"/>
                </a:moveTo>
                <a:lnTo>
                  <a:pt x="43148" y="9942"/>
                </a:lnTo>
                <a:lnTo>
                  <a:pt x="43148" y="2532"/>
                </a:lnTo>
                <a:lnTo>
                  <a:pt x="44394" y="2532"/>
                </a:lnTo>
                <a:lnTo>
                  <a:pt x="44394" y="9942"/>
                </a:lnTo>
                <a:close/>
                <a:moveTo>
                  <a:pt x="53169" y="6240"/>
                </a:moveTo>
                <a:cubicBezTo>
                  <a:pt x="53169" y="7450"/>
                  <a:pt x="52860" y="8404"/>
                  <a:pt x="52241" y="9104"/>
                </a:cubicBezTo>
                <a:cubicBezTo>
                  <a:pt x="51623" y="9804"/>
                  <a:pt x="50794" y="10154"/>
                  <a:pt x="49756" y="10154"/>
                </a:cubicBezTo>
                <a:cubicBezTo>
                  <a:pt x="48708" y="10154"/>
                  <a:pt x="47877" y="9804"/>
                  <a:pt x="47260" y="9104"/>
                </a:cubicBezTo>
                <a:cubicBezTo>
                  <a:pt x="46644" y="8404"/>
                  <a:pt x="46336" y="7450"/>
                  <a:pt x="46336" y="6240"/>
                </a:cubicBezTo>
                <a:cubicBezTo>
                  <a:pt x="46336" y="5031"/>
                  <a:pt x="46644" y="4075"/>
                  <a:pt x="47260" y="3373"/>
                </a:cubicBezTo>
                <a:cubicBezTo>
                  <a:pt x="47877" y="2671"/>
                  <a:pt x="48708" y="2320"/>
                  <a:pt x="49756" y="2320"/>
                </a:cubicBezTo>
                <a:cubicBezTo>
                  <a:pt x="50794" y="2320"/>
                  <a:pt x="51623" y="2671"/>
                  <a:pt x="52241" y="3373"/>
                </a:cubicBezTo>
                <a:cubicBezTo>
                  <a:pt x="52860" y="4075"/>
                  <a:pt x="53169" y="5031"/>
                  <a:pt x="53169" y="6240"/>
                </a:cubicBezTo>
                <a:moveTo>
                  <a:pt x="51883" y="6240"/>
                </a:moveTo>
                <a:cubicBezTo>
                  <a:pt x="51883" y="5282"/>
                  <a:pt x="51695" y="4571"/>
                  <a:pt x="51320" y="4105"/>
                </a:cubicBezTo>
                <a:cubicBezTo>
                  <a:pt x="50944" y="3640"/>
                  <a:pt x="50423" y="3407"/>
                  <a:pt x="49756" y="3407"/>
                </a:cubicBezTo>
                <a:cubicBezTo>
                  <a:pt x="49080" y="3407"/>
                  <a:pt x="48555" y="3640"/>
                  <a:pt x="48182" y="4105"/>
                </a:cubicBezTo>
                <a:cubicBezTo>
                  <a:pt x="47808" y="4571"/>
                  <a:pt x="47622" y="5282"/>
                  <a:pt x="47622" y="6240"/>
                </a:cubicBezTo>
                <a:cubicBezTo>
                  <a:pt x="47622" y="7167"/>
                  <a:pt x="47809" y="7870"/>
                  <a:pt x="48185" y="8349"/>
                </a:cubicBezTo>
                <a:cubicBezTo>
                  <a:pt x="48560" y="8828"/>
                  <a:pt x="49084" y="9067"/>
                  <a:pt x="49756" y="9067"/>
                </a:cubicBezTo>
                <a:cubicBezTo>
                  <a:pt x="50419" y="9067"/>
                  <a:pt x="50939" y="8830"/>
                  <a:pt x="51317" y="8355"/>
                </a:cubicBezTo>
                <a:cubicBezTo>
                  <a:pt x="51694" y="7881"/>
                  <a:pt x="51883" y="7176"/>
                  <a:pt x="51883" y="6240"/>
                </a:cubicBezTo>
                <a:close/>
                <a:moveTo>
                  <a:pt x="65901" y="9942"/>
                </a:moveTo>
                <a:lnTo>
                  <a:pt x="64655" y="9942"/>
                </a:lnTo>
                <a:lnTo>
                  <a:pt x="64655" y="5722"/>
                </a:lnTo>
                <a:cubicBezTo>
                  <a:pt x="64655" y="5404"/>
                  <a:pt x="64641" y="5096"/>
                  <a:pt x="64612" y="4800"/>
                </a:cubicBezTo>
                <a:cubicBezTo>
                  <a:pt x="64583" y="4504"/>
                  <a:pt x="64523" y="4267"/>
                  <a:pt x="64430" y="4090"/>
                </a:cubicBezTo>
                <a:cubicBezTo>
                  <a:pt x="64328" y="3900"/>
                  <a:pt x="64182" y="3756"/>
                  <a:pt x="63992" y="3659"/>
                </a:cubicBezTo>
                <a:cubicBezTo>
                  <a:pt x="63802" y="3561"/>
                  <a:pt x="63528" y="3513"/>
                  <a:pt x="63171" y="3513"/>
                </a:cubicBezTo>
                <a:cubicBezTo>
                  <a:pt x="62822" y="3513"/>
                  <a:pt x="62472" y="3600"/>
                  <a:pt x="62123" y="3775"/>
                </a:cubicBezTo>
                <a:cubicBezTo>
                  <a:pt x="61774" y="3950"/>
                  <a:pt x="61425" y="4172"/>
                  <a:pt x="61076" y="4442"/>
                </a:cubicBezTo>
                <a:cubicBezTo>
                  <a:pt x="61089" y="4543"/>
                  <a:pt x="61100" y="4662"/>
                  <a:pt x="61109" y="4797"/>
                </a:cubicBezTo>
                <a:cubicBezTo>
                  <a:pt x="61118" y="4931"/>
                  <a:pt x="61123" y="5065"/>
                  <a:pt x="61123" y="5198"/>
                </a:cubicBezTo>
                <a:lnTo>
                  <a:pt x="61123" y="9942"/>
                </a:lnTo>
                <a:lnTo>
                  <a:pt x="59876" y="9942"/>
                </a:lnTo>
                <a:lnTo>
                  <a:pt x="59876" y="5722"/>
                </a:lnTo>
                <a:cubicBezTo>
                  <a:pt x="59876" y="5395"/>
                  <a:pt x="59862" y="5084"/>
                  <a:pt x="59833" y="4790"/>
                </a:cubicBezTo>
                <a:cubicBezTo>
                  <a:pt x="59805" y="4496"/>
                  <a:pt x="59744" y="4260"/>
                  <a:pt x="59651" y="4083"/>
                </a:cubicBezTo>
                <a:cubicBezTo>
                  <a:pt x="59550" y="3893"/>
                  <a:pt x="59404" y="3751"/>
                  <a:pt x="59214" y="3656"/>
                </a:cubicBezTo>
                <a:cubicBezTo>
                  <a:pt x="59024" y="3560"/>
                  <a:pt x="58750" y="3513"/>
                  <a:pt x="58392" y="3513"/>
                </a:cubicBezTo>
                <a:cubicBezTo>
                  <a:pt x="58052" y="3513"/>
                  <a:pt x="57710" y="3597"/>
                  <a:pt x="57368" y="3765"/>
                </a:cubicBezTo>
                <a:cubicBezTo>
                  <a:pt x="57025" y="3933"/>
                  <a:pt x="56684" y="4148"/>
                  <a:pt x="56344" y="4408"/>
                </a:cubicBezTo>
                <a:lnTo>
                  <a:pt x="56344" y="9942"/>
                </a:lnTo>
                <a:lnTo>
                  <a:pt x="55098" y="9942"/>
                </a:lnTo>
                <a:lnTo>
                  <a:pt x="55098" y="2532"/>
                </a:lnTo>
                <a:lnTo>
                  <a:pt x="56344" y="2532"/>
                </a:lnTo>
                <a:lnTo>
                  <a:pt x="56344" y="3355"/>
                </a:lnTo>
                <a:cubicBezTo>
                  <a:pt x="56733" y="3030"/>
                  <a:pt x="57120" y="2776"/>
                  <a:pt x="57507" y="2594"/>
                </a:cubicBezTo>
                <a:cubicBezTo>
                  <a:pt x="57894" y="2411"/>
                  <a:pt x="58306" y="2320"/>
                  <a:pt x="58743" y="2320"/>
                </a:cubicBezTo>
                <a:cubicBezTo>
                  <a:pt x="59247" y="2320"/>
                  <a:pt x="59674" y="2427"/>
                  <a:pt x="60026" y="2640"/>
                </a:cubicBezTo>
                <a:cubicBezTo>
                  <a:pt x="60377" y="2853"/>
                  <a:pt x="60639" y="3149"/>
                  <a:pt x="60811" y="3527"/>
                </a:cubicBezTo>
                <a:cubicBezTo>
                  <a:pt x="61315" y="3100"/>
                  <a:pt x="61774" y="2792"/>
                  <a:pt x="62190" y="2603"/>
                </a:cubicBezTo>
                <a:cubicBezTo>
                  <a:pt x="62605" y="2414"/>
                  <a:pt x="63049" y="2320"/>
                  <a:pt x="63522" y="2320"/>
                </a:cubicBezTo>
                <a:cubicBezTo>
                  <a:pt x="64335" y="2320"/>
                  <a:pt x="64935" y="2567"/>
                  <a:pt x="65321" y="3060"/>
                </a:cubicBezTo>
                <a:cubicBezTo>
                  <a:pt x="65708" y="3554"/>
                  <a:pt x="65901" y="4243"/>
                  <a:pt x="65901" y="5128"/>
                </a:cubicBezTo>
                <a:lnTo>
                  <a:pt x="65901" y="9942"/>
                </a:lnTo>
                <a:close/>
                <a:moveTo>
                  <a:pt x="74703" y="2532"/>
                </a:moveTo>
                <a:lnTo>
                  <a:pt x="70382" y="12673"/>
                </a:lnTo>
                <a:lnTo>
                  <a:pt x="69050" y="12673"/>
                </a:lnTo>
                <a:lnTo>
                  <a:pt x="70428" y="9582"/>
                </a:lnTo>
                <a:lnTo>
                  <a:pt x="67479" y="2532"/>
                </a:lnTo>
                <a:lnTo>
                  <a:pt x="68831" y="2532"/>
                </a:lnTo>
                <a:lnTo>
                  <a:pt x="71104" y="8020"/>
                </a:lnTo>
                <a:lnTo>
                  <a:pt x="73397" y="2532"/>
                </a:lnTo>
                <a:lnTo>
                  <a:pt x="74703" y="2532"/>
                </a:lnTo>
                <a:close/>
                <a:moveTo>
                  <a:pt x="81809" y="9485"/>
                </a:moveTo>
                <a:cubicBezTo>
                  <a:pt x="81393" y="9683"/>
                  <a:pt x="80999" y="9838"/>
                  <a:pt x="80625" y="9949"/>
                </a:cubicBezTo>
                <a:cubicBezTo>
                  <a:pt x="80252" y="10059"/>
                  <a:pt x="79855" y="10114"/>
                  <a:pt x="79436" y="10114"/>
                </a:cubicBezTo>
                <a:cubicBezTo>
                  <a:pt x="78901" y="10114"/>
                  <a:pt x="78411" y="10036"/>
                  <a:pt x="77964" y="9879"/>
                </a:cubicBezTo>
                <a:cubicBezTo>
                  <a:pt x="77518" y="9721"/>
                  <a:pt x="77136" y="9483"/>
                  <a:pt x="76818" y="9165"/>
                </a:cubicBezTo>
                <a:cubicBezTo>
                  <a:pt x="76495" y="8846"/>
                  <a:pt x="76245" y="8443"/>
                  <a:pt x="76069" y="7956"/>
                </a:cubicBezTo>
                <a:cubicBezTo>
                  <a:pt x="75892" y="7470"/>
                  <a:pt x="75804" y="6901"/>
                  <a:pt x="75804" y="6250"/>
                </a:cubicBezTo>
                <a:cubicBezTo>
                  <a:pt x="75804" y="5037"/>
                  <a:pt x="76136" y="4086"/>
                  <a:pt x="76801" y="3395"/>
                </a:cubicBezTo>
                <a:cubicBezTo>
                  <a:pt x="77466" y="2705"/>
                  <a:pt x="78344" y="2360"/>
                  <a:pt x="79436" y="2360"/>
                </a:cubicBezTo>
                <a:cubicBezTo>
                  <a:pt x="79860" y="2360"/>
                  <a:pt x="80276" y="2419"/>
                  <a:pt x="80685" y="2538"/>
                </a:cubicBezTo>
                <a:cubicBezTo>
                  <a:pt x="81094" y="2658"/>
                  <a:pt x="81468" y="2804"/>
                  <a:pt x="81809" y="2976"/>
                </a:cubicBezTo>
                <a:lnTo>
                  <a:pt x="81809" y="4361"/>
                </a:lnTo>
                <a:lnTo>
                  <a:pt x="81742" y="4361"/>
                </a:lnTo>
                <a:cubicBezTo>
                  <a:pt x="81362" y="4067"/>
                  <a:pt x="80970" y="3841"/>
                  <a:pt x="80566" y="3683"/>
                </a:cubicBezTo>
                <a:cubicBezTo>
                  <a:pt x="80161" y="3526"/>
                  <a:pt x="79767" y="3447"/>
                  <a:pt x="79383" y="3447"/>
                </a:cubicBezTo>
                <a:cubicBezTo>
                  <a:pt x="78676" y="3447"/>
                  <a:pt x="78118" y="3684"/>
                  <a:pt x="77709" y="4159"/>
                </a:cubicBezTo>
                <a:cubicBezTo>
                  <a:pt x="77300" y="4634"/>
                  <a:pt x="77096" y="5331"/>
                  <a:pt x="77096" y="6250"/>
                </a:cubicBezTo>
                <a:cubicBezTo>
                  <a:pt x="77096" y="7143"/>
                  <a:pt x="77296" y="7829"/>
                  <a:pt x="77696" y="8308"/>
                </a:cubicBezTo>
                <a:cubicBezTo>
                  <a:pt x="78096" y="8788"/>
                  <a:pt x="78658" y="9027"/>
                  <a:pt x="79383" y="9027"/>
                </a:cubicBezTo>
                <a:cubicBezTo>
                  <a:pt x="79635" y="9027"/>
                  <a:pt x="79891" y="8994"/>
                  <a:pt x="80152" y="8929"/>
                </a:cubicBezTo>
                <a:cubicBezTo>
                  <a:pt x="80412" y="8863"/>
                  <a:pt x="80646" y="8777"/>
                  <a:pt x="80854" y="8672"/>
                </a:cubicBezTo>
                <a:cubicBezTo>
                  <a:pt x="81035" y="8580"/>
                  <a:pt x="81205" y="8482"/>
                  <a:pt x="81364" y="8379"/>
                </a:cubicBezTo>
                <a:cubicBezTo>
                  <a:pt x="81524" y="8276"/>
                  <a:pt x="81649" y="8187"/>
                  <a:pt x="81742" y="8113"/>
                </a:cubicBezTo>
                <a:lnTo>
                  <a:pt x="81809" y="8113"/>
                </a:lnTo>
                <a:lnTo>
                  <a:pt x="81809" y="9485"/>
                </a:lnTo>
                <a:close/>
                <a:moveTo>
                  <a:pt x="89602" y="6363"/>
                </a:moveTo>
                <a:lnTo>
                  <a:pt x="84148" y="6363"/>
                </a:lnTo>
                <a:cubicBezTo>
                  <a:pt x="84148" y="6819"/>
                  <a:pt x="84216" y="7217"/>
                  <a:pt x="84353" y="7555"/>
                </a:cubicBezTo>
                <a:cubicBezTo>
                  <a:pt x="84490" y="7894"/>
                  <a:pt x="84678" y="8172"/>
                  <a:pt x="84916" y="8389"/>
                </a:cubicBezTo>
                <a:cubicBezTo>
                  <a:pt x="85146" y="8602"/>
                  <a:pt x="85419" y="8761"/>
                  <a:pt x="85735" y="8868"/>
                </a:cubicBezTo>
                <a:cubicBezTo>
                  <a:pt x="86051" y="8974"/>
                  <a:pt x="86399" y="9027"/>
                  <a:pt x="86779" y="9027"/>
                </a:cubicBezTo>
                <a:cubicBezTo>
                  <a:pt x="87283" y="9027"/>
                  <a:pt x="87790" y="8926"/>
                  <a:pt x="88300" y="8723"/>
                </a:cubicBezTo>
                <a:cubicBezTo>
                  <a:pt x="88810" y="8521"/>
                  <a:pt x="89174" y="8322"/>
                  <a:pt x="89390" y="8126"/>
                </a:cubicBezTo>
                <a:lnTo>
                  <a:pt x="89457" y="8126"/>
                </a:lnTo>
                <a:lnTo>
                  <a:pt x="89457" y="9489"/>
                </a:lnTo>
                <a:cubicBezTo>
                  <a:pt x="89037" y="9666"/>
                  <a:pt x="88608" y="9815"/>
                  <a:pt x="88171" y="9935"/>
                </a:cubicBezTo>
                <a:cubicBezTo>
                  <a:pt x="87733" y="10054"/>
                  <a:pt x="87274" y="10114"/>
                  <a:pt x="86792" y="10114"/>
                </a:cubicBezTo>
                <a:cubicBezTo>
                  <a:pt x="85564" y="10114"/>
                  <a:pt x="84605" y="9781"/>
                  <a:pt x="83916" y="9115"/>
                </a:cubicBezTo>
                <a:cubicBezTo>
                  <a:pt x="83226" y="8449"/>
                  <a:pt x="82882" y="7503"/>
                  <a:pt x="82882" y="6277"/>
                </a:cubicBezTo>
                <a:cubicBezTo>
                  <a:pt x="82882" y="5064"/>
                  <a:pt x="83212" y="4101"/>
                  <a:pt x="83873" y="3389"/>
                </a:cubicBezTo>
                <a:cubicBezTo>
                  <a:pt x="84533" y="2676"/>
                  <a:pt x="85403" y="2320"/>
                  <a:pt x="86481" y="2320"/>
                </a:cubicBezTo>
                <a:cubicBezTo>
                  <a:pt x="87479" y="2320"/>
                  <a:pt x="88249" y="2612"/>
                  <a:pt x="88790" y="3196"/>
                </a:cubicBezTo>
                <a:cubicBezTo>
                  <a:pt x="89332" y="3780"/>
                  <a:pt x="89602" y="4610"/>
                  <a:pt x="89602" y="5686"/>
                </a:cubicBezTo>
                <a:lnTo>
                  <a:pt x="89602" y="6363"/>
                </a:lnTo>
                <a:moveTo>
                  <a:pt x="88390" y="5408"/>
                </a:moveTo>
                <a:cubicBezTo>
                  <a:pt x="88385" y="4754"/>
                  <a:pt x="88220" y="4248"/>
                  <a:pt x="87896" y="3891"/>
                </a:cubicBezTo>
                <a:cubicBezTo>
                  <a:pt x="87571" y="3533"/>
                  <a:pt x="87077" y="3354"/>
                  <a:pt x="86414" y="3354"/>
                </a:cubicBezTo>
                <a:cubicBezTo>
                  <a:pt x="85747" y="3354"/>
                  <a:pt x="85216" y="3550"/>
                  <a:pt x="84820" y="3944"/>
                </a:cubicBezTo>
                <a:cubicBezTo>
                  <a:pt x="84425" y="4337"/>
                  <a:pt x="84201" y="4825"/>
                  <a:pt x="84148" y="5408"/>
                </a:cubicBezTo>
                <a:lnTo>
                  <a:pt x="88390" y="5408"/>
                </a:lnTo>
                <a:close/>
                <a:moveTo>
                  <a:pt x="95336" y="9877"/>
                </a:moveTo>
                <a:cubicBezTo>
                  <a:pt x="95101" y="9938"/>
                  <a:pt x="94846" y="9989"/>
                  <a:pt x="94570" y="10028"/>
                </a:cubicBezTo>
                <a:cubicBezTo>
                  <a:pt x="94294" y="10068"/>
                  <a:pt x="94048" y="10088"/>
                  <a:pt x="93831" y="10088"/>
                </a:cubicBezTo>
                <a:cubicBezTo>
                  <a:pt x="93076" y="10088"/>
                  <a:pt x="92501" y="9884"/>
                  <a:pt x="92108" y="9477"/>
                </a:cubicBezTo>
                <a:cubicBezTo>
                  <a:pt x="91715" y="9070"/>
                  <a:pt x="91518" y="8418"/>
                  <a:pt x="91518" y="7520"/>
                </a:cubicBezTo>
                <a:lnTo>
                  <a:pt x="91518" y="3579"/>
                </a:lnTo>
                <a:lnTo>
                  <a:pt x="90676" y="3579"/>
                </a:lnTo>
                <a:lnTo>
                  <a:pt x="90676" y="2532"/>
                </a:lnTo>
                <a:lnTo>
                  <a:pt x="91518" y="2532"/>
                </a:lnTo>
                <a:lnTo>
                  <a:pt x="91518" y="398"/>
                </a:lnTo>
                <a:lnTo>
                  <a:pt x="92764" y="398"/>
                </a:lnTo>
                <a:lnTo>
                  <a:pt x="92764" y="2532"/>
                </a:lnTo>
                <a:lnTo>
                  <a:pt x="95336" y="2532"/>
                </a:lnTo>
                <a:lnTo>
                  <a:pt x="95336" y="3579"/>
                </a:lnTo>
                <a:lnTo>
                  <a:pt x="92764" y="3579"/>
                </a:lnTo>
                <a:lnTo>
                  <a:pt x="92764" y="6961"/>
                </a:lnTo>
                <a:cubicBezTo>
                  <a:pt x="92764" y="7351"/>
                  <a:pt x="92773" y="7655"/>
                  <a:pt x="92791" y="7875"/>
                </a:cubicBezTo>
                <a:cubicBezTo>
                  <a:pt x="92808" y="8094"/>
                  <a:pt x="92870" y="8299"/>
                  <a:pt x="92976" y="8489"/>
                </a:cubicBezTo>
                <a:cubicBezTo>
                  <a:pt x="93073" y="8666"/>
                  <a:pt x="93207" y="8796"/>
                  <a:pt x="93377" y="8878"/>
                </a:cubicBezTo>
                <a:cubicBezTo>
                  <a:pt x="93547" y="8960"/>
                  <a:pt x="93807" y="9001"/>
                  <a:pt x="94156" y="9001"/>
                </a:cubicBezTo>
                <a:cubicBezTo>
                  <a:pt x="94359" y="9001"/>
                  <a:pt x="94571" y="8971"/>
                  <a:pt x="94792" y="8911"/>
                </a:cubicBezTo>
                <a:cubicBezTo>
                  <a:pt x="95013" y="8852"/>
                  <a:pt x="95172" y="8802"/>
                  <a:pt x="95269" y="8762"/>
                </a:cubicBezTo>
                <a:lnTo>
                  <a:pt x="95336" y="8762"/>
                </a:lnTo>
                <a:lnTo>
                  <a:pt x="95336" y="9877"/>
                </a:lnTo>
                <a:close/>
                <a:moveTo>
                  <a:pt x="103037" y="6363"/>
                </a:moveTo>
                <a:lnTo>
                  <a:pt x="97582" y="6363"/>
                </a:lnTo>
                <a:cubicBezTo>
                  <a:pt x="97582" y="6819"/>
                  <a:pt x="97651" y="7217"/>
                  <a:pt x="97788" y="7555"/>
                </a:cubicBezTo>
                <a:cubicBezTo>
                  <a:pt x="97925" y="7894"/>
                  <a:pt x="98113" y="8172"/>
                  <a:pt x="98351" y="8389"/>
                </a:cubicBezTo>
                <a:cubicBezTo>
                  <a:pt x="98581" y="8602"/>
                  <a:pt x="98854" y="8761"/>
                  <a:pt x="99170" y="8868"/>
                </a:cubicBezTo>
                <a:cubicBezTo>
                  <a:pt x="99486" y="8974"/>
                  <a:pt x="99834" y="9027"/>
                  <a:pt x="100214" y="9027"/>
                </a:cubicBezTo>
                <a:cubicBezTo>
                  <a:pt x="100717" y="9027"/>
                  <a:pt x="101224" y="8926"/>
                  <a:pt x="101735" y="8723"/>
                </a:cubicBezTo>
                <a:cubicBezTo>
                  <a:pt x="102245" y="8521"/>
                  <a:pt x="102609" y="8322"/>
                  <a:pt x="102825" y="8126"/>
                </a:cubicBezTo>
                <a:lnTo>
                  <a:pt x="102891" y="8126"/>
                </a:lnTo>
                <a:lnTo>
                  <a:pt x="102891" y="9489"/>
                </a:lnTo>
                <a:cubicBezTo>
                  <a:pt x="102472" y="9666"/>
                  <a:pt x="102043" y="9815"/>
                  <a:pt x="101606" y="9935"/>
                </a:cubicBezTo>
                <a:cubicBezTo>
                  <a:pt x="101168" y="10054"/>
                  <a:pt x="100709" y="10114"/>
                  <a:pt x="100227" y="10114"/>
                </a:cubicBezTo>
                <a:cubicBezTo>
                  <a:pt x="98999" y="10114"/>
                  <a:pt x="98040" y="9781"/>
                  <a:pt x="97350" y="9115"/>
                </a:cubicBezTo>
                <a:cubicBezTo>
                  <a:pt x="96661" y="8449"/>
                  <a:pt x="96317" y="7503"/>
                  <a:pt x="96317" y="6277"/>
                </a:cubicBezTo>
                <a:cubicBezTo>
                  <a:pt x="96317" y="5064"/>
                  <a:pt x="96647" y="4101"/>
                  <a:pt x="97307" y="3389"/>
                </a:cubicBezTo>
                <a:cubicBezTo>
                  <a:pt x="97968" y="2676"/>
                  <a:pt x="98837" y="2320"/>
                  <a:pt x="99915" y="2320"/>
                </a:cubicBezTo>
                <a:cubicBezTo>
                  <a:pt x="100914" y="2320"/>
                  <a:pt x="101684" y="2612"/>
                  <a:pt x="102225" y="3196"/>
                </a:cubicBezTo>
                <a:cubicBezTo>
                  <a:pt x="102767" y="3780"/>
                  <a:pt x="103037" y="4610"/>
                  <a:pt x="103037" y="5686"/>
                </a:cubicBezTo>
                <a:lnTo>
                  <a:pt x="103037" y="6363"/>
                </a:lnTo>
                <a:moveTo>
                  <a:pt x="101824" y="5408"/>
                </a:moveTo>
                <a:cubicBezTo>
                  <a:pt x="101820" y="4754"/>
                  <a:pt x="101655" y="4248"/>
                  <a:pt x="101331" y="3891"/>
                </a:cubicBezTo>
                <a:cubicBezTo>
                  <a:pt x="101006" y="3533"/>
                  <a:pt x="100512" y="3354"/>
                  <a:pt x="99849" y="3354"/>
                </a:cubicBezTo>
                <a:cubicBezTo>
                  <a:pt x="99182" y="3354"/>
                  <a:pt x="98651" y="3550"/>
                  <a:pt x="98255" y="3944"/>
                </a:cubicBezTo>
                <a:cubicBezTo>
                  <a:pt x="97860" y="4337"/>
                  <a:pt x="97635" y="4825"/>
                  <a:pt x="97582" y="5408"/>
                </a:cubicBezTo>
                <a:lnTo>
                  <a:pt x="101824" y="5408"/>
                </a:lnTo>
                <a:close/>
                <a:moveTo>
                  <a:pt x="110215" y="7803"/>
                </a:moveTo>
                <a:cubicBezTo>
                  <a:pt x="110215" y="8479"/>
                  <a:pt x="109936" y="9033"/>
                  <a:pt x="109377" y="9465"/>
                </a:cubicBezTo>
                <a:cubicBezTo>
                  <a:pt x="108818" y="9898"/>
                  <a:pt x="108055" y="10114"/>
                  <a:pt x="107087" y="10114"/>
                </a:cubicBezTo>
                <a:cubicBezTo>
                  <a:pt x="106539" y="10114"/>
                  <a:pt x="106036" y="10049"/>
                  <a:pt x="105579" y="9918"/>
                </a:cubicBezTo>
                <a:cubicBezTo>
                  <a:pt x="105122" y="9787"/>
                  <a:pt x="104738" y="9644"/>
                  <a:pt x="104429" y="9489"/>
                </a:cubicBezTo>
                <a:lnTo>
                  <a:pt x="104429" y="8086"/>
                </a:lnTo>
                <a:lnTo>
                  <a:pt x="104495" y="8086"/>
                </a:lnTo>
                <a:cubicBezTo>
                  <a:pt x="104889" y="8386"/>
                  <a:pt x="105326" y="8625"/>
                  <a:pt x="105808" y="8802"/>
                </a:cubicBezTo>
                <a:cubicBezTo>
                  <a:pt x="106289" y="8979"/>
                  <a:pt x="106751" y="9067"/>
                  <a:pt x="107193" y="9067"/>
                </a:cubicBezTo>
                <a:cubicBezTo>
                  <a:pt x="107741" y="9067"/>
                  <a:pt x="108170" y="8978"/>
                  <a:pt x="108479" y="8801"/>
                </a:cubicBezTo>
                <a:cubicBezTo>
                  <a:pt x="108788" y="8623"/>
                  <a:pt x="108943" y="8344"/>
                  <a:pt x="108943" y="7962"/>
                </a:cubicBezTo>
                <a:cubicBezTo>
                  <a:pt x="108943" y="7671"/>
                  <a:pt x="108859" y="7450"/>
                  <a:pt x="108691" y="7300"/>
                </a:cubicBezTo>
                <a:cubicBezTo>
                  <a:pt x="108523" y="7150"/>
                  <a:pt x="108200" y="7022"/>
                  <a:pt x="107723" y="6916"/>
                </a:cubicBezTo>
                <a:cubicBezTo>
                  <a:pt x="107547" y="6876"/>
                  <a:pt x="107316" y="6830"/>
                  <a:pt x="107031" y="6777"/>
                </a:cubicBezTo>
                <a:cubicBezTo>
                  <a:pt x="106746" y="6724"/>
                  <a:pt x="106486" y="6666"/>
                  <a:pt x="106252" y="6605"/>
                </a:cubicBezTo>
                <a:cubicBezTo>
                  <a:pt x="105602" y="6432"/>
                  <a:pt x="105142" y="6180"/>
                  <a:pt x="104870" y="5846"/>
                </a:cubicBezTo>
                <a:cubicBezTo>
                  <a:pt x="104598" y="5513"/>
                  <a:pt x="104462" y="5103"/>
                  <a:pt x="104462" y="4618"/>
                </a:cubicBezTo>
                <a:cubicBezTo>
                  <a:pt x="104462" y="4313"/>
                  <a:pt x="104525" y="4026"/>
                  <a:pt x="104651" y="3757"/>
                </a:cubicBezTo>
                <a:cubicBezTo>
                  <a:pt x="104777" y="3488"/>
                  <a:pt x="104968" y="3247"/>
                  <a:pt x="105225" y="3035"/>
                </a:cubicBezTo>
                <a:cubicBezTo>
                  <a:pt x="105472" y="2828"/>
                  <a:pt x="105787" y="2663"/>
                  <a:pt x="106169" y="2542"/>
                </a:cubicBezTo>
                <a:cubicBezTo>
                  <a:pt x="106551" y="2420"/>
                  <a:pt x="106979" y="2360"/>
                  <a:pt x="107452" y="2360"/>
                </a:cubicBezTo>
                <a:cubicBezTo>
                  <a:pt x="107893" y="2360"/>
                  <a:pt x="108341" y="2413"/>
                  <a:pt x="108794" y="2521"/>
                </a:cubicBezTo>
                <a:cubicBezTo>
                  <a:pt x="109247" y="2629"/>
                  <a:pt x="109623" y="2760"/>
                  <a:pt x="109924" y="2914"/>
                </a:cubicBezTo>
                <a:lnTo>
                  <a:pt x="109924" y="4242"/>
                </a:lnTo>
                <a:lnTo>
                  <a:pt x="109857" y="4242"/>
                </a:lnTo>
                <a:cubicBezTo>
                  <a:pt x="109539" y="4008"/>
                  <a:pt x="109153" y="3810"/>
                  <a:pt x="108698" y="3649"/>
                </a:cubicBezTo>
                <a:cubicBezTo>
                  <a:pt x="108242" y="3487"/>
                  <a:pt x="107796" y="3407"/>
                  <a:pt x="107359" y="3407"/>
                </a:cubicBezTo>
                <a:cubicBezTo>
                  <a:pt x="106904" y="3407"/>
                  <a:pt x="106519" y="3494"/>
                  <a:pt x="106205" y="3670"/>
                </a:cubicBezTo>
                <a:cubicBezTo>
                  <a:pt x="105892" y="3845"/>
                  <a:pt x="105735" y="4106"/>
                  <a:pt x="105735" y="4452"/>
                </a:cubicBezTo>
                <a:cubicBezTo>
                  <a:pt x="105735" y="4757"/>
                  <a:pt x="105830" y="4986"/>
                  <a:pt x="106020" y="5141"/>
                </a:cubicBezTo>
                <a:cubicBezTo>
                  <a:pt x="106205" y="5295"/>
                  <a:pt x="106506" y="5421"/>
                  <a:pt x="106921" y="5518"/>
                </a:cubicBezTo>
                <a:cubicBezTo>
                  <a:pt x="107151" y="5571"/>
                  <a:pt x="107408" y="5624"/>
                  <a:pt x="107693" y="5677"/>
                </a:cubicBezTo>
                <a:cubicBezTo>
                  <a:pt x="107978" y="5730"/>
                  <a:pt x="108216" y="5779"/>
                  <a:pt x="108406" y="5823"/>
                </a:cubicBezTo>
                <a:cubicBezTo>
                  <a:pt x="108985" y="5955"/>
                  <a:pt x="109431" y="6183"/>
                  <a:pt x="109745" y="6505"/>
                </a:cubicBezTo>
                <a:cubicBezTo>
                  <a:pt x="110058" y="6832"/>
                  <a:pt x="110215" y="7264"/>
                  <a:pt x="110215" y="78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42636-4688-4D65-A2B6-4C5CB626C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094" y="3017989"/>
            <a:ext cx="38228" cy="22363"/>
          </a:xfrm>
          <a:custGeom xmlns:a="http://schemas.openxmlformats.org/drawingml/2006/main">
            <a:pathLst>
              <a:path w="38228" h="22363">
                <a:moveTo>
                  <a:pt x="0" y="0"/>
                </a:moveTo>
                <a:lnTo>
                  <a:pt x="38228" y="0"/>
                </a:lnTo>
                <a:lnTo>
                  <a:pt x="38228" y="22363"/>
                </a:lnTo>
                <a:lnTo>
                  <a:pt x="0" y="223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A76FE9-EC92-486E-959B-BDB07B490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7095" y="3017991"/>
            <a:ext cx="38227" cy="22362"/>
          </a:xfrm>
          <a:custGeom xmlns:a="http://schemas.openxmlformats.org/drawingml/2006/main">
            <a:pathLst>
              <a:path w="38227" h="22362" fill="none">
                <a:moveTo>
                  <a:pt x="0" y="0"/>
                </a:moveTo>
                <a:lnTo>
                  <a:pt x="38227" y="0"/>
                </a:lnTo>
                <a:lnTo>
                  <a:pt x="38227" y="22362"/>
                </a:lnTo>
                <a:lnTo>
                  <a:pt x="0" y="223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68AC4B-D333-40C1-9D1A-93E73958A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819" y="3017989"/>
            <a:ext cx="25732" cy="22363"/>
          </a:xfrm>
          <a:custGeom xmlns:a="http://schemas.openxmlformats.org/drawingml/2006/main">
            <a:pathLst>
              <a:path w="25732" h="22363">
                <a:moveTo>
                  <a:pt x="0" y="0"/>
                </a:moveTo>
                <a:lnTo>
                  <a:pt x="25732" y="0"/>
                </a:lnTo>
                <a:lnTo>
                  <a:pt x="25732" y="22363"/>
                </a:lnTo>
                <a:lnTo>
                  <a:pt x="0" y="223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453E6-731E-483D-A178-4FBE0371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821" y="3017991"/>
            <a:ext cx="25731" cy="22362"/>
          </a:xfrm>
          <a:custGeom xmlns:a="http://schemas.openxmlformats.org/drawingml/2006/main">
            <a:pathLst>
              <a:path w="25731" h="22362" fill="none">
                <a:moveTo>
                  <a:pt x="0" y="0"/>
                </a:moveTo>
                <a:lnTo>
                  <a:pt x="25731" y="0"/>
                </a:lnTo>
                <a:lnTo>
                  <a:pt x="25731" y="22362"/>
                </a:lnTo>
                <a:lnTo>
                  <a:pt x="0" y="223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1D0B3-1947-4ACB-B8FE-4FD6B244C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048" y="3017989"/>
            <a:ext cx="11193" cy="586"/>
          </a:xfrm>
          <a:custGeom xmlns:a="http://schemas.openxmlformats.org/drawingml/2006/main">
            <a:pathLst>
              <a:path w="11193" h="586">
                <a:moveTo>
                  <a:pt x="0" y="0"/>
                </a:moveTo>
                <a:lnTo>
                  <a:pt x="11193" y="0"/>
                </a:lnTo>
                <a:lnTo>
                  <a:pt x="11193" y="586"/>
                </a:lnTo>
                <a:lnTo>
                  <a:pt x="0" y="5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0A4AFA-1CD2-4A59-871A-C39E047C6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6049" y="3017991"/>
            <a:ext cx="11191" cy="584"/>
          </a:xfrm>
          <a:custGeom xmlns:a="http://schemas.openxmlformats.org/drawingml/2006/main">
            <a:pathLst>
              <a:path w="11191" h="584" fill="none">
                <a:moveTo>
                  <a:pt x="0" y="0"/>
                </a:moveTo>
                <a:lnTo>
                  <a:pt x="11191" y="0"/>
                </a:lnTo>
                <a:lnTo>
                  <a:pt x="11191" y="584"/>
                </a:lnTo>
                <a:lnTo>
                  <a:pt x="0" y="5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87F17-B070-4187-92DC-998BF7C3D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42" y="610533"/>
            <a:ext cx="1366642" cy="1083015"/>
          </a:xfrm>
          <a:custGeom xmlns:a="http://schemas.openxmlformats.org/drawingml/2006/main">
            <a:pathLst>
              <a:path w="1366642" h="1083015">
                <a:moveTo>
                  <a:pt x="0" y="0"/>
                </a:moveTo>
                <a:lnTo>
                  <a:pt x="1366642" y="0"/>
                </a:lnTo>
                <a:lnTo>
                  <a:pt x="1366642" y="1083015"/>
                </a:lnTo>
                <a:lnTo>
                  <a:pt x="0" y="10830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C3A32-E9F0-409B-A1DF-C1570C4AD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41" y="610535"/>
            <a:ext cx="1366643" cy="1083016"/>
          </a:xfrm>
          <a:custGeom xmlns:a="http://schemas.openxmlformats.org/drawingml/2006/main">
            <a:pathLst>
              <a:path w="1366643" h="1083016" fill="none">
                <a:moveTo>
                  <a:pt x="0" y="0"/>
                </a:moveTo>
                <a:lnTo>
                  <a:pt x="1366643" y="0"/>
                </a:lnTo>
                <a:lnTo>
                  <a:pt x="1366643" y="1083016"/>
                </a:lnTo>
                <a:lnTo>
                  <a:pt x="0" y="10830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08" name="Text Diptera">
            <a:extLst xmlns:a="http://schemas.openxmlformats.org/drawingml/2006/main">
              <a:ext uri="{FF2B5EF4-FFF2-40B4-BE49-F238E27FC236}">
                <a16:creationId xmlns:a16="http://schemas.microsoft.com/office/drawing/2014/main" id="{3EADF3F6-FC9A-4ACF-8884-AC4DBA277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18" y="669152"/>
            <a:ext cx="472587" cy="126026"/>
          </a:xfrm>
          <a:custGeom xmlns:a="http://schemas.openxmlformats.org/drawingml/2006/main">
            <a:pathLst>
              <a:path w="472587" h="126026">
                <a:moveTo>
                  <a:pt x="82919" y="49863"/>
                </a:moveTo>
                <a:cubicBezTo>
                  <a:pt x="82919" y="58789"/>
                  <a:pt x="80974" y="66880"/>
                  <a:pt x="77085" y="74136"/>
                </a:cubicBezTo>
                <a:cubicBezTo>
                  <a:pt x="73196" y="81390"/>
                  <a:pt x="68022" y="87018"/>
                  <a:pt x="61563" y="91020"/>
                </a:cubicBezTo>
                <a:cubicBezTo>
                  <a:pt x="57081" y="93791"/>
                  <a:pt x="52082" y="95792"/>
                  <a:pt x="46568" y="97024"/>
                </a:cubicBezTo>
                <a:cubicBezTo>
                  <a:pt x="41053" y="98254"/>
                  <a:pt x="33791" y="98870"/>
                  <a:pt x="24783" y="98870"/>
                </a:cubicBezTo>
                <a:lnTo>
                  <a:pt x="0" y="98870"/>
                </a:lnTo>
                <a:lnTo>
                  <a:pt x="0" y="659"/>
                </a:lnTo>
                <a:lnTo>
                  <a:pt x="24520" y="659"/>
                </a:lnTo>
                <a:cubicBezTo>
                  <a:pt x="34099" y="659"/>
                  <a:pt x="41712" y="1352"/>
                  <a:pt x="47359" y="2737"/>
                </a:cubicBezTo>
                <a:cubicBezTo>
                  <a:pt x="53005" y="4122"/>
                  <a:pt x="57784" y="6023"/>
                  <a:pt x="61695" y="8443"/>
                </a:cubicBezTo>
                <a:cubicBezTo>
                  <a:pt x="68374" y="12620"/>
                  <a:pt x="73581" y="18182"/>
                  <a:pt x="77316" y="25129"/>
                </a:cubicBezTo>
                <a:cubicBezTo>
                  <a:pt x="81051" y="32076"/>
                  <a:pt x="82919" y="40321"/>
                  <a:pt x="82919" y="49863"/>
                </a:cubicBezTo>
                <a:moveTo>
                  <a:pt x="69275" y="49665"/>
                </a:moveTo>
                <a:cubicBezTo>
                  <a:pt x="69275" y="41996"/>
                  <a:pt x="67934" y="35532"/>
                  <a:pt x="65254" y="30273"/>
                </a:cubicBezTo>
                <a:cubicBezTo>
                  <a:pt x="62573" y="25013"/>
                  <a:pt x="58575" y="20872"/>
                  <a:pt x="53258" y="17848"/>
                </a:cubicBezTo>
                <a:cubicBezTo>
                  <a:pt x="49391" y="15656"/>
                  <a:pt x="45282" y="14134"/>
                  <a:pt x="40932" y="13279"/>
                </a:cubicBezTo>
                <a:cubicBezTo>
                  <a:pt x="36582" y="12424"/>
                  <a:pt x="31375" y="11996"/>
                  <a:pt x="25311" y="11996"/>
                </a:cubicBezTo>
                <a:lnTo>
                  <a:pt x="13051" y="11996"/>
                </a:lnTo>
                <a:lnTo>
                  <a:pt x="13051" y="87533"/>
                </a:lnTo>
                <a:lnTo>
                  <a:pt x="25311" y="87533"/>
                </a:lnTo>
                <a:cubicBezTo>
                  <a:pt x="31594" y="87533"/>
                  <a:pt x="37076" y="87072"/>
                  <a:pt x="41756" y="86152"/>
                </a:cubicBezTo>
                <a:cubicBezTo>
                  <a:pt x="46436" y="85232"/>
                  <a:pt x="50731" y="83523"/>
                  <a:pt x="54642" y="81024"/>
                </a:cubicBezTo>
                <a:cubicBezTo>
                  <a:pt x="59519" y="77912"/>
                  <a:pt x="63178" y="73814"/>
                  <a:pt x="65616" y="68731"/>
                </a:cubicBezTo>
                <a:cubicBezTo>
                  <a:pt x="68055" y="63647"/>
                  <a:pt x="69275" y="57292"/>
                  <a:pt x="69275" y="49665"/>
                </a:cubicBezTo>
                <a:close/>
                <a:moveTo>
                  <a:pt x="116335" y="12919"/>
                </a:moveTo>
                <a:lnTo>
                  <a:pt x="102362" y="12919"/>
                </a:lnTo>
                <a:lnTo>
                  <a:pt x="102362" y="0"/>
                </a:lnTo>
                <a:lnTo>
                  <a:pt x="116335" y="0"/>
                </a:lnTo>
                <a:lnTo>
                  <a:pt x="116335" y="12919"/>
                </a:lnTo>
                <a:moveTo>
                  <a:pt x="115544" y="98870"/>
                </a:moveTo>
                <a:lnTo>
                  <a:pt x="103153" y="98870"/>
                </a:lnTo>
                <a:lnTo>
                  <a:pt x="103153" y="25179"/>
                </a:lnTo>
                <a:lnTo>
                  <a:pt x="115544" y="25179"/>
                </a:lnTo>
                <a:lnTo>
                  <a:pt x="115544" y="98870"/>
                </a:lnTo>
                <a:close/>
                <a:moveTo>
                  <a:pt x="204855" y="61101"/>
                </a:moveTo>
                <a:cubicBezTo>
                  <a:pt x="204855" y="67087"/>
                  <a:pt x="203998" y="72556"/>
                  <a:pt x="202284" y="77508"/>
                </a:cubicBezTo>
                <a:cubicBezTo>
                  <a:pt x="200570" y="82459"/>
                  <a:pt x="198154" y="86652"/>
                  <a:pt x="195034" y="90087"/>
                </a:cubicBezTo>
                <a:cubicBezTo>
                  <a:pt x="192134" y="93344"/>
                  <a:pt x="188717" y="95864"/>
                  <a:pt x="184784" y="97646"/>
                </a:cubicBezTo>
                <a:cubicBezTo>
                  <a:pt x="180851" y="99428"/>
                  <a:pt x="176688" y="100320"/>
                  <a:pt x="172294" y="100320"/>
                </a:cubicBezTo>
                <a:cubicBezTo>
                  <a:pt x="168471" y="100320"/>
                  <a:pt x="165010" y="99901"/>
                  <a:pt x="161912" y="99065"/>
                </a:cubicBezTo>
                <a:cubicBezTo>
                  <a:pt x="158814" y="98229"/>
                  <a:pt x="155662" y="96931"/>
                  <a:pt x="152454" y="95170"/>
                </a:cubicBezTo>
                <a:lnTo>
                  <a:pt x="152454" y="126026"/>
                </a:lnTo>
                <a:lnTo>
                  <a:pt x="140062" y="126026"/>
                </a:lnTo>
                <a:lnTo>
                  <a:pt x="140062" y="25179"/>
                </a:lnTo>
                <a:lnTo>
                  <a:pt x="152454" y="25179"/>
                </a:lnTo>
                <a:lnTo>
                  <a:pt x="152454" y="32841"/>
                </a:lnTo>
                <a:cubicBezTo>
                  <a:pt x="155750" y="30069"/>
                  <a:pt x="159452" y="27747"/>
                  <a:pt x="163560" y="25877"/>
                </a:cubicBezTo>
                <a:cubicBezTo>
                  <a:pt x="167669" y="24005"/>
                  <a:pt x="172052" y="23070"/>
                  <a:pt x="176710" y="23070"/>
                </a:cubicBezTo>
                <a:cubicBezTo>
                  <a:pt x="185586" y="23070"/>
                  <a:pt x="192496" y="26426"/>
                  <a:pt x="197440" y="33140"/>
                </a:cubicBezTo>
                <a:cubicBezTo>
                  <a:pt x="202383" y="39852"/>
                  <a:pt x="204855" y="49172"/>
                  <a:pt x="204855" y="61101"/>
                </a:cubicBezTo>
                <a:moveTo>
                  <a:pt x="192068" y="61431"/>
                </a:moveTo>
                <a:cubicBezTo>
                  <a:pt x="192068" y="52555"/>
                  <a:pt x="190552" y="45919"/>
                  <a:pt x="187520" y="41525"/>
                </a:cubicBezTo>
                <a:cubicBezTo>
                  <a:pt x="184488" y="37131"/>
                  <a:pt x="179830" y="34934"/>
                  <a:pt x="173546" y="34934"/>
                </a:cubicBezTo>
                <a:cubicBezTo>
                  <a:pt x="169987" y="34934"/>
                  <a:pt x="166405" y="35703"/>
                  <a:pt x="162802" y="37241"/>
                </a:cubicBezTo>
                <a:cubicBezTo>
                  <a:pt x="159199" y="38779"/>
                  <a:pt x="155750" y="40800"/>
                  <a:pt x="152454" y="43305"/>
                </a:cubicBezTo>
                <a:lnTo>
                  <a:pt x="152454" y="85028"/>
                </a:lnTo>
                <a:cubicBezTo>
                  <a:pt x="155969" y="86610"/>
                  <a:pt x="158990" y="87686"/>
                  <a:pt x="161517" y="88258"/>
                </a:cubicBezTo>
                <a:cubicBezTo>
                  <a:pt x="164044" y="88829"/>
                  <a:pt x="166911" y="89114"/>
                  <a:pt x="170119" y="89114"/>
                </a:cubicBezTo>
                <a:cubicBezTo>
                  <a:pt x="177017" y="89114"/>
                  <a:pt x="182400" y="86785"/>
                  <a:pt x="186267" y="82128"/>
                </a:cubicBezTo>
                <a:cubicBezTo>
                  <a:pt x="190134" y="77470"/>
                  <a:pt x="192068" y="70571"/>
                  <a:pt x="192068" y="61431"/>
                </a:cubicBezTo>
                <a:close/>
                <a:moveTo>
                  <a:pt x="262390" y="98221"/>
                </a:moveTo>
                <a:cubicBezTo>
                  <a:pt x="260062" y="98833"/>
                  <a:pt x="257524" y="99336"/>
                  <a:pt x="254778" y="99728"/>
                </a:cubicBezTo>
                <a:cubicBezTo>
                  <a:pt x="252031" y="100123"/>
                  <a:pt x="249581" y="100320"/>
                  <a:pt x="247428" y="100320"/>
                </a:cubicBezTo>
                <a:cubicBezTo>
                  <a:pt x="239914" y="100320"/>
                  <a:pt x="234202" y="98296"/>
                  <a:pt x="230291" y="94249"/>
                </a:cubicBezTo>
                <a:cubicBezTo>
                  <a:pt x="226380" y="90203"/>
                  <a:pt x="224425" y="83714"/>
                  <a:pt x="224425" y="74785"/>
                </a:cubicBezTo>
                <a:lnTo>
                  <a:pt x="224425" y="35593"/>
                </a:lnTo>
                <a:lnTo>
                  <a:pt x="216054" y="35593"/>
                </a:lnTo>
                <a:lnTo>
                  <a:pt x="216054" y="25179"/>
                </a:lnTo>
                <a:lnTo>
                  <a:pt x="224425" y="25179"/>
                </a:lnTo>
                <a:lnTo>
                  <a:pt x="224425" y="3955"/>
                </a:lnTo>
                <a:lnTo>
                  <a:pt x="236816" y="3955"/>
                </a:lnTo>
                <a:lnTo>
                  <a:pt x="236816" y="25179"/>
                </a:lnTo>
                <a:lnTo>
                  <a:pt x="262390" y="25179"/>
                </a:lnTo>
                <a:lnTo>
                  <a:pt x="262390" y="35593"/>
                </a:lnTo>
                <a:lnTo>
                  <a:pt x="236816" y="35593"/>
                </a:lnTo>
                <a:lnTo>
                  <a:pt x="236816" y="69225"/>
                </a:lnTo>
                <a:cubicBezTo>
                  <a:pt x="236816" y="73102"/>
                  <a:pt x="236904" y="76130"/>
                  <a:pt x="237080" y="78311"/>
                </a:cubicBezTo>
                <a:cubicBezTo>
                  <a:pt x="237256" y="80491"/>
                  <a:pt x="237871" y="82529"/>
                  <a:pt x="238925" y="84422"/>
                </a:cubicBezTo>
                <a:cubicBezTo>
                  <a:pt x="239892" y="86184"/>
                  <a:pt x="241221" y="87473"/>
                  <a:pt x="242913" y="88288"/>
                </a:cubicBezTo>
                <a:cubicBezTo>
                  <a:pt x="244605" y="89103"/>
                  <a:pt x="247187" y="89510"/>
                  <a:pt x="250658" y="89510"/>
                </a:cubicBezTo>
                <a:cubicBezTo>
                  <a:pt x="252679" y="89510"/>
                  <a:pt x="254788" y="89213"/>
                  <a:pt x="256986" y="88620"/>
                </a:cubicBezTo>
                <a:cubicBezTo>
                  <a:pt x="259183" y="88027"/>
                  <a:pt x="260765" y="87533"/>
                  <a:pt x="261731" y="87137"/>
                </a:cubicBezTo>
                <a:lnTo>
                  <a:pt x="262390" y="87137"/>
                </a:lnTo>
                <a:lnTo>
                  <a:pt x="262390" y="98221"/>
                </a:lnTo>
                <a:close/>
                <a:moveTo>
                  <a:pt x="338976" y="63277"/>
                </a:moveTo>
                <a:lnTo>
                  <a:pt x="284729" y="63277"/>
                </a:lnTo>
                <a:cubicBezTo>
                  <a:pt x="284729" y="67814"/>
                  <a:pt x="285410" y="71767"/>
                  <a:pt x="286772" y="75137"/>
                </a:cubicBezTo>
                <a:cubicBezTo>
                  <a:pt x="288135" y="78507"/>
                  <a:pt x="290002" y="81271"/>
                  <a:pt x="292375" y="83429"/>
                </a:cubicBezTo>
                <a:cubicBezTo>
                  <a:pt x="294660" y="85544"/>
                  <a:pt x="297373" y="87130"/>
                  <a:pt x="300515" y="88188"/>
                </a:cubicBezTo>
                <a:cubicBezTo>
                  <a:pt x="303657" y="89245"/>
                  <a:pt x="307118" y="89774"/>
                  <a:pt x="310897" y="89774"/>
                </a:cubicBezTo>
                <a:cubicBezTo>
                  <a:pt x="315906" y="89774"/>
                  <a:pt x="320948" y="88766"/>
                  <a:pt x="326024" y="86752"/>
                </a:cubicBezTo>
                <a:cubicBezTo>
                  <a:pt x="331099" y="84737"/>
                  <a:pt x="334713" y="82757"/>
                  <a:pt x="336866" y="80809"/>
                </a:cubicBezTo>
                <a:lnTo>
                  <a:pt x="337526" y="80809"/>
                </a:lnTo>
                <a:lnTo>
                  <a:pt x="337526" y="94367"/>
                </a:lnTo>
                <a:cubicBezTo>
                  <a:pt x="333351" y="96130"/>
                  <a:pt x="329089" y="97607"/>
                  <a:pt x="324738" y="98797"/>
                </a:cubicBezTo>
                <a:cubicBezTo>
                  <a:pt x="320388" y="99988"/>
                  <a:pt x="315818" y="100583"/>
                  <a:pt x="311028" y="100583"/>
                </a:cubicBezTo>
                <a:cubicBezTo>
                  <a:pt x="298813" y="100583"/>
                  <a:pt x="289277" y="97271"/>
                  <a:pt x="282422" y="90647"/>
                </a:cubicBezTo>
                <a:cubicBezTo>
                  <a:pt x="275567" y="84023"/>
                  <a:pt x="272140" y="74614"/>
                  <a:pt x="272140" y="62420"/>
                </a:cubicBezTo>
                <a:cubicBezTo>
                  <a:pt x="272140" y="50360"/>
                  <a:pt x="275424" y="40787"/>
                  <a:pt x="281994" y="33700"/>
                </a:cubicBezTo>
                <a:cubicBezTo>
                  <a:pt x="288563" y="26613"/>
                  <a:pt x="297209" y="23070"/>
                  <a:pt x="307931" y="23070"/>
                </a:cubicBezTo>
                <a:cubicBezTo>
                  <a:pt x="317861" y="23070"/>
                  <a:pt x="325518" y="25975"/>
                  <a:pt x="330901" y="31785"/>
                </a:cubicBezTo>
                <a:cubicBezTo>
                  <a:pt x="336284" y="37594"/>
                  <a:pt x="338976" y="45847"/>
                  <a:pt x="338976" y="56543"/>
                </a:cubicBezTo>
                <a:lnTo>
                  <a:pt x="338976" y="63277"/>
                </a:lnTo>
                <a:moveTo>
                  <a:pt x="326914" y="53785"/>
                </a:moveTo>
                <a:cubicBezTo>
                  <a:pt x="326870" y="47282"/>
                  <a:pt x="325233" y="42250"/>
                  <a:pt x="322003" y="38691"/>
                </a:cubicBezTo>
                <a:cubicBezTo>
                  <a:pt x="318773" y="35132"/>
                  <a:pt x="313863" y="33352"/>
                  <a:pt x="307271" y="33352"/>
                </a:cubicBezTo>
                <a:cubicBezTo>
                  <a:pt x="300636" y="33352"/>
                  <a:pt x="295352" y="35307"/>
                  <a:pt x="291419" y="39218"/>
                </a:cubicBezTo>
                <a:cubicBezTo>
                  <a:pt x="287487" y="43129"/>
                  <a:pt x="285256" y="47985"/>
                  <a:pt x="284729" y="53785"/>
                </a:cubicBezTo>
                <a:lnTo>
                  <a:pt x="326914" y="53785"/>
                </a:lnTo>
                <a:close/>
                <a:moveTo>
                  <a:pt x="403702" y="38625"/>
                </a:moveTo>
                <a:lnTo>
                  <a:pt x="403043" y="38625"/>
                </a:lnTo>
                <a:cubicBezTo>
                  <a:pt x="401197" y="38209"/>
                  <a:pt x="399406" y="37908"/>
                  <a:pt x="397671" y="37721"/>
                </a:cubicBezTo>
                <a:cubicBezTo>
                  <a:pt x="395935" y="37533"/>
                  <a:pt x="393881" y="37439"/>
                  <a:pt x="391508" y="37439"/>
                </a:cubicBezTo>
                <a:cubicBezTo>
                  <a:pt x="387685" y="37439"/>
                  <a:pt x="383994" y="38286"/>
                  <a:pt x="380435" y="39980"/>
                </a:cubicBezTo>
                <a:cubicBezTo>
                  <a:pt x="376875" y="41674"/>
                  <a:pt x="373448" y="43862"/>
                  <a:pt x="370152" y="46545"/>
                </a:cubicBezTo>
                <a:lnTo>
                  <a:pt x="370152" y="98870"/>
                </a:lnTo>
                <a:lnTo>
                  <a:pt x="357760" y="98870"/>
                </a:lnTo>
                <a:lnTo>
                  <a:pt x="357760" y="25179"/>
                </a:lnTo>
                <a:lnTo>
                  <a:pt x="370152" y="25179"/>
                </a:lnTo>
                <a:lnTo>
                  <a:pt x="370152" y="36065"/>
                </a:lnTo>
                <a:cubicBezTo>
                  <a:pt x="375074" y="32106"/>
                  <a:pt x="379413" y="29302"/>
                  <a:pt x="383170" y="27653"/>
                </a:cubicBezTo>
                <a:cubicBezTo>
                  <a:pt x="386927" y="26003"/>
                  <a:pt x="390761" y="25179"/>
                  <a:pt x="394672" y="25179"/>
                </a:cubicBezTo>
                <a:cubicBezTo>
                  <a:pt x="396825" y="25179"/>
                  <a:pt x="398385" y="25234"/>
                  <a:pt x="399352" y="25344"/>
                </a:cubicBezTo>
                <a:cubicBezTo>
                  <a:pt x="400318" y="25452"/>
                  <a:pt x="401768" y="25659"/>
                  <a:pt x="403702" y="25966"/>
                </a:cubicBezTo>
                <a:lnTo>
                  <a:pt x="403702" y="38625"/>
                </a:lnTo>
                <a:close/>
                <a:moveTo>
                  <a:pt x="472587" y="98870"/>
                </a:moveTo>
                <a:lnTo>
                  <a:pt x="460261" y="98870"/>
                </a:lnTo>
                <a:lnTo>
                  <a:pt x="460261" y="91079"/>
                </a:lnTo>
                <a:cubicBezTo>
                  <a:pt x="459162" y="91828"/>
                  <a:pt x="457679" y="92873"/>
                  <a:pt x="455812" y="94214"/>
                </a:cubicBezTo>
                <a:cubicBezTo>
                  <a:pt x="453944" y="95556"/>
                  <a:pt x="452132" y="96623"/>
                  <a:pt x="450374" y="97415"/>
                </a:cubicBezTo>
                <a:cubicBezTo>
                  <a:pt x="448309" y="98427"/>
                  <a:pt x="445936" y="99274"/>
                  <a:pt x="443255" y="99955"/>
                </a:cubicBezTo>
                <a:cubicBezTo>
                  <a:pt x="440575" y="100638"/>
                  <a:pt x="437433" y="100979"/>
                  <a:pt x="433830" y="100979"/>
                </a:cubicBezTo>
                <a:cubicBezTo>
                  <a:pt x="427194" y="100979"/>
                  <a:pt x="421570" y="98779"/>
                  <a:pt x="416956" y="94379"/>
                </a:cubicBezTo>
                <a:cubicBezTo>
                  <a:pt x="412342" y="89980"/>
                  <a:pt x="410035" y="84369"/>
                  <a:pt x="410035" y="77549"/>
                </a:cubicBezTo>
                <a:cubicBezTo>
                  <a:pt x="410035" y="71961"/>
                  <a:pt x="411233" y="67441"/>
                  <a:pt x="413627" y="63987"/>
                </a:cubicBezTo>
                <a:cubicBezTo>
                  <a:pt x="416022" y="60532"/>
                  <a:pt x="419439" y="57815"/>
                  <a:pt x="423877" y="55837"/>
                </a:cubicBezTo>
                <a:cubicBezTo>
                  <a:pt x="428359" y="53856"/>
                  <a:pt x="433742" y="52514"/>
                  <a:pt x="440026" y="51810"/>
                </a:cubicBezTo>
                <a:cubicBezTo>
                  <a:pt x="446309" y="51105"/>
                  <a:pt x="453054" y="50577"/>
                  <a:pt x="460261" y="50226"/>
                </a:cubicBezTo>
                <a:lnTo>
                  <a:pt x="460261" y="48298"/>
                </a:lnTo>
                <a:cubicBezTo>
                  <a:pt x="460261" y="45462"/>
                  <a:pt x="459767" y="43114"/>
                  <a:pt x="458778" y="41253"/>
                </a:cubicBezTo>
                <a:cubicBezTo>
                  <a:pt x="457789" y="39393"/>
                  <a:pt x="456372" y="37930"/>
                  <a:pt x="454526" y="36866"/>
                </a:cubicBezTo>
                <a:cubicBezTo>
                  <a:pt x="452769" y="35847"/>
                  <a:pt x="450660" y="35160"/>
                  <a:pt x="448199" y="34806"/>
                </a:cubicBezTo>
                <a:cubicBezTo>
                  <a:pt x="445738" y="34452"/>
                  <a:pt x="443167" y="34275"/>
                  <a:pt x="440487" y="34275"/>
                </a:cubicBezTo>
                <a:cubicBezTo>
                  <a:pt x="437235" y="34275"/>
                  <a:pt x="433610" y="34715"/>
                  <a:pt x="429611" y="35595"/>
                </a:cubicBezTo>
                <a:cubicBezTo>
                  <a:pt x="425613" y="36474"/>
                  <a:pt x="421482" y="37748"/>
                  <a:pt x="417220" y="39416"/>
                </a:cubicBezTo>
                <a:lnTo>
                  <a:pt x="416561" y="39416"/>
                </a:lnTo>
                <a:lnTo>
                  <a:pt x="416561" y="26827"/>
                </a:lnTo>
                <a:cubicBezTo>
                  <a:pt x="418977" y="26167"/>
                  <a:pt x="422471" y="25442"/>
                  <a:pt x="427041" y="24651"/>
                </a:cubicBezTo>
                <a:cubicBezTo>
                  <a:pt x="431611" y="23861"/>
                  <a:pt x="436115" y="23465"/>
                  <a:pt x="440553" y="23465"/>
                </a:cubicBezTo>
                <a:cubicBezTo>
                  <a:pt x="445738" y="23465"/>
                  <a:pt x="450253" y="23893"/>
                  <a:pt x="454098" y="24750"/>
                </a:cubicBezTo>
                <a:cubicBezTo>
                  <a:pt x="457943" y="25607"/>
                  <a:pt x="461272" y="27068"/>
                  <a:pt x="464084" y="29134"/>
                </a:cubicBezTo>
                <a:cubicBezTo>
                  <a:pt x="466852" y="31155"/>
                  <a:pt x="468961" y="33769"/>
                  <a:pt x="470411" y="36977"/>
                </a:cubicBezTo>
                <a:cubicBezTo>
                  <a:pt x="471862" y="40185"/>
                  <a:pt x="472587" y="44162"/>
                  <a:pt x="472587" y="48907"/>
                </a:cubicBezTo>
                <a:lnTo>
                  <a:pt x="472587" y="98870"/>
                </a:lnTo>
                <a:moveTo>
                  <a:pt x="460261" y="80836"/>
                </a:moveTo>
                <a:lnTo>
                  <a:pt x="460261" y="60245"/>
                </a:lnTo>
                <a:cubicBezTo>
                  <a:pt x="456482" y="60466"/>
                  <a:pt x="452033" y="60797"/>
                  <a:pt x="446913" y="61239"/>
                </a:cubicBezTo>
                <a:cubicBezTo>
                  <a:pt x="441794" y="61680"/>
                  <a:pt x="437741" y="62319"/>
                  <a:pt x="434753" y="63157"/>
                </a:cubicBezTo>
                <a:cubicBezTo>
                  <a:pt x="431193" y="64173"/>
                  <a:pt x="428315" y="65752"/>
                  <a:pt x="426118" y="67892"/>
                </a:cubicBezTo>
                <a:cubicBezTo>
                  <a:pt x="423921" y="70033"/>
                  <a:pt x="422822" y="72979"/>
                  <a:pt x="422822" y="76731"/>
                </a:cubicBezTo>
                <a:cubicBezTo>
                  <a:pt x="422822" y="80969"/>
                  <a:pt x="424097" y="84158"/>
                  <a:pt x="426645" y="86299"/>
                </a:cubicBezTo>
                <a:cubicBezTo>
                  <a:pt x="429194" y="88439"/>
                  <a:pt x="433083" y="89510"/>
                  <a:pt x="438312" y="89510"/>
                </a:cubicBezTo>
                <a:cubicBezTo>
                  <a:pt x="442662" y="89510"/>
                  <a:pt x="446639" y="88661"/>
                  <a:pt x="450242" y="86962"/>
                </a:cubicBezTo>
                <a:cubicBezTo>
                  <a:pt x="453845" y="85262"/>
                  <a:pt x="457185" y="83220"/>
                  <a:pt x="460261" y="8083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FCF52D-934C-4052-BBE2-BAE2539E0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42" y="1716049"/>
            <a:ext cx="1366642" cy="1077495"/>
          </a:xfrm>
          <a:custGeom xmlns:a="http://schemas.openxmlformats.org/drawingml/2006/main">
            <a:pathLst>
              <a:path w="1366642" h="1077495">
                <a:moveTo>
                  <a:pt x="0" y="0"/>
                </a:moveTo>
                <a:lnTo>
                  <a:pt x="1366642" y="0"/>
                </a:lnTo>
                <a:lnTo>
                  <a:pt x="1366642" y="1077495"/>
                </a:lnTo>
                <a:lnTo>
                  <a:pt x="0" y="10774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DC54B2-F2C9-4D39-98EA-2B7ADB4D6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8541" y="1716050"/>
            <a:ext cx="1366643" cy="1077495"/>
          </a:xfrm>
          <a:custGeom xmlns:a="http://schemas.openxmlformats.org/drawingml/2006/main">
            <a:pathLst>
              <a:path w="1366643" h="1077495" fill="none">
                <a:moveTo>
                  <a:pt x="0" y="0"/>
                </a:moveTo>
                <a:lnTo>
                  <a:pt x="1366643" y="0"/>
                </a:lnTo>
                <a:lnTo>
                  <a:pt x="1366643" y="1077495"/>
                </a:lnTo>
                <a:lnTo>
                  <a:pt x="0" y="10774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11" name="Text Lepidoptera">
            <a:extLst xmlns:a="http://schemas.openxmlformats.org/drawingml/2006/main">
              <a:ext uri="{FF2B5EF4-FFF2-40B4-BE49-F238E27FC236}">
                <a16:creationId xmlns:a16="http://schemas.microsoft.com/office/drawing/2014/main" id="{9F82B40B-F848-4F4F-B9B8-6CE722B2A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9218" y="1770977"/>
            <a:ext cx="774249" cy="129717"/>
          </a:xfrm>
          <a:custGeom xmlns:a="http://schemas.openxmlformats.org/drawingml/2006/main">
            <a:pathLst>
              <a:path w="774249" h="129717">
                <a:moveTo>
                  <a:pt x="62090" y="102561"/>
                </a:moveTo>
                <a:lnTo>
                  <a:pt x="0" y="102561"/>
                </a:lnTo>
                <a:lnTo>
                  <a:pt x="0" y="4350"/>
                </a:lnTo>
                <a:lnTo>
                  <a:pt x="13051" y="4350"/>
                </a:lnTo>
                <a:lnTo>
                  <a:pt x="13051" y="90960"/>
                </a:lnTo>
                <a:lnTo>
                  <a:pt x="62090" y="90960"/>
                </a:lnTo>
                <a:lnTo>
                  <a:pt x="62090" y="102561"/>
                </a:lnTo>
                <a:close/>
                <a:moveTo>
                  <a:pt x="135775" y="66968"/>
                </a:moveTo>
                <a:lnTo>
                  <a:pt x="81529" y="66968"/>
                </a:lnTo>
                <a:cubicBezTo>
                  <a:pt x="81529" y="71505"/>
                  <a:pt x="82210" y="75458"/>
                  <a:pt x="83572" y="78828"/>
                </a:cubicBezTo>
                <a:cubicBezTo>
                  <a:pt x="84934" y="82198"/>
                  <a:pt x="86802" y="84962"/>
                  <a:pt x="89175" y="87121"/>
                </a:cubicBezTo>
                <a:cubicBezTo>
                  <a:pt x="91460" y="89235"/>
                  <a:pt x="94173" y="90821"/>
                  <a:pt x="97315" y="91879"/>
                </a:cubicBezTo>
                <a:cubicBezTo>
                  <a:pt x="100457" y="92936"/>
                  <a:pt x="103917" y="93465"/>
                  <a:pt x="107696" y="93465"/>
                </a:cubicBezTo>
                <a:cubicBezTo>
                  <a:pt x="112706" y="93465"/>
                  <a:pt x="117748" y="92457"/>
                  <a:pt x="122823" y="90443"/>
                </a:cubicBezTo>
                <a:cubicBezTo>
                  <a:pt x="127899" y="88429"/>
                  <a:pt x="131513" y="86448"/>
                  <a:pt x="133666" y="84501"/>
                </a:cubicBezTo>
                <a:lnTo>
                  <a:pt x="134325" y="84501"/>
                </a:lnTo>
                <a:lnTo>
                  <a:pt x="134325" y="98058"/>
                </a:lnTo>
                <a:cubicBezTo>
                  <a:pt x="130151" y="99821"/>
                  <a:pt x="125888" y="101298"/>
                  <a:pt x="121538" y="102489"/>
                </a:cubicBezTo>
                <a:cubicBezTo>
                  <a:pt x="117188" y="103679"/>
                  <a:pt x="112618" y="104274"/>
                  <a:pt x="107828" y="104274"/>
                </a:cubicBezTo>
                <a:cubicBezTo>
                  <a:pt x="95612" y="104274"/>
                  <a:pt x="86077" y="100962"/>
                  <a:pt x="79222" y="94338"/>
                </a:cubicBezTo>
                <a:cubicBezTo>
                  <a:pt x="72367" y="87714"/>
                  <a:pt x="68940" y="78305"/>
                  <a:pt x="68940" y="66111"/>
                </a:cubicBezTo>
                <a:cubicBezTo>
                  <a:pt x="68940" y="54051"/>
                  <a:pt x="72224" y="44478"/>
                  <a:pt x="78794" y="37391"/>
                </a:cubicBezTo>
                <a:cubicBezTo>
                  <a:pt x="85363" y="30304"/>
                  <a:pt x="94008" y="26761"/>
                  <a:pt x="104730" y="26761"/>
                </a:cubicBezTo>
                <a:cubicBezTo>
                  <a:pt x="114661" y="26761"/>
                  <a:pt x="122318" y="29666"/>
                  <a:pt x="127701" y="35476"/>
                </a:cubicBezTo>
                <a:cubicBezTo>
                  <a:pt x="133084" y="41286"/>
                  <a:pt x="135775" y="49538"/>
                  <a:pt x="135775" y="60234"/>
                </a:cubicBezTo>
                <a:lnTo>
                  <a:pt x="135775" y="66968"/>
                </a:lnTo>
                <a:moveTo>
                  <a:pt x="123713" y="57476"/>
                </a:moveTo>
                <a:cubicBezTo>
                  <a:pt x="123669" y="50973"/>
                  <a:pt x="122033" y="45941"/>
                  <a:pt x="118803" y="42382"/>
                </a:cubicBezTo>
                <a:cubicBezTo>
                  <a:pt x="115573" y="38823"/>
                  <a:pt x="110663" y="37043"/>
                  <a:pt x="104071" y="37043"/>
                </a:cubicBezTo>
                <a:cubicBezTo>
                  <a:pt x="97436" y="37043"/>
                  <a:pt x="92152" y="38999"/>
                  <a:pt x="88219" y="42909"/>
                </a:cubicBezTo>
                <a:cubicBezTo>
                  <a:pt x="84286" y="46820"/>
                  <a:pt x="82056" y="51676"/>
                  <a:pt x="81529" y="57476"/>
                </a:cubicBezTo>
                <a:lnTo>
                  <a:pt x="123713" y="57476"/>
                </a:lnTo>
                <a:close/>
                <a:moveTo>
                  <a:pt x="219353" y="64793"/>
                </a:moveTo>
                <a:cubicBezTo>
                  <a:pt x="219353" y="70778"/>
                  <a:pt x="218496" y="76247"/>
                  <a:pt x="216782" y="81199"/>
                </a:cubicBezTo>
                <a:cubicBezTo>
                  <a:pt x="215068" y="86150"/>
                  <a:pt x="212652" y="90343"/>
                  <a:pt x="209532" y="93778"/>
                </a:cubicBezTo>
                <a:cubicBezTo>
                  <a:pt x="206631" y="97035"/>
                  <a:pt x="203215" y="99555"/>
                  <a:pt x="199282" y="101337"/>
                </a:cubicBezTo>
                <a:cubicBezTo>
                  <a:pt x="195349" y="103120"/>
                  <a:pt x="191186" y="104011"/>
                  <a:pt x="186792" y="104011"/>
                </a:cubicBezTo>
                <a:cubicBezTo>
                  <a:pt x="182969" y="104011"/>
                  <a:pt x="179508" y="103593"/>
                  <a:pt x="176410" y="102756"/>
                </a:cubicBezTo>
                <a:cubicBezTo>
                  <a:pt x="173312" y="101920"/>
                  <a:pt x="170160" y="100622"/>
                  <a:pt x="166952" y="98861"/>
                </a:cubicBezTo>
                <a:lnTo>
                  <a:pt x="166952" y="129717"/>
                </a:lnTo>
                <a:lnTo>
                  <a:pt x="154560" y="129717"/>
                </a:lnTo>
                <a:lnTo>
                  <a:pt x="154560" y="28870"/>
                </a:lnTo>
                <a:lnTo>
                  <a:pt x="166952" y="28870"/>
                </a:lnTo>
                <a:lnTo>
                  <a:pt x="166952" y="36532"/>
                </a:lnTo>
                <a:cubicBezTo>
                  <a:pt x="170247" y="33760"/>
                  <a:pt x="173950" y="31438"/>
                  <a:pt x="178058" y="29568"/>
                </a:cubicBezTo>
                <a:cubicBezTo>
                  <a:pt x="182167" y="27697"/>
                  <a:pt x="186550" y="26761"/>
                  <a:pt x="191208" y="26761"/>
                </a:cubicBezTo>
                <a:cubicBezTo>
                  <a:pt x="200084" y="26761"/>
                  <a:pt x="206994" y="30117"/>
                  <a:pt x="211937" y="36831"/>
                </a:cubicBezTo>
                <a:cubicBezTo>
                  <a:pt x="216881" y="43543"/>
                  <a:pt x="219353" y="52864"/>
                  <a:pt x="219353" y="64793"/>
                </a:cubicBezTo>
                <a:moveTo>
                  <a:pt x="206566" y="65122"/>
                </a:moveTo>
                <a:cubicBezTo>
                  <a:pt x="206566" y="56246"/>
                  <a:pt x="205050" y="49611"/>
                  <a:pt x="202018" y="45216"/>
                </a:cubicBezTo>
                <a:cubicBezTo>
                  <a:pt x="198986" y="40822"/>
                  <a:pt x="194328" y="38625"/>
                  <a:pt x="188044" y="38625"/>
                </a:cubicBezTo>
                <a:cubicBezTo>
                  <a:pt x="184485" y="38625"/>
                  <a:pt x="180903" y="39394"/>
                  <a:pt x="177300" y="40932"/>
                </a:cubicBezTo>
                <a:cubicBezTo>
                  <a:pt x="173697" y="42470"/>
                  <a:pt x="170247" y="44491"/>
                  <a:pt x="166952" y="46996"/>
                </a:cubicBezTo>
                <a:lnTo>
                  <a:pt x="166952" y="88719"/>
                </a:lnTo>
                <a:cubicBezTo>
                  <a:pt x="170467" y="90301"/>
                  <a:pt x="173488" y="91377"/>
                  <a:pt x="176015" y="91949"/>
                </a:cubicBezTo>
                <a:cubicBezTo>
                  <a:pt x="178542" y="92520"/>
                  <a:pt x="181409" y="92806"/>
                  <a:pt x="184616" y="92806"/>
                </a:cubicBezTo>
                <a:cubicBezTo>
                  <a:pt x="191515" y="92806"/>
                  <a:pt x="196898" y="90477"/>
                  <a:pt x="200765" y="85819"/>
                </a:cubicBezTo>
                <a:cubicBezTo>
                  <a:pt x="204632" y="81161"/>
                  <a:pt x="206566" y="74262"/>
                  <a:pt x="206566" y="65122"/>
                </a:cubicBezTo>
                <a:close/>
                <a:moveTo>
                  <a:pt x="251973" y="16610"/>
                </a:moveTo>
                <a:lnTo>
                  <a:pt x="238000" y="16610"/>
                </a:lnTo>
                <a:lnTo>
                  <a:pt x="238000" y="3691"/>
                </a:lnTo>
                <a:lnTo>
                  <a:pt x="251973" y="3691"/>
                </a:lnTo>
                <a:lnTo>
                  <a:pt x="251973" y="16610"/>
                </a:lnTo>
                <a:moveTo>
                  <a:pt x="251182" y="102561"/>
                </a:moveTo>
                <a:lnTo>
                  <a:pt x="238791" y="102561"/>
                </a:lnTo>
                <a:lnTo>
                  <a:pt x="238791" y="28870"/>
                </a:lnTo>
                <a:lnTo>
                  <a:pt x="251182" y="28870"/>
                </a:lnTo>
                <a:lnTo>
                  <a:pt x="251182" y="102561"/>
                </a:lnTo>
                <a:close/>
                <a:moveTo>
                  <a:pt x="335417" y="102561"/>
                </a:moveTo>
                <a:lnTo>
                  <a:pt x="323026" y="102561"/>
                </a:lnTo>
                <a:lnTo>
                  <a:pt x="323026" y="94890"/>
                </a:lnTo>
                <a:cubicBezTo>
                  <a:pt x="319466" y="97974"/>
                  <a:pt x="315753" y="100375"/>
                  <a:pt x="311886" y="102093"/>
                </a:cubicBezTo>
                <a:cubicBezTo>
                  <a:pt x="308019" y="103811"/>
                  <a:pt x="303823" y="104670"/>
                  <a:pt x="299297" y="104670"/>
                </a:cubicBezTo>
                <a:cubicBezTo>
                  <a:pt x="290509" y="104670"/>
                  <a:pt x="283533" y="101278"/>
                  <a:pt x="278370" y="94495"/>
                </a:cubicBezTo>
                <a:cubicBezTo>
                  <a:pt x="273206" y="87710"/>
                  <a:pt x="270625" y="78304"/>
                  <a:pt x="270625" y="66278"/>
                </a:cubicBezTo>
                <a:cubicBezTo>
                  <a:pt x="270625" y="60021"/>
                  <a:pt x="271515" y="54448"/>
                  <a:pt x="273294" y="49558"/>
                </a:cubicBezTo>
                <a:cubicBezTo>
                  <a:pt x="275074" y="44668"/>
                  <a:pt x="277480" y="40506"/>
                  <a:pt x="280512" y="37070"/>
                </a:cubicBezTo>
                <a:cubicBezTo>
                  <a:pt x="283500" y="33722"/>
                  <a:pt x="286982" y="31167"/>
                  <a:pt x="290959" y="29405"/>
                </a:cubicBezTo>
                <a:cubicBezTo>
                  <a:pt x="294936" y="27642"/>
                  <a:pt x="299055" y="26761"/>
                  <a:pt x="303318" y="26761"/>
                </a:cubicBezTo>
                <a:cubicBezTo>
                  <a:pt x="307185" y="26761"/>
                  <a:pt x="310612" y="27169"/>
                  <a:pt x="313600" y="27984"/>
                </a:cubicBezTo>
                <a:cubicBezTo>
                  <a:pt x="316588" y="28798"/>
                  <a:pt x="319730" y="30065"/>
                  <a:pt x="323026" y="31782"/>
                </a:cubicBezTo>
                <a:lnTo>
                  <a:pt x="323026" y="0"/>
                </a:lnTo>
                <a:lnTo>
                  <a:pt x="335417" y="0"/>
                </a:lnTo>
                <a:lnTo>
                  <a:pt x="335417" y="102561"/>
                </a:lnTo>
                <a:moveTo>
                  <a:pt x="323026" y="84435"/>
                </a:moveTo>
                <a:lnTo>
                  <a:pt x="323026" y="42184"/>
                </a:lnTo>
                <a:cubicBezTo>
                  <a:pt x="319686" y="40690"/>
                  <a:pt x="316698" y="39658"/>
                  <a:pt x="314061" y="39086"/>
                </a:cubicBezTo>
                <a:cubicBezTo>
                  <a:pt x="311425" y="38515"/>
                  <a:pt x="308547" y="38230"/>
                  <a:pt x="305427" y="38230"/>
                </a:cubicBezTo>
                <a:cubicBezTo>
                  <a:pt x="298484" y="38230"/>
                  <a:pt x="293079" y="40646"/>
                  <a:pt x="289212" y="45480"/>
                </a:cubicBezTo>
                <a:cubicBezTo>
                  <a:pt x="285345" y="50314"/>
                  <a:pt x="283412" y="57169"/>
                  <a:pt x="283412" y="66045"/>
                </a:cubicBezTo>
                <a:cubicBezTo>
                  <a:pt x="283412" y="74789"/>
                  <a:pt x="284906" y="81436"/>
                  <a:pt x="287894" y="85984"/>
                </a:cubicBezTo>
                <a:cubicBezTo>
                  <a:pt x="290882" y="90532"/>
                  <a:pt x="295672" y="92806"/>
                  <a:pt x="302263" y="92806"/>
                </a:cubicBezTo>
                <a:cubicBezTo>
                  <a:pt x="305778" y="92806"/>
                  <a:pt x="309338" y="92026"/>
                  <a:pt x="312941" y="90466"/>
                </a:cubicBezTo>
                <a:cubicBezTo>
                  <a:pt x="316544" y="88906"/>
                  <a:pt x="319906" y="86895"/>
                  <a:pt x="323026" y="84435"/>
                </a:cubicBezTo>
                <a:close/>
                <a:moveTo>
                  <a:pt x="422548" y="65748"/>
                </a:moveTo>
                <a:cubicBezTo>
                  <a:pt x="422548" y="77775"/>
                  <a:pt x="419472" y="87268"/>
                  <a:pt x="413320" y="94229"/>
                </a:cubicBezTo>
                <a:cubicBezTo>
                  <a:pt x="407168" y="101190"/>
                  <a:pt x="398929" y="104670"/>
                  <a:pt x="388603" y="104670"/>
                </a:cubicBezTo>
                <a:cubicBezTo>
                  <a:pt x="378189" y="104670"/>
                  <a:pt x="369916" y="101190"/>
                  <a:pt x="363787" y="94229"/>
                </a:cubicBezTo>
                <a:cubicBezTo>
                  <a:pt x="357657" y="87268"/>
                  <a:pt x="354592" y="77775"/>
                  <a:pt x="354592" y="65748"/>
                </a:cubicBezTo>
                <a:cubicBezTo>
                  <a:pt x="354592" y="53722"/>
                  <a:pt x="357657" y="44217"/>
                  <a:pt x="363787" y="37235"/>
                </a:cubicBezTo>
                <a:cubicBezTo>
                  <a:pt x="369916" y="30252"/>
                  <a:pt x="378189" y="26761"/>
                  <a:pt x="388603" y="26761"/>
                </a:cubicBezTo>
                <a:cubicBezTo>
                  <a:pt x="398929" y="26761"/>
                  <a:pt x="407168" y="30252"/>
                  <a:pt x="413320" y="37235"/>
                </a:cubicBezTo>
                <a:cubicBezTo>
                  <a:pt x="419472" y="44217"/>
                  <a:pt x="422548" y="53722"/>
                  <a:pt x="422548" y="65748"/>
                </a:cubicBezTo>
                <a:moveTo>
                  <a:pt x="409761" y="65748"/>
                </a:moveTo>
                <a:cubicBezTo>
                  <a:pt x="409761" y="56224"/>
                  <a:pt x="407893" y="49146"/>
                  <a:pt x="404158" y="44516"/>
                </a:cubicBezTo>
                <a:cubicBezTo>
                  <a:pt x="400423" y="39886"/>
                  <a:pt x="395238" y="37570"/>
                  <a:pt x="388603" y="37570"/>
                </a:cubicBezTo>
                <a:cubicBezTo>
                  <a:pt x="381880" y="37570"/>
                  <a:pt x="376662" y="39886"/>
                  <a:pt x="372948" y="44516"/>
                </a:cubicBezTo>
                <a:cubicBezTo>
                  <a:pt x="369235" y="49146"/>
                  <a:pt x="367379" y="56224"/>
                  <a:pt x="367379" y="65748"/>
                </a:cubicBezTo>
                <a:cubicBezTo>
                  <a:pt x="367379" y="74965"/>
                  <a:pt x="369246" y="81955"/>
                  <a:pt x="372981" y="86717"/>
                </a:cubicBezTo>
                <a:cubicBezTo>
                  <a:pt x="376716" y="91479"/>
                  <a:pt x="381924" y="93860"/>
                  <a:pt x="388603" y="93860"/>
                </a:cubicBezTo>
                <a:cubicBezTo>
                  <a:pt x="395194" y="93860"/>
                  <a:pt x="400368" y="91501"/>
                  <a:pt x="404125" y="86783"/>
                </a:cubicBezTo>
                <a:cubicBezTo>
                  <a:pt x="407882" y="82064"/>
                  <a:pt x="409761" y="75053"/>
                  <a:pt x="409761" y="65748"/>
                </a:cubicBezTo>
                <a:close/>
                <a:moveTo>
                  <a:pt x="506517" y="64793"/>
                </a:moveTo>
                <a:cubicBezTo>
                  <a:pt x="506517" y="70778"/>
                  <a:pt x="505660" y="76247"/>
                  <a:pt x="503946" y="81199"/>
                </a:cubicBezTo>
                <a:cubicBezTo>
                  <a:pt x="502232" y="86150"/>
                  <a:pt x="499815" y="90343"/>
                  <a:pt x="496696" y="93778"/>
                </a:cubicBezTo>
                <a:cubicBezTo>
                  <a:pt x="493795" y="97035"/>
                  <a:pt x="490379" y="99555"/>
                  <a:pt x="486446" y="101337"/>
                </a:cubicBezTo>
                <a:cubicBezTo>
                  <a:pt x="482513" y="103120"/>
                  <a:pt x="478350" y="104011"/>
                  <a:pt x="473956" y="104011"/>
                </a:cubicBezTo>
                <a:cubicBezTo>
                  <a:pt x="470133" y="104011"/>
                  <a:pt x="466672" y="103593"/>
                  <a:pt x="463574" y="102756"/>
                </a:cubicBezTo>
                <a:cubicBezTo>
                  <a:pt x="460476" y="101920"/>
                  <a:pt x="457324" y="100622"/>
                  <a:pt x="454116" y="98861"/>
                </a:cubicBezTo>
                <a:lnTo>
                  <a:pt x="454116" y="129717"/>
                </a:lnTo>
                <a:lnTo>
                  <a:pt x="441724" y="129717"/>
                </a:lnTo>
                <a:lnTo>
                  <a:pt x="441724" y="28870"/>
                </a:lnTo>
                <a:lnTo>
                  <a:pt x="454116" y="28870"/>
                </a:lnTo>
                <a:lnTo>
                  <a:pt x="454116" y="36532"/>
                </a:lnTo>
                <a:cubicBezTo>
                  <a:pt x="457411" y="33760"/>
                  <a:pt x="461114" y="31438"/>
                  <a:pt x="465222" y="29568"/>
                </a:cubicBezTo>
                <a:cubicBezTo>
                  <a:pt x="469331" y="27697"/>
                  <a:pt x="473714" y="26761"/>
                  <a:pt x="478372" y="26761"/>
                </a:cubicBezTo>
                <a:cubicBezTo>
                  <a:pt x="487248" y="26761"/>
                  <a:pt x="494158" y="30117"/>
                  <a:pt x="499101" y="36831"/>
                </a:cubicBezTo>
                <a:cubicBezTo>
                  <a:pt x="504045" y="43543"/>
                  <a:pt x="506517" y="52864"/>
                  <a:pt x="506517" y="64793"/>
                </a:cubicBezTo>
                <a:moveTo>
                  <a:pt x="493729" y="65122"/>
                </a:moveTo>
                <a:cubicBezTo>
                  <a:pt x="493729" y="56246"/>
                  <a:pt x="492213" y="49611"/>
                  <a:pt x="489181" y="45216"/>
                </a:cubicBezTo>
                <a:cubicBezTo>
                  <a:pt x="486149" y="40822"/>
                  <a:pt x="481492" y="38625"/>
                  <a:pt x="475208" y="38625"/>
                </a:cubicBezTo>
                <a:cubicBezTo>
                  <a:pt x="471649" y="38625"/>
                  <a:pt x="468067" y="39394"/>
                  <a:pt x="464464" y="40932"/>
                </a:cubicBezTo>
                <a:cubicBezTo>
                  <a:pt x="460861" y="42470"/>
                  <a:pt x="457411" y="44491"/>
                  <a:pt x="454116" y="46996"/>
                </a:cubicBezTo>
                <a:lnTo>
                  <a:pt x="454116" y="88719"/>
                </a:lnTo>
                <a:cubicBezTo>
                  <a:pt x="457631" y="90301"/>
                  <a:pt x="460652" y="91377"/>
                  <a:pt x="463179" y="91949"/>
                </a:cubicBezTo>
                <a:cubicBezTo>
                  <a:pt x="465705" y="92520"/>
                  <a:pt x="468573" y="92806"/>
                  <a:pt x="471780" y="92806"/>
                </a:cubicBezTo>
                <a:cubicBezTo>
                  <a:pt x="478679" y="92806"/>
                  <a:pt x="484062" y="90477"/>
                  <a:pt x="487929" y="85819"/>
                </a:cubicBezTo>
                <a:cubicBezTo>
                  <a:pt x="491796" y="81161"/>
                  <a:pt x="493729" y="74262"/>
                  <a:pt x="493729" y="65122"/>
                </a:cubicBezTo>
                <a:close/>
                <a:moveTo>
                  <a:pt x="564052" y="101912"/>
                </a:moveTo>
                <a:cubicBezTo>
                  <a:pt x="561723" y="102524"/>
                  <a:pt x="559186" y="103027"/>
                  <a:pt x="556439" y="103420"/>
                </a:cubicBezTo>
                <a:cubicBezTo>
                  <a:pt x="553693" y="103814"/>
                  <a:pt x="551243" y="104011"/>
                  <a:pt x="549090" y="104011"/>
                </a:cubicBezTo>
                <a:cubicBezTo>
                  <a:pt x="541576" y="104011"/>
                  <a:pt x="535864" y="101987"/>
                  <a:pt x="531953" y="97941"/>
                </a:cubicBezTo>
                <a:cubicBezTo>
                  <a:pt x="528042" y="93894"/>
                  <a:pt x="526086" y="87405"/>
                  <a:pt x="526086" y="78476"/>
                </a:cubicBezTo>
                <a:lnTo>
                  <a:pt x="526086" y="39284"/>
                </a:lnTo>
                <a:lnTo>
                  <a:pt x="517715" y="39284"/>
                </a:lnTo>
                <a:lnTo>
                  <a:pt x="517715" y="28870"/>
                </a:lnTo>
                <a:lnTo>
                  <a:pt x="526086" y="28870"/>
                </a:lnTo>
                <a:lnTo>
                  <a:pt x="526086" y="7646"/>
                </a:lnTo>
                <a:lnTo>
                  <a:pt x="538478" y="7646"/>
                </a:lnTo>
                <a:lnTo>
                  <a:pt x="538478" y="28870"/>
                </a:lnTo>
                <a:lnTo>
                  <a:pt x="564052" y="28870"/>
                </a:lnTo>
                <a:lnTo>
                  <a:pt x="564052" y="39284"/>
                </a:lnTo>
                <a:lnTo>
                  <a:pt x="538478" y="39284"/>
                </a:lnTo>
                <a:lnTo>
                  <a:pt x="538478" y="72916"/>
                </a:lnTo>
                <a:cubicBezTo>
                  <a:pt x="538478" y="76793"/>
                  <a:pt x="538566" y="79821"/>
                  <a:pt x="538742" y="82002"/>
                </a:cubicBezTo>
                <a:cubicBezTo>
                  <a:pt x="538917" y="84183"/>
                  <a:pt x="539533" y="86220"/>
                  <a:pt x="540587" y="88113"/>
                </a:cubicBezTo>
                <a:cubicBezTo>
                  <a:pt x="541554" y="89875"/>
                  <a:pt x="542883" y="91164"/>
                  <a:pt x="544575" y="91980"/>
                </a:cubicBezTo>
                <a:cubicBezTo>
                  <a:pt x="546267" y="92794"/>
                  <a:pt x="548848" y="93201"/>
                  <a:pt x="552320" y="93201"/>
                </a:cubicBezTo>
                <a:cubicBezTo>
                  <a:pt x="554341" y="93201"/>
                  <a:pt x="556450" y="92904"/>
                  <a:pt x="558647" y="92311"/>
                </a:cubicBezTo>
                <a:cubicBezTo>
                  <a:pt x="560845" y="91718"/>
                  <a:pt x="562426" y="91224"/>
                  <a:pt x="563393" y="90828"/>
                </a:cubicBezTo>
                <a:lnTo>
                  <a:pt x="564052" y="90828"/>
                </a:lnTo>
                <a:lnTo>
                  <a:pt x="564052" y="101912"/>
                </a:lnTo>
                <a:close/>
                <a:moveTo>
                  <a:pt x="640637" y="66968"/>
                </a:moveTo>
                <a:lnTo>
                  <a:pt x="586391" y="66968"/>
                </a:lnTo>
                <a:cubicBezTo>
                  <a:pt x="586391" y="71505"/>
                  <a:pt x="587072" y="75458"/>
                  <a:pt x="588434" y="78828"/>
                </a:cubicBezTo>
                <a:cubicBezTo>
                  <a:pt x="589797" y="82198"/>
                  <a:pt x="591664" y="84962"/>
                  <a:pt x="594037" y="87121"/>
                </a:cubicBezTo>
                <a:cubicBezTo>
                  <a:pt x="596322" y="89235"/>
                  <a:pt x="599035" y="90821"/>
                  <a:pt x="602177" y="91879"/>
                </a:cubicBezTo>
                <a:cubicBezTo>
                  <a:pt x="605319" y="92936"/>
                  <a:pt x="608780" y="93465"/>
                  <a:pt x="612559" y="93465"/>
                </a:cubicBezTo>
                <a:cubicBezTo>
                  <a:pt x="617568" y="93465"/>
                  <a:pt x="622610" y="92457"/>
                  <a:pt x="627686" y="90443"/>
                </a:cubicBezTo>
                <a:cubicBezTo>
                  <a:pt x="632761" y="88429"/>
                  <a:pt x="636375" y="86448"/>
                  <a:pt x="638528" y="84501"/>
                </a:cubicBezTo>
                <a:lnTo>
                  <a:pt x="639187" y="84501"/>
                </a:lnTo>
                <a:lnTo>
                  <a:pt x="639187" y="98058"/>
                </a:lnTo>
                <a:cubicBezTo>
                  <a:pt x="635013" y="99821"/>
                  <a:pt x="630751" y="101298"/>
                  <a:pt x="626400" y="102489"/>
                </a:cubicBezTo>
                <a:cubicBezTo>
                  <a:pt x="622050" y="103679"/>
                  <a:pt x="617480" y="104274"/>
                  <a:pt x="612690" y="104274"/>
                </a:cubicBezTo>
                <a:cubicBezTo>
                  <a:pt x="600474" y="104274"/>
                  <a:pt x="590939" y="100962"/>
                  <a:pt x="584084" y="94338"/>
                </a:cubicBezTo>
                <a:cubicBezTo>
                  <a:pt x="577229" y="87714"/>
                  <a:pt x="573802" y="78305"/>
                  <a:pt x="573802" y="66111"/>
                </a:cubicBezTo>
                <a:cubicBezTo>
                  <a:pt x="573802" y="54051"/>
                  <a:pt x="577086" y="44478"/>
                  <a:pt x="583656" y="37391"/>
                </a:cubicBezTo>
                <a:cubicBezTo>
                  <a:pt x="590225" y="30304"/>
                  <a:pt x="598871" y="26761"/>
                  <a:pt x="609592" y="26761"/>
                </a:cubicBezTo>
                <a:cubicBezTo>
                  <a:pt x="619523" y="26761"/>
                  <a:pt x="627180" y="29666"/>
                  <a:pt x="632563" y="35476"/>
                </a:cubicBezTo>
                <a:cubicBezTo>
                  <a:pt x="637946" y="41286"/>
                  <a:pt x="640637" y="49538"/>
                  <a:pt x="640637" y="60234"/>
                </a:cubicBezTo>
                <a:lnTo>
                  <a:pt x="640637" y="66968"/>
                </a:lnTo>
                <a:moveTo>
                  <a:pt x="628575" y="57476"/>
                </a:moveTo>
                <a:cubicBezTo>
                  <a:pt x="628531" y="50973"/>
                  <a:pt x="626895" y="45941"/>
                  <a:pt x="623665" y="42382"/>
                </a:cubicBezTo>
                <a:cubicBezTo>
                  <a:pt x="620435" y="38823"/>
                  <a:pt x="615525" y="37043"/>
                  <a:pt x="608933" y="37043"/>
                </a:cubicBezTo>
                <a:cubicBezTo>
                  <a:pt x="602298" y="37043"/>
                  <a:pt x="597014" y="38999"/>
                  <a:pt x="593081" y="42909"/>
                </a:cubicBezTo>
                <a:cubicBezTo>
                  <a:pt x="589148" y="46820"/>
                  <a:pt x="586918" y="51676"/>
                  <a:pt x="586391" y="57476"/>
                </a:cubicBezTo>
                <a:lnTo>
                  <a:pt x="628575" y="57476"/>
                </a:lnTo>
                <a:close/>
                <a:moveTo>
                  <a:pt x="705364" y="42316"/>
                </a:moveTo>
                <a:lnTo>
                  <a:pt x="704705" y="42316"/>
                </a:lnTo>
                <a:cubicBezTo>
                  <a:pt x="702859" y="41900"/>
                  <a:pt x="701068" y="41599"/>
                  <a:pt x="699333" y="41412"/>
                </a:cubicBezTo>
                <a:cubicBezTo>
                  <a:pt x="697597" y="41224"/>
                  <a:pt x="695543" y="41130"/>
                  <a:pt x="693170" y="41130"/>
                </a:cubicBezTo>
                <a:cubicBezTo>
                  <a:pt x="689347" y="41130"/>
                  <a:pt x="685656" y="41977"/>
                  <a:pt x="682096" y="43671"/>
                </a:cubicBezTo>
                <a:cubicBezTo>
                  <a:pt x="678537" y="45365"/>
                  <a:pt x="675110" y="47553"/>
                  <a:pt x="671814" y="50236"/>
                </a:cubicBezTo>
                <a:lnTo>
                  <a:pt x="671814" y="102561"/>
                </a:lnTo>
                <a:lnTo>
                  <a:pt x="659422" y="102561"/>
                </a:lnTo>
                <a:lnTo>
                  <a:pt x="659422" y="28870"/>
                </a:lnTo>
                <a:lnTo>
                  <a:pt x="671814" y="28870"/>
                </a:lnTo>
                <a:lnTo>
                  <a:pt x="671814" y="39756"/>
                </a:lnTo>
                <a:cubicBezTo>
                  <a:pt x="676735" y="35797"/>
                  <a:pt x="681075" y="32993"/>
                  <a:pt x="684832" y="31344"/>
                </a:cubicBezTo>
                <a:cubicBezTo>
                  <a:pt x="688589" y="29694"/>
                  <a:pt x="692423" y="28870"/>
                  <a:pt x="696334" y="28870"/>
                </a:cubicBezTo>
                <a:cubicBezTo>
                  <a:pt x="698487" y="28870"/>
                  <a:pt x="700047" y="28925"/>
                  <a:pt x="701013" y="29035"/>
                </a:cubicBezTo>
                <a:cubicBezTo>
                  <a:pt x="701980" y="29143"/>
                  <a:pt x="703430" y="29351"/>
                  <a:pt x="705364" y="29657"/>
                </a:cubicBezTo>
                <a:lnTo>
                  <a:pt x="705364" y="42316"/>
                </a:lnTo>
                <a:close/>
                <a:moveTo>
                  <a:pt x="774249" y="102561"/>
                </a:moveTo>
                <a:lnTo>
                  <a:pt x="761923" y="102561"/>
                </a:lnTo>
                <a:lnTo>
                  <a:pt x="761923" y="94771"/>
                </a:lnTo>
                <a:cubicBezTo>
                  <a:pt x="760824" y="95519"/>
                  <a:pt x="759341" y="96564"/>
                  <a:pt x="757474" y="97906"/>
                </a:cubicBezTo>
                <a:cubicBezTo>
                  <a:pt x="755606" y="99247"/>
                  <a:pt x="753794" y="100314"/>
                  <a:pt x="752036" y="101106"/>
                </a:cubicBezTo>
                <a:cubicBezTo>
                  <a:pt x="749971" y="102119"/>
                  <a:pt x="747598" y="102965"/>
                  <a:pt x="744917" y="103646"/>
                </a:cubicBezTo>
                <a:cubicBezTo>
                  <a:pt x="742237" y="104329"/>
                  <a:pt x="739095" y="104670"/>
                  <a:pt x="735492" y="104670"/>
                </a:cubicBezTo>
                <a:cubicBezTo>
                  <a:pt x="728856" y="104670"/>
                  <a:pt x="723232" y="102470"/>
                  <a:pt x="718618" y="98070"/>
                </a:cubicBezTo>
                <a:cubicBezTo>
                  <a:pt x="714004" y="93671"/>
                  <a:pt x="711697" y="88060"/>
                  <a:pt x="711697" y="81240"/>
                </a:cubicBezTo>
                <a:cubicBezTo>
                  <a:pt x="711697" y="75652"/>
                  <a:pt x="712895" y="71132"/>
                  <a:pt x="715289" y="67678"/>
                </a:cubicBezTo>
                <a:cubicBezTo>
                  <a:pt x="717684" y="64223"/>
                  <a:pt x="721101" y="61506"/>
                  <a:pt x="725539" y="59528"/>
                </a:cubicBezTo>
                <a:cubicBezTo>
                  <a:pt x="730021" y="57548"/>
                  <a:pt x="735404" y="56205"/>
                  <a:pt x="741688" y="55501"/>
                </a:cubicBezTo>
                <a:cubicBezTo>
                  <a:pt x="747971" y="54796"/>
                  <a:pt x="754716" y="54268"/>
                  <a:pt x="761923" y="53917"/>
                </a:cubicBezTo>
                <a:lnTo>
                  <a:pt x="761923" y="51989"/>
                </a:lnTo>
                <a:cubicBezTo>
                  <a:pt x="761923" y="49153"/>
                  <a:pt x="761428" y="46805"/>
                  <a:pt x="760440" y="44944"/>
                </a:cubicBezTo>
                <a:cubicBezTo>
                  <a:pt x="759451" y="43084"/>
                  <a:pt x="758034" y="41621"/>
                  <a:pt x="756188" y="40557"/>
                </a:cubicBezTo>
                <a:cubicBezTo>
                  <a:pt x="754431" y="39538"/>
                  <a:pt x="752321" y="38852"/>
                  <a:pt x="749861" y="38497"/>
                </a:cubicBezTo>
                <a:cubicBezTo>
                  <a:pt x="747400" y="38143"/>
                  <a:pt x="744829" y="37966"/>
                  <a:pt x="742149" y="37966"/>
                </a:cubicBezTo>
                <a:cubicBezTo>
                  <a:pt x="738897" y="37966"/>
                  <a:pt x="735272" y="38406"/>
                  <a:pt x="731273" y="39286"/>
                </a:cubicBezTo>
                <a:cubicBezTo>
                  <a:pt x="727275" y="40165"/>
                  <a:pt x="723144" y="41439"/>
                  <a:pt x="718882" y="43107"/>
                </a:cubicBezTo>
                <a:lnTo>
                  <a:pt x="718222" y="43107"/>
                </a:lnTo>
                <a:lnTo>
                  <a:pt x="718222" y="30518"/>
                </a:lnTo>
                <a:cubicBezTo>
                  <a:pt x="720639" y="29859"/>
                  <a:pt x="724133" y="29134"/>
                  <a:pt x="728703" y="28343"/>
                </a:cubicBezTo>
                <a:cubicBezTo>
                  <a:pt x="733273" y="27552"/>
                  <a:pt x="737777" y="27156"/>
                  <a:pt x="742215" y="27156"/>
                </a:cubicBezTo>
                <a:cubicBezTo>
                  <a:pt x="747400" y="27156"/>
                  <a:pt x="751915" y="27585"/>
                  <a:pt x="755760" y="28441"/>
                </a:cubicBezTo>
                <a:cubicBezTo>
                  <a:pt x="759605" y="29298"/>
                  <a:pt x="762933" y="30759"/>
                  <a:pt x="765746" y="32825"/>
                </a:cubicBezTo>
                <a:cubicBezTo>
                  <a:pt x="768514" y="34846"/>
                  <a:pt x="770623" y="37461"/>
                  <a:pt x="772073" y="40668"/>
                </a:cubicBezTo>
                <a:cubicBezTo>
                  <a:pt x="773524" y="43876"/>
                  <a:pt x="774249" y="47853"/>
                  <a:pt x="774249" y="52599"/>
                </a:cubicBezTo>
                <a:lnTo>
                  <a:pt x="774249" y="102561"/>
                </a:lnTo>
                <a:moveTo>
                  <a:pt x="761923" y="84527"/>
                </a:moveTo>
                <a:lnTo>
                  <a:pt x="761923" y="63936"/>
                </a:lnTo>
                <a:cubicBezTo>
                  <a:pt x="758144" y="64157"/>
                  <a:pt x="753695" y="64488"/>
                  <a:pt x="748575" y="64931"/>
                </a:cubicBezTo>
                <a:cubicBezTo>
                  <a:pt x="743456" y="65371"/>
                  <a:pt x="739403" y="66011"/>
                  <a:pt x="736414" y="66848"/>
                </a:cubicBezTo>
                <a:cubicBezTo>
                  <a:pt x="732855" y="67864"/>
                  <a:pt x="729977" y="69443"/>
                  <a:pt x="727780" y="71584"/>
                </a:cubicBezTo>
                <a:cubicBezTo>
                  <a:pt x="725583" y="73724"/>
                  <a:pt x="724484" y="76671"/>
                  <a:pt x="724484" y="80422"/>
                </a:cubicBezTo>
                <a:cubicBezTo>
                  <a:pt x="724484" y="84660"/>
                  <a:pt x="725759" y="87849"/>
                  <a:pt x="728307" y="89990"/>
                </a:cubicBezTo>
                <a:cubicBezTo>
                  <a:pt x="730856" y="92131"/>
                  <a:pt x="734745" y="93201"/>
                  <a:pt x="739974" y="93201"/>
                </a:cubicBezTo>
                <a:cubicBezTo>
                  <a:pt x="744324" y="93201"/>
                  <a:pt x="748301" y="92352"/>
                  <a:pt x="751904" y="90653"/>
                </a:cubicBezTo>
                <a:cubicBezTo>
                  <a:pt x="755507" y="88953"/>
                  <a:pt x="758847" y="86911"/>
                  <a:pt x="761923" y="845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55F8E8-5CB7-43E2-98FF-7ABA1F3D3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684" y="610533"/>
            <a:ext cx="920824" cy="714009"/>
          </a:xfrm>
          <a:custGeom xmlns:a="http://schemas.openxmlformats.org/drawingml/2006/main">
            <a:pathLst>
              <a:path w="920824" h="714009">
                <a:moveTo>
                  <a:pt x="0" y="0"/>
                </a:moveTo>
                <a:lnTo>
                  <a:pt x="920824" y="0"/>
                </a:lnTo>
                <a:lnTo>
                  <a:pt x="920824" y="714009"/>
                </a:lnTo>
                <a:lnTo>
                  <a:pt x="0" y="7140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AD83F8-0C66-48BB-ACA0-7BF251B29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683" y="610535"/>
            <a:ext cx="920826" cy="714009"/>
          </a:xfrm>
          <a:custGeom xmlns:a="http://schemas.openxmlformats.org/drawingml/2006/main">
            <a:pathLst>
              <a:path w="920826" h="714009" fill="none">
                <a:moveTo>
                  <a:pt x="0" y="0"/>
                </a:moveTo>
                <a:lnTo>
                  <a:pt x="920826" y="0"/>
                </a:lnTo>
                <a:lnTo>
                  <a:pt x="920826" y="714009"/>
                </a:lnTo>
                <a:lnTo>
                  <a:pt x="0" y="71400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14" name="Text Hymenoptera">
            <a:extLst xmlns:a="http://schemas.openxmlformats.org/drawingml/2006/main">
              <a:ext uri="{FF2B5EF4-FFF2-40B4-BE49-F238E27FC236}">
                <a16:creationId xmlns:a16="http://schemas.microsoft.com/office/drawing/2014/main" id="{7495D5D0-4729-4DEB-8C01-4F95C2C3B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472" y="664603"/>
            <a:ext cx="764091" cy="107397"/>
          </a:xfrm>
          <a:custGeom xmlns:a="http://schemas.openxmlformats.org/drawingml/2006/main">
            <a:pathLst>
              <a:path w="764091" h="107397">
                <a:moveTo>
                  <a:pt x="64314" y="84134"/>
                </a:moveTo>
                <a:lnTo>
                  <a:pt x="53134" y="84134"/>
                </a:lnTo>
                <a:lnTo>
                  <a:pt x="53134" y="42914"/>
                </a:lnTo>
                <a:lnTo>
                  <a:pt x="11180" y="42914"/>
                </a:lnTo>
                <a:lnTo>
                  <a:pt x="11180" y="84134"/>
                </a:lnTo>
                <a:lnTo>
                  <a:pt x="0" y="84134"/>
                </a:lnTo>
                <a:lnTo>
                  <a:pt x="0" y="0"/>
                </a:lnTo>
                <a:lnTo>
                  <a:pt x="11180" y="0"/>
                </a:lnTo>
                <a:lnTo>
                  <a:pt x="11180" y="32976"/>
                </a:lnTo>
                <a:lnTo>
                  <a:pt x="53134" y="32976"/>
                </a:lnTo>
                <a:lnTo>
                  <a:pt x="53134" y="0"/>
                </a:lnTo>
                <a:lnTo>
                  <a:pt x="64314" y="0"/>
                </a:lnTo>
                <a:lnTo>
                  <a:pt x="64314" y="84134"/>
                </a:lnTo>
                <a:close/>
                <a:moveTo>
                  <a:pt x="140599" y="21005"/>
                </a:moveTo>
                <a:lnTo>
                  <a:pt x="103784" y="107397"/>
                </a:lnTo>
                <a:lnTo>
                  <a:pt x="92434" y="107397"/>
                </a:lnTo>
                <a:lnTo>
                  <a:pt x="104179" y="81067"/>
                </a:lnTo>
                <a:lnTo>
                  <a:pt x="79052" y="21005"/>
                </a:lnTo>
                <a:lnTo>
                  <a:pt x="90571" y="21005"/>
                </a:lnTo>
                <a:lnTo>
                  <a:pt x="109938" y="67759"/>
                </a:lnTo>
                <a:lnTo>
                  <a:pt x="129475" y="21005"/>
                </a:lnTo>
                <a:lnTo>
                  <a:pt x="140599" y="21005"/>
                </a:lnTo>
                <a:close/>
                <a:moveTo>
                  <a:pt x="246528" y="84134"/>
                </a:moveTo>
                <a:lnTo>
                  <a:pt x="235913" y="84134"/>
                </a:lnTo>
                <a:lnTo>
                  <a:pt x="235913" y="48184"/>
                </a:lnTo>
                <a:cubicBezTo>
                  <a:pt x="235913" y="45472"/>
                  <a:pt x="235790" y="42853"/>
                  <a:pt x="235546" y="40329"/>
                </a:cubicBezTo>
                <a:cubicBezTo>
                  <a:pt x="235301" y="37803"/>
                  <a:pt x="234784" y="35787"/>
                  <a:pt x="233993" y="34280"/>
                </a:cubicBezTo>
                <a:cubicBezTo>
                  <a:pt x="233127" y="32659"/>
                  <a:pt x="231885" y="31434"/>
                  <a:pt x="230266" y="30606"/>
                </a:cubicBezTo>
                <a:cubicBezTo>
                  <a:pt x="228648" y="29777"/>
                  <a:pt x="226314" y="29362"/>
                  <a:pt x="223265" y="29362"/>
                </a:cubicBezTo>
                <a:cubicBezTo>
                  <a:pt x="220291" y="29362"/>
                  <a:pt x="217317" y="30107"/>
                  <a:pt x="214343" y="31596"/>
                </a:cubicBezTo>
                <a:cubicBezTo>
                  <a:pt x="211369" y="33084"/>
                  <a:pt x="208395" y="34977"/>
                  <a:pt x="205421" y="37276"/>
                </a:cubicBezTo>
                <a:cubicBezTo>
                  <a:pt x="205534" y="38142"/>
                  <a:pt x="205628" y="39149"/>
                  <a:pt x="205704" y="40299"/>
                </a:cubicBezTo>
                <a:cubicBezTo>
                  <a:pt x="205779" y="41448"/>
                  <a:pt x="205817" y="42588"/>
                  <a:pt x="205817" y="43718"/>
                </a:cubicBezTo>
                <a:lnTo>
                  <a:pt x="205817" y="84134"/>
                </a:lnTo>
                <a:lnTo>
                  <a:pt x="195201" y="84134"/>
                </a:lnTo>
                <a:lnTo>
                  <a:pt x="195201" y="48184"/>
                </a:lnTo>
                <a:cubicBezTo>
                  <a:pt x="195201" y="45396"/>
                  <a:pt x="195079" y="42750"/>
                  <a:pt x="194834" y="40244"/>
                </a:cubicBezTo>
                <a:cubicBezTo>
                  <a:pt x="194589" y="37737"/>
                  <a:pt x="194072" y="35730"/>
                  <a:pt x="193281" y="34223"/>
                </a:cubicBezTo>
                <a:cubicBezTo>
                  <a:pt x="192416" y="32602"/>
                  <a:pt x="191173" y="31387"/>
                  <a:pt x="189555" y="30578"/>
                </a:cubicBezTo>
                <a:cubicBezTo>
                  <a:pt x="187936" y="29767"/>
                  <a:pt x="185602" y="29362"/>
                  <a:pt x="182553" y="29362"/>
                </a:cubicBezTo>
                <a:cubicBezTo>
                  <a:pt x="179654" y="29362"/>
                  <a:pt x="176746" y="30078"/>
                  <a:pt x="173829" y="31511"/>
                </a:cubicBezTo>
                <a:cubicBezTo>
                  <a:pt x="170912" y="32943"/>
                  <a:pt x="168004" y="34770"/>
                  <a:pt x="165105" y="36992"/>
                </a:cubicBezTo>
                <a:lnTo>
                  <a:pt x="165105" y="84134"/>
                </a:lnTo>
                <a:lnTo>
                  <a:pt x="154490" y="84134"/>
                </a:lnTo>
                <a:lnTo>
                  <a:pt x="154490" y="21005"/>
                </a:lnTo>
                <a:lnTo>
                  <a:pt x="165105" y="21005"/>
                </a:lnTo>
                <a:lnTo>
                  <a:pt x="165105" y="28014"/>
                </a:lnTo>
                <a:cubicBezTo>
                  <a:pt x="168418" y="25246"/>
                  <a:pt x="171721" y="23085"/>
                  <a:pt x="175015" y="21531"/>
                </a:cubicBezTo>
                <a:cubicBezTo>
                  <a:pt x="178309" y="19976"/>
                  <a:pt x="181819" y="19198"/>
                  <a:pt x="185546" y="19198"/>
                </a:cubicBezTo>
                <a:cubicBezTo>
                  <a:pt x="189837" y="19198"/>
                  <a:pt x="193479" y="20108"/>
                  <a:pt x="196472" y="21926"/>
                </a:cubicBezTo>
                <a:cubicBezTo>
                  <a:pt x="199464" y="23744"/>
                  <a:pt x="201695" y="26262"/>
                  <a:pt x="203163" y="29482"/>
                </a:cubicBezTo>
                <a:cubicBezTo>
                  <a:pt x="207454" y="25846"/>
                  <a:pt x="211369" y="23223"/>
                  <a:pt x="214908" y="21614"/>
                </a:cubicBezTo>
                <a:cubicBezTo>
                  <a:pt x="218446" y="20003"/>
                  <a:pt x="222229" y="19198"/>
                  <a:pt x="226257" y="19198"/>
                </a:cubicBezTo>
                <a:cubicBezTo>
                  <a:pt x="233184" y="19198"/>
                  <a:pt x="238294" y="21300"/>
                  <a:pt x="241588" y="25505"/>
                </a:cubicBezTo>
                <a:cubicBezTo>
                  <a:pt x="244881" y="29709"/>
                  <a:pt x="246528" y="35583"/>
                  <a:pt x="246528" y="43126"/>
                </a:cubicBezTo>
                <a:lnTo>
                  <a:pt x="246528" y="84134"/>
                </a:lnTo>
                <a:close/>
                <a:moveTo>
                  <a:pt x="319764" y="53642"/>
                </a:moveTo>
                <a:lnTo>
                  <a:pt x="273293" y="53642"/>
                </a:lnTo>
                <a:cubicBezTo>
                  <a:pt x="273293" y="57529"/>
                  <a:pt x="273876" y="60916"/>
                  <a:pt x="275043" y="63802"/>
                </a:cubicBezTo>
                <a:cubicBezTo>
                  <a:pt x="276210" y="66689"/>
                  <a:pt x="277810" y="69057"/>
                  <a:pt x="279843" y="70907"/>
                </a:cubicBezTo>
                <a:cubicBezTo>
                  <a:pt x="281800" y="72718"/>
                  <a:pt x="284125" y="74077"/>
                  <a:pt x="286816" y="74983"/>
                </a:cubicBezTo>
                <a:cubicBezTo>
                  <a:pt x="289508" y="75888"/>
                  <a:pt x="292472" y="76341"/>
                  <a:pt x="295710" y="76341"/>
                </a:cubicBezTo>
                <a:cubicBezTo>
                  <a:pt x="300001" y="76341"/>
                  <a:pt x="304321" y="75478"/>
                  <a:pt x="308669" y="73753"/>
                </a:cubicBezTo>
                <a:cubicBezTo>
                  <a:pt x="313016" y="72027"/>
                  <a:pt x="316113" y="70330"/>
                  <a:pt x="317957" y="68662"/>
                </a:cubicBezTo>
                <a:lnTo>
                  <a:pt x="318522" y="68662"/>
                </a:lnTo>
                <a:lnTo>
                  <a:pt x="318522" y="80276"/>
                </a:lnTo>
                <a:cubicBezTo>
                  <a:pt x="314946" y="81787"/>
                  <a:pt x="311294" y="83052"/>
                  <a:pt x="307567" y="84072"/>
                </a:cubicBezTo>
                <a:cubicBezTo>
                  <a:pt x="303841" y="85092"/>
                  <a:pt x="299926" y="85602"/>
                  <a:pt x="295823" y="85602"/>
                </a:cubicBezTo>
                <a:cubicBezTo>
                  <a:pt x="285358" y="85602"/>
                  <a:pt x="277189" y="82764"/>
                  <a:pt x="271317" y="77090"/>
                </a:cubicBezTo>
                <a:cubicBezTo>
                  <a:pt x="265444" y="71415"/>
                  <a:pt x="262508" y="63354"/>
                  <a:pt x="262508" y="52908"/>
                </a:cubicBezTo>
                <a:cubicBezTo>
                  <a:pt x="262508" y="42577"/>
                  <a:pt x="265322" y="34376"/>
                  <a:pt x="270950" y="28305"/>
                </a:cubicBezTo>
                <a:cubicBezTo>
                  <a:pt x="276577" y="22234"/>
                  <a:pt x="283984" y="19198"/>
                  <a:pt x="293169" y="19198"/>
                </a:cubicBezTo>
                <a:cubicBezTo>
                  <a:pt x="301676" y="19198"/>
                  <a:pt x="308236" y="21687"/>
                  <a:pt x="312847" y="26664"/>
                </a:cubicBezTo>
                <a:cubicBezTo>
                  <a:pt x="317458" y="31641"/>
                  <a:pt x="319764" y="38711"/>
                  <a:pt x="319764" y="47874"/>
                </a:cubicBezTo>
                <a:lnTo>
                  <a:pt x="319764" y="53642"/>
                </a:lnTo>
                <a:moveTo>
                  <a:pt x="309431" y="45511"/>
                </a:moveTo>
                <a:cubicBezTo>
                  <a:pt x="309393" y="39940"/>
                  <a:pt x="307991" y="35630"/>
                  <a:pt x="305224" y="32581"/>
                </a:cubicBezTo>
                <a:cubicBezTo>
                  <a:pt x="302457" y="29531"/>
                  <a:pt x="298251" y="28007"/>
                  <a:pt x="292604" y="28007"/>
                </a:cubicBezTo>
                <a:cubicBezTo>
                  <a:pt x="286920" y="28007"/>
                  <a:pt x="282393" y="29682"/>
                  <a:pt x="279024" y="33032"/>
                </a:cubicBezTo>
                <a:cubicBezTo>
                  <a:pt x="275655" y="36383"/>
                  <a:pt x="273745" y="40542"/>
                  <a:pt x="273293" y="45511"/>
                </a:cubicBezTo>
                <a:lnTo>
                  <a:pt x="309431" y="45511"/>
                </a:lnTo>
                <a:close/>
                <a:moveTo>
                  <a:pt x="388595" y="84134"/>
                </a:moveTo>
                <a:lnTo>
                  <a:pt x="377980" y="84134"/>
                </a:lnTo>
                <a:lnTo>
                  <a:pt x="377980" y="48184"/>
                </a:lnTo>
                <a:cubicBezTo>
                  <a:pt x="377980" y="45282"/>
                  <a:pt x="377810" y="42560"/>
                  <a:pt x="377472" y="40016"/>
                </a:cubicBezTo>
                <a:cubicBezTo>
                  <a:pt x="377133" y="37473"/>
                  <a:pt x="376512" y="35486"/>
                  <a:pt x="375608" y="34054"/>
                </a:cubicBezTo>
                <a:cubicBezTo>
                  <a:pt x="374667" y="32471"/>
                  <a:pt x="373312" y="31293"/>
                  <a:pt x="371543" y="30521"/>
                </a:cubicBezTo>
                <a:cubicBezTo>
                  <a:pt x="369773" y="29748"/>
                  <a:pt x="367477" y="29362"/>
                  <a:pt x="364654" y="29362"/>
                </a:cubicBezTo>
                <a:cubicBezTo>
                  <a:pt x="361755" y="29362"/>
                  <a:pt x="358725" y="30078"/>
                  <a:pt x="355563" y="31511"/>
                </a:cubicBezTo>
                <a:cubicBezTo>
                  <a:pt x="352401" y="32943"/>
                  <a:pt x="349371" y="34770"/>
                  <a:pt x="346472" y="36992"/>
                </a:cubicBezTo>
                <a:lnTo>
                  <a:pt x="346472" y="84134"/>
                </a:lnTo>
                <a:lnTo>
                  <a:pt x="335857" y="84134"/>
                </a:lnTo>
                <a:lnTo>
                  <a:pt x="335857" y="21005"/>
                </a:lnTo>
                <a:lnTo>
                  <a:pt x="346472" y="21005"/>
                </a:lnTo>
                <a:lnTo>
                  <a:pt x="346472" y="27966"/>
                </a:lnTo>
                <a:cubicBezTo>
                  <a:pt x="349785" y="25214"/>
                  <a:pt x="353210" y="23064"/>
                  <a:pt x="356749" y="21519"/>
                </a:cubicBezTo>
                <a:cubicBezTo>
                  <a:pt x="360287" y="19972"/>
                  <a:pt x="363920" y="19198"/>
                  <a:pt x="367647" y="19198"/>
                </a:cubicBezTo>
                <a:cubicBezTo>
                  <a:pt x="374460" y="19198"/>
                  <a:pt x="379655" y="21253"/>
                  <a:pt x="383231" y="25364"/>
                </a:cubicBezTo>
                <a:cubicBezTo>
                  <a:pt x="386807" y="29474"/>
                  <a:pt x="388595" y="35394"/>
                  <a:pt x="388595" y="43126"/>
                </a:cubicBezTo>
                <a:lnTo>
                  <a:pt x="388595" y="84134"/>
                </a:lnTo>
                <a:close/>
                <a:moveTo>
                  <a:pt x="462791" y="52598"/>
                </a:moveTo>
                <a:cubicBezTo>
                  <a:pt x="462791" y="62900"/>
                  <a:pt x="460156" y="71033"/>
                  <a:pt x="454886" y="76996"/>
                </a:cubicBezTo>
                <a:cubicBezTo>
                  <a:pt x="449616" y="82959"/>
                  <a:pt x="442557" y="85940"/>
                  <a:pt x="433711" y="85940"/>
                </a:cubicBezTo>
                <a:cubicBezTo>
                  <a:pt x="424790" y="85940"/>
                  <a:pt x="417703" y="82959"/>
                  <a:pt x="412452" y="76996"/>
                </a:cubicBezTo>
                <a:cubicBezTo>
                  <a:pt x="407201" y="71033"/>
                  <a:pt x="404575" y="62900"/>
                  <a:pt x="404575" y="52598"/>
                </a:cubicBezTo>
                <a:cubicBezTo>
                  <a:pt x="404575" y="42295"/>
                  <a:pt x="407201" y="34153"/>
                  <a:pt x="412452" y="28171"/>
                </a:cubicBezTo>
                <a:cubicBezTo>
                  <a:pt x="417703" y="22189"/>
                  <a:pt x="424790" y="19198"/>
                  <a:pt x="433711" y="19198"/>
                </a:cubicBezTo>
                <a:cubicBezTo>
                  <a:pt x="442557" y="19198"/>
                  <a:pt x="449616" y="22189"/>
                  <a:pt x="454886" y="28171"/>
                </a:cubicBezTo>
                <a:cubicBezTo>
                  <a:pt x="460156" y="34153"/>
                  <a:pt x="462791" y="42295"/>
                  <a:pt x="462791" y="52598"/>
                </a:cubicBezTo>
                <a:moveTo>
                  <a:pt x="451837" y="52598"/>
                </a:moveTo>
                <a:cubicBezTo>
                  <a:pt x="451837" y="44438"/>
                  <a:pt x="450237" y="38375"/>
                  <a:pt x="447037" y="34409"/>
                </a:cubicBezTo>
                <a:cubicBezTo>
                  <a:pt x="443837" y="30442"/>
                  <a:pt x="439395" y="28459"/>
                  <a:pt x="433711" y="28459"/>
                </a:cubicBezTo>
                <a:cubicBezTo>
                  <a:pt x="427952" y="28459"/>
                  <a:pt x="423481" y="30442"/>
                  <a:pt x="420301" y="34409"/>
                </a:cubicBezTo>
                <a:cubicBezTo>
                  <a:pt x="417120" y="38375"/>
                  <a:pt x="415529" y="44438"/>
                  <a:pt x="415529" y="52598"/>
                </a:cubicBezTo>
                <a:cubicBezTo>
                  <a:pt x="415529" y="60493"/>
                  <a:pt x="417129" y="66481"/>
                  <a:pt x="420329" y="70561"/>
                </a:cubicBezTo>
                <a:cubicBezTo>
                  <a:pt x="423528" y="74640"/>
                  <a:pt x="427989" y="76680"/>
                  <a:pt x="433711" y="76680"/>
                </a:cubicBezTo>
                <a:cubicBezTo>
                  <a:pt x="439358" y="76680"/>
                  <a:pt x="443790" y="74659"/>
                  <a:pt x="447009" y="70617"/>
                </a:cubicBezTo>
                <a:cubicBezTo>
                  <a:pt x="450227" y="66575"/>
                  <a:pt x="451837" y="60569"/>
                  <a:pt x="451837" y="52598"/>
                </a:cubicBezTo>
                <a:close/>
                <a:moveTo>
                  <a:pt x="534728" y="51779"/>
                </a:moveTo>
                <a:cubicBezTo>
                  <a:pt x="534728" y="56907"/>
                  <a:pt x="533994" y="61592"/>
                  <a:pt x="532526" y="65833"/>
                </a:cubicBezTo>
                <a:cubicBezTo>
                  <a:pt x="531058" y="70075"/>
                  <a:pt x="528987" y="73667"/>
                  <a:pt x="526315" y="76610"/>
                </a:cubicBezTo>
                <a:cubicBezTo>
                  <a:pt x="523830" y="79400"/>
                  <a:pt x="520903" y="81559"/>
                  <a:pt x="517534" y="83085"/>
                </a:cubicBezTo>
                <a:cubicBezTo>
                  <a:pt x="514165" y="84612"/>
                  <a:pt x="510598" y="85376"/>
                  <a:pt x="506834" y="85376"/>
                </a:cubicBezTo>
                <a:cubicBezTo>
                  <a:pt x="503559" y="85376"/>
                  <a:pt x="500595" y="85018"/>
                  <a:pt x="497941" y="84301"/>
                </a:cubicBezTo>
                <a:cubicBezTo>
                  <a:pt x="495287" y="83585"/>
                  <a:pt x="492586" y="82473"/>
                  <a:pt x="489838" y="80964"/>
                </a:cubicBezTo>
                <a:lnTo>
                  <a:pt x="489838" y="107397"/>
                </a:lnTo>
                <a:lnTo>
                  <a:pt x="479222" y="107397"/>
                </a:lnTo>
                <a:lnTo>
                  <a:pt x="479222" y="21005"/>
                </a:lnTo>
                <a:lnTo>
                  <a:pt x="489838" y="21005"/>
                </a:lnTo>
                <a:lnTo>
                  <a:pt x="489838" y="27569"/>
                </a:lnTo>
                <a:cubicBezTo>
                  <a:pt x="492661" y="25194"/>
                  <a:pt x="495833" y="23206"/>
                  <a:pt x="499352" y="21603"/>
                </a:cubicBezTo>
                <a:cubicBezTo>
                  <a:pt x="502872" y="20000"/>
                  <a:pt x="506627" y="19198"/>
                  <a:pt x="510617" y="19198"/>
                </a:cubicBezTo>
                <a:cubicBezTo>
                  <a:pt x="518221" y="19198"/>
                  <a:pt x="524141" y="22074"/>
                  <a:pt x="528376" y="27825"/>
                </a:cubicBezTo>
                <a:cubicBezTo>
                  <a:pt x="532611" y="33575"/>
                  <a:pt x="534728" y="41560"/>
                  <a:pt x="534728" y="51779"/>
                </a:cubicBezTo>
                <a:moveTo>
                  <a:pt x="523774" y="52061"/>
                </a:moveTo>
                <a:cubicBezTo>
                  <a:pt x="523774" y="44457"/>
                  <a:pt x="522475" y="38773"/>
                  <a:pt x="519878" y="35009"/>
                </a:cubicBezTo>
                <a:cubicBezTo>
                  <a:pt x="517280" y="31244"/>
                  <a:pt x="513290" y="29362"/>
                  <a:pt x="507907" y="29362"/>
                </a:cubicBezTo>
                <a:cubicBezTo>
                  <a:pt x="504858" y="29362"/>
                  <a:pt x="501790" y="30021"/>
                  <a:pt x="498703" y="31338"/>
                </a:cubicBezTo>
                <a:cubicBezTo>
                  <a:pt x="495616" y="32656"/>
                  <a:pt x="492661" y="34387"/>
                  <a:pt x="489838" y="36533"/>
                </a:cubicBezTo>
                <a:lnTo>
                  <a:pt x="489838" y="72276"/>
                </a:lnTo>
                <a:cubicBezTo>
                  <a:pt x="492849" y="73631"/>
                  <a:pt x="495437" y="74553"/>
                  <a:pt x="497602" y="75043"/>
                </a:cubicBezTo>
                <a:cubicBezTo>
                  <a:pt x="499766" y="75532"/>
                  <a:pt x="502223" y="75777"/>
                  <a:pt x="504971" y="75777"/>
                </a:cubicBezTo>
                <a:cubicBezTo>
                  <a:pt x="510881" y="75777"/>
                  <a:pt x="515492" y="73782"/>
                  <a:pt x="518805" y="69791"/>
                </a:cubicBezTo>
                <a:cubicBezTo>
                  <a:pt x="522117" y="65801"/>
                  <a:pt x="523774" y="59891"/>
                  <a:pt x="523774" y="52061"/>
                </a:cubicBezTo>
                <a:close/>
                <a:moveTo>
                  <a:pt x="584022" y="83578"/>
                </a:moveTo>
                <a:cubicBezTo>
                  <a:pt x="582027" y="84102"/>
                  <a:pt x="579853" y="84533"/>
                  <a:pt x="577501" y="84869"/>
                </a:cubicBezTo>
                <a:cubicBezTo>
                  <a:pt x="575148" y="85207"/>
                  <a:pt x="573049" y="85376"/>
                  <a:pt x="571205" y="85376"/>
                </a:cubicBezTo>
                <a:cubicBezTo>
                  <a:pt x="564768" y="85376"/>
                  <a:pt x="559874" y="83642"/>
                  <a:pt x="556524" y="80176"/>
                </a:cubicBezTo>
                <a:cubicBezTo>
                  <a:pt x="553173" y="76709"/>
                  <a:pt x="551498" y="71151"/>
                  <a:pt x="551498" y="63501"/>
                </a:cubicBezTo>
                <a:lnTo>
                  <a:pt x="551498" y="29927"/>
                </a:lnTo>
                <a:lnTo>
                  <a:pt x="544327" y="29927"/>
                </a:lnTo>
                <a:lnTo>
                  <a:pt x="544327" y="21005"/>
                </a:lnTo>
                <a:lnTo>
                  <a:pt x="551498" y="21005"/>
                </a:lnTo>
                <a:lnTo>
                  <a:pt x="551498" y="2823"/>
                </a:lnTo>
                <a:lnTo>
                  <a:pt x="562114" y="2823"/>
                </a:lnTo>
                <a:lnTo>
                  <a:pt x="562114" y="21005"/>
                </a:lnTo>
                <a:lnTo>
                  <a:pt x="584022" y="21005"/>
                </a:lnTo>
                <a:lnTo>
                  <a:pt x="584022" y="29927"/>
                </a:lnTo>
                <a:lnTo>
                  <a:pt x="562114" y="29927"/>
                </a:lnTo>
                <a:lnTo>
                  <a:pt x="562114" y="58738"/>
                </a:lnTo>
                <a:cubicBezTo>
                  <a:pt x="562114" y="62059"/>
                  <a:pt x="562189" y="64654"/>
                  <a:pt x="562340" y="66522"/>
                </a:cubicBezTo>
                <a:cubicBezTo>
                  <a:pt x="562490" y="68390"/>
                  <a:pt x="563017" y="70135"/>
                  <a:pt x="563921" y="71757"/>
                </a:cubicBezTo>
                <a:cubicBezTo>
                  <a:pt x="564749" y="73266"/>
                  <a:pt x="565887" y="74370"/>
                  <a:pt x="567337" y="75069"/>
                </a:cubicBezTo>
                <a:cubicBezTo>
                  <a:pt x="568786" y="75767"/>
                  <a:pt x="570998" y="76115"/>
                  <a:pt x="573971" y="76115"/>
                </a:cubicBezTo>
                <a:cubicBezTo>
                  <a:pt x="575703" y="76115"/>
                  <a:pt x="577510" y="75861"/>
                  <a:pt x="579392" y="75353"/>
                </a:cubicBezTo>
                <a:cubicBezTo>
                  <a:pt x="581274" y="74845"/>
                  <a:pt x="582629" y="74422"/>
                  <a:pt x="583458" y="74083"/>
                </a:cubicBezTo>
                <a:lnTo>
                  <a:pt x="584022" y="74083"/>
                </a:lnTo>
                <a:lnTo>
                  <a:pt x="584022" y="83578"/>
                </a:lnTo>
                <a:close/>
                <a:moveTo>
                  <a:pt x="649635" y="53642"/>
                </a:moveTo>
                <a:lnTo>
                  <a:pt x="603164" y="53642"/>
                </a:lnTo>
                <a:cubicBezTo>
                  <a:pt x="603164" y="57529"/>
                  <a:pt x="603748" y="60916"/>
                  <a:pt x="604915" y="63802"/>
                </a:cubicBezTo>
                <a:cubicBezTo>
                  <a:pt x="606082" y="66689"/>
                  <a:pt x="607681" y="69057"/>
                  <a:pt x="609714" y="70907"/>
                </a:cubicBezTo>
                <a:cubicBezTo>
                  <a:pt x="611672" y="72718"/>
                  <a:pt x="613996" y="74077"/>
                  <a:pt x="616688" y="74983"/>
                </a:cubicBezTo>
                <a:cubicBezTo>
                  <a:pt x="619379" y="75888"/>
                  <a:pt x="622344" y="76341"/>
                  <a:pt x="625581" y="76341"/>
                </a:cubicBezTo>
                <a:cubicBezTo>
                  <a:pt x="629872" y="76341"/>
                  <a:pt x="634192" y="75478"/>
                  <a:pt x="638540" y="73753"/>
                </a:cubicBezTo>
                <a:cubicBezTo>
                  <a:pt x="642888" y="72027"/>
                  <a:pt x="645984" y="70330"/>
                  <a:pt x="647828" y="68662"/>
                </a:cubicBezTo>
                <a:lnTo>
                  <a:pt x="648393" y="68662"/>
                </a:lnTo>
                <a:lnTo>
                  <a:pt x="648393" y="80276"/>
                </a:lnTo>
                <a:cubicBezTo>
                  <a:pt x="644817" y="81787"/>
                  <a:pt x="641165" y="83052"/>
                  <a:pt x="637439" y="84072"/>
                </a:cubicBezTo>
                <a:cubicBezTo>
                  <a:pt x="633712" y="85092"/>
                  <a:pt x="629797" y="85602"/>
                  <a:pt x="625694" y="85602"/>
                </a:cubicBezTo>
                <a:cubicBezTo>
                  <a:pt x="615229" y="85602"/>
                  <a:pt x="607060" y="82764"/>
                  <a:pt x="601188" y="77090"/>
                </a:cubicBezTo>
                <a:cubicBezTo>
                  <a:pt x="595315" y="71415"/>
                  <a:pt x="592379" y="63354"/>
                  <a:pt x="592379" y="52908"/>
                </a:cubicBezTo>
                <a:cubicBezTo>
                  <a:pt x="592379" y="42577"/>
                  <a:pt x="595193" y="34376"/>
                  <a:pt x="600821" y="28305"/>
                </a:cubicBezTo>
                <a:cubicBezTo>
                  <a:pt x="606449" y="22234"/>
                  <a:pt x="613855" y="19198"/>
                  <a:pt x="623040" y="19198"/>
                </a:cubicBezTo>
                <a:cubicBezTo>
                  <a:pt x="631547" y="19198"/>
                  <a:pt x="638107" y="21687"/>
                  <a:pt x="642718" y="26664"/>
                </a:cubicBezTo>
                <a:cubicBezTo>
                  <a:pt x="647330" y="31641"/>
                  <a:pt x="649635" y="38711"/>
                  <a:pt x="649635" y="47874"/>
                </a:cubicBezTo>
                <a:lnTo>
                  <a:pt x="649635" y="53642"/>
                </a:lnTo>
                <a:moveTo>
                  <a:pt x="639302" y="45511"/>
                </a:moveTo>
                <a:cubicBezTo>
                  <a:pt x="639264" y="39940"/>
                  <a:pt x="637862" y="35630"/>
                  <a:pt x="635095" y="32581"/>
                </a:cubicBezTo>
                <a:cubicBezTo>
                  <a:pt x="632329" y="29531"/>
                  <a:pt x="628122" y="28007"/>
                  <a:pt x="622475" y="28007"/>
                </a:cubicBezTo>
                <a:cubicBezTo>
                  <a:pt x="616791" y="28007"/>
                  <a:pt x="612264" y="29682"/>
                  <a:pt x="608895" y="33032"/>
                </a:cubicBezTo>
                <a:cubicBezTo>
                  <a:pt x="605526" y="36383"/>
                  <a:pt x="603616" y="40542"/>
                  <a:pt x="603164" y="45511"/>
                </a:cubicBezTo>
                <a:lnTo>
                  <a:pt x="639302" y="45511"/>
                </a:lnTo>
                <a:close/>
                <a:moveTo>
                  <a:pt x="705084" y="32524"/>
                </a:moveTo>
                <a:lnTo>
                  <a:pt x="704520" y="32524"/>
                </a:lnTo>
                <a:cubicBezTo>
                  <a:pt x="702938" y="32168"/>
                  <a:pt x="701405" y="31909"/>
                  <a:pt x="699918" y="31749"/>
                </a:cubicBezTo>
                <a:cubicBezTo>
                  <a:pt x="698431" y="31588"/>
                  <a:pt x="696671" y="31508"/>
                  <a:pt x="694638" y="31508"/>
                </a:cubicBezTo>
                <a:cubicBezTo>
                  <a:pt x="691363" y="31508"/>
                  <a:pt x="688201" y="32234"/>
                  <a:pt x="685152" y="33685"/>
                </a:cubicBezTo>
                <a:cubicBezTo>
                  <a:pt x="682103" y="35136"/>
                  <a:pt x="679167" y="37010"/>
                  <a:pt x="676343" y="39309"/>
                </a:cubicBezTo>
                <a:lnTo>
                  <a:pt x="676343" y="84134"/>
                </a:lnTo>
                <a:lnTo>
                  <a:pt x="665728" y="84134"/>
                </a:lnTo>
                <a:lnTo>
                  <a:pt x="665728" y="21005"/>
                </a:lnTo>
                <a:lnTo>
                  <a:pt x="676343" y="21005"/>
                </a:lnTo>
                <a:lnTo>
                  <a:pt x="676343" y="30331"/>
                </a:lnTo>
                <a:cubicBezTo>
                  <a:pt x="680559" y="26939"/>
                  <a:pt x="684277" y="24537"/>
                  <a:pt x="687495" y="23124"/>
                </a:cubicBezTo>
                <a:cubicBezTo>
                  <a:pt x="690714" y="21712"/>
                  <a:pt x="693998" y="21005"/>
                  <a:pt x="697348" y="21005"/>
                </a:cubicBezTo>
                <a:cubicBezTo>
                  <a:pt x="699193" y="21005"/>
                  <a:pt x="700529" y="21052"/>
                  <a:pt x="701357" y="21146"/>
                </a:cubicBezTo>
                <a:cubicBezTo>
                  <a:pt x="702186" y="21239"/>
                  <a:pt x="703428" y="21417"/>
                  <a:pt x="705084" y="21679"/>
                </a:cubicBezTo>
                <a:lnTo>
                  <a:pt x="705084" y="32524"/>
                </a:lnTo>
                <a:close/>
                <a:moveTo>
                  <a:pt x="764091" y="84134"/>
                </a:moveTo>
                <a:lnTo>
                  <a:pt x="753532" y="84134"/>
                </a:lnTo>
                <a:lnTo>
                  <a:pt x="753532" y="77460"/>
                </a:lnTo>
                <a:cubicBezTo>
                  <a:pt x="752590" y="78101"/>
                  <a:pt x="751320" y="78996"/>
                  <a:pt x="749720" y="80146"/>
                </a:cubicBezTo>
                <a:cubicBezTo>
                  <a:pt x="748120" y="81295"/>
                  <a:pt x="746567" y="82209"/>
                  <a:pt x="745062" y="82888"/>
                </a:cubicBezTo>
                <a:cubicBezTo>
                  <a:pt x="743292" y="83755"/>
                  <a:pt x="741260" y="84480"/>
                  <a:pt x="738963" y="85064"/>
                </a:cubicBezTo>
                <a:cubicBezTo>
                  <a:pt x="736667" y="85648"/>
                  <a:pt x="733976" y="85940"/>
                  <a:pt x="730889" y="85940"/>
                </a:cubicBezTo>
                <a:cubicBezTo>
                  <a:pt x="725205" y="85940"/>
                  <a:pt x="720386" y="84056"/>
                  <a:pt x="716434" y="80287"/>
                </a:cubicBezTo>
                <a:cubicBezTo>
                  <a:pt x="712481" y="76518"/>
                  <a:pt x="710505" y="71712"/>
                  <a:pt x="710505" y="65869"/>
                </a:cubicBezTo>
                <a:cubicBezTo>
                  <a:pt x="710505" y="61082"/>
                  <a:pt x="711531" y="57210"/>
                  <a:pt x="713582" y="54251"/>
                </a:cubicBezTo>
                <a:cubicBezTo>
                  <a:pt x="715634" y="51291"/>
                  <a:pt x="718561" y="48964"/>
                  <a:pt x="722363" y="47269"/>
                </a:cubicBezTo>
                <a:cubicBezTo>
                  <a:pt x="726202" y="45572"/>
                  <a:pt x="730814" y="44422"/>
                  <a:pt x="736197" y="43819"/>
                </a:cubicBezTo>
                <a:cubicBezTo>
                  <a:pt x="741580" y="43216"/>
                  <a:pt x="747358" y="42763"/>
                  <a:pt x="753532" y="42462"/>
                </a:cubicBezTo>
                <a:lnTo>
                  <a:pt x="753532" y="40810"/>
                </a:lnTo>
                <a:cubicBezTo>
                  <a:pt x="753532" y="38381"/>
                  <a:pt x="753108" y="36370"/>
                  <a:pt x="752261" y="34776"/>
                </a:cubicBezTo>
                <a:cubicBezTo>
                  <a:pt x="751414" y="33182"/>
                  <a:pt x="750200" y="31929"/>
                  <a:pt x="748619" y="31017"/>
                </a:cubicBezTo>
                <a:cubicBezTo>
                  <a:pt x="747113" y="30144"/>
                  <a:pt x="745306" y="29556"/>
                  <a:pt x="743198" y="29253"/>
                </a:cubicBezTo>
                <a:cubicBezTo>
                  <a:pt x="741090" y="28949"/>
                  <a:pt x="738888" y="28797"/>
                  <a:pt x="736592" y="28797"/>
                </a:cubicBezTo>
                <a:cubicBezTo>
                  <a:pt x="733806" y="28797"/>
                  <a:pt x="730701" y="29174"/>
                  <a:pt x="727275" y="29928"/>
                </a:cubicBezTo>
                <a:cubicBezTo>
                  <a:pt x="723849" y="30681"/>
                  <a:pt x="720311" y="31772"/>
                  <a:pt x="716660" y="33202"/>
                </a:cubicBezTo>
                <a:lnTo>
                  <a:pt x="716095" y="33202"/>
                </a:lnTo>
                <a:lnTo>
                  <a:pt x="716095" y="22417"/>
                </a:lnTo>
                <a:cubicBezTo>
                  <a:pt x="718165" y="21852"/>
                  <a:pt x="721158" y="21231"/>
                  <a:pt x="725073" y="20553"/>
                </a:cubicBezTo>
                <a:cubicBezTo>
                  <a:pt x="728988" y="19876"/>
                  <a:pt x="732846" y="19537"/>
                  <a:pt x="736648" y="19537"/>
                </a:cubicBezTo>
                <a:cubicBezTo>
                  <a:pt x="741090" y="19537"/>
                  <a:pt x="744958" y="19904"/>
                  <a:pt x="748252" y="20638"/>
                </a:cubicBezTo>
                <a:cubicBezTo>
                  <a:pt x="751546" y="21372"/>
                  <a:pt x="754397" y="22624"/>
                  <a:pt x="756807" y="24393"/>
                </a:cubicBezTo>
                <a:cubicBezTo>
                  <a:pt x="759178" y="26125"/>
                  <a:pt x="760985" y="28365"/>
                  <a:pt x="762227" y="31112"/>
                </a:cubicBezTo>
                <a:cubicBezTo>
                  <a:pt x="763469" y="33860"/>
                  <a:pt x="764091" y="37267"/>
                  <a:pt x="764091" y="41333"/>
                </a:cubicBezTo>
                <a:lnTo>
                  <a:pt x="764091" y="84134"/>
                </a:lnTo>
                <a:moveTo>
                  <a:pt x="753532" y="68685"/>
                </a:moveTo>
                <a:lnTo>
                  <a:pt x="753532" y="51045"/>
                </a:lnTo>
                <a:cubicBezTo>
                  <a:pt x="750294" y="51234"/>
                  <a:pt x="746483" y="51518"/>
                  <a:pt x="742097" y="51897"/>
                </a:cubicBezTo>
                <a:cubicBezTo>
                  <a:pt x="737712" y="52275"/>
                  <a:pt x="734239" y="52822"/>
                  <a:pt x="731679" y="53540"/>
                </a:cubicBezTo>
                <a:cubicBezTo>
                  <a:pt x="728630" y="54410"/>
                  <a:pt x="726165" y="55763"/>
                  <a:pt x="724282" y="57597"/>
                </a:cubicBezTo>
                <a:cubicBezTo>
                  <a:pt x="722400" y="59431"/>
                  <a:pt x="721459" y="61954"/>
                  <a:pt x="721459" y="65168"/>
                </a:cubicBezTo>
                <a:cubicBezTo>
                  <a:pt x="721459" y="68799"/>
                  <a:pt x="722551" y="71531"/>
                  <a:pt x="724734" y="73365"/>
                </a:cubicBezTo>
                <a:cubicBezTo>
                  <a:pt x="726917" y="75199"/>
                  <a:pt x="730249" y="76115"/>
                  <a:pt x="734728" y="76115"/>
                </a:cubicBezTo>
                <a:cubicBezTo>
                  <a:pt x="738455" y="76115"/>
                  <a:pt x="741862" y="75388"/>
                  <a:pt x="744949" y="73933"/>
                </a:cubicBezTo>
                <a:cubicBezTo>
                  <a:pt x="748036" y="72476"/>
                  <a:pt x="750896" y="70727"/>
                  <a:pt x="753532" y="686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E8A7B0-F51F-4828-A74A-D1C8265D5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684" y="1347040"/>
            <a:ext cx="920824" cy="619740"/>
          </a:xfrm>
          <a:custGeom xmlns:a="http://schemas.openxmlformats.org/drawingml/2006/main">
            <a:pathLst>
              <a:path w="920824" h="619740">
                <a:moveTo>
                  <a:pt x="0" y="0"/>
                </a:moveTo>
                <a:lnTo>
                  <a:pt x="920824" y="0"/>
                </a:lnTo>
                <a:lnTo>
                  <a:pt x="920824" y="619740"/>
                </a:lnTo>
                <a:lnTo>
                  <a:pt x="0" y="6197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ABE0AA-0C11-4151-9DC4-17C4CD09B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683" y="1347042"/>
            <a:ext cx="920826" cy="619742"/>
          </a:xfrm>
          <a:custGeom xmlns:a="http://schemas.openxmlformats.org/drawingml/2006/main">
            <a:pathLst>
              <a:path w="920826" h="619742" fill="none">
                <a:moveTo>
                  <a:pt x="0" y="0"/>
                </a:moveTo>
                <a:lnTo>
                  <a:pt x="920826" y="0"/>
                </a:lnTo>
                <a:lnTo>
                  <a:pt x="920826" y="619742"/>
                </a:lnTo>
                <a:lnTo>
                  <a:pt x="0" y="6197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17" name="Text Coleoptera">
            <a:extLst xmlns:a="http://schemas.openxmlformats.org/drawingml/2006/main">
              <a:ext uri="{FF2B5EF4-FFF2-40B4-BE49-F238E27FC236}">
                <a16:creationId xmlns:a16="http://schemas.microsoft.com/office/drawing/2014/main" id="{097E4821-E95C-4EE5-8485-0D3C2CB7C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2759" y="1401968"/>
            <a:ext cx="712694" cy="129717"/>
          </a:xfrm>
          <a:custGeom xmlns:a="http://schemas.openxmlformats.org/drawingml/2006/main">
            <a:pathLst>
              <a:path w="712694" h="129717">
                <a:moveTo>
                  <a:pt x="81403" y="95483"/>
                </a:moveTo>
                <a:cubicBezTo>
                  <a:pt x="78986" y="96541"/>
                  <a:pt x="76800" y="97532"/>
                  <a:pt x="74844" y="98458"/>
                </a:cubicBezTo>
                <a:cubicBezTo>
                  <a:pt x="72889" y="99383"/>
                  <a:pt x="70329" y="100353"/>
                  <a:pt x="67165" y="101366"/>
                </a:cubicBezTo>
                <a:cubicBezTo>
                  <a:pt x="64485" y="102204"/>
                  <a:pt x="61574" y="102920"/>
                  <a:pt x="58432" y="103514"/>
                </a:cubicBezTo>
                <a:cubicBezTo>
                  <a:pt x="55290" y="104109"/>
                  <a:pt x="51830" y="104406"/>
                  <a:pt x="48051" y="104406"/>
                </a:cubicBezTo>
                <a:cubicBezTo>
                  <a:pt x="40932" y="104406"/>
                  <a:pt x="34462" y="103406"/>
                  <a:pt x="28639" y="101405"/>
                </a:cubicBezTo>
                <a:cubicBezTo>
                  <a:pt x="22817" y="99404"/>
                  <a:pt x="17753" y="96271"/>
                  <a:pt x="13446" y="92006"/>
                </a:cubicBezTo>
                <a:cubicBezTo>
                  <a:pt x="9228" y="87829"/>
                  <a:pt x="5932" y="82520"/>
                  <a:pt x="3559" y="76078"/>
                </a:cubicBezTo>
                <a:cubicBezTo>
                  <a:pt x="1186" y="69636"/>
                  <a:pt x="0" y="62150"/>
                  <a:pt x="0" y="53620"/>
                </a:cubicBezTo>
                <a:cubicBezTo>
                  <a:pt x="0" y="45529"/>
                  <a:pt x="1142" y="38296"/>
                  <a:pt x="3427" y="31920"/>
                </a:cubicBezTo>
                <a:cubicBezTo>
                  <a:pt x="5712" y="25545"/>
                  <a:pt x="9008" y="20158"/>
                  <a:pt x="13314" y="15761"/>
                </a:cubicBezTo>
                <a:cubicBezTo>
                  <a:pt x="17489" y="11496"/>
                  <a:pt x="22531" y="8243"/>
                  <a:pt x="28441" y="6000"/>
                </a:cubicBezTo>
                <a:cubicBezTo>
                  <a:pt x="34352" y="3758"/>
                  <a:pt x="40910" y="2637"/>
                  <a:pt x="48117" y="2637"/>
                </a:cubicBezTo>
                <a:cubicBezTo>
                  <a:pt x="53390" y="2637"/>
                  <a:pt x="58652" y="3274"/>
                  <a:pt x="63903" y="4548"/>
                </a:cubicBezTo>
                <a:cubicBezTo>
                  <a:pt x="69154" y="5822"/>
                  <a:pt x="74987" y="8063"/>
                  <a:pt x="81403" y="11271"/>
                </a:cubicBezTo>
                <a:lnTo>
                  <a:pt x="81403" y="26761"/>
                </a:lnTo>
                <a:lnTo>
                  <a:pt x="80414" y="26761"/>
                </a:lnTo>
                <a:cubicBezTo>
                  <a:pt x="75009" y="22303"/>
                  <a:pt x="69648" y="19058"/>
                  <a:pt x="64331" y="17024"/>
                </a:cubicBezTo>
                <a:cubicBezTo>
                  <a:pt x="59014" y="14990"/>
                  <a:pt x="53324" y="13974"/>
                  <a:pt x="47260" y="13974"/>
                </a:cubicBezTo>
                <a:cubicBezTo>
                  <a:pt x="42294" y="13974"/>
                  <a:pt x="37823" y="14773"/>
                  <a:pt x="33846" y="16373"/>
                </a:cubicBezTo>
                <a:cubicBezTo>
                  <a:pt x="29870" y="17973"/>
                  <a:pt x="26321" y="20460"/>
                  <a:pt x="23201" y="23836"/>
                </a:cubicBezTo>
                <a:cubicBezTo>
                  <a:pt x="20169" y="27123"/>
                  <a:pt x="17808" y="31276"/>
                  <a:pt x="16116" y="36295"/>
                </a:cubicBezTo>
                <a:cubicBezTo>
                  <a:pt x="14424" y="41314"/>
                  <a:pt x="13578" y="47111"/>
                  <a:pt x="13578" y="53686"/>
                </a:cubicBezTo>
                <a:cubicBezTo>
                  <a:pt x="13578" y="60567"/>
                  <a:pt x="14512" y="66484"/>
                  <a:pt x="16379" y="71437"/>
                </a:cubicBezTo>
                <a:cubicBezTo>
                  <a:pt x="18247" y="76390"/>
                  <a:pt x="20653" y="80424"/>
                  <a:pt x="23597" y="83537"/>
                </a:cubicBezTo>
                <a:cubicBezTo>
                  <a:pt x="26673" y="86780"/>
                  <a:pt x="30265" y="89180"/>
                  <a:pt x="34374" y="90735"/>
                </a:cubicBezTo>
                <a:cubicBezTo>
                  <a:pt x="38482" y="92291"/>
                  <a:pt x="42821" y="93069"/>
                  <a:pt x="47391" y="93069"/>
                </a:cubicBezTo>
                <a:cubicBezTo>
                  <a:pt x="53675" y="93069"/>
                  <a:pt x="59563" y="91993"/>
                  <a:pt x="65056" y="89839"/>
                </a:cubicBezTo>
                <a:cubicBezTo>
                  <a:pt x="70549" y="87686"/>
                  <a:pt x="75690" y="84457"/>
                  <a:pt x="80480" y="80150"/>
                </a:cubicBezTo>
                <a:lnTo>
                  <a:pt x="81403" y="80150"/>
                </a:lnTo>
                <a:lnTo>
                  <a:pt x="81403" y="95483"/>
                </a:lnTo>
                <a:close/>
                <a:moveTo>
                  <a:pt x="161613" y="65748"/>
                </a:moveTo>
                <a:cubicBezTo>
                  <a:pt x="161613" y="77775"/>
                  <a:pt x="158537" y="87268"/>
                  <a:pt x="152385" y="94229"/>
                </a:cubicBezTo>
                <a:cubicBezTo>
                  <a:pt x="146233" y="101190"/>
                  <a:pt x="137994" y="104670"/>
                  <a:pt x="127668" y="104670"/>
                </a:cubicBezTo>
                <a:cubicBezTo>
                  <a:pt x="117254" y="104670"/>
                  <a:pt x="108982" y="101190"/>
                  <a:pt x="102852" y="94229"/>
                </a:cubicBezTo>
                <a:cubicBezTo>
                  <a:pt x="96722" y="87268"/>
                  <a:pt x="93657" y="77775"/>
                  <a:pt x="93657" y="65748"/>
                </a:cubicBezTo>
                <a:cubicBezTo>
                  <a:pt x="93657" y="53722"/>
                  <a:pt x="96722" y="44217"/>
                  <a:pt x="102852" y="37235"/>
                </a:cubicBezTo>
                <a:cubicBezTo>
                  <a:pt x="108982" y="30252"/>
                  <a:pt x="117254" y="26761"/>
                  <a:pt x="127668" y="26761"/>
                </a:cubicBezTo>
                <a:cubicBezTo>
                  <a:pt x="137994" y="26761"/>
                  <a:pt x="146233" y="30252"/>
                  <a:pt x="152385" y="37235"/>
                </a:cubicBezTo>
                <a:cubicBezTo>
                  <a:pt x="158537" y="44217"/>
                  <a:pt x="161613" y="53722"/>
                  <a:pt x="161613" y="65748"/>
                </a:cubicBezTo>
                <a:moveTo>
                  <a:pt x="148826" y="65748"/>
                </a:moveTo>
                <a:cubicBezTo>
                  <a:pt x="148826" y="56224"/>
                  <a:pt x="146958" y="49146"/>
                  <a:pt x="143223" y="44516"/>
                </a:cubicBezTo>
                <a:cubicBezTo>
                  <a:pt x="139488" y="39886"/>
                  <a:pt x="134303" y="37570"/>
                  <a:pt x="127668" y="37570"/>
                </a:cubicBezTo>
                <a:cubicBezTo>
                  <a:pt x="120945" y="37570"/>
                  <a:pt x="115727" y="39886"/>
                  <a:pt x="112014" y="44516"/>
                </a:cubicBezTo>
                <a:cubicBezTo>
                  <a:pt x="108300" y="49146"/>
                  <a:pt x="106444" y="56224"/>
                  <a:pt x="106444" y="65748"/>
                </a:cubicBezTo>
                <a:cubicBezTo>
                  <a:pt x="106444" y="74965"/>
                  <a:pt x="108311" y="81955"/>
                  <a:pt x="112047" y="86717"/>
                </a:cubicBezTo>
                <a:cubicBezTo>
                  <a:pt x="115782" y="91479"/>
                  <a:pt x="120989" y="93860"/>
                  <a:pt x="127668" y="93860"/>
                </a:cubicBezTo>
                <a:cubicBezTo>
                  <a:pt x="134259" y="93860"/>
                  <a:pt x="139433" y="91501"/>
                  <a:pt x="143190" y="86783"/>
                </a:cubicBezTo>
                <a:cubicBezTo>
                  <a:pt x="146948" y="82064"/>
                  <a:pt x="148826" y="75053"/>
                  <a:pt x="148826" y="65748"/>
                </a:cubicBezTo>
                <a:close/>
                <a:moveTo>
                  <a:pt x="193313" y="102561"/>
                </a:moveTo>
                <a:lnTo>
                  <a:pt x="180921" y="102561"/>
                </a:lnTo>
                <a:lnTo>
                  <a:pt x="180921" y="0"/>
                </a:lnTo>
                <a:lnTo>
                  <a:pt x="193313" y="0"/>
                </a:lnTo>
                <a:lnTo>
                  <a:pt x="193313" y="102561"/>
                </a:lnTo>
                <a:close/>
                <a:moveTo>
                  <a:pt x="279459" y="66968"/>
                </a:moveTo>
                <a:lnTo>
                  <a:pt x="225213" y="66968"/>
                </a:lnTo>
                <a:cubicBezTo>
                  <a:pt x="225213" y="71505"/>
                  <a:pt x="225894" y="75458"/>
                  <a:pt x="227256" y="78828"/>
                </a:cubicBezTo>
                <a:cubicBezTo>
                  <a:pt x="228618" y="82198"/>
                  <a:pt x="230486" y="84962"/>
                  <a:pt x="232859" y="87121"/>
                </a:cubicBezTo>
                <a:cubicBezTo>
                  <a:pt x="235144" y="89235"/>
                  <a:pt x="237857" y="90821"/>
                  <a:pt x="240999" y="91879"/>
                </a:cubicBezTo>
                <a:cubicBezTo>
                  <a:pt x="244141" y="92936"/>
                  <a:pt x="247601" y="93465"/>
                  <a:pt x="251380" y="93465"/>
                </a:cubicBezTo>
                <a:cubicBezTo>
                  <a:pt x="256390" y="93465"/>
                  <a:pt x="261432" y="92457"/>
                  <a:pt x="266507" y="90443"/>
                </a:cubicBezTo>
                <a:cubicBezTo>
                  <a:pt x="271583" y="88429"/>
                  <a:pt x="275197" y="86448"/>
                  <a:pt x="277350" y="84501"/>
                </a:cubicBezTo>
                <a:lnTo>
                  <a:pt x="278009" y="84501"/>
                </a:lnTo>
                <a:lnTo>
                  <a:pt x="278009" y="98058"/>
                </a:lnTo>
                <a:cubicBezTo>
                  <a:pt x="273835" y="99821"/>
                  <a:pt x="269572" y="101298"/>
                  <a:pt x="265222" y="102489"/>
                </a:cubicBezTo>
                <a:cubicBezTo>
                  <a:pt x="260872" y="103679"/>
                  <a:pt x="256302" y="104274"/>
                  <a:pt x="251512" y="104274"/>
                </a:cubicBezTo>
                <a:cubicBezTo>
                  <a:pt x="239296" y="104274"/>
                  <a:pt x="229761" y="100962"/>
                  <a:pt x="222906" y="94338"/>
                </a:cubicBezTo>
                <a:cubicBezTo>
                  <a:pt x="216051" y="87714"/>
                  <a:pt x="212623" y="78305"/>
                  <a:pt x="212623" y="66111"/>
                </a:cubicBezTo>
                <a:cubicBezTo>
                  <a:pt x="212623" y="54051"/>
                  <a:pt x="215908" y="44478"/>
                  <a:pt x="222477" y="37391"/>
                </a:cubicBezTo>
                <a:cubicBezTo>
                  <a:pt x="229047" y="30304"/>
                  <a:pt x="237692" y="26761"/>
                  <a:pt x="248414" y="26761"/>
                </a:cubicBezTo>
                <a:cubicBezTo>
                  <a:pt x="258345" y="26761"/>
                  <a:pt x="266002" y="29666"/>
                  <a:pt x="271385" y="35476"/>
                </a:cubicBezTo>
                <a:cubicBezTo>
                  <a:pt x="276768" y="41286"/>
                  <a:pt x="279459" y="49538"/>
                  <a:pt x="279459" y="60234"/>
                </a:cubicBezTo>
                <a:lnTo>
                  <a:pt x="279459" y="66968"/>
                </a:lnTo>
                <a:moveTo>
                  <a:pt x="267397" y="57476"/>
                </a:moveTo>
                <a:cubicBezTo>
                  <a:pt x="267353" y="50973"/>
                  <a:pt x="265716" y="45941"/>
                  <a:pt x="262487" y="42382"/>
                </a:cubicBezTo>
                <a:cubicBezTo>
                  <a:pt x="259257" y="38823"/>
                  <a:pt x="254346" y="37043"/>
                  <a:pt x="247755" y="37043"/>
                </a:cubicBezTo>
                <a:cubicBezTo>
                  <a:pt x="241120" y="37043"/>
                  <a:pt x="235836" y="38999"/>
                  <a:pt x="231903" y="42909"/>
                </a:cubicBezTo>
                <a:cubicBezTo>
                  <a:pt x="227970" y="46820"/>
                  <a:pt x="225740" y="51676"/>
                  <a:pt x="225213" y="57476"/>
                </a:cubicBezTo>
                <a:lnTo>
                  <a:pt x="267397" y="57476"/>
                </a:lnTo>
                <a:close/>
                <a:moveTo>
                  <a:pt x="360993" y="65748"/>
                </a:moveTo>
                <a:cubicBezTo>
                  <a:pt x="360993" y="77775"/>
                  <a:pt x="357917" y="87268"/>
                  <a:pt x="351765" y="94229"/>
                </a:cubicBezTo>
                <a:cubicBezTo>
                  <a:pt x="345614" y="101190"/>
                  <a:pt x="337374" y="104670"/>
                  <a:pt x="327048" y="104670"/>
                </a:cubicBezTo>
                <a:cubicBezTo>
                  <a:pt x="316634" y="104670"/>
                  <a:pt x="308362" y="101190"/>
                  <a:pt x="302232" y="94229"/>
                </a:cubicBezTo>
                <a:cubicBezTo>
                  <a:pt x="296102" y="87268"/>
                  <a:pt x="293037" y="77775"/>
                  <a:pt x="293037" y="65748"/>
                </a:cubicBezTo>
                <a:cubicBezTo>
                  <a:pt x="293037" y="53722"/>
                  <a:pt x="296102" y="44217"/>
                  <a:pt x="302232" y="37235"/>
                </a:cubicBezTo>
                <a:cubicBezTo>
                  <a:pt x="308362" y="30252"/>
                  <a:pt x="316634" y="26761"/>
                  <a:pt x="327048" y="26761"/>
                </a:cubicBezTo>
                <a:cubicBezTo>
                  <a:pt x="337374" y="26761"/>
                  <a:pt x="345614" y="30252"/>
                  <a:pt x="351765" y="37235"/>
                </a:cubicBezTo>
                <a:cubicBezTo>
                  <a:pt x="357917" y="44217"/>
                  <a:pt x="360993" y="53722"/>
                  <a:pt x="360993" y="65748"/>
                </a:cubicBezTo>
                <a:moveTo>
                  <a:pt x="348206" y="65748"/>
                </a:moveTo>
                <a:cubicBezTo>
                  <a:pt x="348206" y="56224"/>
                  <a:pt x="346339" y="49146"/>
                  <a:pt x="342603" y="44516"/>
                </a:cubicBezTo>
                <a:cubicBezTo>
                  <a:pt x="338868" y="39886"/>
                  <a:pt x="333683" y="37570"/>
                  <a:pt x="327048" y="37570"/>
                </a:cubicBezTo>
                <a:cubicBezTo>
                  <a:pt x="320325" y="37570"/>
                  <a:pt x="315107" y="39886"/>
                  <a:pt x="311394" y="44516"/>
                </a:cubicBezTo>
                <a:cubicBezTo>
                  <a:pt x="307681" y="49146"/>
                  <a:pt x="305824" y="56224"/>
                  <a:pt x="305824" y="65748"/>
                </a:cubicBezTo>
                <a:cubicBezTo>
                  <a:pt x="305824" y="74965"/>
                  <a:pt x="307692" y="81955"/>
                  <a:pt x="311427" y="86717"/>
                </a:cubicBezTo>
                <a:cubicBezTo>
                  <a:pt x="315162" y="91479"/>
                  <a:pt x="320369" y="93860"/>
                  <a:pt x="327048" y="93860"/>
                </a:cubicBezTo>
                <a:cubicBezTo>
                  <a:pt x="333639" y="93860"/>
                  <a:pt x="338813" y="91501"/>
                  <a:pt x="342571" y="86783"/>
                </a:cubicBezTo>
                <a:cubicBezTo>
                  <a:pt x="346328" y="82064"/>
                  <a:pt x="348206" y="75053"/>
                  <a:pt x="348206" y="65748"/>
                </a:cubicBezTo>
                <a:close/>
                <a:moveTo>
                  <a:pt x="444962" y="64793"/>
                </a:moveTo>
                <a:cubicBezTo>
                  <a:pt x="444962" y="70778"/>
                  <a:pt x="444105" y="76247"/>
                  <a:pt x="442391" y="81199"/>
                </a:cubicBezTo>
                <a:cubicBezTo>
                  <a:pt x="440677" y="86150"/>
                  <a:pt x="438260" y="90343"/>
                  <a:pt x="435141" y="93778"/>
                </a:cubicBezTo>
                <a:cubicBezTo>
                  <a:pt x="432240" y="97035"/>
                  <a:pt x="428824" y="99555"/>
                  <a:pt x="424891" y="101337"/>
                </a:cubicBezTo>
                <a:cubicBezTo>
                  <a:pt x="420958" y="103120"/>
                  <a:pt x="416795" y="104011"/>
                  <a:pt x="412401" y="104011"/>
                </a:cubicBezTo>
                <a:cubicBezTo>
                  <a:pt x="408578" y="104011"/>
                  <a:pt x="405117" y="103593"/>
                  <a:pt x="402019" y="102756"/>
                </a:cubicBezTo>
                <a:cubicBezTo>
                  <a:pt x="398921" y="101920"/>
                  <a:pt x="395769" y="100622"/>
                  <a:pt x="392561" y="98861"/>
                </a:cubicBezTo>
                <a:lnTo>
                  <a:pt x="392561" y="129717"/>
                </a:lnTo>
                <a:lnTo>
                  <a:pt x="380169" y="129717"/>
                </a:lnTo>
                <a:lnTo>
                  <a:pt x="380169" y="28870"/>
                </a:lnTo>
                <a:lnTo>
                  <a:pt x="392561" y="28870"/>
                </a:lnTo>
                <a:lnTo>
                  <a:pt x="392561" y="36532"/>
                </a:lnTo>
                <a:cubicBezTo>
                  <a:pt x="395856" y="33760"/>
                  <a:pt x="399559" y="31438"/>
                  <a:pt x="403667" y="29568"/>
                </a:cubicBezTo>
                <a:cubicBezTo>
                  <a:pt x="407776" y="27697"/>
                  <a:pt x="412159" y="26761"/>
                  <a:pt x="416817" y="26761"/>
                </a:cubicBezTo>
                <a:cubicBezTo>
                  <a:pt x="425693" y="26761"/>
                  <a:pt x="432603" y="30117"/>
                  <a:pt x="437546" y="36831"/>
                </a:cubicBezTo>
                <a:cubicBezTo>
                  <a:pt x="442490" y="43543"/>
                  <a:pt x="444962" y="52864"/>
                  <a:pt x="444962" y="64793"/>
                </a:cubicBezTo>
                <a:moveTo>
                  <a:pt x="432175" y="65122"/>
                </a:moveTo>
                <a:cubicBezTo>
                  <a:pt x="432175" y="56246"/>
                  <a:pt x="430659" y="49611"/>
                  <a:pt x="427627" y="45216"/>
                </a:cubicBezTo>
                <a:cubicBezTo>
                  <a:pt x="424595" y="40822"/>
                  <a:pt x="419937" y="38625"/>
                  <a:pt x="413653" y="38625"/>
                </a:cubicBezTo>
                <a:cubicBezTo>
                  <a:pt x="410094" y="38625"/>
                  <a:pt x="406512" y="39394"/>
                  <a:pt x="402909" y="40932"/>
                </a:cubicBezTo>
                <a:cubicBezTo>
                  <a:pt x="399306" y="42470"/>
                  <a:pt x="395856" y="44491"/>
                  <a:pt x="392561" y="46996"/>
                </a:cubicBezTo>
                <a:lnTo>
                  <a:pt x="392561" y="88719"/>
                </a:lnTo>
                <a:cubicBezTo>
                  <a:pt x="396076" y="90301"/>
                  <a:pt x="399097" y="91377"/>
                  <a:pt x="401624" y="91949"/>
                </a:cubicBezTo>
                <a:cubicBezTo>
                  <a:pt x="404150" y="92520"/>
                  <a:pt x="407018" y="92806"/>
                  <a:pt x="410225" y="92806"/>
                </a:cubicBezTo>
                <a:cubicBezTo>
                  <a:pt x="417124" y="92806"/>
                  <a:pt x="422507" y="90477"/>
                  <a:pt x="426374" y="85819"/>
                </a:cubicBezTo>
                <a:cubicBezTo>
                  <a:pt x="430241" y="81161"/>
                  <a:pt x="432175" y="74262"/>
                  <a:pt x="432175" y="65122"/>
                </a:cubicBezTo>
                <a:close/>
                <a:moveTo>
                  <a:pt x="502498" y="101912"/>
                </a:moveTo>
                <a:cubicBezTo>
                  <a:pt x="500169" y="102524"/>
                  <a:pt x="497631" y="103027"/>
                  <a:pt x="494885" y="103420"/>
                </a:cubicBezTo>
                <a:cubicBezTo>
                  <a:pt x="492138" y="103814"/>
                  <a:pt x="489689" y="104011"/>
                  <a:pt x="487535" y="104011"/>
                </a:cubicBezTo>
                <a:cubicBezTo>
                  <a:pt x="480021" y="104011"/>
                  <a:pt x="474309" y="101987"/>
                  <a:pt x="470398" y="97941"/>
                </a:cubicBezTo>
                <a:cubicBezTo>
                  <a:pt x="466487" y="93894"/>
                  <a:pt x="464532" y="87405"/>
                  <a:pt x="464532" y="78476"/>
                </a:cubicBezTo>
                <a:lnTo>
                  <a:pt x="464532" y="39284"/>
                </a:lnTo>
                <a:lnTo>
                  <a:pt x="456161" y="39284"/>
                </a:lnTo>
                <a:lnTo>
                  <a:pt x="456161" y="28870"/>
                </a:lnTo>
                <a:lnTo>
                  <a:pt x="464532" y="28870"/>
                </a:lnTo>
                <a:lnTo>
                  <a:pt x="464532" y="7646"/>
                </a:lnTo>
                <a:lnTo>
                  <a:pt x="476923" y="7646"/>
                </a:lnTo>
                <a:lnTo>
                  <a:pt x="476923" y="28870"/>
                </a:lnTo>
                <a:lnTo>
                  <a:pt x="502498" y="28870"/>
                </a:lnTo>
                <a:lnTo>
                  <a:pt x="502498" y="39284"/>
                </a:lnTo>
                <a:lnTo>
                  <a:pt x="476923" y="39284"/>
                </a:lnTo>
                <a:lnTo>
                  <a:pt x="476923" y="72916"/>
                </a:lnTo>
                <a:cubicBezTo>
                  <a:pt x="476923" y="76793"/>
                  <a:pt x="477011" y="79821"/>
                  <a:pt x="477187" y="82002"/>
                </a:cubicBezTo>
                <a:cubicBezTo>
                  <a:pt x="477363" y="84183"/>
                  <a:pt x="477978" y="86220"/>
                  <a:pt x="479033" y="88113"/>
                </a:cubicBezTo>
                <a:cubicBezTo>
                  <a:pt x="479999" y="89875"/>
                  <a:pt x="481329" y="91164"/>
                  <a:pt x="483020" y="91980"/>
                </a:cubicBezTo>
                <a:cubicBezTo>
                  <a:pt x="484712" y="92794"/>
                  <a:pt x="487294" y="93201"/>
                  <a:pt x="490765" y="93201"/>
                </a:cubicBezTo>
                <a:cubicBezTo>
                  <a:pt x="492787" y="93201"/>
                  <a:pt x="494896" y="92904"/>
                  <a:pt x="497093" y="92311"/>
                </a:cubicBezTo>
                <a:cubicBezTo>
                  <a:pt x="499290" y="91718"/>
                  <a:pt x="500872" y="91224"/>
                  <a:pt x="501839" y="90828"/>
                </a:cubicBezTo>
                <a:lnTo>
                  <a:pt x="502498" y="90828"/>
                </a:lnTo>
                <a:lnTo>
                  <a:pt x="502498" y="101912"/>
                </a:lnTo>
                <a:close/>
                <a:moveTo>
                  <a:pt x="579083" y="66968"/>
                </a:moveTo>
                <a:lnTo>
                  <a:pt x="524836" y="66968"/>
                </a:lnTo>
                <a:cubicBezTo>
                  <a:pt x="524836" y="71505"/>
                  <a:pt x="525517" y="75458"/>
                  <a:pt x="526880" y="78828"/>
                </a:cubicBezTo>
                <a:cubicBezTo>
                  <a:pt x="528242" y="82198"/>
                  <a:pt x="530109" y="84962"/>
                  <a:pt x="532482" y="87121"/>
                </a:cubicBezTo>
                <a:cubicBezTo>
                  <a:pt x="534767" y="89235"/>
                  <a:pt x="537481" y="90821"/>
                  <a:pt x="540622" y="91879"/>
                </a:cubicBezTo>
                <a:cubicBezTo>
                  <a:pt x="543764" y="92936"/>
                  <a:pt x="547225" y="93465"/>
                  <a:pt x="551004" y="93465"/>
                </a:cubicBezTo>
                <a:cubicBezTo>
                  <a:pt x="556013" y="93465"/>
                  <a:pt x="561055" y="92457"/>
                  <a:pt x="566131" y="90443"/>
                </a:cubicBezTo>
                <a:cubicBezTo>
                  <a:pt x="571206" y="88429"/>
                  <a:pt x="574820" y="86448"/>
                  <a:pt x="576973" y="84501"/>
                </a:cubicBezTo>
                <a:lnTo>
                  <a:pt x="577633" y="84501"/>
                </a:lnTo>
                <a:lnTo>
                  <a:pt x="577633" y="98058"/>
                </a:lnTo>
                <a:cubicBezTo>
                  <a:pt x="573458" y="99821"/>
                  <a:pt x="569196" y="101298"/>
                  <a:pt x="564845" y="102489"/>
                </a:cubicBezTo>
                <a:cubicBezTo>
                  <a:pt x="560495" y="103679"/>
                  <a:pt x="555925" y="104274"/>
                  <a:pt x="551136" y="104274"/>
                </a:cubicBezTo>
                <a:cubicBezTo>
                  <a:pt x="538920" y="104274"/>
                  <a:pt x="529384" y="100962"/>
                  <a:pt x="522529" y="94338"/>
                </a:cubicBezTo>
                <a:cubicBezTo>
                  <a:pt x="515674" y="87714"/>
                  <a:pt x="512247" y="78305"/>
                  <a:pt x="512247" y="66111"/>
                </a:cubicBezTo>
                <a:cubicBezTo>
                  <a:pt x="512247" y="54051"/>
                  <a:pt x="515532" y="44478"/>
                  <a:pt x="522101" y="37391"/>
                </a:cubicBezTo>
                <a:cubicBezTo>
                  <a:pt x="528670" y="30304"/>
                  <a:pt x="537316" y="26761"/>
                  <a:pt x="548038" y="26761"/>
                </a:cubicBezTo>
                <a:cubicBezTo>
                  <a:pt x="557969" y="26761"/>
                  <a:pt x="565625" y="29666"/>
                  <a:pt x="571008" y="35476"/>
                </a:cubicBezTo>
                <a:cubicBezTo>
                  <a:pt x="576391" y="41286"/>
                  <a:pt x="579083" y="49538"/>
                  <a:pt x="579083" y="60234"/>
                </a:cubicBezTo>
                <a:lnTo>
                  <a:pt x="579083" y="66968"/>
                </a:lnTo>
                <a:moveTo>
                  <a:pt x="567021" y="57476"/>
                </a:moveTo>
                <a:cubicBezTo>
                  <a:pt x="566977" y="50973"/>
                  <a:pt x="565340" y="45941"/>
                  <a:pt x="562110" y="42382"/>
                </a:cubicBezTo>
                <a:cubicBezTo>
                  <a:pt x="558880" y="38823"/>
                  <a:pt x="553970" y="37043"/>
                  <a:pt x="547379" y="37043"/>
                </a:cubicBezTo>
                <a:cubicBezTo>
                  <a:pt x="540743" y="37043"/>
                  <a:pt x="535459" y="38999"/>
                  <a:pt x="531526" y="42909"/>
                </a:cubicBezTo>
                <a:cubicBezTo>
                  <a:pt x="527594" y="46820"/>
                  <a:pt x="525364" y="51676"/>
                  <a:pt x="524836" y="57476"/>
                </a:cubicBezTo>
                <a:lnTo>
                  <a:pt x="567021" y="57476"/>
                </a:lnTo>
                <a:close/>
                <a:moveTo>
                  <a:pt x="643809" y="42316"/>
                </a:moveTo>
                <a:lnTo>
                  <a:pt x="643150" y="42316"/>
                </a:lnTo>
                <a:cubicBezTo>
                  <a:pt x="641304" y="41900"/>
                  <a:pt x="639514" y="41599"/>
                  <a:pt x="637778" y="41412"/>
                </a:cubicBezTo>
                <a:cubicBezTo>
                  <a:pt x="636042" y="41224"/>
                  <a:pt x="633988" y="41130"/>
                  <a:pt x="631615" y="41130"/>
                </a:cubicBezTo>
                <a:cubicBezTo>
                  <a:pt x="627792" y="41130"/>
                  <a:pt x="624101" y="41977"/>
                  <a:pt x="620542" y="43671"/>
                </a:cubicBezTo>
                <a:cubicBezTo>
                  <a:pt x="616982" y="45365"/>
                  <a:pt x="613555" y="47553"/>
                  <a:pt x="610259" y="50236"/>
                </a:cubicBezTo>
                <a:lnTo>
                  <a:pt x="610259" y="102561"/>
                </a:lnTo>
                <a:lnTo>
                  <a:pt x="597867" y="102561"/>
                </a:lnTo>
                <a:lnTo>
                  <a:pt x="597867" y="28870"/>
                </a:lnTo>
                <a:lnTo>
                  <a:pt x="610259" y="28870"/>
                </a:lnTo>
                <a:lnTo>
                  <a:pt x="610259" y="39756"/>
                </a:lnTo>
                <a:cubicBezTo>
                  <a:pt x="615181" y="35797"/>
                  <a:pt x="619520" y="32993"/>
                  <a:pt x="623277" y="31344"/>
                </a:cubicBezTo>
                <a:cubicBezTo>
                  <a:pt x="627034" y="29694"/>
                  <a:pt x="630868" y="28870"/>
                  <a:pt x="634779" y="28870"/>
                </a:cubicBezTo>
                <a:cubicBezTo>
                  <a:pt x="636932" y="28870"/>
                  <a:pt x="638492" y="28925"/>
                  <a:pt x="639459" y="29035"/>
                </a:cubicBezTo>
                <a:cubicBezTo>
                  <a:pt x="640425" y="29143"/>
                  <a:pt x="641875" y="29351"/>
                  <a:pt x="643809" y="29657"/>
                </a:cubicBezTo>
                <a:lnTo>
                  <a:pt x="643809" y="42316"/>
                </a:lnTo>
                <a:close/>
                <a:moveTo>
                  <a:pt x="712694" y="102561"/>
                </a:moveTo>
                <a:lnTo>
                  <a:pt x="700368" y="102561"/>
                </a:lnTo>
                <a:lnTo>
                  <a:pt x="700368" y="94771"/>
                </a:lnTo>
                <a:cubicBezTo>
                  <a:pt x="699269" y="95519"/>
                  <a:pt x="697786" y="96564"/>
                  <a:pt x="695919" y="97906"/>
                </a:cubicBezTo>
                <a:cubicBezTo>
                  <a:pt x="694051" y="99247"/>
                  <a:pt x="692239" y="100314"/>
                  <a:pt x="690481" y="101106"/>
                </a:cubicBezTo>
                <a:cubicBezTo>
                  <a:pt x="688416" y="102119"/>
                  <a:pt x="686043" y="102965"/>
                  <a:pt x="683362" y="103646"/>
                </a:cubicBezTo>
                <a:cubicBezTo>
                  <a:pt x="680682" y="104329"/>
                  <a:pt x="677540" y="104670"/>
                  <a:pt x="673937" y="104670"/>
                </a:cubicBezTo>
                <a:cubicBezTo>
                  <a:pt x="667302" y="104670"/>
                  <a:pt x="661677" y="102470"/>
                  <a:pt x="657063" y="98070"/>
                </a:cubicBezTo>
                <a:cubicBezTo>
                  <a:pt x="652449" y="93671"/>
                  <a:pt x="650142" y="88060"/>
                  <a:pt x="650142" y="81240"/>
                </a:cubicBezTo>
                <a:cubicBezTo>
                  <a:pt x="650142" y="75652"/>
                  <a:pt x="651340" y="71132"/>
                  <a:pt x="653735" y="67678"/>
                </a:cubicBezTo>
                <a:cubicBezTo>
                  <a:pt x="656129" y="64223"/>
                  <a:pt x="659546" y="61506"/>
                  <a:pt x="663984" y="59528"/>
                </a:cubicBezTo>
                <a:cubicBezTo>
                  <a:pt x="668466" y="57548"/>
                  <a:pt x="673849" y="56205"/>
                  <a:pt x="680133" y="55501"/>
                </a:cubicBezTo>
                <a:cubicBezTo>
                  <a:pt x="686416" y="54796"/>
                  <a:pt x="693162" y="54268"/>
                  <a:pt x="700368" y="53917"/>
                </a:cubicBezTo>
                <a:lnTo>
                  <a:pt x="700368" y="51989"/>
                </a:lnTo>
                <a:cubicBezTo>
                  <a:pt x="700368" y="49153"/>
                  <a:pt x="699874" y="46805"/>
                  <a:pt x="698885" y="44944"/>
                </a:cubicBezTo>
                <a:cubicBezTo>
                  <a:pt x="697896" y="43084"/>
                  <a:pt x="696479" y="41621"/>
                  <a:pt x="694634" y="40557"/>
                </a:cubicBezTo>
                <a:cubicBezTo>
                  <a:pt x="692876" y="39538"/>
                  <a:pt x="690767" y="38852"/>
                  <a:pt x="688306" y="38497"/>
                </a:cubicBezTo>
                <a:cubicBezTo>
                  <a:pt x="685845" y="38143"/>
                  <a:pt x="683275" y="37966"/>
                  <a:pt x="680594" y="37966"/>
                </a:cubicBezTo>
                <a:cubicBezTo>
                  <a:pt x="677342" y="37966"/>
                  <a:pt x="673717" y="38406"/>
                  <a:pt x="669718" y="39286"/>
                </a:cubicBezTo>
                <a:cubicBezTo>
                  <a:pt x="665720" y="40165"/>
                  <a:pt x="661589" y="41439"/>
                  <a:pt x="657327" y="43107"/>
                </a:cubicBezTo>
                <a:lnTo>
                  <a:pt x="656668" y="43107"/>
                </a:lnTo>
                <a:lnTo>
                  <a:pt x="656668" y="30518"/>
                </a:lnTo>
                <a:cubicBezTo>
                  <a:pt x="659084" y="29859"/>
                  <a:pt x="662578" y="29134"/>
                  <a:pt x="667148" y="28343"/>
                </a:cubicBezTo>
                <a:cubicBezTo>
                  <a:pt x="671718" y="27552"/>
                  <a:pt x="676222" y="27156"/>
                  <a:pt x="680660" y="27156"/>
                </a:cubicBezTo>
                <a:cubicBezTo>
                  <a:pt x="685845" y="27156"/>
                  <a:pt x="690360" y="27585"/>
                  <a:pt x="694205" y="28441"/>
                </a:cubicBezTo>
                <a:cubicBezTo>
                  <a:pt x="698050" y="29298"/>
                  <a:pt x="701379" y="30759"/>
                  <a:pt x="704191" y="32825"/>
                </a:cubicBezTo>
                <a:cubicBezTo>
                  <a:pt x="706959" y="34846"/>
                  <a:pt x="709069" y="37461"/>
                  <a:pt x="710519" y="40668"/>
                </a:cubicBezTo>
                <a:cubicBezTo>
                  <a:pt x="711969" y="43876"/>
                  <a:pt x="712694" y="47853"/>
                  <a:pt x="712694" y="52599"/>
                </a:cubicBezTo>
                <a:lnTo>
                  <a:pt x="712694" y="102561"/>
                </a:lnTo>
                <a:moveTo>
                  <a:pt x="700368" y="84527"/>
                </a:moveTo>
                <a:lnTo>
                  <a:pt x="700368" y="63936"/>
                </a:lnTo>
                <a:cubicBezTo>
                  <a:pt x="696589" y="64157"/>
                  <a:pt x="692140" y="64488"/>
                  <a:pt x="687021" y="64931"/>
                </a:cubicBezTo>
                <a:cubicBezTo>
                  <a:pt x="681901" y="65371"/>
                  <a:pt x="677848" y="66011"/>
                  <a:pt x="674860" y="66848"/>
                </a:cubicBezTo>
                <a:cubicBezTo>
                  <a:pt x="671300" y="67864"/>
                  <a:pt x="668422" y="69443"/>
                  <a:pt x="666225" y="71584"/>
                </a:cubicBezTo>
                <a:cubicBezTo>
                  <a:pt x="664028" y="73724"/>
                  <a:pt x="662929" y="76671"/>
                  <a:pt x="662929" y="80422"/>
                </a:cubicBezTo>
                <a:cubicBezTo>
                  <a:pt x="662929" y="84660"/>
                  <a:pt x="664204" y="87849"/>
                  <a:pt x="666752" y="89990"/>
                </a:cubicBezTo>
                <a:cubicBezTo>
                  <a:pt x="669301" y="92131"/>
                  <a:pt x="673190" y="93201"/>
                  <a:pt x="678419" y="93201"/>
                </a:cubicBezTo>
                <a:cubicBezTo>
                  <a:pt x="682769" y="93201"/>
                  <a:pt x="686746" y="92352"/>
                  <a:pt x="690349" y="90653"/>
                </a:cubicBezTo>
                <a:cubicBezTo>
                  <a:pt x="693952" y="88953"/>
                  <a:pt x="697292" y="86911"/>
                  <a:pt x="700368" y="8452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53F3EE-4975-4E62-9895-52AC7DB33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684" y="1989280"/>
            <a:ext cx="625007" cy="443264"/>
          </a:xfrm>
          <a:custGeom xmlns:a="http://schemas.openxmlformats.org/drawingml/2006/main">
            <a:pathLst>
              <a:path w="625007" h="443264">
                <a:moveTo>
                  <a:pt x="0" y="0"/>
                </a:moveTo>
                <a:lnTo>
                  <a:pt x="625007" y="0"/>
                </a:lnTo>
                <a:lnTo>
                  <a:pt x="625007" y="443264"/>
                </a:lnTo>
                <a:lnTo>
                  <a:pt x="0" y="4432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A6813A-4560-4D70-8453-BB762C059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683" y="1989282"/>
            <a:ext cx="625008" cy="443264"/>
          </a:xfrm>
          <a:custGeom xmlns:a="http://schemas.openxmlformats.org/drawingml/2006/main">
            <a:pathLst>
              <a:path w="625008" h="443264" fill="none">
                <a:moveTo>
                  <a:pt x="0" y="0"/>
                </a:moveTo>
                <a:lnTo>
                  <a:pt x="625008" y="0"/>
                </a:lnTo>
                <a:lnTo>
                  <a:pt x="625008" y="443264"/>
                </a:lnTo>
                <a:lnTo>
                  <a:pt x="0" y="4432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20" name="Text Hemiptera">
            <a:extLst xmlns:a="http://schemas.openxmlformats.org/drawingml/2006/main">
              <a:ext uri="{FF2B5EF4-FFF2-40B4-BE49-F238E27FC236}">
                <a16:creationId xmlns:a16="http://schemas.microsoft.com/office/drawing/2014/main" id="{0DE7090D-2DFC-4E0C-82A1-4BF962602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4319" y="2036846"/>
            <a:ext cx="472672" cy="87378"/>
          </a:xfrm>
          <a:custGeom xmlns:a="http://schemas.openxmlformats.org/drawingml/2006/main">
            <a:pathLst>
              <a:path w="472672" h="87378">
                <a:moveTo>
                  <a:pt x="52052" y="68550"/>
                </a:moveTo>
                <a:lnTo>
                  <a:pt x="43003" y="68550"/>
                </a:lnTo>
                <a:lnTo>
                  <a:pt x="43003" y="35189"/>
                </a:lnTo>
                <a:lnTo>
                  <a:pt x="9049" y="35189"/>
                </a:lnTo>
                <a:lnTo>
                  <a:pt x="9049" y="68550"/>
                </a:lnTo>
                <a:lnTo>
                  <a:pt x="0" y="68550"/>
                </a:lnTo>
                <a:lnTo>
                  <a:pt x="0" y="457"/>
                </a:lnTo>
                <a:lnTo>
                  <a:pt x="9049" y="457"/>
                </a:lnTo>
                <a:lnTo>
                  <a:pt x="9049" y="27146"/>
                </a:lnTo>
                <a:lnTo>
                  <a:pt x="43003" y="27146"/>
                </a:lnTo>
                <a:lnTo>
                  <a:pt x="43003" y="457"/>
                </a:lnTo>
                <a:lnTo>
                  <a:pt x="52052" y="457"/>
                </a:lnTo>
                <a:lnTo>
                  <a:pt x="52052" y="68550"/>
                </a:lnTo>
                <a:close/>
                <a:moveTo>
                  <a:pt x="112379" y="43872"/>
                </a:moveTo>
                <a:lnTo>
                  <a:pt x="74768" y="43872"/>
                </a:lnTo>
                <a:cubicBezTo>
                  <a:pt x="74768" y="47017"/>
                  <a:pt x="75240" y="49758"/>
                  <a:pt x="76185" y="52095"/>
                </a:cubicBezTo>
                <a:cubicBezTo>
                  <a:pt x="77129" y="54431"/>
                  <a:pt x="78424" y="56348"/>
                  <a:pt x="80069" y="57844"/>
                </a:cubicBezTo>
                <a:cubicBezTo>
                  <a:pt x="81654" y="59311"/>
                  <a:pt x="83535" y="60410"/>
                  <a:pt x="85713" y="61143"/>
                </a:cubicBezTo>
                <a:cubicBezTo>
                  <a:pt x="87892" y="61876"/>
                  <a:pt x="90291" y="62243"/>
                  <a:pt x="92911" y="62243"/>
                </a:cubicBezTo>
                <a:cubicBezTo>
                  <a:pt x="96384" y="62243"/>
                  <a:pt x="99880" y="61545"/>
                  <a:pt x="103399" y="60148"/>
                </a:cubicBezTo>
                <a:cubicBezTo>
                  <a:pt x="106918" y="58751"/>
                  <a:pt x="109424" y="57378"/>
                  <a:pt x="110917" y="56028"/>
                </a:cubicBezTo>
                <a:lnTo>
                  <a:pt x="111374" y="56028"/>
                </a:lnTo>
                <a:lnTo>
                  <a:pt x="111374" y="65428"/>
                </a:lnTo>
                <a:cubicBezTo>
                  <a:pt x="108479" y="66650"/>
                  <a:pt x="105524" y="67674"/>
                  <a:pt x="102508" y="68500"/>
                </a:cubicBezTo>
                <a:cubicBezTo>
                  <a:pt x="99492" y="69325"/>
                  <a:pt x="96323" y="69738"/>
                  <a:pt x="93002" y="69738"/>
                </a:cubicBezTo>
                <a:cubicBezTo>
                  <a:pt x="84533" y="69738"/>
                  <a:pt x="77921" y="67441"/>
                  <a:pt x="73169" y="62849"/>
                </a:cubicBezTo>
                <a:cubicBezTo>
                  <a:pt x="68416" y="58256"/>
                  <a:pt x="66039" y="51732"/>
                  <a:pt x="66039" y="43278"/>
                </a:cubicBezTo>
                <a:cubicBezTo>
                  <a:pt x="66039" y="34916"/>
                  <a:pt x="68317" y="28279"/>
                  <a:pt x="72872" y="23365"/>
                </a:cubicBezTo>
                <a:cubicBezTo>
                  <a:pt x="77426" y="18452"/>
                  <a:pt x="83421" y="15995"/>
                  <a:pt x="90854" y="15995"/>
                </a:cubicBezTo>
                <a:cubicBezTo>
                  <a:pt x="97740" y="15995"/>
                  <a:pt x="103049" y="18009"/>
                  <a:pt x="106781" y="22037"/>
                </a:cubicBezTo>
                <a:cubicBezTo>
                  <a:pt x="110513" y="26065"/>
                  <a:pt x="112379" y="31787"/>
                  <a:pt x="112379" y="39203"/>
                </a:cubicBezTo>
                <a:lnTo>
                  <a:pt x="112379" y="43872"/>
                </a:lnTo>
                <a:moveTo>
                  <a:pt x="104016" y="37291"/>
                </a:moveTo>
                <a:cubicBezTo>
                  <a:pt x="103985" y="32782"/>
                  <a:pt x="102851" y="29294"/>
                  <a:pt x="100611" y="26826"/>
                </a:cubicBezTo>
                <a:cubicBezTo>
                  <a:pt x="98372" y="24358"/>
                  <a:pt x="94967" y="23124"/>
                  <a:pt x="90397" y="23124"/>
                </a:cubicBezTo>
                <a:cubicBezTo>
                  <a:pt x="85797" y="23124"/>
                  <a:pt x="82133" y="24480"/>
                  <a:pt x="79407" y="27191"/>
                </a:cubicBezTo>
                <a:cubicBezTo>
                  <a:pt x="76680" y="29903"/>
                  <a:pt x="75134" y="33269"/>
                  <a:pt x="74768" y="37291"/>
                </a:cubicBezTo>
                <a:lnTo>
                  <a:pt x="104016" y="37291"/>
                </a:lnTo>
                <a:close/>
                <a:moveTo>
                  <a:pt x="199890" y="68550"/>
                </a:moveTo>
                <a:lnTo>
                  <a:pt x="191299" y="68550"/>
                </a:lnTo>
                <a:lnTo>
                  <a:pt x="191299" y="39455"/>
                </a:lnTo>
                <a:cubicBezTo>
                  <a:pt x="191299" y="37259"/>
                  <a:pt x="191200" y="35140"/>
                  <a:pt x="191002" y="33097"/>
                </a:cubicBezTo>
                <a:cubicBezTo>
                  <a:pt x="190804" y="31052"/>
                  <a:pt x="190385" y="29421"/>
                  <a:pt x="189745" y="28201"/>
                </a:cubicBezTo>
                <a:cubicBezTo>
                  <a:pt x="189044" y="26889"/>
                  <a:pt x="188039" y="25898"/>
                  <a:pt x="186729" y="25228"/>
                </a:cubicBezTo>
                <a:cubicBezTo>
                  <a:pt x="185419" y="24556"/>
                  <a:pt x="183530" y="24221"/>
                  <a:pt x="181062" y="24221"/>
                </a:cubicBezTo>
                <a:cubicBezTo>
                  <a:pt x="178655" y="24221"/>
                  <a:pt x="176249" y="24824"/>
                  <a:pt x="173842" y="26029"/>
                </a:cubicBezTo>
                <a:cubicBezTo>
                  <a:pt x="171435" y="27233"/>
                  <a:pt x="169028" y="28766"/>
                  <a:pt x="166621" y="30626"/>
                </a:cubicBezTo>
                <a:cubicBezTo>
                  <a:pt x="166713" y="31327"/>
                  <a:pt x="166789" y="32142"/>
                  <a:pt x="166850" y="33072"/>
                </a:cubicBezTo>
                <a:cubicBezTo>
                  <a:pt x="166911" y="34002"/>
                  <a:pt x="166941" y="34925"/>
                  <a:pt x="166941" y="35840"/>
                </a:cubicBezTo>
                <a:lnTo>
                  <a:pt x="166941" y="68550"/>
                </a:lnTo>
                <a:lnTo>
                  <a:pt x="158349" y="68550"/>
                </a:lnTo>
                <a:lnTo>
                  <a:pt x="158349" y="39455"/>
                </a:lnTo>
                <a:cubicBezTo>
                  <a:pt x="158349" y="37198"/>
                  <a:pt x="158250" y="35056"/>
                  <a:pt x="158052" y="33028"/>
                </a:cubicBezTo>
                <a:cubicBezTo>
                  <a:pt x="157854" y="30999"/>
                  <a:pt x="157435" y="29375"/>
                  <a:pt x="156796" y="28155"/>
                </a:cubicBezTo>
                <a:cubicBezTo>
                  <a:pt x="156095" y="26843"/>
                  <a:pt x="155090" y="25860"/>
                  <a:pt x="153779" y="25205"/>
                </a:cubicBezTo>
                <a:cubicBezTo>
                  <a:pt x="152469" y="24549"/>
                  <a:pt x="150581" y="24221"/>
                  <a:pt x="148113" y="24221"/>
                </a:cubicBezTo>
                <a:cubicBezTo>
                  <a:pt x="145767" y="24221"/>
                  <a:pt x="143413" y="24801"/>
                  <a:pt x="141052" y="25960"/>
                </a:cubicBezTo>
                <a:cubicBezTo>
                  <a:pt x="138691" y="27119"/>
                  <a:pt x="136337" y="28598"/>
                  <a:pt x="133992" y="30396"/>
                </a:cubicBezTo>
                <a:lnTo>
                  <a:pt x="133992" y="68550"/>
                </a:lnTo>
                <a:lnTo>
                  <a:pt x="125400" y="68550"/>
                </a:lnTo>
                <a:lnTo>
                  <a:pt x="125400" y="17457"/>
                </a:lnTo>
                <a:lnTo>
                  <a:pt x="133992" y="17457"/>
                </a:lnTo>
                <a:lnTo>
                  <a:pt x="133992" y="23130"/>
                </a:lnTo>
                <a:cubicBezTo>
                  <a:pt x="136673" y="20890"/>
                  <a:pt x="139346" y="19141"/>
                  <a:pt x="142012" y="17883"/>
                </a:cubicBezTo>
                <a:cubicBezTo>
                  <a:pt x="144678" y="16624"/>
                  <a:pt x="147519" y="15995"/>
                  <a:pt x="150535" y="15995"/>
                </a:cubicBezTo>
                <a:cubicBezTo>
                  <a:pt x="154008" y="15995"/>
                  <a:pt x="156956" y="16731"/>
                  <a:pt x="159378" y="18203"/>
                </a:cubicBezTo>
                <a:cubicBezTo>
                  <a:pt x="161800" y="19674"/>
                  <a:pt x="163605" y="21712"/>
                  <a:pt x="164793" y="24318"/>
                </a:cubicBezTo>
                <a:cubicBezTo>
                  <a:pt x="168266" y="21375"/>
                  <a:pt x="171435" y="19252"/>
                  <a:pt x="174299" y="17950"/>
                </a:cubicBezTo>
                <a:cubicBezTo>
                  <a:pt x="177162" y="16647"/>
                  <a:pt x="180224" y="15995"/>
                  <a:pt x="183484" y="15995"/>
                </a:cubicBezTo>
                <a:cubicBezTo>
                  <a:pt x="189090" y="15995"/>
                  <a:pt x="193226" y="17696"/>
                  <a:pt x="195892" y="21099"/>
                </a:cubicBezTo>
                <a:cubicBezTo>
                  <a:pt x="198558" y="24502"/>
                  <a:pt x="199890" y="29255"/>
                  <a:pt x="199890" y="35360"/>
                </a:cubicBezTo>
                <a:lnTo>
                  <a:pt x="199890" y="68550"/>
                </a:lnTo>
                <a:close/>
                <a:moveTo>
                  <a:pt x="225665" y="8957"/>
                </a:moveTo>
                <a:lnTo>
                  <a:pt x="215977" y="8957"/>
                </a:lnTo>
                <a:lnTo>
                  <a:pt x="215977" y="0"/>
                </a:lnTo>
                <a:lnTo>
                  <a:pt x="225665" y="0"/>
                </a:lnTo>
                <a:lnTo>
                  <a:pt x="225665" y="8957"/>
                </a:lnTo>
                <a:moveTo>
                  <a:pt x="225117" y="68550"/>
                </a:moveTo>
                <a:lnTo>
                  <a:pt x="216525" y="68550"/>
                </a:lnTo>
                <a:lnTo>
                  <a:pt x="216525" y="17457"/>
                </a:lnTo>
                <a:lnTo>
                  <a:pt x="225117" y="17457"/>
                </a:lnTo>
                <a:lnTo>
                  <a:pt x="225117" y="68550"/>
                </a:lnTo>
                <a:close/>
                <a:moveTo>
                  <a:pt x="287040" y="42364"/>
                </a:moveTo>
                <a:cubicBezTo>
                  <a:pt x="287040" y="46514"/>
                  <a:pt x="286446" y="50305"/>
                  <a:pt x="285258" y="53739"/>
                </a:cubicBezTo>
                <a:cubicBezTo>
                  <a:pt x="284069" y="57172"/>
                  <a:pt x="282394" y="60079"/>
                  <a:pt x="280231" y="62460"/>
                </a:cubicBezTo>
                <a:cubicBezTo>
                  <a:pt x="278220" y="64718"/>
                  <a:pt x="275851" y="66465"/>
                  <a:pt x="273124" y="67701"/>
                </a:cubicBezTo>
                <a:cubicBezTo>
                  <a:pt x="270398" y="68937"/>
                  <a:pt x="267511" y="69555"/>
                  <a:pt x="264464" y="69555"/>
                </a:cubicBezTo>
                <a:cubicBezTo>
                  <a:pt x="261814" y="69555"/>
                  <a:pt x="259414" y="69265"/>
                  <a:pt x="257267" y="68685"/>
                </a:cubicBezTo>
                <a:cubicBezTo>
                  <a:pt x="255119" y="68105"/>
                  <a:pt x="252933" y="67205"/>
                  <a:pt x="250709" y="65985"/>
                </a:cubicBezTo>
                <a:lnTo>
                  <a:pt x="250709" y="87378"/>
                </a:lnTo>
                <a:lnTo>
                  <a:pt x="242117" y="87378"/>
                </a:lnTo>
                <a:lnTo>
                  <a:pt x="242117" y="17457"/>
                </a:lnTo>
                <a:lnTo>
                  <a:pt x="250709" y="17457"/>
                </a:lnTo>
                <a:lnTo>
                  <a:pt x="250709" y="22770"/>
                </a:lnTo>
                <a:cubicBezTo>
                  <a:pt x="252994" y="20848"/>
                  <a:pt x="255560" y="19238"/>
                  <a:pt x="258409" y="17941"/>
                </a:cubicBezTo>
                <a:cubicBezTo>
                  <a:pt x="261258" y="16644"/>
                  <a:pt x="264297" y="15995"/>
                  <a:pt x="267526" y="15995"/>
                </a:cubicBezTo>
                <a:cubicBezTo>
                  <a:pt x="273680" y="15995"/>
                  <a:pt x="278471" y="18322"/>
                  <a:pt x="281899" y="22977"/>
                </a:cubicBezTo>
                <a:cubicBezTo>
                  <a:pt x="285326" y="27631"/>
                  <a:pt x="287040" y="34093"/>
                  <a:pt x="287040" y="42364"/>
                </a:cubicBezTo>
                <a:moveTo>
                  <a:pt x="278174" y="42592"/>
                </a:moveTo>
                <a:cubicBezTo>
                  <a:pt x="278174" y="36438"/>
                  <a:pt x="277123" y="31837"/>
                  <a:pt x="275021" y="28791"/>
                </a:cubicBezTo>
                <a:cubicBezTo>
                  <a:pt x="272919" y="25744"/>
                  <a:pt x="269689" y="24221"/>
                  <a:pt x="265333" y="24221"/>
                </a:cubicBezTo>
                <a:cubicBezTo>
                  <a:pt x="262865" y="24221"/>
                  <a:pt x="260382" y="24754"/>
                  <a:pt x="257884" y="25820"/>
                </a:cubicBezTo>
                <a:cubicBezTo>
                  <a:pt x="255385" y="26887"/>
                  <a:pt x="252994" y="28288"/>
                  <a:pt x="250709" y="30025"/>
                </a:cubicBezTo>
                <a:lnTo>
                  <a:pt x="250709" y="58953"/>
                </a:lnTo>
                <a:cubicBezTo>
                  <a:pt x="253146" y="60049"/>
                  <a:pt x="255241" y="60796"/>
                  <a:pt x="256992" y="61192"/>
                </a:cubicBezTo>
                <a:cubicBezTo>
                  <a:pt x="258744" y="61588"/>
                  <a:pt x="260732" y="61786"/>
                  <a:pt x="262956" y="61786"/>
                </a:cubicBezTo>
                <a:cubicBezTo>
                  <a:pt x="267739" y="61786"/>
                  <a:pt x="271472" y="60171"/>
                  <a:pt x="274153" y="56942"/>
                </a:cubicBezTo>
                <a:cubicBezTo>
                  <a:pt x="276834" y="53712"/>
                  <a:pt x="278174" y="48929"/>
                  <a:pt x="278174" y="42592"/>
                </a:cubicBezTo>
                <a:close/>
                <a:moveTo>
                  <a:pt x="326935" y="68100"/>
                </a:moveTo>
                <a:cubicBezTo>
                  <a:pt x="325321" y="68524"/>
                  <a:pt x="323561" y="68873"/>
                  <a:pt x="321657" y="69145"/>
                </a:cubicBezTo>
                <a:cubicBezTo>
                  <a:pt x="319753" y="69418"/>
                  <a:pt x="318054" y="69555"/>
                  <a:pt x="316562" y="69555"/>
                </a:cubicBezTo>
                <a:cubicBezTo>
                  <a:pt x="311352" y="69555"/>
                  <a:pt x="307391" y="68152"/>
                  <a:pt x="304680" y="65346"/>
                </a:cubicBezTo>
                <a:cubicBezTo>
                  <a:pt x="301968" y="62541"/>
                  <a:pt x="300612" y="58042"/>
                  <a:pt x="300612" y="51851"/>
                </a:cubicBezTo>
                <a:lnTo>
                  <a:pt x="300612" y="24678"/>
                </a:lnTo>
                <a:lnTo>
                  <a:pt x="294809" y="24678"/>
                </a:lnTo>
                <a:lnTo>
                  <a:pt x="294809" y="17457"/>
                </a:lnTo>
                <a:lnTo>
                  <a:pt x="300612" y="17457"/>
                </a:lnTo>
                <a:lnTo>
                  <a:pt x="300612" y="2742"/>
                </a:lnTo>
                <a:lnTo>
                  <a:pt x="309204" y="2742"/>
                </a:lnTo>
                <a:lnTo>
                  <a:pt x="309204" y="17457"/>
                </a:lnTo>
                <a:lnTo>
                  <a:pt x="326935" y="17457"/>
                </a:lnTo>
                <a:lnTo>
                  <a:pt x="326935" y="24678"/>
                </a:lnTo>
                <a:lnTo>
                  <a:pt x="309204" y="24678"/>
                </a:lnTo>
                <a:lnTo>
                  <a:pt x="309204" y="47996"/>
                </a:lnTo>
                <a:cubicBezTo>
                  <a:pt x="309204" y="50684"/>
                  <a:pt x="309265" y="52784"/>
                  <a:pt x="309387" y="54296"/>
                </a:cubicBezTo>
                <a:cubicBezTo>
                  <a:pt x="309509" y="55807"/>
                  <a:pt x="309935" y="57220"/>
                  <a:pt x="310666" y="58533"/>
                </a:cubicBezTo>
                <a:cubicBezTo>
                  <a:pt x="311337" y="59754"/>
                  <a:pt x="312258" y="60648"/>
                  <a:pt x="313431" y="61213"/>
                </a:cubicBezTo>
                <a:cubicBezTo>
                  <a:pt x="314604" y="61778"/>
                  <a:pt x="316394" y="62060"/>
                  <a:pt x="318801" y="62060"/>
                </a:cubicBezTo>
                <a:cubicBezTo>
                  <a:pt x="320202" y="62060"/>
                  <a:pt x="321665" y="61855"/>
                  <a:pt x="323188" y="61443"/>
                </a:cubicBezTo>
                <a:cubicBezTo>
                  <a:pt x="324711" y="61032"/>
                  <a:pt x="325808" y="60689"/>
                  <a:pt x="326478" y="60415"/>
                </a:cubicBezTo>
                <a:lnTo>
                  <a:pt x="326935" y="60415"/>
                </a:lnTo>
                <a:lnTo>
                  <a:pt x="326935" y="68100"/>
                </a:lnTo>
                <a:close/>
                <a:moveTo>
                  <a:pt x="380039" y="43872"/>
                </a:moveTo>
                <a:lnTo>
                  <a:pt x="342428" y="43872"/>
                </a:lnTo>
                <a:cubicBezTo>
                  <a:pt x="342428" y="47017"/>
                  <a:pt x="342900" y="49758"/>
                  <a:pt x="343844" y="52095"/>
                </a:cubicBezTo>
                <a:cubicBezTo>
                  <a:pt x="344789" y="54431"/>
                  <a:pt x="346084" y="56348"/>
                  <a:pt x="347729" y="57844"/>
                </a:cubicBezTo>
                <a:cubicBezTo>
                  <a:pt x="349313" y="59311"/>
                  <a:pt x="351194" y="60410"/>
                  <a:pt x="353373" y="61143"/>
                </a:cubicBezTo>
                <a:cubicBezTo>
                  <a:pt x="355551" y="61876"/>
                  <a:pt x="357950" y="62243"/>
                  <a:pt x="360570" y="62243"/>
                </a:cubicBezTo>
                <a:cubicBezTo>
                  <a:pt x="364044" y="62243"/>
                  <a:pt x="367540" y="61545"/>
                  <a:pt x="371059" y="60148"/>
                </a:cubicBezTo>
                <a:cubicBezTo>
                  <a:pt x="374577" y="58751"/>
                  <a:pt x="377083" y="57378"/>
                  <a:pt x="378576" y="56028"/>
                </a:cubicBezTo>
                <a:lnTo>
                  <a:pt x="379033" y="56028"/>
                </a:lnTo>
                <a:lnTo>
                  <a:pt x="379033" y="65428"/>
                </a:lnTo>
                <a:cubicBezTo>
                  <a:pt x="376139" y="66650"/>
                  <a:pt x="373184" y="67674"/>
                  <a:pt x="370167" y="68500"/>
                </a:cubicBezTo>
                <a:cubicBezTo>
                  <a:pt x="367151" y="69325"/>
                  <a:pt x="363983" y="69738"/>
                  <a:pt x="360662" y="69738"/>
                </a:cubicBezTo>
                <a:cubicBezTo>
                  <a:pt x="352192" y="69738"/>
                  <a:pt x="345581" y="67441"/>
                  <a:pt x="340828" y="62849"/>
                </a:cubicBezTo>
                <a:cubicBezTo>
                  <a:pt x="336075" y="58256"/>
                  <a:pt x="333699" y="51732"/>
                  <a:pt x="333699" y="43278"/>
                </a:cubicBezTo>
                <a:cubicBezTo>
                  <a:pt x="333699" y="34916"/>
                  <a:pt x="335976" y="28279"/>
                  <a:pt x="340531" y="23365"/>
                </a:cubicBezTo>
                <a:cubicBezTo>
                  <a:pt x="345086" y="18452"/>
                  <a:pt x="351080" y="15995"/>
                  <a:pt x="358514" y="15995"/>
                </a:cubicBezTo>
                <a:cubicBezTo>
                  <a:pt x="365399" y="15995"/>
                  <a:pt x="370708" y="18009"/>
                  <a:pt x="374440" y="22037"/>
                </a:cubicBezTo>
                <a:cubicBezTo>
                  <a:pt x="378172" y="26065"/>
                  <a:pt x="380039" y="31787"/>
                  <a:pt x="380039" y="39203"/>
                </a:cubicBezTo>
                <a:lnTo>
                  <a:pt x="380039" y="43872"/>
                </a:lnTo>
                <a:moveTo>
                  <a:pt x="371675" y="37291"/>
                </a:moveTo>
                <a:cubicBezTo>
                  <a:pt x="371645" y="32782"/>
                  <a:pt x="370510" y="29294"/>
                  <a:pt x="368271" y="26826"/>
                </a:cubicBezTo>
                <a:cubicBezTo>
                  <a:pt x="366032" y="24358"/>
                  <a:pt x="362627" y="23124"/>
                  <a:pt x="358057" y="23124"/>
                </a:cubicBezTo>
                <a:cubicBezTo>
                  <a:pt x="353457" y="23124"/>
                  <a:pt x="349793" y="24480"/>
                  <a:pt x="347066" y="27191"/>
                </a:cubicBezTo>
                <a:cubicBezTo>
                  <a:pt x="344339" y="29903"/>
                  <a:pt x="342793" y="33269"/>
                  <a:pt x="342428" y="37291"/>
                </a:cubicBezTo>
                <a:lnTo>
                  <a:pt x="371675" y="37291"/>
                </a:lnTo>
                <a:close/>
                <a:moveTo>
                  <a:pt x="424916" y="26780"/>
                </a:moveTo>
                <a:lnTo>
                  <a:pt x="424459" y="26780"/>
                </a:lnTo>
                <a:cubicBezTo>
                  <a:pt x="423179" y="26492"/>
                  <a:pt x="421937" y="26283"/>
                  <a:pt x="420734" y="26153"/>
                </a:cubicBezTo>
                <a:cubicBezTo>
                  <a:pt x="419531" y="26023"/>
                  <a:pt x="418106" y="25957"/>
                  <a:pt x="416461" y="25957"/>
                </a:cubicBezTo>
                <a:cubicBezTo>
                  <a:pt x="413811" y="25957"/>
                  <a:pt x="411251" y="26545"/>
                  <a:pt x="408784" y="27720"/>
                </a:cubicBezTo>
                <a:cubicBezTo>
                  <a:pt x="406316" y="28894"/>
                  <a:pt x="403939" y="30411"/>
                  <a:pt x="401654" y="32271"/>
                </a:cubicBezTo>
                <a:lnTo>
                  <a:pt x="401654" y="68550"/>
                </a:lnTo>
                <a:lnTo>
                  <a:pt x="393063" y="68550"/>
                </a:lnTo>
                <a:lnTo>
                  <a:pt x="393063" y="17457"/>
                </a:lnTo>
                <a:lnTo>
                  <a:pt x="401654" y="17457"/>
                </a:lnTo>
                <a:lnTo>
                  <a:pt x="401654" y="25005"/>
                </a:lnTo>
                <a:cubicBezTo>
                  <a:pt x="405067" y="22260"/>
                  <a:pt x="408075" y="20316"/>
                  <a:pt x="410680" y="19172"/>
                </a:cubicBezTo>
                <a:cubicBezTo>
                  <a:pt x="413285" y="18029"/>
                  <a:pt x="415943" y="17457"/>
                  <a:pt x="418655" y="17457"/>
                </a:cubicBezTo>
                <a:cubicBezTo>
                  <a:pt x="420148" y="17457"/>
                  <a:pt x="421229" y="17495"/>
                  <a:pt x="421899" y="17572"/>
                </a:cubicBezTo>
                <a:cubicBezTo>
                  <a:pt x="422570" y="17647"/>
                  <a:pt x="423575" y="17791"/>
                  <a:pt x="424916" y="18003"/>
                </a:cubicBezTo>
                <a:lnTo>
                  <a:pt x="424916" y="26780"/>
                </a:lnTo>
                <a:close/>
                <a:moveTo>
                  <a:pt x="472672" y="68550"/>
                </a:moveTo>
                <a:lnTo>
                  <a:pt x="464126" y="68550"/>
                </a:lnTo>
                <a:lnTo>
                  <a:pt x="464126" y="63148"/>
                </a:lnTo>
                <a:cubicBezTo>
                  <a:pt x="463364" y="63667"/>
                  <a:pt x="462336" y="64392"/>
                  <a:pt x="461041" y="65322"/>
                </a:cubicBezTo>
                <a:cubicBezTo>
                  <a:pt x="459746" y="66252"/>
                  <a:pt x="458490" y="66992"/>
                  <a:pt x="457271" y="67541"/>
                </a:cubicBezTo>
                <a:cubicBezTo>
                  <a:pt x="455839" y="68243"/>
                  <a:pt x="454194" y="68830"/>
                  <a:pt x="452335" y="69302"/>
                </a:cubicBezTo>
                <a:cubicBezTo>
                  <a:pt x="450477" y="69775"/>
                  <a:pt x="448299" y="70012"/>
                  <a:pt x="445800" y="70012"/>
                </a:cubicBezTo>
                <a:cubicBezTo>
                  <a:pt x="441200" y="70012"/>
                  <a:pt x="437300" y="68487"/>
                  <a:pt x="434101" y="65436"/>
                </a:cubicBezTo>
                <a:cubicBezTo>
                  <a:pt x="430902" y="62386"/>
                  <a:pt x="429303" y="58496"/>
                  <a:pt x="429303" y="53767"/>
                </a:cubicBezTo>
                <a:cubicBezTo>
                  <a:pt x="429303" y="49893"/>
                  <a:pt x="430133" y="46759"/>
                  <a:pt x="431793" y="44364"/>
                </a:cubicBezTo>
                <a:cubicBezTo>
                  <a:pt x="433454" y="41969"/>
                  <a:pt x="435823" y="40085"/>
                  <a:pt x="438900" y="38713"/>
                </a:cubicBezTo>
                <a:cubicBezTo>
                  <a:pt x="442007" y="37340"/>
                  <a:pt x="445739" y="36410"/>
                  <a:pt x="450096" y="35921"/>
                </a:cubicBezTo>
                <a:cubicBezTo>
                  <a:pt x="454453" y="35433"/>
                  <a:pt x="459129" y="35067"/>
                  <a:pt x="464126" y="34823"/>
                </a:cubicBezTo>
                <a:lnTo>
                  <a:pt x="464126" y="33486"/>
                </a:lnTo>
                <a:cubicBezTo>
                  <a:pt x="464126" y="31520"/>
                  <a:pt x="463783" y="29892"/>
                  <a:pt x="463098" y="28602"/>
                </a:cubicBezTo>
                <a:cubicBezTo>
                  <a:pt x="462412" y="27312"/>
                  <a:pt x="461430" y="26298"/>
                  <a:pt x="460150" y="25560"/>
                </a:cubicBezTo>
                <a:cubicBezTo>
                  <a:pt x="458931" y="24854"/>
                  <a:pt x="457469" y="24378"/>
                  <a:pt x="455763" y="24132"/>
                </a:cubicBezTo>
                <a:cubicBezTo>
                  <a:pt x="454057" y="23887"/>
                  <a:pt x="452274" y="23764"/>
                  <a:pt x="450416" y="23764"/>
                </a:cubicBezTo>
                <a:cubicBezTo>
                  <a:pt x="448161" y="23764"/>
                  <a:pt x="445648" y="24069"/>
                  <a:pt x="442876" y="24679"/>
                </a:cubicBezTo>
                <a:cubicBezTo>
                  <a:pt x="440103" y="25289"/>
                  <a:pt x="437239" y="26172"/>
                  <a:pt x="434284" y="27328"/>
                </a:cubicBezTo>
                <a:lnTo>
                  <a:pt x="433827" y="27328"/>
                </a:lnTo>
                <a:lnTo>
                  <a:pt x="433827" y="18600"/>
                </a:lnTo>
                <a:cubicBezTo>
                  <a:pt x="435503" y="18143"/>
                  <a:pt x="437925" y="17640"/>
                  <a:pt x="441093" y="17092"/>
                </a:cubicBezTo>
                <a:cubicBezTo>
                  <a:pt x="444262" y="16543"/>
                  <a:pt x="447385" y="16269"/>
                  <a:pt x="450462" y="16269"/>
                </a:cubicBezTo>
                <a:cubicBezTo>
                  <a:pt x="454057" y="16269"/>
                  <a:pt x="457187" y="16566"/>
                  <a:pt x="459853" y="17160"/>
                </a:cubicBezTo>
                <a:cubicBezTo>
                  <a:pt x="462519" y="17754"/>
                  <a:pt x="464827" y="18767"/>
                  <a:pt x="466777" y="20199"/>
                </a:cubicBezTo>
                <a:cubicBezTo>
                  <a:pt x="468696" y="21601"/>
                  <a:pt x="470158" y="23413"/>
                  <a:pt x="471164" y="25638"/>
                </a:cubicBezTo>
                <a:cubicBezTo>
                  <a:pt x="472169" y="27862"/>
                  <a:pt x="472672" y="30619"/>
                  <a:pt x="472672" y="33909"/>
                </a:cubicBezTo>
                <a:lnTo>
                  <a:pt x="472672" y="68550"/>
                </a:lnTo>
                <a:moveTo>
                  <a:pt x="464126" y="56046"/>
                </a:moveTo>
                <a:lnTo>
                  <a:pt x="464126" y="41770"/>
                </a:lnTo>
                <a:cubicBezTo>
                  <a:pt x="461506" y="41923"/>
                  <a:pt x="458421" y="42153"/>
                  <a:pt x="454872" y="42459"/>
                </a:cubicBezTo>
                <a:cubicBezTo>
                  <a:pt x="451322" y="42765"/>
                  <a:pt x="448512" y="43208"/>
                  <a:pt x="446440" y="43789"/>
                </a:cubicBezTo>
                <a:cubicBezTo>
                  <a:pt x="443972" y="44493"/>
                  <a:pt x="441977" y="45588"/>
                  <a:pt x="440453" y="47072"/>
                </a:cubicBezTo>
                <a:cubicBezTo>
                  <a:pt x="438930" y="48556"/>
                  <a:pt x="438168" y="50599"/>
                  <a:pt x="438168" y="53200"/>
                </a:cubicBezTo>
                <a:cubicBezTo>
                  <a:pt x="438168" y="56138"/>
                  <a:pt x="439052" y="58349"/>
                  <a:pt x="440819" y="59834"/>
                </a:cubicBezTo>
                <a:cubicBezTo>
                  <a:pt x="442586" y="61318"/>
                  <a:pt x="445282" y="62060"/>
                  <a:pt x="448908" y="62060"/>
                </a:cubicBezTo>
                <a:cubicBezTo>
                  <a:pt x="451924" y="62060"/>
                  <a:pt x="454681" y="61471"/>
                  <a:pt x="457180" y="60294"/>
                </a:cubicBezTo>
                <a:cubicBezTo>
                  <a:pt x="459678" y="59115"/>
                  <a:pt x="461993" y="57699"/>
                  <a:pt x="464126" y="5604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4C0A18-F0E5-42DF-BB76-1F2B563EF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684" y="2455041"/>
            <a:ext cx="625007" cy="338502"/>
          </a:xfrm>
          <a:custGeom xmlns:a="http://schemas.openxmlformats.org/drawingml/2006/main">
            <a:pathLst>
              <a:path w="625007" h="338502">
                <a:moveTo>
                  <a:pt x="0" y="0"/>
                </a:moveTo>
                <a:lnTo>
                  <a:pt x="625007" y="0"/>
                </a:lnTo>
                <a:lnTo>
                  <a:pt x="625007" y="338502"/>
                </a:lnTo>
                <a:lnTo>
                  <a:pt x="0" y="3385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95212A-4C5A-48D6-95A5-18F119776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7683" y="2455044"/>
            <a:ext cx="625008" cy="338501"/>
          </a:xfrm>
          <a:custGeom xmlns:a="http://schemas.openxmlformats.org/drawingml/2006/main">
            <a:pathLst>
              <a:path w="625008" h="338501" fill="none">
                <a:moveTo>
                  <a:pt x="0" y="0"/>
                </a:moveTo>
                <a:lnTo>
                  <a:pt x="625008" y="0"/>
                </a:lnTo>
                <a:lnTo>
                  <a:pt x="625008" y="338501"/>
                </a:lnTo>
                <a:lnTo>
                  <a:pt x="0" y="3385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23" name="Text Odonata">
            <a:extLst xmlns:a="http://schemas.openxmlformats.org/drawingml/2006/main">
              <a:ext uri="{FF2B5EF4-FFF2-40B4-BE49-F238E27FC236}">
                <a16:creationId xmlns:a16="http://schemas.microsoft.com/office/drawing/2014/main" id="{DAED1AC1-486E-4228-9AFC-16635292A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1655" y="2505324"/>
            <a:ext cx="473192" cy="89435"/>
          </a:xfrm>
          <a:custGeom xmlns:a="http://schemas.openxmlformats.org/drawingml/2006/main">
            <a:pathLst>
              <a:path w="473192" h="89435">
                <a:moveTo>
                  <a:pt x="67301" y="13314"/>
                </a:moveTo>
                <a:cubicBezTo>
                  <a:pt x="70718" y="17076"/>
                  <a:pt x="73337" y="21684"/>
                  <a:pt x="75158" y="27139"/>
                </a:cubicBezTo>
                <a:cubicBezTo>
                  <a:pt x="76979" y="32593"/>
                  <a:pt x="77889" y="38782"/>
                  <a:pt x="77889" y="45703"/>
                </a:cubicBezTo>
                <a:cubicBezTo>
                  <a:pt x="77889" y="52624"/>
                  <a:pt x="76960" y="58822"/>
                  <a:pt x="75101" y="64295"/>
                </a:cubicBezTo>
                <a:cubicBezTo>
                  <a:pt x="73243" y="69769"/>
                  <a:pt x="70643" y="74330"/>
                  <a:pt x="67301" y="77979"/>
                </a:cubicBezTo>
                <a:cubicBezTo>
                  <a:pt x="63847" y="81779"/>
                  <a:pt x="59764" y="84639"/>
                  <a:pt x="55052" y="86557"/>
                </a:cubicBezTo>
                <a:cubicBezTo>
                  <a:pt x="50340" y="88475"/>
                  <a:pt x="44961" y="89435"/>
                  <a:pt x="38916" y="89435"/>
                </a:cubicBezTo>
                <a:cubicBezTo>
                  <a:pt x="33022" y="89435"/>
                  <a:pt x="27662" y="88457"/>
                  <a:pt x="22837" y="86501"/>
                </a:cubicBezTo>
                <a:cubicBezTo>
                  <a:pt x="18013" y="84545"/>
                  <a:pt x="13911" y="81704"/>
                  <a:pt x="10532" y="77979"/>
                </a:cubicBezTo>
                <a:cubicBezTo>
                  <a:pt x="7153" y="74255"/>
                  <a:pt x="4552" y="69684"/>
                  <a:pt x="2731" y="64267"/>
                </a:cubicBezTo>
                <a:cubicBezTo>
                  <a:pt x="910" y="58850"/>
                  <a:pt x="0" y="52662"/>
                  <a:pt x="0" y="45703"/>
                </a:cubicBezTo>
                <a:cubicBezTo>
                  <a:pt x="0" y="38857"/>
                  <a:pt x="901" y="32715"/>
                  <a:pt x="2703" y="27280"/>
                </a:cubicBezTo>
                <a:cubicBezTo>
                  <a:pt x="4506" y="21844"/>
                  <a:pt x="7134" y="17188"/>
                  <a:pt x="10588" y="13314"/>
                </a:cubicBezTo>
                <a:cubicBezTo>
                  <a:pt x="13892" y="9626"/>
                  <a:pt x="17994" y="6805"/>
                  <a:pt x="22894" y="4849"/>
                </a:cubicBezTo>
                <a:cubicBezTo>
                  <a:pt x="27793" y="2893"/>
                  <a:pt x="33134" y="1915"/>
                  <a:pt x="38916" y="1915"/>
                </a:cubicBezTo>
                <a:cubicBezTo>
                  <a:pt x="44924" y="1915"/>
                  <a:pt x="50321" y="2903"/>
                  <a:pt x="55108" y="4879"/>
                </a:cubicBezTo>
                <a:cubicBezTo>
                  <a:pt x="59895" y="6853"/>
                  <a:pt x="63960" y="9665"/>
                  <a:pt x="67301" y="13314"/>
                </a:cubicBezTo>
                <a:moveTo>
                  <a:pt x="66287" y="45703"/>
                </a:moveTo>
                <a:cubicBezTo>
                  <a:pt x="66287" y="34805"/>
                  <a:pt x="63847" y="26397"/>
                  <a:pt x="58966" y="20479"/>
                </a:cubicBezTo>
                <a:cubicBezTo>
                  <a:pt x="54085" y="14561"/>
                  <a:pt x="47421" y="11602"/>
                  <a:pt x="38973" y="11602"/>
                </a:cubicBezTo>
                <a:cubicBezTo>
                  <a:pt x="30450" y="11602"/>
                  <a:pt x="23757" y="14561"/>
                  <a:pt x="18895" y="20479"/>
                </a:cubicBezTo>
                <a:cubicBezTo>
                  <a:pt x="14033" y="26397"/>
                  <a:pt x="11602" y="34805"/>
                  <a:pt x="11602" y="45703"/>
                </a:cubicBezTo>
                <a:cubicBezTo>
                  <a:pt x="11602" y="56713"/>
                  <a:pt x="14080" y="65140"/>
                  <a:pt x="19036" y="70983"/>
                </a:cubicBezTo>
                <a:cubicBezTo>
                  <a:pt x="23992" y="76826"/>
                  <a:pt x="30638" y="79748"/>
                  <a:pt x="38973" y="79748"/>
                </a:cubicBezTo>
                <a:cubicBezTo>
                  <a:pt x="47308" y="79748"/>
                  <a:pt x="53944" y="76826"/>
                  <a:pt x="58882" y="70983"/>
                </a:cubicBezTo>
                <a:cubicBezTo>
                  <a:pt x="63819" y="65140"/>
                  <a:pt x="66287" y="56713"/>
                  <a:pt x="66287" y="45703"/>
                </a:cubicBezTo>
                <a:close/>
                <a:moveTo>
                  <a:pt x="145754" y="87632"/>
                </a:moveTo>
                <a:lnTo>
                  <a:pt x="135166" y="87632"/>
                </a:lnTo>
                <a:lnTo>
                  <a:pt x="135166" y="81078"/>
                </a:lnTo>
                <a:cubicBezTo>
                  <a:pt x="132124" y="83714"/>
                  <a:pt x="128952" y="85765"/>
                  <a:pt x="125648" y="87233"/>
                </a:cubicBezTo>
                <a:cubicBezTo>
                  <a:pt x="122344" y="88701"/>
                  <a:pt x="118758" y="89435"/>
                  <a:pt x="114891" y="89435"/>
                </a:cubicBezTo>
                <a:cubicBezTo>
                  <a:pt x="107382" y="89435"/>
                  <a:pt x="101421" y="86537"/>
                  <a:pt x="97009" y="80740"/>
                </a:cubicBezTo>
                <a:cubicBezTo>
                  <a:pt x="92598" y="74943"/>
                  <a:pt x="90392" y="66906"/>
                  <a:pt x="90392" y="56631"/>
                </a:cubicBezTo>
                <a:cubicBezTo>
                  <a:pt x="90392" y="51285"/>
                  <a:pt x="91152" y="46523"/>
                  <a:pt x="92673" y="42345"/>
                </a:cubicBezTo>
                <a:cubicBezTo>
                  <a:pt x="94194" y="38167"/>
                  <a:pt x="96249" y="34610"/>
                  <a:pt x="98840" y="31674"/>
                </a:cubicBezTo>
                <a:cubicBezTo>
                  <a:pt x="101393" y="28814"/>
                  <a:pt x="104368" y="26631"/>
                  <a:pt x="107766" y="25125"/>
                </a:cubicBezTo>
                <a:cubicBezTo>
                  <a:pt x="111164" y="23619"/>
                  <a:pt x="114684" y="22866"/>
                  <a:pt x="118326" y="22866"/>
                </a:cubicBezTo>
                <a:cubicBezTo>
                  <a:pt x="121630" y="22866"/>
                  <a:pt x="124559" y="23214"/>
                  <a:pt x="127112" y="23911"/>
                </a:cubicBezTo>
                <a:cubicBezTo>
                  <a:pt x="129665" y="24607"/>
                  <a:pt x="132350" y="25689"/>
                  <a:pt x="135166" y="27156"/>
                </a:cubicBezTo>
                <a:lnTo>
                  <a:pt x="135166" y="0"/>
                </a:lnTo>
                <a:lnTo>
                  <a:pt x="145754" y="0"/>
                </a:lnTo>
                <a:lnTo>
                  <a:pt x="145754" y="87632"/>
                </a:lnTo>
                <a:moveTo>
                  <a:pt x="135166" y="72145"/>
                </a:moveTo>
                <a:lnTo>
                  <a:pt x="135166" y="36044"/>
                </a:lnTo>
                <a:cubicBezTo>
                  <a:pt x="132312" y="34768"/>
                  <a:pt x="129759" y="33885"/>
                  <a:pt x="127506" y="33397"/>
                </a:cubicBezTo>
                <a:cubicBezTo>
                  <a:pt x="125253" y="32909"/>
                  <a:pt x="122794" y="32665"/>
                  <a:pt x="120128" y="32665"/>
                </a:cubicBezTo>
                <a:cubicBezTo>
                  <a:pt x="114196" y="32665"/>
                  <a:pt x="109578" y="34730"/>
                  <a:pt x="106274" y="38860"/>
                </a:cubicBezTo>
                <a:cubicBezTo>
                  <a:pt x="102970" y="42990"/>
                  <a:pt x="101318" y="48847"/>
                  <a:pt x="101318" y="56432"/>
                </a:cubicBezTo>
                <a:cubicBezTo>
                  <a:pt x="101318" y="63903"/>
                  <a:pt x="102594" y="69582"/>
                  <a:pt x="105148" y="73468"/>
                </a:cubicBezTo>
                <a:cubicBezTo>
                  <a:pt x="107701" y="77354"/>
                  <a:pt x="111793" y="79297"/>
                  <a:pt x="117425" y="79297"/>
                </a:cubicBezTo>
                <a:cubicBezTo>
                  <a:pt x="120429" y="79297"/>
                  <a:pt x="123470" y="78631"/>
                  <a:pt x="126549" y="77298"/>
                </a:cubicBezTo>
                <a:cubicBezTo>
                  <a:pt x="129628" y="75965"/>
                  <a:pt x="132500" y="74247"/>
                  <a:pt x="135166" y="72145"/>
                </a:cubicBezTo>
                <a:close/>
                <a:moveTo>
                  <a:pt x="220207" y="56178"/>
                </a:moveTo>
                <a:cubicBezTo>
                  <a:pt x="220207" y="66454"/>
                  <a:pt x="217579" y="74566"/>
                  <a:pt x="212323" y="80513"/>
                </a:cubicBezTo>
                <a:cubicBezTo>
                  <a:pt x="207066" y="86461"/>
                  <a:pt x="200026" y="89435"/>
                  <a:pt x="191203" y="89435"/>
                </a:cubicBezTo>
                <a:cubicBezTo>
                  <a:pt x="182305" y="89435"/>
                  <a:pt x="175237" y="86461"/>
                  <a:pt x="169999" y="80513"/>
                </a:cubicBezTo>
                <a:cubicBezTo>
                  <a:pt x="164761" y="74566"/>
                  <a:pt x="162142" y="66454"/>
                  <a:pt x="162142" y="56178"/>
                </a:cubicBezTo>
                <a:cubicBezTo>
                  <a:pt x="162142" y="45902"/>
                  <a:pt x="164761" y="37781"/>
                  <a:pt x="169999" y="31815"/>
                </a:cubicBezTo>
                <a:cubicBezTo>
                  <a:pt x="175237" y="25849"/>
                  <a:pt x="182305" y="22866"/>
                  <a:pt x="191203" y="22866"/>
                </a:cubicBezTo>
                <a:cubicBezTo>
                  <a:pt x="200026" y="22866"/>
                  <a:pt x="207066" y="25849"/>
                  <a:pt x="212323" y="31815"/>
                </a:cubicBezTo>
                <a:cubicBezTo>
                  <a:pt x="217579" y="37781"/>
                  <a:pt x="220207" y="45902"/>
                  <a:pt x="220207" y="56178"/>
                </a:cubicBezTo>
                <a:moveTo>
                  <a:pt x="209281" y="56178"/>
                </a:moveTo>
                <a:cubicBezTo>
                  <a:pt x="209281" y="48040"/>
                  <a:pt x="207686" y="41993"/>
                  <a:pt x="204494" y="38036"/>
                </a:cubicBezTo>
                <a:cubicBezTo>
                  <a:pt x="201303" y="34080"/>
                  <a:pt x="196873" y="32102"/>
                  <a:pt x="191203" y="32102"/>
                </a:cubicBezTo>
                <a:cubicBezTo>
                  <a:pt x="185459" y="32102"/>
                  <a:pt x="181000" y="34080"/>
                  <a:pt x="177827" y="38036"/>
                </a:cubicBezTo>
                <a:cubicBezTo>
                  <a:pt x="174655" y="41993"/>
                  <a:pt x="173068" y="48040"/>
                  <a:pt x="173068" y="56178"/>
                </a:cubicBezTo>
                <a:cubicBezTo>
                  <a:pt x="173068" y="64053"/>
                  <a:pt x="174664" y="70026"/>
                  <a:pt x="177855" y="74095"/>
                </a:cubicBezTo>
                <a:cubicBezTo>
                  <a:pt x="181047" y="78164"/>
                  <a:pt x="185496" y="80198"/>
                  <a:pt x="191203" y="80198"/>
                </a:cubicBezTo>
                <a:cubicBezTo>
                  <a:pt x="196835" y="80198"/>
                  <a:pt x="201256" y="78183"/>
                  <a:pt x="204466" y="74151"/>
                </a:cubicBezTo>
                <a:cubicBezTo>
                  <a:pt x="207676" y="70120"/>
                  <a:pt x="209281" y="64129"/>
                  <a:pt x="209281" y="56178"/>
                </a:cubicBezTo>
                <a:close/>
                <a:moveTo>
                  <a:pt x="289198" y="87632"/>
                </a:moveTo>
                <a:lnTo>
                  <a:pt x="278610" y="87632"/>
                </a:lnTo>
                <a:lnTo>
                  <a:pt x="278610" y="51777"/>
                </a:lnTo>
                <a:cubicBezTo>
                  <a:pt x="278610" y="48882"/>
                  <a:pt x="278441" y="46166"/>
                  <a:pt x="278103" y="43630"/>
                </a:cubicBezTo>
                <a:cubicBezTo>
                  <a:pt x="277765" y="41093"/>
                  <a:pt x="277146" y="39111"/>
                  <a:pt x="276245" y="37683"/>
                </a:cubicBezTo>
                <a:cubicBezTo>
                  <a:pt x="275306" y="36103"/>
                  <a:pt x="273954" y="34929"/>
                  <a:pt x="272190" y="34159"/>
                </a:cubicBezTo>
                <a:cubicBezTo>
                  <a:pt x="270425" y="33388"/>
                  <a:pt x="268135" y="33003"/>
                  <a:pt x="265319" y="33003"/>
                </a:cubicBezTo>
                <a:cubicBezTo>
                  <a:pt x="262428" y="33003"/>
                  <a:pt x="259405" y="33717"/>
                  <a:pt x="256251" y="35147"/>
                </a:cubicBezTo>
                <a:cubicBezTo>
                  <a:pt x="253097" y="36575"/>
                  <a:pt x="250075" y="38397"/>
                  <a:pt x="247184" y="40613"/>
                </a:cubicBezTo>
                <a:lnTo>
                  <a:pt x="247184" y="87632"/>
                </a:lnTo>
                <a:lnTo>
                  <a:pt x="236596" y="87632"/>
                </a:lnTo>
                <a:lnTo>
                  <a:pt x="236596" y="24668"/>
                </a:lnTo>
                <a:lnTo>
                  <a:pt x="247184" y="24668"/>
                </a:lnTo>
                <a:lnTo>
                  <a:pt x="247184" y="31611"/>
                </a:lnTo>
                <a:cubicBezTo>
                  <a:pt x="250488" y="28865"/>
                  <a:pt x="253905" y="26722"/>
                  <a:pt x="257434" y="25180"/>
                </a:cubicBezTo>
                <a:cubicBezTo>
                  <a:pt x="260963" y="23637"/>
                  <a:pt x="264587" y="22866"/>
                  <a:pt x="268304" y="22866"/>
                </a:cubicBezTo>
                <a:cubicBezTo>
                  <a:pt x="275099" y="22866"/>
                  <a:pt x="280281" y="24915"/>
                  <a:pt x="283848" y="29015"/>
                </a:cubicBezTo>
                <a:cubicBezTo>
                  <a:pt x="287415" y="33114"/>
                  <a:pt x="289198" y="39020"/>
                  <a:pt x="289198" y="46731"/>
                </a:cubicBezTo>
                <a:lnTo>
                  <a:pt x="289198" y="87632"/>
                </a:lnTo>
                <a:close/>
                <a:moveTo>
                  <a:pt x="358470" y="87632"/>
                </a:moveTo>
                <a:lnTo>
                  <a:pt x="347939" y="87632"/>
                </a:lnTo>
                <a:lnTo>
                  <a:pt x="347939" y="80976"/>
                </a:lnTo>
                <a:cubicBezTo>
                  <a:pt x="347000" y="81616"/>
                  <a:pt x="345733" y="82509"/>
                  <a:pt x="344137" y="83655"/>
                </a:cubicBezTo>
                <a:cubicBezTo>
                  <a:pt x="342541" y="84801"/>
                  <a:pt x="340993" y="85713"/>
                  <a:pt x="339491" y="86390"/>
                </a:cubicBezTo>
                <a:cubicBezTo>
                  <a:pt x="337726" y="87255"/>
                  <a:pt x="335699" y="87978"/>
                  <a:pt x="333408" y="88560"/>
                </a:cubicBezTo>
                <a:cubicBezTo>
                  <a:pt x="331118" y="89143"/>
                  <a:pt x="328433" y="89435"/>
                  <a:pt x="325355" y="89435"/>
                </a:cubicBezTo>
                <a:cubicBezTo>
                  <a:pt x="319685" y="89435"/>
                  <a:pt x="314879" y="87555"/>
                  <a:pt x="310937" y="83796"/>
                </a:cubicBezTo>
                <a:cubicBezTo>
                  <a:pt x="306995" y="80036"/>
                  <a:pt x="305024" y="75243"/>
                  <a:pt x="305024" y="69415"/>
                </a:cubicBezTo>
                <a:cubicBezTo>
                  <a:pt x="305024" y="64641"/>
                  <a:pt x="306047" y="60778"/>
                  <a:pt x="308093" y="57827"/>
                </a:cubicBezTo>
                <a:cubicBezTo>
                  <a:pt x="310139" y="54875"/>
                  <a:pt x="313058" y="52554"/>
                  <a:pt x="316851" y="50863"/>
                </a:cubicBezTo>
                <a:cubicBezTo>
                  <a:pt x="320680" y="49171"/>
                  <a:pt x="325280" y="48024"/>
                  <a:pt x="330649" y="47422"/>
                </a:cubicBezTo>
                <a:cubicBezTo>
                  <a:pt x="336018" y="46820"/>
                  <a:pt x="341781" y="46369"/>
                  <a:pt x="347939" y="46069"/>
                </a:cubicBezTo>
                <a:lnTo>
                  <a:pt x="347939" y="44422"/>
                </a:lnTo>
                <a:cubicBezTo>
                  <a:pt x="347939" y="41999"/>
                  <a:pt x="347516" y="39992"/>
                  <a:pt x="346671" y="38403"/>
                </a:cubicBezTo>
                <a:cubicBezTo>
                  <a:pt x="345827" y="36813"/>
                  <a:pt x="344616" y="35563"/>
                  <a:pt x="343039" y="34654"/>
                </a:cubicBezTo>
                <a:cubicBezTo>
                  <a:pt x="341537" y="33783"/>
                  <a:pt x="339735" y="33197"/>
                  <a:pt x="337632" y="32894"/>
                </a:cubicBezTo>
                <a:cubicBezTo>
                  <a:pt x="335530" y="32591"/>
                  <a:pt x="333333" y="32440"/>
                  <a:pt x="331043" y="32440"/>
                </a:cubicBezTo>
                <a:cubicBezTo>
                  <a:pt x="328265" y="32440"/>
                  <a:pt x="325167" y="32816"/>
                  <a:pt x="321750" y="33568"/>
                </a:cubicBezTo>
                <a:cubicBezTo>
                  <a:pt x="318334" y="34319"/>
                  <a:pt x="314804" y="35407"/>
                  <a:pt x="311162" y="36833"/>
                </a:cubicBezTo>
                <a:lnTo>
                  <a:pt x="310599" y="36833"/>
                </a:lnTo>
                <a:lnTo>
                  <a:pt x="310599" y="26076"/>
                </a:lnTo>
                <a:cubicBezTo>
                  <a:pt x="312664" y="25513"/>
                  <a:pt x="315649" y="24893"/>
                  <a:pt x="319554" y="24217"/>
                </a:cubicBezTo>
                <a:cubicBezTo>
                  <a:pt x="323459" y="23541"/>
                  <a:pt x="327307" y="23203"/>
                  <a:pt x="331099" y="23203"/>
                </a:cubicBezTo>
                <a:cubicBezTo>
                  <a:pt x="335530" y="23203"/>
                  <a:pt x="339388" y="23570"/>
                  <a:pt x="342673" y="24302"/>
                </a:cubicBezTo>
                <a:cubicBezTo>
                  <a:pt x="345958" y="25034"/>
                  <a:pt x="348802" y="26282"/>
                  <a:pt x="351205" y="28047"/>
                </a:cubicBezTo>
                <a:cubicBezTo>
                  <a:pt x="353571" y="29774"/>
                  <a:pt x="355373" y="32008"/>
                  <a:pt x="356612" y="34749"/>
                </a:cubicBezTo>
                <a:cubicBezTo>
                  <a:pt x="357851" y="37490"/>
                  <a:pt x="358470" y="40888"/>
                  <a:pt x="358470" y="44943"/>
                </a:cubicBezTo>
                <a:lnTo>
                  <a:pt x="358470" y="87632"/>
                </a:lnTo>
                <a:moveTo>
                  <a:pt x="347939" y="72224"/>
                </a:moveTo>
                <a:lnTo>
                  <a:pt x="347939" y="54629"/>
                </a:lnTo>
                <a:cubicBezTo>
                  <a:pt x="344710" y="54818"/>
                  <a:pt x="340908" y="55102"/>
                  <a:pt x="336534" y="55480"/>
                </a:cubicBezTo>
                <a:cubicBezTo>
                  <a:pt x="332160" y="55856"/>
                  <a:pt x="328696" y="56402"/>
                  <a:pt x="326143" y="57118"/>
                </a:cubicBezTo>
                <a:cubicBezTo>
                  <a:pt x="323102" y="57986"/>
                  <a:pt x="320643" y="59335"/>
                  <a:pt x="318765" y="61164"/>
                </a:cubicBezTo>
                <a:cubicBezTo>
                  <a:pt x="316888" y="62993"/>
                  <a:pt x="315949" y="65511"/>
                  <a:pt x="315949" y="68716"/>
                </a:cubicBezTo>
                <a:cubicBezTo>
                  <a:pt x="315949" y="72337"/>
                  <a:pt x="317038" y="75062"/>
                  <a:pt x="319216" y="76891"/>
                </a:cubicBezTo>
                <a:cubicBezTo>
                  <a:pt x="321394" y="78720"/>
                  <a:pt x="324716" y="79635"/>
                  <a:pt x="329184" y="79635"/>
                </a:cubicBezTo>
                <a:cubicBezTo>
                  <a:pt x="332901" y="79635"/>
                  <a:pt x="336299" y="78909"/>
                  <a:pt x="339378" y="77458"/>
                </a:cubicBezTo>
                <a:cubicBezTo>
                  <a:pt x="342457" y="76005"/>
                  <a:pt x="345310" y="74261"/>
                  <a:pt x="347939" y="72224"/>
                </a:cubicBezTo>
                <a:close/>
                <a:moveTo>
                  <a:pt x="411523" y="87078"/>
                </a:moveTo>
                <a:cubicBezTo>
                  <a:pt x="409533" y="87601"/>
                  <a:pt x="407364" y="88031"/>
                  <a:pt x="405018" y="88366"/>
                </a:cubicBezTo>
                <a:cubicBezTo>
                  <a:pt x="402671" y="88703"/>
                  <a:pt x="400578" y="88871"/>
                  <a:pt x="398738" y="88871"/>
                </a:cubicBezTo>
                <a:cubicBezTo>
                  <a:pt x="392318" y="88871"/>
                  <a:pt x="387437" y="87143"/>
                  <a:pt x="384095" y="83685"/>
                </a:cubicBezTo>
                <a:cubicBezTo>
                  <a:pt x="380754" y="80227"/>
                  <a:pt x="379083" y="74683"/>
                  <a:pt x="379083" y="67053"/>
                </a:cubicBezTo>
                <a:lnTo>
                  <a:pt x="379083" y="33566"/>
                </a:lnTo>
                <a:lnTo>
                  <a:pt x="371930" y="33566"/>
                </a:lnTo>
                <a:lnTo>
                  <a:pt x="371930" y="24668"/>
                </a:lnTo>
                <a:lnTo>
                  <a:pt x="379083" y="24668"/>
                </a:lnTo>
                <a:lnTo>
                  <a:pt x="379083" y="6533"/>
                </a:lnTo>
                <a:lnTo>
                  <a:pt x="389671" y="6533"/>
                </a:lnTo>
                <a:lnTo>
                  <a:pt x="389671" y="24668"/>
                </a:lnTo>
                <a:lnTo>
                  <a:pt x="411523" y="24668"/>
                </a:lnTo>
                <a:lnTo>
                  <a:pt x="411523" y="33566"/>
                </a:lnTo>
                <a:lnTo>
                  <a:pt x="389671" y="33566"/>
                </a:lnTo>
                <a:lnTo>
                  <a:pt x="389671" y="62303"/>
                </a:lnTo>
                <a:cubicBezTo>
                  <a:pt x="389671" y="65615"/>
                  <a:pt x="389746" y="68203"/>
                  <a:pt x="389896" y="70066"/>
                </a:cubicBezTo>
                <a:cubicBezTo>
                  <a:pt x="390046" y="71929"/>
                  <a:pt x="390572" y="73670"/>
                  <a:pt x="391473" y="75288"/>
                </a:cubicBezTo>
                <a:cubicBezTo>
                  <a:pt x="392299" y="76793"/>
                  <a:pt x="393435" y="77894"/>
                  <a:pt x="394880" y="78591"/>
                </a:cubicBezTo>
                <a:cubicBezTo>
                  <a:pt x="396326" y="79287"/>
                  <a:pt x="398532" y="79635"/>
                  <a:pt x="401498" y="79635"/>
                </a:cubicBezTo>
                <a:cubicBezTo>
                  <a:pt x="403225" y="79635"/>
                  <a:pt x="405027" y="79382"/>
                  <a:pt x="406904" y="78875"/>
                </a:cubicBezTo>
                <a:cubicBezTo>
                  <a:pt x="408782" y="78368"/>
                  <a:pt x="410133" y="77946"/>
                  <a:pt x="410959" y="77608"/>
                </a:cubicBezTo>
                <a:lnTo>
                  <a:pt x="411523" y="77608"/>
                </a:lnTo>
                <a:lnTo>
                  <a:pt x="411523" y="87078"/>
                </a:lnTo>
                <a:close/>
                <a:moveTo>
                  <a:pt x="473192" y="87632"/>
                </a:moveTo>
                <a:lnTo>
                  <a:pt x="462660" y="87632"/>
                </a:lnTo>
                <a:lnTo>
                  <a:pt x="462660" y="80976"/>
                </a:lnTo>
                <a:cubicBezTo>
                  <a:pt x="461722" y="81616"/>
                  <a:pt x="460455" y="82509"/>
                  <a:pt x="458859" y="83655"/>
                </a:cubicBezTo>
                <a:cubicBezTo>
                  <a:pt x="457263" y="84801"/>
                  <a:pt x="455714" y="85713"/>
                  <a:pt x="454213" y="86390"/>
                </a:cubicBezTo>
                <a:cubicBezTo>
                  <a:pt x="452448" y="87255"/>
                  <a:pt x="450420" y="87978"/>
                  <a:pt x="448130" y="88560"/>
                </a:cubicBezTo>
                <a:cubicBezTo>
                  <a:pt x="445840" y="89143"/>
                  <a:pt x="443155" y="89435"/>
                  <a:pt x="440076" y="89435"/>
                </a:cubicBezTo>
                <a:cubicBezTo>
                  <a:pt x="434407" y="89435"/>
                  <a:pt x="429601" y="87555"/>
                  <a:pt x="425659" y="83796"/>
                </a:cubicBezTo>
                <a:cubicBezTo>
                  <a:pt x="421716" y="80036"/>
                  <a:pt x="419745" y="75243"/>
                  <a:pt x="419745" y="69415"/>
                </a:cubicBezTo>
                <a:cubicBezTo>
                  <a:pt x="419745" y="64641"/>
                  <a:pt x="420768" y="60778"/>
                  <a:pt x="422815" y="57827"/>
                </a:cubicBezTo>
                <a:cubicBezTo>
                  <a:pt x="424861" y="54875"/>
                  <a:pt x="427780" y="52554"/>
                  <a:pt x="431572" y="50863"/>
                </a:cubicBezTo>
                <a:cubicBezTo>
                  <a:pt x="435402" y="49171"/>
                  <a:pt x="440001" y="48024"/>
                  <a:pt x="445370" y="47422"/>
                </a:cubicBezTo>
                <a:cubicBezTo>
                  <a:pt x="450740" y="46820"/>
                  <a:pt x="456503" y="46369"/>
                  <a:pt x="462660" y="46069"/>
                </a:cubicBezTo>
                <a:lnTo>
                  <a:pt x="462660" y="44422"/>
                </a:lnTo>
                <a:cubicBezTo>
                  <a:pt x="462660" y="41999"/>
                  <a:pt x="462238" y="39992"/>
                  <a:pt x="461393" y="38403"/>
                </a:cubicBezTo>
                <a:cubicBezTo>
                  <a:pt x="460548" y="36813"/>
                  <a:pt x="459338" y="35563"/>
                  <a:pt x="457761" y="34654"/>
                </a:cubicBezTo>
                <a:cubicBezTo>
                  <a:pt x="456259" y="33783"/>
                  <a:pt x="454457" y="33197"/>
                  <a:pt x="452354" y="32894"/>
                </a:cubicBezTo>
                <a:cubicBezTo>
                  <a:pt x="450251" y="32591"/>
                  <a:pt x="448055" y="32440"/>
                  <a:pt x="445765" y="32440"/>
                </a:cubicBezTo>
                <a:cubicBezTo>
                  <a:pt x="442986" y="32440"/>
                  <a:pt x="439889" y="32816"/>
                  <a:pt x="436472" y="33568"/>
                </a:cubicBezTo>
                <a:cubicBezTo>
                  <a:pt x="433055" y="34319"/>
                  <a:pt x="429526" y="35407"/>
                  <a:pt x="425884" y="36833"/>
                </a:cubicBezTo>
                <a:lnTo>
                  <a:pt x="425321" y="36833"/>
                </a:lnTo>
                <a:lnTo>
                  <a:pt x="425321" y="26076"/>
                </a:lnTo>
                <a:cubicBezTo>
                  <a:pt x="427386" y="25513"/>
                  <a:pt x="430371" y="24893"/>
                  <a:pt x="434276" y="24217"/>
                </a:cubicBezTo>
                <a:cubicBezTo>
                  <a:pt x="438180" y="23541"/>
                  <a:pt x="442029" y="23203"/>
                  <a:pt x="445821" y="23203"/>
                </a:cubicBezTo>
                <a:cubicBezTo>
                  <a:pt x="450251" y="23203"/>
                  <a:pt x="454109" y="23570"/>
                  <a:pt x="457395" y="24302"/>
                </a:cubicBezTo>
                <a:cubicBezTo>
                  <a:pt x="460680" y="25034"/>
                  <a:pt x="463524" y="26282"/>
                  <a:pt x="465927" y="28047"/>
                </a:cubicBezTo>
                <a:cubicBezTo>
                  <a:pt x="468292" y="29774"/>
                  <a:pt x="470095" y="32008"/>
                  <a:pt x="471334" y="34749"/>
                </a:cubicBezTo>
                <a:cubicBezTo>
                  <a:pt x="472573" y="37490"/>
                  <a:pt x="473192" y="40888"/>
                  <a:pt x="473192" y="44943"/>
                </a:cubicBezTo>
                <a:lnTo>
                  <a:pt x="473192" y="87632"/>
                </a:lnTo>
                <a:moveTo>
                  <a:pt x="462660" y="72224"/>
                </a:moveTo>
                <a:lnTo>
                  <a:pt x="462660" y="54629"/>
                </a:lnTo>
                <a:cubicBezTo>
                  <a:pt x="459431" y="54818"/>
                  <a:pt x="455630" y="55102"/>
                  <a:pt x="451256" y="55480"/>
                </a:cubicBezTo>
                <a:cubicBezTo>
                  <a:pt x="446882" y="55856"/>
                  <a:pt x="443418" y="56402"/>
                  <a:pt x="440865" y="57118"/>
                </a:cubicBezTo>
                <a:cubicBezTo>
                  <a:pt x="437824" y="57986"/>
                  <a:pt x="435364" y="59335"/>
                  <a:pt x="433487" y="61164"/>
                </a:cubicBezTo>
                <a:cubicBezTo>
                  <a:pt x="431610" y="62993"/>
                  <a:pt x="430671" y="65511"/>
                  <a:pt x="430671" y="68716"/>
                </a:cubicBezTo>
                <a:cubicBezTo>
                  <a:pt x="430671" y="72337"/>
                  <a:pt x="431760" y="75062"/>
                  <a:pt x="433938" y="76891"/>
                </a:cubicBezTo>
                <a:cubicBezTo>
                  <a:pt x="436115" y="78720"/>
                  <a:pt x="439438" y="79635"/>
                  <a:pt x="443906" y="79635"/>
                </a:cubicBezTo>
                <a:cubicBezTo>
                  <a:pt x="447623" y="79635"/>
                  <a:pt x="451021" y="78909"/>
                  <a:pt x="454100" y="77458"/>
                </a:cubicBezTo>
                <a:cubicBezTo>
                  <a:pt x="457179" y="76005"/>
                  <a:pt x="460032" y="74261"/>
                  <a:pt x="462660" y="7222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E34C1-54E0-4529-965B-EB8A64861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1" y="1989280"/>
            <a:ext cx="273317" cy="350690"/>
          </a:xfrm>
          <a:custGeom xmlns:a="http://schemas.openxmlformats.org/drawingml/2006/main">
            <a:pathLst>
              <a:path w="273317" h="350690">
                <a:moveTo>
                  <a:pt x="0" y="0"/>
                </a:moveTo>
                <a:lnTo>
                  <a:pt x="273317" y="0"/>
                </a:lnTo>
                <a:lnTo>
                  <a:pt x="273317" y="350690"/>
                </a:lnTo>
                <a:lnTo>
                  <a:pt x="0" y="3506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C71123-DA87-4384-87F3-0E2B6515F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0" y="1989282"/>
            <a:ext cx="273319" cy="350690"/>
          </a:xfrm>
          <a:custGeom xmlns:a="http://schemas.openxmlformats.org/drawingml/2006/main">
            <a:pathLst>
              <a:path w="273319" h="350690" fill="none">
                <a:moveTo>
                  <a:pt x="0" y="0"/>
                </a:moveTo>
                <a:lnTo>
                  <a:pt x="273319" y="0"/>
                </a:lnTo>
                <a:lnTo>
                  <a:pt x="273319" y="350690"/>
                </a:lnTo>
                <a:lnTo>
                  <a:pt x="0" y="3506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26" name="Text Orthoptera">
            <a:extLst xmlns:a="http://schemas.openxmlformats.org/drawingml/2006/main">
              <a:ext uri="{FF2B5EF4-FFF2-40B4-BE49-F238E27FC236}">
                <a16:creationId xmlns:a16="http://schemas.microsoft.com/office/drawing/2014/main" id="{3E647A24-3701-457D-A8EF-B1041D626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4100" y="2017839"/>
            <a:ext cx="134689" cy="24214"/>
          </a:xfrm>
          <a:custGeom xmlns:a="http://schemas.openxmlformats.org/drawingml/2006/main">
            <a:pathLst>
              <a:path w="134689" h="24214">
                <a:moveTo>
                  <a:pt x="14703" y="2909"/>
                </a:moveTo>
                <a:cubicBezTo>
                  <a:pt x="15449" y="3730"/>
                  <a:pt x="16022" y="4737"/>
                  <a:pt x="16419" y="5929"/>
                </a:cubicBezTo>
                <a:cubicBezTo>
                  <a:pt x="16817" y="7121"/>
                  <a:pt x="17016" y="8472"/>
                  <a:pt x="17016" y="9985"/>
                </a:cubicBezTo>
                <a:cubicBezTo>
                  <a:pt x="17016" y="11497"/>
                  <a:pt x="16813" y="12851"/>
                  <a:pt x="16407" y="14046"/>
                </a:cubicBezTo>
                <a:cubicBezTo>
                  <a:pt x="16001" y="15242"/>
                  <a:pt x="15433" y="16239"/>
                  <a:pt x="14703" y="17036"/>
                </a:cubicBezTo>
                <a:cubicBezTo>
                  <a:pt x="13948" y="17866"/>
                  <a:pt x="13056" y="18491"/>
                  <a:pt x="12027" y="18910"/>
                </a:cubicBezTo>
                <a:cubicBezTo>
                  <a:pt x="10998" y="19329"/>
                  <a:pt x="9823" y="19538"/>
                  <a:pt x="8502" y="19538"/>
                </a:cubicBezTo>
                <a:cubicBezTo>
                  <a:pt x="7214" y="19538"/>
                  <a:pt x="6043" y="19325"/>
                  <a:pt x="4989" y="18897"/>
                </a:cubicBezTo>
                <a:cubicBezTo>
                  <a:pt x="3935" y="18470"/>
                  <a:pt x="3039" y="17850"/>
                  <a:pt x="2301" y="17036"/>
                </a:cubicBezTo>
                <a:cubicBezTo>
                  <a:pt x="1563" y="16222"/>
                  <a:pt x="995" y="15224"/>
                  <a:pt x="597" y="14040"/>
                </a:cubicBezTo>
                <a:cubicBezTo>
                  <a:pt x="199" y="12857"/>
                  <a:pt x="0" y="11505"/>
                  <a:pt x="0" y="9985"/>
                </a:cubicBezTo>
                <a:cubicBezTo>
                  <a:pt x="0" y="8489"/>
                  <a:pt x="197" y="7147"/>
                  <a:pt x="591" y="5960"/>
                </a:cubicBezTo>
                <a:cubicBezTo>
                  <a:pt x="984" y="4772"/>
                  <a:pt x="1558" y="3755"/>
                  <a:pt x="2313" y="2909"/>
                </a:cubicBezTo>
                <a:cubicBezTo>
                  <a:pt x="3035" y="2103"/>
                  <a:pt x="3931" y="1487"/>
                  <a:pt x="5001" y="1059"/>
                </a:cubicBezTo>
                <a:cubicBezTo>
                  <a:pt x="6072" y="632"/>
                  <a:pt x="7239" y="418"/>
                  <a:pt x="8502" y="418"/>
                </a:cubicBezTo>
                <a:cubicBezTo>
                  <a:pt x="9814" y="418"/>
                  <a:pt x="10993" y="634"/>
                  <a:pt x="12039" y="1066"/>
                </a:cubicBezTo>
                <a:cubicBezTo>
                  <a:pt x="13085" y="1497"/>
                  <a:pt x="13973" y="2112"/>
                  <a:pt x="14703" y="2909"/>
                </a:cubicBezTo>
                <a:moveTo>
                  <a:pt x="14482" y="9985"/>
                </a:moveTo>
                <a:cubicBezTo>
                  <a:pt x="14482" y="7604"/>
                  <a:pt x="13948" y="5767"/>
                  <a:pt x="12882" y="4474"/>
                </a:cubicBezTo>
                <a:cubicBezTo>
                  <a:pt x="11816" y="3181"/>
                  <a:pt x="10360" y="2535"/>
                  <a:pt x="8514" y="2535"/>
                </a:cubicBezTo>
                <a:cubicBezTo>
                  <a:pt x="6652" y="2535"/>
                  <a:pt x="5190" y="3181"/>
                  <a:pt x="4128" y="4474"/>
                </a:cubicBezTo>
                <a:cubicBezTo>
                  <a:pt x="3066" y="5767"/>
                  <a:pt x="2535" y="7604"/>
                  <a:pt x="2535" y="9985"/>
                </a:cubicBezTo>
                <a:cubicBezTo>
                  <a:pt x="2535" y="12390"/>
                  <a:pt x="3076" y="14231"/>
                  <a:pt x="4159" y="15507"/>
                </a:cubicBezTo>
                <a:cubicBezTo>
                  <a:pt x="5241" y="16784"/>
                  <a:pt x="6693" y="17422"/>
                  <a:pt x="8514" y="17422"/>
                </a:cubicBezTo>
                <a:cubicBezTo>
                  <a:pt x="10335" y="17422"/>
                  <a:pt x="11785" y="16784"/>
                  <a:pt x="12864" y="15507"/>
                </a:cubicBezTo>
                <a:cubicBezTo>
                  <a:pt x="13942" y="14231"/>
                  <a:pt x="14482" y="12390"/>
                  <a:pt x="14482" y="9985"/>
                </a:cubicBezTo>
                <a:close/>
                <a:moveTo>
                  <a:pt x="29271" y="7899"/>
                </a:moveTo>
                <a:lnTo>
                  <a:pt x="29148" y="7899"/>
                </a:lnTo>
                <a:cubicBezTo>
                  <a:pt x="28803" y="7821"/>
                  <a:pt x="28469" y="7765"/>
                  <a:pt x="28145" y="7730"/>
                </a:cubicBezTo>
                <a:cubicBezTo>
                  <a:pt x="27821" y="7695"/>
                  <a:pt x="27438" y="7678"/>
                  <a:pt x="26995" y="7678"/>
                </a:cubicBezTo>
                <a:cubicBezTo>
                  <a:pt x="26281" y="7678"/>
                  <a:pt x="25592" y="7836"/>
                  <a:pt x="24928" y="8152"/>
                </a:cubicBezTo>
                <a:cubicBezTo>
                  <a:pt x="24263" y="8468"/>
                  <a:pt x="23623" y="8877"/>
                  <a:pt x="23008" y="9377"/>
                </a:cubicBezTo>
                <a:lnTo>
                  <a:pt x="23008" y="19145"/>
                </a:lnTo>
                <a:lnTo>
                  <a:pt x="20695" y="19145"/>
                </a:lnTo>
                <a:lnTo>
                  <a:pt x="20695" y="5389"/>
                </a:lnTo>
                <a:lnTo>
                  <a:pt x="23008" y="5389"/>
                </a:lnTo>
                <a:lnTo>
                  <a:pt x="23008" y="7421"/>
                </a:lnTo>
                <a:cubicBezTo>
                  <a:pt x="23927" y="6682"/>
                  <a:pt x="24737" y="6159"/>
                  <a:pt x="25438" y="5851"/>
                </a:cubicBezTo>
                <a:cubicBezTo>
                  <a:pt x="26140" y="5543"/>
                  <a:pt x="26855" y="5389"/>
                  <a:pt x="27585" y="5389"/>
                </a:cubicBezTo>
                <a:cubicBezTo>
                  <a:pt x="27987" y="5389"/>
                  <a:pt x="28278" y="5399"/>
                  <a:pt x="28459" y="5420"/>
                </a:cubicBezTo>
                <a:cubicBezTo>
                  <a:pt x="28639" y="5440"/>
                  <a:pt x="28910" y="5479"/>
                  <a:pt x="29271" y="5536"/>
                </a:cubicBezTo>
                <a:lnTo>
                  <a:pt x="29271" y="7899"/>
                </a:lnTo>
                <a:close/>
                <a:moveTo>
                  <a:pt x="38585" y="19024"/>
                </a:moveTo>
                <a:cubicBezTo>
                  <a:pt x="38150" y="19138"/>
                  <a:pt x="37676" y="19232"/>
                  <a:pt x="37164" y="19305"/>
                </a:cubicBezTo>
                <a:cubicBezTo>
                  <a:pt x="36651" y="19379"/>
                  <a:pt x="36194" y="19415"/>
                  <a:pt x="35792" y="19415"/>
                </a:cubicBezTo>
                <a:cubicBezTo>
                  <a:pt x="34389" y="19415"/>
                  <a:pt x="33323" y="19038"/>
                  <a:pt x="32593" y="18282"/>
                </a:cubicBezTo>
                <a:cubicBezTo>
                  <a:pt x="31863" y="17527"/>
                  <a:pt x="31498" y="16316"/>
                  <a:pt x="31498" y="14649"/>
                </a:cubicBezTo>
                <a:lnTo>
                  <a:pt x="31498" y="7333"/>
                </a:lnTo>
                <a:lnTo>
                  <a:pt x="29935" y="7333"/>
                </a:lnTo>
                <a:lnTo>
                  <a:pt x="29935" y="5389"/>
                </a:lnTo>
                <a:lnTo>
                  <a:pt x="31498" y="5389"/>
                </a:lnTo>
                <a:lnTo>
                  <a:pt x="31498" y="1427"/>
                </a:lnTo>
                <a:lnTo>
                  <a:pt x="33811" y="1427"/>
                </a:lnTo>
                <a:lnTo>
                  <a:pt x="33811" y="5389"/>
                </a:lnTo>
                <a:lnTo>
                  <a:pt x="38585" y="5389"/>
                </a:lnTo>
                <a:lnTo>
                  <a:pt x="38585" y="7333"/>
                </a:lnTo>
                <a:lnTo>
                  <a:pt x="33811" y="7333"/>
                </a:lnTo>
                <a:lnTo>
                  <a:pt x="33811" y="13611"/>
                </a:lnTo>
                <a:cubicBezTo>
                  <a:pt x="33811" y="14335"/>
                  <a:pt x="33827" y="14900"/>
                  <a:pt x="33860" y="15307"/>
                </a:cubicBezTo>
                <a:cubicBezTo>
                  <a:pt x="33893" y="15714"/>
                  <a:pt x="34008" y="16094"/>
                  <a:pt x="34205" y="16448"/>
                </a:cubicBezTo>
                <a:cubicBezTo>
                  <a:pt x="34385" y="16777"/>
                  <a:pt x="34633" y="17017"/>
                  <a:pt x="34949" y="17170"/>
                </a:cubicBezTo>
                <a:cubicBezTo>
                  <a:pt x="35265" y="17322"/>
                  <a:pt x="35747" y="17398"/>
                  <a:pt x="36395" y="17398"/>
                </a:cubicBezTo>
                <a:cubicBezTo>
                  <a:pt x="36772" y="17398"/>
                  <a:pt x="37166" y="17342"/>
                  <a:pt x="37576" y="17231"/>
                </a:cubicBezTo>
                <a:cubicBezTo>
                  <a:pt x="37986" y="17121"/>
                  <a:pt x="38281" y="17028"/>
                  <a:pt x="38462" y="16955"/>
                </a:cubicBezTo>
                <a:lnTo>
                  <a:pt x="38585" y="16955"/>
                </a:lnTo>
                <a:lnTo>
                  <a:pt x="38585" y="19024"/>
                </a:lnTo>
                <a:close/>
                <a:moveTo>
                  <a:pt x="52869" y="19145"/>
                </a:moveTo>
                <a:lnTo>
                  <a:pt x="50556" y="19145"/>
                </a:lnTo>
                <a:lnTo>
                  <a:pt x="50556" y="11311"/>
                </a:lnTo>
                <a:cubicBezTo>
                  <a:pt x="50556" y="10679"/>
                  <a:pt x="50519" y="10086"/>
                  <a:pt x="50445" y="9532"/>
                </a:cubicBezTo>
                <a:cubicBezTo>
                  <a:pt x="50372" y="8977"/>
                  <a:pt x="50236" y="8544"/>
                  <a:pt x="50039" y="8232"/>
                </a:cubicBezTo>
                <a:cubicBezTo>
                  <a:pt x="49834" y="7887"/>
                  <a:pt x="49539" y="7631"/>
                  <a:pt x="49153" y="7463"/>
                </a:cubicBezTo>
                <a:cubicBezTo>
                  <a:pt x="48768" y="7294"/>
                  <a:pt x="48268" y="7210"/>
                  <a:pt x="47652" y="7210"/>
                </a:cubicBezTo>
                <a:cubicBezTo>
                  <a:pt x="47021" y="7210"/>
                  <a:pt x="46360" y="7366"/>
                  <a:pt x="45671" y="7678"/>
                </a:cubicBezTo>
                <a:cubicBezTo>
                  <a:pt x="44982" y="7990"/>
                  <a:pt x="44322" y="8388"/>
                  <a:pt x="43691" y="8873"/>
                </a:cubicBezTo>
                <a:lnTo>
                  <a:pt x="43691" y="19145"/>
                </a:lnTo>
                <a:lnTo>
                  <a:pt x="41377" y="19145"/>
                </a:lnTo>
                <a:lnTo>
                  <a:pt x="41377" y="0"/>
                </a:lnTo>
                <a:lnTo>
                  <a:pt x="43691" y="0"/>
                </a:lnTo>
                <a:lnTo>
                  <a:pt x="43691" y="6906"/>
                </a:lnTo>
                <a:cubicBezTo>
                  <a:pt x="44412" y="6306"/>
                  <a:pt x="45159" y="5838"/>
                  <a:pt x="45930" y="5501"/>
                </a:cubicBezTo>
                <a:cubicBezTo>
                  <a:pt x="46701" y="5164"/>
                  <a:pt x="47492" y="4995"/>
                  <a:pt x="48304" y="4995"/>
                </a:cubicBezTo>
                <a:cubicBezTo>
                  <a:pt x="49789" y="4995"/>
                  <a:pt x="50921" y="5443"/>
                  <a:pt x="51700" y="6339"/>
                </a:cubicBezTo>
                <a:cubicBezTo>
                  <a:pt x="52480" y="7234"/>
                  <a:pt x="52869" y="8524"/>
                  <a:pt x="52869" y="10209"/>
                </a:cubicBezTo>
                <a:lnTo>
                  <a:pt x="52869" y="19145"/>
                </a:lnTo>
                <a:close/>
                <a:moveTo>
                  <a:pt x="69036" y="12273"/>
                </a:moveTo>
                <a:cubicBezTo>
                  <a:pt x="69036" y="14518"/>
                  <a:pt x="68462" y="16290"/>
                  <a:pt x="67314" y="17589"/>
                </a:cubicBezTo>
                <a:cubicBezTo>
                  <a:pt x="66165" y="18889"/>
                  <a:pt x="64628" y="19538"/>
                  <a:pt x="62700" y="19538"/>
                </a:cubicBezTo>
                <a:cubicBezTo>
                  <a:pt x="60756" y="19538"/>
                  <a:pt x="59212" y="18889"/>
                  <a:pt x="58068" y="17589"/>
                </a:cubicBezTo>
                <a:cubicBezTo>
                  <a:pt x="56923" y="16290"/>
                  <a:pt x="56351" y="14518"/>
                  <a:pt x="56351" y="12273"/>
                </a:cubicBezTo>
                <a:cubicBezTo>
                  <a:pt x="56351" y="10028"/>
                  <a:pt x="56923" y="8254"/>
                  <a:pt x="58068" y="6950"/>
                </a:cubicBezTo>
                <a:cubicBezTo>
                  <a:pt x="59212" y="5647"/>
                  <a:pt x="60756" y="4995"/>
                  <a:pt x="62700" y="4995"/>
                </a:cubicBezTo>
                <a:cubicBezTo>
                  <a:pt x="64628" y="4995"/>
                  <a:pt x="66165" y="5647"/>
                  <a:pt x="67314" y="6950"/>
                </a:cubicBezTo>
                <a:cubicBezTo>
                  <a:pt x="68462" y="8254"/>
                  <a:pt x="69036" y="10028"/>
                  <a:pt x="69036" y="12273"/>
                </a:cubicBezTo>
                <a:moveTo>
                  <a:pt x="66649" y="12273"/>
                </a:moveTo>
                <a:cubicBezTo>
                  <a:pt x="66649" y="10495"/>
                  <a:pt x="66301" y="9174"/>
                  <a:pt x="65604" y="8310"/>
                </a:cubicBezTo>
                <a:cubicBezTo>
                  <a:pt x="64906" y="7445"/>
                  <a:pt x="63939" y="7013"/>
                  <a:pt x="62700" y="7013"/>
                </a:cubicBezTo>
                <a:cubicBezTo>
                  <a:pt x="61445" y="7013"/>
                  <a:pt x="60471" y="7445"/>
                  <a:pt x="59778" y="8310"/>
                </a:cubicBezTo>
                <a:cubicBezTo>
                  <a:pt x="59085" y="9174"/>
                  <a:pt x="58738" y="10495"/>
                  <a:pt x="58738" y="12273"/>
                </a:cubicBezTo>
                <a:cubicBezTo>
                  <a:pt x="58738" y="13993"/>
                  <a:pt x="59087" y="15298"/>
                  <a:pt x="59784" y="16187"/>
                </a:cubicBezTo>
                <a:cubicBezTo>
                  <a:pt x="60481" y="17076"/>
                  <a:pt x="61453" y="17521"/>
                  <a:pt x="62700" y="17521"/>
                </a:cubicBezTo>
                <a:cubicBezTo>
                  <a:pt x="63930" y="17521"/>
                  <a:pt x="64896" y="17080"/>
                  <a:pt x="65597" y="16199"/>
                </a:cubicBezTo>
                <a:cubicBezTo>
                  <a:pt x="66299" y="15319"/>
                  <a:pt x="66649" y="14010"/>
                  <a:pt x="66649" y="12273"/>
                </a:cubicBezTo>
                <a:close/>
                <a:moveTo>
                  <a:pt x="84711" y="12095"/>
                </a:moveTo>
                <a:cubicBezTo>
                  <a:pt x="84711" y="13212"/>
                  <a:pt x="84551" y="14233"/>
                  <a:pt x="84232" y="15157"/>
                </a:cubicBezTo>
                <a:cubicBezTo>
                  <a:pt x="83912" y="16081"/>
                  <a:pt x="83461" y="16864"/>
                  <a:pt x="82878" y="17505"/>
                </a:cubicBezTo>
                <a:cubicBezTo>
                  <a:pt x="82337" y="18113"/>
                  <a:pt x="81699" y="18584"/>
                  <a:pt x="80965" y="18916"/>
                </a:cubicBezTo>
                <a:cubicBezTo>
                  <a:pt x="80231" y="19249"/>
                  <a:pt x="79454" y="19415"/>
                  <a:pt x="78633" y="19415"/>
                </a:cubicBezTo>
                <a:cubicBezTo>
                  <a:pt x="77920" y="19415"/>
                  <a:pt x="77274" y="19337"/>
                  <a:pt x="76696" y="19181"/>
                </a:cubicBezTo>
                <a:cubicBezTo>
                  <a:pt x="76117" y="19025"/>
                  <a:pt x="75529" y="18783"/>
                  <a:pt x="74930" y="18454"/>
                </a:cubicBezTo>
                <a:lnTo>
                  <a:pt x="74930" y="24214"/>
                </a:lnTo>
                <a:lnTo>
                  <a:pt x="72617" y="24214"/>
                </a:lnTo>
                <a:lnTo>
                  <a:pt x="72617" y="5389"/>
                </a:lnTo>
                <a:lnTo>
                  <a:pt x="74930" y="5389"/>
                </a:lnTo>
                <a:lnTo>
                  <a:pt x="74930" y="6819"/>
                </a:lnTo>
                <a:cubicBezTo>
                  <a:pt x="75545" y="6302"/>
                  <a:pt x="76236" y="5869"/>
                  <a:pt x="77003" y="5519"/>
                </a:cubicBezTo>
                <a:cubicBezTo>
                  <a:pt x="77770" y="5170"/>
                  <a:pt x="78588" y="4995"/>
                  <a:pt x="79458" y="4995"/>
                </a:cubicBezTo>
                <a:cubicBezTo>
                  <a:pt x="81115" y="4995"/>
                  <a:pt x="82404" y="5622"/>
                  <a:pt x="83327" y="6875"/>
                </a:cubicBezTo>
                <a:cubicBezTo>
                  <a:pt x="84250" y="8128"/>
                  <a:pt x="84711" y="9868"/>
                  <a:pt x="84711" y="12095"/>
                </a:cubicBezTo>
                <a:moveTo>
                  <a:pt x="82324" y="12156"/>
                </a:moveTo>
                <a:cubicBezTo>
                  <a:pt x="82324" y="10499"/>
                  <a:pt x="82041" y="9261"/>
                  <a:pt x="81476" y="8440"/>
                </a:cubicBezTo>
                <a:cubicBezTo>
                  <a:pt x="80910" y="7620"/>
                  <a:pt x="80040" y="7210"/>
                  <a:pt x="78867" y="7210"/>
                </a:cubicBezTo>
                <a:cubicBezTo>
                  <a:pt x="78203" y="7210"/>
                  <a:pt x="77534" y="7354"/>
                  <a:pt x="76862" y="7641"/>
                </a:cubicBezTo>
                <a:cubicBezTo>
                  <a:pt x="76189" y="7928"/>
                  <a:pt x="75545" y="8305"/>
                  <a:pt x="74930" y="8773"/>
                </a:cubicBezTo>
                <a:lnTo>
                  <a:pt x="74930" y="16561"/>
                </a:lnTo>
                <a:cubicBezTo>
                  <a:pt x="75586" y="16856"/>
                  <a:pt x="76150" y="17057"/>
                  <a:pt x="76622" y="17164"/>
                </a:cubicBezTo>
                <a:cubicBezTo>
                  <a:pt x="77093" y="17270"/>
                  <a:pt x="77629" y="17324"/>
                  <a:pt x="78227" y="17324"/>
                </a:cubicBezTo>
                <a:cubicBezTo>
                  <a:pt x="79515" y="17324"/>
                  <a:pt x="80520" y="16889"/>
                  <a:pt x="81242" y="16020"/>
                </a:cubicBezTo>
                <a:cubicBezTo>
                  <a:pt x="81964" y="15150"/>
                  <a:pt x="82324" y="13862"/>
                  <a:pt x="82324" y="12156"/>
                </a:cubicBezTo>
                <a:close/>
                <a:moveTo>
                  <a:pt x="95452" y="19024"/>
                </a:moveTo>
                <a:cubicBezTo>
                  <a:pt x="95018" y="19138"/>
                  <a:pt x="94544" y="19232"/>
                  <a:pt x="94031" y="19305"/>
                </a:cubicBezTo>
                <a:cubicBezTo>
                  <a:pt x="93519" y="19379"/>
                  <a:pt x="93061" y="19415"/>
                  <a:pt x="92659" y="19415"/>
                </a:cubicBezTo>
                <a:cubicBezTo>
                  <a:pt x="91257" y="19415"/>
                  <a:pt x="90190" y="19038"/>
                  <a:pt x="89460" y="18282"/>
                </a:cubicBezTo>
                <a:cubicBezTo>
                  <a:pt x="88730" y="17527"/>
                  <a:pt x="88365" y="16316"/>
                  <a:pt x="88365" y="14649"/>
                </a:cubicBezTo>
                <a:lnTo>
                  <a:pt x="88365" y="7333"/>
                </a:lnTo>
                <a:lnTo>
                  <a:pt x="86803" y="7333"/>
                </a:lnTo>
                <a:lnTo>
                  <a:pt x="86803" y="5389"/>
                </a:lnTo>
                <a:lnTo>
                  <a:pt x="88365" y="5389"/>
                </a:lnTo>
                <a:lnTo>
                  <a:pt x="88365" y="1427"/>
                </a:lnTo>
                <a:lnTo>
                  <a:pt x="90678" y="1427"/>
                </a:lnTo>
                <a:lnTo>
                  <a:pt x="90678" y="5389"/>
                </a:lnTo>
                <a:lnTo>
                  <a:pt x="95452" y="5389"/>
                </a:lnTo>
                <a:lnTo>
                  <a:pt x="95452" y="7333"/>
                </a:lnTo>
                <a:lnTo>
                  <a:pt x="90678" y="7333"/>
                </a:lnTo>
                <a:lnTo>
                  <a:pt x="90678" y="13611"/>
                </a:lnTo>
                <a:cubicBezTo>
                  <a:pt x="90678" y="14335"/>
                  <a:pt x="90695" y="14900"/>
                  <a:pt x="90728" y="15307"/>
                </a:cubicBezTo>
                <a:cubicBezTo>
                  <a:pt x="90760" y="15714"/>
                  <a:pt x="90875" y="16094"/>
                  <a:pt x="91072" y="16448"/>
                </a:cubicBezTo>
                <a:cubicBezTo>
                  <a:pt x="91253" y="16777"/>
                  <a:pt x="91501" y="17017"/>
                  <a:pt x="91817" y="17170"/>
                </a:cubicBezTo>
                <a:cubicBezTo>
                  <a:pt x="92132" y="17322"/>
                  <a:pt x="92614" y="17398"/>
                  <a:pt x="93262" y="17398"/>
                </a:cubicBezTo>
                <a:cubicBezTo>
                  <a:pt x="93640" y="17398"/>
                  <a:pt x="94033" y="17342"/>
                  <a:pt x="94443" y="17231"/>
                </a:cubicBezTo>
                <a:cubicBezTo>
                  <a:pt x="94854" y="17121"/>
                  <a:pt x="95149" y="17028"/>
                  <a:pt x="95329" y="16955"/>
                </a:cubicBezTo>
                <a:lnTo>
                  <a:pt x="95452" y="16955"/>
                </a:lnTo>
                <a:lnTo>
                  <a:pt x="95452" y="19024"/>
                </a:lnTo>
                <a:close/>
                <a:moveTo>
                  <a:pt x="109749" y="12501"/>
                </a:moveTo>
                <a:lnTo>
                  <a:pt x="99623" y="12501"/>
                </a:lnTo>
                <a:cubicBezTo>
                  <a:pt x="99623" y="13348"/>
                  <a:pt x="99751" y="14086"/>
                  <a:pt x="100005" y="14715"/>
                </a:cubicBezTo>
                <a:cubicBezTo>
                  <a:pt x="100259" y="15344"/>
                  <a:pt x="100608" y="15860"/>
                  <a:pt x="101051" y="16262"/>
                </a:cubicBezTo>
                <a:cubicBezTo>
                  <a:pt x="101477" y="16657"/>
                  <a:pt x="101984" y="16953"/>
                  <a:pt x="102570" y="17151"/>
                </a:cubicBezTo>
                <a:cubicBezTo>
                  <a:pt x="103157" y="17348"/>
                  <a:pt x="103803" y="17447"/>
                  <a:pt x="104508" y="17447"/>
                </a:cubicBezTo>
                <a:cubicBezTo>
                  <a:pt x="105443" y="17447"/>
                  <a:pt x="106384" y="17259"/>
                  <a:pt x="107332" y="16883"/>
                </a:cubicBezTo>
                <a:cubicBezTo>
                  <a:pt x="108279" y="16507"/>
                  <a:pt x="108954" y="16137"/>
                  <a:pt x="109356" y="15773"/>
                </a:cubicBezTo>
                <a:lnTo>
                  <a:pt x="109479" y="15773"/>
                </a:lnTo>
                <a:lnTo>
                  <a:pt x="109479" y="18304"/>
                </a:lnTo>
                <a:cubicBezTo>
                  <a:pt x="108700" y="18633"/>
                  <a:pt x="107904" y="18909"/>
                  <a:pt x="107092" y="19131"/>
                </a:cubicBezTo>
                <a:cubicBezTo>
                  <a:pt x="106280" y="19353"/>
                  <a:pt x="105427" y="19465"/>
                  <a:pt x="104533" y="19465"/>
                </a:cubicBezTo>
                <a:cubicBezTo>
                  <a:pt x="102252" y="19465"/>
                  <a:pt x="100472" y="18846"/>
                  <a:pt x="99193" y="17610"/>
                </a:cubicBezTo>
                <a:cubicBezTo>
                  <a:pt x="97913" y="16373"/>
                  <a:pt x="97273" y="14617"/>
                  <a:pt x="97273" y="12341"/>
                </a:cubicBezTo>
                <a:cubicBezTo>
                  <a:pt x="97273" y="10090"/>
                  <a:pt x="97887" y="8303"/>
                  <a:pt x="99113" y="6980"/>
                </a:cubicBezTo>
                <a:cubicBezTo>
                  <a:pt x="100339" y="5657"/>
                  <a:pt x="101953" y="4995"/>
                  <a:pt x="103954" y="4995"/>
                </a:cubicBezTo>
                <a:cubicBezTo>
                  <a:pt x="105808" y="4995"/>
                  <a:pt x="107237" y="5538"/>
                  <a:pt x="108242" y="6622"/>
                </a:cubicBezTo>
                <a:cubicBezTo>
                  <a:pt x="109247" y="7707"/>
                  <a:pt x="109749" y="9247"/>
                  <a:pt x="109749" y="11244"/>
                </a:cubicBezTo>
                <a:lnTo>
                  <a:pt x="109749" y="12501"/>
                </a:lnTo>
                <a:moveTo>
                  <a:pt x="107498" y="10729"/>
                </a:moveTo>
                <a:cubicBezTo>
                  <a:pt x="107490" y="9515"/>
                  <a:pt x="107184" y="8576"/>
                  <a:pt x="106581" y="7911"/>
                </a:cubicBezTo>
                <a:cubicBezTo>
                  <a:pt x="105978" y="7247"/>
                  <a:pt x="105062" y="6915"/>
                  <a:pt x="103831" y="6915"/>
                </a:cubicBezTo>
                <a:cubicBezTo>
                  <a:pt x="102593" y="6915"/>
                  <a:pt x="101606" y="7280"/>
                  <a:pt x="100872" y="8010"/>
                </a:cubicBezTo>
                <a:cubicBezTo>
                  <a:pt x="100138" y="8740"/>
                  <a:pt x="99722" y="9646"/>
                  <a:pt x="99623" y="10729"/>
                </a:cubicBezTo>
                <a:lnTo>
                  <a:pt x="107498" y="10729"/>
                </a:lnTo>
                <a:close/>
                <a:moveTo>
                  <a:pt x="121832" y="7899"/>
                </a:moveTo>
                <a:lnTo>
                  <a:pt x="121709" y="7899"/>
                </a:lnTo>
                <a:cubicBezTo>
                  <a:pt x="121364" y="7821"/>
                  <a:pt x="121030" y="7765"/>
                  <a:pt x="120706" y="7730"/>
                </a:cubicBezTo>
                <a:cubicBezTo>
                  <a:pt x="120382" y="7695"/>
                  <a:pt x="119998" y="7678"/>
                  <a:pt x="119555" y="7678"/>
                </a:cubicBezTo>
                <a:cubicBezTo>
                  <a:pt x="118842" y="7678"/>
                  <a:pt x="118153" y="7836"/>
                  <a:pt x="117488" y="8152"/>
                </a:cubicBezTo>
                <a:cubicBezTo>
                  <a:pt x="116824" y="8468"/>
                  <a:pt x="116184" y="8877"/>
                  <a:pt x="115569" y="9377"/>
                </a:cubicBezTo>
                <a:lnTo>
                  <a:pt x="115569" y="19145"/>
                </a:lnTo>
                <a:lnTo>
                  <a:pt x="113256" y="19145"/>
                </a:lnTo>
                <a:lnTo>
                  <a:pt x="113256" y="5389"/>
                </a:lnTo>
                <a:lnTo>
                  <a:pt x="115569" y="5389"/>
                </a:lnTo>
                <a:lnTo>
                  <a:pt x="115569" y="7421"/>
                </a:lnTo>
                <a:cubicBezTo>
                  <a:pt x="116488" y="6682"/>
                  <a:pt x="117298" y="6159"/>
                  <a:pt x="117999" y="5851"/>
                </a:cubicBezTo>
                <a:cubicBezTo>
                  <a:pt x="118700" y="5543"/>
                  <a:pt x="119416" y="5389"/>
                  <a:pt x="120146" y="5389"/>
                </a:cubicBezTo>
                <a:cubicBezTo>
                  <a:pt x="120548" y="5389"/>
                  <a:pt x="120839" y="5399"/>
                  <a:pt x="121020" y="5420"/>
                </a:cubicBezTo>
                <a:cubicBezTo>
                  <a:pt x="121200" y="5440"/>
                  <a:pt x="121471" y="5479"/>
                  <a:pt x="121832" y="5536"/>
                </a:cubicBezTo>
                <a:lnTo>
                  <a:pt x="121832" y="7899"/>
                </a:lnTo>
                <a:close/>
                <a:moveTo>
                  <a:pt x="134689" y="19145"/>
                </a:moveTo>
                <a:lnTo>
                  <a:pt x="132388" y="19145"/>
                </a:lnTo>
                <a:lnTo>
                  <a:pt x="132388" y="17691"/>
                </a:lnTo>
                <a:cubicBezTo>
                  <a:pt x="132183" y="17830"/>
                  <a:pt x="131906" y="18025"/>
                  <a:pt x="131558" y="18276"/>
                </a:cubicBezTo>
                <a:cubicBezTo>
                  <a:pt x="131209" y="18526"/>
                  <a:pt x="130871" y="18725"/>
                  <a:pt x="130542" y="18873"/>
                </a:cubicBezTo>
                <a:cubicBezTo>
                  <a:pt x="130157" y="19062"/>
                  <a:pt x="129714" y="19220"/>
                  <a:pt x="129214" y="19347"/>
                </a:cubicBezTo>
                <a:cubicBezTo>
                  <a:pt x="128713" y="19475"/>
                  <a:pt x="128127" y="19538"/>
                  <a:pt x="127454" y="19538"/>
                </a:cubicBezTo>
                <a:cubicBezTo>
                  <a:pt x="126216" y="19538"/>
                  <a:pt x="125166" y="19128"/>
                  <a:pt x="124304" y="18306"/>
                </a:cubicBezTo>
                <a:cubicBezTo>
                  <a:pt x="123443" y="17485"/>
                  <a:pt x="123013" y="16438"/>
                  <a:pt x="123013" y="15165"/>
                </a:cubicBezTo>
                <a:cubicBezTo>
                  <a:pt x="123013" y="14122"/>
                  <a:pt x="123236" y="13278"/>
                  <a:pt x="123683" y="12633"/>
                </a:cubicBezTo>
                <a:cubicBezTo>
                  <a:pt x="124130" y="11988"/>
                  <a:pt x="124768" y="11481"/>
                  <a:pt x="125596" y="11112"/>
                </a:cubicBezTo>
                <a:cubicBezTo>
                  <a:pt x="126433" y="10742"/>
                  <a:pt x="127438" y="10492"/>
                  <a:pt x="128611" y="10360"/>
                </a:cubicBezTo>
                <a:cubicBezTo>
                  <a:pt x="129784" y="10229"/>
                  <a:pt x="131043" y="10130"/>
                  <a:pt x="132388" y="10064"/>
                </a:cubicBezTo>
                <a:lnTo>
                  <a:pt x="132388" y="9705"/>
                </a:lnTo>
                <a:cubicBezTo>
                  <a:pt x="132388" y="9175"/>
                  <a:pt x="132296" y="8737"/>
                  <a:pt x="132111" y="8390"/>
                </a:cubicBezTo>
                <a:cubicBezTo>
                  <a:pt x="131927" y="8042"/>
                  <a:pt x="131662" y="7769"/>
                  <a:pt x="131318" y="7571"/>
                </a:cubicBezTo>
                <a:cubicBezTo>
                  <a:pt x="130989" y="7380"/>
                  <a:pt x="130596" y="7252"/>
                  <a:pt x="130136" y="7186"/>
                </a:cubicBezTo>
                <a:cubicBezTo>
                  <a:pt x="129677" y="7120"/>
                  <a:pt x="129197" y="7087"/>
                  <a:pt x="128697" y="7087"/>
                </a:cubicBezTo>
                <a:cubicBezTo>
                  <a:pt x="128090" y="7087"/>
                  <a:pt x="127413" y="7169"/>
                  <a:pt x="126667" y="7333"/>
                </a:cubicBezTo>
                <a:cubicBezTo>
                  <a:pt x="125920" y="7497"/>
                  <a:pt x="125149" y="7735"/>
                  <a:pt x="124354" y="8047"/>
                </a:cubicBezTo>
                <a:lnTo>
                  <a:pt x="124231" y="8047"/>
                </a:lnTo>
                <a:lnTo>
                  <a:pt x="124231" y="5697"/>
                </a:lnTo>
                <a:cubicBezTo>
                  <a:pt x="124682" y="5574"/>
                  <a:pt x="125334" y="5438"/>
                  <a:pt x="126187" y="5291"/>
                </a:cubicBezTo>
                <a:cubicBezTo>
                  <a:pt x="127040" y="5143"/>
                  <a:pt x="127881" y="5069"/>
                  <a:pt x="128709" y="5069"/>
                </a:cubicBezTo>
                <a:cubicBezTo>
                  <a:pt x="129677" y="5069"/>
                  <a:pt x="130520" y="5149"/>
                  <a:pt x="131238" y="5309"/>
                </a:cubicBezTo>
                <a:cubicBezTo>
                  <a:pt x="131955" y="5469"/>
                  <a:pt x="132577" y="5742"/>
                  <a:pt x="133102" y="6127"/>
                </a:cubicBezTo>
                <a:cubicBezTo>
                  <a:pt x="133618" y="6505"/>
                  <a:pt x="134012" y="6993"/>
                  <a:pt x="134283" y="7591"/>
                </a:cubicBezTo>
                <a:cubicBezTo>
                  <a:pt x="134553" y="8190"/>
                  <a:pt x="134689" y="8933"/>
                  <a:pt x="134689" y="9818"/>
                </a:cubicBezTo>
                <a:lnTo>
                  <a:pt x="134689" y="19145"/>
                </a:lnTo>
                <a:moveTo>
                  <a:pt x="132388" y="15778"/>
                </a:moveTo>
                <a:lnTo>
                  <a:pt x="132388" y="11935"/>
                </a:lnTo>
                <a:cubicBezTo>
                  <a:pt x="131683" y="11976"/>
                  <a:pt x="130852" y="12038"/>
                  <a:pt x="129896" y="12120"/>
                </a:cubicBezTo>
                <a:cubicBezTo>
                  <a:pt x="128941" y="12203"/>
                  <a:pt x="128184" y="12322"/>
                  <a:pt x="127626" y="12478"/>
                </a:cubicBezTo>
                <a:cubicBezTo>
                  <a:pt x="126962" y="12668"/>
                  <a:pt x="126425" y="12963"/>
                  <a:pt x="126015" y="13362"/>
                </a:cubicBezTo>
                <a:cubicBezTo>
                  <a:pt x="125605" y="13762"/>
                  <a:pt x="125399" y="14312"/>
                  <a:pt x="125399" y="15012"/>
                </a:cubicBezTo>
                <a:cubicBezTo>
                  <a:pt x="125399" y="15803"/>
                  <a:pt x="125637" y="16398"/>
                  <a:pt x="126113" y="16798"/>
                </a:cubicBezTo>
                <a:cubicBezTo>
                  <a:pt x="126589" y="17198"/>
                  <a:pt x="127315" y="17398"/>
                  <a:pt x="128291" y="17398"/>
                </a:cubicBezTo>
                <a:cubicBezTo>
                  <a:pt x="129103" y="17398"/>
                  <a:pt x="129845" y="17239"/>
                  <a:pt x="130518" y="16922"/>
                </a:cubicBezTo>
                <a:cubicBezTo>
                  <a:pt x="131190" y="16605"/>
                  <a:pt x="131814" y="16223"/>
                  <a:pt x="132388" y="1577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C88C4B-11A6-4E47-AAAE-9D330BE24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1" y="2362467"/>
            <a:ext cx="127007" cy="98684"/>
          </a:xfrm>
          <a:custGeom xmlns:a="http://schemas.openxmlformats.org/drawingml/2006/main">
            <a:pathLst>
              <a:path w="127007" h="98684">
                <a:moveTo>
                  <a:pt x="0" y="0"/>
                </a:moveTo>
                <a:lnTo>
                  <a:pt x="127007" y="0"/>
                </a:lnTo>
                <a:lnTo>
                  <a:pt x="127007" y="98684"/>
                </a:lnTo>
                <a:lnTo>
                  <a:pt x="0" y="98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58FB6-9C21-407A-8D68-60A8ACFD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0" y="2362470"/>
            <a:ext cx="127007" cy="98681"/>
          </a:xfrm>
          <a:custGeom xmlns:a="http://schemas.openxmlformats.org/drawingml/2006/main">
            <a:pathLst>
              <a:path w="127007" h="98681" fill="none">
                <a:moveTo>
                  <a:pt x="0" y="0"/>
                </a:moveTo>
                <a:lnTo>
                  <a:pt x="127007" y="0"/>
                </a:lnTo>
                <a:lnTo>
                  <a:pt x="127007" y="98681"/>
                </a:lnTo>
                <a:lnTo>
                  <a:pt x="0" y="98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29" name="Text Mantodea">
            <a:extLst xmlns:a="http://schemas.openxmlformats.org/drawingml/2006/main">
              <a:ext uri="{FF2B5EF4-FFF2-40B4-BE49-F238E27FC236}">
                <a16:creationId xmlns:a16="http://schemas.microsoft.com/office/drawing/2014/main" id="{D406C0A6-4CE3-44E2-A932-3767FF12F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3417" y="2364330"/>
            <a:ext cx="35340" cy="5815"/>
          </a:xfrm>
          <a:custGeom xmlns:a="http://schemas.openxmlformats.org/drawingml/2006/main">
            <a:pathLst>
              <a:path w="35340" h="5815">
                <a:moveTo>
                  <a:pt x="4856" y="5698"/>
                </a:moveTo>
                <a:lnTo>
                  <a:pt x="4131" y="5698"/>
                </a:lnTo>
                <a:lnTo>
                  <a:pt x="4131" y="997"/>
                </a:lnTo>
                <a:lnTo>
                  <a:pt x="2615" y="4196"/>
                </a:lnTo>
                <a:lnTo>
                  <a:pt x="2182" y="4196"/>
                </a:lnTo>
                <a:lnTo>
                  <a:pt x="677" y="997"/>
                </a:lnTo>
                <a:lnTo>
                  <a:pt x="677" y="5698"/>
                </a:lnTo>
                <a:lnTo>
                  <a:pt x="0" y="5698"/>
                </a:lnTo>
                <a:lnTo>
                  <a:pt x="0" y="242"/>
                </a:lnTo>
                <a:lnTo>
                  <a:pt x="989" y="242"/>
                </a:lnTo>
                <a:lnTo>
                  <a:pt x="2442" y="3280"/>
                </a:lnTo>
                <a:lnTo>
                  <a:pt x="3849" y="242"/>
                </a:lnTo>
                <a:lnTo>
                  <a:pt x="4856" y="242"/>
                </a:lnTo>
                <a:lnTo>
                  <a:pt x="4856" y="5698"/>
                </a:lnTo>
                <a:close/>
                <a:moveTo>
                  <a:pt x="9444" y="5698"/>
                </a:moveTo>
                <a:lnTo>
                  <a:pt x="8760" y="5698"/>
                </a:lnTo>
                <a:lnTo>
                  <a:pt x="8760" y="5265"/>
                </a:lnTo>
                <a:cubicBezTo>
                  <a:pt x="8698" y="5307"/>
                  <a:pt x="8616" y="5365"/>
                  <a:pt x="8512" y="5439"/>
                </a:cubicBezTo>
                <a:cubicBezTo>
                  <a:pt x="8409" y="5514"/>
                  <a:pt x="8308" y="5573"/>
                  <a:pt x="8210" y="5617"/>
                </a:cubicBezTo>
                <a:cubicBezTo>
                  <a:pt x="8096" y="5673"/>
                  <a:pt x="7964" y="5720"/>
                  <a:pt x="7815" y="5758"/>
                </a:cubicBezTo>
                <a:cubicBezTo>
                  <a:pt x="7666" y="5796"/>
                  <a:pt x="7491" y="5815"/>
                  <a:pt x="7291" y="5815"/>
                </a:cubicBezTo>
                <a:cubicBezTo>
                  <a:pt x="6922" y="5815"/>
                  <a:pt x="6610" y="5693"/>
                  <a:pt x="6354" y="5448"/>
                </a:cubicBezTo>
                <a:cubicBezTo>
                  <a:pt x="6097" y="5204"/>
                  <a:pt x="5969" y="4892"/>
                  <a:pt x="5969" y="4513"/>
                </a:cubicBezTo>
                <a:cubicBezTo>
                  <a:pt x="5969" y="4203"/>
                  <a:pt x="6036" y="3952"/>
                  <a:pt x="6169" y="3760"/>
                </a:cubicBezTo>
                <a:cubicBezTo>
                  <a:pt x="6302" y="3568"/>
                  <a:pt x="6492" y="3417"/>
                  <a:pt x="6738" y="3307"/>
                </a:cubicBezTo>
                <a:cubicBezTo>
                  <a:pt x="6987" y="3197"/>
                  <a:pt x="7286" y="3123"/>
                  <a:pt x="7635" y="3083"/>
                </a:cubicBezTo>
                <a:cubicBezTo>
                  <a:pt x="7984" y="3044"/>
                  <a:pt x="8359" y="3015"/>
                  <a:pt x="8760" y="2995"/>
                </a:cubicBezTo>
                <a:lnTo>
                  <a:pt x="8760" y="2888"/>
                </a:lnTo>
                <a:cubicBezTo>
                  <a:pt x="8760" y="2731"/>
                  <a:pt x="8732" y="2600"/>
                  <a:pt x="8677" y="2497"/>
                </a:cubicBezTo>
                <a:cubicBezTo>
                  <a:pt x="8622" y="2394"/>
                  <a:pt x="8543" y="2312"/>
                  <a:pt x="8441" y="2253"/>
                </a:cubicBezTo>
                <a:cubicBezTo>
                  <a:pt x="8343" y="2197"/>
                  <a:pt x="8226" y="2158"/>
                  <a:pt x="8089" y="2139"/>
                </a:cubicBezTo>
                <a:cubicBezTo>
                  <a:pt x="7953" y="2119"/>
                  <a:pt x="7810" y="2109"/>
                  <a:pt x="7661" y="2109"/>
                </a:cubicBezTo>
                <a:cubicBezTo>
                  <a:pt x="7480" y="2109"/>
                  <a:pt x="7279" y="2134"/>
                  <a:pt x="7057" y="2183"/>
                </a:cubicBezTo>
                <a:cubicBezTo>
                  <a:pt x="6835" y="2231"/>
                  <a:pt x="6605" y="2302"/>
                  <a:pt x="6368" y="2395"/>
                </a:cubicBezTo>
                <a:lnTo>
                  <a:pt x="6332" y="2395"/>
                </a:lnTo>
                <a:lnTo>
                  <a:pt x="6332" y="1695"/>
                </a:lnTo>
                <a:cubicBezTo>
                  <a:pt x="6466" y="1659"/>
                  <a:pt x="6660" y="1619"/>
                  <a:pt x="6914" y="1575"/>
                </a:cubicBezTo>
                <a:cubicBezTo>
                  <a:pt x="7168" y="1531"/>
                  <a:pt x="7418" y="1509"/>
                  <a:pt x="7665" y="1509"/>
                </a:cubicBezTo>
                <a:cubicBezTo>
                  <a:pt x="7953" y="1509"/>
                  <a:pt x="8204" y="1532"/>
                  <a:pt x="8417" y="1580"/>
                </a:cubicBezTo>
                <a:cubicBezTo>
                  <a:pt x="8631" y="1628"/>
                  <a:pt x="8816" y="1709"/>
                  <a:pt x="8972" y="1824"/>
                </a:cubicBezTo>
                <a:cubicBezTo>
                  <a:pt x="9126" y="1936"/>
                  <a:pt x="9243" y="2081"/>
                  <a:pt x="9323" y="2259"/>
                </a:cubicBezTo>
                <a:cubicBezTo>
                  <a:pt x="9404" y="2438"/>
                  <a:pt x="9444" y="2658"/>
                  <a:pt x="9444" y="2922"/>
                </a:cubicBezTo>
                <a:lnTo>
                  <a:pt x="9444" y="5698"/>
                </a:lnTo>
                <a:moveTo>
                  <a:pt x="8760" y="4696"/>
                </a:moveTo>
                <a:lnTo>
                  <a:pt x="8760" y="3552"/>
                </a:lnTo>
                <a:cubicBezTo>
                  <a:pt x="8550" y="3564"/>
                  <a:pt x="8302" y="3583"/>
                  <a:pt x="8018" y="3607"/>
                </a:cubicBezTo>
                <a:cubicBezTo>
                  <a:pt x="7734" y="3632"/>
                  <a:pt x="7508" y="3667"/>
                  <a:pt x="7342" y="3714"/>
                </a:cubicBezTo>
                <a:cubicBezTo>
                  <a:pt x="7145" y="3770"/>
                  <a:pt x="6985" y="3858"/>
                  <a:pt x="6863" y="3977"/>
                </a:cubicBezTo>
                <a:cubicBezTo>
                  <a:pt x="6741" y="4096"/>
                  <a:pt x="6680" y="4259"/>
                  <a:pt x="6680" y="4468"/>
                </a:cubicBezTo>
                <a:cubicBezTo>
                  <a:pt x="6680" y="4703"/>
                  <a:pt x="6750" y="4881"/>
                  <a:pt x="6892" y="4999"/>
                </a:cubicBezTo>
                <a:cubicBezTo>
                  <a:pt x="7034" y="5118"/>
                  <a:pt x="7250" y="5178"/>
                  <a:pt x="7540" y="5178"/>
                </a:cubicBezTo>
                <a:cubicBezTo>
                  <a:pt x="7782" y="5178"/>
                  <a:pt x="8003" y="5131"/>
                  <a:pt x="8203" y="5036"/>
                </a:cubicBezTo>
                <a:cubicBezTo>
                  <a:pt x="8403" y="4942"/>
                  <a:pt x="8589" y="4828"/>
                  <a:pt x="8760" y="4696"/>
                </a:cubicBezTo>
                <a:close/>
                <a:moveTo>
                  <a:pt x="14190" y="5698"/>
                </a:moveTo>
                <a:lnTo>
                  <a:pt x="13502" y="5698"/>
                </a:lnTo>
                <a:lnTo>
                  <a:pt x="13502" y="3366"/>
                </a:lnTo>
                <a:cubicBezTo>
                  <a:pt x="13502" y="3178"/>
                  <a:pt x="13491" y="3002"/>
                  <a:pt x="13469" y="2837"/>
                </a:cubicBezTo>
                <a:cubicBezTo>
                  <a:pt x="13447" y="2672"/>
                  <a:pt x="13406" y="2543"/>
                  <a:pt x="13348" y="2450"/>
                </a:cubicBezTo>
                <a:cubicBezTo>
                  <a:pt x="13287" y="2347"/>
                  <a:pt x="13199" y="2271"/>
                  <a:pt x="13084" y="2221"/>
                </a:cubicBezTo>
                <a:cubicBezTo>
                  <a:pt x="12969" y="2171"/>
                  <a:pt x="12820" y="2146"/>
                  <a:pt x="12637" y="2146"/>
                </a:cubicBezTo>
                <a:cubicBezTo>
                  <a:pt x="12449" y="2146"/>
                  <a:pt x="12253" y="2192"/>
                  <a:pt x="12048" y="2285"/>
                </a:cubicBezTo>
                <a:cubicBezTo>
                  <a:pt x="11843" y="2378"/>
                  <a:pt x="11646" y="2497"/>
                  <a:pt x="11458" y="2641"/>
                </a:cubicBezTo>
                <a:lnTo>
                  <a:pt x="11458" y="5698"/>
                </a:lnTo>
                <a:lnTo>
                  <a:pt x="10770" y="5698"/>
                </a:lnTo>
                <a:lnTo>
                  <a:pt x="10770" y="1604"/>
                </a:lnTo>
                <a:lnTo>
                  <a:pt x="11458" y="1604"/>
                </a:lnTo>
                <a:lnTo>
                  <a:pt x="11458" y="2055"/>
                </a:lnTo>
                <a:cubicBezTo>
                  <a:pt x="11673" y="1877"/>
                  <a:pt x="11895" y="1737"/>
                  <a:pt x="12125" y="1637"/>
                </a:cubicBezTo>
                <a:cubicBezTo>
                  <a:pt x="12354" y="1537"/>
                  <a:pt x="12590" y="1487"/>
                  <a:pt x="12831" y="1487"/>
                </a:cubicBezTo>
                <a:cubicBezTo>
                  <a:pt x="13273" y="1487"/>
                  <a:pt x="13610" y="1620"/>
                  <a:pt x="13842" y="1887"/>
                </a:cubicBezTo>
                <a:cubicBezTo>
                  <a:pt x="14074" y="2153"/>
                  <a:pt x="14190" y="2537"/>
                  <a:pt x="14190" y="3038"/>
                </a:cubicBezTo>
                <a:lnTo>
                  <a:pt x="14190" y="5698"/>
                </a:lnTo>
                <a:close/>
                <a:moveTo>
                  <a:pt x="17639" y="5662"/>
                </a:moveTo>
                <a:cubicBezTo>
                  <a:pt x="17510" y="5696"/>
                  <a:pt x="17369" y="5724"/>
                  <a:pt x="17216" y="5746"/>
                </a:cubicBezTo>
                <a:cubicBezTo>
                  <a:pt x="17064" y="5767"/>
                  <a:pt x="16928" y="5778"/>
                  <a:pt x="16808" y="5778"/>
                </a:cubicBezTo>
                <a:cubicBezTo>
                  <a:pt x="16391" y="5778"/>
                  <a:pt x="16073" y="5666"/>
                  <a:pt x="15856" y="5441"/>
                </a:cubicBezTo>
                <a:cubicBezTo>
                  <a:pt x="15639" y="5216"/>
                  <a:pt x="15530" y="4856"/>
                  <a:pt x="15530" y="4360"/>
                </a:cubicBezTo>
                <a:lnTo>
                  <a:pt x="15530" y="2182"/>
                </a:lnTo>
                <a:lnTo>
                  <a:pt x="15065" y="2182"/>
                </a:lnTo>
                <a:lnTo>
                  <a:pt x="15065" y="1604"/>
                </a:lnTo>
                <a:lnTo>
                  <a:pt x="15530" y="1604"/>
                </a:lnTo>
                <a:lnTo>
                  <a:pt x="15530" y="425"/>
                </a:lnTo>
                <a:lnTo>
                  <a:pt x="16219" y="425"/>
                </a:lnTo>
                <a:lnTo>
                  <a:pt x="16219" y="1604"/>
                </a:lnTo>
                <a:lnTo>
                  <a:pt x="17639" y="1604"/>
                </a:lnTo>
                <a:lnTo>
                  <a:pt x="17639" y="2182"/>
                </a:lnTo>
                <a:lnTo>
                  <a:pt x="16219" y="2182"/>
                </a:lnTo>
                <a:lnTo>
                  <a:pt x="16219" y="4051"/>
                </a:lnTo>
                <a:cubicBezTo>
                  <a:pt x="16219" y="4266"/>
                  <a:pt x="16223" y="4435"/>
                  <a:pt x="16233" y="4556"/>
                </a:cubicBezTo>
                <a:cubicBezTo>
                  <a:pt x="16243" y="4677"/>
                  <a:pt x="16277" y="4790"/>
                  <a:pt x="16336" y="4895"/>
                </a:cubicBezTo>
                <a:cubicBezTo>
                  <a:pt x="16389" y="4993"/>
                  <a:pt x="16463" y="5065"/>
                  <a:pt x="16557" y="5110"/>
                </a:cubicBezTo>
                <a:cubicBezTo>
                  <a:pt x="16651" y="5155"/>
                  <a:pt x="16795" y="5178"/>
                  <a:pt x="16988" y="5178"/>
                </a:cubicBezTo>
                <a:cubicBezTo>
                  <a:pt x="17100" y="5178"/>
                  <a:pt x="17217" y="5161"/>
                  <a:pt x="17339" y="5128"/>
                </a:cubicBezTo>
                <a:cubicBezTo>
                  <a:pt x="17461" y="5095"/>
                  <a:pt x="17549" y="5068"/>
                  <a:pt x="17603" y="5046"/>
                </a:cubicBezTo>
                <a:lnTo>
                  <a:pt x="17639" y="5046"/>
                </a:lnTo>
                <a:lnTo>
                  <a:pt x="17639" y="5662"/>
                </a:lnTo>
                <a:close/>
                <a:moveTo>
                  <a:pt x="21956" y="3653"/>
                </a:moveTo>
                <a:cubicBezTo>
                  <a:pt x="21956" y="4321"/>
                  <a:pt x="21785" y="4848"/>
                  <a:pt x="21444" y="5235"/>
                </a:cubicBezTo>
                <a:cubicBezTo>
                  <a:pt x="21102" y="5622"/>
                  <a:pt x="20644" y="5815"/>
                  <a:pt x="20070" y="5815"/>
                </a:cubicBezTo>
                <a:cubicBezTo>
                  <a:pt x="19492" y="5815"/>
                  <a:pt x="19032" y="5622"/>
                  <a:pt x="18692" y="5235"/>
                </a:cubicBezTo>
                <a:cubicBezTo>
                  <a:pt x="18351" y="4848"/>
                  <a:pt x="18181" y="4321"/>
                  <a:pt x="18181" y="3653"/>
                </a:cubicBezTo>
                <a:cubicBezTo>
                  <a:pt x="18181" y="2985"/>
                  <a:pt x="18351" y="2457"/>
                  <a:pt x="18692" y="2069"/>
                </a:cubicBezTo>
                <a:cubicBezTo>
                  <a:pt x="19032" y="1681"/>
                  <a:pt x="19492" y="1487"/>
                  <a:pt x="20070" y="1487"/>
                </a:cubicBezTo>
                <a:cubicBezTo>
                  <a:pt x="20644" y="1487"/>
                  <a:pt x="21102" y="1681"/>
                  <a:pt x="21444" y="2069"/>
                </a:cubicBezTo>
                <a:cubicBezTo>
                  <a:pt x="21785" y="2457"/>
                  <a:pt x="21956" y="2985"/>
                  <a:pt x="21956" y="3653"/>
                </a:cubicBezTo>
                <a:moveTo>
                  <a:pt x="21246" y="3653"/>
                </a:moveTo>
                <a:cubicBezTo>
                  <a:pt x="21246" y="3124"/>
                  <a:pt x="21142" y="2730"/>
                  <a:pt x="20935" y="2473"/>
                </a:cubicBezTo>
                <a:cubicBezTo>
                  <a:pt x="20727" y="2216"/>
                  <a:pt x="20439" y="2087"/>
                  <a:pt x="20070" y="2087"/>
                </a:cubicBezTo>
                <a:cubicBezTo>
                  <a:pt x="19697" y="2087"/>
                  <a:pt x="19407" y="2216"/>
                  <a:pt x="19201" y="2473"/>
                </a:cubicBezTo>
                <a:cubicBezTo>
                  <a:pt x="18994" y="2730"/>
                  <a:pt x="18891" y="3124"/>
                  <a:pt x="18891" y="3653"/>
                </a:cubicBezTo>
                <a:cubicBezTo>
                  <a:pt x="18891" y="4165"/>
                  <a:pt x="18995" y="4553"/>
                  <a:pt x="19203" y="4818"/>
                </a:cubicBezTo>
                <a:cubicBezTo>
                  <a:pt x="19410" y="5082"/>
                  <a:pt x="19699" y="5214"/>
                  <a:pt x="20070" y="5214"/>
                </a:cubicBezTo>
                <a:cubicBezTo>
                  <a:pt x="20437" y="5214"/>
                  <a:pt x="20724" y="5083"/>
                  <a:pt x="20933" y="4821"/>
                </a:cubicBezTo>
                <a:cubicBezTo>
                  <a:pt x="21142" y="4559"/>
                  <a:pt x="21246" y="4170"/>
                  <a:pt x="21246" y="3653"/>
                </a:cubicBezTo>
                <a:close/>
                <a:moveTo>
                  <a:pt x="26339" y="5698"/>
                </a:moveTo>
                <a:lnTo>
                  <a:pt x="25651" y="5698"/>
                </a:lnTo>
                <a:lnTo>
                  <a:pt x="25651" y="5272"/>
                </a:lnTo>
                <a:cubicBezTo>
                  <a:pt x="25453" y="5443"/>
                  <a:pt x="25247" y="5576"/>
                  <a:pt x="25032" y="5672"/>
                </a:cubicBezTo>
                <a:cubicBezTo>
                  <a:pt x="24817" y="5767"/>
                  <a:pt x="24584" y="5815"/>
                  <a:pt x="24333" y="5815"/>
                </a:cubicBezTo>
                <a:cubicBezTo>
                  <a:pt x="23844" y="5815"/>
                  <a:pt x="23457" y="5627"/>
                  <a:pt x="23170" y="5250"/>
                </a:cubicBezTo>
                <a:cubicBezTo>
                  <a:pt x="22883" y="4873"/>
                  <a:pt x="22740" y="4350"/>
                  <a:pt x="22740" y="3682"/>
                </a:cubicBezTo>
                <a:cubicBezTo>
                  <a:pt x="22740" y="3335"/>
                  <a:pt x="22789" y="3025"/>
                  <a:pt x="22888" y="2753"/>
                </a:cubicBezTo>
                <a:cubicBezTo>
                  <a:pt x="22987" y="2482"/>
                  <a:pt x="23121" y="2250"/>
                  <a:pt x="23289" y="2059"/>
                </a:cubicBezTo>
                <a:cubicBezTo>
                  <a:pt x="23455" y="1873"/>
                  <a:pt x="23648" y="1732"/>
                  <a:pt x="23869" y="1634"/>
                </a:cubicBezTo>
                <a:cubicBezTo>
                  <a:pt x="24090" y="1536"/>
                  <a:pt x="24319" y="1487"/>
                  <a:pt x="24556" y="1487"/>
                </a:cubicBezTo>
                <a:cubicBezTo>
                  <a:pt x="24771" y="1487"/>
                  <a:pt x="24961" y="1509"/>
                  <a:pt x="25127" y="1555"/>
                </a:cubicBezTo>
                <a:cubicBezTo>
                  <a:pt x="25293" y="1600"/>
                  <a:pt x="25468" y="1670"/>
                  <a:pt x="25651" y="1766"/>
                </a:cubicBezTo>
                <a:lnTo>
                  <a:pt x="25651" y="0"/>
                </a:lnTo>
                <a:lnTo>
                  <a:pt x="26339" y="0"/>
                </a:lnTo>
                <a:lnTo>
                  <a:pt x="26339" y="5698"/>
                </a:lnTo>
                <a:moveTo>
                  <a:pt x="25651" y="4691"/>
                </a:moveTo>
                <a:lnTo>
                  <a:pt x="25651" y="2344"/>
                </a:lnTo>
                <a:cubicBezTo>
                  <a:pt x="25465" y="2261"/>
                  <a:pt x="25299" y="2203"/>
                  <a:pt x="25153" y="2171"/>
                </a:cubicBezTo>
                <a:cubicBezTo>
                  <a:pt x="25006" y="2140"/>
                  <a:pt x="24846" y="2124"/>
                  <a:pt x="24673" y="2124"/>
                </a:cubicBezTo>
                <a:cubicBezTo>
                  <a:pt x="24287" y="2124"/>
                  <a:pt x="23987" y="2258"/>
                  <a:pt x="23772" y="2527"/>
                </a:cubicBezTo>
                <a:cubicBezTo>
                  <a:pt x="23558" y="2795"/>
                  <a:pt x="23450" y="3176"/>
                  <a:pt x="23450" y="3669"/>
                </a:cubicBezTo>
                <a:cubicBezTo>
                  <a:pt x="23450" y="4155"/>
                  <a:pt x="23533" y="4524"/>
                  <a:pt x="23699" y="4777"/>
                </a:cubicBezTo>
                <a:cubicBezTo>
                  <a:pt x="23865" y="5030"/>
                  <a:pt x="24131" y="5156"/>
                  <a:pt x="24497" y="5156"/>
                </a:cubicBezTo>
                <a:cubicBezTo>
                  <a:pt x="24693" y="5156"/>
                  <a:pt x="24890" y="5113"/>
                  <a:pt x="25091" y="5026"/>
                </a:cubicBezTo>
                <a:cubicBezTo>
                  <a:pt x="25291" y="4939"/>
                  <a:pt x="25478" y="4828"/>
                  <a:pt x="25651" y="4691"/>
                </a:cubicBezTo>
                <a:close/>
                <a:moveTo>
                  <a:pt x="31118" y="3720"/>
                </a:moveTo>
                <a:lnTo>
                  <a:pt x="28104" y="3720"/>
                </a:lnTo>
                <a:cubicBezTo>
                  <a:pt x="28104" y="3972"/>
                  <a:pt x="28142" y="4192"/>
                  <a:pt x="28218" y="4379"/>
                </a:cubicBezTo>
                <a:cubicBezTo>
                  <a:pt x="28293" y="4567"/>
                  <a:pt x="28397" y="4720"/>
                  <a:pt x="28529" y="4840"/>
                </a:cubicBezTo>
                <a:cubicBezTo>
                  <a:pt x="28656" y="4958"/>
                  <a:pt x="28807" y="5046"/>
                  <a:pt x="28981" y="5104"/>
                </a:cubicBezTo>
                <a:cubicBezTo>
                  <a:pt x="29156" y="5163"/>
                  <a:pt x="29348" y="5192"/>
                  <a:pt x="29558" y="5192"/>
                </a:cubicBezTo>
                <a:cubicBezTo>
                  <a:pt x="29836" y="5192"/>
                  <a:pt x="30116" y="5137"/>
                  <a:pt x="30398" y="5025"/>
                </a:cubicBezTo>
                <a:cubicBezTo>
                  <a:pt x="30680" y="4913"/>
                  <a:pt x="30881" y="4803"/>
                  <a:pt x="31001" y="4694"/>
                </a:cubicBezTo>
                <a:lnTo>
                  <a:pt x="31037" y="4694"/>
                </a:lnTo>
                <a:lnTo>
                  <a:pt x="31037" y="5448"/>
                </a:lnTo>
                <a:cubicBezTo>
                  <a:pt x="30805" y="5546"/>
                  <a:pt x="30569" y="5628"/>
                  <a:pt x="30327" y="5694"/>
                </a:cubicBezTo>
                <a:cubicBezTo>
                  <a:pt x="30085" y="5760"/>
                  <a:pt x="29831" y="5793"/>
                  <a:pt x="29565" y="5793"/>
                </a:cubicBezTo>
                <a:cubicBezTo>
                  <a:pt x="28887" y="5793"/>
                  <a:pt x="28357" y="5609"/>
                  <a:pt x="27976" y="5241"/>
                </a:cubicBezTo>
                <a:cubicBezTo>
                  <a:pt x="27595" y="4873"/>
                  <a:pt x="27405" y="4350"/>
                  <a:pt x="27405" y="3673"/>
                </a:cubicBezTo>
                <a:cubicBezTo>
                  <a:pt x="27405" y="3003"/>
                  <a:pt x="27587" y="2471"/>
                  <a:pt x="27952" y="2077"/>
                </a:cubicBezTo>
                <a:cubicBezTo>
                  <a:pt x="28317" y="1684"/>
                  <a:pt x="28797" y="1487"/>
                  <a:pt x="29393" y="1487"/>
                </a:cubicBezTo>
                <a:cubicBezTo>
                  <a:pt x="29945" y="1487"/>
                  <a:pt x="30370" y="1648"/>
                  <a:pt x="30669" y="1971"/>
                </a:cubicBezTo>
                <a:cubicBezTo>
                  <a:pt x="30968" y="2294"/>
                  <a:pt x="31118" y="2752"/>
                  <a:pt x="31118" y="3346"/>
                </a:cubicBezTo>
                <a:lnTo>
                  <a:pt x="31118" y="3720"/>
                </a:lnTo>
                <a:moveTo>
                  <a:pt x="30448" y="3193"/>
                </a:moveTo>
                <a:cubicBezTo>
                  <a:pt x="30445" y="2832"/>
                  <a:pt x="30354" y="2552"/>
                  <a:pt x="30175" y="2355"/>
                </a:cubicBezTo>
                <a:cubicBezTo>
                  <a:pt x="29995" y="2157"/>
                  <a:pt x="29723" y="2058"/>
                  <a:pt x="29356" y="2058"/>
                </a:cubicBezTo>
                <a:cubicBezTo>
                  <a:pt x="28988" y="2058"/>
                  <a:pt x="28694" y="2167"/>
                  <a:pt x="28476" y="2384"/>
                </a:cubicBezTo>
                <a:cubicBezTo>
                  <a:pt x="28257" y="2601"/>
                  <a:pt x="28133" y="2871"/>
                  <a:pt x="28104" y="3193"/>
                </a:cubicBezTo>
                <a:lnTo>
                  <a:pt x="30448" y="3193"/>
                </a:lnTo>
                <a:close/>
                <a:moveTo>
                  <a:pt x="35340" y="5698"/>
                </a:moveTo>
                <a:lnTo>
                  <a:pt x="34655" y="5698"/>
                </a:lnTo>
                <a:lnTo>
                  <a:pt x="34655" y="5265"/>
                </a:lnTo>
                <a:cubicBezTo>
                  <a:pt x="34594" y="5307"/>
                  <a:pt x="34511" y="5365"/>
                  <a:pt x="34408" y="5439"/>
                </a:cubicBezTo>
                <a:cubicBezTo>
                  <a:pt x="34304" y="5514"/>
                  <a:pt x="34203" y="5573"/>
                  <a:pt x="34106" y="5617"/>
                </a:cubicBezTo>
                <a:cubicBezTo>
                  <a:pt x="33991" y="5673"/>
                  <a:pt x="33859" y="5720"/>
                  <a:pt x="33710" y="5758"/>
                </a:cubicBezTo>
                <a:cubicBezTo>
                  <a:pt x="33561" y="5796"/>
                  <a:pt x="33387" y="5815"/>
                  <a:pt x="33186" y="5815"/>
                </a:cubicBezTo>
                <a:cubicBezTo>
                  <a:pt x="32818" y="5815"/>
                  <a:pt x="32505" y="5693"/>
                  <a:pt x="32249" y="5448"/>
                </a:cubicBezTo>
                <a:cubicBezTo>
                  <a:pt x="31993" y="5204"/>
                  <a:pt x="31864" y="4892"/>
                  <a:pt x="31864" y="4513"/>
                </a:cubicBezTo>
                <a:cubicBezTo>
                  <a:pt x="31864" y="4203"/>
                  <a:pt x="31931" y="3952"/>
                  <a:pt x="32064" y="3760"/>
                </a:cubicBezTo>
                <a:cubicBezTo>
                  <a:pt x="32197" y="3568"/>
                  <a:pt x="32387" y="3417"/>
                  <a:pt x="32633" y="3307"/>
                </a:cubicBezTo>
                <a:cubicBezTo>
                  <a:pt x="32882" y="3197"/>
                  <a:pt x="33182" y="3123"/>
                  <a:pt x="33531" y="3083"/>
                </a:cubicBezTo>
                <a:cubicBezTo>
                  <a:pt x="33880" y="3044"/>
                  <a:pt x="34254" y="3015"/>
                  <a:pt x="34655" y="2995"/>
                </a:cubicBezTo>
                <a:lnTo>
                  <a:pt x="34655" y="2888"/>
                </a:lnTo>
                <a:cubicBezTo>
                  <a:pt x="34655" y="2731"/>
                  <a:pt x="34627" y="2600"/>
                  <a:pt x="34572" y="2497"/>
                </a:cubicBezTo>
                <a:cubicBezTo>
                  <a:pt x="34517" y="2394"/>
                  <a:pt x="34439" y="2312"/>
                  <a:pt x="34336" y="2253"/>
                </a:cubicBezTo>
                <a:cubicBezTo>
                  <a:pt x="34239" y="2197"/>
                  <a:pt x="34121" y="2158"/>
                  <a:pt x="33985" y="2139"/>
                </a:cubicBezTo>
                <a:cubicBezTo>
                  <a:pt x="33848" y="2119"/>
                  <a:pt x="33705" y="2109"/>
                  <a:pt x="33556" y="2109"/>
                </a:cubicBezTo>
                <a:cubicBezTo>
                  <a:pt x="33376" y="2109"/>
                  <a:pt x="33174" y="2134"/>
                  <a:pt x="32952" y="2183"/>
                </a:cubicBezTo>
                <a:cubicBezTo>
                  <a:pt x="32730" y="2231"/>
                  <a:pt x="32500" y="2302"/>
                  <a:pt x="32264" y="2395"/>
                </a:cubicBezTo>
                <a:lnTo>
                  <a:pt x="32227" y="2395"/>
                </a:lnTo>
                <a:lnTo>
                  <a:pt x="32227" y="1695"/>
                </a:lnTo>
                <a:cubicBezTo>
                  <a:pt x="32361" y="1659"/>
                  <a:pt x="32555" y="1619"/>
                  <a:pt x="32809" y="1575"/>
                </a:cubicBezTo>
                <a:cubicBezTo>
                  <a:pt x="33063" y="1531"/>
                  <a:pt x="33313" y="1509"/>
                  <a:pt x="33560" y="1509"/>
                </a:cubicBezTo>
                <a:cubicBezTo>
                  <a:pt x="33848" y="1509"/>
                  <a:pt x="34099" y="1532"/>
                  <a:pt x="34312" y="1580"/>
                </a:cubicBezTo>
                <a:cubicBezTo>
                  <a:pt x="34526" y="1628"/>
                  <a:pt x="34711" y="1709"/>
                  <a:pt x="34867" y="1824"/>
                </a:cubicBezTo>
                <a:cubicBezTo>
                  <a:pt x="35021" y="1936"/>
                  <a:pt x="35138" y="2081"/>
                  <a:pt x="35219" y="2259"/>
                </a:cubicBezTo>
                <a:cubicBezTo>
                  <a:pt x="35299" y="2438"/>
                  <a:pt x="35340" y="2658"/>
                  <a:pt x="35340" y="2922"/>
                </a:cubicBezTo>
                <a:lnTo>
                  <a:pt x="35340" y="5698"/>
                </a:lnTo>
                <a:moveTo>
                  <a:pt x="34655" y="4696"/>
                </a:moveTo>
                <a:lnTo>
                  <a:pt x="34655" y="3552"/>
                </a:lnTo>
                <a:cubicBezTo>
                  <a:pt x="34445" y="3564"/>
                  <a:pt x="34198" y="3583"/>
                  <a:pt x="33913" y="3607"/>
                </a:cubicBezTo>
                <a:cubicBezTo>
                  <a:pt x="33629" y="3632"/>
                  <a:pt x="33404" y="3667"/>
                  <a:pt x="33238" y="3714"/>
                </a:cubicBezTo>
                <a:cubicBezTo>
                  <a:pt x="33040" y="3770"/>
                  <a:pt x="32880" y="3858"/>
                  <a:pt x="32758" y="3977"/>
                </a:cubicBezTo>
                <a:cubicBezTo>
                  <a:pt x="32636" y="4096"/>
                  <a:pt x="32575" y="4259"/>
                  <a:pt x="32575" y="4468"/>
                </a:cubicBezTo>
                <a:cubicBezTo>
                  <a:pt x="32575" y="4703"/>
                  <a:pt x="32646" y="4881"/>
                  <a:pt x="32787" y="4999"/>
                </a:cubicBezTo>
                <a:cubicBezTo>
                  <a:pt x="32929" y="5118"/>
                  <a:pt x="33145" y="5178"/>
                  <a:pt x="33435" y="5178"/>
                </a:cubicBezTo>
                <a:cubicBezTo>
                  <a:pt x="33677" y="5178"/>
                  <a:pt x="33898" y="5131"/>
                  <a:pt x="34098" y="5036"/>
                </a:cubicBezTo>
                <a:cubicBezTo>
                  <a:pt x="34298" y="4942"/>
                  <a:pt x="34484" y="4828"/>
                  <a:pt x="34655" y="469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165063-EEED-4932-8CAD-1BE293851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695" y="2362467"/>
            <a:ext cx="123813" cy="98684"/>
          </a:xfrm>
          <a:custGeom xmlns:a="http://schemas.openxmlformats.org/drawingml/2006/main">
            <a:pathLst>
              <a:path w="123813" h="98684">
                <a:moveTo>
                  <a:pt x="0" y="0"/>
                </a:moveTo>
                <a:lnTo>
                  <a:pt x="123813" y="0"/>
                </a:lnTo>
                <a:lnTo>
                  <a:pt x="123813" y="98684"/>
                </a:lnTo>
                <a:lnTo>
                  <a:pt x="0" y="986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F715CF-C43F-4480-9114-A3EF7BDA6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696" y="2362470"/>
            <a:ext cx="123813" cy="98681"/>
          </a:xfrm>
          <a:custGeom xmlns:a="http://schemas.openxmlformats.org/drawingml/2006/main">
            <a:pathLst>
              <a:path w="123813" h="98681" fill="none">
                <a:moveTo>
                  <a:pt x="0" y="0"/>
                </a:moveTo>
                <a:lnTo>
                  <a:pt x="123813" y="0"/>
                </a:lnTo>
                <a:lnTo>
                  <a:pt x="123813" y="98681"/>
                </a:lnTo>
                <a:lnTo>
                  <a:pt x="0" y="9868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32" name="Text Psocodea">
            <a:extLst xmlns:a="http://schemas.openxmlformats.org/drawingml/2006/main">
              <a:ext uri="{FF2B5EF4-FFF2-40B4-BE49-F238E27FC236}">
                <a16:creationId xmlns:a16="http://schemas.microsoft.com/office/drawing/2014/main" id="{C0225106-73A3-48A3-AD6E-3185FC3A6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2892" y="2364227"/>
            <a:ext cx="32355" cy="5582"/>
          </a:xfrm>
          <a:custGeom xmlns:a="http://schemas.openxmlformats.org/drawingml/2006/main">
            <a:pathLst>
              <a:path w="32355" h="5582">
                <a:moveTo>
                  <a:pt x="3424" y="1814"/>
                </a:moveTo>
                <a:cubicBezTo>
                  <a:pt x="3424" y="2046"/>
                  <a:pt x="3384" y="2261"/>
                  <a:pt x="3303" y="2459"/>
                </a:cubicBezTo>
                <a:cubicBezTo>
                  <a:pt x="3222" y="2657"/>
                  <a:pt x="3109" y="2829"/>
                  <a:pt x="2963" y="2974"/>
                </a:cubicBezTo>
                <a:cubicBezTo>
                  <a:pt x="2783" y="3154"/>
                  <a:pt x="2570" y="3290"/>
                  <a:pt x="2324" y="3380"/>
                </a:cubicBezTo>
                <a:cubicBezTo>
                  <a:pt x="2078" y="3470"/>
                  <a:pt x="1767" y="3515"/>
                  <a:pt x="1392" y="3515"/>
                </a:cubicBezTo>
                <a:lnTo>
                  <a:pt x="696" y="3515"/>
                </a:lnTo>
                <a:lnTo>
                  <a:pt x="696" y="5470"/>
                </a:lnTo>
                <a:lnTo>
                  <a:pt x="0" y="5470"/>
                </a:lnTo>
                <a:lnTo>
                  <a:pt x="0" y="232"/>
                </a:lnTo>
                <a:lnTo>
                  <a:pt x="1420" y="232"/>
                </a:lnTo>
                <a:cubicBezTo>
                  <a:pt x="1734" y="232"/>
                  <a:pt x="2000" y="258"/>
                  <a:pt x="2218" y="311"/>
                </a:cubicBezTo>
                <a:cubicBezTo>
                  <a:pt x="2436" y="364"/>
                  <a:pt x="2629" y="446"/>
                  <a:pt x="2798" y="559"/>
                </a:cubicBezTo>
                <a:cubicBezTo>
                  <a:pt x="2997" y="693"/>
                  <a:pt x="3152" y="859"/>
                  <a:pt x="3260" y="1058"/>
                </a:cubicBezTo>
                <a:cubicBezTo>
                  <a:pt x="3369" y="1257"/>
                  <a:pt x="3424" y="1509"/>
                  <a:pt x="3424" y="1814"/>
                </a:cubicBezTo>
                <a:moveTo>
                  <a:pt x="2700" y="1830"/>
                </a:moveTo>
                <a:cubicBezTo>
                  <a:pt x="2700" y="1651"/>
                  <a:pt x="2668" y="1495"/>
                  <a:pt x="2605" y="1363"/>
                </a:cubicBezTo>
                <a:cubicBezTo>
                  <a:pt x="2542" y="1231"/>
                  <a:pt x="2446" y="1122"/>
                  <a:pt x="2317" y="1039"/>
                </a:cubicBezTo>
                <a:cubicBezTo>
                  <a:pt x="2204" y="967"/>
                  <a:pt x="2076" y="915"/>
                  <a:pt x="1932" y="884"/>
                </a:cubicBezTo>
                <a:cubicBezTo>
                  <a:pt x="1788" y="852"/>
                  <a:pt x="1605" y="837"/>
                  <a:pt x="1385" y="837"/>
                </a:cubicBezTo>
                <a:lnTo>
                  <a:pt x="696" y="837"/>
                </a:lnTo>
                <a:lnTo>
                  <a:pt x="696" y="2911"/>
                </a:lnTo>
                <a:lnTo>
                  <a:pt x="1283" y="2911"/>
                </a:lnTo>
                <a:cubicBezTo>
                  <a:pt x="1564" y="2911"/>
                  <a:pt x="1793" y="2886"/>
                  <a:pt x="1969" y="2836"/>
                </a:cubicBezTo>
                <a:cubicBezTo>
                  <a:pt x="2144" y="2786"/>
                  <a:pt x="2287" y="2706"/>
                  <a:pt x="2397" y="2597"/>
                </a:cubicBezTo>
                <a:cubicBezTo>
                  <a:pt x="2508" y="2485"/>
                  <a:pt x="2586" y="2368"/>
                  <a:pt x="2631" y="2245"/>
                </a:cubicBezTo>
                <a:cubicBezTo>
                  <a:pt x="2677" y="2122"/>
                  <a:pt x="2700" y="1984"/>
                  <a:pt x="2700" y="1830"/>
                </a:cubicBezTo>
                <a:close/>
                <a:moveTo>
                  <a:pt x="7094" y="4336"/>
                </a:moveTo>
                <a:cubicBezTo>
                  <a:pt x="7094" y="4694"/>
                  <a:pt x="6946" y="4988"/>
                  <a:pt x="6649" y="5217"/>
                </a:cubicBezTo>
                <a:cubicBezTo>
                  <a:pt x="6353" y="5447"/>
                  <a:pt x="5948" y="5561"/>
                  <a:pt x="5435" y="5561"/>
                </a:cubicBezTo>
                <a:cubicBezTo>
                  <a:pt x="5144" y="5561"/>
                  <a:pt x="4877" y="5527"/>
                  <a:pt x="4635" y="5457"/>
                </a:cubicBezTo>
                <a:cubicBezTo>
                  <a:pt x="4392" y="5388"/>
                  <a:pt x="4189" y="5312"/>
                  <a:pt x="4025" y="5230"/>
                </a:cubicBezTo>
                <a:lnTo>
                  <a:pt x="4025" y="4486"/>
                </a:lnTo>
                <a:lnTo>
                  <a:pt x="4060" y="4486"/>
                </a:lnTo>
                <a:cubicBezTo>
                  <a:pt x="4269" y="4645"/>
                  <a:pt x="4501" y="4771"/>
                  <a:pt x="4756" y="4865"/>
                </a:cubicBezTo>
                <a:cubicBezTo>
                  <a:pt x="5012" y="4959"/>
                  <a:pt x="5257" y="5006"/>
                  <a:pt x="5491" y="5006"/>
                </a:cubicBezTo>
                <a:cubicBezTo>
                  <a:pt x="5782" y="5006"/>
                  <a:pt x="6009" y="4959"/>
                  <a:pt x="6173" y="4865"/>
                </a:cubicBezTo>
                <a:cubicBezTo>
                  <a:pt x="6337" y="4771"/>
                  <a:pt x="6419" y="4622"/>
                  <a:pt x="6419" y="4420"/>
                </a:cubicBezTo>
                <a:cubicBezTo>
                  <a:pt x="6419" y="4265"/>
                  <a:pt x="6374" y="4148"/>
                  <a:pt x="6285" y="4069"/>
                </a:cubicBezTo>
                <a:cubicBezTo>
                  <a:pt x="6196" y="3989"/>
                  <a:pt x="6025" y="3921"/>
                  <a:pt x="5772" y="3865"/>
                </a:cubicBezTo>
                <a:cubicBezTo>
                  <a:pt x="5678" y="3844"/>
                  <a:pt x="5556" y="3819"/>
                  <a:pt x="5405" y="3791"/>
                </a:cubicBezTo>
                <a:cubicBezTo>
                  <a:pt x="5254" y="3763"/>
                  <a:pt x="5116" y="3733"/>
                  <a:pt x="4992" y="3700"/>
                </a:cubicBezTo>
                <a:cubicBezTo>
                  <a:pt x="4647" y="3608"/>
                  <a:pt x="4403" y="3474"/>
                  <a:pt x="4259" y="3298"/>
                </a:cubicBezTo>
                <a:cubicBezTo>
                  <a:pt x="4115" y="3121"/>
                  <a:pt x="4043" y="2904"/>
                  <a:pt x="4043" y="2646"/>
                </a:cubicBezTo>
                <a:cubicBezTo>
                  <a:pt x="4043" y="2485"/>
                  <a:pt x="4076" y="2332"/>
                  <a:pt x="4143" y="2190"/>
                </a:cubicBezTo>
                <a:cubicBezTo>
                  <a:pt x="4210" y="2047"/>
                  <a:pt x="4311" y="1919"/>
                  <a:pt x="4447" y="1807"/>
                </a:cubicBezTo>
                <a:cubicBezTo>
                  <a:pt x="4578" y="1697"/>
                  <a:pt x="4745" y="1609"/>
                  <a:pt x="4948" y="1545"/>
                </a:cubicBezTo>
                <a:cubicBezTo>
                  <a:pt x="5151" y="1481"/>
                  <a:pt x="5377" y="1448"/>
                  <a:pt x="5628" y="1448"/>
                </a:cubicBezTo>
                <a:cubicBezTo>
                  <a:pt x="5862" y="1448"/>
                  <a:pt x="6100" y="1477"/>
                  <a:pt x="6340" y="1534"/>
                </a:cubicBezTo>
                <a:cubicBezTo>
                  <a:pt x="6580" y="1591"/>
                  <a:pt x="6780" y="1661"/>
                  <a:pt x="6939" y="1743"/>
                </a:cubicBezTo>
                <a:lnTo>
                  <a:pt x="6939" y="2447"/>
                </a:lnTo>
                <a:lnTo>
                  <a:pt x="6904" y="2447"/>
                </a:lnTo>
                <a:cubicBezTo>
                  <a:pt x="6735" y="2322"/>
                  <a:pt x="6530" y="2218"/>
                  <a:pt x="6289" y="2132"/>
                </a:cubicBezTo>
                <a:cubicBezTo>
                  <a:pt x="6048" y="2047"/>
                  <a:pt x="5811" y="2004"/>
                  <a:pt x="5579" y="2004"/>
                </a:cubicBezTo>
                <a:cubicBezTo>
                  <a:pt x="5337" y="2004"/>
                  <a:pt x="5134" y="2050"/>
                  <a:pt x="4967" y="2143"/>
                </a:cubicBezTo>
                <a:cubicBezTo>
                  <a:pt x="4801" y="2236"/>
                  <a:pt x="4718" y="2375"/>
                  <a:pt x="4718" y="2558"/>
                </a:cubicBezTo>
                <a:cubicBezTo>
                  <a:pt x="4718" y="2720"/>
                  <a:pt x="4768" y="2842"/>
                  <a:pt x="4869" y="2923"/>
                </a:cubicBezTo>
                <a:cubicBezTo>
                  <a:pt x="4967" y="3005"/>
                  <a:pt x="5126" y="3072"/>
                  <a:pt x="5347" y="3124"/>
                </a:cubicBezTo>
                <a:cubicBezTo>
                  <a:pt x="5469" y="3152"/>
                  <a:pt x="5605" y="3180"/>
                  <a:pt x="5756" y="3208"/>
                </a:cubicBezTo>
                <a:cubicBezTo>
                  <a:pt x="5907" y="3236"/>
                  <a:pt x="6033" y="3262"/>
                  <a:pt x="6134" y="3285"/>
                </a:cubicBezTo>
                <a:cubicBezTo>
                  <a:pt x="6441" y="3356"/>
                  <a:pt x="6678" y="3476"/>
                  <a:pt x="6844" y="3647"/>
                </a:cubicBezTo>
                <a:cubicBezTo>
                  <a:pt x="7011" y="3820"/>
                  <a:pt x="7094" y="4050"/>
                  <a:pt x="7094" y="4336"/>
                </a:cubicBezTo>
                <a:close/>
                <a:moveTo>
                  <a:pt x="11386" y="3507"/>
                </a:moveTo>
                <a:cubicBezTo>
                  <a:pt x="11386" y="4148"/>
                  <a:pt x="11222" y="4654"/>
                  <a:pt x="10894" y="5026"/>
                </a:cubicBezTo>
                <a:cubicBezTo>
                  <a:pt x="10566" y="5397"/>
                  <a:pt x="10126" y="5582"/>
                  <a:pt x="9576" y="5582"/>
                </a:cubicBezTo>
                <a:cubicBezTo>
                  <a:pt x="9020" y="5582"/>
                  <a:pt x="8579" y="5397"/>
                  <a:pt x="8252" y="5026"/>
                </a:cubicBezTo>
                <a:cubicBezTo>
                  <a:pt x="7925" y="4654"/>
                  <a:pt x="7762" y="4148"/>
                  <a:pt x="7762" y="3507"/>
                </a:cubicBezTo>
                <a:cubicBezTo>
                  <a:pt x="7762" y="2865"/>
                  <a:pt x="7925" y="2358"/>
                  <a:pt x="8252" y="1986"/>
                </a:cubicBezTo>
                <a:cubicBezTo>
                  <a:pt x="8579" y="1613"/>
                  <a:pt x="9020" y="1427"/>
                  <a:pt x="9576" y="1427"/>
                </a:cubicBezTo>
                <a:cubicBezTo>
                  <a:pt x="10126" y="1427"/>
                  <a:pt x="10566" y="1613"/>
                  <a:pt x="10894" y="1986"/>
                </a:cubicBezTo>
                <a:cubicBezTo>
                  <a:pt x="11222" y="2358"/>
                  <a:pt x="11386" y="2865"/>
                  <a:pt x="11386" y="3507"/>
                </a:cubicBezTo>
                <a:moveTo>
                  <a:pt x="10704" y="3507"/>
                </a:moveTo>
                <a:cubicBezTo>
                  <a:pt x="10704" y="2999"/>
                  <a:pt x="10604" y="2621"/>
                  <a:pt x="10405" y="2374"/>
                </a:cubicBezTo>
                <a:cubicBezTo>
                  <a:pt x="10206" y="2127"/>
                  <a:pt x="9930" y="2004"/>
                  <a:pt x="9576" y="2004"/>
                </a:cubicBezTo>
                <a:cubicBezTo>
                  <a:pt x="9217" y="2004"/>
                  <a:pt x="8939" y="2127"/>
                  <a:pt x="8741" y="2374"/>
                </a:cubicBezTo>
                <a:cubicBezTo>
                  <a:pt x="8543" y="2621"/>
                  <a:pt x="8444" y="2999"/>
                  <a:pt x="8444" y="3507"/>
                </a:cubicBezTo>
                <a:cubicBezTo>
                  <a:pt x="8444" y="3998"/>
                  <a:pt x="8543" y="4371"/>
                  <a:pt x="8742" y="4625"/>
                </a:cubicBezTo>
                <a:cubicBezTo>
                  <a:pt x="8942" y="4879"/>
                  <a:pt x="9219" y="5006"/>
                  <a:pt x="9576" y="5006"/>
                </a:cubicBezTo>
                <a:cubicBezTo>
                  <a:pt x="9927" y="5006"/>
                  <a:pt x="10203" y="4880"/>
                  <a:pt x="10404" y="4628"/>
                </a:cubicBezTo>
                <a:cubicBezTo>
                  <a:pt x="10604" y="4377"/>
                  <a:pt x="10704" y="4003"/>
                  <a:pt x="10704" y="3507"/>
                </a:cubicBezTo>
                <a:close/>
                <a:moveTo>
                  <a:pt x="15313" y="5227"/>
                </a:moveTo>
                <a:cubicBezTo>
                  <a:pt x="15093" y="5333"/>
                  <a:pt x="14883" y="5415"/>
                  <a:pt x="14685" y="5473"/>
                </a:cubicBezTo>
                <a:cubicBezTo>
                  <a:pt x="14487" y="5532"/>
                  <a:pt x="14277" y="5561"/>
                  <a:pt x="14054" y="5561"/>
                </a:cubicBezTo>
                <a:cubicBezTo>
                  <a:pt x="13771" y="5561"/>
                  <a:pt x="13511" y="5520"/>
                  <a:pt x="13274" y="5436"/>
                </a:cubicBezTo>
                <a:cubicBezTo>
                  <a:pt x="13037" y="5353"/>
                  <a:pt x="12834" y="5227"/>
                  <a:pt x="12666" y="5058"/>
                </a:cubicBezTo>
                <a:cubicBezTo>
                  <a:pt x="12495" y="4889"/>
                  <a:pt x="12362" y="4675"/>
                  <a:pt x="12268" y="4417"/>
                </a:cubicBezTo>
                <a:cubicBezTo>
                  <a:pt x="12175" y="4159"/>
                  <a:pt x="12128" y="3857"/>
                  <a:pt x="12128" y="3512"/>
                </a:cubicBezTo>
                <a:cubicBezTo>
                  <a:pt x="12128" y="2869"/>
                  <a:pt x="12304" y="2364"/>
                  <a:pt x="12657" y="1998"/>
                </a:cubicBezTo>
                <a:cubicBezTo>
                  <a:pt x="13010" y="1631"/>
                  <a:pt x="13475" y="1448"/>
                  <a:pt x="14054" y="1448"/>
                </a:cubicBezTo>
                <a:cubicBezTo>
                  <a:pt x="14279" y="1448"/>
                  <a:pt x="14500" y="1480"/>
                  <a:pt x="14717" y="1543"/>
                </a:cubicBezTo>
                <a:cubicBezTo>
                  <a:pt x="14934" y="1607"/>
                  <a:pt x="15132" y="1684"/>
                  <a:pt x="15313" y="1775"/>
                </a:cubicBezTo>
                <a:lnTo>
                  <a:pt x="15313" y="2510"/>
                </a:lnTo>
                <a:lnTo>
                  <a:pt x="15278" y="2510"/>
                </a:lnTo>
                <a:cubicBezTo>
                  <a:pt x="15076" y="2354"/>
                  <a:pt x="14868" y="2234"/>
                  <a:pt x="14654" y="2151"/>
                </a:cubicBezTo>
                <a:cubicBezTo>
                  <a:pt x="14439" y="2067"/>
                  <a:pt x="14230" y="2025"/>
                  <a:pt x="14026" y="2025"/>
                </a:cubicBezTo>
                <a:cubicBezTo>
                  <a:pt x="13651" y="2025"/>
                  <a:pt x="13355" y="2151"/>
                  <a:pt x="13139" y="2403"/>
                </a:cubicBezTo>
                <a:cubicBezTo>
                  <a:pt x="12922" y="2655"/>
                  <a:pt x="12813" y="3024"/>
                  <a:pt x="12813" y="3512"/>
                </a:cubicBezTo>
                <a:cubicBezTo>
                  <a:pt x="12813" y="3985"/>
                  <a:pt x="12919" y="4349"/>
                  <a:pt x="13132" y="4603"/>
                </a:cubicBezTo>
                <a:cubicBezTo>
                  <a:pt x="13344" y="4858"/>
                  <a:pt x="13642" y="4985"/>
                  <a:pt x="14026" y="4985"/>
                </a:cubicBezTo>
                <a:cubicBezTo>
                  <a:pt x="14160" y="4985"/>
                  <a:pt x="14296" y="4967"/>
                  <a:pt x="14434" y="4932"/>
                </a:cubicBezTo>
                <a:cubicBezTo>
                  <a:pt x="14572" y="4898"/>
                  <a:pt x="14696" y="4852"/>
                  <a:pt x="14807" y="4796"/>
                </a:cubicBezTo>
                <a:cubicBezTo>
                  <a:pt x="14903" y="4747"/>
                  <a:pt x="14993" y="4696"/>
                  <a:pt x="15077" y="4641"/>
                </a:cubicBezTo>
                <a:cubicBezTo>
                  <a:pt x="15162" y="4586"/>
                  <a:pt x="15228" y="4539"/>
                  <a:pt x="15278" y="4500"/>
                </a:cubicBezTo>
                <a:lnTo>
                  <a:pt x="15313" y="4500"/>
                </a:lnTo>
                <a:lnTo>
                  <a:pt x="15313" y="5227"/>
                </a:lnTo>
                <a:close/>
                <a:moveTo>
                  <a:pt x="19506" y="3507"/>
                </a:moveTo>
                <a:cubicBezTo>
                  <a:pt x="19506" y="4148"/>
                  <a:pt x="19342" y="4654"/>
                  <a:pt x="19014" y="5026"/>
                </a:cubicBezTo>
                <a:cubicBezTo>
                  <a:pt x="18686" y="5397"/>
                  <a:pt x="18247" y="5582"/>
                  <a:pt x="17696" y="5582"/>
                </a:cubicBezTo>
                <a:cubicBezTo>
                  <a:pt x="17141" y="5582"/>
                  <a:pt x="16699" y="5397"/>
                  <a:pt x="16373" y="5026"/>
                </a:cubicBezTo>
                <a:cubicBezTo>
                  <a:pt x="16046" y="4654"/>
                  <a:pt x="15882" y="4148"/>
                  <a:pt x="15882" y="3507"/>
                </a:cubicBezTo>
                <a:cubicBezTo>
                  <a:pt x="15882" y="2865"/>
                  <a:pt x="16046" y="2358"/>
                  <a:pt x="16373" y="1986"/>
                </a:cubicBezTo>
                <a:cubicBezTo>
                  <a:pt x="16699" y="1613"/>
                  <a:pt x="17141" y="1427"/>
                  <a:pt x="17696" y="1427"/>
                </a:cubicBezTo>
                <a:cubicBezTo>
                  <a:pt x="18247" y="1427"/>
                  <a:pt x="18686" y="1613"/>
                  <a:pt x="19014" y="1986"/>
                </a:cubicBezTo>
                <a:cubicBezTo>
                  <a:pt x="19342" y="2358"/>
                  <a:pt x="19506" y="2865"/>
                  <a:pt x="19506" y="3507"/>
                </a:cubicBezTo>
                <a:moveTo>
                  <a:pt x="18825" y="3507"/>
                </a:moveTo>
                <a:cubicBezTo>
                  <a:pt x="18825" y="2999"/>
                  <a:pt x="18725" y="2621"/>
                  <a:pt x="18526" y="2374"/>
                </a:cubicBezTo>
                <a:cubicBezTo>
                  <a:pt x="18327" y="2127"/>
                  <a:pt x="18050" y="2004"/>
                  <a:pt x="17696" y="2004"/>
                </a:cubicBezTo>
                <a:cubicBezTo>
                  <a:pt x="17338" y="2004"/>
                  <a:pt x="17059" y="2127"/>
                  <a:pt x="16861" y="2374"/>
                </a:cubicBezTo>
                <a:cubicBezTo>
                  <a:pt x="16663" y="2621"/>
                  <a:pt x="16564" y="2999"/>
                  <a:pt x="16564" y="3507"/>
                </a:cubicBezTo>
                <a:cubicBezTo>
                  <a:pt x="16564" y="3998"/>
                  <a:pt x="16664" y="4371"/>
                  <a:pt x="16863" y="4625"/>
                </a:cubicBezTo>
                <a:cubicBezTo>
                  <a:pt x="17062" y="4879"/>
                  <a:pt x="17340" y="5006"/>
                  <a:pt x="17696" y="5006"/>
                </a:cubicBezTo>
                <a:cubicBezTo>
                  <a:pt x="18048" y="5006"/>
                  <a:pt x="18324" y="4880"/>
                  <a:pt x="18524" y="4628"/>
                </a:cubicBezTo>
                <a:cubicBezTo>
                  <a:pt x="18724" y="4377"/>
                  <a:pt x="18825" y="4003"/>
                  <a:pt x="18825" y="3507"/>
                </a:cubicBezTo>
                <a:close/>
                <a:moveTo>
                  <a:pt x="23714" y="5470"/>
                </a:moveTo>
                <a:lnTo>
                  <a:pt x="23053" y="5470"/>
                </a:lnTo>
                <a:lnTo>
                  <a:pt x="23053" y="5061"/>
                </a:lnTo>
                <a:cubicBezTo>
                  <a:pt x="22863" y="5225"/>
                  <a:pt x="22665" y="5353"/>
                  <a:pt x="22459" y="5445"/>
                </a:cubicBezTo>
                <a:cubicBezTo>
                  <a:pt x="22253" y="5537"/>
                  <a:pt x="22029" y="5582"/>
                  <a:pt x="21788" y="5582"/>
                </a:cubicBezTo>
                <a:cubicBezTo>
                  <a:pt x="21319" y="5582"/>
                  <a:pt x="20947" y="5401"/>
                  <a:pt x="20672" y="5040"/>
                </a:cubicBezTo>
                <a:cubicBezTo>
                  <a:pt x="20396" y="4678"/>
                  <a:pt x="20259" y="4176"/>
                  <a:pt x="20259" y="3535"/>
                </a:cubicBezTo>
                <a:cubicBezTo>
                  <a:pt x="20259" y="3201"/>
                  <a:pt x="20306" y="2904"/>
                  <a:pt x="20401" y="2643"/>
                </a:cubicBezTo>
                <a:cubicBezTo>
                  <a:pt x="20496" y="2382"/>
                  <a:pt x="20624" y="2160"/>
                  <a:pt x="20786" y="1977"/>
                </a:cubicBezTo>
                <a:cubicBezTo>
                  <a:pt x="20945" y="1799"/>
                  <a:pt x="21131" y="1662"/>
                  <a:pt x="21343" y="1568"/>
                </a:cubicBezTo>
                <a:cubicBezTo>
                  <a:pt x="21555" y="1474"/>
                  <a:pt x="21775" y="1427"/>
                  <a:pt x="22002" y="1427"/>
                </a:cubicBezTo>
                <a:cubicBezTo>
                  <a:pt x="22208" y="1427"/>
                  <a:pt x="22391" y="1449"/>
                  <a:pt x="22551" y="1492"/>
                </a:cubicBezTo>
                <a:cubicBezTo>
                  <a:pt x="22710" y="1536"/>
                  <a:pt x="22878" y="1603"/>
                  <a:pt x="23053" y="1695"/>
                </a:cubicBezTo>
                <a:lnTo>
                  <a:pt x="23053" y="0"/>
                </a:lnTo>
                <a:lnTo>
                  <a:pt x="23714" y="0"/>
                </a:lnTo>
                <a:lnTo>
                  <a:pt x="23714" y="5470"/>
                </a:lnTo>
                <a:moveTo>
                  <a:pt x="23053" y="4503"/>
                </a:moveTo>
                <a:lnTo>
                  <a:pt x="23053" y="2250"/>
                </a:lnTo>
                <a:cubicBezTo>
                  <a:pt x="22875" y="2170"/>
                  <a:pt x="22716" y="2115"/>
                  <a:pt x="22575" y="2085"/>
                </a:cubicBezTo>
                <a:cubicBezTo>
                  <a:pt x="22435" y="2054"/>
                  <a:pt x="22281" y="2039"/>
                  <a:pt x="22115" y="2039"/>
                </a:cubicBezTo>
                <a:cubicBezTo>
                  <a:pt x="21744" y="2039"/>
                  <a:pt x="21456" y="2168"/>
                  <a:pt x="21250" y="2426"/>
                </a:cubicBezTo>
                <a:cubicBezTo>
                  <a:pt x="21044" y="2683"/>
                  <a:pt x="20941" y="3049"/>
                  <a:pt x="20941" y="3522"/>
                </a:cubicBezTo>
                <a:cubicBezTo>
                  <a:pt x="20941" y="3989"/>
                  <a:pt x="21020" y="4343"/>
                  <a:pt x="21180" y="4586"/>
                </a:cubicBezTo>
                <a:cubicBezTo>
                  <a:pt x="21339" y="4828"/>
                  <a:pt x="21594" y="4950"/>
                  <a:pt x="21946" y="4950"/>
                </a:cubicBezTo>
                <a:cubicBezTo>
                  <a:pt x="22133" y="4950"/>
                  <a:pt x="22323" y="4908"/>
                  <a:pt x="22515" y="4825"/>
                </a:cubicBezTo>
                <a:cubicBezTo>
                  <a:pt x="22708" y="4742"/>
                  <a:pt x="22887" y="4634"/>
                  <a:pt x="23053" y="4503"/>
                </a:cubicBezTo>
                <a:close/>
                <a:moveTo>
                  <a:pt x="28302" y="3572"/>
                </a:moveTo>
                <a:lnTo>
                  <a:pt x="25409" y="3572"/>
                </a:lnTo>
                <a:cubicBezTo>
                  <a:pt x="25409" y="3814"/>
                  <a:pt x="25445" y="4024"/>
                  <a:pt x="25518" y="4204"/>
                </a:cubicBezTo>
                <a:cubicBezTo>
                  <a:pt x="25590" y="4384"/>
                  <a:pt x="25690" y="4531"/>
                  <a:pt x="25816" y="4646"/>
                </a:cubicBezTo>
                <a:cubicBezTo>
                  <a:pt x="25938" y="4759"/>
                  <a:pt x="26083" y="4844"/>
                  <a:pt x="26251" y="4900"/>
                </a:cubicBezTo>
                <a:cubicBezTo>
                  <a:pt x="26418" y="4957"/>
                  <a:pt x="26603" y="4985"/>
                  <a:pt x="26804" y="4985"/>
                </a:cubicBezTo>
                <a:cubicBezTo>
                  <a:pt x="27071" y="4985"/>
                  <a:pt x="27340" y="4931"/>
                  <a:pt x="27611" y="4824"/>
                </a:cubicBezTo>
                <a:cubicBezTo>
                  <a:pt x="27882" y="4716"/>
                  <a:pt x="28074" y="4611"/>
                  <a:pt x="28189" y="4507"/>
                </a:cubicBezTo>
                <a:lnTo>
                  <a:pt x="28224" y="4507"/>
                </a:lnTo>
                <a:lnTo>
                  <a:pt x="28224" y="5230"/>
                </a:lnTo>
                <a:cubicBezTo>
                  <a:pt x="28002" y="5324"/>
                  <a:pt x="27775" y="5403"/>
                  <a:pt x="27542" y="5466"/>
                </a:cubicBezTo>
                <a:cubicBezTo>
                  <a:pt x="27310" y="5530"/>
                  <a:pt x="27067" y="5561"/>
                  <a:pt x="26811" y="5561"/>
                </a:cubicBezTo>
                <a:cubicBezTo>
                  <a:pt x="26160" y="5561"/>
                  <a:pt x="25651" y="5385"/>
                  <a:pt x="25286" y="5031"/>
                </a:cubicBezTo>
                <a:cubicBezTo>
                  <a:pt x="24920" y="4678"/>
                  <a:pt x="24737" y="4176"/>
                  <a:pt x="24737" y="3526"/>
                </a:cubicBezTo>
                <a:cubicBezTo>
                  <a:pt x="24737" y="2883"/>
                  <a:pt x="24912" y="2372"/>
                  <a:pt x="25263" y="1994"/>
                </a:cubicBezTo>
                <a:cubicBezTo>
                  <a:pt x="25613" y="1616"/>
                  <a:pt x="26074" y="1427"/>
                  <a:pt x="26646" y="1427"/>
                </a:cubicBezTo>
                <a:cubicBezTo>
                  <a:pt x="27176" y="1427"/>
                  <a:pt x="27584" y="1582"/>
                  <a:pt x="27871" y="1892"/>
                </a:cubicBezTo>
                <a:cubicBezTo>
                  <a:pt x="28158" y="2202"/>
                  <a:pt x="28302" y="2642"/>
                  <a:pt x="28302" y="3212"/>
                </a:cubicBezTo>
                <a:lnTo>
                  <a:pt x="28302" y="3572"/>
                </a:lnTo>
                <a:moveTo>
                  <a:pt x="27658" y="3065"/>
                </a:moveTo>
                <a:cubicBezTo>
                  <a:pt x="27656" y="2719"/>
                  <a:pt x="27569" y="2450"/>
                  <a:pt x="27397" y="2260"/>
                </a:cubicBezTo>
                <a:cubicBezTo>
                  <a:pt x="27224" y="2071"/>
                  <a:pt x="26962" y="1976"/>
                  <a:pt x="26611" y="1976"/>
                </a:cubicBezTo>
                <a:cubicBezTo>
                  <a:pt x="26257" y="1976"/>
                  <a:pt x="25975" y="2080"/>
                  <a:pt x="25765" y="2288"/>
                </a:cubicBezTo>
                <a:cubicBezTo>
                  <a:pt x="25556" y="2497"/>
                  <a:pt x="25437" y="2756"/>
                  <a:pt x="25409" y="3065"/>
                </a:cubicBezTo>
                <a:lnTo>
                  <a:pt x="27658" y="3065"/>
                </a:lnTo>
                <a:close/>
                <a:moveTo>
                  <a:pt x="32355" y="5470"/>
                </a:moveTo>
                <a:lnTo>
                  <a:pt x="31697" y="5470"/>
                </a:lnTo>
                <a:lnTo>
                  <a:pt x="31697" y="5054"/>
                </a:lnTo>
                <a:cubicBezTo>
                  <a:pt x="31639" y="5094"/>
                  <a:pt x="31560" y="5150"/>
                  <a:pt x="31460" y="5222"/>
                </a:cubicBezTo>
                <a:cubicBezTo>
                  <a:pt x="31361" y="5293"/>
                  <a:pt x="31264" y="5350"/>
                  <a:pt x="31170" y="5392"/>
                </a:cubicBezTo>
                <a:cubicBezTo>
                  <a:pt x="31060" y="5446"/>
                  <a:pt x="30933" y="5491"/>
                  <a:pt x="30791" y="5528"/>
                </a:cubicBezTo>
                <a:cubicBezTo>
                  <a:pt x="30648" y="5564"/>
                  <a:pt x="30480" y="5582"/>
                  <a:pt x="30288" y="5582"/>
                </a:cubicBezTo>
                <a:cubicBezTo>
                  <a:pt x="29934" y="5582"/>
                  <a:pt x="29634" y="5465"/>
                  <a:pt x="29388" y="5230"/>
                </a:cubicBezTo>
                <a:cubicBezTo>
                  <a:pt x="29142" y="4996"/>
                  <a:pt x="29019" y="4697"/>
                  <a:pt x="29019" y="4333"/>
                </a:cubicBezTo>
                <a:cubicBezTo>
                  <a:pt x="29019" y="4035"/>
                  <a:pt x="29083" y="3794"/>
                  <a:pt x="29210" y="3610"/>
                </a:cubicBezTo>
                <a:cubicBezTo>
                  <a:pt x="29338" y="3425"/>
                  <a:pt x="29520" y="3280"/>
                  <a:pt x="29757" y="3175"/>
                </a:cubicBezTo>
                <a:cubicBezTo>
                  <a:pt x="29996" y="3069"/>
                  <a:pt x="30283" y="2998"/>
                  <a:pt x="30618" y="2960"/>
                </a:cubicBezTo>
                <a:cubicBezTo>
                  <a:pt x="30953" y="2922"/>
                  <a:pt x="31313" y="2894"/>
                  <a:pt x="31697" y="2876"/>
                </a:cubicBezTo>
                <a:lnTo>
                  <a:pt x="31697" y="2773"/>
                </a:lnTo>
                <a:cubicBezTo>
                  <a:pt x="31697" y="2622"/>
                  <a:pt x="31671" y="2496"/>
                  <a:pt x="31618" y="2397"/>
                </a:cubicBezTo>
                <a:cubicBezTo>
                  <a:pt x="31566" y="2298"/>
                  <a:pt x="31490" y="2220"/>
                  <a:pt x="31392" y="2163"/>
                </a:cubicBezTo>
                <a:cubicBezTo>
                  <a:pt x="31298" y="2109"/>
                  <a:pt x="31185" y="2072"/>
                  <a:pt x="31054" y="2053"/>
                </a:cubicBezTo>
                <a:cubicBezTo>
                  <a:pt x="30923" y="2034"/>
                  <a:pt x="30786" y="2025"/>
                  <a:pt x="30643" y="2025"/>
                </a:cubicBezTo>
                <a:cubicBezTo>
                  <a:pt x="30469" y="2025"/>
                  <a:pt x="30276" y="2048"/>
                  <a:pt x="30063" y="2095"/>
                </a:cubicBezTo>
                <a:cubicBezTo>
                  <a:pt x="29850" y="2142"/>
                  <a:pt x="29629" y="2210"/>
                  <a:pt x="29402" y="2299"/>
                </a:cubicBezTo>
                <a:lnTo>
                  <a:pt x="29367" y="2299"/>
                </a:lnTo>
                <a:lnTo>
                  <a:pt x="29367" y="1628"/>
                </a:lnTo>
                <a:cubicBezTo>
                  <a:pt x="29496" y="1592"/>
                  <a:pt x="29682" y="1554"/>
                  <a:pt x="29926" y="1512"/>
                </a:cubicBezTo>
                <a:cubicBezTo>
                  <a:pt x="30169" y="1469"/>
                  <a:pt x="30410" y="1448"/>
                  <a:pt x="30646" y="1448"/>
                </a:cubicBezTo>
                <a:cubicBezTo>
                  <a:pt x="30923" y="1448"/>
                  <a:pt x="31164" y="1471"/>
                  <a:pt x="31369" y="1517"/>
                </a:cubicBezTo>
                <a:cubicBezTo>
                  <a:pt x="31574" y="1563"/>
                  <a:pt x="31751" y="1641"/>
                  <a:pt x="31901" y="1751"/>
                </a:cubicBezTo>
                <a:cubicBezTo>
                  <a:pt x="32049" y="1858"/>
                  <a:pt x="32161" y="1998"/>
                  <a:pt x="32239" y="2169"/>
                </a:cubicBezTo>
                <a:cubicBezTo>
                  <a:pt x="32316" y="2340"/>
                  <a:pt x="32355" y="2552"/>
                  <a:pt x="32355" y="2805"/>
                </a:cubicBezTo>
                <a:lnTo>
                  <a:pt x="32355" y="5470"/>
                </a:lnTo>
                <a:moveTo>
                  <a:pt x="31697" y="4508"/>
                </a:moveTo>
                <a:lnTo>
                  <a:pt x="31697" y="3410"/>
                </a:lnTo>
                <a:cubicBezTo>
                  <a:pt x="31496" y="3422"/>
                  <a:pt x="31259" y="3439"/>
                  <a:pt x="30986" y="3463"/>
                </a:cubicBezTo>
                <a:cubicBezTo>
                  <a:pt x="30713" y="3486"/>
                  <a:pt x="30496" y="3521"/>
                  <a:pt x="30337" y="3565"/>
                </a:cubicBezTo>
                <a:cubicBezTo>
                  <a:pt x="30147" y="3619"/>
                  <a:pt x="29994" y="3704"/>
                  <a:pt x="29877" y="3818"/>
                </a:cubicBezTo>
                <a:cubicBezTo>
                  <a:pt x="29759" y="3932"/>
                  <a:pt x="29701" y="4089"/>
                  <a:pt x="29701" y="4289"/>
                </a:cubicBezTo>
                <a:cubicBezTo>
                  <a:pt x="29701" y="4515"/>
                  <a:pt x="29769" y="4685"/>
                  <a:pt x="29905" y="4799"/>
                </a:cubicBezTo>
                <a:cubicBezTo>
                  <a:pt x="30041" y="4914"/>
                  <a:pt x="30248" y="4971"/>
                  <a:pt x="30527" y="4971"/>
                </a:cubicBezTo>
                <a:cubicBezTo>
                  <a:pt x="30759" y="4971"/>
                  <a:pt x="30971" y="4925"/>
                  <a:pt x="31163" y="4835"/>
                </a:cubicBezTo>
                <a:cubicBezTo>
                  <a:pt x="31355" y="4744"/>
                  <a:pt x="31533" y="4635"/>
                  <a:pt x="31697" y="4508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A5E1BE-E6ED-41C7-BA4E-FCEB788E7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1" y="2483648"/>
            <a:ext cx="127447" cy="94700"/>
          </a:xfrm>
          <a:custGeom xmlns:a="http://schemas.openxmlformats.org/drawingml/2006/main">
            <a:pathLst>
              <a:path w="127447" h="94700">
                <a:moveTo>
                  <a:pt x="0" y="0"/>
                </a:moveTo>
                <a:lnTo>
                  <a:pt x="127447" y="0"/>
                </a:lnTo>
                <a:lnTo>
                  <a:pt x="127447" y="94700"/>
                </a:lnTo>
                <a:lnTo>
                  <a:pt x="0" y="947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9547AD-ADF2-4F73-8671-CA25C7067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0" y="2483650"/>
            <a:ext cx="127447" cy="94698"/>
          </a:xfrm>
          <a:custGeom xmlns:a="http://schemas.openxmlformats.org/drawingml/2006/main">
            <a:pathLst>
              <a:path w="127447" h="94698" fill="none">
                <a:moveTo>
                  <a:pt x="0" y="0"/>
                </a:moveTo>
                <a:lnTo>
                  <a:pt x="127447" y="0"/>
                </a:lnTo>
                <a:lnTo>
                  <a:pt x="127447" y="94698"/>
                </a:lnTo>
                <a:lnTo>
                  <a:pt x="0" y="946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35" name="Text Trichoptera">
            <a:extLst xmlns:a="http://schemas.openxmlformats.org/drawingml/2006/main">
              <a:ext uri="{FF2B5EF4-FFF2-40B4-BE49-F238E27FC236}">
                <a16:creationId xmlns:a16="http://schemas.microsoft.com/office/drawing/2014/main" id="{D03F5336-2EAE-4C2B-B0B8-1E300799B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685" y="2485240"/>
            <a:ext cx="36745" cy="6270"/>
          </a:xfrm>
          <a:custGeom xmlns:a="http://schemas.openxmlformats.org/drawingml/2006/main">
            <a:pathLst>
              <a:path w="36745" h="6270">
                <a:moveTo>
                  <a:pt x="4020" y="771"/>
                </a:moveTo>
                <a:lnTo>
                  <a:pt x="2326" y="771"/>
                </a:lnTo>
                <a:lnTo>
                  <a:pt x="2326" y="4957"/>
                </a:lnTo>
                <a:lnTo>
                  <a:pt x="1695" y="4957"/>
                </a:lnTo>
                <a:lnTo>
                  <a:pt x="1695" y="771"/>
                </a:lnTo>
                <a:lnTo>
                  <a:pt x="0" y="771"/>
                </a:lnTo>
                <a:lnTo>
                  <a:pt x="0" y="210"/>
                </a:lnTo>
                <a:lnTo>
                  <a:pt x="4020" y="210"/>
                </a:lnTo>
                <a:lnTo>
                  <a:pt x="4020" y="771"/>
                </a:lnTo>
                <a:close/>
                <a:moveTo>
                  <a:pt x="6831" y="2045"/>
                </a:moveTo>
                <a:lnTo>
                  <a:pt x="6799" y="2045"/>
                </a:lnTo>
                <a:cubicBezTo>
                  <a:pt x="6710" y="2025"/>
                  <a:pt x="6623" y="2011"/>
                  <a:pt x="6539" y="2002"/>
                </a:cubicBezTo>
                <a:cubicBezTo>
                  <a:pt x="6455" y="1992"/>
                  <a:pt x="6356" y="1988"/>
                  <a:pt x="6241" y="1988"/>
                </a:cubicBezTo>
                <a:cubicBezTo>
                  <a:pt x="6056" y="1988"/>
                  <a:pt x="5878" y="2029"/>
                  <a:pt x="5706" y="2111"/>
                </a:cubicBezTo>
                <a:cubicBezTo>
                  <a:pt x="5534" y="2193"/>
                  <a:pt x="5368" y="2298"/>
                  <a:pt x="5209" y="2428"/>
                </a:cubicBezTo>
                <a:lnTo>
                  <a:pt x="5209" y="4957"/>
                </a:lnTo>
                <a:lnTo>
                  <a:pt x="4610" y="4957"/>
                </a:lnTo>
                <a:lnTo>
                  <a:pt x="4610" y="1395"/>
                </a:lnTo>
                <a:lnTo>
                  <a:pt x="5209" y="1395"/>
                </a:lnTo>
                <a:lnTo>
                  <a:pt x="5209" y="1922"/>
                </a:lnTo>
                <a:cubicBezTo>
                  <a:pt x="5447" y="1730"/>
                  <a:pt x="5657" y="1595"/>
                  <a:pt x="5838" y="1515"/>
                </a:cubicBezTo>
                <a:cubicBezTo>
                  <a:pt x="6020" y="1435"/>
                  <a:pt x="6205" y="1395"/>
                  <a:pt x="6394" y="1395"/>
                </a:cubicBezTo>
                <a:cubicBezTo>
                  <a:pt x="6498" y="1395"/>
                  <a:pt x="6574" y="1398"/>
                  <a:pt x="6620" y="1403"/>
                </a:cubicBezTo>
                <a:cubicBezTo>
                  <a:pt x="6667" y="1409"/>
                  <a:pt x="6737" y="1419"/>
                  <a:pt x="6831" y="1433"/>
                </a:cubicBezTo>
                <a:lnTo>
                  <a:pt x="6831" y="2045"/>
                </a:lnTo>
                <a:close/>
                <a:moveTo>
                  <a:pt x="8038" y="803"/>
                </a:moveTo>
                <a:lnTo>
                  <a:pt x="7362" y="803"/>
                </a:lnTo>
                <a:lnTo>
                  <a:pt x="7362" y="178"/>
                </a:lnTo>
                <a:lnTo>
                  <a:pt x="8038" y="178"/>
                </a:lnTo>
                <a:lnTo>
                  <a:pt x="8038" y="803"/>
                </a:lnTo>
                <a:moveTo>
                  <a:pt x="8000" y="4957"/>
                </a:moveTo>
                <a:lnTo>
                  <a:pt x="7401" y="4957"/>
                </a:lnTo>
                <a:lnTo>
                  <a:pt x="7401" y="1395"/>
                </a:lnTo>
                <a:lnTo>
                  <a:pt x="8000" y="1395"/>
                </a:lnTo>
                <a:lnTo>
                  <a:pt x="8000" y="4957"/>
                </a:lnTo>
                <a:close/>
                <a:moveTo>
                  <a:pt x="11816" y="4737"/>
                </a:moveTo>
                <a:cubicBezTo>
                  <a:pt x="11617" y="4833"/>
                  <a:pt x="11427" y="4907"/>
                  <a:pt x="11248" y="4960"/>
                </a:cubicBezTo>
                <a:cubicBezTo>
                  <a:pt x="11068" y="5013"/>
                  <a:pt x="10877" y="5040"/>
                  <a:pt x="10676" y="5040"/>
                </a:cubicBezTo>
                <a:cubicBezTo>
                  <a:pt x="10419" y="5040"/>
                  <a:pt x="10183" y="5002"/>
                  <a:pt x="9968" y="4927"/>
                </a:cubicBezTo>
                <a:cubicBezTo>
                  <a:pt x="9754" y="4851"/>
                  <a:pt x="9570" y="4737"/>
                  <a:pt x="9417" y="4584"/>
                </a:cubicBezTo>
                <a:cubicBezTo>
                  <a:pt x="9262" y="4430"/>
                  <a:pt x="9142" y="4237"/>
                  <a:pt x="9057" y="4003"/>
                </a:cubicBezTo>
                <a:cubicBezTo>
                  <a:pt x="8972" y="3769"/>
                  <a:pt x="8930" y="3495"/>
                  <a:pt x="8930" y="3183"/>
                </a:cubicBezTo>
                <a:cubicBezTo>
                  <a:pt x="8930" y="2600"/>
                  <a:pt x="9090" y="2142"/>
                  <a:pt x="9409" y="1810"/>
                </a:cubicBezTo>
                <a:cubicBezTo>
                  <a:pt x="9729" y="1479"/>
                  <a:pt x="10151" y="1313"/>
                  <a:pt x="10676" y="1313"/>
                </a:cubicBezTo>
                <a:cubicBezTo>
                  <a:pt x="10880" y="1313"/>
                  <a:pt x="11080" y="1341"/>
                  <a:pt x="11276" y="1399"/>
                </a:cubicBezTo>
                <a:cubicBezTo>
                  <a:pt x="11473" y="1456"/>
                  <a:pt x="11653" y="1526"/>
                  <a:pt x="11816" y="1609"/>
                </a:cubicBezTo>
                <a:lnTo>
                  <a:pt x="11816" y="2275"/>
                </a:lnTo>
                <a:lnTo>
                  <a:pt x="11784" y="2275"/>
                </a:lnTo>
                <a:cubicBezTo>
                  <a:pt x="11602" y="2133"/>
                  <a:pt x="11413" y="2025"/>
                  <a:pt x="11219" y="1949"/>
                </a:cubicBezTo>
                <a:cubicBezTo>
                  <a:pt x="11025" y="1873"/>
                  <a:pt x="10835" y="1835"/>
                  <a:pt x="10650" y="1835"/>
                </a:cubicBezTo>
                <a:cubicBezTo>
                  <a:pt x="10310" y="1835"/>
                  <a:pt x="10042" y="1949"/>
                  <a:pt x="9846" y="2177"/>
                </a:cubicBezTo>
                <a:cubicBezTo>
                  <a:pt x="9649" y="2406"/>
                  <a:pt x="9551" y="2741"/>
                  <a:pt x="9551" y="3183"/>
                </a:cubicBezTo>
                <a:cubicBezTo>
                  <a:pt x="9551" y="3612"/>
                  <a:pt x="9647" y="3941"/>
                  <a:pt x="9839" y="4172"/>
                </a:cubicBezTo>
                <a:cubicBezTo>
                  <a:pt x="10032" y="4402"/>
                  <a:pt x="10302" y="4517"/>
                  <a:pt x="10650" y="4517"/>
                </a:cubicBezTo>
                <a:cubicBezTo>
                  <a:pt x="10771" y="4517"/>
                  <a:pt x="10894" y="4502"/>
                  <a:pt x="11020" y="4470"/>
                </a:cubicBezTo>
                <a:cubicBezTo>
                  <a:pt x="11145" y="4438"/>
                  <a:pt x="11258" y="4397"/>
                  <a:pt x="11357" y="4347"/>
                </a:cubicBezTo>
                <a:cubicBezTo>
                  <a:pt x="11445" y="4302"/>
                  <a:pt x="11526" y="4255"/>
                  <a:pt x="11603" y="4206"/>
                </a:cubicBezTo>
                <a:cubicBezTo>
                  <a:pt x="11679" y="4156"/>
                  <a:pt x="11740" y="4114"/>
                  <a:pt x="11784" y="4078"/>
                </a:cubicBezTo>
                <a:lnTo>
                  <a:pt x="11816" y="4078"/>
                </a:lnTo>
                <a:lnTo>
                  <a:pt x="11816" y="4737"/>
                </a:lnTo>
                <a:close/>
                <a:moveTo>
                  <a:pt x="15560" y="4957"/>
                </a:moveTo>
                <a:lnTo>
                  <a:pt x="14961" y="4957"/>
                </a:lnTo>
                <a:lnTo>
                  <a:pt x="14961" y="2929"/>
                </a:lnTo>
                <a:cubicBezTo>
                  <a:pt x="14961" y="2765"/>
                  <a:pt x="14951" y="2611"/>
                  <a:pt x="14932" y="2468"/>
                </a:cubicBezTo>
                <a:cubicBezTo>
                  <a:pt x="14913" y="2325"/>
                  <a:pt x="14878" y="2212"/>
                  <a:pt x="14827" y="2132"/>
                </a:cubicBezTo>
                <a:cubicBezTo>
                  <a:pt x="14774" y="2042"/>
                  <a:pt x="14697" y="1976"/>
                  <a:pt x="14597" y="1932"/>
                </a:cubicBezTo>
                <a:cubicBezTo>
                  <a:pt x="14498" y="1889"/>
                  <a:pt x="14368" y="1867"/>
                  <a:pt x="14209" y="1867"/>
                </a:cubicBezTo>
                <a:cubicBezTo>
                  <a:pt x="14045" y="1867"/>
                  <a:pt x="13874" y="1907"/>
                  <a:pt x="13696" y="1988"/>
                </a:cubicBezTo>
                <a:cubicBezTo>
                  <a:pt x="13517" y="2069"/>
                  <a:pt x="13346" y="2172"/>
                  <a:pt x="13183" y="2297"/>
                </a:cubicBezTo>
                <a:lnTo>
                  <a:pt x="13183" y="4957"/>
                </a:lnTo>
                <a:lnTo>
                  <a:pt x="12584" y="4957"/>
                </a:lnTo>
                <a:lnTo>
                  <a:pt x="12584" y="0"/>
                </a:lnTo>
                <a:lnTo>
                  <a:pt x="13183" y="0"/>
                </a:lnTo>
                <a:lnTo>
                  <a:pt x="13183" y="1788"/>
                </a:lnTo>
                <a:cubicBezTo>
                  <a:pt x="13370" y="1633"/>
                  <a:pt x="13563" y="1512"/>
                  <a:pt x="13763" y="1424"/>
                </a:cubicBezTo>
                <a:cubicBezTo>
                  <a:pt x="13962" y="1337"/>
                  <a:pt x="14167" y="1293"/>
                  <a:pt x="14378" y="1293"/>
                </a:cubicBezTo>
                <a:cubicBezTo>
                  <a:pt x="14762" y="1293"/>
                  <a:pt x="15055" y="1409"/>
                  <a:pt x="15257" y="1641"/>
                </a:cubicBezTo>
                <a:cubicBezTo>
                  <a:pt x="15459" y="1873"/>
                  <a:pt x="15560" y="2207"/>
                  <a:pt x="15560" y="2643"/>
                </a:cubicBezTo>
                <a:lnTo>
                  <a:pt x="15560" y="4957"/>
                </a:lnTo>
                <a:close/>
                <a:moveTo>
                  <a:pt x="19745" y="3178"/>
                </a:moveTo>
                <a:cubicBezTo>
                  <a:pt x="19745" y="3759"/>
                  <a:pt x="19597" y="4218"/>
                  <a:pt x="19299" y="4554"/>
                </a:cubicBezTo>
                <a:cubicBezTo>
                  <a:pt x="19002" y="4891"/>
                  <a:pt x="18604" y="5059"/>
                  <a:pt x="18105" y="5059"/>
                </a:cubicBezTo>
                <a:cubicBezTo>
                  <a:pt x="17601" y="5059"/>
                  <a:pt x="17202" y="4891"/>
                  <a:pt x="16905" y="4554"/>
                </a:cubicBezTo>
                <a:cubicBezTo>
                  <a:pt x="16609" y="4218"/>
                  <a:pt x="16461" y="3759"/>
                  <a:pt x="16461" y="3178"/>
                </a:cubicBezTo>
                <a:cubicBezTo>
                  <a:pt x="16461" y="2597"/>
                  <a:pt x="16609" y="2137"/>
                  <a:pt x="16905" y="1800"/>
                </a:cubicBezTo>
                <a:cubicBezTo>
                  <a:pt x="17202" y="1462"/>
                  <a:pt x="17601" y="1293"/>
                  <a:pt x="18105" y="1293"/>
                </a:cubicBezTo>
                <a:cubicBezTo>
                  <a:pt x="18604" y="1293"/>
                  <a:pt x="19002" y="1462"/>
                  <a:pt x="19299" y="1800"/>
                </a:cubicBezTo>
                <a:cubicBezTo>
                  <a:pt x="19597" y="2137"/>
                  <a:pt x="19745" y="2597"/>
                  <a:pt x="19745" y="3178"/>
                </a:cubicBezTo>
                <a:moveTo>
                  <a:pt x="19127" y="3178"/>
                </a:moveTo>
                <a:cubicBezTo>
                  <a:pt x="19127" y="2717"/>
                  <a:pt x="19037" y="2375"/>
                  <a:pt x="18857" y="2152"/>
                </a:cubicBezTo>
                <a:cubicBezTo>
                  <a:pt x="18676" y="1928"/>
                  <a:pt x="18425" y="1816"/>
                  <a:pt x="18105" y="1816"/>
                </a:cubicBezTo>
                <a:cubicBezTo>
                  <a:pt x="17780" y="1816"/>
                  <a:pt x="17528" y="1928"/>
                  <a:pt x="17348" y="2152"/>
                </a:cubicBezTo>
                <a:cubicBezTo>
                  <a:pt x="17169" y="2375"/>
                  <a:pt x="17079" y="2717"/>
                  <a:pt x="17079" y="3178"/>
                </a:cubicBezTo>
                <a:cubicBezTo>
                  <a:pt x="17079" y="3623"/>
                  <a:pt x="17169" y="3961"/>
                  <a:pt x="17350" y="4191"/>
                </a:cubicBezTo>
                <a:cubicBezTo>
                  <a:pt x="17530" y="4421"/>
                  <a:pt x="17782" y="4537"/>
                  <a:pt x="18105" y="4537"/>
                </a:cubicBezTo>
                <a:cubicBezTo>
                  <a:pt x="18423" y="4537"/>
                  <a:pt x="18673" y="4423"/>
                  <a:pt x="18855" y="4194"/>
                </a:cubicBezTo>
                <a:cubicBezTo>
                  <a:pt x="19037" y="3966"/>
                  <a:pt x="19127" y="3628"/>
                  <a:pt x="19127" y="3178"/>
                </a:cubicBezTo>
                <a:close/>
                <a:moveTo>
                  <a:pt x="23804" y="3132"/>
                </a:moveTo>
                <a:cubicBezTo>
                  <a:pt x="23804" y="3421"/>
                  <a:pt x="23763" y="3685"/>
                  <a:pt x="23680" y="3925"/>
                </a:cubicBezTo>
                <a:cubicBezTo>
                  <a:pt x="23597" y="4164"/>
                  <a:pt x="23480" y="4367"/>
                  <a:pt x="23329" y="4533"/>
                </a:cubicBezTo>
                <a:cubicBezTo>
                  <a:pt x="23189" y="4690"/>
                  <a:pt x="23024" y="4812"/>
                  <a:pt x="22834" y="4898"/>
                </a:cubicBezTo>
                <a:cubicBezTo>
                  <a:pt x="22644" y="4984"/>
                  <a:pt x="22443" y="5027"/>
                  <a:pt x="22230" y="5027"/>
                </a:cubicBezTo>
                <a:cubicBezTo>
                  <a:pt x="22046" y="5027"/>
                  <a:pt x="21878" y="5007"/>
                  <a:pt x="21729" y="4967"/>
                </a:cubicBezTo>
                <a:cubicBezTo>
                  <a:pt x="21579" y="4926"/>
                  <a:pt x="21426" y="4863"/>
                  <a:pt x="21271" y="4778"/>
                </a:cubicBezTo>
                <a:lnTo>
                  <a:pt x="21271" y="6270"/>
                </a:lnTo>
                <a:lnTo>
                  <a:pt x="20672" y="6270"/>
                </a:lnTo>
                <a:lnTo>
                  <a:pt x="20672" y="1395"/>
                </a:lnTo>
                <a:lnTo>
                  <a:pt x="21271" y="1395"/>
                </a:lnTo>
                <a:lnTo>
                  <a:pt x="21271" y="1766"/>
                </a:lnTo>
                <a:cubicBezTo>
                  <a:pt x="21431" y="1632"/>
                  <a:pt x="21610" y="1520"/>
                  <a:pt x="21808" y="1429"/>
                </a:cubicBezTo>
                <a:cubicBezTo>
                  <a:pt x="22007" y="1339"/>
                  <a:pt x="22219" y="1293"/>
                  <a:pt x="22444" y="1293"/>
                </a:cubicBezTo>
                <a:cubicBezTo>
                  <a:pt x="22873" y="1293"/>
                  <a:pt x="23207" y="1456"/>
                  <a:pt x="23446" y="1780"/>
                </a:cubicBezTo>
                <a:cubicBezTo>
                  <a:pt x="23685" y="2105"/>
                  <a:pt x="23804" y="2555"/>
                  <a:pt x="23804" y="3132"/>
                </a:cubicBezTo>
                <a:moveTo>
                  <a:pt x="23186" y="3148"/>
                </a:moveTo>
                <a:cubicBezTo>
                  <a:pt x="23186" y="2719"/>
                  <a:pt x="23113" y="2398"/>
                  <a:pt x="22966" y="2185"/>
                </a:cubicBezTo>
                <a:cubicBezTo>
                  <a:pt x="22820" y="1973"/>
                  <a:pt x="22595" y="1867"/>
                  <a:pt x="22291" y="1867"/>
                </a:cubicBezTo>
                <a:cubicBezTo>
                  <a:pt x="22119" y="1867"/>
                  <a:pt x="21946" y="1904"/>
                  <a:pt x="21772" y="1978"/>
                </a:cubicBezTo>
                <a:cubicBezTo>
                  <a:pt x="21597" y="2053"/>
                  <a:pt x="21431" y="2150"/>
                  <a:pt x="21271" y="2271"/>
                </a:cubicBezTo>
                <a:lnTo>
                  <a:pt x="21271" y="4288"/>
                </a:lnTo>
                <a:cubicBezTo>
                  <a:pt x="21441" y="4365"/>
                  <a:pt x="21587" y="4417"/>
                  <a:pt x="21709" y="4444"/>
                </a:cubicBezTo>
                <a:cubicBezTo>
                  <a:pt x="21832" y="4472"/>
                  <a:pt x="21970" y="4486"/>
                  <a:pt x="22125" y="4486"/>
                </a:cubicBezTo>
                <a:cubicBezTo>
                  <a:pt x="22459" y="4486"/>
                  <a:pt x="22719" y="4373"/>
                  <a:pt x="22906" y="4148"/>
                </a:cubicBezTo>
                <a:cubicBezTo>
                  <a:pt x="23093" y="3923"/>
                  <a:pt x="23186" y="3589"/>
                  <a:pt x="23186" y="3148"/>
                </a:cubicBezTo>
                <a:close/>
                <a:moveTo>
                  <a:pt x="26585" y="4926"/>
                </a:moveTo>
                <a:cubicBezTo>
                  <a:pt x="26473" y="4955"/>
                  <a:pt x="26350" y="4980"/>
                  <a:pt x="26217" y="4999"/>
                </a:cubicBezTo>
                <a:cubicBezTo>
                  <a:pt x="26085" y="5018"/>
                  <a:pt x="25966" y="5027"/>
                  <a:pt x="25862" y="5027"/>
                </a:cubicBezTo>
                <a:cubicBezTo>
                  <a:pt x="25499" y="5027"/>
                  <a:pt x="25223" y="4929"/>
                  <a:pt x="25034" y="4734"/>
                </a:cubicBezTo>
                <a:cubicBezTo>
                  <a:pt x="24845" y="4538"/>
                  <a:pt x="24750" y="4225"/>
                  <a:pt x="24750" y="3793"/>
                </a:cubicBezTo>
                <a:lnTo>
                  <a:pt x="24750" y="1899"/>
                </a:lnTo>
                <a:lnTo>
                  <a:pt x="24346" y="1899"/>
                </a:lnTo>
                <a:lnTo>
                  <a:pt x="24346" y="1395"/>
                </a:lnTo>
                <a:lnTo>
                  <a:pt x="24750" y="1395"/>
                </a:lnTo>
                <a:lnTo>
                  <a:pt x="24750" y="370"/>
                </a:lnTo>
                <a:lnTo>
                  <a:pt x="25349" y="370"/>
                </a:lnTo>
                <a:lnTo>
                  <a:pt x="25349" y="1395"/>
                </a:lnTo>
                <a:lnTo>
                  <a:pt x="26585" y="1395"/>
                </a:lnTo>
                <a:lnTo>
                  <a:pt x="26585" y="1899"/>
                </a:lnTo>
                <a:lnTo>
                  <a:pt x="25349" y="1899"/>
                </a:lnTo>
                <a:lnTo>
                  <a:pt x="25349" y="3524"/>
                </a:lnTo>
                <a:cubicBezTo>
                  <a:pt x="25349" y="3712"/>
                  <a:pt x="25353" y="3858"/>
                  <a:pt x="25362" y="3963"/>
                </a:cubicBezTo>
                <a:cubicBezTo>
                  <a:pt x="25370" y="4069"/>
                  <a:pt x="25400" y="4167"/>
                  <a:pt x="25451" y="4259"/>
                </a:cubicBezTo>
                <a:cubicBezTo>
                  <a:pt x="25498" y="4344"/>
                  <a:pt x="25562" y="4406"/>
                  <a:pt x="25644" y="4446"/>
                </a:cubicBezTo>
                <a:cubicBezTo>
                  <a:pt x="25726" y="4485"/>
                  <a:pt x="25850" y="4505"/>
                  <a:pt x="26018" y="4505"/>
                </a:cubicBezTo>
                <a:cubicBezTo>
                  <a:pt x="26116" y="4505"/>
                  <a:pt x="26218" y="4490"/>
                  <a:pt x="26324" y="4462"/>
                </a:cubicBezTo>
                <a:cubicBezTo>
                  <a:pt x="26430" y="4433"/>
                  <a:pt x="26507" y="4409"/>
                  <a:pt x="26553" y="4390"/>
                </a:cubicBezTo>
                <a:lnTo>
                  <a:pt x="26585" y="4390"/>
                </a:lnTo>
                <a:lnTo>
                  <a:pt x="26585" y="4926"/>
                </a:lnTo>
                <a:close/>
                <a:moveTo>
                  <a:pt x="30287" y="3237"/>
                </a:moveTo>
                <a:lnTo>
                  <a:pt x="27665" y="3237"/>
                </a:lnTo>
                <a:cubicBezTo>
                  <a:pt x="27665" y="3456"/>
                  <a:pt x="27698" y="3647"/>
                  <a:pt x="27764" y="3810"/>
                </a:cubicBezTo>
                <a:cubicBezTo>
                  <a:pt x="27830" y="3973"/>
                  <a:pt x="27920" y="4106"/>
                  <a:pt x="28035" y="4211"/>
                </a:cubicBezTo>
                <a:cubicBezTo>
                  <a:pt x="28145" y="4313"/>
                  <a:pt x="28276" y="4390"/>
                  <a:pt x="28428" y="4441"/>
                </a:cubicBezTo>
                <a:cubicBezTo>
                  <a:pt x="28580" y="4492"/>
                  <a:pt x="28747" y="4517"/>
                  <a:pt x="28930" y="4517"/>
                </a:cubicBezTo>
                <a:cubicBezTo>
                  <a:pt x="29172" y="4517"/>
                  <a:pt x="29416" y="4469"/>
                  <a:pt x="29661" y="4371"/>
                </a:cubicBezTo>
                <a:cubicBezTo>
                  <a:pt x="29906" y="4274"/>
                  <a:pt x="30081" y="4178"/>
                  <a:pt x="30185" y="4084"/>
                </a:cubicBezTo>
                <a:lnTo>
                  <a:pt x="30217" y="4084"/>
                </a:lnTo>
                <a:lnTo>
                  <a:pt x="30217" y="4739"/>
                </a:lnTo>
                <a:cubicBezTo>
                  <a:pt x="30015" y="4825"/>
                  <a:pt x="29809" y="4896"/>
                  <a:pt x="29599" y="4954"/>
                </a:cubicBezTo>
                <a:cubicBezTo>
                  <a:pt x="29389" y="5011"/>
                  <a:pt x="29168" y="5040"/>
                  <a:pt x="28936" y="5040"/>
                </a:cubicBezTo>
                <a:cubicBezTo>
                  <a:pt x="28346" y="5040"/>
                  <a:pt x="27885" y="4880"/>
                  <a:pt x="27554" y="4560"/>
                </a:cubicBezTo>
                <a:cubicBezTo>
                  <a:pt x="27222" y="4239"/>
                  <a:pt x="27057" y="3785"/>
                  <a:pt x="27057" y="3195"/>
                </a:cubicBezTo>
                <a:cubicBezTo>
                  <a:pt x="27057" y="2612"/>
                  <a:pt x="27215" y="2150"/>
                  <a:pt x="27533" y="1807"/>
                </a:cubicBezTo>
                <a:cubicBezTo>
                  <a:pt x="27851" y="1465"/>
                  <a:pt x="28268" y="1293"/>
                  <a:pt x="28787" y="1293"/>
                </a:cubicBezTo>
                <a:cubicBezTo>
                  <a:pt x="29267" y="1293"/>
                  <a:pt x="29637" y="1434"/>
                  <a:pt x="29897" y="1715"/>
                </a:cubicBezTo>
                <a:cubicBezTo>
                  <a:pt x="30157" y="1995"/>
                  <a:pt x="30287" y="2394"/>
                  <a:pt x="30287" y="2911"/>
                </a:cubicBezTo>
                <a:lnTo>
                  <a:pt x="30287" y="3237"/>
                </a:lnTo>
                <a:moveTo>
                  <a:pt x="29704" y="2778"/>
                </a:moveTo>
                <a:cubicBezTo>
                  <a:pt x="29702" y="2464"/>
                  <a:pt x="29623" y="2220"/>
                  <a:pt x="29467" y="2048"/>
                </a:cubicBezTo>
                <a:cubicBezTo>
                  <a:pt x="29311" y="1876"/>
                  <a:pt x="29073" y="1790"/>
                  <a:pt x="28755" y="1790"/>
                </a:cubicBezTo>
                <a:cubicBezTo>
                  <a:pt x="28434" y="1790"/>
                  <a:pt x="28179" y="1885"/>
                  <a:pt x="27989" y="2074"/>
                </a:cubicBezTo>
                <a:cubicBezTo>
                  <a:pt x="27798" y="2263"/>
                  <a:pt x="27691" y="2498"/>
                  <a:pt x="27665" y="2778"/>
                </a:cubicBezTo>
                <a:lnTo>
                  <a:pt x="29704" y="2778"/>
                </a:lnTo>
                <a:close/>
                <a:moveTo>
                  <a:pt x="33415" y="2045"/>
                </a:moveTo>
                <a:lnTo>
                  <a:pt x="33384" y="2045"/>
                </a:lnTo>
                <a:cubicBezTo>
                  <a:pt x="33294" y="2025"/>
                  <a:pt x="33208" y="2011"/>
                  <a:pt x="33124" y="2002"/>
                </a:cubicBezTo>
                <a:cubicBezTo>
                  <a:pt x="33040" y="1992"/>
                  <a:pt x="32941" y="1988"/>
                  <a:pt x="32826" y="1988"/>
                </a:cubicBezTo>
                <a:cubicBezTo>
                  <a:pt x="32641" y="1988"/>
                  <a:pt x="32463" y="2029"/>
                  <a:pt x="32291" y="2111"/>
                </a:cubicBezTo>
                <a:cubicBezTo>
                  <a:pt x="32119" y="2193"/>
                  <a:pt x="31953" y="2298"/>
                  <a:pt x="31794" y="2428"/>
                </a:cubicBezTo>
                <a:lnTo>
                  <a:pt x="31794" y="4957"/>
                </a:lnTo>
                <a:lnTo>
                  <a:pt x="31195" y="4957"/>
                </a:lnTo>
                <a:lnTo>
                  <a:pt x="31195" y="1395"/>
                </a:lnTo>
                <a:lnTo>
                  <a:pt x="31794" y="1395"/>
                </a:lnTo>
                <a:lnTo>
                  <a:pt x="31794" y="1922"/>
                </a:lnTo>
                <a:cubicBezTo>
                  <a:pt x="32032" y="1730"/>
                  <a:pt x="32241" y="1595"/>
                  <a:pt x="32423" y="1515"/>
                </a:cubicBezTo>
                <a:cubicBezTo>
                  <a:pt x="32605" y="1435"/>
                  <a:pt x="32790" y="1395"/>
                  <a:pt x="32979" y="1395"/>
                </a:cubicBezTo>
                <a:cubicBezTo>
                  <a:pt x="33083" y="1395"/>
                  <a:pt x="33158" y="1398"/>
                  <a:pt x="33205" y="1403"/>
                </a:cubicBezTo>
                <a:cubicBezTo>
                  <a:pt x="33252" y="1409"/>
                  <a:pt x="33322" y="1419"/>
                  <a:pt x="33415" y="1433"/>
                </a:cubicBezTo>
                <a:lnTo>
                  <a:pt x="33415" y="2045"/>
                </a:lnTo>
                <a:close/>
                <a:moveTo>
                  <a:pt x="36745" y="4957"/>
                </a:moveTo>
                <a:lnTo>
                  <a:pt x="36149" y="4957"/>
                </a:lnTo>
                <a:lnTo>
                  <a:pt x="36149" y="4581"/>
                </a:lnTo>
                <a:cubicBezTo>
                  <a:pt x="36096" y="4617"/>
                  <a:pt x="36024" y="4667"/>
                  <a:pt x="35934" y="4732"/>
                </a:cubicBezTo>
                <a:cubicBezTo>
                  <a:pt x="35844" y="4797"/>
                  <a:pt x="35756" y="4849"/>
                  <a:pt x="35671" y="4887"/>
                </a:cubicBezTo>
                <a:cubicBezTo>
                  <a:pt x="35571" y="4936"/>
                  <a:pt x="35457" y="4977"/>
                  <a:pt x="35327" y="5010"/>
                </a:cubicBezTo>
                <a:cubicBezTo>
                  <a:pt x="35198" y="5043"/>
                  <a:pt x="35046" y="5059"/>
                  <a:pt x="34872" y="5059"/>
                </a:cubicBezTo>
                <a:cubicBezTo>
                  <a:pt x="34551" y="5059"/>
                  <a:pt x="34279" y="4953"/>
                  <a:pt x="34056" y="4740"/>
                </a:cubicBezTo>
                <a:cubicBezTo>
                  <a:pt x="33833" y="4527"/>
                  <a:pt x="33721" y="4256"/>
                  <a:pt x="33721" y="3927"/>
                </a:cubicBezTo>
                <a:cubicBezTo>
                  <a:pt x="33721" y="3657"/>
                  <a:pt x="33779" y="3438"/>
                  <a:pt x="33895" y="3271"/>
                </a:cubicBezTo>
                <a:cubicBezTo>
                  <a:pt x="34011" y="3104"/>
                  <a:pt x="34176" y="2973"/>
                  <a:pt x="34390" y="2877"/>
                </a:cubicBezTo>
                <a:cubicBezTo>
                  <a:pt x="34607" y="2781"/>
                  <a:pt x="34867" y="2717"/>
                  <a:pt x="35171" y="2683"/>
                </a:cubicBezTo>
                <a:cubicBezTo>
                  <a:pt x="35475" y="2648"/>
                  <a:pt x="35801" y="2623"/>
                  <a:pt x="36149" y="2606"/>
                </a:cubicBezTo>
                <a:lnTo>
                  <a:pt x="36149" y="2513"/>
                </a:lnTo>
                <a:cubicBezTo>
                  <a:pt x="36149" y="2376"/>
                  <a:pt x="36125" y="2262"/>
                  <a:pt x="36077" y="2172"/>
                </a:cubicBezTo>
                <a:cubicBezTo>
                  <a:pt x="36030" y="2082"/>
                  <a:pt x="35961" y="2012"/>
                  <a:pt x="35872" y="1960"/>
                </a:cubicBezTo>
                <a:cubicBezTo>
                  <a:pt x="35787" y="1911"/>
                  <a:pt x="35685" y="1878"/>
                  <a:pt x="35566" y="1861"/>
                </a:cubicBezTo>
                <a:cubicBezTo>
                  <a:pt x="35447" y="1844"/>
                  <a:pt x="35323" y="1835"/>
                  <a:pt x="35193" y="1835"/>
                </a:cubicBezTo>
                <a:cubicBezTo>
                  <a:pt x="35036" y="1835"/>
                  <a:pt x="34861" y="1856"/>
                  <a:pt x="34668" y="1899"/>
                </a:cubicBezTo>
                <a:cubicBezTo>
                  <a:pt x="34474" y="1941"/>
                  <a:pt x="34275" y="2003"/>
                  <a:pt x="34069" y="2084"/>
                </a:cubicBezTo>
                <a:lnTo>
                  <a:pt x="34037" y="2084"/>
                </a:lnTo>
                <a:lnTo>
                  <a:pt x="34037" y="1475"/>
                </a:lnTo>
                <a:cubicBezTo>
                  <a:pt x="34154" y="1443"/>
                  <a:pt x="34323" y="1408"/>
                  <a:pt x="34543" y="1370"/>
                </a:cubicBezTo>
                <a:cubicBezTo>
                  <a:pt x="34764" y="1332"/>
                  <a:pt x="34982" y="1313"/>
                  <a:pt x="35196" y="1313"/>
                </a:cubicBezTo>
                <a:cubicBezTo>
                  <a:pt x="35447" y="1313"/>
                  <a:pt x="35665" y="1333"/>
                  <a:pt x="35851" y="1375"/>
                </a:cubicBezTo>
                <a:cubicBezTo>
                  <a:pt x="36037" y="1416"/>
                  <a:pt x="36198" y="1487"/>
                  <a:pt x="36334" y="1587"/>
                </a:cubicBezTo>
                <a:cubicBezTo>
                  <a:pt x="36468" y="1684"/>
                  <a:pt x="36570" y="1811"/>
                  <a:pt x="36640" y="1966"/>
                </a:cubicBezTo>
                <a:cubicBezTo>
                  <a:pt x="36710" y="2121"/>
                  <a:pt x="36745" y="2313"/>
                  <a:pt x="36745" y="2542"/>
                </a:cubicBezTo>
                <a:lnTo>
                  <a:pt x="36745" y="4957"/>
                </a:lnTo>
                <a:moveTo>
                  <a:pt x="36149" y="4085"/>
                </a:moveTo>
                <a:lnTo>
                  <a:pt x="36149" y="3090"/>
                </a:lnTo>
                <a:cubicBezTo>
                  <a:pt x="35966" y="3101"/>
                  <a:pt x="35751" y="3117"/>
                  <a:pt x="35504" y="3138"/>
                </a:cubicBezTo>
                <a:cubicBezTo>
                  <a:pt x="35256" y="3160"/>
                  <a:pt x="35061" y="3191"/>
                  <a:pt x="34916" y="3231"/>
                </a:cubicBezTo>
                <a:cubicBezTo>
                  <a:pt x="34744" y="3280"/>
                  <a:pt x="34605" y="3356"/>
                  <a:pt x="34499" y="3460"/>
                </a:cubicBezTo>
                <a:cubicBezTo>
                  <a:pt x="34393" y="3563"/>
                  <a:pt x="34340" y="3706"/>
                  <a:pt x="34340" y="3887"/>
                </a:cubicBezTo>
                <a:cubicBezTo>
                  <a:pt x="34340" y="4092"/>
                  <a:pt x="34401" y="4246"/>
                  <a:pt x="34524" y="4350"/>
                </a:cubicBezTo>
                <a:cubicBezTo>
                  <a:pt x="34647" y="4453"/>
                  <a:pt x="34835" y="4505"/>
                  <a:pt x="35088" y="4505"/>
                </a:cubicBezTo>
                <a:cubicBezTo>
                  <a:pt x="35298" y="4505"/>
                  <a:pt x="35491" y="4464"/>
                  <a:pt x="35665" y="4382"/>
                </a:cubicBezTo>
                <a:cubicBezTo>
                  <a:pt x="35839" y="4299"/>
                  <a:pt x="36000" y="4201"/>
                  <a:pt x="36149" y="4085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C238B3-B92C-4C6C-9157-02C0CDA43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135" y="2483648"/>
            <a:ext cx="123373" cy="94700"/>
          </a:xfrm>
          <a:custGeom xmlns:a="http://schemas.openxmlformats.org/drawingml/2006/main">
            <a:pathLst>
              <a:path w="123373" h="94700">
                <a:moveTo>
                  <a:pt x="0" y="0"/>
                </a:moveTo>
                <a:lnTo>
                  <a:pt x="123373" y="0"/>
                </a:lnTo>
                <a:lnTo>
                  <a:pt x="123373" y="94700"/>
                </a:lnTo>
                <a:lnTo>
                  <a:pt x="0" y="947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7E3D19-E147-46E0-B0B0-E232FE525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135" y="2483650"/>
            <a:ext cx="123374" cy="94698"/>
          </a:xfrm>
          <a:custGeom xmlns:a="http://schemas.openxmlformats.org/drawingml/2006/main">
            <a:pathLst>
              <a:path w="123374" h="94698" fill="none">
                <a:moveTo>
                  <a:pt x="0" y="0"/>
                </a:moveTo>
                <a:lnTo>
                  <a:pt x="123374" y="0"/>
                </a:lnTo>
                <a:lnTo>
                  <a:pt x="123374" y="94698"/>
                </a:lnTo>
                <a:lnTo>
                  <a:pt x="0" y="946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38" name="Text Neuroptera">
            <a:extLst xmlns:a="http://schemas.openxmlformats.org/drawingml/2006/main">
              <a:ext uri="{FF2B5EF4-FFF2-40B4-BE49-F238E27FC236}">
                <a16:creationId xmlns:a16="http://schemas.microsoft.com/office/drawing/2014/main" id="{8E2EF983-6A4F-49E8-A10A-4F3475813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3201" y="2485298"/>
            <a:ext cx="31975" cy="5433"/>
          </a:xfrm>
          <a:custGeom xmlns:a="http://schemas.openxmlformats.org/drawingml/2006/main">
            <a:pathLst>
              <a:path w="31975" h="5433">
                <a:moveTo>
                  <a:pt x="3245" y="4256"/>
                </a:moveTo>
                <a:lnTo>
                  <a:pt x="2545" y="4256"/>
                </a:lnTo>
                <a:lnTo>
                  <a:pt x="528" y="449"/>
                </a:lnTo>
                <a:lnTo>
                  <a:pt x="528" y="4256"/>
                </a:lnTo>
                <a:lnTo>
                  <a:pt x="0" y="4256"/>
                </a:lnTo>
                <a:lnTo>
                  <a:pt x="0" y="0"/>
                </a:lnTo>
                <a:lnTo>
                  <a:pt x="877" y="0"/>
                </a:lnTo>
                <a:lnTo>
                  <a:pt x="2716" y="3475"/>
                </a:lnTo>
                <a:lnTo>
                  <a:pt x="2716" y="0"/>
                </a:lnTo>
                <a:lnTo>
                  <a:pt x="3245" y="0"/>
                </a:lnTo>
                <a:lnTo>
                  <a:pt x="3245" y="4256"/>
                </a:lnTo>
                <a:close/>
                <a:moveTo>
                  <a:pt x="7003" y="2713"/>
                </a:moveTo>
                <a:lnTo>
                  <a:pt x="4653" y="2713"/>
                </a:lnTo>
                <a:cubicBezTo>
                  <a:pt x="4653" y="2910"/>
                  <a:pt x="4682" y="3081"/>
                  <a:pt x="4741" y="3227"/>
                </a:cubicBezTo>
                <a:cubicBezTo>
                  <a:pt x="4800" y="3373"/>
                  <a:pt x="4881" y="3493"/>
                  <a:pt x="4984" y="3587"/>
                </a:cubicBezTo>
                <a:cubicBezTo>
                  <a:pt x="5083" y="3678"/>
                  <a:pt x="5201" y="3747"/>
                  <a:pt x="5337" y="3793"/>
                </a:cubicBezTo>
                <a:cubicBezTo>
                  <a:pt x="5473" y="3839"/>
                  <a:pt x="5623" y="3862"/>
                  <a:pt x="5787" y="3862"/>
                </a:cubicBezTo>
                <a:cubicBezTo>
                  <a:pt x="6004" y="3862"/>
                  <a:pt x="6222" y="3818"/>
                  <a:pt x="6442" y="3731"/>
                </a:cubicBezTo>
                <a:cubicBezTo>
                  <a:pt x="6662" y="3643"/>
                  <a:pt x="6819" y="3558"/>
                  <a:pt x="6912" y="3473"/>
                </a:cubicBezTo>
                <a:lnTo>
                  <a:pt x="6941" y="3473"/>
                </a:lnTo>
                <a:lnTo>
                  <a:pt x="6941" y="4061"/>
                </a:lnTo>
                <a:cubicBezTo>
                  <a:pt x="6760" y="4137"/>
                  <a:pt x="6575" y="4201"/>
                  <a:pt x="6386" y="4253"/>
                </a:cubicBezTo>
                <a:cubicBezTo>
                  <a:pt x="6198" y="4304"/>
                  <a:pt x="6000" y="4330"/>
                  <a:pt x="5792" y="4330"/>
                </a:cubicBezTo>
                <a:cubicBezTo>
                  <a:pt x="5263" y="4330"/>
                  <a:pt x="4850" y="4187"/>
                  <a:pt x="4553" y="3899"/>
                </a:cubicBezTo>
                <a:cubicBezTo>
                  <a:pt x="4256" y="3612"/>
                  <a:pt x="4107" y="3205"/>
                  <a:pt x="4107" y="2676"/>
                </a:cubicBezTo>
                <a:cubicBezTo>
                  <a:pt x="4107" y="2154"/>
                  <a:pt x="4250" y="1739"/>
                  <a:pt x="4534" y="1432"/>
                </a:cubicBezTo>
                <a:cubicBezTo>
                  <a:pt x="4819" y="1125"/>
                  <a:pt x="5194" y="971"/>
                  <a:pt x="5658" y="971"/>
                </a:cubicBezTo>
                <a:cubicBezTo>
                  <a:pt x="6088" y="971"/>
                  <a:pt x="6420" y="1097"/>
                  <a:pt x="6654" y="1349"/>
                </a:cubicBezTo>
                <a:cubicBezTo>
                  <a:pt x="6887" y="1601"/>
                  <a:pt x="7003" y="1958"/>
                  <a:pt x="7003" y="2422"/>
                </a:cubicBezTo>
                <a:lnTo>
                  <a:pt x="7003" y="2713"/>
                </a:lnTo>
                <a:moveTo>
                  <a:pt x="6481" y="2302"/>
                </a:moveTo>
                <a:cubicBezTo>
                  <a:pt x="6479" y="2020"/>
                  <a:pt x="6408" y="1802"/>
                  <a:pt x="6268" y="1648"/>
                </a:cubicBezTo>
                <a:cubicBezTo>
                  <a:pt x="6128" y="1494"/>
                  <a:pt x="5915" y="1417"/>
                  <a:pt x="5630" y="1417"/>
                </a:cubicBezTo>
                <a:cubicBezTo>
                  <a:pt x="5342" y="1417"/>
                  <a:pt x="5113" y="1501"/>
                  <a:pt x="4943" y="1671"/>
                </a:cubicBezTo>
                <a:cubicBezTo>
                  <a:pt x="4772" y="1840"/>
                  <a:pt x="4676" y="2051"/>
                  <a:pt x="4653" y="2302"/>
                </a:cubicBezTo>
                <a:lnTo>
                  <a:pt x="6481" y="2302"/>
                </a:lnTo>
                <a:close/>
                <a:moveTo>
                  <a:pt x="10462" y="4256"/>
                </a:moveTo>
                <a:lnTo>
                  <a:pt x="9925" y="4256"/>
                </a:lnTo>
                <a:lnTo>
                  <a:pt x="9925" y="3904"/>
                </a:lnTo>
                <a:cubicBezTo>
                  <a:pt x="9745" y="4047"/>
                  <a:pt x="9571" y="4156"/>
                  <a:pt x="9406" y="4233"/>
                </a:cubicBezTo>
                <a:cubicBezTo>
                  <a:pt x="9240" y="4309"/>
                  <a:pt x="9057" y="4347"/>
                  <a:pt x="8857" y="4347"/>
                </a:cubicBezTo>
                <a:cubicBezTo>
                  <a:pt x="8522" y="4347"/>
                  <a:pt x="8261" y="4245"/>
                  <a:pt x="8075" y="4040"/>
                </a:cubicBezTo>
                <a:cubicBezTo>
                  <a:pt x="7888" y="3835"/>
                  <a:pt x="7795" y="3534"/>
                  <a:pt x="7795" y="3137"/>
                </a:cubicBezTo>
                <a:lnTo>
                  <a:pt x="7795" y="1063"/>
                </a:lnTo>
                <a:lnTo>
                  <a:pt x="8332" y="1063"/>
                </a:lnTo>
                <a:lnTo>
                  <a:pt x="8332" y="2881"/>
                </a:lnTo>
                <a:cubicBezTo>
                  <a:pt x="8332" y="3043"/>
                  <a:pt x="8339" y="3182"/>
                  <a:pt x="8355" y="3297"/>
                </a:cubicBezTo>
                <a:cubicBezTo>
                  <a:pt x="8370" y="3412"/>
                  <a:pt x="8402" y="3511"/>
                  <a:pt x="8452" y="3593"/>
                </a:cubicBezTo>
                <a:cubicBezTo>
                  <a:pt x="8503" y="3677"/>
                  <a:pt x="8570" y="3738"/>
                  <a:pt x="8652" y="3776"/>
                </a:cubicBezTo>
                <a:cubicBezTo>
                  <a:pt x="8733" y="3814"/>
                  <a:pt x="8852" y="3833"/>
                  <a:pt x="9009" y="3833"/>
                </a:cubicBezTo>
                <a:cubicBezTo>
                  <a:pt x="9148" y="3833"/>
                  <a:pt x="9299" y="3797"/>
                  <a:pt x="9464" y="3724"/>
                </a:cubicBezTo>
                <a:cubicBezTo>
                  <a:pt x="9629" y="3652"/>
                  <a:pt x="9783" y="3560"/>
                  <a:pt x="9925" y="3447"/>
                </a:cubicBezTo>
                <a:lnTo>
                  <a:pt x="9925" y="1063"/>
                </a:lnTo>
                <a:lnTo>
                  <a:pt x="10462" y="1063"/>
                </a:lnTo>
                <a:lnTo>
                  <a:pt x="10462" y="4256"/>
                </a:lnTo>
                <a:close/>
                <a:moveTo>
                  <a:pt x="13510" y="1645"/>
                </a:moveTo>
                <a:lnTo>
                  <a:pt x="13481" y="1645"/>
                </a:lnTo>
                <a:cubicBezTo>
                  <a:pt x="13401" y="1627"/>
                  <a:pt x="13324" y="1614"/>
                  <a:pt x="13249" y="1606"/>
                </a:cubicBezTo>
                <a:cubicBezTo>
                  <a:pt x="13173" y="1598"/>
                  <a:pt x="13084" y="1594"/>
                  <a:pt x="12982" y="1594"/>
                </a:cubicBezTo>
                <a:cubicBezTo>
                  <a:pt x="12816" y="1594"/>
                  <a:pt x="12656" y="1630"/>
                  <a:pt x="12502" y="1704"/>
                </a:cubicBezTo>
                <a:cubicBezTo>
                  <a:pt x="12347" y="1777"/>
                  <a:pt x="12199" y="1872"/>
                  <a:pt x="12056" y="1988"/>
                </a:cubicBezTo>
                <a:lnTo>
                  <a:pt x="12056" y="4256"/>
                </a:lnTo>
                <a:lnTo>
                  <a:pt x="11519" y="4256"/>
                </a:lnTo>
                <a:lnTo>
                  <a:pt x="11519" y="1063"/>
                </a:lnTo>
                <a:lnTo>
                  <a:pt x="12056" y="1063"/>
                </a:lnTo>
                <a:lnTo>
                  <a:pt x="12056" y="1534"/>
                </a:lnTo>
                <a:cubicBezTo>
                  <a:pt x="12269" y="1363"/>
                  <a:pt x="12457" y="1241"/>
                  <a:pt x="12620" y="1170"/>
                </a:cubicBezTo>
                <a:cubicBezTo>
                  <a:pt x="12783" y="1098"/>
                  <a:pt x="12949" y="1063"/>
                  <a:pt x="13119" y="1063"/>
                </a:cubicBezTo>
                <a:cubicBezTo>
                  <a:pt x="13212" y="1063"/>
                  <a:pt x="13280" y="1065"/>
                  <a:pt x="13321" y="1070"/>
                </a:cubicBezTo>
                <a:cubicBezTo>
                  <a:pt x="13363" y="1074"/>
                  <a:pt x="13426" y="1083"/>
                  <a:pt x="13510" y="1097"/>
                </a:cubicBezTo>
                <a:lnTo>
                  <a:pt x="13510" y="1645"/>
                </a:lnTo>
                <a:close/>
                <a:moveTo>
                  <a:pt x="16734" y="2661"/>
                </a:moveTo>
                <a:cubicBezTo>
                  <a:pt x="16734" y="3182"/>
                  <a:pt x="16601" y="3593"/>
                  <a:pt x="16334" y="3895"/>
                </a:cubicBezTo>
                <a:cubicBezTo>
                  <a:pt x="16068" y="4196"/>
                  <a:pt x="15711" y="4347"/>
                  <a:pt x="15263" y="4347"/>
                </a:cubicBezTo>
                <a:cubicBezTo>
                  <a:pt x="14812" y="4347"/>
                  <a:pt x="14454" y="4196"/>
                  <a:pt x="14188" y="3895"/>
                </a:cubicBezTo>
                <a:cubicBezTo>
                  <a:pt x="13922" y="3593"/>
                  <a:pt x="13790" y="3182"/>
                  <a:pt x="13790" y="2661"/>
                </a:cubicBezTo>
                <a:cubicBezTo>
                  <a:pt x="13790" y="2139"/>
                  <a:pt x="13922" y="1728"/>
                  <a:pt x="14188" y="1425"/>
                </a:cubicBezTo>
                <a:cubicBezTo>
                  <a:pt x="14454" y="1122"/>
                  <a:pt x="14812" y="971"/>
                  <a:pt x="15263" y="971"/>
                </a:cubicBezTo>
                <a:cubicBezTo>
                  <a:pt x="15711" y="971"/>
                  <a:pt x="16068" y="1122"/>
                  <a:pt x="16334" y="1425"/>
                </a:cubicBezTo>
                <a:cubicBezTo>
                  <a:pt x="16601" y="1728"/>
                  <a:pt x="16734" y="2139"/>
                  <a:pt x="16734" y="2661"/>
                </a:cubicBezTo>
                <a:moveTo>
                  <a:pt x="16180" y="2661"/>
                </a:moveTo>
                <a:cubicBezTo>
                  <a:pt x="16180" y="2248"/>
                  <a:pt x="16099" y="1941"/>
                  <a:pt x="15937" y="1741"/>
                </a:cubicBezTo>
                <a:cubicBezTo>
                  <a:pt x="15776" y="1540"/>
                  <a:pt x="15551" y="1440"/>
                  <a:pt x="15263" y="1440"/>
                </a:cubicBezTo>
                <a:cubicBezTo>
                  <a:pt x="14972" y="1440"/>
                  <a:pt x="14746" y="1540"/>
                  <a:pt x="14585" y="1741"/>
                </a:cubicBezTo>
                <a:cubicBezTo>
                  <a:pt x="14424" y="1941"/>
                  <a:pt x="14344" y="2248"/>
                  <a:pt x="14344" y="2661"/>
                </a:cubicBezTo>
                <a:cubicBezTo>
                  <a:pt x="14344" y="3060"/>
                  <a:pt x="14425" y="3363"/>
                  <a:pt x="14586" y="3569"/>
                </a:cubicBezTo>
                <a:cubicBezTo>
                  <a:pt x="14748" y="3776"/>
                  <a:pt x="14974" y="3879"/>
                  <a:pt x="15263" y="3879"/>
                </a:cubicBezTo>
                <a:cubicBezTo>
                  <a:pt x="15549" y="3879"/>
                  <a:pt x="15773" y="3777"/>
                  <a:pt x="15936" y="3572"/>
                </a:cubicBezTo>
                <a:cubicBezTo>
                  <a:pt x="16099" y="3368"/>
                  <a:pt x="16180" y="3064"/>
                  <a:pt x="16180" y="2661"/>
                </a:cubicBezTo>
                <a:close/>
                <a:moveTo>
                  <a:pt x="20373" y="2619"/>
                </a:moveTo>
                <a:cubicBezTo>
                  <a:pt x="20373" y="2879"/>
                  <a:pt x="20336" y="3116"/>
                  <a:pt x="20262" y="3330"/>
                </a:cubicBezTo>
                <a:cubicBezTo>
                  <a:pt x="20188" y="3545"/>
                  <a:pt x="20083" y="3726"/>
                  <a:pt x="19948" y="3875"/>
                </a:cubicBezTo>
                <a:cubicBezTo>
                  <a:pt x="19822" y="4016"/>
                  <a:pt x="19674" y="4126"/>
                  <a:pt x="19504" y="4203"/>
                </a:cubicBezTo>
                <a:cubicBezTo>
                  <a:pt x="19333" y="4280"/>
                  <a:pt x="19153" y="4319"/>
                  <a:pt x="18962" y="4319"/>
                </a:cubicBezTo>
                <a:cubicBezTo>
                  <a:pt x="18797" y="4319"/>
                  <a:pt x="18647" y="4301"/>
                  <a:pt x="18512" y="4264"/>
                </a:cubicBezTo>
                <a:cubicBezTo>
                  <a:pt x="18378" y="4228"/>
                  <a:pt x="18242" y="4172"/>
                  <a:pt x="18103" y="4095"/>
                </a:cubicBezTo>
                <a:lnTo>
                  <a:pt x="18103" y="5433"/>
                </a:lnTo>
                <a:lnTo>
                  <a:pt x="17566" y="5433"/>
                </a:lnTo>
                <a:lnTo>
                  <a:pt x="17566" y="1063"/>
                </a:lnTo>
                <a:lnTo>
                  <a:pt x="18103" y="1063"/>
                </a:lnTo>
                <a:lnTo>
                  <a:pt x="18103" y="1395"/>
                </a:lnTo>
                <a:cubicBezTo>
                  <a:pt x="18245" y="1274"/>
                  <a:pt x="18406" y="1174"/>
                  <a:pt x="18584" y="1093"/>
                </a:cubicBezTo>
                <a:cubicBezTo>
                  <a:pt x="18762" y="1012"/>
                  <a:pt x="18952" y="971"/>
                  <a:pt x="19154" y="971"/>
                </a:cubicBezTo>
                <a:cubicBezTo>
                  <a:pt x="19538" y="971"/>
                  <a:pt x="19838" y="1117"/>
                  <a:pt x="20052" y="1407"/>
                </a:cubicBezTo>
                <a:cubicBezTo>
                  <a:pt x="20266" y="1698"/>
                  <a:pt x="20373" y="2102"/>
                  <a:pt x="20373" y="2619"/>
                </a:cubicBezTo>
                <a:moveTo>
                  <a:pt x="19819" y="2633"/>
                </a:moveTo>
                <a:cubicBezTo>
                  <a:pt x="19819" y="2249"/>
                  <a:pt x="19754" y="1961"/>
                  <a:pt x="19622" y="1771"/>
                </a:cubicBezTo>
                <a:cubicBezTo>
                  <a:pt x="19491" y="1580"/>
                  <a:pt x="19289" y="1485"/>
                  <a:pt x="19017" y="1485"/>
                </a:cubicBezTo>
                <a:cubicBezTo>
                  <a:pt x="18862" y="1485"/>
                  <a:pt x="18707" y="1519"/>
                  <a:pt x="18551" y="1585"/>
                </a:cubicBezTo>
                <a:cubicBezTo>
                  <a:pt x="18395" y="1652"/>
                  <a:pt x="18245" y="1739"/>
                  <a:pt x="18103" y="1848"/>
                </a:cubicBezTo>
                <a:lnTo>
                  <a:pt x="18103" y="3656"/>
                </a:lnTo>
                <a:cubicBezTo>
                  <a:pt x="18255" y="3725"/>
                  <a:pt x="18386" y="3771"/>
                  <a:pt x="18495" y="3796"/>
                </a:cubicBezTo>
                <a:cubicBezTo>
                  <a:pt x="18605" y="3821"/>
                  <a:pt x="18729" y="3833"/>
                  <a:pt x="18868" y="3833"/>
                </a:cubicBezTo>
                <a:cubicBezTo>
                  <a:pt x="19167" y="3833"/>
                  <a:pt x="19400" y="3732"/>
                  <a:pt x="19568" y="3530"/>
                </a:cubicBezTo>
                <a:cubicBezTo>
                  <a:pt x="19735" y="3328"/>
                  <a:pt x="19819" y="3030"/>
                  <a:pt x="19819" y="2633"/>
                </a:cubicBezTo>
                <a:close/>
                <a:moveTo>
                  <a:pt x="22867" y="4228"/>
                </a:moveTo>
                <a:cubicBezTo>
                  <a:pt x="22766" y="4254"/>
                  <a:pt x="22656" y="4276"/>
                  <a:pt x="22537" y="4293"/>
                </a:cubicBezTo>
                <a:cubicBezTo>
                  <a:pt x="22418" y="4310"/>
                  <a:pt x="22312" y="4319"/>
                  <a:pt x="22218" y="4319"/>
                </a:cubicBezTo>
                <a:cubicBezTo>
                  <a:pt x="21893" y="4319"/>
                  <a:pt x="21645" y="4231"/>
                  <a:pt x="21476" y="4056"/>
                </a:cubicBezTo>
                <a:cubicBezTo>
                  <a:pt x="21306" y="3880"/>
                  <a:pt x="21222" y="3599"/>
                  <a:pt x="21222" y="3212"/>
                </a:cubicBezTo>
                <a:lnTo>
                  <a:pt x="21222" y="1514"/>
                </a:lnTo>
                <a:lnTo>
                  <a:pt x="20859" y="1514"/>
                </a:lnTo>
                <a:lnTo>
                  <a:pt x="20859" y="1063"/>
                </a:lnTo>
                <a:lnTo>
                  <a:pt x="21222" y="1063"/>
                </a:lnTo>
                <a:lnTo>
                  <a:pt x="21222" y="143"/>
                </a:lnTo>
                <a:lnTo>
                  <a:pt x="21758" y="143"/>
                </a:lnTo>
                <a:lnTo>
                  <a:pt x="21758" y="1063"/>
                </a:lnTo>
                <a:lnTo>
                  <a:pt x="22867" y="1063"/>
                </a:lnTo>
                <a:lnTo>
                  <a:pt x="22867" y="1514"/>
                </a:lnTo>
                <a:lnTo>
                  <a:pt x="21758" y="1514"/>
                </a:lnTo>
                <a:lnTo>
                  <a:pt x="21758" y="2971"/>
                </a:lnTo>
                <a:cubicBezTo>
                  <a:pt x="21758" y="3139"/>
                  <a:pt x="21762" y="3270"/>
                  <a:pt x="21770" y="3365"/>
                </a:cubicBezTo>
                <a:cubicBezTo>
                  <a:pt x="21778" y="3459"/>
                  <a:pt x="21804" y="3548"/>
                  <a:pt x="21850" y="3630"/>
                </a:cubicBezTo>
                <a:cubicBezTo>
                  <a:pt x="21892" y="3706"/>
                  <a:pt x="21949" y="3762"/>
                  <a:pt x="22023" y="3797"/>
                </a:cubicBezTo>
                <a:cubicBezTo>
                  <a:pt x="22096" y="3833"/>
                  <a:pt x="22208" y="3850"/>
                  <a:pt x="22358" y="3850"/>
                </a:cubicBezTo>
                <a:cubicBezTo>
                  <a:pt x="22446" y="3850"/>
                  <a:pt x="22537" y="3837"/>
                  <a:pt x="22633" y="3812"/>
                </a:cubicBezTo>
                <a:cubicBezTo>
                  <a:pt x="22728" y="3786"/>
                  <a:pt x="22796" y="3765"/>
                  <a:pt x="22838" y="3747"/>
                </a:cubicBezTo>
                <a:lnTo>
                  <a:pt x="22867" y="3747"/>
                </a:lnTo>
                <a:lnTo>
                  <a:pt x="22867" y="4228"/>
                </a:lnTo>
                <a:close/>
                <a:moveTo>
                  <a:pt x="26186" y="2713"/>
                </a:moveTo>
                <a:lnTo>
                  <a:pt x="23835" y="2713"/>
                </a:lnTo>
                <a:cubicBezTo>
                  <a:pt x="23835" y="2910"/>
                  <a:pt x="23864" y="3081"/>
                  <a:pt x="23923" y="3227"/>
                </a:cubicBezTo>
                <a:cubicBezTo>
                  <a:pt x="23982" y="3373"/>
                  <a:pt x="24063" y="3493"/>
                  <a:pt x="24166" y="3587"/>
                </a:cubicBezTo>
                <a:cubicBezTo>
                  <a:pt x="24265" y="3678"/>
                  <a:pt x="24383" y="3747"/>
                  <a:pt x="24519" y="3793"/>
                </a:cubicBezTo>
                <a:cubicBezTo>
                  <a:pt x="24655" y="3839"/>
                  <a:pt x="24805" y="3862"/>
                  <a:pt x="24969" y="3862"/>
                </a:cubicBezTo>
                <a:cubicBezTo>
                  <a:pt x="25186" y="3862"/>
                  <a:pt x="25404" y="3818"/>
                  <a:pt x="25624" y="3731"/>
                </a:cubicBezTo>
                <a:cubicBezTo>
                  <a:pt x="25844" y="3643"/>
                  <a:pt x="26001" y="3558"/>
                  <a:pt x="26094" y="3473"/>
                </a:cubicBezTo>
                <a:lnTo>
                  <a:pt x="26123" y="3473"/>
                </a:lnTo>
                <a:lnTo>
                  <a:pt x="26123" y="4061"/>
                </a:lnTo>
                <a:cubicBezTo>
                  <a:pt x="25942" y="4137"/>
                  <a:pt x="25757" y="4201"/>
                  <a:pt x="25569" y="4253"/>
                </a:cubicBezTo>
                <a:cubicBezTo>
                  <a:pt x="25380" y="4304"/>
                  <a:pt x="25182" y="4330"/>
                  <a:pt x="24974" y="4330"/>
                </a:cubicBezTo>
                <a:cubicBezTo>
                  <a:pt x="24445" y="4330"/>
                  <a:pt x="24032" y="4187"/>
                  <a:pt x="23735" y="3899"/>
                </a:cubicBezTo>
                <a:cubicBezTo>
                  <a:pt x="23438" y="3612"/>
                  <a:pt x="23289" y="3205"/>
                  <a:pt x="23289" y="2676"/>
                </a:cubicBezTo>
                <a:cubicBezTo>
                  <a:pt x="23289" y="2154"/>
                  <a:pt x="23432" y="1739"/>
                  <a:pt x="23716" y="1432"/>
                </a:cubicBezTo>
                <a:cubicBezTo>
                  <a:pt x="24001" y="1125"/>
                  <a:pt x="24376" y="971"/>
                  <a:pt x="24840" y="971"/>
                </a:cubicBezTo>
                <a:cubicBezTo>
                  <a:pt x="25271" y="971"/>
                  <a:pt x="25602" y="1097"/>
                  <a:pt x="25836" y="1349"/>
                </a:cubicBezTo>
                <a:cubicBezTo>
                  <a:pt x="26069" y="1601"/>
                  <a:pt x="26186" y="1958"/>
                  <a:pt x="26186" y="2422"/>
                </a:cubicBezTo>
                <a:lnTo>
                  <a:pt x="26186" y="2713"/>
                </a:lnTo>
                <a:moveTo>
                  <a:pt x="25663" y="2302"/>
                </a:moveTo>
                <a:cubicBezTo>
                  <a:pt x="25661" y="2020"/>
                  <a:pt x="25590" y="1802"/>
                  <a:pt x="25450" y="1648"/>
                </a:cubicBezTo>
                <a:cubicBezTo>
                  <a:pt x="25310" y="1494"/>
                  <a:pt x="25097" y="1417"/>
                  <a:pt x="24812" y="1417"/>
                </a:cubicBezTo>
                <a:cubicBezTo>
                  <a:pt x="24524" y="1417"/>
                  <a:pt x="24295" y="1501"/>
                  <a:pt x="24125" y="1671"/>
                </a:cubicBezTo>
                <a:cubicBezTo>
                  <a:pt x="23954" y="1840"/>
                  <a:pt x="23858" y="2051"/>
                  <a:pt x="23835" y="2302"/>
                </a:cubicBezTo>
                <a:lnTo>
                  <a:pt x="25663" y="2302"/>
                </a:lnTo>
                <a:close/>
                <a:moveTo>
                  <a:pt x="28990" y="1645"/>
                </a:moveTo>
                <a:lnTo>
                  <a:pt x="28962" y="1645"/>
                </a:lnTo>
                <a:cubicBezTo>
                  <a:pt x="28882" y="1627"/>
                  <a:pt x="28804" y="1614"/>
                  <a:pt x="28729" y="1606"/>
                </a:cubicBezTo>
                <a:cubicBezTo>
                  <a:pt x="28654" y="1598"/>
                  <a:pt x="28565" y="1594"/>
                  <a:pt x="28462" y="1594"/>
                </a:cubicBezTo>
                <a:cubicBezTo>
                  <a:pt x="28296" y="1594"/>
                  <a:pt x="28136" y="1630"/>
                  <a:pt x="27982" y="1704"/>
                </a:cubicBezTo>
                <a:cubicBezTo>
                  <a:pt x="27828" y="1777"/>
                  <a:pt x="27679" y="1872"/>
                  <a:pt x="27537" y="1988"/>
                </a:cubicBezTo>
                <a:lnTo>
                  <a:pt x="27537" y="4256"/>
                </a:lnTo>
                <a:lnTo>
                  <a:pt x="27000" y="4256"/>
                </a:lnTo>
                <a:lnTo>
                  <a:pt x="27000" y="1063"/>
                </a:lnTo>
                <a:lnTo>
                  <a:pt x="27537" y="1063"/>
                </a:lnTo>
                <a:lnTo>
                  <a:pt x="27537" y="1534"/>
                </a:lnTo>
                <a:cubicBezTo>
                  <a:pt x="27750" y="1363"/>
                  <a:pt x="27938" y="1241"/>
                  <a:pt x="28101" y="1170"/>
                </a:cubicBezTo>
                <a:cubicBezTo>
                  <a:pt x="28263" y="1098"/>
                  <a:pt x="28430" y="1063"/>
                  <a:pt x="28599" y="1063"/>
                </a:cubicBezTo>
                <a:cubicBezTo>
                  <a:pt x="28692" y="1063"/>
                  <a:pt x="28760" y="1065"/>
                  <a:pt x="28802" y="1070"/>
                </a:cubicBezTo>
                <a:cubicBezTo>
                  <a:pt x="28844" y="1074"/>
                  <a:pt x="28907" y="1083"/>
                  <a:pt x="28990" y="1097"/>
                </a:cubicBezTo>
                <a:lnTo>
                  <a:pt x="28990" y="1645"/>
                </a:lnTo>
                <a:close/>
                <a:moveTo>
                  <a:pt x="31975" y="4256"/>
                </a:moveTo>
                <a:lnTo>
                  <a:pt x="31441" y="4256"/>
                </a:lnTo>
                <a:lnTo>
                  <a:pt x="31441" y="3918"/>
                </a:lnTo>
                <a:cubicBezTo>
                  <a:pt x="31393" y="3951"/>
                  <a:pt x="31329" y="3996"/>
                  <a:pt x="31248" y="4054"/>
                </a:cubicBezTo>
                <a:cubicBezTo>
                  <a:pt x="31167" y="4112"/>
                  <a:pt x="31089" y="4158"/>
                  <a:pt x="31013" y="4193"/>
                </a:cubicBezTo>
                <a:cubicBezTo>
                  <a:pt x="30923" y="4237"/>
                  <a:pt x="30820" y="4273"/>
                  <a:pt x="30704" y="4303"/>
                </a:cubicBezTo>
                <a:cubicBezTo>
                  <a:pt x="30588" y="4332"/>
                  <a:pt x="30452" y="4347"/>
                  <a:pt x="30296" y="4347"/>
                </a:cubicBezTo>
                <a:cubicBezTo>
                  <a:pt x="30008" y="4347"/>
                  <a:pt x="29764" y="4252"/>
                  <a:pt x="29565" y="4061"/>
                </a:cubicBezTo>
                <a:cubicBezTo>
                  <a:pt x="29365" y="3871"/>
                  <a:pt x="29265" y="3627"/>
                  <a:pt x="29265" y="3332"/>
                </a:cubicBezTo>
                <a:cubicBezTo>
                  <a:pt x="29265" y="3090"/>
                  <a:pt x="29317" y="2894"/>
                  <a:pt x="29420" y="2744"/>
                </a:cubicBezTo>
                <a:cubicBezTo>
                  <a:pt x="29524" y="2594"/>
                  <a:pt x="29672" y="2477"/>
                  <a:pt x="29864" y="2391"/>
                </a:cubicBezTo>
                <a:cubicBezTo>
                  <a:pt x="30059" y="2305"/>
                  <a:pt x="30292" y="2247"/>
                  <a:pt x="30564" y="2217"/>
                </a:cubicBezTo>
                <a:cubicBezTo>
                  <a:pt x="30837" y="2186"/>
                  <a:pt x="31129" y="2163"/>
                  <a:pt x="31441" y="2148"/>
                </a:cubicBezTo>
                <a:lnTo>
                  <a:pt x="31441" y="2064"/>
                </a:lnTo>
                <a:cubicBezTo>
                  <a:pt x="31441" y="1941"/>
                  <a:pt x="31420" y="1840"/>
                  <a:pt x="31377" y="1759"/>
                </a:cubicBezTo>
                <a:cubicBezTo>
                  <a:pt x="31334" y="1678"/>
                  <a:pt x="31273" y="1615"/>
                  <a:pt x="31193" y="1569"/>
                </a:cubicBezTo>
                <a:cubicBezTo>
                  <a:pt x="31116" y="1525"/>
                  <a:pt x="31025" y="1495"/>
                  <a:pt x="30918" y="1480"/>
                </a:cubicBezTo>
                <a:cubicBezTo>
                  <a:pt x="30812" y="1464"/>
                  <a:pt x="30700" y="1457"/>
                  <a:pt x="30584" y="1457"/>
                </a:cubicBezTo>
                <a:cubicBezTo>
                  <a:pt x="30443" y="1457"/>
                  <a:pt x="30286" y="1476"/>
                  <a:pt x="30113" y="1514"/>
                </a:cubicBezTo>
                <a:cubicBezTo>
                  <a:pt x="29940" y="1552"/>
                  <a:pt x="29761" y="1607"/>
                  <a:pt x="29576" y="1679"/>
                </a:cubicBezTo>
                <a:lnTo>
                  <a:pt x="29547" y="1679"/>
                </a:lnTo>
                <a:lnTo>
                  <a:pt x="29547" y="1134"/>
                </a:lnTo>
                <a:cubicBezTo>
                  <a:pt x="29652" y="1105"/>
                  <a:pt x="29804" y="1074"/>
                  <a:pt x="30002" y="1040"/>
                </a:cubicBezTo>
                <a:cubicBezTo>
                  <a:pt x="30200" y="1005"/>
                  <a:pt x="30395" y="988"/>
                  <a:pt x="30587" y="988"/>
                </a:cubicBezTo>
                <a:cubicBezTo>
                  <a:pt x="30812" y="988"/>
                  <a:pt x="31007" y="1007"/>
                  <a:pt x="31174" y="1044"/>
                </a:cubicBezTo>
                <a:cubicBezTo>
                  <a:pt x="31341" y="1081"/>
                  <a:pt x="31485" y="1144"/>
                  <a:pt x="31607" y="1234"/>
                </a:cubicBezTo>
                <a:cubicBezTo>
                  <a:pt x="31727" y="1321"/>
                  <a:pt x="31818" y="1435"/>
                  <a:pt x="31881" y="1574"/>
                </a:cubicBezTo>
                <a:cubicBezTo>
                  <a:pt x="31944" y="1713"/>
                  <a:pt x="31975" y="1885"/>
                  <a:pt x="31975" y="2091"/>
                </a:cubicBezTo>
                <a:lnTo>
                  <a:pt x="31975" y="4256"/>
                </a:lnTo>
                <a:moveTo>
                  <a:pt x="31441" y="3474"/>
                </a:moveTo>
                <a:lnTo>
                  <a:pt x="31441" y="2582"/>
                </a:lnTo>
                <a:cubicBezTo>
                  <a:pt x="31277" y="2592"/>
                  <a:pt x="31085" y="2606"/>
                  <a:pt x="30863" y="2625"/>
                </a:cubicBezTo>
                <a:cubicBezTo>
                  <a:pt x="30641" y="2644"/>
                  <a:pt x="30465" y="2672"/>
                  <a:pt x="30336" y="2708"/>
                </a:cubicBezTo>
                <a:cubicBezTo>
                  <a:pt x="30181" y="2752"/>
                  <a:pt x="30057" y="2821"/>
                  <a:pt x="29962" y="2913"/>
                </a:cubicBezTo>
                <a:cubicBezTo>
                  <a:pt x="29866" y="3006"/>
                  <a:pt x="29819" y="3134"/>
                  <a:pt x="29819" y="3296"/>
                </a:cubicBezTo>
                <a:cubicBezTo>
                  <a:pt x="29819" y="3480"/>
                  <a:pt x="29874" y="3618"/>
                  <a:pt x="29984" y="3711"/>
                </a:cubicBezTo>
                <a:cubicBezTo>
                  <a:pt x="30095" y="3804"/>
                  <a:pt x="30263" y="3850"/>
                  <a:pt x="30490" y="3850"/>
                </a:cubicBezTo>
                <a:cubicBezTo>
                  <a:pt x="30678" y="3850"/>
                  <a:pt x="30851" y="3813"/>
                  <a:pt x="31007" y="3740"/>
                </a:cubicBezTo>
                <a:cubicBezTo>
                  <a:pt x="31163" y="3666"/>
                  <a:pt x="31308" y="3578"/>
                  <a:pt x="31441" y="347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0FF92A-53E7-46B3-B53E-20096402A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1" y="2600845"/>
            <a:ext cx="85508" cy="110534"/>
          </a:xfrm>
          <a:custGeom xmlns:a="http://schemas.openxmlformats.org/drawingml/2006/main">
            <a:pathLst>
              <a:path w="85508" h="110534">
                <a:moveTo>
                  <a:pt x="0" y="0"/>
                </a:moveTo>
                <a:lnTo>
                  <a:pt x="85508" y="0"/>
                </a:lnTo>
                <a:lnTo>
                  <a:pt x="85508" y="110534"/>
                </a:lnTo>
                <a:lnTo>
                  <a:pt x="0" y="11053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4CC55A-DC7B-496F-B857-25AB875F58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0" y="2600847"/>
            <a:ext cx="85510" cy="110536"/>
          </a:xfrm>
          <a:custGeom xmlns:a="http://schemas.openxmlformats.org/drawingml/2006/main">
            <a:pathLst>
              <a:path w="85510" h="110536" fill="none">
                <a:moveTo>
                  <a:pt x="0" y="0"/>
                </a:moveTo>
                <a:lnTo>
                  <a:pt x="85510" y="0"/>
                </a:lnTo>
                <a:lnTo>
                  <a:pt x="85510" y="110536"/>
                </a:lnTo>
                <a:lnTo>
                  <a:pt x="0" y="1105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8E2A51-FBE4-4EF6-A497-0615C1904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1" y="2733879"/>
            <a:ext cx="85508" cy="59665"/>
          </a:xfrm>
          <a:custGeom xmlns:a="http://schemas.openxmlformats.org/drawingml/2006/main">
            <a:pathLst>
              <a:path w="85508" h="59665">
                <a:moveTo>
                  <a:pt x="0" y="0"/>
                </a:moveTo>
                <a:lnTo>
                  <a:pt x="85508" y="0"/>
                </a:lnTo>
                <a:lnTo>
                  <a:pt x="85508" y="59665"/>
                </a:lnTo>
                <a:lnTo>
                  <a:pt x="0" y="596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B31626-B33E-4937-9C68-EA64B57A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5190" y="2733881"/>
            <a:ext cx="85510" cy="59664"/>
          </a:xfrm>
          <a:custGeom xmlns:a="http://schemas.openxmlformats.org/drawingml/2006/main">
            <a:pathLst>
              <a:path w="85510" h="59664" fill="none">
                <a:moveTo>
                  <a:pt x="0" y="0"/>
                </a:moveTo>
                <a:lnTo>
                  <a:pt x="85510" y="0"/>
                </a:lnTo>
                <a:lnTo>
                  <a:pt x="85510" y="59664"/>
                </a:lnTo>
                <a:lnTo>
                  <a:pt x="0" y="596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D39206-5424-4D46-B083-BFC103662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99" y="2600845"/>
            <a:ext cx="78273" cy="62839"/>
          </a:xfrm>
          <a:custGeom xmlns:a="http://schemas.openxmlformats.org/drawingml/2006/main">
            <a:pathLst>
              <a:path w="78273" h="62839">
                <a:moveTo>
                  <a:pt x="0" y="0"/>
                </a:moveTo>
                <a:lnTo>
                  <a:pt x="78273" y="0"/>
                </a:lnTo>
                <a:lnTo>
                  <a:pt x="78273" y="62839"/>
                </a:lnTo>
                <a:lnTo>
                  <a:pt x="0" y="628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80A6742-CFFC-4ED4-B0B8-B0BB72B1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98" y="2600847"/>
            <a:ext cx="78272" cy="62839"/>
          </a:xfrm>
          <a:custGeom xmlns:a="http://schemas.openxmlformats.org/drawingml/2006/main">
            <a:pathLst>
              <a:path w="78272" h="62839" fill="none">
                <a:moveTo>
                  <a:pt x="0" y="0"/>
                </a:moveTo>
                <a:lnTo>
                  <a:pt x="78272" y="0"/>
                </a:lnTo>
                <a:lnTo>
                  <a:pt x="78272" y="62839"/>
                </a:lnTo>
                <a:lnTo>
                  <a:pt x="0" y="628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848435-ED79-4C1A-A511-6EE7B113E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968" y="2600845"/>
            <a:ext cx="64539" cy="62839"/>
          </a:xfrm>
          <a:custGeom xmlns:a="http://schemas.openxmlformats.org/drawingml/2006/main">
            <a:pathLst>
              <a:path w="64539" h="62839">
                <a:moveTo>
                  <a:pt x="0" y="0"/>
                </a:moveTo>
                <a:lnTo>
                  <a:pt x="64539" y="0"/>
                </a:lnTo>
                <a:lnTo>
                  <a:pt x="64539" y="62839"/>
                </a:lnTo>
                <a:lnTo>
                  <a:pt x="0" y="628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8FD943-8678-44DD-8B66-060F9D05AB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3969" y="2600847"/>
            <a:ext cx="64540" cy="62839"/>
          </a:xfrm>
          <a:custGeom xmlns:a="http://schemas.openxmlformats.org/drawingml/2006/main">
            <a:pathLst>
              <a:path w="64540" h="62839" fill="none">
                <a:moveTo>
                  <a:pt x="0" y="0"/>
                </a:moveTo>
                <a:lnTo>
                  <a:pt x="64540" y="0"/>
                </a:lnTo>
                <a:lnTo>
                  <a:pt x="64540" y="62839"/>
                </a:lnTo>
                <a:lnTo>
                  <a:pt x="0" y="628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9052B8-EF6E-4268-A426-83196A819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99" y="2686181"/>
            <a:ext cx="48992" cy="42705"/>
          </a:xfrm>
          <a:custGeom xmlns:a="http://schemas.openxmlformats.org/drawingml/2006/main">
            <a:pathLst>
              <a:path w="48992" h="42705">
                <a:moveTo>
                  <a:pt x="0" y="0"/>
                </a:moveTo>
                <a:lnTo>
                  <a:pt x="48992" y="0"/>
                </a:lnTo>
                <a:lnTo>
                  <a:pt x="48992" y="42705"/>
                </a:lnTo>
                <a:lnTo>
                  <a:pt x="0" y="42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E5B76F-8613-4E9E-8D56-B2646874D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98" y="2686184"/>
            <a:ext cx="48992" cy="42706"/>
          </a:xfrm>
          <a:custGeom xmlns:a="http://schemas.openxmlformats.org/drawingml/2006/main">
            <a:pathLst>
              <a:path w="48992" h="42706" fill="none">
                <a:moveTo>
                  <a:pt x="0" y="0"/>
                </a:moveTo>
                <a:lnTo>
                  <a:pt x="48992" y="0"/>
                </a:lnTo>
                <a:lnTo>
                  <a:pt x="48992" y="42706"/>
                </a:lnTo>
                <a:lnTo>
                  <a:pt x="0" y="427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3E29EC-707E-4862-A1BF-37213F001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99" y="2751387"/>
            <a:ext cx="48992" cy="42157"/>
          </a:xfrm>
          <a:custGeom xmlns:a="http://schemas.openxmlformats.org/drawingml/2006/main">
            <a:pathLst>
              <a:path w="48992" h="42157">
                <a:moveTo>
                  <a:pt x="0" y="0"/>
                </a:moveTo>
                <a:lnTo>
                  <a:pt x="48992" y="0"/>
                </a:lnTo>
                <a:lnTo>
                  <a:pt x="48992" y="42157"/>
                </a:lnTo>
                <a:lnTo>
                  <a:pt x="0" y="421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E2F420-4582-45E2-95AC-934B9AD99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198" y="2751388"/>
            <a:ext cx="48992" cy="42157"/>
          </a:xfrm>
          <a:custGeom xmlns:a="http://schemas.openxmlformats.org/drawingml/2006/main">
            <a:pathLst>
              <a:path w="48992" h="42157" fill="none">
                <a:moveTo>
                  <a:pt x="0" y="0"/>
                </a:moveTo>
                <a:lnTo>
                  <a:pt x="48992" y="0"/>
                </a:lnTo>
                <a:lnTo>
                  <a:pt x="48992" y="42157"/>
                </a:lnTo>
                <a:lnTo>
                  <a:pt x="0" y="4215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A1D0EE-5CF2-4AEB-BA33-DAF09C069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688" y="2686181"/>
            <a:ext cx="37376" cy="30495"/>
          </a:xfrm>
          <a:custGeom xmlns:a="http://schemas.openxmlformats.org/drawingml/2006/main">
            <a:pathLst>
              <a:path w="37376" h="30495">
                <a:moveTo>
                  <a:pt x="0" y="0"/>
                </a:moveTo>
                <a:lnTo>
                  <a:pt x="37376" y="0"/>
                </a:lnTo>
                <a:lnTo>
                  <a:pt x="37376" y="30495"/>
                </a:lnTo>
                <a:lnTo>
                  <a:pt x="0" y="304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FCDA80-FDF5-4DFD-98FB-F4CF74680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688" y="2686184"/>
            <a:ext cx="37376" cy="30495"/>
          </a:xfrm>
          <a:custGeom xmlns:a="http://schemas.openxmlformats.org/drawingml/2006/main">
            <a:pathLst>
              <a:path w="37376" h="30495" fill="none">
                <a:moveTo>
                  <a:pt x="0" y="0"/>
                </a:moveTo>
                <a:lnTo>
                  <a:pt x="37376" y="0"/>
                </a:lnTo>
                <a:lnTo>
                  <a:pt x="37376" y="30495"/>
                </a:lnTo>
                <a:lnTo>
                  <a:pt x="0" y="304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EAE0A-EEB9-46C2-A2B1-F5734EC8CE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564" y="2686181"/>
            <a:ext cx="33944" cy="30495"/>
          </a:xfrm>
          <a:custGeom xmlns:a="http://schemas.openxmlformats.org/drawingml/2006/main">
            <a:pathLst>
              <a:path w="33944" h="30495">
                <a:moveTo>
                  <a:pt x="0" y="0"/>
                </a:moveTo>
                <a:lnTo>
                  <a:pt x="33944" y="0"/>
                </a:lnTo>
                <a:lnTo>
                  <a:pt x="33944" y="30495"/>
                </a:lnTo>
                <a:lnTo>
                  <a:pt x="0" y="304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AFCB25-50C7-449D-A8FC-DAF0400BF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4563" y="2686184"/>
            <a:ext cx="33946" cy="30495"/>
          </a:xfrm>
          <a:custGeom xmlns:a="http://schemas.openxmlformats.org/drawingml/2006/main">
            <a:pathLst>
              <a:path w="33946" h="30495" fill="none">
                <a:moveTo>
                  <a:pt x="0" y="0"/>
                </a:moveTo>
                <a:lnTo>
                  <a:pt x="33946" y="0"/>
                </a:lnTo>
                <a:lnTo>
                  <a:pt x="33946" y="30495"/>
                </a:lnTo>
                <a:lnTo>
                  <a:pt x="0" y="304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D12B67-2E22-42A1-B085-13EBED60D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688" y="2739177"/>
            <a:ext cx="36376" cy="21820"/>
          </a:xfrm>
          <a:custGeom xmlns:a="http://schemas.openxmlformats.org/drawingml/2006/main">
            <a:pathLst>
              <a:path w="36376" h="21820">
                <a:moveTo>
                  <a:pt x="0" y="0"/>
                </a:moveTo>
                <a:lnTo>
                  <a:pt x="36376" y="0"/>
                </a:lnTo>
                <a:lnTo>
                  <a:pt x="36376" y="21820"/>
                </a:lnTo>
                <a:lnTo>
                  <a:pt x="0" y="218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66BAD0-5824-4555-8D33-F990103C4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688" y="2739178"/>
            <a:ext cx="36376" cy="21821"/>
          </a:xfrm>
          <a:custGeom xmlns:a="http://schemas.openxmlformats.org/drawingml/2006/main">
            <a:pathLst>
              <a:path w="36376" h="21821" fill="none">
                <a:moveTo>
                  <a:pt x="0" y="0"/>
                </a:moveTo>
                <a:lnTo>
                  <a:pt x="36376" y="0"/>
                </a:lnTo>
                <a:lnTo>
                  <a:pt x="36376" y="21821"/>
                </a:lnTo>
                <a:lnTo>
                  <a:pt x="0" y="218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EF2928-F94F-4B3F-A910-45E90B73F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688" y="2783496"/>
            <a:ext cx="36376" cy="10047"/>
          </a:xfrm>
          <a:custGeom xmlns:a="http://schemas.openxmlformats.org/drawingml/2006/main">
            <a:pathLst>
              <a:path w="36376" h="10047">
                <a:moveTo>
                  <a:pt x="0" y="0"/>
                </a:moveTo>
                <a:lnTo>
                  <a:pt x="36376" y="0"/>
                </a:lnTo>
                <a:lnTo>
                  <a:pt x="36376" y="10047"/>
                </a:lnTo>
                <a:lnTo>
                  <a:pt x="0" y="100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F67DA5-9141-46CF-9A21-02B0EED41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4688" y="2783497"/>
            <a:ext cx="36376" cy="10048"/>
          </a:xfrm>
          <a:custGeom xmlns:a="http://schemas.openxmlformats.org/drawingml/2006/main">
            <a:pathLst>
              <a:path w="36376" h="10048" fill="none">
                <a:moveTo>
                  <a:pt x="0" y="0"/>
                </a:moveTo>
                <a:lnTo>
                  <a:pt x="36376" y="0"/>
                </a:lnTo>
                <a:lnTo>
                  <a:pt x="36376" y="10048"/>
                </a:lnTo>
                <a:lnTo>
                  <a:pt x="0" y="100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2E46EB-73C9-451E-B410-529B06F36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563" y="2739177"/>
            <a:ext cx="16048" cy="17708"/>
          </a:xfrm>
          <a:custGeom xmlns:a="http://schemas.openxmlformats.org/drawingml/2006/main">
            <a:pathLst>
              <a:path w="16048" h="17708">
                <a:moveTo>
                  <a:pt x="0" y="0"/>
                </a:moveTo>
                <a:lnTo>
                  <a:pt x="16048" y="0"/>
                </a:lnTo>
                <a:lnTo>
                  <a:pt x="16048" y="17708"/>
                </a:lnTo>
                <a:lnTo>
                  <a:pt x="0" y="177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AEF92-C743-4D97-8D20-3B32D9C3C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3562" y="2739178"/>
            <a:ext cx="16048" cy="17710"/>
          </a:xfrm>
          <a:custGeom xmlns:a="http://schemas.openxmlformats.org/drawingml/2006/main">
            <a:pathLst>
              <a:path w="16048" h="17710" fill="none">
                <a:moveTo>
                  <a:pt x="0" y="0"/>
                </a:moveTo>
                <a:lnTo>
                  <a:pt x="16048" y="0"/>
                </a:lnTo>
                <a:lnTo>
                  <a:pt x="16048" y="17710"/>
                </a:lnTo>
                <a:lnTo>
                  <a:pt x="0" y="177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62F526-84CB-412C-B9C8-B987A1776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87" y="610533"/>
            <a:ext cx="820434" cy="604693"/>
          </a:xfrm>
          <a:custGeom xmlns:a="http://schemas.openxmlformats.org/drawingml/2006/main">
            <a:pathLst>
              <a:path w="820434" h="604693">
                <a:moveTo>
                  <a:pt x="0" y="0"/>
                </a:moveTo>
                <a:lnTo>
                  <a:pt x="820434" y="0"/>
                </a:lnTo>
                <a:lnTo>
                  <a:pt x="820434" y="604693"/>
                </a:lnTo>
                <a:lnTo>
                  <a:pt x="0" y="6046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6E5A2E-AB17-4482-816D-867EB0DEC9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87" y="610535"/>
            <a:ext cx="820435" cy="604694"/>
          </a:xfrm>
          <a:custGeom xmlns:a="http://schemas.openxmlformats.org/drawingml/2006/main">
            <a:pathLst>
              <a:path w="820435" h="604694" fill="none">
                <a:moveTo>
                  <a:pt x="0" y="0"/>
                </a:moveTo>
                <a:lnTo>
                  <a:pt x="820435" y="0"/>
                </a:lnTo>
                <a:lnTo>
                  <a:pt x="820435" y="604694"/>
                </a:lnTo>
                <a:lnTo>
                  <a:pt x="0" y="6046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63" name="Text Asterales">
            <a:extLst xmlns:a="http://schemas.openxmlformats.org/drawingml/2006/main">
              <a:ext uri="{FF2B5EF4-FFF2-40B4-BE49-F238E27FC236}">
                <a16:creationId xmlns:a16="http://schemas.microsoft.com/office/drawing/2014/main" id="{DE4492D1-3F80-45DB-9754-4B8D8001C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0195" y="665460"/>
            <a:ext cx="615430" cy="104670"/>
          </a:xfrm>
          <a:custGeom xmlns:a="http://schemas.openxmlformats.org/drawingml/2006/main">
            <a:pathLst>
              <a:path w="615430" h="104670">
                <a:moveTo>
                  <a:pt x="88851" y="102561"/>
                </a:moveTo>
                <a:lnTo>
                  <a:pt x="74943" y="102561"/>
                </a:lnTo>
                <a:lnTo>
                  <a:pt x="65320" y="75273"/>
                </a:lnTo>
                <a:lnTo>
                  <a:pt x="22872" y="75273"/>
                </a:lnTo>
                <a:lnTo>
                  <a:pt x="13249" y="102561"/>
                </a:lnTo>
                <a:lnTo>
                  <a:pt x="0" y="102561"/>
                </a:lnTo>
                <a:lnTo>
                  <a:pt x="35725" y="4350"/>
                </a:lnTo>
                <a:lnTo>
                  <a:pt x="53126" y="4350"/>
                </a:lnTo>
                <a:lnTo>
                  <a:pt x="88851" y="102561"/>
                </a:lnTo>
                <a:moveTo>
                  <a:pt x="61299" y="63936"/>
                </a:moveTo>
                <a:lnTo>
                  <a:pt x="44096" y="15761"/>
                </a:lnTo>
                <a:lnTo>
                  <a:pt x="26827" y="63936"/>
                </a:lnTo>
                <a:lnTo>
                  <a:pt x="61299" y="63936"/>
                </a:lnTo>
                <a:close/>
                <a:moveTo>
                  <a:pt x="155358" y="81291"/>
                </a:moveTo>
                <a:cubicBezTo>
                  <a:pt x="155358" y="88009"/>
                  <a:pt x="152578" y="93519"/>
                  <a:pt x="147020" y="97821"/>
                </a:cubicBezTo>
                <a:cubicBezTo>
                  <a:pt x="141461" y="102123"/>
                  <a:pt x="133870" y="104274"/>
                  <a:pt x="124247" y="104274"/>
                </a:cubicBezTo>
                <a:cubicBezTo>
                  <a:pt x="118798" y="104274"/>
                  <a:pt x="113800" y="103624"/>
                  <a:pt x="109252" y="102324"/>
                </a:cubicBezTo>
                <a:cubicBezTo>
                  <a:pt x="104704" y="101023"/>
                  <a:pt x="100892" y="99601"/>
                  <a:pt x="97816" y="98058"/>
                </a:cubicBezTo>
                <a:lnTo>
                  <a:pt x="97816" y="84105"/>
                </a:lnTo>
                <a:lnTo>
                  <a:pt x="98475" y="84105"/>
                </a:lnTo>
                <a:cubicBezTo>
                  <a:pt x="102386" y="87089"/>
                  <a:pt x="106736" y="89461"/>
                  <a:pt x="111526" y="91222"/>
                </a:cubicBezTo>
                <a:cubicBezTo>
                  <a:pt x="116315" y="92981"/>
                  <a:pt x="120907" y="93860"/>
                  <a:pt x="125301" y="93860"/>
                </a:cubicBezTo>
                <a:cubicBezTo>
                  <a:pt x="130750" y="93860"/>
                  <a:pt x="135013" y="92978"/>
                  <a:pt x="138089" y="91213"/>
                </a:cubicBezTo>
                <a:cubicBezTo>
                  <a:pt x="141164" y="89447"/>
                  <a:pt x="142702" y="86667"/>
                  <a:pt x="142702" y="82871"/>
                </a:cubicBezTo>
                <a:cubicBezTo>
                  <a:pt x="142702" y="79974"/>
                  <a:pt x="141868" y="77779"/>
                  <a:pt x="140198" y="76286"/>
                </a:cubicBezTo>
                <a:cubicBezTo>
                  <a:pt x="138528" y="74793"/>
                  <a:pt x="135320" y="73520"/>
                  <a:pt x="130574" y="72465"/>
                </a:cubicBezTo>
                <a:cubicBezTo>
                  <a:pt x="128817" y="72071"/>
                  <a:pt x="126521" y="71610"/>
                  <a:pt x="123687" y="71083"/>
                </a:cubicBezTo>
                <a:cubicBezTo>
                  <a:pt x="120852" y="70556"/>
                  <a:pt x="118271" y="69985"/>
                  <a:pt x="115942" y="69371"/>
                </a:cubicBezTo>
                <a:cubicBezTo>
                  <a:pt x="109482" y="67659"/>
                  <a:pt x="104901" y="65145"/>
                  <a:pt x="102199" y="61831"/>
                </a:cubicBezTo>
                <a:cubicBezTo>
                  <a:pt x="99496" y="58516"/>
                  <a:pt x="98145" y="54443"/>
                  <a:pt x="98145" y="49614"/>
                </a:cubicBezTo>
                <a:cubicBezTo>
                  <a:pt x="98145" y="46585"/>
                  <a:pt x="98771" y="43731"/>
                  <a:pt x="100024" y="41054"/>
                </a:cubicBezTo>
                <a:cubicBezTo>
                  <a:pt x="101276" y="38374"/>
                  <a:pt x="103177" y="35981"/>
                  <a:pt x="105725" y="33873"/>
                </a:cubicBezTo>
                <a:cubicBezTo>
                  <a:pt x="108186" y="31811"/>
                  <a:pt x="111317" y="30176"/>
                  <a:pt x="115118" y="28969"/>
                </a:cubicBezTo>
                <a:cubicBezTo>
                  <a:pt x="118919" y="27760"/>
                  <a:pt x="123170" y="27156"/>
                  <a:pt x="127872" y="27156"/>
                </a:cubicBezTo>
                <a:cubicBezTo>
                  <a:pt x="132266" y="27156"/>
                  <a:pt x="136715" y="27692"/>
                  <a:pt x="141219" y="28765"/>
                </a:cubicBezTo>
                <a:cubicBezTo>
                  <a:pt x="145723" y="29837"/>
                  <a:pt x="149470" y="31140"/>
                  <a:pt x="152458" y="32674"/>
                </a:cubicBezTo>
                <a:lnTo>
                  <a:pt x="152458" y="45875"/>
                </a:lnTo>
                <a:lnTo>
                  <a:pt x="151798" y="45875"/>
                </a:lnTo>
                <a:cubicBezTo>
                  <a:pt x="148635" y="43547"/>
                  <a:pt x="144790" y="41580"/>
                  <a:pt x="140264" y="39976"/>
                </a:cubicBezTo>
                <a:cubicBezTo>
                  <a:pt x="135738" y="38372"/>
                  <a:pt x="131299" y="37570"/>
                  <a:pt x="126949" y="37570"/>
                </a:cubicBezTo>
                <a:cubicBezTo>
                  <a:pt x="122423" y="37570"/>
                  <a:pt x="118600" y="38442"/>
                  <a:pt x="115480" y="40186"/>
                </a:cubicBezTo>
                <a:cubicBezTo>
                  <a:pt x="112360" y="41930"/>
                  <a:pt x="110801" y="44524"/>
                  <a:pt x="110801" y="47966"/>
                </a:cubicBezTo>
                <a:cubicBezTo>
                  <a:pt x="110801" y="50995"/>
                  <a:pt x="111745" y="53278"/>
                  <a:pt x="113635" y="54815"/>
                </a:cubicBezTo>
                <a:cubicBezTo>
                  <a:pt x="115480" y="56352"/>
                  <a:pt x="118468" y="57603"/>
                  <a:pt x="122599" y="58570"/>
                </a:cubicBezTo>
                <a:cubicBezTo>
                  <a:pt x="124884" y="59097"/>
                  <a:pt x="127444" y="59625"/>
                  <a:pt x="130278" y="60152"/>
                </a:cubicBezTo>
                <a:cubicBezTo>
                  <a:pt x="133112" y="60678"/>
                  <a:pt x="135474" y="61160"/>
                  <a:pt x="137363" y="61600"/>
                </a:cubicBezTo>
                <a:cubicBezTo>
                  <a:pt x="143120" y="62917"/>
                  <a:pt x="147558" y="65178"/>
                  <a:pt x="150678" y="68383"/>
                </a:cubicBezTo>
                <a:cubicBezTo>
                  <a:pt x="153798" y="71632"/>
                  <a:pt x="155358" y="75935"/>
                  <a:pt x="155358" y="81291"/>
                </a:cubicBezTo>
                <a:close/>
                <a:moveTo>
                  <a:pt x="211319" y="101912"/>
                </a:moveTo>
                <a:cubicBezTo>
                  <a:pt x="208990" y="102524"/>
                  <a:pt x="206452" y="103027"/>
                  <a:pt x="203706" y="103420"/>
                </a:cubicBezTo>
                <a:cubicBezTo>
                  <a:pt x="200959" y="103814"/>
                  <a:pt x="198509" y="104011"/>
                  <a:pt x="196356" y="104011"/>
                </a:cubicBezTo>
                <a:cubicBezTo>
                  <a:pt x="188842" y="104011"/>
                  <a:pt x="183130" y="101987"/>
                  <a:pt x="179219" y="97941"/>
                </a:cubicBezTo>
                <a:cubicBezTo>
                  <a:pt x="175308" y="93894"/>
                  <a:pt x="173353" y="87405"/>
                  <a:pt x="173353" y="78476"/>
                </a:cubicBezTo>
                <a:lnTo>
                  <a:pt x="173353" y="39284"/>
                </a:lnTo>
                <a:lnTo>
                  <a:pt x="164982" y="39284"/>
                </a:lnTo>
                <a:lnTo>
                  <a:pt x="164982" y="28870"/>
                </a:lnTo>
                <a:lnTo>
                  <a:pt x="173353" y="28870"/>
                </a:lnTo>
                <a:lnTo>
                  <a:pt x="173353" y="7646"/>
                </a:lnTo>
                <a:lnTo>
                  <a:pt x="185744" y="7646"/>
                </a:lnTo>
                <a:lnTo>
                  <a:pt x="185744" y="28870"/>
                </a:lnTo>
                <a:lnTo>
                  <a:pt x="211319" y="28870"/>
                </a:lnTo>
                <a:lnTo>
                  <a:pt x="211319" y="39284"/>
                </a:lnTo>
                <a:lnTo>
                  <a:pt x="185744" y="39284"/>
                </a:lnTo>
                <a:lnTo>
                  <a:pt x="185744" y="72916"/>
                </a:lnTo>
                <a:cubicBezTo>
                  <a:pt x="185744" y="76793"/>
                  <a:pt x="185832" y="79821"/>
                  <a:pt x="186008" y="82002"/>
                </a:cubicBezTo>
                <a:cubicBezTo>
                  <a:pt x="186184" y="84183"/>
                  <a:pt x="186799" y="86220"/>
                  <a:pt x="187854" y="88113"/>
                </a:cubicBezTo>
                <a:cubicBezTo>
                  <a:pt x="188820" y="89875"/>
                  <a:pt x="190150" y="91164"/>
                  <a:pt x="191841" y="91980"/>
                </a:cubicBezTo>
                <a:cubicBezTo>
                  <a:pt x="193533" y="92794"/>
                  <a:pt x="196115" y="93201"/>
                  <a:pt x="199586" y="93201"/>
                </a:cubicBezTo>
                <a:cubicBezTo>
                  <a:pt x="201607" y="93201"/>
                  <a:pt x="203717" y="92904"/>
                  <a:pt x="205914" y="92311"/>
                </a:cubicBezTo>
                <a:cubicBezTo>
                  <a:pt x="208111" y="91718"/>
                  <a:pt x="209693" y="91224"/>
                  <a:pt x="210659" y="90828"/>
                </a:cubicBezTo>
                <a:lnTo>
                  <a:pt x="211319" y="90828"/>
                </a:lnTo>
                <a:lnTo>
                  <a:pt x="211319" y="101912"/>
                </a:lnTo>
                <a:close/>
                <a:moveTo>
                  <a:pt x="287904" y="66968"/>
                </a:moveTo>
                <a:lnTo>
                  <a:pt x="233657" y="66968"/>
                </a:lnTo>
                <a:cubicBezTo>
                  <a:pt x="233657" y="71505"/>
                  <a:pt x="234338" y="75458"/>
                  <a:pt x="235700" y="78828"/>
                </a:cubicBezTo>
                <a:cubicBezTo>
                  <a:pt x="237063" y="82198"/>
                  <a:pt x="238930" y="84962"/>
                  <a:pt x="241303" y="87121"/>
                </a:cubicBezTo>
                <a:cubicBezTo>
                  <a:pt x="243588" y="89235"/>
                  <a:pt x="246301" y="90821"/>
                  <a:pt x="249443" y="91879"/>
                </a:cubicBezTo>
                <a:cubicBezTo>
                  <a:pt x="252585" y="92936"/>
                  <a:pt x="256046" y="93465"/>
                  <a:pt x="259825" y="93465"/>
                </a:cubicBezTo>
                <a:cubicBezTo>
                  <a:pt x="264834" y="93465"/>
                  <a:pt x="269876" y="92457"/>
                  <a:pt x="274952" y="90443"/>
                </a:cubicBezTo>
                <a:cubicBezTo>
                  <a:pt x="280027" y="88429"/>
                  <a:pt x="283641" y="86448"/>
                  <a:pt x="285794" y="84501"/>
                </a:cubicBezTo>
                <a:lnTo>
                  <a:pt x="286453" y="84501"/>
                </a:lnTo>
                <a:lnTo>
                  <a:pt x="286453" y="98058"/>
                </a:lnTo>
                <a:cubicBezTo>
                  <a:pt x="282279" y="99821"/>
                  <a:pt x="278017" y="101298"/>
                  <a:pt x="273666" y="102489"/>
                </a:cubicBezTo>
                <a:cubicBezTo>
                  <a:pt x="269316" y="103679"/>
                  <a:pt x="264746" y="104274"/>
                  <a:pt x="259956" y="104274"/>
                </a:cubicBezTo>
                <a:cubicBezTo>
                  <a:pt x="247741" y="104274"/>
                  <a:pt x="238205" y="100962"/>
                  <a:pt x="231350" y="94338"/>
                </a:cubicBezTo>
                <a:cubicBezTo>
                  <a:pt x="224495" y="87714"/>
                  <a:pt x="221068" y="78305"/>
                  <a:pt x="221068" y="66111"/>
                </a:cubicBezTo>
                <a:cubicBezTo>
                  <a:pt x="221068" y="54051"/>
                  <a:pt x="224352" y="44478"/>
                  <a:pt x="230922" y="37391"/>
                </a:cubicBezTo>
                <a:cubicBezTo>
                  <a:pt x="237491" y="30304"/>
                  <a:pt x="246137" y="26761"/>
                  <a:pt x="256859" y="26761"/>
                </a:cubicBezTo>
                <a:cubicBezTo>
                  <a:pt x="266789" y="26761"/>
                  <a:pt x="274446" y="29666"/>
                  <a:pt x="279829" y="35476"/>
                </a:cubicBezTo>
                <a:cubicBezTo>
                  <a:pt x="285212" y="41286"/>
                  <a:pt x="287904" y="49538"/>
                  <a:pt x="287904" y="60234"/>
                </a:cubicBezTo>
                <a:lnTo>
                  <a:pt x="287904" y="66968"/>
                </a:lnTo>
                <a:moveTo>
                  <a:pt x="275841" y="57476"/>
                </a:moveTo>
                <a:cubicBezTo>
                  <a:pt x="275798" y="50973"/>
                  <a:pt x="274161" y="45941"/>
                  <a:pt x="270931" y="42382"/>
                </a:cubicBezTo>
                <a:cubicBezTo>
                  <a:pt x="267701" y="38823"/>
                  <a:pt x="262791" y="37043"/>
                  <a:pt x="256199" y="37043"/>
                </a:cubicBezTo>
                <a:cubicBezTo>
                  <a:pt x="249564" y="37043"/>
                  <a:pt x="244280" y="38999"/>
                  <a:pt x="240347" y="42909"/>
                </a:cubicBezTo>
                <a:cubicBezTo>
                  <a:pt x="236414" y="46820"/>
                  <a:pt x="234184" y="51676"/>
                  <a:pt x="233657" y="57476"/>
                </a:cubicBezTo>
                <a:lnTo>
                  <a:pt x="275841" y="57476"/>
                </a:lnTo>
                <a:close/>
                <a:moveTo>
                  <a:pt x="352630" y="42316"/>
                </a:moveTo>
                <a:lnTo>
                  <a:pt x="351971" y="42316"/>
                </a:lnTo>
                <a:cubicBezTo>
                  <a:pt x="350125" y="41900"/>
                  <a:pt x="348335" y="41599"/>
                  <a:pt x="346599" y="41412"/>
                </a:cubicBezTo>
                <a:cubicBezTo>
                  <a:pt x="344863" y="41224"/>
                  <a:pt x="342809" y="41130"/>
                  <a:pt x="340436" y="41130"/>
                </a:cubicBezTo>
                <a:cubicBezTo>
                  <a:pt x="336613" y="41130"/>
                  <a:pt x="332922" y="41977"/>
                  <a:pt x="329363" y="43671"/>
                </a:cubicBezTo>
                <a:cubicBezTo>
                  <a:pt x="325803" y="45365"/>
                  <a:pt x="322376" y="47553"/>
                  <a:pt x="319080" y="50236"/>
                </a:cubicBezTo>
                <a:lnTo>
                  <a:pt x="319080" y="102561"/>
                </a:lnTo>
                <a:lnTo>
                  <a:pt x="306689" y="102561"/>
                </a:lnTo>
                <a:lnTo>
                  <a:pt x="306689" y="28870"/>
                </a:lnTo>
                <a:lnTo>
                  <a:pt x="319080" y="28870"/>
                </a:lnTo>
                <a:lnTo>
                  <a:pt x="319080" y="39756"/>
                </a:lnTo>
                <a:cubicBezTo>
                  <a:pt x="324002" y="35797"/>
                  <a:pt x="328341" y="32993"/>
                  <a:pt x="332098" y="31344"/>
                </a:cubicBezTo>
                <a:cubicBezTo>
                  <a:pt x="335855" y="29694"/>
                  <a:pt x="339689" y="28870"/>
                  <a:pt x="343600" y="28870"/>
                </a:cubicBezTo>
                <a:cubicBezTo>
                  <a:pt x="345753" y="28870"/>
                  <a:pt x="347313" y="28925"/>
                  <a:pt x="348280" y="29035"/>
                </a:cubicBezTo>
                <a:cubicBezTo>
                  <a:pt x="349246" y="29143"/>
                  <a:pt x="350697" y="29351"/>
                  <a:pt x="352630" y="29657"/>
                </a:cubicBezTo>
                <a:lnTo>
                  <a:pt x="352630" y="42316"/>
                </a:lnTo>
                <a:close/>
                <a:moveTo>
                  <a:pt x="421515" y="102561"/>
                </a:moveTo>
                <a:lnTo>
                  <a:pt x="409189" y="102561"/>
                </a:lnTo>
                <a:lnTo>
                  <a:pt x="409189" y="94771"/>
                </a:lnTo>
                <a:cubicBezTo>
                  <a:pt x="408090" y="95519"/>
                  <a:pt x="406607" y="96564"/>
                  <a:pt x="404740" y="97906"/>
                </a:cubicBezTo>
                <a:cubicBezTo>
                  <a:pt x="402872" y="99247"/>
                  <a:pt x="401060" y="100314"/>
                  <a:pt x="399302" y="101106"/>
                </a:cubicBezTo>
                <a:cubicBezTo>
                  <a:pt x="397237" y="102119"/>
                  <a:pt x="394864" y="102965"/>
                  <a:pt x="392183" y="103646"/>
                </a:cubicBezTo>
                <a:cubicBezTo>
                  <a:pt x="389503" y="104329"/>
                  <a:pt x="386361" y="104670"/>
                  <a:pt x="382758" y="104670"/>
                </a:cubicBezTo>
                <a:cubicBezTo>
                  <a:pt x="376122" y="104670"/>
                  <a:pt x="370498" y="102470"/>
                  <a:pt x="365884" y="98070"/>
                </a:cubicBezTo>
                <a:cubicBezTo>
                  <a:pt x="361270" y="93671"/>
                  <a:pt x="358963" y="88060"/>
                  <a:pt x="358963" y="81240"/>
                </a:cubicBezTo>
                <a:cubicBezTo>
                  <a:pt x="358963" y="75652"/>
                  <a:pt x="360161" y="71132"/>
                  <a:pt x="362555" y="67678"/>
                </a:cubicBezTo>
                <a:cubicBezTo>
                  <a:pt x="364950" y="64223"/>
                  <a:pt x="368367" y="61506"/>
                  <a:pt x="372805" y="59528"/>
                </a:cubicBezTo>
                <a:cubicBezTo>
                  <a:pt x="377287" y="57548"/>
                  <a:pt x="382670" y="56205"/>
                  <a:pt x="388954" y="55501"/>
                </a:cubicBezTo>
                <a:cubicBezTo>
                  <a:pt x="395237" y="54796"/>
                  <a:pt x="401982" y="54268"/>
                  <a:pt x="409189" y="53917"/>
                </a:cubicBezTo>
                <a:lnTo>
                  <a:pt x="409189" y="51989"/>
                </a:lnTo>
                <a:cubicBezTo>
                  <a:pt x="409189" y="49153"/>
                  <a:pt x="408695" y="46805"/>
                  <a:pt x="407706" y="44944"/>
                </a:cubicBezTo>
                <a:cubicBezTo>
                  <a:pt x="406717" y="43084"/>
                  <a:pt x="405300" y="41621"/>
                  <a:pt x="403454" y="40557"/>
                </a:cubicBezTo>
                <a:cubicBezTo>
                  <a:pt x="401697" y="39538"/>
                  <a:pt x="399588" y="38852"/>
                  <a:pt x="397127" y="38497"/>
                </a:cubicBezTo>
                <a:cubicBezTo>
                  <a:pt x="394666" y="38143"/>
                  <a:pt x="392095" y="37966"/>
                  <a:pt x="389415" y="37966"/>
                </a:cubicBezTo>
                <a:cubicBezTo>
                  <a:pt x="386163" y="37966"/>
                  <a:pt x="382538" y="38406"/>
                  <a:pt x="378539" y="39286"/>
                </a:cubicBezTo>
                <a:cubicBezTo>
                  <a:pt x="374541" y="40165"/>
                  <a:pt x="370410" y="41439"/>
                  <a:pt x="366148" y="43107"/>
                </a:cubicBezTo>
                <a:lnTo>
                  <a:pt x="365489" y="43107"/>
                </a:lnTo>
                <a:lnTo>
                  <a:pt x="365489" y="30518"/>
                </a:lnTo>
                <a:cubicBezTo>
                  <a:pt x="367905" y="29859"/>
                  <a:pt x="371399" y="29134"/>
                  <a:pt x="375969" y="28343"/>
                </a:cubicBezTo>
                <a:cubicBezTo>
                  <a:pt x="380539" y="27552"/>
                  <a:pt x="385043" y="27156"/>
                  <a:pt x="389481" y="27156"/>
                </a:cubicBezTo>
                <a:cubicBezTo>
                  <a:pt x="394666" y="27156"/>
                  <a:pt x="399181" y="27585"/>
                  <a:pt x="403026" y="28441"/>
                </a:cubicBezTo>
                <a:cubicBezTo>
                  <a:pt x="406871" y="29298"/>
                  <a:pt x="410200" y="30759"/>
                  <a:pt x="413012" y="32825"/>
                </a:cubicBezTo>
                <a:cubicBezTo>
                  <a:pt x="415780" y="34846"/>
                  <a:pt x="417889" y="37461"/>
                  <a:pt x="419339" y="40668"/>
                </a:cubicBezTo>
                <a:cubicBezTo>
                  <a:pt x="420790" y="43876"/>
                  <a:pt x="421515" y="47853"/>
                  <a:pt x="421515" y="52599"/>
                </a:cubicBezTo>
                <a:lnTo>
                  <a:pt x="421515" y="102561"/>
                </a:lnTo>
                <a:moveTo>
                  <a:pt x="409189" y="84527"/>
                </a:moveTo>
                <a:lnTo>
                  <a:pt x="409189" y="63936"/>
                </a:lnTo>
                <a:cubicBezTo>
                  <a:pt x="405410" y="64157"/>
                  <a:pt x="400961" y="64488"/>
                  <a:pt x="395841" y="64931"/>
                </a:cubicBezTo>
                <a:cubicBezTo>
                  <a:pt x="390722" y="65371"/>
                  <a:pt x="386669" y="66011"/>
                  <a:pt x="383681" y="66848"/>
                </a:cubicBezTo>
                <a:cubicBezTo>
                  <a:pt x="380121" y="67864"/>
                  <a:pt x="377243" y="69443"/>
                  <a:pt x="375046" y="71584"/>
                </a:cubicBezTo>
                <a:cubicBezTo>
                  <a:pt x="372849" y="73724"/>
                  <a:pt x="371750" y="76671"/>
                  <a:pt x="371750" y="80422"/>
                </a:cubicBezTo>
                <a:cubicBezTo>
                  <a:pt x="371750" y="84660"/>
                  <a:pt x="373025" y="87849"/>
                  <a:pt x="375573" y="89990"/>
                </a:cubicBezTo>
                <a:cubicBezTo>
                  <a:pt x="378122" y="92131"/>
                  <a:pt x="382011" y="93201"/>
                  <a:pt x="387240" y="93201"/>
                </a:cubicBezTo>
                <a:cubicBezTo>
                  <a:pt x="391590" y="93201"/>
                  <a:pt x="395567" y="92352"/>
                  <a:pt x="399170" y="90653"/>
                </a:cubicBezTo>
                <a:cubicBezTo>
                  <a:pt x="402773" y="88953"/>
                  <a:pt x="406113" y="86911"/>
                  <a:pt x="409189" y="84527"/>
                </a:cubicBezTo>
                <a:close/>
                <a:moveTo>
                  <a:pt x="457901" y="102561"/>
                </a:moveTo>
                <a:lnTo>
                  <a:pt x="445509" y="102561"/>
                </a:lnTo>
                <a:lnTo>
                  <a:pt x="445509" y="0"/>
                </a:lnTo>
                <a:lnTo>
                  <a:pt x="457901" y="0"/>
                </a:lnTo>
                <a:lnTo>
                  <a:pt x="457901" y="102561"/>
                </a:lnTo>
                <a:close/>
                <a:moveTo>
                  <a:pt x="544047" y="66968"/>
                </a:moveTo>
                <a:lnTo>
                  <a:pt x="489801" y="66968"/>
                </a:lnTo>
                <a:cubicBezTo>
                  <a:pt x="489801" y="71505"/>
                  <a:pt x="490482" y="75458"/>
                  <a:pt x="491844" y="78828"/>
                </a:cubicBezTo>
                <a:cubicBezTo>
                  <a:pt x="493206" y="82198"/>
                  <a:pt x="495074" y="84962"/>
                  <a:pt x="497446" y="87121"/>
                </a:cubicBezTo>
                <a:cubicBezTo>
                  <a:pt x="499731" y="89235"/>
                  <a:pt x="502445" y="90821"/>
                  <a:pt x="505587" y="91879"/>
                </a:cubicBezTo>
                <a:cubicBezTo>
                  <a:pt x="508729" y="92936"/>
                  <a:pt x="512189" y="93465"/>
                  <a:pt x="515968" y="93465"/>
                </a:cubicBezTo>
                <a:cubicBezTo>
                  <a:pt x="520977" y="93465"/>
                  <a:pt x="526020" y="92457"/>
                  <a:pt x="531095" y="90443"/>
                </a:cubicBezTo>
                <a:cubicBezTo>
                  <a:pt x="536170" y="88429"/>
                  <a:pt x="539785" y="86448"/>
                  <a:pt x="541938" y="84501"/>
                </a:cubicBezTo>
                <a:lnTo>
                  <a:pt x="542597" y="84501"/>
                </a:lnTo>
                <a:lnTo>
                  <a:pt x="542597" y="98058"/>
                </a:lnTo>
                <a:cubicBezTo>
                  <a:pt x="538422" y="99821"/>
                  <a:pt x="534160" y="101298"/>
                  <a:pt x="529810" y="102489"/>
                </a:cubicBezTo>
                <a:cubicBezTo>
                  <a:pt x="525460" y="103679"/>
                  <a:pt x="520890" y="104274"/>
                  <a:pt x="516100" y="104274"/>
                </a:cubicBezTo>
                <a:cubicBezTo>
                  <a:pt x="503884" y="104274"/>
                  <a:pt x="494349" y="100962"/>
                  <a:pt x="487494" y="94338"/>
                </a:cubicBezTo>
                <a:cubicBezTo>
                  <a:pt x="480639" y="87714"/>
                  <a:pt x="477211" y="78305"/>
                  <a:pt x="477211" y="66111"/>
                </a:cubicBezTo>
                <a:cubicBezTo>
                  <a:pt x="477211" y="54051"/>
                  <a:pt x="480496" y="44478"/>
                  <a:pt x="487065" y="37391"/>
                </a:cubicBezTo>
                <a:cubicBezTo>
                  <a:pt x="493634" y="30304"/>
                  <a:pt x="502280" y="26761"/>
                  <a:pt x="513002" y="26761"/>
                </a:cubicBezTo>
                <a:cubicBezTo>
                  <a:pt x="522933" y="26761"/>
                  <a:pt x="530590" y="29666"/>
                  <a:pt x="535973" y="35476"/>
                </a:cubicBezTo>
                <a:cubicBezTo>
                  <a:pt x="541356" y="41286"/>
                  <a:pt x="544047" y="49538"/>
                  <a:pt x="544047" y="60234"/>
                </a:cubicBezTo>
                <a:lnTo>
                  <a:pt x="544047" y="66968"/>
                </a:lnTo>
                <a:moveTo>
                  <a:pt x="531985" y="57476"/>
                </a:moveTo>
                <a:cubicBezTo>
                  <a:pt x="531941" y="50973"/>
                  <a:pt x="530304" y="45941"/>
                  <a:pt x="527074" y="42382"/>
                </a:cubicBezTo>
                <a:cubicBezTo>
                  <a:pt x="523845" y="38823"/>
                  <a:pt x="518934" y="37043"/>
                  <a:pt x="512343" y="37043"/>
                </a:cubicBezTo>
                <a:cubicBezTo>
                  <a:pt x="505708" y="37043"/>
                  <a:pt x="500424" y="38999"/>
                  <a:pt x="496491" y="42909"/>
                </a:cubicBezTo>
                <a:cubicBezTo>
                  <a:pt x="492558" y="46820"/>
                  <a:pt x="490328" y="51676"/>
                  <a:pt x="489801" y="57476"/>
                </a:cubicBezTo>
                <a:lnTo>
                  <a:pt x="531985" y="57476"/>
                </a:lnTo>
                <a:close/>
                <a:moveTo>
                  <a:pt x="615430" y="81291"/>
                </a:moveTo>
                <a:cubicBezTo>
                  <a:pt x="615430" y="88009"/>
                  <a:pt x="612651" y="93519"/>
                  <a:pt x="607092" y="97821"/>
                </a:cubicBezTo>
                <a:cubicBezTo>
                  <a:pt x="601534" y="102123"/>
                  <a:pt x="593943" y="104274"/>
                  <a:pt x="584319" y="104274"/>
                </a:cubicBezTo>
                <a:cubicBezTo>
                  <a:pt x="578871" y="104274"/>
                  <a:pt x="573872" y="103624"/>
                  <a:pt x="569324" y="102324"/>
                </a:cubicBezTo>
                <a:cubicBezTo>
                  <a:pt x="564776" y="101023"/>
                  <a:pt x="560964" y="99601"/>
                  <a:pt x="557888" y="98058"/>
                </a:cubicBezTo>
                <a:lnTo>
                  <a:pt x="557888" y="84105"/>
                </a:lnTo>
                <a:lnTo>
                  <a:pt x="558547" y="84105"/>
                </a:lnTo>
                <a:cubicBezTo>
                  <a:pt x="562458" y="87089"/>
                  <a:pt x="566809" y="89461"/>
                  <a:pt x="571598" y="91222"/>
                </a:cubicBezTo>
                <a:cubicBezTo>
                  <a:pt x="576388" y="92981"/>
                  <a:pt x="580980" y="93860"/>
                  <a:pt x="585374" y="93860"/>
                </a:cubicBezTo>
                <a:cubicBezTo>
                  <a:pt x="590823" y="93860"/>
                  <a:pt x="595085" y="92978"/>
                  <a:pt x="598161" y="91213"/>
                </a:cubicBezTo>
                <a:cubicBezTo>
                  <a:pt x="601237" y="89447"/>
                  <a:pt x="602775" y="86667"/>
                  <a:pt x="602775" y="82871"/>
                </a:cubicBezTo>
                <a:cubicBezTo>
                  <a:pt x="602775" y="79974"/>
                  <a:pt x="601940" y="77779"/>
                  <a:pt x="600270" y="76286"/>
                </a:cubicBezTo>
                <a:cubicBezTo>
                  <a:pt x="598601" y="74793"/>
                  <a:pt x="595393" y="73520"/>
                  <a:pt x="590647" y="72465"/>
                </a:cubicBezTo>
                <a:cubicBezTo>
                  <a:pt x="588889" y="72071"/>
                  <a:pt x="586593" y="71610"/>
                  <a:pt x="583759" y="71083"/>
                </a:cubicBezTo>
                <a:cubicBezTo>
                  <a:pt x="580925" y="70556"/>
                  <a:pt x="578343" y="69985"/>
                  <a:pt x="576014" y="69371"/>
                </a:cubicBezTo>
                <a:cubicBezTo>
                  <a:pt x="569555" y="67659"/>
                  <a:pt x="564974" y="65145"/>
                  <a:pt x="562271" y="61831"/>
                </a:cubicBezTo>
                <a:cubicBezTo>
                  <a:pt x="559569" y="58516"/>
                  <a:pt x="558218" y="54443"/>
                  <a:pt x="558218" y="49614"/>
                </a:cubicBezTo>
                <a:cubicBezTo>
                  <a:pt x="558218" y="46585"/>
                  <a:pt x="558844" y="43731"/>
                  <a:pt x="560096" y="41054"/>
                </a:cubicBezTo>
                <a:cubicBezTo>
                  <a:pt x="561349" y="38374"/>
                  <a:pt x="563249" y="35981"/>
                  <a:pt x="565798" y="33873"/>
                </a:cubicBezTo>
                <a:cubicBezTo>
                  <a:pt x="568259" y="31811"/>
                  <a:pt x="571389" y="30176"/>
                  <a:pt x="575190" y="28969"/>
                </a:cubicBezTo>
                <a:cubicBezTo>
                  <a:pt x="578991" y="27760"/>
                  <a:pt x="583243" y="27156"/>
                  <a:pt x="587945" y="27156"/>
                </a:cubicBezTo>
                <a:cubicBezTo>
                  <a:pt x="592339" y="27156"/>
                  <a:pt x="596788" y="27692"/>
                  <a:pt x="601292" y="28765"/>
                </a:cubicBezTo>
                <a:cubicBezTo>
                  <a:pt x="605796" y="29837"/>
                  <a:pt x="609542" y="31140"/>
                  <a:pt x="612530" y="32674"/>
                </a:cubicBezTo>
                <a:lnTo>
                  <a:pt x="612530" y="45875"/>
                </a:lnTo>
                <a:lnTo>
                  <a:pt x="611871" y="45875"/>
                </a:lnTo>
                <a:cubicBezTo>
                  <a:pt x="608707" y="43547"/>
                  <a:pt x="604862" y="41580"/>
                  <a:pt x="600336" y="39976"/>
                </a:cubicBezTo>
                <a:cubicBezTo>
                  <a:pt x="595810" y="38372"/>
                  <a:pt x="591372" y="37570"/>
                  <a:pt x="587022" y="37570"/>
                </a:cubicBezTo>
                <a:cubicBezTo>
                  <a:pt x="582496" y="37570"/>
                  <a:pt x="578673" y="38442"/>
                  <a:pt x="575553" y="40186"/>
                </a:cubicBezTo>
                <a:cubicBezTo>
                  <a:pt x="572433" y="41930"/>
                  <a:pt x="570873" y="44524"/>
                  <a:pt x="570873" y="47966"/>
                </a:cubicBezTo>
                <a:cubicBezTo>
                  <a:pt x="570873" y="50995"/>
                  <a:pt x="571818" y="53278"/>
                  <a:pt x="573707" y="54815"/>
                </a:cubicBezTo>
                <a:cubicBezTo>
                  <a:pt x="575553" y="56352"/>
                  <a:pt x="578541" y="57603"/>
                  <a:pt x="582672" y="58570"/>
                </a:cubicBezTo>
                <a:cubicBezTo>
                  <a:pt x="584957" y="59097"/>
                  <a:pt x="587516" y="59625"/>
                  <a:pt x="590350" y="60152"/>
                </a:cubicBezTo>
                <a:cubicBezTo>
                  <a:pt x="593185" y="60678"/>
                  <a:pt x="595547" y="61160"/>
                  <a:pt x="597436" y="61600"/>
                </a:cubicBezTo>
                <a:cubicBezTo>
                  <a:pt x="603192" y="62917"/>
                  <a:pt x="607631" y="65178"/>
                  <a:pt x="610751" y="68383"/>
                </a:cubicBezTo>
                <a:cubicBezTo>
                  <a:pt x="613870" y="71632"/>
                  <a:pt x="615430" y="75935"/>
                  <a:pt x="615430" y="81291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FD5F0E-8FC4-46E9-900F-9A9E7E1E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921" y="610533"/>
            <a:ext cx="581567" cy="604693"/>
          </a:xfrm>
          <a:custGeom xmlns:a="http://schemas.openxmlformats.org/drawingml/2006/main">
            <a:pathLst>
              <a:path w="581567" h="604693">
                <a:moveTo>
                  <a:pt x="0" y="0"/>
                </a:moveTo>
                <a:lnTo>
                  <a:pt x="581567" y="0"/>
                </a:lnTo>
                <a:lnTo>
                  <a:pt x="581567" y="604693"/>
                </a:lnTo>
                <a:lnTo>
                  <a:pt x="0" y="6046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26FAA0-566F-40CD-8FE2-807A179D2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3920" y="610535"/>
            <a:ext cx="581568" cy="604694"/>
          </a:xfrm>
          <a:custGeom xmlns:a="http://schemas.openxmlformats.org/drawingml/2006/main">
            <a:pathLst>
              <a:path w="581568" h="604694" fill="none">
                <a:moveTo>
                  <a:pt x="0" y="0"/>
                </a:moveTo>
                <a:lnTo>
                  <a:pt x="581568" y="0"/>
                </a:lnTo>
                <a:lnTo>
                  <a:pt x="581568" y="604694"/>
                </a:lnTo>
                <a:lnTo>
                  <a:pt x="0" y="6046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66" name="Text Lamiales">
            <a:extLst xmlns:a="http://schemas.openxmlformats.org/drawingml/2006/main">
              <a:ext uri="{FF2B5EF4-FFF2-40B4-BE49-F238E27FC236}">
                <a16:creationId xmlns:a16="http://schemas.microsoft.com/office/drawing/2014/main" id="{FB4B7AF2-A570-442B-BEA9-C7077C7A9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1332" y="657454"/>
            <a:ext cx="432299" cy="78735"/>
          </a:xfrm>
          <a:custGeom xmlns:a="http://schemas.openxmlformats.org/drawingml/2006/main">
            <a:pathLst>
              <a:path w="432299" h="78735">
                <a:moveTo>
                  <a:pt x="46706" y="77148"/>
                </a:moveTo>
                <a:lnTo>
                  <a:pt x="0" y="77148"/>
                </a:lnTo>
                <a:lnTo>
                  <a:pt x="0" y="3272"/>
                </a:lnTo>
                <a:lnTo>
                  <a:pt x="9817" y="3272"/>
                </a:lnTo>
                <a:lnTo>
                  <a:pt x="9817" y="68422"/>
                </a:lnTo>
                <a:lnTo>
                  <a:pt x="46706" y="68422"/>
                </a:lnTo>
                <a:lnTo>
                  <a:pt x="46706" y="77148"/>
                </a:lnTo>
                <a:close/>
                <a:moveTo>
                  <a:pt x="98816" y="77148"/>
                </a:moveTo>
                <a:lnTo>
                  <a:pt x="89544" y="77148"/>
                </a:lnTo>
                <a:lnTo>
                  <a:pt x="89544" y="71289"/>
                </a:lnTo>
                <a:cubicBezTo>
                  <a:pt x="88718" y="71851"/>
                  <a:pt x="87602" y="72638"/>
                  <a:pt x="86197" y="73647"/>
                </a:cubicBezTo>
                <a:cubicBezTo>
                  <a:pt x="84792" y="74656"/>
                  <a:pt x="83429" y="75459"/>
                  <a:pt x="82107" y="76055"/>
                </a:cubicBezTo>
                <a:cubicBezTo>
                  <a:pt x="80553" y="76816"/>
                  <a:pt x="78768" y="77453"/>
                  <a:pt x="76752" y="77965"/>
                </a:cubicBezTo>
                <a:cubicBezTo>
                  <a:pt x="74736" y="78478"/>
                  <a:pt x="72372" y="78735"/>
                  <a:pt x="69662" y="78735"/>
                </a:cubicBezTo>
                <a:cubicBezTo>
                  <a:pt x="64671" y="78735"/>
                  <a:pt x="60440" y="77080"/>
                  <a:pt x="56969" y="73771"/>
                </a:cubicBezTo>
                <a:cubicBezTo>
                  <a:pt x="53498" y="70461"/>
                  <a:pt x="51763" y="66241"/>
                  <a:pt x="51763" y="61110"/>
                </a:cubicBezTo>
                <a:cubicBezTo>
                  <a:pt x="51763" y="56907"/>
                  <a:pt x="52664" y="53507"/>
                  <a:pt x="54465" y="50909"/>
                </a:cubicBezTo>
                <a:cubicBezTo>
                  <a:pt x="56267" y="48310"/>
                  <a:pt x="58837" y="46267"/>
                  <a:pt x="62175" y="44778"/>
                </a:cubicBezTo>
                <a:cubicBezTo>
                  <a:pt x="65547" y="43289"/>
                  <a:pt x="69596" y="42279"/>
                  <a:pt x="74322" y="41749"/>
                </a:cubicBezTo>
                <a:cubicBezTo>
                  <a:pt x="79049" y="41219"/>
                  <a:pt x="84123" y="40822"/>
                  <a:pt x="89544" y="40557"/>
                </a:cubicBezTo>
                <a:lnTo>
                  <a:pt x="89544" y="39107"/>
                </a:lnTo>
                <a:cubicBezTo>
                  <a:pt x="89544" y="36974"/>
                  <a:pt x="89172" y="35208"/>
                  <a:pt x="88428" y="33808"/>
                </a:cubicBezTo>
                <a:cubicBezTo>
                  <a:pt x="87685" y="32409"/>
                  <a:pt x="86619" y="31308"/>
                  <a:pt x="85230" y="30508"/>
                </a:cubicBezTo>
                <a:cubicBezTo>
                  <a:pt x="83908" y="29742"/>
                  <a:pt x="82322" y="29225"/>
                  <a:pt x="80471" y="28959"/>
                </a:cubicBezTo>
                <a:cubicBezTo>
                  <a:pt x="78619" y="28692"/>
                  <a:pt x="76686" y="28559"/>
                  <a:pt x="74670" y="28559"/>
                </a:cubicBezTo>
                <a:cubicBezTo>
                  <a:pt x="72224" y="28559"/>
                  <a:pt x="69497" y="28890"/>
                  <a:pt x="66489" y="29552"/>
                </a:cubicBezTo>
                <a:cubicBezTo>
                  <a:pt x="63481" y="30213"/>
                  <a:pt x="60374" y="31171"/>
                  <a:pt x="57167" y="32426"/>
                </a:cubicBezTo>
                <a:lnTo>
                  <a:pt x="56672" y="32426"/>
                </a:lnTo>
                <a:lnTo>
                  <a:pt x="56672" y="22956"/>
                </a:lnTo>
                <a:cubicBezTo>
                  <a:pt x="58490" y="22460"/>
                  <a:pt x="61117" y="21915"/>
                  <a:pt x="64555" y="21320"/>
                </a:cubicBezTo>
                <a:cubicBezTo>
                  <a:pt x="67993" y="20725"/>
                  <a:pt x="71381" y="20427"/>
                  <a:pt x="74719" y="20427"/>
                </a:cubicBezTo>
                <a:cubicBezTo>
                  <a:pt x="78619" y="20427"/>
                  <a:pt x="82016" y="20750"/>
                  <a:pt x="84908" y="21394"/>
                </a:cubicBezTo>
                <a:cubicBezTo>
                  <a:pt x="87800" y="22039"/>
                  <a:pt x="90304" y="23138"/>
                  <a:pt x="92420" y="24691"/>
                </a:cubicBezTo>
                <a:cubicBezTo>
                  <a:pt x="94502" y="26212"/>
                  <a:pt x="96089" y="28179"/>
                  <a:pt x="97179" y="30592"/>
                </a:cubicBezTo>
                <a:cubicBezTo>
                  <a:pt x="98270" y="33005"/>
                  <a:pt x="98816" y="35996"/>
                  <a:pt x="98816" y="39566"/>
                </a:cubicBezTo>
                <a:lnTo>
                  <a:pt x="98816" y="77148"/>
                </a:lnTo>
                <a:moveTo>
                  <a:pt x="89544" y="63583"/>
                </a:moveTo>
                <a:lnTo>
                  <a:pt x="89544" y="48094"/>
                </a:lnTo>
                <a:cubicBezTo>
                  <a:pt x="86701" y="48260"/>
                  <a:pt x="83354" y="48510"/>
                  <a:pt x="79504" y="48842"/>
                </a:cubicBezTo>
                <a:cubicBezTo>
                  <a:pt x="75653" y="49174"/>
                  <a:pt x="72604" y="49655"/>
                  <a:pt x="70356" y="50285"/>
                </a:cubicBezTo>
                <a:cubicBezTo>
                  <a:pt x="67679" y="51049"/>
                  <a:pt x="65514" y="52236"/>
                  <a:pt x="63861" y="53847"/>
                </a:cubicBezTo>
                <a:cubicBezTo>
                  <a:pt x="62208" y="55457"/>
                  <a:pt x="61382" y="57673"/>
                  <a:pt x="61382" y="60495"/>
                </a:cubicBezTo>
                <a:cubicBezTo>
                  <a:pt x="61382" y="63683"/>
                  <a:pt x="62340" y="66082"/>
                  <a:pt x="64257" y="67692"/>
                </a:cubicBezTo>
                <a:cubicBezTo>
                  <a:pt x="66175" y="69303"/>
                  <a:pt x="69100" y="70108"/>
                  <a:pt x="73033" y="70108"/>
                </a:cubicBezTo>
                <a:cubicBezTo>
                  <a:pt x="76306" y="70108"/>
                  <a:pt x="79297" y="69469"/>
                  <a:pt x="82008" y="68191"/>
                </a:cubicBezTo>
                <a:cubicBezTo>
                  <a:pt x="84718" y="66912"/>
                  <a:pt x="87230" y="65376"/>
                  <a:pt x="89544" y="63583"/>
                </a:cubicBezTo>
                <a:close/>
                <a:moveTo>
                  <a:pt x="197581" y="77148"/>
                </a:moveTo>
                <a:lnTo>
                  <a:pt x="188260" y="77148"/>
                </a:lnTo>
                <a:lnTo>
                  <a:pt x="188260" y="45582"/>
                </a:lnTo>
                <a:cubicBezTo>
                  <a:pt x="188260" y="43200"/>
                  <a:pt x="188153" y="40901"/>
                  <a:pt x="187938" y="38684"/>
                </a:cubicBezTo>
                <a:cubicBezTo>
                  <a:pt x="187723" y="36466"/>
                  <a:pt x="187268" y="34696"/>
                  <a:pt x="186574" y="33373"/>
                </a:cubicBezTo>
                <a:cubicBezTo>
                  <a:pt x="185814" y="31949"/>
                  <a:pt x="184723" y="30874"/>
                  <a:pt x="183302" y="30147"/>
                </a:cubicBezTo>
                <a:cubicBezTo>
                  <a:pt x="181881" y="29419"/>
                  <a:pt x="179831" y="29055"/>
                  <a:pt x="177154" y="29055"/>
                </a:cubicBezTo>
                <a:cubicBezTo>
                  <a:pt x="174543" y="29055"/>
                  <a:pt x="171931" y="29708"/>
                  <a:pt x="169320" y="31016"/>
                </a:cubicBezTo>
                <a:cubicBezTo>
                  <a:pt x="166709" y="32323"/>
                  <a:pt x="164097" y="33985"/>
                  <a:pt x="161486" y="36004"/>
                </a:cubicBezTo>
                <a:cubicBezTo>
                  <a:pt x="161585" y="36764"/>
                  <a:pt x="161668" y="37649"/>
                  <a:pt x="161734" y="38658"/>
                </a:cubicBezTo>
                <a:cubicBezTo>
                  <a:pt x="161800" y="39667"/>
                  <a:pt x="161833" y="40668"/>
                  <a:pt x="161833" y="41661"/>
                </a:cubicBezTo>
                <a:lnTo>
                  <a:pt x="161833" y="77148"/>
                </a:lnTo>
                <a:lnTo>
                  <a:pt x="152512" y="77148"/>
                </a:lnTo>
                <a:lnTo>
                  <a:pt x="152512" y="45582"/>
                </a:lnTo>
                <a:cubicBezTo>
                  <a:pt x="152512" y="43134"/>
                  <a:pt x="152404" y="40810"/>
                  <a:pt x="152190" y="38610"/>
                </a:cubicBezTo>
                <a:cubicBezTo>
                  <a:pt x="151975" y="36409"/>
                  <a:pt x="151520" y="34646"/>
                  <a:pt x="150826" y="33323"/>
                </a:cubicBezTo>
                <a:cubicBezTo>
                  <a:pt x="150066" y="31900"/>
                  <a:pt x="148975" y="30833"/>
                  <a:pt x="147554" y="30122"/>
                </a:cubicBezTo>
                <a:cubicBezTo>
                  <a:pt x="146132" y="29410"/>
                  <a:pt x="144083" y="29055"/>
                  <a:pt x="141406" y="29055"/>
                </a:cubicBezTo>
                <a:cubicBezTo>
                  <a:pt x="138861" y="29055"/>
                  <a:pt x="136307" y="29684"/>
                  <a:pt x="133745" y="30942"/>
                </a:cubicBezTo>
                <a:cubicBezTo>
                  <a:pt x="131184" y="32199"/>
                  <a:pt x="128630" y="33803"/>
                  <a:pt x="126085" y="35754"/>
                </a:cubicBezTo>
                <a:lnTo>
                  <a:pt x="126085" y="77148"/>
                </a:lnTo>
                <a:lnTo>
                  <a:pt x="116764" y="77148"/>
                </a:lnTo>
                <a:lnTo>
                  <a:pt x="116764" y="21717"/>
                </a:lnTo>
                <a:lnTo>
                  <a:pt x="126085" y="21717"/>
                </a:lnTo>
                <a:lnTo>
                  <a:pt x="126085" y="27871"/>
                </a:lnTo>
                <a:cubicBezTo>
                  <a:pt x="128994" y="25440"/>
                  <a:pt x="131894" y="23543"/>
                  <a:pt x="134787" y="22178"/>
                </a:cubicBezTo>
                <a:cubicBezTo>
                  <a:pt x="137679" y="20813"/>
                  <a:pt x="140761" y="20130"/>
                  <a:pt x="144034" y="20130"/>
                </a:cubicBezTo>
                <a:cubicBezTo>
                  <a:pt x="147802" y="20130"/>
                  <a:pt x="151000" y="20928"/>
                  <a:pt x="153627" y="22525"/>
                </a:cubicBezTo>
                <a:cubicBezTo>
                  <a:pt x="156255" y="24121"/>
                  <a:pt x="158214" y="26333"/>
                  <a:pt x="159503" y="29160"/>
                </a:cubicBezTo>
                <a:cubicBezTo>
                  <a:pt x="163271" y="25967"/>
                  <a:pt x="166709" y="23664"/>
                  <a:pt x="169816" y="22251"/>
                </a:cubicBezTo>
                <a:cubicBezTo>
                  <a:pt x="172923" y="20837"/>
                  <a:pt x="176245" y="20130"/>
                  <a:pt x="179782" y="20130"/>
                </a:cubicBezTo>
                <a:cubicBezTo>
                  <a:pt x="185864" y="20130"/>
                  <a:pt x="190351" y="21976"/>
                  <a:pt x="193243" y="25668"/>
                </a:cubicBezTo>
                <a:cubicBezTo>
                  <a:pt x="196135" y="29359"/>
                  <a:pt x="197581" y="34517"/>
                  <a:pt x="197581" y="41140"/>
                </a:cubicBezTo>
                <a:lnTo>
                  <a:pt x="197581" y="77148"/>
                </a:lnTo>
                <a:close/>
                <a:moveTo>
                  <a:pt x="225545" y="12494"/>
                </a:moveTo>
                <a:lnTo>
                  <a:pt x="215034" y="12494"/>
                </a:lnTo>
                <a:lnTo>
                  <a:pt x="215034" y="2777"/>
                </a:lnTo>
                <a:lnTo>
                  <a:pt x="225545" y="2777"/>
                </a:lnTo>
                <a:lnTo>
                  <a:pt x="225545" y="12494"/>
                </a:lnTo>
                <a:moveTo>
                  <a:pt x="224950" y="77148"/>
                </a:moveTo>
                <a:lnTo>
                  <a:pt x="215629" y="77148"/>
                </a:lnTo>
                <a:lnTo>
                  <a:pt x="215629" y="21717"/>
                </a:lnTo>
                <a:lnTo>
                  <a:pt x="224950" y="21717"/>
                </a:lnTo>
                <a:lnTo>
                  <a:pt x="224950" y="77148"/>
                </a:lnTo>
                <a:close/>
                <a:moveTo>
                  <a:pt x="286431" y="77148"/>
                </a:moveTo>
                <a:lnTo>
                  <a:pt x="277159" y="77148"/>
                </a:lnTo>
                <a:lnTo>
                  <a:pt x="277159" y="71289"/>
                </a:lnTo>
                <a:cubicBezTo>
                  <a:pt x="276333" y="71851"/>
                  <a:pt x="275217" y="72638"/>
                  <a:pt x="273813" y="73647"/>
                </a:cubicBezTo>
                <a:cubicBezTo>
                  <a:pt x="272408" y="74656"/>
                  <a:pt x="271044" y="75459"/>
                  <a:pt x="269722" y="76055"/>
                </a:cubicBezTo>
                <a:cubicBezTo>
                  <a:pt x="268169" y="76816"/>
                  <a:pt x="266384" y="77453"/>
                  <a:pt x="264367" y="77965"/>
                </a:cubicBezTo>
                <a:cubicBezTo>
                  <a:pt x="262351" y="78478"/>
                  <a:pt x="259988" y="78735"/>
                  <a:pt x="257277" y="78735"/>
                </a:cubicBezTo>
                <a:cubicBezTo>
                  <a:pt x="252286" y="78735"/>
                  <a:pt x="248055" y="77080"/>
                  <a:pt x="244584" y="73771"/>
                </a:cubicBezTo>
                <a:cubicBezTo>
                  <a:pt x="241114" y="70461"/>
                  <a:pt x="239378" y="66241"/>
                  <a:pt x="239378" y="61110"/>
                </a:cubicBezTo>
                <a:cubicBezTo>
                  <a:pt x="239378" y="56907"/>
                  <a:pt x="240279" y="53507"/>
                  <a:pt x="242081" y="50909"/>
                </a:cubicBezTo>
                <a:cubicBezTo>
                  <a:pt x="243882" y="48310"/>
                  <a:pt x="246452" y="46267"/>
                  <a:pt x="249790" y="44778"/>
                </a:cubicBezTo>
                <a:cubicBezTo>
                  <a:pt x="253162" y="43289"/>
                  <a:pt x="257211" y="42279"/>
                  <a:pt x="261938" y="41749"/>
                </a:cubicBezTo>
                <a:cubicBezTo>
                  <a:pt x="266665" y="41219"/>
                  <a:pt x="271738" y="40822"/>
                  <a:pt x="277159" y="40557"/>
                </a:cubicBezTo>
                <a:lnTo>
                  <a:pt x="277159" y="39107"/>
                </a:lnTo>
                <a:cubicBezTo>
                  <a:pt x="277159" y="36974"/>
                  <a:pt x="276787" y="35208"/>
                  <a:pt x="276044" y="33808"/>
                </a:cubicBezTo>
                <a:cubicBezTo>
                  <a:pt x="275300" y="32409"/>
                  <a:pt x="274234" y="31308"/>
                  <a:pt x="272846" y="30508"/>
                </a:cubicBezTo>
                <a:cubicBezTo>
                  <a:pt x="271524" y="29742"/>
                  <a:pt x="269937" y="29225"/>
                  <a:pt x="268086" y="28959"/>
                </a:cubicBezTo>
                <a:cubicBezTo>
                  <a:pt x="266235" y="28692"/>
                  <a:pt x="264301" y="28559"/>
                  <a:pt x="262285" y="28559"/>
                </a:cubicBezTo>
                <a:cubicBezTo>
                  <a:pt x="259839" y="28559"/>
                  <a:pt x="257112" y="28890"/>
                  <a:pt x="254104" y="29552"/>
                </a:cubicBezTo>
                <a:cubicBezTo>
                  <a:pt x="251096" y="30213"/>
                  <a:pt x="247989" y="31171"/>
                  <a:pt x="244783" y="32426"/>
                </a:cubicBezTo>
                <a:lnTo>
                  <a:pt x="244287" y="32426"/>
                </a:lnTo>
                <a:lnTo>
                  <a:pt x="244287" y="22956"/>
                </a:lnTo>
                <a:cubicBezTo>
                  <a:pt x="246105" y="22460"/>
                  <a:pt x="248733" y="21915"/>
                  <a:pt x="252170" y="21320"/>
                </a:cubicBezTo>
                <a:cubicBezTo>
                  <a:pt x="255608" y="20725"/>
                  <a:pt x="258996" y="20427"/>
                  <a:pt x="262335" y="20427"/>
                </a:cubicBezTo>
                <a:cubicBezTo>
                  <a:pt x="266235" y="20427"/>
                  <a:pt x="269631" y="20750"/>
                  <a:pt x="272523" y="21394"/>
                </a:cubicBezTo>
                <a:cubicBezTo>
                  <a:pt x="275416" y="22039"/>
                  <a:pt x="277920" y="23138"/>
                  <a:pt x="280035" y="24691"/>
                </a:cubicBezTo>
                <a:cubicBezTo>
                  <a:pt x="282117" y="26212"/>
                  <a:pt x="283704" y="28179"/>
                  <a:pt x="284795" y="30592"/>
                </a:cubicBezTo>
                <a:cubicBezTo>
                  <a:pt x="285886" y="33005"/>
                  <a:pt x="286431" y="35996"/>
                  <a:pt x="286431" y="39566"/>
                </a:cubicBezTo>
                <a:lnTo>
                  <a:pt x="286431" y="77148"/>
                </a:lnTo>
                <a:moveTo>
                  <a:pt x="277159" y="63583"/>
                </a:moveTo>
                <a:lnTo>
                  <a:pt x="277159" y="48094"/>
                </a:lnTo>
                <a:cubicBezTo>
                  <a:pt x="274317" y="48260"/>
                  <a:pt x="270970" y="48510"/>
                  <a:pt x="267119" y="48842"/>
                </a:cubicBezTo>
                <a:cubicBezTo>
                  <a:pt x="263268" y="49174"/>
                  <a:pt x="260219" y="49655"/>
                  <a:pt x="257971" y="50285"/>
                </a:cubicBezTo>
                <a:cubicBezTo>
                  <a:pt x="255294" y="51049"/>
                  <a:pt x="253129" y="52236"/>
                  <a:pt x="251476" y="53847"/>
                </a:cubicBezTo>
                <a:cubicBezTo>
                  <a:pt x="249824" y="55457"/>
                  <a:pt x="248997" y="57673"/>
                  <a:pt x="248997" y="60495"/>
                </a:cubicBezTo>
                <a:cubicBezTo>
                  <a:pt x="248997" y="63683"/>
                  <a:pt x="249956" y="66082"/>
                  <a:pt x="251873" y="67692"/>
                </a:cubicBezTo>
                <a:cubicBezTo>
                  <a:pt x="253790" y="69303"/>
                  <a:pt x="256715" y="70108"/>
                  <a:pt x="260649" y="70108"/>
                </a:cubicBezTo>
                <a:cubicBezTo>
                  <a:pt x="263921" y="70108"/>
                  <a:pt x="266913" y="69469"/>
                  <a:pt x="269623" y="68191"/>
                </a:cubicBezTo>
                <a:cubicBezTo>
                  <a:pt x="272333" y="66912"/>
                  <a:pt x="274846" y="65376"/>
                  <a:pt x="277159" y="63583"/>
                </a:cubicBezTo>
                <a:close/>
                <a:moveTo>
                  <a:pt x="313800" y="77148"/>
                </a:moveTo>
                <a:lnTo>
                  <a:pt x="304478" y="77148"/>
                </a:lnTo>
                <a:lnTo>
                  <a:pt x="304478" y="0"/>
                </a:lnTo>
                <a:lnTo>
                  <a:pt x="313800" y="0"/>
                </a:lnTo>
                <a:lnTo>
                  <a:pt x="313800" y="77148"/>
                </a:lnTo>
                <a:close/>
                <a:moveTo>
                  <a:pt x="378602" y="50375"/>
                </a:moveTo>
                <a:lnTo>
                  <a:pt x="337797" y="50375"/>
                </a:lnTo>
                <a:cubicBezTo>
                  <a:pt x="337797" y="53787"/>
                  <a:pt x="338309" y="56761"/>
                  <a:pt x="339334" y="59296"/>
                </a:cubicBezTo>
                <a:cubicBezTo>
                  <a:pt x="340358" y="61831"/>
                  <a:pt x="341763" y="63910"/>
                  <a:pt x="343548" y="65534"/>
                </a:cubicBezTo>
                <a:cubicBezTo>
                  <a:pt x="345267" y="67125"/>
                  <a:pt x="347308" y="68318"/>
                  <a:pt x="349671" y="69113"/>
                </a:cubicBezTo>
                <a:cubicBezTo>
                  <a:pt x="352035" y="69909"/>
                  <a:pt x="354638" y="70306"/>
                  <a:pt x="357480" y="70306"/>
                </a:cubicBezTo>
                <a:cubicBezTo>
                  <a:pt x="361249" y="70306"/>
                  <a:pt x="365042" y="69549"/>
                  <a:pt x="368859" y="68033"/>
                </a:cubicBezTo>
                <a:cubicBezTo>
                  <a:pt x="372677" y="66518"/>
                  <a:pt x="375396" y="65028"/>
                  <a:pt x="377015" y="63563"/>
                </a:cubicBezTo>
                <a:lnTo>
                  <a:pt x="377511" y="63563"/>
                </a:lnTo>
                <a:lnTo>
                  <a:pt x="377511" y="73761"/>
                </a:lnTo>
                <a:cubicBezTo>
                  <a:pt x="374371" y="75088"/>
                  <a:pt x="371165" y="76199"/>
                  <a:pt x="367893" y="77094"/>
                </a:cubicBezTo>
                <a:cubicBezTo>
                  <a:pt x="364620" y="77990"/>
                  <a:pt x="361183" y="78438"/>
                  <a:pt x="357580" y="78438"/>
                </a:cubicBezTo>
                <a:cubicBezTo>
                  <a:pt x="348391" y="78438"/>
                  <a:pt x="341218" y="75946"/>
                  <a:pt x="336061" y="70963"/>
                </a:cubicBezTo>
                <a:cubicBezTo>
                  <a:pt x="330905" y="65980"/>
                  <a:pt x="328327" y="58903"/>
                  <a:pt x="328327" y="49730"/>
                </a:cubicBezTo>
                <a:cubicBezTo>
                  <a:pt x="328327" y="40659"/>
                  <a:pt x="330797" y="33458"/>
                  <a:pt x="335739" y="28127"/>
                </a:cubicBezTo>
                <a:cubicBezTo>
                  <a:pt x="340681" y="22795"/>
                  <a:pt x="347184" y="20130"/>
                  <a:pt x="355249" y="20130"/>
                </a:cubicBezTo>
                <a:cubicBezTo>
                  <a:pt x="362720" y="20130"/>
                  <a:pt x="368479" y="22315"/>
                  <a:pt x="372528" y="26686"/>
                </a:cubicBezTo>
                <a:cubicBezTo>
                  <a:pt x="376578" y="31056"/>
                  <a:pt x="378602" y="37264"/>
                  <a:pt x="378602" y="45310"/>
                </a:cubicBezTo>
                <a:lnTo>
                  <a:pt x="378602" y="50375"/>
                </a:lnTo>
                <a:moveTo>
                  <a:pt x="369529" y="43235"/>
                </a:moveTo>
                <a:cubicBezTo>
                  <a:pt x="369496" y="38343"/>
                  <a:pt x="368264" y="34558"/>
                  <a:pt x="365835" y="31881"/>
                </a:cubicBezTo>
                <a:cubicBezTo>
                  <a:pt x="363405" y="29203"/>
                  <a:pt x="359712" y="27865"/>
                  <a:pt x="354753" y="27865"/>
                </a:cubicBezTo>
                <a:cubicBezTo>
                  <a:pt x="349762" y="27865"/>
                  <a:pt x="345788" y="29336"/>
                  <a:pt x="342829" y="32277"/>
                </a:cubicBezTo>
                <a:cubicBezTo>
                  <a:pt x="339871" y="35219"/>
                  <a:pt x="338193" y="38872"/>
                  <a:pt x="337797" y="43235"/>
                </a:cubicBezTo>
                <a:lnTo>
                  <a:pt x="369529" y="43235"/>
                </a:lnTo>
                <a:close/>
                <a:moveTo>
                  <a:pt x="432299" y="61149"/>
                </a:moveTo>
                <a:cubicBezTo>
                  <a:pt x="432299" y="66202"/>
                  <a:pt x="430208" y="70347"/>
                  <a:pt x="426027" y="73583"/>
                </a:cubicBezTo>
                <a:cubicBezTo>
                  <a:pt x="421845" y="76819"/>
                  <a:pt x="416135" y="78438"/>
                  <a:pt x="408896" y="78438"/>
                </a:cubicBezTo>
                <a:cubicBezTo>
                  <a:pt x="404798" y="78438"/>
                  <a:pt x="401038" y="77948"/>
                  <a:pt x="397617" y="76970"/>
                </a:cubicBezTo>
                <a:cubicBezTo>
                  <a:pt x="394196" y="75992"/>
                  <a:pt x="391328" y="74922"/>
                  <a:pt x="389014" y="73761"/>
                </a:cubicBezTo>
                <a:lnTo>
                  <a:pt x="389014" y="63266"/>
                </a:lnTo>
                <a:lnTo>
                  <a:pt x="389510" y="63266"/>
                </a:lnTo>
                <a:cubicBezTo>
                  <a:pt x="392452" y="65510"/>
                  <a:pt x="395724" y="67295"/>
                  <a:pt x="399327" y="68619"/>
                </a:cubicBezTo>
                <a:cubicBezTo>
                  <a:pt x="402930" y="69942"/>
                  <a:pt x="406384" y="70604"/>
                  <a:pt x="409690" y="70604"/>
                </a:cubicBezTo>
                <a:cubicBezTo>
                  <a:pt x="413788" y="70604"/>
                  <a:pt x="416995" y="69940"/>
                  <a:pt x="419308" y="68613"/>
                </a:cubicBezTo>
                <a:cubicBezTo>
                  <a:pt x="421622" y="67284"/>
                  <a:pt x="422779" y="65193"/>
                  <a:pt x="422779" y="62338"/>
                </a:cubicBezTo>
                <a:cubicBezTo>
                  <a:pt x="422779" y="60158"/>
                  <a:pt x="422151" y="58507"/>
                  <a:pt x="420895" y="57384"/>
                </a:cubicBezTo>
                <a:cubicBezTo>
                  <a:pt x="419639" y="56261"/>
                  <a:pt x="417226" y="55303"/>
                  <a:pt x="413656" y="54510"/>
                </a:cubicBezTo>
                <a:cubicBezTo>
                  <a:pt x="412334" y="54213"/>
                  <a:pt x="410607" y="53867"/>
                  <a:pt x="408475" y="53470"/>
                </a:cubicBezTo>
                <a:cubicBezTo>
                  <a:pt x="406343" y="53074"/>
                  <a:pt x="404401" y="52644"/>
                  <a:pt x="402649" y="52183"/>
                </a:cubicBezTo>
                <a:cubicBezTo>
                  <a:pt x="397790" y="50895"/>
                  <a:pt x="394344" y="49004"/>
                  <a:pt x="392311" y="46510"/>
                </a:cubicBezTo>
                <a:cubicBezTo>
                  <a:pt x="390279" y="44017"/>
                  <a:pt x="389262" y="40954"/>
                  <a:pt x="389262" y="37321"/>
                </a:cubicBezTo>
                <a:cubicBezTo>
                  <a:pt x="389262" y="35042"/>
                  <a:pt x="389733" y="32896"/>
                  <a:pt x="390675" y="30881"/>
                </a:cubicBezTo>
                <a:cubicBezTo>
                  <a:pt x="391617" y="28866"/>
                  <a:pt x="393047" y="27066"/>
                  <a:pt x="394964" y="25480"/>
                </a:cubicBezTo>
                <a:cubicBezTo>
                  <a:pt x="396815" y="23929"/>
                  <a:pt x="399170" y="22699"/>
                  <a:pt x="402029" y="21791"/>
                </a:cubicBezTo>
                <a:cubicBezTo>
                  <a:pt x="404889" y="20882"/>
                  <a:pt x="408087" y="20427"/>
                  <a:pt x="411623" y="20427"/>
                </a:cubicBezTo>
                <a:cubicBezTo>
                  <a:pt x="414929" y="20427"/>
                  <a:pt x="418275" y="20831"/>
                  <a:pt x="421664" y="21638"/>
                </a:cubicBezTo>
                <a:cubicBezTo>
                  <a:pt x="425052" y="22444"/>
                  <a:pt x="427869" y="23425"/>
                  <a:pt x="430117" y="24578"/>
                </a:cubicBezTo>
                <a:lnTo>
                  <a:pt x="430117" y="34509"/>
                </a:lnTo>
                <a:lnTo>
                  <a:pt x="429621" y="34509"/>
                </a:lnTo>
                <a:cubicBezTo>
                  <a:pt x="427241" y="32757"/>
                  <a:pt x="424349" y="31277"/>
                  <a:pt x="420945" y="30071"/>
                </a:cubicBezTo>
                <a:cubicBezTo>
                  <a:pt x="417540" y="28865"/>
                  <a:pt x="414202" y="28261"/>
                  <a:pt x="410929" y="28261"/>
                </a:cubicBezTo>
                <a:cubicBezTo>
                  <a:pt x="407525" y="28261"/>
                  <a:pt x="404649" y="28917"/>
                  <a:pt x="402302" y="30229"/>
                </a:cubicBezTo>
                <a:cubicBezTo>
                  <a:pt x="399955" y="31541"/>
                  <a:pt x="398782" y="33492"/>
                  <a:pt x="398782" y="36081"/>
                </a:cubicBezTo>
                <a:cubicBezTo>
                  <a:pt x="398782" y="38360"/>
                  <a:pt x="399492" y="40077"/>
                  <a:pt x="400914" y="41233"/>
                </a:cubicBezTo>
                <a:cubicBezTo>
                  <a:pt x="402302" y="42389"/>
                  <a:pt x="404550" y="43330"/>
                  <a:pt x="407657" y="44058"/>
                </a:cubicBezTo>
                <a:cubicBezTo>
                  <a:pt x="409376" y="44454"/>
                  <a:pt x="411301" y="44851"/>
                  <a:pt x="413433" y="45248"/>
                </a:cubicBezTo>
                <a:cubicBezTo>
                  <a:pt x="415565" y="45643"/>
                  <a:pt x="417342" y="46006"/>
                  <a:pt x="418763" y="46337"/>
                </a:cubicBezTo>
                <a:cubicBezTo>
                  <a:pt x="423093" y="47327"/>
                  <a:pt x="426432" y="49028"/>
                  <a:pt x="428778" y="51439"/>
                </a:cubicBezTo>
                <a:cubicBezTo>
                  <a:pt x="431125" y="53883"/>
                  <a:pt x="432299" y="57120"/>
                  <a:pt x="432299" y="61149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08527-361F-4160-BC12-886E923EA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985" y="610533"/>
            <a:ext cx="478823" cy="604693"/>
          </a:xfrm>
          <a:custGeom xmlns:a="http://schemas.openxmlformats.org/drawingml/2006/main">
            <a:pathLst>
              <a:path w="478823" h="604693">
                <a:moveTo>
                  <a:pt x="0" y="0"/>
                </a:moveTo>
                <a:lnTo>
                  <a:pt x="478823" y="0"/>
                </a:lnTo>
                <a:lnTo>
                  <a:pt x="478823" y="604693"/>
                </a:lnTo>
                <a:lnTo>
                  <a:pt x="0" y="6046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31462A-CC52-41BD-B275-DAF38C7D3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7986" y="610535"/>
            <a:ext cx="478823" cy="604694"/>
          </a:xfrm>
          <a:custGeom xmlns:a="http://schemas.openxmlformats.org/drawingml/2006/main">
            <a:pathLst>
              <a:path w="478823" h="604694" fill="none">
                <a:moveTo>
                  <a:pt x="0" y="0"/>
                </a:moveTo>
                <a:lnTo>
                  <a:pt x="478823" y="0"/>
                </a:lnTo>
                <a:lnTo>
                  <a:pt x="478823" y="604694"/>
                </a:lnTo>
                <a:lnTo>
                  <a:pt x="0" y="6046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69" name="Text Caryophyllales">
            <a:extLst xmlns:a="http://schemas.openxmlformats.org/drawingml/2006/main">
              <a:ext uri="{FF2B5EF4-FFF2-40B4-BE49-F238E27FC236}">
                <a16:creationId xmlns:a16="http://schemas.microsoft.com/office/drawing/2014/main" id="{EE6C81BF-B431-47BF-B8C4-1400149B1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8119" y="644383"/>
            <a:ext cx="338733" cy="45113"/>
          </a:xfrm>
          <a:custGeom xmlns:a="http://schemas.openxmlformats.org/drawingml/2006/main">
            <a:pathLst>
              <a:path w="338733" h="45113">
                <a:moveTo>
                  <a:pt x="28310" y="33207"/>
                </a:moveTo>
                <a:cubicBezTo>
                  <a:pt x="27470" y="33575"/>
                  <a:pt x="26709" y="33919"/>
                  <a:pt x="26029" y="34241"/>
                </a:cubicBezTo>
                <a:cubicBezTo>
                  <a:pt x="25349" y="34563"/>
                  <a:pt x="24459" y="34900"/>
                  <a:pt x="23359" y="35253"/>
                </a:cubicBezTo>
                <a:cubicBezTo>
                  <a:pt x="22426" y="35544"/>
                  <a:pt x="21414" y="35793"/>
                  <a:pt x="20321" y="36000"/>
                </a:cubicBezTo>
                <a:cubicBezTo>
                  <a:pt x="19229" y="36207"/>
                  <a:pt x="18025" y="36310"/>
                  <a:pt x="16711" y="36310"/>
                </a:cubicBezTo>
                <a:cubicBezTo>
                  <a:pt x="14235" y="36310"/>
                  <a:pt x="11985" y="35962"/>
                  <a:pt x="9960" y="35266"/>
                </a:cubicBezTo>
                <a:cubicBezTo>
                  <a:pt x="7935" y="34571"/>
                  <a:pt x="6174" y="33481"/>
                  <a:pt x="4676" y="31998"/>
                </a:cubicBezTo>
                <a:cubicBezTo>
                  <a:pt x="3209" y="30545"/>
                  <a:pt x="2063" y="28699"/>
                  <a:pt x="1238" y="26458"/>
                </a:cubicBezTo>
                <a:cubicBezTo>
                  <a:pt x="413" y="24218"/>
                  <a:pt x="0" y="21615"/>
                  <a:pt x="0" y="18648"/>
                </a:cubicBezTo>
                <a:cubicBezTo>
                  <a:pt x="0" y="15834"/>
                  <a:pt x="397" y="13319"/>
                  <a:pt x="1192" y="11101"/>
                </a:cubicBezTo>
                <a:cubicBezTo>
                  <a:pt x="1987" y="8884"/>
                  <a:pt x="3133" y="7011"/>
                  <a:pt x="4630" y="5481"/>
                </a:cubicBezTo>
                <a:cubicBezTo>
                  <a:pt x="6082" y="3998"/>
                  <a:pt x="7836" y="2867"/>
                  <a:pt x="9891" y="2087"/>
                </a:cubicBezTo>
                <a:cubicBezTo>
                  <a:pt x="11947" y="1307"/>
                  <a:pt x="14228" y="917"/>
                  <a:pt x="16734" y="917"/>
                </a:cubicBezTo>
                <a:cubicBezTo>
                  <a:pt x="18568" y="917"/>
                  <a:pt x="20398" y="1139"/>
                  <a:pt x="22224" y="1582"/>
                </a:cubicBezTo>
                <a:cubicBezTo>
                  <a:pt x="24050" y="2025"/>
                  <a:pt x="26079" y="2804"/>
                  <a:pt x="28310" y="3920"/>
                </a:cubicBezTo>
                <a:lnTo>
                  <a:pt x="28310" y="9307"/>
                </a:lnTo>
                <a:lnTo>
                  <a:pt x="27966" y="9307"/>
                </a:lnTo>
                <a:cubicBezTo>
                  <a:pt x="26086" y="7757"/>
                  <a:pt x="24222" y="6628"/>
                  <a:pt x="22373" y="5921"/>
                </a:cubicBezTo>
                <a:cubicBezTo>
                  <a:pt x="20524" y="5213"/>
                  <a:pt x="18545" y="4860"/>
                  <a:pt x="16436" y="4860"/>
                </a:cubicBezTo>
                <a:cubicBezTo>
                  <a:pt x="14709" y="4860"/>
                  <a:pt x="13154" y="5138"/>
                  <a:pt x="11771" y="5694"/>
                </a:cubicBezTo>
                <a:cubicBezTo>
                  <a:pt x="10388" y="6251"/>
                  <a:pt x="9154" y="7116"/>
                  <a:pt x="8069" y="8290"/>
                </a:cubicBezTo>
                <a:cubicBezTo>
                  <a:pt x="7014" y="9433"/>
                  <a:pt x="6193" y="10877"/>
                  <a:pt x="5605" y="12623"/>
                </a:cubicBezTo>
                <a:cubicBezTo>
                  <a:pt x="5016" y="14368"/>
                  <a:pt x="4722" y="16384"/>
                  <a:pt x="4722" y="18671"/>
                </a:cubicBezTo>
                <a:cubicBezTo>
                  <a:pt x="4722" y="21064"/>
                  <a:pt x="5047" y="23122"/>
                  <a:pt x="5696" y="24844"/>
                </a:cubicBezTo>
                <a:cubicBezTo>
                  <a:pt x="6346" y="26567"/>
                  <a:pt x="7183" y="27970"/>
                  <a:pt x="8206" y="29052"/>
                </a:cubicBezTo>
                <a:cubicBezTo>
                  <a:pt x="9276" y="30180"/>
                  <a:pt x="10526" y="31015"/>
                  <a:pt x="11954" y="31556"/>
                </a:cubicBezTo>
                <a:cubicBezTo>
                  <a:pt x="13383" y="32097"/>
                  <a:pt x="14892" y="32367"/>
                  <a:pt x="16482" y="32367"/>
                </a:cubicBezTo>
                <a:cubicBezTo>
                  <a:pt x="18667" y="32367"/>
                  <a:pt x="20715" y="31993"/>
                  <a:pt x="22625" y="31244"/>
                </a:cubicBezTo>
                <a:cubicBezTo>
                  <a:pt x="24535" y="30495"/>
                  <a:pt x="26323" y="29372"/>
                  <a:pt x="27989" y="27874"/>
                </a:cubicBezTo>
                <a:lnTo>
                  <a:pt x="28310" y="27874"/>
                </a:lnTo>
                <a:lnTo>
                  <a:pt x="28310" y="33207"/>
                </a:lnTo>
                <a:close/>
                <a:moveTo>
                  <a:pt x="54282" y="35668"/>
                </a:moveTo>
                <a:lnTo>
                  <a:pt x="49995" y="35668"/>
                </a:lnTo>
                <a:lnTo>
                  <a:pt x="49995" y="32959"/>
                </a:lnTo>
                <a:cubicBezTo>
                  <a:pt x="49613" y="33219"/>
                  <a:pt x="49098" y="33583"/>
                  <a:pt x="48448" y="34049"/>
                </a:cubicBezTo>
                <a:cubicBezTo>
                  <a:pt x="47799" y="34516"/>
                  <a:pt x="47168" y="34887"/>
                  <a:pt x="46557" y="35163"/>
                </a:cubicBezTo>
                <a:cubicBezTo>
                  <a:pt x="45839" y="35515"/>
                  <a:pt x="45013" y="35809"/>
                  <a:pt x="44081" y="36046"/>
                </a:cubicBezTo>
                <a:cubicBezTo>
                  <a:pt x="43149" y="36283"/>
                  <a:pt x="42056" y="36402"/>
                  <a:pt x="40803" y="36402"/>
                </a:cubicBezTo>
                <a:cubicBezTo>
                  <a:pt x="38496" y="36402"/>
                  <a:pt x="36539" y="35637"/>
                  <a:pt x="34935" y="34107"/>
                </a:cubicBezTo>
                <a:cubicBezTo>
                  <a:pt x="33330" y="32577"/>
                  <a:pt x="32528" y="30625"/>
                  <a:pt x="32528" y="28253"/>
                </a:cubicBezTo>
                <a:cubicBezTo>
                  <a:pt x="32528" y="26310"/>
                  <a:pt x="32944" y="24738"/>
                  <a:pt x="33777" y="23537"/>
                </a:cubicBezTo>
                <a:cubicBezTo>
                  <a:pt x="34610" y="22335"/>
                  <a:pt x="35798" y="21391"/>
                  <a:pt x="37342" y="20702"/>
                </a:cubicBezTo>
                <a:cubicBezTo>
                  <a:pt x="38901" y="20014"/>
                  <a:pt x="40773" y="19547"/>
                  <a:pt x="42958" y="19302"/>
                </a:cubicBezTo>
                <a:cubicBezTo>
                  <a:pt x="45143" y="19057"/>
                  <a:pt x="47489" y="18873"/>
                  <a:pt x="49995" y="18751"/>
                </a:cubicBezTo>
                <a:lnTo>
                  <a:pt x="49995" y="18081"/>
                </a:lnTo>
                <a:cubicBezTo>
                  <a:pt x="49995" y="17094"/>
                  <a:pt x="49823" y="16278"/>
                  <a:pt x="49480" y="15631"/>
                </a:cubicBezTo>
                <a:cubicBezTo>
                  <a:pt x="49136" y="14984"/>
                  <a:pt x="48643" y="14475"/>
                  <a:pt x="48001" y="14105"/>
                </a:cubicBezTo>
                <a:cubicBezTo>
                  <a:pt x="47390" y="13751"/>
                  <a:pt x="46656" y="13512"/>
                  <a:pt x="45800" y="13389"/>
                </a:cubicBezTo>
                <a:cubicBezTo>
                  <a:pt x="44945" y="13265"/>
                  <a:pt x="44051" y="13204"/>
                  <a:pt x="43118" y="13204"/>
                </a:cubicBezTo>
                <a:cubicBezTo>
                  <a:pt x="41988" y="13204"/>
                  <a:pt x="40727" y="13357"/>
                  <a:pt x="39336" y="13663"/>
                </a:cubicBezTo>
                <a:cubicBezTo>
                  <a:pt x="37945" y="13969"/>
                  <a:pt x="36509" y="14411"/>
                  <a:pt x="35027" y="14992"/>
                </a:cubicBezTo>
                <a:lnTo>
                  <a:pt x="34797" y="14992"/>
                </a:lnTo>
                <a:lnTo>
                  <a:pt x="34797" y="10613"/>
                </a:lnTo>
                <a:cubicBezTo>
                  <a:pt x="35638" y="10384"/>
                  <a:pt x="36853" y="10132"/>
                  <a:pt x="38442" y="9857"/>
                </a:cubicBezTo>
                <a:cubicBezTo>
                  <a:pt x="40031" y="9582"/>
                  <a:pt x="41598" y="9444"/>
                  <a:pt x="43141" y="9444"/>
                </a:cubicBezTo>
                <a:cubicBezTo>
                  <a:pt x="44945" y="9444"/>
                  <a:pt x="46515" y="9593"/>
                  <a:pt x="47852" y="9891"/>
                </a:cubicBezTo>
                <a:cubicBezTo>
                  <a:pt x="49189" y="10189"/>
                  <a:pt x="50347" y="10697"/>
                  <a:pt x="51325" y="11416"/>
                </a:cubicBezTo>
                <a:cubicBezTo>
                  <a:pt x="52288" y="12119"/>
                  <a:pt x="53021" y="13028"/>
                  <a:pt x="53525" y="14144"/>
                </a:cubicBezTo>
                <a:cubicBezTo>
                  <a:pt x="54030" y="15259"/>
                  <a:pt x="54282" y="16642"/>
                  <a:pt x="54282" y="18293"/>
                </a:cubicBezTo>
                <a:lnTo>
                  <a:pt x="54282" y="35668"/>
                </a:lnTo>
                <a:moveTo>
                  <a:pt x="49995" y="29397"/>
                </a:moveTo>
                <a:lnTo>
                  <a:pt x="49995" y="22235"/>
                </a:lnTo>
                <a:cubicBezTo>
                  <a:pt x="48681" y="22312"/>
                  <a:pt x="47134" y="22428"/>
                  <a:pt x="45353" y="22581"/>
                </a:cubicBezTo>
                <a:cubicBezTo>
                  <a:pt x="43573" y="22735"/>
                  <a:pt x="42163" y="22957"/>
                  <a:pt x="41124" y="23248"/>
                </a:cubicBezTo>
                <a:cubicBezTo>
                  <a:pt x="39886" y="23602"/>
                  <a:pt x="38885" y="24151"/>
                  <a:pt x="38121" y="24895"/>
                </a:cubicBezTo>
                <a:cubicBezTo>
                  <a:pt x="37357" y="25640"/>
                  <a:pt x="36975" y="26664"/>
                  <a:pt x="36975" y="27969"/>
                </a:cubicBezTo>
                <a:cubicBezTo>
                  <a:pt x="36975" y="29443"/>
                  <a:pt x="37418" y="30552"/>
                  <a:pt x="38305" y="31296"/>
                </a:cubicBezTo>
                <a:cubicBezTo>
                  <a:pt x="39191" y="32041"/>
                  <a:pt x="40543" y="32413"/>
                  <a:pt x="42362" y="32413"/>
                </a:cubicBezTo>
                <a:cubicBezTo>
                  <a:pt x="43875" y="32413"/>
                  <a:pt x="45258" y="32118"/>
                  <a:pt x="46511" y="31527"/>
                </a:cubicBezTo>
                <a:cubicBezTo>
                  <a:pt x="47764" y="30936"/>
                  <a:pt x="48926" y="30226"/>
                  <a:pt x="49995" y="29397"/>
                </a:cubicBezTo>
                <a:close/>
                <a:moveTo>
                  <a:pt x="78557" y="14717"/>
                </a:moveTo>
                <a:lnTo>
                  <a:pt x="78328" y="14717"/>
                </a:lnTo>
                <a:cubicBezTo>
                  <a:pt x="77686" y="14572"/>
                  <a:pt x="77064" y="14467"/>
                  <a:pt x="76460" y="14402"/>
                </a:cubicBezTo>
                <a:cubicBezTo>
                  <a:pt x="75856" y="14337"/>
                  <a:pt x="75142" y="14304"/>
                  <a:pt x="74317" y="14304"/>
                </a:cubicBezTo>
                <a:cubicBezTo>
                  <a:pt x="72987" y="14304"/>
                  <a:pt x="71703" y="14599"/>
                  <a:pt x="70465" y="15188"/>
                </a:cubicBezTo>
                <a:cubicBezTo>
                  <a:pt x="69228" y="15777"/>
                  <a:pt x="68036" y="16538"/>
                  <a:pt x="66889" y="17471"/>
                </a:cubicBezTo>
                <a:lnTo>
                  <a:pt x="66889" y="35668"/>
                </a:lnTo>
                <a:lnTo>
                  <a:pt x="62580" y="35668"/>
                </a:lnTo>
                <a:lnTo>
                  <a:pt x="62580" y="10040"/>
                </a:lnTo>
                <a:lnTo>
                  <a:pt x="66889" y="10040"/>
                </a:lnTo>
                <a:lnTo>
                  <a:pt x="66889" y="13826"/>
                </a:lnTo>
                <a:cubicBezTo>
                  <a:pt x="68601" y="12449"/>
                  <a:pt x="70110" y="11474"/>
                  <a:pt x="71417" y="10901"/>
                </a:cubicBezTo>
                <a:cubicBezTo>
                  <a:pt x="72723" y="10327"/>
                  <a:pt x="74057" y="10040"/>
                  <a:pt x="75417" y="10040"/>
                </a:cubicBezTo>
                <a:cubicBezTo>
                  <a:pt x="76166" y="10040"/>
                  <a:pt x="76708" y="10059"/>
                  <a:pt x="77044" y="10098"/>
                </a:cubicBezTo>
                <a:cubicBezTo>
                  <a:pt x="77381" y="10135"/>
                  <a:pt x="77885" y="10207"/>
                  <a:pt x="78557" y="10314"/>
                </a:cubicBezTo>
                <a:lnTo>
                  <a:pt x="78557" y="14717"/>
                </a:lnTo>
                <a:close/>
                <a:moveTo>
                  <a:pt x="104758" y="10040"/>
                </a:moveTo>
                <a:lnTo>
                  <a:pt x="89812" y="45113"/>
                </a:lnTo>
                <a:lnTo>
                  <a:pt x="85205" y="45113"/>
                </a:lnTo>
                <a:lnTo>
                  <a:pt x="89973" y="34423"/>
                </a:lnTo>
                <a:lnTo>
                  <a:pt x="79772" y="10040"/>
                </a:lnTo>
                <a:lnTo>
                  <a:pt x="84448" y="10040"/>
                </a:lnTo>
                <a:lnTo>
                  <a:pt x="92311" y="29021"/>
                </a:lnTo>
                <a:lnTo>
                  <a:pt x="100242" y="10040"/>
                </a:lnTo>
                <a:lnTo>
                  <a:pt x="104758" y="10040"/>
                </a:lnTo>
                <a:close/>
                <a:moveTo>
                  <a:pt x="132220" y="22866"/>
                </a:moveTo>
                <a:cubicBezTo>
                  <a:pt x="132220" y="27048"/>
                  <a:pt x="131150" y="30350"/>
                  <a:pt x="129011" y="32771"/>
                </a:cubicBezTo>
                <a:cubicBezTo>
                  <a:pt x="126871" y="35191"/>
                  <a:pt x="124006" y="36402"/>
                  <a:pt x="120415" y="36402"/>
                </a:cubicBezTo>
                <a:cubicBezTo>
                  <a:pt x="116793" y="36402"/>
                  <a:pt x="113916" y="35191"/>
                  <a:pt x="111784" y="32771"/>
                </a:cubicBezTo>
                <a:cubicBezTo>
                  <a:pt x="109652" y="30350"/>
                  <a:pt x="108586" y="27048"/>
                  <a:pt x="108586" y="22866"/>
                </a:cubicBezTo>
                <a:cubicBezTo>
                  <a:pt x="108586" y="18683"/>
                  <a:pt x="109652" y="15378"/>
                  <a:pt x="111784" y="12949"/>
                </a:cubicBezTo>
                <a:cubicBezTo>
                  <a:pt x="113916" y="10521"/>
                  <a:pt x="116793" y="9307"/>
                  <a:pt x="120415" y="9307"/>
                </a:cubicBezTo>
                <a:cubicBezTo>
                  <a:pt x="124006" y="9307"/>
                  <a:pt x="126871" y="10521"/>
                  <a:pt x="129011" y="12949"/>
                </a:cubicBezTo>
                <a:cubicBezTo>
                  <a:pt x="131150" y="15378"/>
                  <a:pt x="132220" y="18683"/>
                  <a:pt x="132220" y="22866"/>
                </a:cubicBezTo>
                <a:moveTo>
                  <a:pt x="127773" y="22866"/>
                </a:moveTo>
                <a:cubicBezTo>
                  <a:pt x="127773" y="19553"/>
                  <a:pt x="127124" y="17092"/>
                  <a:pt x="125825" y="15482"/>
                </a:cubicBezTo>
                <a:cubicBezTo>
                  <a:pt x="124526" y="13871"/>
                  <a:pt x="122722" y="13066"/>
                  <a:pt x="120415" y="13066"/>
                </a:cubicBezTo>
                <a:cubicBezTo>
                  <a:pt x="118077" y="13066"/>
                  <a:pt x="116262" y="13871"/>
                  <a:pt x="114971" y="15482"/>
                </a:cubicBezTo>
                <a:cubicBezTo>
                  <a:pt x="113679" y="17092"/>
                  <a:pt x="113034" y="19553"/>
                  <a:pt x="113034" y="22866"/>
                </a:cubicBezTo>
                <a:cubicBezTo>
                  <a:pt x="113034" y="26071"/>
                  <a:pt x="113683" y="28502"/>
                  <a:pt x="114982" y="30158"/>
                </a:cubicBezTo>
                <a:cubicBezTo>
                  <a:pt x="116281" y="31814"/>
                  <a:pt x="118092" y="32642"/>
                  <a:pt x="120415" y="32642"/>
                </a:cubicBezTo>
                <a:cubicBezTo>
                  <a:pt x="122707" y="32642"/>
                  <a:pt x="124507" y="31822"/>
                  <a:pt x="125813" y="30181"/>
                </a:cubicBezTo>
                <a:cubicBezTo>
                  <a:pt x="127120" y="28540"/>
                  <a:pt x="127773" y="26102"/>
                  <a:pt x="127773" y="22866"/>
                </a:cubicBezTo>
                <a:close/>
                <a:moveTo>
                  <a:pt x="161424" y="22533"/>
                </a:moveTo>
                <a:cubicBezTo>
                  <a:pt x="161424" y="24615"/>
                  <a:pt x="161126" y="26517"/>
                  <a:pt x="160530" y="28239"/>
                </a:cubicBezTo>
                <a:cubicBezTo>
                  <a:pt x="159934" y="29961"/>
                  <a:pt x="159094" y="31419"/>
                  <a:pt x="158009" y="32614"/>
                </a:cubicBezTo>
                <a:cubicBezTo>
                  <a:pt x="157000" y="33747"/>
                  <a:pt x="155812" y="34623"/>
                  <a:pt x="154444" y="35243"/>
                </a:cubicBezTo>
                <a:cubicBezTo>
                  <a:pt x="153076" y="35863"/>
                  <a:pt x="151629" y="36173"/>
                  <a:pt x="150100" y="36173"/>
                </a:cubicBezTo>
                <a:cubicBezTo>
                  <a:pt x="148771" y="36173"/>
                  <a:pt x="147567" y="36027"/>
                  <a:pt x="146490" y="35736"/>
                </a:cubicBezTo>
                <a:cubicBezTo>
                  <a:pt x="145413" y="35446"/>
                  <a:pt x="144316" y="34994"/>
                  <a:pt x="143200" y="34382"/>
                </a:cubicBezTo>
                <a:lnTo>
                  <a:pt x="143200" y="45113"/>
                </a:lnTo>
                <a:lnTo>
                  <a:pt x="138891" y="45113"/>
                </a:lnTo>
                <a:lnTo>
                  <a:pt x="138891" y="10040"/>
                </a:lnTo>
                <a:lnTo>
                  <a:pt x="143200" y="10040"/>
                </a:lnTo>
                <a:lnTo>
                  <a:pt x="143200" y="12705"/>
                </a:lnTo>
                <a:cubicBezTo>
                  <a:pt x="144347" y="11741"/>
                  <a:pt x="145634" y="10934"/>
                  <a:pt x="147063" y="10283"/>
                </a:cubicBezTo>
                <a:cubicBezTo>
                  <a:pt x="148492" y="9632"/>
                  <a:pt x="150016" y="9307"/>
                  <a:pt x="151636" y="9307"/>
                </a:cubicBezTo>
                <a:cubicBezTo>
                  <a:pt x="154723" y="9307"/>
                  <a:pt x="157126" y="10474"/>
                  <a:pt x="158845" y="12809"/>
                </a:cubicBezTo>
                <a:cubicBezTo>
                  <a:pt x="160565" y="15143"/>
                  <a:pt x="161424" y="18385"/>
                  <a:pt x="161424" y="22533"/>
                </a:cubicBezTo>
                <a:moveTo>
                  <a:pt x="156977" y="22648"/>
                </a:moveTo>
                <a:cubicBezTo>
                  <a:pt x="156977" y="19561"/>
                  <a:pt x="156450" y="17253"/>
                  <a:pt x="155396" y="15725"/>
                </a:cubicBezTo>
                <a:cubicBezTo>
                  <a:pt x="154341" y="14197"/>
                  <a:pt x="152721" y="13433"/>
                  <a:pt x="150536" y="13433"/>
                </a:cubicBezTo>
                <a:cubicBezTo>
                  <a:pt x="149298" y="13433"/>
                  <a:pt x="148053" y="13700"/>
                  <a:pt x="146799" y="14235"/>
                </a:cubicBezTo>
                <a:cubicBezTo>
                  <a:pt x="145546" y="14770"/>
                  <a:pt x="144347" y="15473"/>
                  <a:pt x="143200" y="16344"/>
                </a:cubicBezTo>
                <a:lnTo>
                  <a:pt x="143200" y="30854"/>
                </a:lnTo>
                <a:cubicBezTo>
                  <a:pt x="144423" y="31405"/>
                  <a:pt x="145474" y="31779"/>
                  <a:pt x="146352" y="31978"/>
                </a:cubicBezTo>
                <a:cubicBezTo>
                  <a:pt x="147231" y="32176"/>
                  <a:pt x="148228" y="32276"/>
                  <a:pt x="149344" y="32276"/>
                </a:cubicBezTo>
                <a:cubicBezTo>
                  <a:pt x="151743" y="32276"/>
                  <a:pt x="153615" y="31466"/>
                  <a:pt x="154960" y="29846"/>
                </a:cubicBezTo>
                <a:cubicBezTo>
                  <a:pt x="156305" y="28226"/>
                  <a:pt x="156977" y="25827"/>
                  <a:pt x="156977" y="22648"/>
                </a:cubicBezTo>
                <a:close/>
                <a:moveTo>
                  <a:pt x="189550" y="35668"/>
                </a:moveTo>
                <a:lnTo>
                  <a:pt x="185241" y="35668"/>
                </a:lnTo>
                <a:lnTo>
                  <a:pt x="185241" y="21074"/>
                </a:lnTo>
                <a:cubicBezTo>
                  <a:pt x="185241" y="19896"/>
                  <a:pt x="185172" y="18791"/>
                  <a:pt x="185035" y="17758"/>
                </a:cubicBezTo>
                <a:cubicBezTo>
                  <a:pt x="184897" y="16726"/>
                  <a:pt x="184645" y="15919"/>
                  <a:pt x="184278" y="15338"/>
                </a:cubicBezTo>
                <a:cubicBezTo>
                  <a:pt x="183896" y="14695"/>
                  <a:pt x="183346" y="14217"/>
                  <a:pt x="182628" y="13904"/>
                </a:cubicBezTo>
                <a:cubicBezTo>
                  <a:pt x="181909" y="13590"/>
                  <a:pt x="180977" y="13433"/>
                  <a:pt x="179831" y="13433"/>
                </a:cubicBezTo>
                <a:cubicBezTo>
                  <a:pt x="178654" y="13433"/>
                  <a:pt x="177424" y="13724"/>
                  <a:pt x="176140" y="14305"/>
                </a:cubicBezTo>
                <a:cubicBezTo>
                  <a:pt x="174857" y="14887"/>
                  <a:pt x="173627" y="15628"/>
                  <a:pt x="172450" y="16530"/>
                </a:cubicBezTo>
                <a:lnTo>
                  <a:pt x="172450" y="35668"/>
                </a:lnTo>
                <a:lnTo>
                  <a:pt x="168140" y="35668"/>
                </a:lnTo>
                <a:lnTo>
                  <a:pt x="168140" y="0"/>
                </a:lnTo>
                <a:lnTo>
                  <a:pt x="172450" y="0"/>
                </a:lnTo>
                <a:lnTo>
                  <a:pt x="172450" y="12866"/>
                </a:lnTo>
                <a:cubicBezTo>
                  <a:pt x="173795" y="11749"/>
                  <a:pt x="175185" y="10876"/>
                  <a:pt x="176622" y="10249"/>
                </a:cubicBezTo>
                <a:cubicBezTo>
                  <a:pt x="178058" y="9621"/>
                  <a:pt x="179533" y="9307"/>
                  <a:pt x="181046" y="9307"/>
                </a:cubicBezTo>
                <a:cubicBezTo>
                  <a:pt x="183812" y="9307"/>
                  <a:pt x="185921" y="10141"/>
                  <a:pt x="187373" y="11810"/>
                </a:cubicBezTo>
                <a:cubicBezTo>
                  <a:pt x="188825" y="13478"/>
                  <a:pt x="189550" y="15882"/>
                  <a:pt x="189550" y="19020"/>
                </a:cubicBezTo>
                <a:lnTo>
                  <a:pt x="189550" y="35668"/>
                </a:lnTo>
                <a:close/>
                <a:moveTo>
                  <a:pt x="219992" y="10040"/>
                </a:moveTo>
                <a:lnTo>
                  <a:pt x="205046" y="45113"/>
                </a:lnTo>
                <a:lnTo>
                  <a:pt x="200439" y="45113"/>
                </a:lnTo>
                <a:lnTo>
                  <a:pt x="205207" y="34423"/>
                </a:lnTo>
                <a:lnTo>
                  <a:pt x="195006" y="10040"/>
                </a:lnTo>
                <a:lnTo>
                  <a:pt x="199682" y="10040"/>
                </a:lnTo>
                <a:lnTo>
                  <a:pt x="207545" y="29021"/>
                </a:lnTo>
                <a:lnTo>
                  <a:pt x="215476" y="10040"/>
                </a:lnTo>
                <a:lnTo>
                  <a:pt x="219992" y="10040"/>
                </a:lnTo>
                <a:close/>
                <a:moveTo>
                  <a:pt x="229987" y="35668"/>
                </a:moveTo>
                <a:lnTo>
                  <a:pt x="225677" y="35668"/>
                </a:lnTo>
                <a:lnTo>
                  <a:pt x="225677" y="0"/>
                </a:lnTo>
                <a:lnTo>
                  <a:pt x="229987" y="0"/>
                </a:lnTo>
                <a:lnTo>
                  <a:pt x="229987" y="35668"/>
                </a:lnTo>
                <a:close/>
                <a:moveTo>
                  <a:pt x="242869" y="35668"/>
                </a:moveTo>
                <a:lnTo>
                  <a:pt x="238560" y="35668"/>
                </a:lnTo>
                <a:lnTo>
                  <a:pt x="238560" y="0"/>
                </a:lnTo>
                <a:lnTo>
                  <a:pt x="242869" y="0"/>
                </a:lnTo>
                <a:lnTo>
                  <a:pt x="242869" y="35668"/>
                </a:lnTo>
                <a:close/>
                <a:moveTo>
                  <a:pt x="271294" y="35668"/>
                </a:moveTo>
                <a:lnTo>
                  <a:pt x="267008" y="35668"/>
                </a:lnTo>
                <a:lnTo>
                  <a:pt x="267008" y="32959"/>
                </a:lnTo>
                <a:cubicBezTo>
                  <a:pt x="266626" y="33219"/>
                  <a:pt x="266110" y="33583"/>
                  <a:pt x="265460" y="34049"/>
                </a:cubicBezTo>
                <a:cubicBezTo>
                  <a:pt x="264811" y="34516"/>
                  <a:pt x="264180" y="34887"/>
                  <a:pt x="263569" y="35163"/>
                </a:cubicBezTo>
                <a:cubicBezTo>
                  <a:pt x="262851" y="35515"/>
                  <a:pt x="262026" y="35809"/>
                  <a:pt x="261093" y="36046"/>
                </a:cubicBezTo>
                <a:cubicBezTo>
                  <a:pt x="260161" y="36283"/>
                  <a:pt x="259069" y="36402"/>
                  <a:pt x="257815" y="36402"/>
                </a:cubicBezTo>
                <a:cubicBezTo>
                  <a:pt x="255508" y="36402"/>
                  <a:pt x="253552" y="35637"/>
                  <a:pt x="251947" y="34107"/>
                </a:cubicBezTo>
                <a:cubicBezTo>
                  <a:pt x="250343" y="32577"/>
                  <a:pt x="249540" y="30625"/>
                  <a:pt x="249540" y="28253"/>
                </a:cubicBezTo>
                <a:cubicBezTo>
                  <a:pt x="249540" y="26310"/>
                  <a:pt x="249957" y="24738"/>
                  <a:pt x="250790" y="23537"/>
                </a:cubicBezTo>
                <a:cubicBezTo>
                  <a:pt x="251622" y="22335"/>
                  <a:pt x="252811" y="21391"/>
                  <a:pt x="254354" y="20702"/>
                </a:cubicBezTo>
                <a:cubicBezTo>
                  <a:pt x="255913" y="20014"/>
                  <a:pt x="257785" y="19547"/>
                  <a:pt x="259970" y="19302"/>
                </a:cubicBezTo>
                <a:cubicBezTo>
                  <a:pt x="262156" y="19057"/>
                  <a:pt x="264501" y="18873"/>
                  <a:pt x="267008" y="18751"/>
                </a:cubicBezTo>
                <a:lnTo>
                  <a:pt x="267008" y="18081"/>
                </a:lnTo>
                <a:cubicBezTo>
                  <a:pt x="267008" y="17094"/>
                  <a:pt x="266836" y="16278"/>
                  <a:pt x="266492" y="15631"/>
                </a:cubicBezTo>
                <a:cubicBezTo>
                  <a:pt x="266148" y="14984"/>
                  <a:pt x="265655" y="14475"/>
                  <a:pt x="265013" y="14105"/>
                </a:cubicBezTo>
                <a:cubicBezTo>
                  <a:pt x="264402" y="13751"/>
                  <a:pt x="263668" y="13512"/>
                  <a:pt x="262813" y="13389"/>
                </a:cubicBezTo>
                <a:cubicBezTo>
                  <a:pt x="261957" y="13265"/>
                  <a:pt x="261063" y="13204"/>
                  <a:pt x="260131" y="13204"/>
                </a:cubicBezTo>
                <a:cubicBezTo>
                  <a:pt x="259000" y="13204"/>
                  <a:pt x="257739" y="13357"/>
                  <a:pt x="256348" y="13663"/>
                </a:cubicBezTo>
                <a:cubicBezTo>
                  <a:pt x="254958" y="13969"/>
                  <a:pt x="253521" y="14411"/>
                  <a:pt x="252039" y="14992"/>
                </a:cubicBezTo>
                <a:lnTo>
                  <a:pt x="251810" y="14992"/>
                </a:lnTo>
                <a:lnTo>
                  <a:pt x="251810" y="10613"/>
                </a:lnTo>
                <a:cubicBezTo>
                  <a:pt x="252650" y="10384"/>
                  <a:pt x="253865" y="10132"/>
                  <a:pt x="255454" y="9857"/>
                </a:cubicBezTo>
                <a:cubicBezTo>
                  <a:pt x="257044" y="9582"/>
                  <a:pt x="258610" y="9444"/>
                  <a:pt x="260154" y="9444"/>
                </a:cubicBezTo>
                <a:cubicBezTo>
                  <a:pt x="261957" y="9444"/>
                  <a:pt x="263527" y="9593"/>
                  <a:pt x="264864" y="9891"/>
                </a:cubicBezTo>
                <a:cubicBezTo>
                  <a:pt x="266201" y="10189"/>
                  <a:pt x="267359" y="10697"/>
                  <a:pt x="268337" y="11416"/>
                </a:cubicBezTo>
                <a:cubicBezTo>
                  <a:pt x="269300" y="12119"/>
                  <a:pt x="270033" y="13028"/>
                  <a:pt x="270538" y="14144"/>
                </a:cubicBezTo>
                <a:cubicBezTo>
                  <a:pt x="271042" y="15259"/>
                  <a:pt x="271294" y="16642"/>
                  <a:pt x="271294" y="18293"/>
                </a:cubicBezTo>
                <a:lnTo>
                  <a:pt x="271294" y="35668"/>
                </a:lnTo>
                <a:moveTo>
                  <a:pt x="267008" y="29397"/>
                </a:moveTo>
                <a:lnTo>
                  <a:pt x="267008" y="22235"/>
                </a:lnTo>
                <a:cubicBezTo>
                  <a:pt x="265693" y="22312"/>
                  <a:pt x="264146" y="22428"/>
                  <a:pt x="262366" y="22581"/>
                </a:cubicBezTo>
                <a:cubicBezTo>
                  <a:pt x="260585" y="22735"/>
                  <a:pt x="259176" y="22957"/>
                  <a:pt x="258136" y="23248"/>
                </a:cubicBezTo>
                <a:cubicBezTo>
                  <a:pt x="256899" y="23602"/>
                  <a:pt x="255898" y="24151"/>
                  <a:pt x="255133" y="24895"/>
                </a:cubicBezTo>
                <a:cubicBezTo>
                  <a:pt x="254369" y="25640"/>
                  <a:pt x="253987" y="26664"/>
                  <a:pt x="253987" y="27969"/>
                </a:cubicBezTo>
                <a:cubicBezTo>
                  <a:pt x="253987" y="29443"/>
                  <a:pt x="254430" y="30552"/>
                  <a:pt x="255317" y="31296"/>
                </a:cubicBezTo>
                <a:cubicBezTo>
                  <a:pt x="256203" y="32041"/>
                  <a:pt x="257556" y="32413"/>
                  <a:pt x="259374" y="32413"/>
                </a:cubicBezTo>
                <a:cubicBezTo>
                  <a:pt x="260887" y="32413"/>
                  <a:pt x="262270" y="32118"/>
                  <a:pt x="263523" y="31527"/>
                </a:cubicBezTo>
                <a:cubicBezTo>
                  <a:pt x="264776" y="30936"/>
                  <a:pt x="265938" y="30226"/>
                  <a:pt x="267008" y="29397"/>
                </a:cubicBezTo>
                <a:close/>
                <a:moveTo>
                  <a:pt x="283948" y="35668"/>
                </a:moveTo>
                <a:lnTo>
                  <a:pt x="279638" y="35668"/>
                </a:lnTo>
                <a:lnTo>
                  <a:pt x="279638" y="0"/>
                </a:lnTo>
                <a:lnTo>
                  <a:pt x="283948" y="0"/>
                </a:lnTo>
                <a:lnTo>
                  <a:pt x="283948" y="35668"/>
                </a:lnTo>
                <a:close/>
                <a:moveTo>
                  <a:pt x="313908" y="23290"/>
                </a:moveTo>
                <a:lnTo>
                  <a:pt x="295042" y="23290"/>
                </a:lnTo>
                <a:cubicBezTo>
                  <a:pt x="295042" y="24868"/>
                  <a:pt x="295279" y="26243"/>
                  <a:pt x="295753" y="27415"/>
                </a:cubicBezTo>
                <a:cubicBezTo>
                  <a:pt x="296227" y="28587"/>
                  <a:pt x="296876" y="29548"/>
                  <a:pt x="297701" y="30299"/>
                </a:cubicBezTo>
                <a:cubicBezTo>
                  <a:pt x="298496" y="31034"/>
                  <a:pt x="299440" y="31586"/>
                  <a:pt x="300532" y="31953"/>
                </a:cubicBezTo>
                <a:cubicBezTo>
                  <a:pt x="301625" y="32321"/>
                  <a:pt x="302829" y="32505"/>
                  <a:pt x="304143" y="32505"/>
                </a:cubicBezTo>
                <a:cubicBezTo>
                  <a:pt x="305885" y="32505"/>
                  <a:pt x="307639" y="32155"/>
                  <a:pt x="309404" y="31454"/>
                </a:cubicBezTo>
                <a:cubicBezTo>
                  <a:pt x="311169" y="30753"/>
                  <a:pt x="312426" y="30065"/>
                  <a:pt x="313175" y="29387"/>
                </a:cubicBezTo>
                <a:lnTo>
                  <a:pt x="313404" y="29387"/>
                </a:lnTo>
                <a:lnTo>
                  <a:pt x="313404" y="34102"/>
                </a:lnTo>
                <a:cubicBezTo>
                  <a:pt x="311952" y="34716"/>
                  <a:pt x="310470" y="35229"/>
                  <a:pt x="308957" y="35643"/>
                </a:cubicBezTo>
                <a:cubicBezTo>
                  <a:pt x="307444" y="36057"/>
                  <a:pt x="305854" y="36264"/>
                  <a:pt x="304189" y="36264"/>
                </a:cubicBezTo>
                <a:cubicBezTo>
                  <a:pt x="299940" y="36264"/>
                  <a:pt x="296624" y="35112"/>
                  <a:pt x="294240" y="32809"/>
                </a:cubicBezTo>
                <a:cubicBezTo>
                  <a:pt x="291856" y="30505"/>
                  <a:pt x="290664" y="27233"/>
                  <a:pt x="290664" y="22992"/>
                </a:cubicBezTo>
                <a:cubicBezTo>
                  <a:pt x="290664" y="18798"/>
                  <a:pt x="291806" y="15469"/>
                  <a:pt x="294091" y="13004"/>
                </a:cubicBezTo>
                <a:cubicBezTo>
                  <a:pt x="296376" y="10539"/>
                  <a:pt x="299382" y="9307"/>
                  <a:pt x="303111" y="9307"/>
                </a:cubicBezTo>
                <a:cubicBezTo>
                  <a:pt x="306565" y="9307"/>
                  <a:pt x="309228" y="10317"/>
                  <a:pt x="311100" y="12338"/>
                </a:cubicBezTo>
                <a:cubicBezTo>
                  <a:pt x="312972" y="14358"/>
                  <a:pt x="313908" y="17228"/>
                  <a:pt x="313908" y="20948"/>
                </a:cubicBezTo>
                <a:lnTo>
                  <a:pt x="313908" y="23290"/>
                </a:lnTo>
                <a:moveTo>
                  <a:pt x="309713" y="19989"/>
                </a:moveTo>
                <a:cubicBezTo>
                  <a:pt x="309698" y="17727"/>
                  <a:pt x="309129" y="15977"/>
                  <a:pt x="308005" y="14740"/>
                </a:cubicBezTo>
                <a:cubicBezTo>
                  <a:pt x="306882" y="13502"/>
                  <a:pt x="305174" y="12883"/>
                  <a:pt x="302882" y="12883"/>
                </a:cubicBezTo>
                <a:cubicBezTo>
                  <a:pt x="300574" y="12883"/>
                  <a:pt x="298737" y="13563"/>
                  <a:pt x="297369" y="14923"/>
                </a:cubicBezTo>
                <a:cubicBezTo>
                  <a:pt x="296001" y="16283"/>
                  <a:pt x="295226" y="17972"/>
                  <a:pt x="295042" y="19989"/>
                </a:cubicBezTo>
                <a:lnTo>
                  <a:pt x="309713" y="19989"/>
                </a:lnTo>
                <a:close/>
                <a:moveTo>
                  <a:pt x="338733" y="28271"/>
                </a:moveTo>
                <a:cubicBezTo>
                  <a:pt x="338733" y="30608"/>
                  <a:pt x="337767" y="32524"/>
                  <a:pt x="335834" y="34020"/>
                </a:cubicBezTo>
                <a:cubicBezTo>
                  <a:pt x="333900" y="35516"/>
                  <a:pt x="331260" y="36264"/>
                  <a:pt x="327914" y="36264"/>
                </a:cubicBezTo>
                <a:cubicBezTo>
                  <a:pt x="326019" y="36264"/>
                  <a:pt x="324280" y="36038"/>
                  <a:pt x="322699" y="35586"/>
                </a:cubicBezTo>
                <a:cubicBezTo>
                  <a:pt x="321117" y="35134"/>
                  <a:pt x="319791" y="34639"/>
                  <a:pt x="318722" y="34102"/>
                </a:cubicBezTo>
                <a:lnTo>
                  <a:pt x="318722" y="29250"/>
                </a:lnTo>
                <a:lnTo>
                  <a:pt x="318951" y="29250"/>
                </a:lnTo>
                <a:cubicBezTo>
                  <a:pt x="320311" y="30288"/>
                  <a:pt x="321824" y="31113"/>
                  <a:pt x="323490" y="31725"/>
                </a:cubicBezTo>
                <a:cubicBezTo>
                  <a:pt x="325155" y="32337"/>
                  <a:pt x="326752" y="32642"/>
                  <a:pt x="328280" y="32642"/>
                </a:cubicBezTo>
                <a:cubicBezTo>
                  <a:pt x="330175" y="32642"/>
                  <a:pt x="331658" y="32336"/>
                  <a:pt x="332728" y="31722"/>
                </a:cubicBezTo>
                <a:cubicBezTo>
                  <a:pt x="333797" y="31108"/>
                  <a:pt x="334332" y="30141"/>
                  <a:pt x="334332" y="28821"/>
                </a:cubicBezTo>
                <a:cubicBezTo>
                  <a:pt x="334332" y="27813"/>
                  <a:pt x="334042" y="27050"/>
                  <a:pt x="333461" y="26531"/>
                </a:cubicBezTo>
                <a:cubicBezTo>
                  <a:pt x="332880" y="26011"/>
                  <a:pt x="331765" y="25569"/>
                  <a:pt x="330114" y="25202"/>
                </a:cubicBezTo>
                <a:cubicBezTo>
                  <a:pt x="329503" y="25065"/>
                  <a:pt x="328705" y="24904"/>
                  <a:pt x="327719" y="24721"/>
                </a:cubicBezTo>
                <a:cubicBezTo>
                  <a:pt x="326733" y="24538"/>
                  <a:pt x="325835" y="24339"/>
                  <a:pt x="325025" y="24126"/>
                </a:cubicBezTo>
                <a:cubicBezTo>
                  <a:pt x="322779" y="23530"/>
                  <a:pt x="321186" y="22656"/>
                  <a:pt x="320246" y="21503"/>
                </a:cubicBezTo>
                <a:cubicBezTo>
                  <a:pt x="319306" y="20350"/>
                  <a:pt x="318836" y="18934"/>
                  <a:pt x="318836" y="17255"/>
                </a:cubicBezTo>
                <a:cubicBezTo>
                  <a:pt x="318836" y="16201"/>
                  <a:pt x="319054" y="15209"/>
                  <a:pt x="319489" y="14278"/>
                </a:cubicBezTo>
                <a:cubicBezTo>
                  <a:pt x="319925" y="13346"/>
                  <a:pt x="320586" y="12513"/>
                  <a:pt x="321472" y="11780"/>
                </a:cubicBezTo>
                <a:cubicBezTo>
                  <a:pt x="322328" y="11063"/>
                  <a:pt x="323417" y="10494"/>
                  <a:pt x="324739" y="10075"/>
                </a:cubicBezTo>
                <a:cubicBezTo>
                  <a:pt x="326061" y="9654"/>
                  <a:pt x="327539" y="9444"/>
                  <a:pt x="329174" y="9444"/>
                </a:cubicBezTo>
                <a:cubicBezTo>
                  <a:pt x="330703" y="9444"/>
                  <a:pt x="332250" y="9631"/>
                  <a:pt x="333816" y="10004"/>
                </a:cubicBezTo>
                <a:cubicBezTo>
                  <a:pt x="335383" y="10377"/>
                  <a:pt x="336686" y="10830"/>
                  <a:pt x="337725" y="11363"/>
                </a:cubicBezTo>
                <a:lnTo>
                  <a:pt x="337725" y="15954"/>
                </a:lnTo>
                <a:lnTo>
                  <a:pt x="337496" y="15954"/>
                </a:lnTo>
                <a:cubicBezTo>
                  <a:pt x="336395" y="15145"/>
                  <a:pt x="335058" y="14461"/>
                  <a:pt x="333484" y="13903"/>
                </a:cubicBezTo>
                <a:cubicBezTo>
                  <a:pt x="331910" y="13345"/>
                  <a:pt x="330366" y="13066"/>
                  <a:pt x="328854" y="13066"/>
                </a:cubicBezTo>
                <a:cubicBezTo>
                  <a:pt x="327279" y="13066"/>
                  <a:pt x="325950" y="13369"/>
                  <a:pt x="324865" y="13976"/>
                </a:cubicBezTo>
                <a:cubicBezTo>
                  <a:pt x="323780" y="14582"/>
                  <a:pt x="323237" y="15484"/>
                  <a:pt x="323237" y="16682"/>
                </a:cubicBezTo>
                <a:cubicBezTo>
                  <a:pt x="323237" y="17735"/>
                  <a:pt x="323566" y="18529"/>
                  <a:pt x="324223" y="19063"/>
                </a:cubicBezTo>
                <a:cubicBezTo>
                  <a:pt x="324865" y="19598"/>
                  <a:pt x="325904" y="20033"/>
                  <a:pt x="327341" y="20369"/>
                </a:cubicBezTo>
                <a:cubicBezTo>
                  <a:pt x="328135" y="20553"/>
                  <a:pt x="329025" y="20736"/>
                  <a:pt x="330011" y="20919"/>
                </a:cubicBezTo>
                <a:cubicBezTo>
                  <a:pt x="330997" y="21102"/>
                  <a:pt x="331818" y="21270"/>
                  <a:pt x="332475" y="21423"/>
                </a:cubicBezTo>
                <a:cubicBezTo>
                  <a:pt x="334477" y="21881"/>
                  <a:pt x="336021" y="22667"/>
                  <a:pt x="337106" y="23782"/>
                </a:cubicBezTo>
                <a:cubicBezTo>
                  <a:pt x="338191" y="24912"/>
                  <a:pt x="338733" y="26408"/>
                  <a:pt x="338733" y="28271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2A321E-8E29-4BD8-A7B3-20FC0A16B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87" y="1237726"/>
            <a:ext cx="501148" cy="545222"/>
          </a:xfrm>
          <a:custGeom xmlns:a="http://schemas.openxmlformats.org/drawingml/2006/main">
            <a:pathLst>
              <a:path w="501148" h="545222">
                <a:moveTo>
                  <a:pt x="0" y="0"/>
                </a:moveTo>
                <a:lnTo>
                  <a:pt x="501148" y="0"/>
                </a:lnTo>
                <a:lnTo>
                  <a:pt x="501148" y="545222"/>
                </a:lnTo>
                <a:lnTo>
                  <a:pt x="0" y="5452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E140BD-F2FD-48BD-81F7-EEA488715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87" y="1237727"/>
            <a:ext cx="501149" cy="545222"/>
          </a:xfrm>
          <a:custGeom xmlns:a="http://schemas.openxmlformats.org/drawingml/2006/main">
            <a:pathLst>
              <a:path w="501149" h="545222" fill="none">
                <a:moveTo>
                  <a:pt x="0" y="0"/>
                </a:moveTo>
                <a:lnTo>
                  <a:pt x="501149" y="0"/>
                </a:lnTo>
                <a:lnTo>
                  <a:pt x="501149" y="545222"/>
                </a:lnTo>
                <a:lnTo>
                  <a:pt x="0" y="5452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72" name="Text Fabales">
            <a:extLst xmlns:a="http://schemas.openxmlformats.org/drawingml/2006/main">
              <a:ext uri="{FF2B5EF4-FFF2-40B4-BE49-F238E27FC236}">
                <a16:creationId xmlns:a16="http://schemas.microsoft.com/office/drawing/2014/main" id="{6AD8FD24-78DF-4337-807F-4886BFE2E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907" y="1283485"/>
            <a:ext cx="352421" cy="74839"/>
          </a:xfrm>
          <a:custGeom xmlns:a="http://schemas.openxmlformats.org/drawingml/2006/main">
            <a:pathLst>
              <a:path w="352421" h="74839">
                <a:moveTo>
                  <a:pt x="44819" y="11405"/>
                </a:moveTo>
                <a:lnTo>
                  <a:pt x="9331" y="11405"/>
                </a:lnTo>
                <a:lnTo>
                  <a:pt x="9331" y="31199"/>
                </a:lnTo>
                <a:lnTo>
                  <a:pt x="39823" y="31199"/>
                </a:lnTo>
                <a:lnTo>
                  <a:pt x="39823" y="39493"/>
                </a:lnTo>
                <a:lnTo>
                  <a:pt x="9331" y="39493"/>
                </a:lnTo>
                <a:lnTo>
                  <a:pt x="9331" y="73331"/>
                </a:lnTo>
                <a:lnTo>
                  <a:pt x="0" y="73331"/>
                </a:lnTo>
                <a:lnTo>
                  <a:pt x="0" y="3110"/>
                </a:lnTo>
                <a:lnTo>
                  <a:pt x="44819" y="3110"/>
                </a:lnTo>
                <a:lnTo>
                  <a:pt x="44819" y="11405"/>
                </a:lnTo>
                <a:close/>
                <a:moveTo>
                  <a:pt x="95669" y="73331"/>
                </a:moveTo>
                <a:lnTo>
                  <a:pt x="86856" y="73331"/>
                </a:lnTo>
                <a:lnTo>
                  <a:pt x="86856" y="67761"/>
                </a:lnTo>
                <a:cubicBezTo>
                  <a:pt x="86071" y="68296"/>
                  <a:pt x="85011" y="69043"/>
                  <a:pt x="83675" y="70002"/>
                </a:cubicBezTo>
                <a:cubicBezTo>
                  <a:pt x="82340" y="70962"/>
                  <a:pt x="81044" y="71725"/>
                  <a:pt x="79787" y="72291"/>
                </a:cubicBezTo>
                <a:cubicBezTo>
                  <a:pt x="78310" y="73015"/>
                  <a:pt x="76614" y="73620"/>
                  <a:pt x="74697" y="74107"/>
                </a:cubicBezTo>
                <a:cubicBezTo>
                  <a:pt x="72781" y="74595"/>
                  <a:pt x="70534" y="74839"/>
                  <a:pt x="67958" y="74839"/>
                </a:cubicBezTo>
                <a:cubicBezTo>
                  <a:pt x="63214" y="74839"/>
                  <a:pt x="59192" y="73266"/>
                  <a:pt x="55893" y="70120"/>
                </a:cubicBezTo>
                <a:cubicBezTo>
                  <a:pt x="52594" y="66975"/>
                  <a:pt x="50945" y="62963"/>
                  <a:pt x="50945" y="58086"/>
                </a:cubicBezTo>
                <a:cubicBezTo>
                  <a:pt x="50945" y="54091"/>
                  <a:pt x="51801" y="50859"/>
                  <a:pt x="53513" y="48390"/>
                </a:cubicBezTo>
                <a:cubicBezTo>
                  <a:pt x="55226" y="45920"/>
                  <a:pt x="57669" y="43977"/>
                  <a:pt x="60842" y="42562"/>
                </a:cubicBezTo>
                <a:cubicBezTo>
                  <a:pt x="64046" y="41147"/>
                  <a:pt x="67895" y="40187"/>
                  <a:pt x="72388" y="39683"/>
                </a:cubicBezTo>
                <a:cubicBezTo>
                  <a:pt x="76881" y="39179"/>
                  <a:pt x="81704" y="38802"/>
                  <a:pt x="86856" y="38551"/>
                </a:cubicBezTo>
                <a:lnTo>
                  <a:pt x="86856" y="37172"/>
                </a:lnTo>
                <a:cubicBezTo>
                  <a:pt x="86856" y="35145"/>
                  <a:pt x="86503" y="33466"/>
                  <a:pt x="85796" y="32135"/>
                </a:cubicBezTo>
                <a:cubicBezTo>
                  <a:pt x="85089" y="30805"/>
                  <a:pt x="84076" y="29759"/>
                  <a:pt x="82756" y="28998"/>
                </a:cubicBezTo>
                <a:cubicBezTo>
                  <a:pt x="81499" y="28270"/>
                  <a:pt x="79991" y="27779"/>
                  <a:pt x="78232" y="27526"/>
                </a:cubicBezTo>
                <a:cubicBezTo>
                  <a:pt x="76473" y="27272"/>
                  <a:pt x="74635" y="27146"/>
                  <a:pt x="72718" y="27146"/>
                </a:cubicBezTo>
                <a:cubicBezTo>
                  <a:pt x="70393" y="27146"/>
                  <a:pt x="67801" y="27460"/>
                  <a:pt x="64942" y="28090"/>
                </a:cubicBezTo>
                <a:cubicBezTo>
                  <a:pt x="62083" y="28718"/>
                  <a:pt x="59129" y="29629"/>
                  <a:pt x="56082" y="30822"/>
                </a:cubicBezTo>
                <a:lnTo>
                  <a:pt x="55611" y="30822"/>
                </a:lnTo>
                <a:lnTo>
                  <a:pt x="55611" y="21820"/>
                </a:lnTo>
                <a:cubicBezTo>
                  <a:pt x="57339" y="21349"/>
                  <a:pt x="59836" y="20830"/>
                  <a:pt x="63104" y="20265"/>
                </a:cubicBezTo>
                <a:cubicBezTo>
                  <a:pt x="66371" y="19699"/>
                  <a:pt x="69592" y="19417"/>
                  <a:pt x="72765" y="19417"/>
                </a:cubicBezTo>
                <a:cubicBezTo>
                  <a:pt x="76473" y="19417"/>
                  <a:pt x="79701" y="19723"/>
                  <a:pt x="82450" y="20336"/>
                </a:cubicBezTo>
                <a:cubicBezTo>
                  <a:pt x="85199" y="20948"/>
                  <a:pt x="87579" y="21993"/>
                  <a:pt x="89590" y="23470"/>
                </a:cubicBezTo>
                <a:cubicBezTo>
                  <a:pt x="91569" y="24915"/>
                  <a:pt x="93077" y="26784"/>
                  <a:pt x="94114" y="29078"/>
                </a:cubicBezTo>
                <a:cubicBezTo>
                  <a:pt x="95151" y="31371"/>
                  <a:pt x="95669" y="34215"/>
                  <a:pt x="95669" y="37608"/>
                </a:cubicBezTo>
                <a:lnTo>
                  <a:pt x="95669" y="73331"/>
                </a:lnTo>
                <a:moveTo>
                  <a:pt x="86856" y="60437"/>
                </a:moveTo>
                <a:lnTo>
                  <a:pt x="86856" y="45714"/>
                </a:lnTo>
                <a:cubicBezTo>
                  <a:pt x="84154" y="45872"/>
                  <a:pt x="80973" y="46109"/>
                  <a:pt x="77313" y="46425"/>
                </a:cubicBezTo>
                <a:cubicBezTo>
                  <a:pt x="73653" y="46740"/>
                  <a:pt x="70754" y="47198"/>
                  <a:pt x="68618" y="47796"/>
                </a:cubicBezTo>
                <a:cubicBezTo>
                  <a:pt x="66073" y="48523"/>
                  <a:pt x="64015" y="49652"/>
                  <a:pt x="62444" y="51182"/>
                </a:cubicBezTo>
                <a:cubicBezTo>
                  <a:pt x="60873" y="52713"/>
                  <a:pt x="60088" y="54819"/>
                  <a:pt x="60088" y="57502"/>
                </a:cubicBezTo>
                <a:cubicBezTo>
                  <a:pt x="60088" y="60532"/>
                  <a:pt x="60999" y="62812"/>
                  <a:pt x="62821" y="64343"/>
                </a:cubicBezTo>
                <a:cubicBezTo>
                  <a:pt x="64643" y="65873"/>
                  <a:pt x="67424" y="66639"/>
                  <a:pt x="71163" y="66639"/>
                </a:cubicBezTo>
                <a:cubicBezTo>
                  <a:pt x="74273" y="66639"/>
                  <a:pt x="77117" y="66031"/>
                  <a:pt x="79693" y="64817"/>
                </a:cubicBezTo>
                <a:cubicBezTo>
                  <a:pt x="82269" y="63601"/>
                  <a:pt x="84657" y="62141"/>
                  <a:pt x="86856" y="60437"/>
                </a:cubicBezTo>
                <a:close/>
                <a:moveTo>
                  <a:pt x="159056" y="46584"/>
                </a:moveTo>
                <a:cubicBezTo>
                  <a:pt x="159056" y="50995"/>
                  <a:pt x="158436" y="54964"/>
                  <a:pt x="157195" y="58492"/>
                </a:cubicBezTo>
                <a:cubicBezTo>
                  <a:pt x="155954" y="62019"/>
                  <a:pt x="154281" y="64980"/>
                  <a:pt x="152176" y="67374"/>
                </a:cubicBezTo>
                <a:cubicBezTo>
                  <a:pt x="149945" y="69863"/>
                  <a:pt x="147494" y="71729"/>
                  <a:pt x="144824" y="72973"/>
                </a:cubicBezTo>
                <a:cubicBezTo>
                  <a:pt x="142153" y="74217"/>
                  <a:pt x="139215" y="74839"/>
                  <a:pt x="136011" y="74839"/>
                </a:cubicBezTo>
                <a:cubicBezTo>
                  <a:pt x="133026" y="74839"/>
                  <a:pt x="130418" y="74485"/>
                  <a:pt x="128187" y="73776"/>
                </a:cubicBezTo>
                <a:cubicBezTo>
                  <a:pt x="125957" y="73067"/>
                  <a:pt x="123757" y="72114"/>
                  <a:pt x="121590" y="70917"/>
                </a:cubicBezTo>
                <a:lnTo>
                  <a:pt x="121024" y="73331"/>
                </a:lnTo>
                <a:lnTo>
                  <a:pt x="112730" y="73331"/>
                </a:lnTo>
                <a:lnTo>
                  <a:pt x="112730" y="0"/>
                </a:lnTo>
                <a:lnTo>
                  <a:pt x="121590" y="0"/>
                </a:lnTo>
                <a:lnTo>
                  <a:pt x="121590" y="26126"/>
                </a:lnTo>
                <a:cubicBezTo>
                  <a:pt x="124072" y="24079"/>
                  <a:pt x="126711" y="22402"/>
                  <a:pt x="129507" y="21096"/>
                </a:cubicBezTo>
                <a:cubicBezTo>
                  <a:pt x="132303" y="19788"/>
                  <a:pt x="135445" y="19134"/>
                  <a:pt x="138933" y="19134"/>
                </a:cubicBezTo>
                <a:cubicBezTo>
                  <a:pt x="145153" y="19134"/>
                  <a:pt x="150063" y="21528"/>
                  <a:pt x="153660" y="26316"/>
                </a:cubicBezTo>
                <a:cubicBezTo>
                  <a:pt x="157257" y="31104"/>
                  <a:pt x="159056" y="37860"/>
                  <a:pt x="159056" y="46584"/>
                </a:cubicBezTo>
                <a:moveTo>
                  <a:pt x="149913" y="46821"/>
                </a:moveTo>
                <a:cubicBezTo>
                  <a:pt x="149913" y="40530"/>
                  <a:pt x="148877" y="35756"/>
                  <a:pt x="146803" y="32501"/>
                </a:cubicBezTo>
                <a:cubicBezTo>
                  <a:pt x="144729" y="29245"/>
                  <a:pt x="141383" y="27617"/>
                  <a:pt x="136765" y="27617"/>
                </a:cubicBezTo>
                <a:cubicBezTo>
                  <a:pt x="134188" y="27617"/>
                  <a:pt x="131581" y="28176"/>
                  <a:pt x="128942" y="29293"/>
                </a:cubicBezTo>
                <a:cubicBezTo>
                  <a:pt x="126302" y="30409"/>
                  <a:pt x="123852" y="31848"/>
                  <a:pt x="121590" y="33609"/>
                </a:cubicBezTo>
                <a:lnTo>
                  <a:pt x="121590" y="63808"/>
                </a:lnTo>
                <a:cubicBezTo>
                  <a:pt x="124103" y="64940"/>
                  <a:pt x="126263" y="65727"/>
                  <a:pt x="128070" y="66167"/>
                </a:cubicBezTo>
                <a:cubicBezTo>
                  <a:pt x="129876" y="66607"/>
                  <a:pt x="131926" y="66827"/>
                  <a:pt x="134220" y="66827"/>
                </a:cubicBezTo>
                <a:cubicBezTo>
                  <a:pt x="139121" y="66827"/>
                  <a:pt x="142962" y="65215"/>
                  <a:pt x="145743" y="61991"/>
                </a:cubicBezTo>
                <a:cubicBezTo>
                  <a:pt x="148523" y="58766"/>
                  <a:pt x="149913" y="53710"/>
                  <a:pt x="149913" y="46821"/>
                </a:cubicBezTo>
                <a:close/>
                <a:moveTo>
                  <a:pt x="213771" y="73331"/>
                </a:moveTo>
                <a:lnTo>
                  <a:pt x="204959" y="73331"/>
                </a:lnTo>
                <a:lnTo>
                  <a:pt x="204959" y="67761"/>
                </a:lnTo>
                <a:cubicBezTo>
                  <a:pt x="204173" y="68296"/>
                  <a:pt x="203113" y="69043"/>
                  <a:pt x="201777" y="70002"/>
                </a:cubicBezTo>
                <a:cubicBezTo>
                  <a:pt x="200442" y="70962"/>
                  <a:pt x="199146" y="71725"/>
                  <a:pt x="197889" y="72291"/>
                </a:cubicBezTo>
                <a:cubicBezTo>
                  <a:pt x="196413" y="73015"/>
                  <a:pt x="194716" y="73620"/>
                  <a:pt x="192800" y="74107"/>
                </a:cubicBezTo>
                <a:cubicBezTo>
                  <a:pt x="190883" y="74595"/>
                  <a:pt x="188637" y="74839"/>
                  <a:pt x="186060" y="74839"/>
                </a:cubicBezTo>
                <a:cubicBezTo>
                  <a:pt x="181316" y="74839"/>
                  <a:pt x="177295" y="73266"/>
                  <a:pt x="173996" y="70120"/>
                </a:cubicBezTo>
                <a:cubicBezTo>
                  <a:pt x="170697" y="66975"/>
                  <a:pt x="169047" y="62963"/>
                  <a:pt x="169047" y="58086"/>
                </a:cubicBezTo>
                <a:cubicBezTo>
                  <a:pt x="169047" y="54091"/>
                  <a:pt x="169903" y="50859"/>
                  <a:pt x="171616" y="48390"/>
                </a:cubicBezTo>
                <a:cubicBezTo>
                  <a:pt x="173328" y="45920"/>
                  <a:pt x="175771" y="43977"/>
                  <a:pt x="178944" y="42562"/>
                </a:cubicBezTo>
                <a:cubicBezTo>
                  <a:pt x="182149" y="41147"/>
                  <a:pt x="185997" y="40187"/>
                  <a:pt x="190490" y="39683"/>
                </a:cubicBezTo>
                <a:cubicBezTo>
                  <a:pt x="194983" y="39179"/>
                  <a:pt x="199806" y="38802"/>
                  <a:pt x="204959" y="38551"/>
                </a:cubicBezTo>
                <a:lnTo>
                  <a:pt x="204959" y="37172"/>
                </a:lnTo>
                <a:cubicBezTo>
                  <a:pt x="204959" y="35145"/>
                  <a:pt x="204605" y="33466"/>
                  <a:pt x="203898" y="32135"/>
                </a:cubicBezTo>
                <a:cubicBezTo>
                  <a:pt x="203191" y="30805"/>
                  <a:pt x="202178" y="29759"/>
                  <a:pt x="200858" y="28998"/>
                </a:cubicBezTo>
                <a:cubicBezTo>
                  <a:pt x="199602" y="28270"/>
                  <a:pt x="198094" y="27779"/>
                  <a:pt x="196334" y="27526"/>
                </a:cubicBezTo>
                <a:cubicBezTo>
                  <a:pt x="194575" y="27272"/>
                  <a:pt x="192737" y="27146"/>
                  <a:pt x="190820" y="27146"/>
                </a:cubicBezTo>
                <a:cubicBezTo>
                  <a:pt x="188495" y="27146"/>
                  <a:pt x="185903" y="27460"/>
                  <a:pt x="183044" y="28090"/>
                </a:cubicBezTo>
                <a:cubicBezTo>
                  <a:pt x="180185" y="28718"/>
                  <a:pt x="177232" y="29629"/>
                  <a:pt x="174184" y="30822"/>
                </a:cubicBezTo>
                <a:lnTo>
                  <a:pt x="173713" y="30822"/>
                </a:lnTo>
                <a:lnTo>
                  <a:pt x="173713" y="21820"/>
                </a:lnTo>
                <a:cubicBezTo>
                  <a:pt x="175441" y="21349"/>
                  <a:pt x="177939" y="20830"/>
                  <a:pt x="181206" y="20265"/>
                </a:cubicBezTo>
                <a:cubicBezTo>
                  <a:pt x="184474" y="19699"/>
                  <a:pt x="187694" y="19417"/>
                  <a:pt x="190867" y="19417"/>
                </a:cubicBezTo>
                <a:cubicBezTo>
                  <a:pt x="194575" y="19417"/>
                  <a:pt x="197803" y="19723"/>
                  <a:pt x="200552" y="20336"/>
                </a:cubicBezTo>
                <a:cubicBezTo>
                  <a:pt x="203301" y="20948"/>
                  <a:pt x="205681" y="21993"/>
                  <a:pt x="207692" y="23470"/>
                </a:cubicBezTo>
                <a:cubicBezTo>
                  <a:pt x="209671" y="24915"/>
                  <a:pt x="211179" y="26784"/>
                  <a:pt x="212216" y="29078"/>
                </a:cubicBezTo>
                <a:cubicBezTo>
                  <a:pt x="213253" y="31371"/>
                  <a:pt x="213771" y="34215"/>
                  <a:pt x="213771" y="37608"/>
                </a:cubicBezTo>
                <a:lnTo>
                  <a:pt x="213771" y="73331"/>
                </a:lnTo>
                <a:moveTo>
                  <a:pt x="204959" y="60437"/>
                </a:moveTo>
                <a:lnTo>
                  <a:pt x="204959" y="45714"/>
                </a:lnTo>
                <a:cubicBezTo>
                  <a:pt x="202257" y="45872"/>
                  <a:pt x="199075" y="46109"/>
                  <a:pt x="195415" y="46425"/>
                </a:cubicBezTo>
                <a:cubicBezTo>
                  <a:pt x="191755" y="46740"/>
                  <a:pt x="188857" y="47198"/>
                  <a:pt x="186720" y="47796"/>
                </a:cubicBezTo>
                <a:cubicBezTo>
                  <a:pt x="184175" y="48523"/>
                  <a:pt x="182117" y="49652"/>
                  <a:pt x="180546" y="51182"/>
                </a:cubicBezTo>
                <a:cubicBezTo>
                  <a:pt x="178975" y="52713"/>
                  <a:pt x="178190" y="54819"/>
                  <a:pt x="178190" y="57502"/>
                </a:cubicBezTo>
                <a:cubicBezTo>
                  <a:pt x="178190" y="60532"/>
                  <a:pt x="179101" y="62812"/>
                  <a:pt x="180923" y="64343"/>
                </a:cubicBezTo>
                <a:cubicBezTo>
                  <a:pt x="182746" y="65873"/>
                  <a:pt x="185526" y="66639"/>
                  <a:pt x="189265" y="66639"/>
                </a:cubicBezTo>
                <a:cubicBezTo>
                  <a:pt x="192375" y="66639"/>
                  <a:pt x="195219" y="66031"/>
                  <a:pt x="197795" y="64817"/>
                </a:cubicBezTo>
                <a:cubicBezTo>
                  <a:pt x="200371" y="63601"/>
                  <a:pt x="202759" y="62141"/>
                  <a:pt x="204959" y="60437"/>
                </a:cubicBezTo>
                <a:close/>
                <a:moveTo>
                  <a:pt x="239786" y="73331"/>
                </a:moveTo>
                <a:lnTo>
                  <a:pt x="230926" y="73331"/>
                </a:lnTo>
                <a:lnTo>
                  <a:pt x="230926" y="0"/>
                </a:lnTo>
                <a:lnTo>
                  <a:pt x="239786" y="0"/>
                </a:lnTo>
                <a:lnTo>
                  <a:pt x="239786" y="73331"/>
                </a:lnTo>
                <a:close/>
                <a:moveTo>
                  <a:pt x="301382" y="47882"/>
                </a:moveTo>
                <a:lnTo>
                  <a:pt x="262596" y="47882"/>
                </a:lnTo>
                <a:cubicBezTo>
                  <a:pt x="262596" y="51126"/>
                  <a:pt x="263083" y="53953"/>
                  <a:pt x="264057" y="56362"/>
                </a:cubicBezTo>
                <a:cubicBezTo>
                  <a:pt x="265031" y="58771"/>
                  <a:pt x="266366" y="60748"/>
                  <a:pt x="268063" y="62291"/>
                </a:cubicBezTo>
                <a:cubicBezTo>
                  <a:pt x="269697" y="63803"/>
                  <a:pt x="271637" y="64937"/>
                  <a:pt x="273883" y="65693"/>
                </a:cubicBezTo>
                <a:cubicBezTo>
                  <a:pt x="276129" y="66449"/>
                  <a:pt x="278604" y="66827"/>
                  <a:pt x="281306" y="66827"/>
                </a:cubicBezTo>
                <a:cubicBezTo>
                  <a:pt x="284887" y="66827"/>
                  <a:pt x="288493" y="66107"/>
                  <a:pt x="292122" y="64667"/>
                </a:cubicBezTo>
                <a:cubicBezTo>
                  <a:pt x="295750" y="63226"/>
                  <a:pt x="298335" y="61810"/>
                  <a:pt x="299874" y="60418"/>
                </a:cubicBezTo>
                <a:lnTo>
                  <a:pt x="300345" y="60418"/>
                </a:lnTo>
                <a:lnTo>
                  <a:pt x="300345" y="70111"/>
                </a:lnTo>
                <a:cubicBezTo>
                  <a:pt x="297361" y="71372"/>
                  <a:pt x="294313" y="72428"/>
                  <a:pt x="291203" y="73279"/>
                </a:cubicBezTo>
                <a:cubicBezTo>
                  <a:pt x="288092" y="74131"/>
                  <a:pt x="284825" y="74556"/>
                  <a:pt x="281400" y="74556"/>
                </a:cubicBezTo>
                <a:cubicBezTo>
                  <a:pt x="272666" y="74556"/>
                  <a:pt x="265848" y="72188"/>
                  <a:pt x="260946" y="67452"/>
                </a:cubicBezTo>
                <a:cubicBezTo>
                  <a:pt x="256045" y="62715"/>
                  <a:pt x="253595" y="55988"/>
                  <a:pt x="253595" y="47269"/>
                </a:cubicBezTo>
                <a:cubicBezTo>
                  <a:pt x="253595" y="38647"/>
                  <a:pt x="255943" y="31802"/>
                  <a:pt x="260640" y="26735"/>
                </a:cubicBezTo>
                <a:cubicBezTo>
                  <a:pt x="265337" y="21667"/>
                  <a:pt x="271519" y="19134"/>
                  <a:pt x="279185" y="19134"/>
                </a:cubicBezTo>
                <a:cubicBezTo>
                  <a:pt x="286286" y="19134"/>
                  <a:pt x="291760" y="21211"/>
                  <a:pt x="295609" y="25365"/>
                </a:cubicBezTo>
                <a:cubicBezTo>
                  <a:pt x="299458" y="29519"/>
                  <a:pt x="301382" y="35420"/>
                  <a:pt x="301382" y="43067"/>
                </a:cubicBezTo>
                <a:lnTo>
                  <a:pt x="301382" y="47882"/>
                </a:lnTo>
                <a:moveTo>
                  <a:pt x="292758" y="41095"/>
                </a:moveTo>
                <a:cubicBezTo>
                  <a:pt x="292726" y="36446"/>
                  <a:pt x="291556" y="32848"/>
                  <a:pt x="289247" y="30303"/>
                </a:cubicBezTo>
                <a:cubicBezTo>
                  <a:pt x="286937" y="27758"/>
                  <a:pt x="283426" y="26486"/>
                  <a:pt x="278714" y="26486"/>
                </a:cubicBezTo>
                <a:cubicBezTo>
                  <a:pt x="273969" y="26486"/>
                  <a:pt x="270191" y="27884"/>
                  <a:pt x="267379" y="30680"/>
                </a:cubicBezTo>
                <a:cubicBezTo>
                  <a:pt x="264567" y="33476"/>
                  <a:pt x="262973" y="36948"/>
                  <a:pt x="262596" y="41095"/>
                </a:cubicBezTo>
                <a:lnTo>
                  <a:pt x="292758" y="41095"/>
                </a:lnTo>
                <a:close/>
                <a:moveTo>
                  <a:pt x="352421" y="58123"/>
                </a:moveTo>
                <a:cubicBezTo>
                  <a:pt x="352421" y="62926"/>
                  <a:pt x="350434" y="66866"/>
                  <a:pt x="346460" y="69942"/>
                </a:cubicBezTo>
                <a:cubicBezTo>
                  <a:pt x="342485" y="73018"/>
                  <a:pt x="337058" y="74556"/>
                  <a:pt x="330177" y="74556"/>
                </a:cubicBezTo>
                <a:cubicBezTo>
                  <a:pt x="326281" y="74556"/>
                  <a:pt x="322707" y="74091"/>
                  <a:pt x="319455" y="73162"/>
                </a:cubicBezTo>
                <a:cubicBezTo>
                  <a:pt x="316204" y="72232"/>
                  <a:pt x="313478" y="71215"/>
                  <a:pt x="311279" y="70111"/>
                </a:cubicBezTo>
                <a:lnTo>
                  <a:pt x="311279" y="60135"/>
                </a:lnTo>
                <a:lnTo>
                  <a:pt x="311750" y="60135"/>
                </a:lnTo>
                <a:cubicBezTo>
                  <a:pt x="314546" y="62269"/>
                  <a:pt x="317657" y="63965"/>
                  <a:pt x="321081" y="65223"/>
                </a:cubicBezTo>
                <a:cubicBezTo>
                  <a:pt x="324506" y="66481"/>
                  <a:pt x="327789" y="67110"/>
                  <a:pt x="330931" y="67110"/>
                </a:cubicBezTo>
                <a:cubicBezTo>
                  <a:pt x="334827" y="67110"/>
                  <a:pt x="337875" y="66479"/>
                  <a:pt x="340074" y="65218"/>
                </a:cubicBezTo>
                <a:cubicBezTo>
                  <a:pt x="342273" y="63955"/>
                  <a:pt x="343373" y="61967"/>
                  <a:pt x="343373" y="59253"/>
                </a:cubicBezTo>
                <a:cubicBezTo>
                  <a:pt x="343373" y="57181"/>
                  <a:pt x="342776" y="55612"/>
                  <a:pt x="341582" y="54545"/>
                </a:cubicBezTo>
                <a:cubicBezTo>
                  <a:pt x="340388" y="53477"/>
                  <a:pt x="338095" y="52567"/>
                  <a:pt x="334701" y="51813"/>
                </a:cubicBezTo>
                <a:cubicBezTo>
                  <a:pt x="333445" y="51531"/>
                  <a:pt x="331803" y="51201"/>
                  <a:pt x="329776" y="50824"/>
                </a:cubicBezTo>
                <a:cubicBezTo>
                  <a:pt x="327750" y="50447"/>
                  <a:pt x="325904" y="50039"/>
                  <a:pt x="324239" y="49601"/>
                </a:cubicBezTo>
                <a:cubicBezTo>
                  <a:pt x="319620" y="48376"/>
                  <a:pt x="316345" y="46579"/>
                  <a:pt x="314413" y="44209"/>
                </a:cubicBezTo>
                <a:cubicBezTo>
                  <a:pt x="312481" y="41839"/>
                  <a:pt x="311514" y="38927"/>
                  <a:pt x="311514" y="35474"/>
                </a:cubicBezTo>
                <a:cubicBezTo>
                  <a:pt x="311514" y="33308"/>
                  <a:pt x="311962" y="31268"/>
                  <a:pt x="312858" y="29353"/>
                </a:cubicBezTo>
                <a:cubicBezTo>
                  <a:pt x="313753" y="27438"/>
                  <a:pt x="315112" y="25726"/>
                  <a:pt x="316934" y="24219"/>
                </a:cubicBezTo>
                <a:cubicBezTo>
                  <a:pt x="318694" y="22745"/>
                  <a:pt x="320932" y="21576"/>
                  <a:pt x="323650" y="20713"/>
                </a:cubicBezTo>
                <a:cubicBezTo>
                  <a:pt x="326368" y="19849"/>
                  <a:pt x="329407" y="19417"/>
                  <a:pt x="332769" y="19417"/>
                </a:cubicBezTo>
                <a:cubicBezTo>
                  <a:pt x="335911" y="19417"/>
                  <a:pt x="339092" y="19800"/>
                  <a:pt x="342312" y="20567"/>
                </a:cubicBezTo>
                <a:cubicBezTo>
                  <a:pt x="345533" y="21334"/>
                  <a:pt x="348211" y="22265"/>
                  <a:pt x="350348" y="23362"/>
                </a:cubicBezTo>
                <a:lnTo>
                  <a:pt x="350348" y="32801"/>
                </a:lnTo>
                <a:lnTo>
                  <a:pt x="349876" y="32801"/>
                </a:lnTo>
                <a:cubicBezTo>
                  <a:pt x="347614" y="31136"/>
                  <a:pt x="344865" y="29730"/>
                  <a:pt x="341629" y="28583"/>
                </a:cubicBezTo>
                <a:cubicBezTo>
                  <a:pt x="338393" y="27436"/>
                  <a:pt x="335220" y="26863"/>
                  <a:pt x="332109" y="26863"/>
                </a:cubicBezTo>
                <a:cubicBezTo>
                  <a:pt x="328873" y="26863"/>
                  <a:pt x="326140" y="27486"/>
                  <a:pt x="323909" y="28733"/>
                </a:cubicBezTo>
                <a:cubicBezTo>
                  <a:pt x="321678" y="29980"/>
                  <a:pt x="320563" y="31834"/>
                  <a:pt x="320563" y="34296"/>
                </a:cubicBezTo>
                <a:cubicBezTo>
                  <a:pt x="320563" y="36462"/>
                  <a:pt x="321238" y="38094"/>
                  <a:pt x="322589" y="39193"/>
                </a:cubicBezTo>
                <a:cubicBezTo>
                  <a:pt x="323909" y="40291"/>
                  <a:pt x="326046" y="41186"/>
                  <a:pt x="328999" y="41877"/>
                </a:cubicBezTo>
                <a:cubicBezTo>
                  <a:pt x="330633" y="42255"/>
                  <a:pt x="332463" y="42632"/>
                  <a:pt x="334489" y="43009"/>
                </a:cubicBezTo>
                <a:cubicBezTo>
                  <a:pt x="336516" y="43385"/>
                  <a:pt x="338204" y="43730"/>
                  <a:pt x="339555" y="44044"/>
                </a:cubicBezTo>
                <a:cubicBezTo>
                  <a:pt x="343671" y="44985"/>
                  <a:pt x="346845" y="46602"/>
                  <a:pt x="349075" y="48894"/>
                </a:cubicBezTo>
                <a:cubicBezTo>
                  <a:pt x="351306" y="51217"/>
                  <a:pt x="352421" y="54293"/>
                  <a:pt x="352421" y="58123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35C9AA-AC74-481C-ADF6-1A2D7C41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87" y="1805446"/>
            <a:ext cx="501148" cy="487790"/>
          </a:xfrm>
          <a:custGeom xmlns:a="http://schemas.openxmlformats.org/drawingml/2006/main">
            <a:pathLst>
              <a:path w="501148" h="487790">
                <a:moveTo>
                  <a:pt x="0" y="0"/>
                </a:moveTo>
                <a:lnTo>
                  <a:pt x="501148" y="0"/>
                </a:lnTo>
                <a:lnTo>
                  <a:pt x="501148" y="487790"/>
                </a:lnTo>
                <a:lnTo>
                  <a:pt x="0" y="4877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6C2474-C704-45B2-863E-6E52BA02A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87" y="1805447"/>
            <a:ext cx="501149" cy="487791"/>
          </a:xfrm>
          <a:custGeom xmlns:a="http://schemas.openxmlformats.org/drawingml/2006/main">
            <a:pathLst>
              <a:path w="501149" h="487791" fill="none">
                <a:moveTo>
                  <a:pt x="0" y="0"/>
                </a:moveTo>
                <a:lnTo>
                  <a:pt x="501149" y="0"/>
                </a:lnTo>
                <a:lnTo>
                  <a:pt x="501149" y="487791"/>
                </a:lnTo>
                <a:lnTo>
                  <a:pt x="0" y="4877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75" name="Text Asparagales">
            <a:extLst xmlns:a="http://schemas.openxmlformats.org/drawingml/2006/main">
              <a:ext uri="{FF2B5EF4-FFF2-40B4-BE49-F238E27FC236}">
                <a16:creationId xmlns:a16="http://schemas.microsoft.com/office/drawing/2014/main" id="{077568B4-B577-46F9-8912-997B12A05E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9247" y="1842454"/>
            <a:ext cx="362773" cy="58293"/>
          </a:xfrm>
          <a:custGeom xmlns:a="http://schemas.openxmlformats.org/drawingml/2006/main">
            <a:pathLst>
              <a:path w="362773" h="58293">
                <a:moveTo>
                  <a:pt x="39687" y="45810"/>
                </a:moveTo>
                <a:lnTo>
                  <a:pt x="33475" y="45810"/>
                </a:lnTo>
                <a:lnTo>
                  <a:pt x="29176" y="33622"/>
                </a:lnTo>
                <a:lnTo>
                  <a:pt x="10216" y="33622"/>
                </a:lnTo>
                <a:lnTo>
                  <a:pt x="5918" y="45810"/>
                </a:lnTo>
                <a:lnTo>
                  <a:pt x="0" y="45810"/>
                </a:lnTo>
                <a:lnTo>
                  <a:pt x="15957" y="1943"/>
                </a:lnTo>
                <a:lnTo>
                  <a:pt x="23730" y="1943"/>
                </a:lnTo>
                <a:lnTo>
                  <a:pt x="39687" y="45810"/>
                </a:lnTo>
                <a:moveTo>
                  <a:pt x="27380" y="28558"/>
                </a:moveTo>
                <a:lnTo>
                  <a:pt x="19696" y="7040"/>
                </a:lnTo>
                <a:lnTo>
                  <a:pt x="11983" y="28558"/>
                </a:lnTo>
                <a:lnTo>
                  <a:pt x="27380" y="28558"/>
                </a:lnTo>
                <a:close/>
                <a:moveTo>
                  <a:pt x="69393" y="36310"/>
                </a:moveTo>
                <a:cubicBezTo>
                  <a:pt x="69393" y="39311"/>
                  <a:pt x="68152" y="41772"/>
                  <a:pt x="65669" y="43693"/>
                </a:cubicBezTo>
                <a:cubicBezTo>
                  <a:pt x="63186" y="45615"/>
                  <a:pt x="59795" y="46576"/>
                  <a:pt x="55497" y="46576"/>
                </a:cubicBezTo>
                <a:cubicBezTo>
                  <a:pt x="53063" y="46576"/>
                  <a:pt x="50831" y="46285"/>
                  <a:pt x="48799" y="45705"/>
                </a:cubicBezTo>
                <a:cubicBezTo>
                  <a:pt x="46768" y="45124"/>
                  <a:pt x="45065" y="44489"/>
                  <a:pt x="43691" y="43799"/>
                </a:cubicBezTo>
                <a:lnTo>
                  <a:pt x="43691" y="37567"/>
                </a:lnTo>
                <a:lnTo>
                  <a:pt x="43985" y="37567"/>
                </a:lnTo>
                <a:cubicBezTo>
                  <a:pt x="45732" y="38900"/>
                  <a:pt x="47675" y="39959"/>
                  <a:pt x="49815" y="40746"/>
                </a:cubicBezTo>
                <a:cubicBezTo>
                  <a:pt x="51954" y="41531"/>
                  <a:pt x="54005" y="41924"/>
                  <a:pt x="55968" y="41924"/>
                </a:cubicBezTo>
                <a:cubicBezTo>
                  <a:pt x="58402" y="41924"/>
                  <a:pt x="60306" y="41530"/>
                  <a:pt x="61680" y="40742"/>
                </a:cubicBezTo>
                <a:cubicBezTo>
                  <a:pt x="63054" y="39953"/>
                  <a:pt x="63740" y="38711"/>
                  <a:pt x="63740" y="37016"/>
                </a:cubicBezTo>
                <a:cubicBezTo>
                  <a:pt x="63740" y="35722"/>
                  <a:pt x="63368" y="34741"/>
                  <a:pt x="62622" y="34074"/>
                </a:cubicBezTo>
                <a:cubicBezTo>
                  <a:pt x="61876" y="33408"/>
                  <a:pt x="60443" y="32839"/>
                  <a:pt x="58323" y="32368"/>
                </a:cubicBezTo>
                <a:cubicBezTo>
                  <a:pt x="57538" y="32192"/>
                  <a:pt x="56513" y="31986"/>
                  <a:pt x="55247" y="31750"/>
                </a:cubicBezTo>
                <a:cubicBezTo>
                  <a:pt x="53981" y="31515"/>
                  <a:pt x="52828" y="31260"/>
                  <a:pt x="51787" y="30986"/>
                </a:cubicBezTo>
                <a:cubicBezTo>
                  <a:pt x="48902" y="30221"/>
                  <a:pt x="46856" y="29098"/>
                  <a:pt x="45649" y="27618"/>
                </a:cubicBezTo>
                <a:cubicBezTo>
                  <a:pt x="44442" y="26137"/>
                  <a:pt x="43838" y="24318"/>
                  <a:pt x="43838" y="22161"/>
                </a:cubicBezTo>
                <a:cubicBezTo>
                  <a:pt x="43838" y="20808"/>
                  <a:pt x="44118" y="19533"/>
                  <a:pt x="44677" y="18337"/>
                </a:cubicBezTo>
                <a:cubicBezTo>
                  <a:pt x="45237" y="17141"/>
                  <a:pt x="46086" y="16071"/>
                  <a:pt x="47224" y="15130"/>
                </a:cubicBezTo>
                <a:cubicBezTo>
                  <a:pt x="48323" y="14209"/>
                  <a:pt x="49722" y="13479"/>
                  <a:pt x="51419" y="12939"/>
                </a:cubicBezTo>
                <a:cubicBezTo>
                  <a:pt x="53117" y="12400"/>
                  <a:pt x="55016" y="12130"/>
                  <a:pt x="57116" y="12130"/>
                </a:cubicBezTo>
                <a:cubicBezTo>
                  <a:pt x="59079" y="12130"/>
                  <a:pt x="61066" y="12369"/>
                  <a:pt x="63078" y="12848"/>
                </a:cubicBezTo>
                <a:cubicBezTo>
                  <a:pt x="65090" y="13327"/>
                  <a:pt x="66763" y="13909"/>
                  <a:pt x="68098" y="14595"/>
                </a:cubicBezTo>
                <a:lnTo>
                  <a:pt x="68098" y="20491"/>
                </a:lnTo>
                <a:lnTo>
                  <a:pt x="67803" y="20491"/>
                </a:lnTo>
                <a:cubicBezTo>
                  <a:pt x="66390" y="19451"/>
                  <a:pt x="64673" y="18572"/>
                  <a:pt x="62651" y="17856"/>
                </a:cubicBezTo>
                <a:cubicBezTo>
                  <a:pt x="60630" y="17140"/>
                  <a:pt x="58647" y="16781"/>
                  <a:pt x="56704" y="16781"/>
                </a:cubicBezTo>
                <a:cubicBezTo>
                  <a:pt x="54682" y="16781"/>
                  <a:pt x="52975" y="17171"/>
                  <a:pt x="51581" y="17950"/>
                </a:cubicBezTo>
                <a:cubicBezTo>
                  <a:pt x="50188" y="18729"/>
                  <a:pt x="49491" y="19887"/>
                  <a:pt x="49491" y="21425"/>
                </a:cubicBezTo>
                <a:cubicBezTo>
                  <a:pt x="49491" y="22778"/>
                  <a:pt x="49913" y="23798"/>
                  <a:pt x="50757" y="24484"/>
                </a:cubicBezTo>
                <a:cubicBezTo>
                  <a:pt x="51581" y="25170"/>
                  <a:pt x="52916" y="25729"/>
                  <a:pt x="54761" y="26161"/>
                </a:cubicBezTo>
                <a:cubicBezTo>
                  <a:pt x="55782" y="26397"/>
                  <a:pt x="56925" y="26632"/>
                  <a:pt x="58191" y="26868"/>
                </a:cubicBezTo>
                <a:cubicBezTo>
                  <a:pt x="59457" y="27103"/>
                  <a:pt x="60512" y="27318"/>
                  <a:pt x="61356" y="27515"/>
                </a:cubicBezTo>
                <a:cubicBezTo>
                  <a:pt x="63927" y="28103"/>
                  <a:pt x="65909" y="29113"/>
                  <a:pt x="67303" y="30544"/>
                </a:cubicBezTo>
                <a:cubicBezTo>
                  <a:pt x="68696" y="31995"/>
                  <a:pt x="69393" y="33917"/>
                  <a:pt x="69393" y="36310"/>
                </a:cubicBezTo>
                <a:close/>
                <a:moveTo>
                  <a:pt x="106253" y="28941"/>
                </a:moveTo>
                <a:cubicBezTo>
                  <a:pt x="106253" y="31614"/>
                  <a:pt x="105870" y="34057"/>
                  <a:pt x="105105" y="36269"/>
                </a:cubicBezTo>
                <a:cubicBezTo>
                  <a:pt x="104339" y="38481"/>
                  <a:pt x="103260" y="40353"/>
                  <a:pt x="101866" y="41887"/>
                </a:cubicBezTo>
                <a:cubicBezTo>
                  <a:pt x="100571" y="43342"/>
                  <a:pt x="99045" y="44468"/>
                  <a:pt x="97288" y="45264"/>
                </a:cubicBezTo>
                <a:cubicBezTo>
                  <a:pt x="95532" y="46060"/>
                  <a:pt x="93672" y="46458"/>
                  <a:pt x="91709" y="46458"/>
                </a:cubicBezTo>
                <a:cubicBezTo>
                  <a:pt x="90002" y="46458"/>
                  <a:pt x="88456" y="46271"/>
                  <a:pt x="87072" y="45898"/>
                </a:cubicBezTo>
                <a:cubicBezTo>
                  <a:pt x="85689" y="45524"/>
                  <a:pt x="84280" y="44944"/>
                  <a:pt x="82847" y="44158"/>
                </a:cubicBezTo>
                <a:lnTo>
                  <a:pt x="82847" y="57940"/>
                </a:lnTo>
                <a:lnTo>
                  <a:pt x="77313" y="57940"/>
                </a:lnTo>
                <a:lnTo>
                  <a:pt x="77313" y="12895"/>
                </a:lnTo>
                <a:lnTo>
                  <a:pt x="82847" y="12895"/>
                </a:lnTo>
                <a:lnTo>
                  <a:pt x="82847" y="16318"/>
                </a:lnTo>
                <a:cubicBezTo>
                  <a:pt x="84320" y="15079"/>
                  <a:pt x="85973" y="14043"/>
                  <a:pt x="87808" y="13207"/>
                </a:cubicBezTo>
                <a:cubicBezTo>
                  <a:pt x="89643" y="12371"/>
                  <a:pt x="91601" y="11953"/>
                  <a:pt x="93682" y="11953"/>
                </a:cubicBezTo>
                <a:cubicBezTo>
                  <a:pt x="97647" y="11953"/>
                  <a:pt x="100733" y="13452"/>
                  <a:pt x="102941" y="16451"/>
                </a:cubicBezTo>
                <a:cubicBezTo>
                  <a:pt x="105149" y="19449"/>
                  <a:pt x="106253" y="23612"/>
                  <a:pt x="106253" y="28941"/>
                </a:cubicBezTo>
                <a:moveTo>
                  <a:pt x="100542" y="29088"/>
                </a:moveTo>
                <a:cubicBezTo>
                  <a:pt x="100542" y="25123"/>
                  <a:pt x="99864" y="22159"/>
                  <a:pt x="98510" y="20197"/>
                </a:cubicBezTo>
                <a:cubicBezTo>
                  <a:pt x="97156" y="18234"/>
                  <a:pt x="95075" y="17253"/>
                  <a:pt x="92269" y="17253"/>
                </a:cubicBezTo>
                <a:cubicBezTo>
                  <a:pt x="90679" y="17253"/>
                  <a:pt x="89079" y="17596"/>
                  <a:pt x="87470" y="18283"/>
                </a:cubicBezTo>
                <a:cubicBezTo>
                  <a:pt x="85860" y="18970"/>
                  <a:pt x="84320" y="19873"/>
                  <a:pt x="82847" y="20992"/>
                </a:cubicBezTo>
                <a:lnTo>
                  <a:pt x="82847" y="39628"/>
                </a:lnTo>
                <a:cubicBezTo>
                  <a:pt x="84418" y="40334"/>
                  <a:pt x="85767" y="40815"/>
                  <a:pt x="86896" y="41070"/>
                </a:cubicBezTo>
                <a:cubicBezTo>
                  <a:pt x="88024" y="41326"/>
                  <a:pt x="89305" y="41453"/>
                  <a:pt x="90738" y="41453"/>
                </a:cubicBezTo>
                <a:cubicBezTo>
                  <a:pt x="93819" y="41453"/>
                  <a:pt x="96224" y="40413"/>
                  <a:pt x="97951" y="38332"/>
                </a:cubicBezTo>
                <a:cubicBezTo>
                  <a:pt x="99678" y="36252"/>
                  <a:pt x="100542" y="33170"/>
                  <a:pt x="100542" y="29088"/>
                </a:cubicBezTo>
                <a:close/>
                <a:moveTo>
                  <a:pt x="140434" y="45810"/>
                </a:moveTo>
                <a:lnTo>
                  <a:pt x="134929" y="45810"/>
                </a:lnTo>
                <a:lnTo>
                  <a:pt x="134929" y="42331"/>
                </a:lnTo>
                <a:cubicBezTo>
                  <a:pt x="134438" y="42665"/>
                  <a:pt x="133776" y="43132"/>
                  <a:pt x="132941" y="43731"/>
                </a:cubicBezTo>
                <a:cubicBezTo>
                  <a:pt x="132107" y="44330"/>
                  <a:pt x="131298" y="44807"/>
                  <a:pt x="130512" y="45161"/>
                </a:cubicBezTo>
                <a:cubicBezTo>
                  <a:pt x="129590" y="45613"/>
                  <a:pt x="128530" y="45991"/>
                  <a:pt x="127333" y="46295"/>
                </a:cubicBezTo>
                <a:cubicBezTo>
                  <a:pt x="126136" y="46600"/>
                  <a:pt x="124732" y="46753"/>
                  <a:pt x="123123" y="46753"/>
                </a:cubicBezTo>
                <a:cubicBezTo>
                  <a:pt x="120159" y="46753"/>
                  <a:pt x="117647" y="45770"/>
                  <a:pt x="115586" y="43805"/>
                </a:cubicBezTo>
                <a:cubicBezTo>
                  <a:pt x="113525" y="41840"/>
                  <a:pt x="112494" y="39334"/>
                  <a:pt x="112494" y="36287"/>
                </a:cubicBezTo>
                <a:cubicBezTo>
                  <a:pt x="112494" y="33791"/>
                  <a:pt x="113029" y="31772"/>
                  <a:pt x="114099" y="30230"/>
                </a:cubicBezTo>
                <a:cubicBezTo>
                  <a:pt x="115169" y="28686"/>
                  <a:pt x="116695" y="27473"/>
                  <a:pt x="118677" y="26589"/>
                </a:cubicBezTo>
                <a:cubicBezTo>
                  <a:pt x="120679" y="25705"/>
                  <a:pt x="123083" y="25105"/>
                  <a:pt x="125890" y="24790"/>
                </a:cubicBezTo>
                <a:cubicBezTo>
                  <a:pt x="128697" y="24476"/>
                  <a:pt x="131710" y="24240"/>
                  <a:pt x="134929" y="24083"/>
                </a:cubicBezTo>
                <a:lnTo>
                  <a:pt x="134929" y="23222"/>
                </a:lnTo>
                <a:cubicBezTo>
                  <a:pt x="134929" y="21955"/>
                  <a:pt x="134708" y="20906"/>
                  <a:pt x="134266" y="20075"/>
                </a:cubicBezTo>
                <a:cubicBezTo>
                  <a:pt x="133825" y="19244"/>
                  <a:pt x="133192" y="18591"/>
                  <a:pt x="132367" y="18116"/>
                </a:cubicBezTo>
                <a:cubicBezTo>
                  <a:pt x="131582" y="17660"/>
                  <a:pt x="130640" y="17354"/>
                  <a:pt x="129541" y="17195"/>
                </a:cubicBezTo>
                <a:cubicBezTo>
                  <a:pt x="128442" y="17037"/>
                  <a:pt x="127294" y="16958"/>
                  <a:pt x="126096" y="16958"/>
                </a:cubicBezTo>
                <a:cubicBezTo>
                  <a:pt x="124644" y="16958"/>
                  <a:pt x="123025" y="17155"/>
                  <a:pt x="121238" y="17548"/>
                </a:cubicBezTo>
                <a:cubicBezTo>
                  <a:pt x="119452" y="17940"/>
                  <a:pt x="117607" y="18509"/>
                  <a:pt x="115704" y="19255"/>
                </a:cubicBezTo>
                <a:lnTo>
                  <a:pt x="115409" y="19255"/>
                </a:lnTo>
                <a:lnTo>
                  <a:pt x="115409" y="13631"/>
                </a:lnTo>
                <a:cubicBezTo>
                  <a:pt x="116489" y="13337"/>
                  <a:pt x="118049" y="13013"/>
                  <a:pt x="120090" y="12660"/>
                </a:cubicBezTo>
                <a:cubicBezTo>
                  <a:pt x="122132" y="12306"/>
                  <a:pt x="124143" y="12130"/>
                  <a:pt x="126126" y="12130"/>
                </a:cubicBezTo>
                <a:cubicBezTo>
                  <a:pt x="128442" y="12130"/>
                  <a:pt x="130458" y="12321"/>
                  <a:pt x="132176" y="12704"/>
                </a:cubicBezTo>
                <a:cubicBezTo>
                  <a:pt x="133893" y="13087"/>
                  <a:pt x="135380" y="13739"/>
                  <a:pt x="136636" y="14662"/>
                </a:cubicBezTo>
                <a:cubicBezTo>
                  <a:pt x="137873" y="15565"/>
                  <a:pt x="138815" y="16732"/>
                  <a:pt x="139463" y="18165"/>
                </a:cubicBezTo>
                <a:cubicBezTo>
                  <a:pt x="140110" y="19598"/>
                  <a:pt x="140434" y="21374"/>
                  <a:pt x="140434" y="23494"/>
                </a:cubicBezTo>
                <a:lnTo>
                  <a:pt x="140434" y="45810"/>
                </a:lnTo>
                <a:moveTo>
                  <a:pt x="134929" y="37756"/>
                </a:moveTo>
                <a:lnTo>
                  <a:pt x="134929" y="28558"/>
                </a:lnTo>
                <a:cubicBezTo>
                  <a:pt x="133241" y="28657"/>
                  <a:pt x="131253" y="28805"/>
                  <a:pt x="128967" y="29002"/>
                </a:cubicBezTo>
                <a:cubicBezTo>
                  <a:pt x="126680" y="29199"/>
                  <a:pt x="124870" y="29485"/>
                  <a:pt x="123535" y="29859"/>
                </a:cubicBezTo>
                <a:cubicBezTo>
                  <a:pt x="121945" y="30313"/>
                  <a:pt x="120659" y="31018"/>
                  <a:pt x="119678" y="31974"/>
                </a:cubicBezTo>
                <a:cubicBezTo>
                  <a:pt x="118697" y="32930"/>
                  <a:pt x="118206" y="34246"/>
                  <a:pt x="118206" y="35922"/>
                </a:cubicBezTo>
                <a:cubicBezTo>
                  <a:pt x="118206" y="37815"/>
                  <a:pt x="118775" y="39239"/>
                  <a:pt x="119914" y="40195"/>
                </a:cubicBezTo>
                <a:cubicBezTo>
                  <a:pt x="121052" y="41152"/>
                  <a:pt x="122789" y="41630"/>
                  <a:pt x="125125" y="41630"/>
                </a:cubicBezTo>
                <a:cubicBezTo>
                  <a:pt x="127068" y="41630"/>
                  <a:pt x="128844" y="41250"/>
                  <a:pt x="130454" y="40492"/>
                </a:cubicBezTo>
                <a:cubicBezTo>
                  <a:pt x="132063" y="39732"/>
                  <a:pt x="133555" y="38820"/>
                  <a:pt x="134929" y="37756"/>
                </a:cubicBezTo>
                <a:close/>
                <a:moveTo>
                  <a:pt x="171612" y="18901"/>
                </a:moveTo>
                <a:lnTo>
                  <a:pt x="171318" y="18901"/>
                </a:lnTo>
                <a:cubicBezTo>
                  <a:pt x="170493" y="18715"/>
                  <a:pt x="169694" y="18581"/>
                  <a:pt x="168918" y="18497"/>
                </a:cubicBezTo>
                <a:cubicBezTo>
                  <a:pt x="168143" y="18413"/>
                  <a:pt x="167225" y="18371"/>
                  <a:pt x="166166" y="18371"/>
                </a:cubicBezTo>
                <a:cubicBezTo>
                  <a:pt x="164458" y="18371"/>
                  <a:pt x="162809" y="18750"/>
                  <a:pt x="161219" y="19507"/>
                </a:cubicBezTo>
                <a:cubicBezTo>
                  <a:pt x="159630" y="20263"/>
                  <a:pt x="158099" y="21240"/>
                  <a:pt x="156627" y="22439"/>
                </a:cubicBezTo>
                <a:lnTo>
                  <a:pt x="156627" y="45810"/>
                </a:lnTo>
                <a:lnTo>
                  <a:pt x="151092" y="45810"/>
                </a:lnTo>
                <a:lnTo>
                  <a:pt x="151092" y="12895"/>
                </a:lnTo>
                <a:lnTo>
                  <a:pt x="156627" y="12895"/>
                </a:lnTo>
                <a:lnTo>
                  <a:pt x="156627" y="17758"/>
                </a:lnTo>
                <a:cubicBezTo>
                  <a:pt x="158825" y="15989"/>
                  <a:pt x="160763" y="14737"/>
                  <a:pt x="162441" y="14000"/>
                </a:cubicBezTo>
                <a:cubicBezTo>
                  <a:pt x="164119" y="13264"/>
                  <a:pt x="165832" y="12895"/>
                  <a:pt x="167579" y="12895"/>
                </a:cubicBezTo>
                <a:cubicBezTo>
                  <a:pt x="168541" y="12895"/>
                  <a:pt x="169237" y="12920"/>
                  <a:pt x="169669" y="12969"/>
                </a:cubicBezTo>
                <a:cubicBezTo>
                  <a:pt x="170101" y="13017"/>
                  <a:pt x="170749" y="13110"/>
                  <a:pt x="171612" y="13247"/>
                </a:cubicBezTo>
                <a:lnTo>
                  <a:pt x="171612" y="18901"/>
                </a:lnTo>
                <a:close/>
                <a:moveTo>
                  <a:pt x="202378" y="45810"/>
                </a:moveTo>
                <a:lnTo>
                  <a:pt x="196873" y="45810"/>
                </a:lnTo>
                <a:lnTo>
                  <a:pt x="196873" y="42331"/>
                </a:lnTo>
                <a:cubicBezTo>
                  <a:pt x="196382" y="42665"/>
                  <a:pt x="195720" y="43132"/>
                  <a:pt x="194885" y="43731"/>
                </a:cubicBezTo>
                <a:cubicBezTo>
                  <a:pt x="194051" y="44330"/>
                  <a:pt x="193242" y="44807"/>
                  <a:pt x="192456" y="45161"/>
                </a:cubicBezTo>
                <a:cubicBezTo>
                  <a:pt x="191534" y="45613"/>
                  <a:pt x="190474" y="45991"/>
                  <a:pt x="189277" y="46295"/>
                </a:cubicBezTo>
                <a:cubicBezTo>
                  <a:pt x="188080" y="46600"/>
                  <a:pt x="186676" y="46753"/>
                  <a:pt x="185067" y="46753"/>
                </a:cubicBezTo>
                <a:cubicBezTo>
                  <a:pt x="182103" y="46753"/>
                  <a:pt x="179591" y="45770"/>
                  <a:pt x="177530" y="43805"/>
                </a:cubicBezTo>
                <a:cubicBezTo>
                  <a:pt x="175469" y="41840"/>
                  <a:pt x="174438" y="39334"/>
                  <a:pt x="174438" y="36287"/>
                </a:cubicBezTo>
                <a:cubicBezTo>
                  <a:pt x="174438" y="33791"/>
                  <a:pt x="174973" y="31772"/>
                  <a:pt x="176043" y="30230"/>
                </a:cubicBezTo>
                <a:cubicBezTo>
                  <a:pt x="177113" y="28686"/>
                  <a:pt x="178639" y="27473"/>
                  <a:pt x="180621" y="26589"/>
                </a:cubicBezTo>
                <a:cubicBezTo>
                  <a:pt x="182623" y="25705"/>
                  <a:pt x="185027" y="25105"/>
                  <a:pt x="187834" y="24790"/>
                </a:cubicBezTo>
                <a:cubicBezTo>
                  <a:pt x="190641" y="24476"/>
                  <a:pt x="193654" y="24240"/>
                  <a:pt x="196873" y="24083"/>
                </a:cubicBezTo>
                <a:lnTo>
                  <a:pt x="196873" y="23222"/>
                </a:lnTo>
                <a:cubicBezTo>
                  <a:pt x="196873" y="21955"/>
                  <a:pt x="196652" y="20906"/>
                  <a:pt x="196210" y="20075"/>
                </a:cubicBezTo>
                <a:cubicBezTo>
                  <a:pt x="195769" y="19244"/>
                  <a:pt x="195136" y="18591"/>
                  <a:pt x="194311" y="18116"/>
                </a:cubicBezTo>
                <a:cubicBezTo>
                  <a:pt x="193526" y="17660"/>
                  <a:pt x="192584" y="17354"/>
                  <a:pt x="191485" y="17195"/>
                </a:cubicBezTo>
                <a:cubicBezTo>
                  <a:pt x="190386" y="17037"/>
                  <a:pt x="189238" y="16958"/>
                  <a:pt x="188040" y="16958"/>
                </a:cubicBezTo>
                <a:cubicBezTo>
                  <a:pt x="186588" y="16958"/>
                  <a:pt x="184969" y="17155"/>
                  <a:pt x="183183" y="17548"/>
                </a:cubicBezTo>
                <a:cubicBezTo>
                  <a:pt x="181396" y="17940"/>
                  <a:pt x="179551" y="18509"/>
                  <a:pt x="177648" y="19255"/>
                </a:cubicBezTo>
                <a:lnTo>
                  <a:pt x="177353" y="19255"/>
                </a:lnTo>
                <a:lnTo>
                  <a:pt x="177353" y="13631"/>
                </a:lnTo>
                <a:cubicBezTo>
                  <a:pt x="178433" y="13337"/>
                  <a:pt x="179993" y="13013"/>
                  <a:pt x="182034" y="12660"/>
                </a:cubicBezTo>
                <a:cubicBezTo>
                  <a:pt x="184076" y="12306"/>
                  <a:pt x="186087" y="12130"/>
                  <a:pt x="188070" y="12130"/>
                </a:cubicBezTo>
                <a:cubicBezTo>
                  <a:pt x="190386" y="12130"/>
                  <a:pt x="192403" y="12321"/>
                  <a:pt x="194120" y="12704"/>
                </a:cubicBezTo>
                <a:cubicBezTo>
                  <a:pt x="195837" y="13087"/>
                  <a:pt x="197324" y="13739"/>
                  <a:pt x="198580" y="14662"/>
                </a:cubicBezTo>
                <a:cubicBezTo>
                  <a:pt x="199817" y="15565"/>
                  <a:pt x="200759" y="16732"/>
                  <a:pt x="201407" y="18165"/>
                </a:cubicBezTo>
                <a:cubicBezTo>
                  <a:pt x="202054" y="19598"/>
                  <a:pt x="202378" y="21374"/>
                  <a:pt x="202378" y="23494"/>
                </a:cubicBezTo>
                <a:lnTo>
                  <a:pt x="202378" y="45810"/>
                </a:lnTo>
                <a:moveTo>
                  <a:pt x="196873" y="37756"/>
                </a:moveTo>
                <a:lnTo>
                  <a:pt x="196873" y="28558"/>
                </a:lnTo>
                <a:cubicBezTo>
                  <a:pt x="195185" y="28657"/>
                  <a:pt x="193197" y="28805"/>
                  <a:pt x="190911" y="29002"/>
                </a:cubicBezTo>
                <a:cubicBezTo>
                  <a:pt x="188624" y="29199"/>
                  <a:pt x="186814" y="29485"/>
                  <a:pt x="185479" y="29859"/>
                </a:cubicBezTo>
                <a:cubicBezTo>
                  <a:pt x="183889" y="30313"/>
                  <a:pt x="182604" y="31018"/>
                  <a:pt x="181622" y="31974"/>
                </a:cubicBezTo>
                <a:cubicBezTo>
                  <a:pt x="180641" y="32930"/>
                  <a:pt x="180150" y="34246"/>
                  <a:pt x="180150" y="35922"/>
                </a:cubicBezTo>
                <a:cubicBezTo>
                  <a:pt x="180150" y="37815"/>
                  <a:pt x="180719" y="39239"/>
                  <a:pt x="181858" y="40195"/>
                </a:cubicBezTo>
                <a:cubicBezTo>
                  <a:pt x="182996" y="41152"/>
                  <a:pt x="184733" y="41630"/>
                  <a:pt x="187069" y="41630"/>
                </a:cubicBezTo>
                <a:cubicBezTo>
                  <a:pt x="189012" y="41630"/>
                  <a:pt x="190788" y="41250"/>
                  <a:pt x="192398" y="40492"/>
                </a:cubicBezTo>
                <a:cubicBezTo>
                  <a:pt x="194007" y="39732"/>
                  <a:pt x="195499" y="38820"/>
                  <a:pt x="196873" y="37756"/>
                </a:cubicBezTo>
                <a:close/>
                <a:moveTo>
                  <a:pt x="239709" y="42080"/>
                </a:moveTo>
                <a:cubicBezTo>
                  <a:pt x="239709" y="47661"/>
                  <a:pt x="238443" y="51759"/>
                  <a:pt x="235912" y="54372"/>
                </a:cubicBezTo>
                <a:cubicBezTo>
                  <a:pt x="233380" y="56986"/>
                  <a:pt x="229484" y="58293"/>
                  <a:pt x="224223" y="58293"/>
                </a:cubicBezTo>
                <a:cubicBezTo>
                  <a:pt x="222477" y="58293"/>
                  <a:pt x="220774" y="58171"/>
                  <a:pt x="219115" y="57925"/>
                </a:cubicBezTo>
                <a:cubicBezTo>
                  <a:pt x="217457" y="57680"/>
                  <a:pt x="215823" y="57332"/>
                  <a:pt x="214213" y="56880"/>
                </a:cubicBezTo>
                <a:lnTo>
                  <a:pt x="214213" y="51228"/>
                </a:lnTo>
                <a:lnTo>
                  <a:pt x="214508" y="51228"/>
                </a:lnTo>
                <a:cubicBezTo>
                  <a:pt x="215411" y="51576"/>
                  <a:pt x="216843" y="52007"/>
                  <a:pt x="218806" y="52519"/>
                </a:cubicBezTo>
                <a:cubicBezTo>
                  <a:pt x="220769" y="53032"/>
                  <a:pt x="222732" y="53288"/>
                  <a:pt x="224694" y="53288"/>
                </a:cubicBezTo>
                <a:cubicBezTo>
                  <a:pt x="226579" y="53288"/>
                  <a:pt x="228139" y="53063"/>
                  <a:pt x="229376" y="52612"/>
                </a:cubicBezTo>
                <a:cubicBezTo>
                  <a:pt x="230612" y="52161"/>
                  <a:pt x="231574" y="51535"/>
                  <a:pt x="232261" y="50732"/>
                </a:cubicBezTo>
                <a:cubicBezTo>
                  <a:pt x="232948" y="49967"/>
                  <a:pt x="233438" y="49046"/>
                  <a:pt x="233733" y="47968"/>
                </a:cubicBezTo>
                <a:cubicBezTo>
                  <a:pt x="234027" y="46890"/>
                  <a:pt x="234175" y="45685"/>
                  <a:pt x="234175" y="44353"/>
                </a:cubicBezTo>
                <a:lnTo>
                  <a:pt x="234175" y="41355"/>
                </a:lnTo>
                <a:cubicBezTo>
                  <a:pt x="232506" y="42693"/>
                  <a:pt x="230911" y="43692"/>
                  <a:pt x="229390" y="44351"/>
                </a:cubicBezTo>
                <a:cubicBezTo>
                  <a:pt x="227869" y="45010"/>
                  <a:pt x="225931" y="45339"/>
                  <a:pt x="223576" y="45339"/>
                </a:cubicBezTo>
                <a:cubicBezTo>
                  <a:pt x="219650" y="45339"/>
                  <a:pt x="216534" y="43918"/>
                  <a:pt x="214228" y="41074"/>
                </a:cubicBezTo>
                <a:cubicBezTo>
                  <a:pt x="211922" y="38230"/>
                  <a:pt x="210769" y="34220"/>
                  <a:pt x="210769" y="29045"/>
                </a:cubicBezTo>
                <a:cubicBezTo>
                  <a:pt x="210769" y="26211"/>
                  <a:pt x="211166" y="23766"/>
                  <a:pt x="211961" y="21709"/>
                </a:cubicBezTo>
                <a:cubicBezTo>
                  <a:pt x="212756" y="19653"/>
                  <a:pt x="213840" y="17877"/>
                  <a:pt x="215214" y="16381"/>
                </a:cubicBezTo>
                <a:cubicBezTo>
                  <a:pt x="216490" y="14984"/>
                  <a:pt x="218041" y="13897"/>
                  <a:pt x="219866" y="13120"/>
                </a:cubicBezTo>
                <a:cubicBezTo>
                  <a:pt x="221691" y="12342"/>
                  <a:pt x="223507" y="11953"/>
                  <a:pt x="225313" y="11953"/>
                </a:cubicBezTo>
                <a:cubicBezTo>
                  <a:pt x="227217" y="11953"/>
                  <a:pt x="228811" y="12145"/>
                  <a:pt x="230097" y="12529"/>
                </a:cubicBezTo>
                <a:cubicBezTo>
                  <a:pt x="231383" y="12912"/>
                  <a:pt x="232742" y="13498"/>
                  <a:pt x="234175" y="14285"/>
                </a:cubicBezTo>
                <a:lnTo>
                  <a:pt x="234528" y="12895"/>
                </a:lnTo>
                <a:lnTo>
                  <a:pt x="239709" y="12895"/>
                </a:lnTo>
                <a:lnTo>
                  <a:pt x="239709" y="42080"/>
                </a:lnTo>
                <a:moveTo>
                  <a:pt x="234175" y="36793"/>
                </a:moveTo>
                <a:lnTo>
                  <a:pt x="234175" y="18817"/>
                </a:lnTo>
                <a:cubicBezTo>
                  <a:pt x="232702" y="18148"/>
                  <a:pt x="231333" y="17671"/>
                  <a:pt x="230067" y="17386"/>
                </a:cubicBezTo>
                <a:cubicBezTo>
                  <a:pt x="228801" y="17101"/>
                  <a:pt x="227540" y="16958"/>
                  <a:pt x="226284" y="16958"/>
                </a:cubicBezTo>
                <a:cubicBezTo>
                  <a:pt x="223242" y="16958"/>
                  <a:pt x="220847" y="17981"/>
                  <a:pt x="219101" y="20028"/>
                </a:cubicBezTo>
                <a:cubicBezTo>
                  <a:pt x="217354" y="22074"/>
                  <a:pt x="216480" y="25046"/>
                  <a:pt x="216480" y="28942"/>
                </a:cubicBezTo>
                <a:cubicBezTo>
                  <a:pt x="216480" y="32641"/>
                  <a:pt x="217128" y="35445"/>
                  <a:pt x="218423" y="37353"/>
                </a:cubicBezTo>
                <a:cubicBezTo>
                  <a:pt x="219719" y="39262"/>
                  <a:pt x="221868" y="40217"/>
                  <a:pt x="224871" y="40217"/>
                </a:cubicBezTo>
                <a:cubicBezTo>
                  <a:pt x="226481" y="40217"/>
                  <a:pt x="228095" y="39907"/>
                  <a:pt x="229714" y="39287"/>
                </a:cubicBezTo>
                <a:cubicBezTo>
                  <a:pt x="231333" y="38667"/>
                  <a:pt x="232820" y="37836"/>
                  <a:pt x="234175" y="36793"/>
                </a:cubicBezTo>
                <a:close/>
                <a:moveTo>
                  <a:pt x="276158" y="45810"/>
                </a:moveTo>
                <a:lnTo>
                  <a:pt x="270652" y="45810"/>
                </a:lnTo>
                <a:lnTo>
                  <a:pt x="270652" y="42331"/>
                </a:lnTo>
                <a:cubicBezTo>
                  <a:pt x="270161" y="42665"/>
                  <a:pt x="269499" y="43132"/>
                  <a:pt x="268665" y="43731"/>
                </a:cubicBezTo>
                <a:cubicBezTo>
                  <a:pt x="267831" y="44330"/>
                  <a:pt x="267021" y="44807"/>
                  <a:pt x="266236" y="45161"/>
                </a:cubicBezTo>
                <a:cubicBezTo>
                  <a:pt x="265313" y="45613"/>
                  <a:pt x="264254" y="45991"/>
                  <a:pt x="263056" y="46295"/>
                </a:cubicBezTo>
                <a:cubicBezTo>
                  <a:pt x="261859" y="46600"/>
                  <a:pt x="260456" y="46753"/>
                  <a:pt x="258846" y="46753"/>
                </a:cubicBezTo>
                <a:cubicBezTo>
                  <a:pt x="255882" y="46753"/>
                  <a:pt x="253370" y="45770"/>
                  <a:pt x="251309" y="43805"/>
                </a:cubicBezTo>
                <a:cubicBezTo>
                  <a:pt x="249248" y="41840"/>
                  <a:pt x="248218" y="39334"/>
                  <a:pt x="248218" y="36287"/>
                </a:cubicBezTo>
                <a:cubicBezTo>
                  <a:pt x="248218" y="33791"/>
                  <a:pt x="248753" y="31772"/>
                  <a:pt x="249823" y="30230"/>
                </a:cubicBezTo>
                <a:cubicBezTo>
                  <a:pt x="250892" y="28686"/>
                  <a:pt x="252418" y="27473"/>
                  <a:pt x="254401" y="26589"/>
                </a:cubicBezTo>
                <a:cubicBezTo>
                  <a:pt x="256403" y="25705"/>
                  <a:pt x="258807" y="25105"/>
                  <a:pt x="261614" y="24790"/>
                </a:cubicBezTo>
                <a:cubicBezTo>
                  <a:pt x="264420" y="24476"/>
                  <a:pt x="267433" y="24240"/>
                  <a:pt x="270652" y="24083"/>
                </a:cubicBezTo>
                <a:lnTo>
                  <a:pt x="270652" y="23222"/>
                </a:lnTo>
                <a:cubicBezTo>
                  <a:pt x="270652" y="21955"/>
                  <a:pt x="270431" y="20906"/>
                  <a:pt x="269990" y="20075"/>
                </a:cubicBezTo>
                <a:cubicBezTo>
                  <a:pt x="269548" y="19244"/>
                  <a:pt x="268915" y="18591"/>
                  <a:pt x="268091" y="18116"/>
                </a:cubicBezTo>
                <a:cubicBezTo>
                  <a:pt x="267306" y="17660"/>
                  <a:pt x="266364" y="17354"/>
                  <a:pt x="265264" y="17195"/>
                </a:cubicBezTo>
                <a:cubicBezTo>
                  <a:pt x="264165" y="17037"/>
                  <a:pt x="263017" y="16958"/>
                  <a:pt x="261820" y="16958"/>
                </a:cubicBezTo>
                <a:cubicBezTo>
                  <a:pt x="260367" y="16958"/>
                  <a:pt x="258748" y="17155"/>
                  <a:pt x="256962" y="17548"/>
                </a:cubicBezTo>
                <a:cubicBezTo>
                  <a:pt x="255176" y="17940"/>
                  <a:pt x="253331" y="18509"/>
                  <a:pt x="251427" y="19255"/>
                </a:cubicBezTo>
                <a:lnTo>
                  <a:pt x="251133" y="19255"/>
                </a:lnTo>
                <a:lnTo>
                  <a:pt x="251133" y="13631"/>
                </a:lnTo>
                <a:cubicBezTo>
                  <a:pt x="252212" y="13337"/>
                  <a:pt x="253773" y="13013"/>
                  <a:pt x="255814" y="12660"/>
                </a:cubicBezTo>
                <a:cubicBezTo>
                  <a:pt x="257855" y="12306"/>
                  <a:pt x="259867" y="12130"/>
                  <a:pt x="261849" y="12130"/>
                </a:cubicBezTo>
                <a:cubicBezTo>
                  <a:pt x="264165" y="12130"/>
                  <a:pt x="266182" y="12321"/>
                  <a:pt x="267899" y="12704"/>
                </a:cubicBezTo>
                <a:cubicBezTo>
                  <a:pt x="269617" y="13087"/>
                  <a:pt x="271104" y="13739"/>
                  <a:pt x="272360" y="14662"/>
                </a:cubicBezTo>
                <a:cubicBezTo>
                  <a:pt x="273596" y="15565"/>
                  <a:pt x="274538" y="16732"/>
                  <a:pt x="275186" y="18165"/>
                </a:cubicBezTo>
                <a:cubicBezTo>
                  <a:pt x="275834" y="19598"/>
                  <a:pt x="276158" y="21374"/>
                  <a:pt x="276158" y="23494"/>
                </a:cubicBezTo>
                <a:lnTo>
                  <a:pt x="276158" y="45810"/>
                </a:lnTo>
                <a:moveTo>
                  <a:pt x="270652" y="37756"/>
                </a:moveTo>
                <a:lnTo>
                  <a:pt x="270652" y="28558"/>
                </a:lnTo>
                <a:cubicBezTo>
                  <a:pt x="268964" y="28657"/>
                  <a:pt x="266977" y="28805"/>
                  <a:pt x="264690" y="29002"/>
                </a:cubicBezTo>
                <a:cubicBezTo>
                  <a:pt x="262404" y="29199"/>
                  <a:pt x="260593" y="29485"/>
                  <a:pt x="259258" y="29859"/>
                </a:cubicBezTo>
                <a:cubicBezTo>
                  <a:pt x="257669" y="30313"/>
                  <a:pt x="256383" y="31018"/>
                  <a:pt x="255402" y="31974"/>
                </a:cubicBezTo>
                <a:cubicBezTo>
                  <a:pt x="254420" y="32930"/>
                  <a:pt x="253930" y="34246"/>
                  <a:pt x="253930" y="35922"/>
                </a:cubicBezTo>
                <a:cubicBezTo>
                  <a:pt x="253930" y="37815"/>
                  <a:pt x="254499" y="39239"/>
                  <a:pt x="255637" y="40195"/>
                </a:cubicBezTo>
                <a:cubicBezTo>
                  <a:pt x="256776" y="41152"/>
                  <a:pt x="258513" y="41630"/>
                  <a:pt x="260848" y="41630"/>
                </a:cubicBezTo>
                <a:cubicBezTo>
                  <a:pt x="262791" y="41630"/>
                  <a:pt x="264568" y="41250"/>
                  <a:pt x="266177" y="40492"/>
                </a:cubicBezTo>
                <a:cubicBezTo>
                  <a:pt x="267787" y="39732"/>
                  <a:pt x="269278" y="38820"/>
                  <a:pt x="270652" y="37756"/>
                </a:cubicBezTo>
                <a:close/>
                <a:moveTo>
                  <a:pt x="292409" y="45810"/>
                </a:moveTo>
                <a:lnTo>
                  <a:pt x="286874" y="45810"/>
                </a:lnTo>
                <a:lnTo>
                  <a:pt x="286874" y="0"/>
                </a:lnTo>
                <a:lnTo>
                  <a:pt x="292409" y="0"/>
                </a:lnTo>
                <a:lnTo>
                  <a:pt x="292409" y="45810"/>
                </a:lnTo>
                <a:close/>
                <a:moveTo>
                  <a:pt x="330889" y="29912"/>
                </a:moveTo>
                <a:lnTo>
                  <a:pt x="306659" y="29912"/>
                </a:lnTo>
                <a:cubicBezTo>
                  <a:pt x="306659" y="31939"/>
                  <a:pt x="306963" y="33705"/>
                  <a:pt x="307571" y="35210"/>
                </a:cubicBezTo>
                <a:cubicBezTo>
                  <a:pt x="308180" y="36715"/>
                  <a:pt x="309014" y="37950"/>
                  <a:pt x="310074" y="38914"/>
                </a:cubicBezTo>
                <a:cubicBezTo>
                  <a:pt x="311095" y="39858"/>
                  <a:pt x="312307" y="40567"/>
                  <a:pt x="313710" y="41039"/>
                </a:cubicBezTo>
                <a:cubicBezTo>
                  <a:pt x="315113" y="41511"/>
                  <a:pt x="316659" y="41748"/>
                  <a:pt x="318347" y="41748"/>
                </a:cubicBezTo>
                <a:cubicBezTo>
                  <a:pt x="320584" y="41748"/>
                  <a:pt x="322837" y="41298"/>
                  <a:pt x="325104" y="40398"/>
                </a:cubicBezTo>
                <a:cubicBezTo>
                  <a:pt x="327371" y="39498"/>
                  <a:pt x="328985" y="38613"/>
                  <a:pt x="329947" y="37744"/>
                </a:cubicBezTo>
                <a:lnTo>
                  <a:pt x="330241" y="37744"/>
                </a:lnTo>
                <a:lnTo>
                  <a:pt x="330241" y="43799"/>
                </a:lnTo>
                <a:cubicBezTo>
                  <a:pt x="328376" y="44587"/>
                  <a:pt x="326473" y="45246"/>
                  <a:pt x="324530" y="45778"/>
                </a:cubicBezTo>
                <a:cubicBezTo>
                  <a:pt x="322586" y="46310"/>
                  <a:pt x="320545" y="46576"/>
                  <a:pt x="318406" y="46576"/>
                </a:cubicBezTo>
                <a:cubicBezTo>
                  <a:pt x="312949" y="46576"/>
                  <a:pt x="308690" y="45096"/>
                  <a:pt x="305628" y="42138"/>
                </a:cubicBezTo>
                <a:cubicBezTo>
                  <a:pt x="302566" y="39179"/>
                  <a:pt x="301035" y="34976"/>
                  <a:pt x="301035" y="29529"/>
                </a:cubicBezTo>
                <a:cubicBezTo>
                  <a:pt x="301035" y="24143"/>
                  <a:pt x="302503" y="19867"/>
                  <a:pt x="305437" y="16701"/>
                </a:cubicBezTo>
                <a:cubicBezTo>
                  <a:pt x="308371" y="13536"/>
                  <a:pt x="312233" y="11953"/>
                  <a:pt x="317022" y="11953"/>
                </a:cubicBezTo>
                <a:cubicBezTo>
                  <a:pt x="321458" y="11953"/>
                  <a:pt x="324878" y="13251"/>
                  <a:pt x="327282" y="15846"/>
                </a:cubicBezTo>
                <a:cubicBezTo>
                  <a:pt x="329687" y="18441"/>
                  <a:pt x="330889" y="22127"/>
                  <a:pt x="330889" y="26905"/>
                </a:cubicBezTo>
                <a:lnTo>
                  <a:pt x="330889" y="29912"/>
                </a:lnTo>
                <a:moveTo>
                  <a:pt x="325501" y="25673"/>
                </a:moveTo>
                <a:cubicBezTo>
                  <a:pt x="325481" y="22768"/>
                  <a:pt x="324750" y="20520"/>
                  <a:pt x="323308" y="18931"/>
                </a:cubicBezTo>
                <a:cubicBezTo>
                  <a:pt x="321865" y="17341"/>
                  <a:pt x="319672" y="16546"/>
                  <a:pt x="316728" y="16546"/>
                </a:cubicBezTo>
                <a:cubicBezTo>
                  <a:pt x="313764" y="16546"/>
                  <a:pt x="311404" y="17419"/>
                  <a:pt x="309647" y="19166"/>
                </a:cubicBezTo>
                <a:cubicBezTo>
                  <a:pt x="307890" y="20913"/>
                  <a:pt x="306894" y="23082"/>
                  <a:pt x="306659" y="25673"/>
                </a:cubicBezTo>
                <a:lnTo>
                  <a:pt x="325501" y="25673"/>
                </a:lnTo>
                <a:close/>
                <a:moveTo>
                  <a:pt x="362773" y="36310"/>
                </a:moveTo>
                <a:cubicBezTo>
                  <a:pt x="362773" y="39311"/>
                  <a:pt x="361532" y="41772"/>
                  <a:pt x="359049" y="43693"/>
                </a:cubicBezTo>
                <a:cubicBezTo>
                  <a:pt x="356566" y="45615"/>
                  <a:pt x="353175" y="46576"/>
                  <a:pt x="348877" y="46576"/>
                </a:cubicBezTo>
                <a:cubicBezTo>
                  <a:pt x="346443" y="46576"/>
                  <a:pt x="344211" y="46285"/>
                  <a:pt x="342179" y="45705"/>
                </a:cubicBezTo>
                <a:cubicBezTo>
                  <a:pt x="340148" y="45124"/>
                  <a:pt x="338445" y="44489"/>
                  <a:pt x="337071" y="43799"/>
                </a:cubicBezTo>
                <a:lnTo>
                  <a:pt x="337071" y="37567"/>
                </a:lnTo>
                <a:lnTo>
                  <a:pt x="337366" y="37567"/>
                </a:lnTo>
                <a:cubicBezTo>
                  <a:pt x="339112" y="38900"/>
                  <a:pt x="341056" y="39959"/>
                  <a:pt x="343195" y="40746"/>
                </a:cubicBezTo>
                <a:cubicBezTo>
                  <a:pt x="345334" y="41531"/>
                  <a:pt x="347385" y="41924"/>
                  <a:pt x="349348" y="41924"/>
                </a:cubicBezTo>
                <a:cubicBezTo>
                  <a:pt x="351782" y="41924"/>
                  <a:pt x="353686" y="41530"/>
                  <a:pt x="355060" y="40742"/>
                </a:cubicBezTo>
                <a:cubicBezTo>
                  <a:pt x="356434" y="39953"/>
                  <a:pt x="357121" y="38711"/>
                  <a:pt x="357121" y="37016"/>
                </a:cubicBezTo>
                <a:cubicBezTo>
                  <a:pt x="357121" y="35722"/>
                  <a:pt x="356748" y="34741"/>
                  <a:pt x="356002" y="34074"/>
                </a:cubicBezTo>
                <a:cubicBezTo>
                  <a:pt x="355256" y="33408"/>
                  <a:pt x="353823" y="32839"/>
                  <a:pt x="351703" y="32368"/>
                </a:cubicBezTo>
                <a:cubicBezTo>
                  <a:pt x="350918" y="32192"/>
                  <a:pt x="349893" y="31986"/>
                  <a:pt x="348627" y="31750"/>
                </a:cubicBezTo>
                <a:cubicBezTo>
                  <a:pt x="347361" y="31515"/>
                  <a:pt x="346208" y="31260"/>
                  <a:pt x="345167" y="30986"/>
                </a:cubicBezTo>
                <a:cubicBezTo>
                  <a:pt x="342282" y="30221"/>
                  <a:pt x="340236" y="29098"/>
                  <a:pt x="339029" y="27618"/>
                </a:cubicBezTo>
                <a:cubicBezTo>
                  <a:pt x="337822" y="26137"/>
                  <a:pt x="337218" y="24318"/>
                  <a:pt x="337218" y="22161"/>
                </a:cubicBezTo>
                <a:cubicBezTo>
                  <a:pt x="337218" y="20808"/>
                  <a:pt x="337498" y="19533"/>
                  <a:pt x="338057" y="18337"/>
                </a:cubicBezTo>
                <a:cubicBezTo>
                  <a:pt x="338617" y="17141"/>
                  <a:pt x="339466" y="16071"/>
                  <a:pt x="340604" y="15130"/>
                </a:cubicBezTo>
                <a:cubicBezTo>
                  <a:pt x="341703" y="14209"/>
                  <a:pt x="343102" y="13479"/>
                  <a:pt x="344799" y="12939"/>
                </a:cubicBezTo>
                <a:cubicBezTo>
                  <a:pt x="346497" y="12400"/>
                  <a:pt x="348396" y="12130"/>
                  <a:pt x="350496" y="12130"/>
                </a:cubicBezTo>
                <a:cubicBezTo>
                  <a:pt x="352459" y="12130"/>
                  <a:pt x="354446" y="12369"/>
                  <a:pt x="356458" y="12848"/>
                </a:cubicBezTo>
                <a:cubicBezTo>
                  <a:pt x="358470" y="13327"/>
                  <a:pt x="360143" y="13909"/>
                  <a:pt x="361478" y="14595"/>
                </a:cubicBezTo>
                <a:lnTo>
                  <a:pt x="361478" y="20491"/>
                </a:lnTo>
                <a:lnTo>
                  <a:pt x="361183" y="20491"/>
                </a:lnTo>
                <a:cubicBezTo>
                  <a:pt x="359770" y="19451"/>
                  <a:pt x="358053" y="18572"/>
                  <a:pt x="356031" y="17856"/>
                </a:cubicBezTo>
                <a:cubicBezTo>
                  <a:pt x="354010" y="17140"/>
                  <a:pt x="352027" y="16781"/>
                  <a:pt x="350084" y="16781"/>
                </a:cubicBezTo>
                <a:cubicBezTo>
                  <a:pt x="348063" y="16781"/>
                  <a:pt x="346355" y="17171"/>
                  <a:pt x="344961" y="17950"/>
                </a:cubicBezTo>
                <a:cubicBezTo>
                  <a:pt x="343568" y="18729"/>
                  <a:pt x="342871" y="19887"/>
                  <a:pt x="342871" y="21425"/>
                </a:cubicBezTo>
                <a:cubicBezTo>
                  <a:pt x="342871" y="22778"/>
                  <a:pt x="343293" y="23798"/>
                  <a:pt x="344137" y="24484"/>
                </a:cubicBezTo>
                <a:cubicBezTo>
                  <a:pt x="344961" y="25170"/>
                  <a:pt x="346296" y="25729"/>
                  <a:pt x="348141" y="26161"/>
                </a:cubicBezTo>
                <a:cubicBezTo>
                  <a:pt x="349162" y="26397"/>
                  <a:pt x="350305" y="26632"/>
                  <a:pt x="351571" y="26868"/>
                </a:cubicBezTo>
                <a:cubicBezTo>
                  <a:pt x="352837" y="27103"/>
                  <a:pt x="353892" y="27318"/>
                  <a:pt x="354736" y="27515"/>
                </a:cubicBezTo>
                <a:cubicBezTo>
                  <a:pt x="357307" y="28103"/>
                  <a:pt x="359289" y="29113"/>
                  <a:pt x="360683" y="30544"/>
                </a:cubicBezTo>
                <a:cubicBezTo>
                  <a:pt x="362077" y="31995"/>
                  <a:pt x="362773" y="33917"/>
                  <a:pt x="362773" y="36310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6E6373-EC42-4D33-847F-F2F0FD3BF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87" y="2315735"/>
            <a:ext cx="501148" cy="378933"/>
          </a:xfrm>
          <a:custGeom xmlns:a="http://schemas.openxmlformats.org/drawingml/2006/main">
            <a:pathLst>
              <a:path w="501148" h="378933">
                <a:moveTo>
                  <a:pt x="0" y="0"/>
                </a:moveTo>
                <a:lnTo>
                  <a:pt x="501148" y="0"/>
                </a:lnTo>
                <a:lnTo>
                  <a:pt x="501148" y="378933"/>
                </a:lnTo>
                <a:lnTo>
                  <a:pt x="0" y="3789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6E4DB9-0DC1-40F3-A1B0-2CAE2F25B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987" y="2315737"/>
            <a:ext cx="501149" cy="378932"/>
          </a:xfrm>
          <a:custGeom xmlns:a="http://schemas.openxmlformats.org/drawingml/2006/main">
            <a:pathLst>
              <a:path w="501149" h="378932" fill="none">
                <a:moveTo>
                  <a:pt x="0" y="0"/>
                </a:moveTo>
                <a:lnTo>
                  <a:pt x="501149" y="0"/>
                </a:lnTo>
                <a:lnTo>
                  <a:pt x="501149" y="378932"/>
                </a:lnTo>
                <a:lnTo>
                  <a:pt x="0" y="3789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78" name="Text Rosales">
            <a:extLst xmlns:a="http://schemas.openxmlformats.org/drawingml/2006/main">
              <a:ext uri="{FF2B5EF4-FFF2-40B4-BE49-F238E27FC236}">
                <a16:creationId xmlns:a16="http://schemas.microsoft.com/office/drawing/2014/main" id="{10FC3EC6-581B-4EFE-AB22-5B2BDA5A6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7849" y="2361335"/>
            <a:ext cx="352619" cy="74374"/>
          </a:xfrm>
          <a:custGeom xmlns:a="http://schemas.openxmlformats.org/drawingml/2006/main">
            <a:pathLst>
              <a:path w="352619" h="74374">
                <a:moveTo>
                  <a:pt x="57701" y="72875"/>
                </a:moveTo>
                <a:lnTo>
                  <a:pt x="45664" y="72875"/>
                </a:lnTo>
                <a:lnTo>
                  <a:pt x="22340" y="45149"/>
                </a:lnTo>
                <a:lnTo>
                  <a:pt x="9273" y="45149"/>
                </a:lnTo>
                <a:lnTo>
                  <a:pt x="9273" y="72875"/>
                </a:lnTo>
                <a:lnTo>
                  <a:pt x="0" y="72875"/>
                </a:lnTo>
                <a:lnTo>
                  <a:pt x="0" y="3091"/>
                </a:lnTo>
                <a:lnTo>
                  <a:pt x="19530" y="3091"/>
                </a:lnTo>
                <a:cubicBezTo>
                  <a:pt x="23745" y="3091"/>
                  <a:pt x="27258" y="3365"/>
                  <a:pt x="30068" y="3912"/>
                </a:cubicBezTo>
                <a:cubicBezTo>
                  <a:pt x="32878" y="4459"/>
                  <a:pt x="35407" y="5435"/>
                  <a:pt x="37655" y="6842"/>
                </a:cubicBezTo>
                <a:cubicBezTo>
                  <a:pt x="40184" y="8437"/>
                  <a:pt x="42159" y="10445"/>
                  <a:pt x="43580" y="12868"/>
                </a:cubicBezTo>
                <a:cubicBezTo>
                  <a:pt x="45001" y="15290"/>
                  <a:pt x="45711" y="18360"/>
                  <a:pt x="45711" y="22080"/>
                </a:cubicBezTo>
                <a:cubicBezTo>
                  <a:pt x="45711" y="27113"/>
                  <a:pt x="44446" y="31325"/>
                  <a:pt x="41917" y="34716"/>
                </a:cubicBezTo>
                <a:cubicBezTo>
                  <a:pt x="39388" y="38108"/>
                  <a:pt x="35907" y="40663"/>
                  <a:pt x="31473" y="42383"/>
                </a:cubicBezTo>
                <a:lnTo>
                  <a:pt x="57701" y="72875"/>
                </a:lnTo>
                <a:moveTo>
                  <a:pt x="36016" y="22768"/>
                </a:moveTo>
                <a:cubicBezTo>
                  <a:pt x="36016" y="20776"/>
                  <a:pt x="35665" y="19011"/>
                  <a:pt x="34962" y="17471"/>
                </a:cubicBezTo>
                <a:cubicBezTo>
                  <a:pt x="34260" y="15930"/>
                  <a:pt x="33097" y="14631"/>
                  <a:pt x="31473" y="13573"/>
                </a:cubicBezTo>
                <a:cubicBezTo>
                  <a:pt x="30130" y="12671"/>
                  <a:pt x="28538" y="12041"/>
                  <a:pt x="26696" y="11684"/>
                </a:cubicBezTo>
                <a:cubicBezTo>
                  <a:pt x="24854" y="11326"/>
                  <a:pt x="22684" y="11147"/>
                  <a:pt x="20186" y="11147"/>
                </a:cubicBezTo>
                <a:lnTo>
                  <a:pt x="9273" y="11147"/>
                </a:lnTo>
                <a:lnTo>
                  <a:pt x="9273" y="37374"/>
                </a:lnTo>
                <a:lnTo>
                  <a:pt x="18640" y="37374"/>
                </a:lnTo>
                <a:cubicBezTo>
                  <a:pt x="21575" y="37374"/>
                  <a:pt x="24136" y="37118"/>
                  <a:pt x="26321" y="36604"/>
                </a:cubicBezTo>
                <a:cubicBezTo>
                  <a:pt x="28507" y="36091"/>
                  <a:pt x="30365" y="35134"/>
                  <a:pt x="31895" y="33734"/>
                </a:cubicBezTo>
                <a:cubicBezTo>
                  <a:pt x="33300" y="32428"/>
                  <a:pt x="34338" y="30927"/>
                  <a:pt x="35009" y="29231"/>
                </a:cubicBezTo>
                <a:cubicBezTo>
                  <a:pt x="35680" y="27535"/>
                  <a:pt x="36016" y="25381"/>
                  <a:pt x="36016" y="22768"/>
                </a:cubicBezTo>
                <a:close/>
                <a:moveTo>
                  <a:pt x="110577" y="46718"/>
                </a:moveTo>
                <a:cubicBezTo>
                  <a:pt x="110577" y="55263"/>
                  <a:pt x="108391" y="62009"/>
                  <a:pt x="104020" y="66955"/>
                </a:cubicBezTo>
                <a:cubicBezTo>
                  <a:pt x="99649" y="71901"/>
                  <a:pt x="93794" y="74374"/>
                  <a:pt x="86457" y="74374"/>
                </a:cubicBezTo>
                <a:cubicBezTo>
                  <a:pt x="79057" y="74374"/>
                  <a:pt x="73179" y="71901"/>
                  <a:pt x="68824" y="66955"/>
                </a:cubicBezTo>
                <a:cubicBezTo>
                  <a:pt x="64468" y="62009"/>
                  <a:pt x="62290" y="55263"/>
                  <a:pt x="62290" y="46718"/>
                </a:cubicBezTo>
                <a:cubicBezTo>
                  <a:pt x="62290" y="38172"/>
                  <a:pt x="64468" y="31419"/>
                  <a:pt x="68824" y="26457"/>
                </a:cubicBezTo>
                <a:cubicBezTo>
                  <a:pt x="73179" y="21496"/>
                  <a:pt x="79057" y="19015"/>
                  <a:pt x="86457" y="19015"/>
                </a:cubicBezTo>
                <a:cubicBezTo>
                  <a:pt x="93794" y="19015"/>
                  <a:pt x="99649" y="21496"/>
                  <a:pt x="104020" y="26457"/>
                </a:cubicBezTo>
                <a:cubicBezTo>
                  <a:pt x="108391" y="31419"/>
                  <a:pt x="110577" y="38172"/>
                  <a:pt x="110577" y="46718"/>
                </a:cubicBezTo>
                <a:moveTo>
                  <a:pt x="101491" y="46718"/>
                </a:moveTo>
                <a:cubicBezTo>
                  <a:pt x="101491" y="39950"/>
                  <a:pt x="100164" y="34921"/>
                  <a:pt x="97510" y="31631"/>
                </a:cubicBezTo>
                <a:cubicBezTo>
                  <a:pt x="94856" y="28341"/>
                  <a:pt x="91172" y="26696"/>
                  <a:pt x="86457" y="26696"/>
                </a:cubicBezTo>
                <a:cubicBezTo>
                  <a:pt x="81680" y="26696"/>
                  <a:pt x="77972" y="28341"/>
                  <a:pt x="75334" y="31631"/>
                </a:cubicBezTo>
                <a:cubicBezTo>
                  <a:pt x="72695" y="34921"/>
                  <a:pt x="71376" y="39950"/>
                  <a:pt x="71376" y="46718"/>
                </a:cubicBezTo>
                <a:cubicBezTo>
                  <a:pt x="71376" y="53267"/>
                  <a:pt x="72703" y="58233"/>
                  <a:pt x="75357" y="61617"/>
                </a:cubicBezTo>
                <a:cubicBezTo>
                  <a:pt x="78011" y="65001"/>
                  <a:pt x="81711" y="66693"/>
                  <a:pt x="86457" y="66693"/>
                </a:cubicBezTo>
                <a:cubicBezTo>
                  <a:pt x="91140" y="66693"/>
                  <a:pt x="94817" y="65017"/>
                  <a:pt x="97487" y="61664"/>
                </a:cubicBezTo>
                <a:cubicBezTo>
                  <a:pt x="100156" y="58311"/>
                  <a:pt x="101491" y="53329"/>
                  <a:pt x="101491" y="46718"/>
                </a:cubicBezTo>
                <a:close/>
                <a:moveTo>
                  <a:pt x="161580" y="57762"/>
                </a:moveTo>
                <a:cubicBezTo>
                  <a:pt x="161580" y="62535"/>
                  <a:pt x="159605" y="66450"/>
                  <a:pt x="155656" y="69507"/>
                </a:cubicBezTo>
                <a:cubicBezTo>
                  <a:pt x="151706" y="72564"/>
                  <a:pt x="146312" y="74093"/>
                  <a:pt x="139474" y="74093"/>
                </a:cubicBezTo>
                <a:cubicBezTo>
                  <a:pt x="135602" y="74093"/>
                  <a:pt x="132051" y="73631"/>
                  <a:pt x="128819" y="72707"/>
                </a:cubicBezTo>
                <a:cubicBezTo>
                  <a:pt x="125588" y="71783"/>
                  <a:pt x="122879" y="70772"/>
                  <a:pt x="120693" y="69676"/>
                </a:cubicBezTo>
                <a:lnTo>
                  <a:pt x="120693" y="59761"/>
                </a:lnTo>
                <a:lnTo>
                  <a:pt x="121162" y="59761"/>
                </a:lnTo>
                <a:cubicBezTo>
                  <a:pt x="123941" y="61882"/>
                  <a:pt x="127032" y="63567"/>
                  <a:pt x="130435" y="64818"/>
                </a:cubicBezTo>
                <a:cubicBezTo>
                  <a:pt x="133838" y="66068"/>
                  <a:pt x="137101" y="66693"/>
                  <a:pt x="140223" y="66693"/>
                </a:cubicBezTo>
                <a:cubicBezTo>
                  <a:pt x="144095" y="66693"/>
                  <a:pt x="147124" y="66066"/>
                  <a:pt x="149309" y="64812"/>
                </a:cubicBezTo>
                <a:cubicBezTo>
                  <a:pt x="151495" y="63557"/>
                  <a:pt x="152588" y="61582"/>
                  <a:pt x="152588" y="58885"/>
                </a:cubicBezTo>
                <a:cubicBezTo>
                  <a:pt x="152588" y="56826"/>
                  <a:pt x="151995" y="55266"/>
                  <a:pt x="150808" y="54205"/>
                </a:cubicBezTo>
                <a:cubicBezTo>
                  <a:pt x="149622" y="53145"/>
                  <a:pt x="147342" y="52240"/>
                  <a:pt x="143970" y="51491"/>
                </a:cubicBezTo>
                <a:cubicBezTo>
                  <a:pt x="142721" y="51211"/>
                  <a:pt x="141090" y="50883"/>
                  <a:pt x="139076" y="50508"/>
                </a:cubicBezTo>
                <a:cubicBezTo>
                  <a:pt x="137062" y="50134"/>
                  <a:pt x="135228" y="49728"/>
                  <a:pt x="133573" y="49292"/>
                </a:cubicBezTo>
                <a:cubicBezTo>
                  <a:pt x="128983" y="48075"/>
                  <a:pt x="125728" y="46289"/>
                  <a:pt x="123808" y="43934"/>
                </a:cubicBezTo>
                <a:cubicBezTo>
                  <a:pt x="121888" y="41579"/>
                  <a:pt x="120928" y="38685"/>
                  <a:pt x="120928" y="35253"/>
                </a:cubicBezTo>
                <a:cubicBezTo>
                  <a:pt x="120928" y="33101"/>
                  <a:pt x="121372" y="31073"/>
                  <a:pt x="122262" y="29171"/>
                </a:cubicBezTo>
                <a:cubicBezTo>
                  <a:pt x="123152" y="27267"/>
                  <a:pt x="124503" y="25566"/>
                  <a:pt x="126314" y="24069"/>
                </a:cubicBezTo>
                <a:cubicBezTo>
                  <a:pt x="128062" y="22603"/>
                  <a:pt x="130287" y="21442"/>
                  <a:pt x="132987" y="20584"/>
                </a:cubicBezTo>
                <a:cubicBezTo>
                  <a:pt x="135688" y="19725"/>
                  <a:pt x="138709" y="19296"/>
                  <a:pt x="142050" y="19296"/>
                </a:cubicBezTo>
                <a:cubicBezTo>
                  <a:pt x="145172" y="19296"/>
                  <a:pt x="148334" y="19677"/>
                  <a:pt x="151534" y="20439"/>
                </a:cubicBezTo>
                <a:cubicBezTo>
                  <a:pt x="154734" y="21201"/>
                  <a:pt x="157396" y="22127"/>
                  <a:pt x="159519" y="23217"/>
                </a:cubicBezTo>
                <a:lnTo>
                  <a:pt x="159519" y="32597"/>
                </a:lnTo>
                <a:lnTo>
                  <a:pt x="159051" y="32597"/>
                </a:lnTo>
                <a:cubicBezTo>
                  <a:pt x="156803" y="30942"/>
                  <a:pt x="154071" y="29545"/>
                  <a:pt x="150855" y="28405"/>
                </a:cubicBezTo>
                <a:cubicBezTo>
                  <a:pt x="147639" y="27266"/>
                  <a:pt x="144485" y="26696"/>
                  <a:pt x="141394" y="26696"/>
                </a:cubicBezTo>
                <a:cubicBezTo>
                  <a:pt x="138178" y="26696"/>
                  <a:pt x="135462" y="27315"/>
                  <a:pt x="133245" y="28555"/>
                </a:cubicBezTo>
                <a:cubicBezTo>
                  <a:pt x="131028" y="29794"/>
                  <a:pt x="129920" y="31636"/>
                  <a:pt x="129920" y="34083"/>
                </a:cubicBezTo>
                <a:cubicBezTo>
                  <a:pt x="129920" y="36235"/>
                  <a:pt x="130591" y="37857"/>
                  <a:pt x="131934" y="38949"/>
                </a:cubicBezTo>
                <a:cubicBezTo>
                  <a:pt x="133245" y="40041"/>
                  <a:pt x="135368" y="40930"/>
                  <a:pt x="138303" y="41617"/>
                </a:cubicBezTo>
                <a:cubicBezTo>
                  <a:pt x="139927" y="41992"/>
                  <a:pt x="141746" y="42367"/>
                  <a:pt x="143760" y="42741"/>
                </a:cubicBezTo>
                <a:cubicBezTo>
                  <a:pt x="145773" y="43115"/>
                  <a:pt x="147452" y="43458"/>
                  <a:pt x="148794" y="43770"/>
                </a:cubicBezTo>
                <a:cubicBezTo>
                  <a:pt x="152884" y="44706"/>
                  <a:pt x="156038" y="46312"/>
                  <a:pt x="158255" y="48590"/>
                </a:cubicBezTo>
                <a:cubicBezTo>
                  <a:pt x="160472" y="50898"/>
                  <a:pt x="161580" y="53956"/>
                  <a:pt x="161580" y="57762"/>
                </a:cubicBezTo>
                <a:close/>
                <a:moveTo>
                  <a:pt x="214831" y="72875"/>
                </a:moveTo>
                <a:lnTo>
                  <a:pt x="206073" y="72875"/>
                </a:lnTo>
                <a:lnTo>
                  <a:pt x="206073" y="67340"/>
                </a:lnTo>
                <a:cubicBezTo>
                  <a:pt x="205293" y="67872"/>
                  <a:pt x="204239" y="68614"/>
                  <a:pt x="202912" y="69567"/>
                </a:cubicBezTo>
                <a:cubicBezTo>
                  <a:pt x="201585" y="70521"/>
                  <a:pt x="200297" y="71279"/>
                  <a:pt x="199048" y="71842"/>
                </a:cubicBezTo>
                <a:cubicBezTo>
                  <a:pt x="197581" y="72561"/>
                  <a:pt x="195895" y="73162"/>
                  <a:pt x="193990" y="73646"/>
                </a:cubicBezTo>
                <a:cubicBezTo>
                  <a:pt x="192085" y="74131"/>
                  <a:pt x="189853" y="74374"/>
                  <a:pt x="187293" y="74374"/>
                </a:cubicBezTo>
                <a:cubicBezTo>
                  <a:pt x="182578" y="74374"/>
                  <a:pt x="178581" y="72811"/>
                  <a:pt x="175303" y="69684"/>
                </a:cubicBezTo>
                <a:cubicBezTo>
                  <a:pt x="172024" y="66558"/>
                  <a:pt x="170385" y="62572"/>
                  <a:pt x="170385" y="57725"/>
                </a:cubicBezTo>
                <a:cubicBezTo>
                  <a:pt x="170385" y="53755"/>
                  <a:pt x="171236" y="50543"/>
                  <a:pt x="172938" y="48089"/>
                </a:cubicBezTo>
                <a:cubicBezTo>
                  <a:pt x="174639" y="45634"/>
                  <a:pt x="177067" y="43704"/>
                  <a:pt x="180220" y="42298"/>
                </a:cubicBezTo>
                <a:cubicBezTo>
                  <a:pt x="183405" y="40891"/>
                  <a:pt x="187230" y="39937"/>
                  <a:pt x="191695" y="39436"/>
                </a:cubicBezTo>
                <a:cubicBezTo>
                  <a:pt x="196160" y="38936"/>
                  <a:pt x="200953" y="38561"/>
                  <a:pt x="206073" y="38311"/>
                </a:cubicBezTo>
                <a:lnTo>
                  <a:pt x="206073" y="36941"/>
                </a:lnTo>
                <a:cubicBezTo>
                  <a:pt x="206073" y="34926"/>
                  <a:pt x="205722" y="33258"/>
                  <a:pt x="205020" y="31936"/>
                </a:cubicBezTo>
                <a:cubicBezTo>
                  <a:pt x="204317" y="30613"/>
                  <a:pt x="203310" y="29574"/>
                  <a:pt x="201999" y="28818"/>
                </a:cubicBezTo>
                <a:cubicBezTo>
                  <a:pt x="200750" y="28094"/>
                  <a:pt x="199251" y="27606"/>
                  <a:pt x="197503" y="27354"/>
                </a:cubicBezTo>
                <a:cubicBezTo>
                  <a:pt x="195754" y="27103"/>
                  <a:pt x="193927" y="26977"/>
                  <a:pt x="192023" y="26977"/>
                </a:cubicBezTo>
                <a:cubicBezTo>
                  <a:pt x="189712" y="26977"/>
                  <a:pt x="187136" y="27290"/>
                  <a:pt x="184295" y="27915"/>
                </a:cubicBezTo>
                <a:cubicBezTo>
                  <a:pt x="181454" y="28540"/>
                  <a:pt x="178519" y="29444"/>
                  <a:pt x="175490" y="30630"/>
                </a:cubicBezTo>
                <a:lnTo>
                  <a:pt x="175022" y="30630"/>
                </a:lnTo>
                <a:lnTo>
                  <a:pt x="175022" y="21685"/>
                </a:lnTo>
                <a:cubicBezTo>
                  <a:pt x="176739" y="21216"/>
                  <a:pt x="179221" y="20701"/>
                  <a:pt x="182469" y="20139"/>
                </a:cubicBezTo>
                <a:cubicBezTo>
                  <a:pt x="185716" y="19577"/>
                  <a:pt x="188916" y="19296"/>
                  <a:pt x="192070" y="19296"/>
                </a:cubicBezTo>
                <a:cubicBezTo>
                  <a:pt x="195754" y="19296"/>
                  <a:pt x="198962" y="19600"/>
                  <a:pt x="201694" y="20209"/>
                </a:cubicBezTo>
                <a:cubicBezTo>
                  <a:pt x="204426" y="20818"/>
                  <a:pt x="206791" y="21856"/>
                  <a:pt x="208790" y="23324"/>
                </a:cubicBezTo>
                <a:cubicBezTo>
                  <a:pt x="210757" y="24760"/>
                  <a:pt x="212256" y="26618"/>
                  <a:pt x="213286" y="28897"/>
                </a:cubicBezTo>
                <a:cubicBezTo>
                  <a:pt x="214316" y="31176"/>
                  <a:pt x="214831" y="34002"/>
                  <a:pt x="214831" y="37374"/>
                </a:cubicBezTo>
                <a:lnTo>
                  <a:pt x="214831" y="72875"/>
                </a:lnTo>
                <a:moveTo>
                  <a:pt x="206073" y="60061"/>
                </a:moveTo>
                <a:lnTo>
                  <a:pt x="206073" y="45430"/>
                </a:lnTo>
                <a:cubicBezTo>
                  <a:pt x="203388" y="45587"/>
                  <a:pt x="200227" y="45823"/>
                  <a:pt x="196589" y="46137"/>
                </a:cubicBezTo>
                <a:cubicBezTo>
                  <a:pt x="192952" y="46450"/>
                  <a:pt x="190071" y="46904"/>
                  <a:pt x="187948" y="47499"/>
                </a:cubicBezTo>
                <a:cubicBezTo>
                  <a:pt x="185419" y="48221"/>
                  <a:pt x="183374" y="49343"/>
                  <a:pt x="181813" y="50864"/>
                </a:cubicBezTo>
                <a:cubicBezTo>
                  <a:pt x="180252" y="52385"/>
                  <a:pt x="179471" y="54479"/>
                  <a:pt x="179471" y="57144"/>
                </a:cubicBezTo>
                <a:cubicBezTo>
                  <a:pt x="179471" y="60155"/>
                  <a:pt x="180377" y="62422"/>
                  <a:pt x="182188" y="63943"/>
                </a:cubicBezTo>
                <a:cubicBezTo>
                  <a:pt x="183998" y="65464"/>
                  <a:pt x="186762" y="66224"/>
                  <a:pt x="190477" y="66224"/>
                </a:cubicBezTo>
                <a:cubicBezTo>
                  <a:pt x="193568" y="66224"/>
                  <a:pt x="196394" y="65621"/>
                  <a:pt x="198954" y="64414"/>
                </a:cubicBezTo>
                <a:cubicBezTo>
                  <a:pt x="201515" y="63206"/>
                  <a:pt x="203888" y="61755"/>
                  <a:pt x="206073" y="60061"/>
                </a:cubicBezTo>
                <a:close/>
                <a:moveTo>
                  <a:pt x="240684" y="72875"/>
                </a:moveTo>
                <a:lnTo>
                  <a:pt x="231879" y="72875"/>
                </a:lnTo>
                <a:lnTo>
                  <a:pt x="231879" y="0"/>
                </a:lnTo>
                <a:lnTo>
                  <a:pt x="240684" y="0"/>
                </a:lnTo>
                <a:lnTo>
                  <a:pt x="240684" y="72875"/>
                </a:lnTo>
                <a:close/>
                <a:moveTo>
                  <a:pt x="301897" y="47584"/>
                </a:moveTo>
                <a:lnTo>
                  <a:pt x="263352" y="47584"/>
                </a:lnTo>
                <a:cubicBezTo>
                  <a:pt x="263352" y="50808"/>
                  <a:pt x="263836" y="53617"/>
                  <a:pt x="264804" y="56012"/>
                </a:cubicBezTo>
                <a:cubicBezTo>
                  <a:pt x="265772" y="58406"/>
                  <a:pt x="267099" y="60370"/>
                  <a:pt x="268785" y="61904"/>
                </a:cubicBezTo>
                <a:cubicBezTo>
                  <a:pt x="270409" y="63407"/>
                  <a:pt x="272337" y="64534"/>
                  <a:pt x="274569" y="65285"/>
                </a:cubicBezTo>
                <a:cubicBezTo>
                  <a:pt x="276802" y="66036"/>
                  <a:pt x="279260" y="66412"/>
                  <a:pt x="281946" y="66412"/>
                </a:cubicBezTo>
                <a:cubicBezTo>
                  <a:pt x="285505" y="66412"/>
                  <a:pt x="289088" y="65696"/>
                  <a:pt x="292694" y="64265"/>
                </a:cubicBezTo>
                <a:cubicBezTo>
                  <a:pt x="296301" y="62833"/>
                  <a:pt x="298869" y="61426"/>
                  <a:pt x="300399" y="60042"/>
                </a:cubicBezTo>
                <a:lnTo>
                  <a:pt x="300867" y="60042"/>
                </a:lnTo>
                <a:lnTo>
                  <a:pt x="300867" y="69676"/>
                </a:lnTo>
                <a:cubicBezTo>
                  <a:pt x="297901" y="70928"/>
                  <a:pt x="294872" y="71978"/>
                  <a:pt x="291781" y="72824"/>
                </a:cubicBezTo>
                <a:cubicBezTo>
                  <a:pt x="288690" y="73670"/>
                  <a:pt x="285443" y="74093"/>
                  <a:pt x="282039" y="74093"/>
                </a:cubicBezTo>
                <a:cubicBezTo>
                  <a:pt x="273359" y="74093"/>
                  <a:pt x="266584" y="71739"/>
                  <a:pt x="261713" y="67032"/>
                </a:cubicBezTo>
                <a:cubicBezTo>
                  <a:pt x="256842" y="62325"/>
                  <a:pt x="254407" y="55640"/>
                  <a:pt x="254407" y="46975"/>
                </a:cubicBezTo>
                <a:cubicBezTo>
                  <a:pt x="254407" y="38407"/>
                  <a:pt x="256741" y="31604"/>
                  <a:pt x="261409" y="26569"/>
                </a:cubicBezTo>
                <a:cubicBezTo>
                  <a:pt x="266076" y="21533"/>
                  <a:pt x="272220" y="19015"/>
                  <a:pt x="279838" y="19015"/>
                </a:cubicBezTo>
                <a:cubicBezTo>
                  <a:pt x="286895" y="19015"/>
                  <a:pt x="292335" y="21079"/>
                  <a:pt x="296160" y="25207"/>
                </a:cubicBezTo>
                <a:cubicBezTo>
                  <a:pt x="299985" y="29336"/>
                  <a:pt x="301897" y="35200"/>
                  <a:pt x="301897" y="42800"/>
                </a:cubicBezTo>
                <a:lnTo>
                  <a:pt x="301897" y="47584"/>
                </a:lnTo>
                <a:moveTo>
                  <a:pt x="293327" y="40840"/>
                </a:moveTo>
                <a:cubicBezTo>
                  <a:pt x="293295" y="36219"/>
                  <a:pt x="292132" y="32644"/>
                  <a:pt x="289837" y="30115"/>
                </a:cubicBezTo>
                <a:cubicBezTo>
                  <a:pt x="287542" y="27586"/>
                  <a:pt x="284053" y="26321"/>
                  <a:pt x="279370" y="26321"/>
                </a:cubicBezTo>
                <a:cubicBezTo>
                  <a:pt x="274655" y="26321"/>
                  <a:pt x="270900" y="27711"/>
                  <a:pt x="268106" y="30489"/>
                </a:cubicBezTo>
                <a:cubicBezTo>
                  <a:pt x="265311" y="33268"/>
                  <a:pt x="263727" y="36719"/>
                  <a:pt x="263352" y="40840"/>
                </a:cubicBezTo>
                <a:lnTo>
                  <a:pt x="293327" y="40840"/>
                </a:lnTo>
                <a:close/>
                <a:moveTo>
                  <a:pt x="352619" y="57762"/>
                </a:moveTo>
                <a:cubicBezTo>
                  <a:pt x="352619" y="62535"/>
                  <a:pt x="350644" y="66450"/>
                  <a:pt x="346695" y="69507"/>
                </a:cubicBezTo>
                <a:cubicBezTo>
                  <a:pt x="342745" y="72564"/>
                  <a:pt x="337351" y="74093"/>
                  <a:pt x="330513" y="74093"/>
                </a:cubicBezTo>
                <a:cubicBezTo>
                  <a:pt x="326641" y="74093"/>
                  <a:pt x="323090" y="73631"/>
                  <a:pt x="319858" y="72707"/>
                </a:cubicBezTo>
                <a:cubicBezTo>
                  <a:pt x="316627" y="71783"/>
                  <a:pt x="313918" y="70772"/>
                  <a:pt x="311732" y="69676"/>
                </a:cubicBezTo>
                <a:lnTo>
                  <a:pt x="311732" y="59761"/>
                </a:lnTo>
                <a:lnTo>
                  <a:pt x="312201" y="59761"/>
                </a:lnTo>
                <a:cubicBezTo>
                  <a:pt x="314980" y="61882"/>
                  <a:pt x="318071" y="63567"/>
                  <a:pt x="321474" y="64818"/>
                </a:cubicBezTo>
                <a:cubicBezTo>
                  <a:pt x="324877" y="66068"/>
                  <a:pt x="328140" y="66693"/>
                  <a:pt x="331262" y="66693"/>
                </a:cubicBezTo>
                <a:cubicBezTo>
                  <a:pt x="335134" y="66693"/>
                  <a:pt x="338163" y="66066"/>
                  <a:pt x="340348" y="64812"/>
                </a:cubicBezTo>
                <a:cubicBezTo>
                  <a:pt x="342534" y="63557"/>
                  <a:pt x="343627" y="61582"/>
                  <a:pt x="343627" y="58885"/>
                </a:cubicBezTo>
                <a:cubicBezTo>
                  <a:pt x="343627" y="56826"/>
                  <a:pt x="343034" y="55266"/>
                  <a:pt x="341847" y="54205"/>
                </a:cubicBezTo>
                <a:cubicBezTo>
                  <a:pt x="340661" y="53145"/>
                  <a:pt x="338381" y="52240"/>
                  <a:pt x="335009" y="51491"/>
                </a:cubicBezTo>
                <a:cubicBezTo>
                  <a:pt x="333760" y="51211"/>
                  <a:pt x="332129" y="50883"/>
                  <a:pt x="330115" y="50508"/>
                </a:cubicBezTo>
                <a:cubicBezTo>
                  <a:pt x="328101" y="50134"/>
                  <a:pt x="326267" y="49728"/>
                  <a:pt x="324612" y="49292"/>
                </a:cubicBezTo>
                <a:cubicBezTo>
                  <a:pt x="320022" y="48075"/>
                  <a:pt x="316767" y="46289"/>
                  <a:pt x="314847" y="43934"/>
                </a:cubicBezTo>
                <a:cubicBezTo>
                  <a:pt x="312927" y="41579"/>
                  <a:pt x="311967" y="38685"/>
                  <a:pt x="311967" y="35253"/>
                </a:cubicBezTo>
                <a:cubicBezTo>
                  <a:pt x="311967" y="33101"/>
                  <a:pt x="312411" y="31073"/>
                  <a:pt x="313301" y="29171"/>
                </a:cubicBezTo>
                <a:cubicBezTo>
                  <a:pt x="314191" y="27267"/>
                  <a:pt x="315542" y="25566"/>
                  <a:pt x="317353" y="24069"/>
                </a:cubicBezTo>
                <a:cubicBezTo>
                  <a:pt x="319101" y="22603"/>
                  <a:pt x="321326" y="21442"/>
                  <a:pt x="324027" y="20584"/>
                </a:cubicBezTo>
                <a:cubicBezTo>
                  <a:pt x="326727" y="19725"/>
                  <a:pt x="329748" y="19296"/>
                  <a:pt x="333089" y="19296"/>
                </a:cubicBezTo>
                <a:cubicBezTo>
                  <a:pt x="336211" y="19296"/>
                  <a:pt x="339373" y="19677"/>
                  <a:pt x="342573" y="20439"/>
                </a:cubicBezTo>
                <a:cubicBezTo>
                  <a:pt x="345773" y="21201"/>
                  <a:pt x="348435" y="22127"/>
                  <a:pt x="350558" y="23217"/>
                </a:cubicBezTo>
                <a:lnTo>
                  <a:pt x="350558" y="32597"/>
                </a:lnTo>
                <a:lnTo>
                  <a:pt x="350090" y="32597"/>
                </a:lnTo>
                <a:cubicBezTo>
                  <a:pt x="347842" y="30942"/>
                  <a:pt x="345110" y="29545"/>
                  <a:pt x="341894" y="28405"/>
                </a:cubicBezTo>
                <a:cubicBezTo>
                  <a:pt x="338678" y="27266"/>
                  <a:pt x="335524" y="26696"/>
                  <a:pt x="332433" y="26696"/>
                </a:cubicBezTo>
                <a:cubicBezTo>
                  <a:pt x="329217" y="26696"/>
                  <a:pt x="326501" y="27315"/>
                  <a:pt x="324284" y="28555"/>
                </a:cubicBezTo>
                <a:cubicBezTo>
                  <a:pt x="322067" y="29794"/>
                  <a:pt x="320959" y="31636"/>
                  <a:pt x="320959" y="34083"/>
                </a:cubicBezTo>
                <a:cubicBezTo>
                  <a:pt x="320959" y="36235"/>
                  <a:pt x="321630" y="37857"/>
                  <a:pt x="322973" y="38949"/>
                </a:cubicBezTo>
                <a:cubicBezTo>
                  <a:pt x="324284" y="40041"/>
                  <a:pt x="326407" y="40930"/>
                  <a:pt x="329342" y="41617"/>
                </a:cubicBezTo>
                <a:cubicBezTo>
                  <a:pt x="330966" y="41992"/>
                  <a:pt x="332785" y="42367"/>
                  <a:pt x="334799" y="42741"/>
                </a:cubicBezTo>
                <a:cubicBezTo>
                  <a:pt x="336812" y="43115"/>
                  <a:pt x="338491" y="43458"/>
                  <a:pt x="339833" y="43770"/>
                </a:cubicBezTo>
                <a:cubicBezTo>
                  <a:pt x="343924" y="44706"/>
                  <a:pt x="347077" y="46312"/>
                  <a:pt x="349294" y="48590"/>
                </a:cubicBezTo>
                <a:cubicBezTo>
                  <a:pt x="351511" y="50898"/>
                  <a:pt x="352619" y="53956"/>
                  <a:pt x="352619" y="57762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7F33A1-FCB5-41D0-9052-2FD8A41F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36" y="1237726"/>
            <a:ext cx="476082" cy="384017"/>
          </a:xfrm>
          <a:custGeom xmlns:a="http://schemas.openxmlformats.org/drawingml/2006/main">
            <a:pathLst>
              <a:path w="476082" h="384017">
                <a:moveTo>
                  <a:pt x="0" y="0"/>
                </a:moveTo>
                <a:lnTo>
                  <a:pt x="476082" y="0"/>
                </a:lnTo>
                <a:lnTo>
                  <a:pt x="476082" y="384017"/>
                </a:lnTo>
                <a:lnTo>
                  <a:pt x="0" y="3840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2AB125-792C-41A2-9B20-6CAAD31904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35" y="1237727"/>
            <a:ext cx="476084" cy="384017"/>
          </a:xfrm>
          <a:custGeom xmlns:a="http://schemas.openxmlformats.org/drawingml/2006/main">
            <a:pathLst>
              <a:path w="476084" h="384017" fill="none">
                <a:moveTo>
                  <a:pt x="0" y="0"/>
                </a:moveTo>
                <a:lnTo>
                  <a:pt x="476084" y="0"/>
                </a:lnTo>
                <a:lnTo>
                  <a:pt x="476084" y="384017"/>
                </a:lnTo>
                <a:lnTo>
                  <a:pt x="0" y="3840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81" name="Text Poales">
            <a:extLst xmlns:a="http://schemas.openxmlformats.org/drawingml/2006/main">
              <a:ext uri="{FF2B5EF4-FFF2-40B4-BE49-F238E27FC236}">
                <a16:creationId xmlns:a16="http://schemas.microsoft.com/office/drawing/2014/main" id="{70E00608-A48A-4597-A818-07F6B4C15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2529" y="1285830"/>
            <a:ext cx="326183" cy="82573"/>
          </a:xfrm>
          <a:custGeom xmlns:a="http://schemas.openxmlformats.org/drawingml/2006/main">
            <a:pathLst>
              <a:path w="326183" h="82573">
                <a:moveTo>
                  <a:pt x="50646" y="26831"/>
                </a:moveTo>
                <a:cubicBezTo>
                  <a:pt x="50646" y="30263"/>
                  <a:pt x="50048" y="33443"/>
                  <a:pt x="48852" y="36373"/>
                </a:cubicBezTo>
                <a:cubicBezTo>
                  <a:pt x="47656" y="39302"/>
                  <a:pt x="45984" y="41841"/>
                  <a:pt x="43834" y="43990"/>
                </a:cubicBezTo>
                <a:cubicBezTo>
                  <a:pt x="41165" y="46660"/>
                  <a:pt x="38011" y="48662"/>
                  <a:pt x="34371" y="49996"/>
                </a:cubicBezTo>
                <a:cubicBezTo>
                  <a:pt x="30731" y="51331"/>
                  <a:pt x="26138" y="51998"/>
                  <a:pt x="20591" y="51998"/>
                </a:cubicBezTo>
                <a:lnTo>
                  <a:pt x="10296" y="51998"/>
                </a:lnTo>
                <a:lnTo>
                  <a:pt x="10296" y="80909"/>
                </a:lnTo>
                <a:lnTo>
                  <a:pt x="0" y="80909"/>
                </a:lnTo>
                <a:lnTo>
                  <a:pt x="0" y="3432"/>
                </a:lnTo>
                <a:lnTo>
                  <a:pt x="21007" y="3432"/>
                </a:lnTo>
                <a:cubicBezTo>
                  <a:pt x="25652" y="3432"/>
                  <a:pt x="29587" y="3822"/>
                  <a:pt x="32811" y="4602"/>
                </a:cubicBezTo>
                <a:cubicBezTo>
                  <a:pt x="36035" y="5382"/>
                  <a:pt x="38895" y="6604"/>
                  <a:pt x="41390" y="8268"/>
                </a:cubicBezTo>
                <a:cubicBezTo>
                  <a:pt x="44337" y="10244"/>
                  <a:pt x="46616" y="12705"/>
                  <a:pt x="48228" y="15651"/>
                </a:cubicBezTo>
                <a:cubicBezTo>
                  <a:pt x="49840" y="18598"/>
                  <a:pt x="50646" y="22324"/>
                  <a:pt x="50646" y="26831"/>
                </a:cubicBezTo>
                <a:moveTo>
                  <a:pt x="39935" y="27070"/>
                </a:moveTo>
                <a:cubicBezTo>
                  <a:pt x="39935" y="24423"/>
                  <a:pt x="39467" y="22121"/>
                  <a:pt x="38531" y="20162"/>
                </a:cubicBezTo>
                <a:cubicBezTo>
                  <a:pt x="37595" y="18203"/>
                  <a:pt x="36173" y="16604"/>
                  <a:pt x="34267" y="15365"/>
                </a:cubicBezTo>
                <a:cubicBezTo>
                  <a:pt x="32603" y="14301"/>
                  <a:pt x="30705" y="13536"/>
                  <a:pt x="28573" y="13073"/>
                </a:cubicBezTo>
                <a:cubicBezTo>
                  <a:pt x="26441" y="12608"/>
                  <a:pt x="23746" y="12376"/>
                  <a:pt x="20487" y="12376"/>
                </a:cubicBezTo>
                <a:lnTo>
                  <a:pt x="10296" y="12376"/>
                </a:lnTo>
                <a:lnTo>
                  <a:pt x="10296" y="43054"/>
                </a:lnTo>
                <a:lnTo>
                  <a:pt x="18979" y="43054"/>
                </a:lnTo>
                <a:cubicBezTo>
                  <a:pt x="23139" y="43054"/>
                  <a:pt x="26519" y="42685"/>
                  <a:pt x="29119" y="41946"/>
                </a:cubicBezTo>
                <a:cubicBezTo>
                  <a:pt x="31719" y="41207"/>
                  <a:pt x="33833" y="40030"/>
                  <a:pt x="35463" y="38414"/>
                </a:cubicBezTo>
                <a:cubicBezTo>
                  <a:pt x="37092" y="36764"/>
                  <a:pt x="38245" y="35028"/>
                  <a:pt x="38921" y="33207"/>
                </a:cubicBezTo>
                <a:cubicBezTo>
                  <a:pt x="39597" y="31385"/>
                  <a:pt x="39935" y="29339"/>
                  <a:pt x="39935" y="27070"/>
                </a:cubicBezTo>
                <a:close/>
                <a:moveTo>
                  <a:pt x="112937" y="51868"/>
                </a:moveTo>
                <a:cubicBezTo>
                  <a:pt x="112937" y="61356"/>
                  <a:pt x="110510" y="68845"/>
                  <a:pt x="105657" y="74336"/>
                </a:cubicBezTo>
                <a:cubicBezTo>
                  <a:pt x="100804" y="79827"/>
                  <a:pt x="94304" y="82573"/>
                  <a:pt x="86158" y="82573"/>
                </a:cubicBezTo>
                <a:cubicBezTo>
                  <a:pt x="77942" y="82573"/>
                  <a:pt x="71416" y="79827"/>
                  <a:pt x="66581" y="74336"/>
                </a:cubicBezTo>
                <a:cubicBezTo>
                  <a:pt x="61745" y="68845"/>
                  <a:pt x="59327" y="61356"/>
                  <a:pt x="59327" y="51868"/>
                </a:cubicBezTo>
                <a:cubicBezTo>
                  <a:pt x="59327" y="42381"/>
                  <a:pt x="61745" y="34883"/>
                  <a:pt x="66581" y="29374"/>
                </a:cubicBezTo>
                <a:cubicBezTo>
                  <a:pt x="71416" y="23865"/>
                  <a:pt x="77942" y="21111"/>
                  <a:pt x="86158" y="21111"/>
                </a:cubicBezTo>
                <a:cubicBezTo>
                  <a:pt x="94304" y="21111"/>
                  <a:pt x="100804" y="23865"/>
                  <a:pt x="105657" y="29374"/>
                </a:cubicBezTo>
                <a:cubicBezTo>
                  <a:pt x="110510" y="34883"/>
                  <a:pt x="112937" y="42381"/>
                  <a:pt x="112937" y="51868"/>
                </a:cubicBezTo>
                <a:moveTo>
                  <a:pt x="102849" y="51868"/>
                </a:moveTo>
                <a:cubicBezTo>
                  <a:pt x="102849" y="44354"/>
                  <a:pt x="101376" y="38771"/>
                  <a:pt x="98429" y="35118"/>
                </a:cubicBezTo>
                <a:cubicBezTo>
                  <a:pt x="95483" y="31465"/>
                  <a:pt x="91392" y="29639"/>
                  <a:pt x="86158" y="29639"/>
                </a:cubicBezTo>
                <a:cubicBezTo>
                  <a:pt x="80854" y="29639"/>
                  <a:pt x="76737" y="31465"/>
                  <a:pt x="73808" y="35118"/>
                </a:cubicBezTo>
                <a:cubicBezTo>
                  <a:pt x="70879" y="38771"/>
                  <a:pt x="69414" y="44354"/>
                  <a:pt x="69414" y="51868"/>
                </a:cubicBezTo>
                <a:cubicBezTo>
                  <a:pt x="69414" y="59139"/>
                  <a:pt x="70888" y="64653"/>
                  <a:pt x="73834" y="68410"/>
                </a:cubicBezTo>
                <a:cubicBezTo>
                  <a:pt x="76781" y="72167"/>
                  <a:pt x="80889" y="74045"/>
                  <a:pt x="86158" y="74045"/>
                </a:cubicBezTo>
                <a:cubicBezTo>
                  <a:pt x="91358" y="74045"/>
                  <a:pt x="95439" y="72184"/>
                  <a:pt x="98403" y="68462"/>
                </a:cubicBezTo>
                <a:cubicBezTo>
                  <a:pt x="101367" y="64740"/>
                  <a:pt x="102849" y="59208"/>
                  <a:pt x="102849" y="51868"/>
                </a:cubicBezTo>
                <a:close/>
                <a:moveTo>
                  <a:pt x="173205" y="80909"/>
                </a:moveTo>
                <a:lnTo>
                  <a:pt x="163482" y="80909"/>
                </a:lnTo>
                <a:lnTo>
                  <a:pt x="163482" y="74763"/>
                </a:lnTo>
                <a:cubicBezTo>
                  <a:pt x="162615" y="75354"/>
                  <a:pt x="161445" y="76178"/>
                  <a:pt x="159972" y="77237"/>
                </a:cubicBezTo>
                <a:cubicBezTo>
                  <a:pt x="158499" y="78295"/>
                  <a:pt x="157069" y="79137"/>
                  <a:pt x="155682" y="79762"/>
                </a:cubicBezTo>
                <a:cubicBezTo>
                  <a:pt x="154053" y="80560"/>
                  <a:pt x="152181" y="81228"/>
                  <a:pt x="150066" y="81765"/>
                </a:cubicBezTo>
                <a:cubicBezTo>
                  <a:pt x="147952" y="82304"/>
                  <a:pt x="145473" y="82573"/>
                  <a:pt x="142630" y="82573"/>
                </a:cubicBezTo>
                <a:cubicBezTo>
                  <a:pt x="137396" y="82573"/>
                  <a:pt x="132959" y="80837"/>
                  <a:pt x="129319" y="77367"/>
                </a:cubicBezTo>
                <a:cubicBezTo>
                  <a:pt x="125679" y="73896"/>
                  <a:pt x="123859" y="69470"/>
                  <a:pt x="123859" y="64089"/>
                </a:cubicBezTo>
                <a:cubicBezTo>
                  <a:pt x="123859" y="59681"/>
                  <a:pt x="124804" y="56115"/>
                  <a:pt x="126693" y="53391"/>
                </a:cubicBezTo>
                <a:cubicBezTo>
                  <a:pt x="128582" y="50665"/>
                  <a:pt x="131278" y="48522"/>
                  <a:pt x="134779" y="46961"/>
                </a:cubicBezTo>
                <a:cubicBezTo>
                  <a:pt x="138315" y="45399"/>
                  <a:pt x="142561" y="44340"/>
                  <a:pt x="147518" y="43784"/>
                </a:cubicBezTo>
                <a:cubicBezTo>
                  <a:pt x="152475" y="43228"/>
                  <a:pt x="157797" y="42812"/>
                  <a:pt x="163482" y="42534"/>
                </a:cubicBezTo>
                <a:lnTo>
                  <a:pt x="163482" y="41013"/>
                </a:lnTo>
                <a:cubicBezTo>
                  <a:pt x="163482" y="38776"/>
                  <a:pt x="163092" y="36924"/>
                  <a:pt x="162312" y="35456"/>
                </a:cubicBezTo>
                <a:cubicBezTo>
                  <a:pt x="161532" y="33988"/>
                  <a:pt x="160414" y="32835"/>
                  <a:pt x="158958" y="31995"/>
                </a:cubicBezTo>
                <a:cubicBezTo>
                  <a:pt x="157571" y="31191"/>
                  <a:pt x="155907" y="30650"/>
                  <a:pt x="153966" y="30370"/>
                </a:cubicBezTo>
                <a:cubicBezTo>
                  <a:pt x="152025" y="30091"/>
                  <a:pt x="149997" y="29951"/>
                  <a:pt x="147882" y="29951"/>
                </a:cubicBezTo>
                <a:cubicBezTo>
                  <a:pt x="145317" y="29951"/>
                  <a:pt x="142457" y="30298"/>
                  <a:pt x="139303" y="30992"/>
                </a:cubicBezTo>
                <a:cubicBezTo>
                  <a:pt x="136148" y="31686"/>
                  <a:pt x="132889" y="32691"/>
                  <a:pt x="129527" y="34007"/>
                </a:cubicBezTo>
                <a:lnTo>
                  <a:pt x="129007" y="34007"/>
                </a:lnTo>
                <a:lnTo>
                  <a:pt x="129007" y="24075"/>
                </a:lnTo>
                <a:cubicBezTo>
                  <a:pt x="130914" y="23555"/>
                  <a:pt x="133669" y="22983"/>
                  <a:pt x="137275" y="22359"/>
                </a:cubicBezTo>
                <a:cubicBezTo>
                  <a:pt x="140880" y="21735"/>
                  <a:pt x="144433" y="21423"/>
                  <a:pt x="147934" y="21423"/>
                </a:cubicBezTo>
                <a:cubicBezTo>
                  <a:pt x="152025" y="21423"/>
                  <a:pt x="155587" y="21761"/>
                  <a:pt x="158620" y="22437"/>
                </a:cubicBezTo>
                <a:cubicBezTo>
                  <a:pt x="161653" y="23113"/>
                  <a:pt x="164279" y="24266"/>
                  <a:pt x="166498" y="25895"/>
                </a:cubicBezTo>
                <a:cubicBezTo>
                  <a:pt x="168681" y="27490"/>
                  <a:pt x="170345" y="29552"/>
                  <a:pt x="171489" y="32083"/>
                </a:cubicBezTo>
                <a:cubicBezTo>
                  <a:pt x="172633" y="34613"/>
                  <a:pt x="173205" y="37751"/>
                  <a:pt x="173205" y="41494"/>
                </a:cubicBezTo>
                <a:lnTo>
                  <a:pt x="173205" y="80909"/>
                </a:lnTo>
                <a:moveTo>
                  <a:pt x="163482" y="66683"/>
                </a:moveTo>
                <a:lnTo>
                  <a:pt x="163482" y="50438"/>
                </a:lnTo>
                <a:cubicBezTo>
                  <a:pt x="160500" y="50613"/>
                  <a:pt x="156991" y="50874"/>
                  <a:pt x="152952" y="51223"/>
                </a:cubicBezTo>
                <a:cubicBezTo>
                  <a:pt x="148914" y="51571"/>
                  <a:pt x="145716" y="52075"/>
                  <a:pt x="143358" y="52736"/>
                </a:cubicBezTo>
                <a:cubicBezTo>
                  <a:pt x="140551" y="53537"/>
                  <a:pt x="138280" y="54783"/>
                  <a:pt x="136547" y="56472"/>
                </a:cubicBezTo>
                <a:cubicBezTo>
                  <a:pt x="134813" y="58160"/>
                  <a:pt x="133947" y="60485"/>
                  <a:pt x="133947" y="63444"/>
                </a:cubicBezTo>
                <a:cubicBezTo>
                  <a:pt x="133947" y="66787"/>
                  <a:pt x="134952" y="69303"/>
                  <a:pt x="136963" y="70992"/>
                </a:cubicBezTo>
                <a:cubicBezTo>
                  <a:pt x="138973" y="72681"/>
                  <a:pt x="142041" y="73525"/>
                  <a:pt x="146166" y="73525"/>
                </a:cubicBezTo>
                <a:cubicBezTo>
                  <a:pt x="149598" y="73525"/>
                  <a:pt x="152735" y="72855"/>
                  <a:pt x="155578" y="71515"/>
                </a:cubicBezTo>
                <a:cubicBezTo>
                  <a:pt x="158421" y="70174"/>
                  <a:pt x="161055" y="68563"/>
                  <a:pt x="163482" y="66683"/>
                </a:cubicBezTo>
                <a:close/>
                <a:moveTo>
                  <a:pt x="201910" y="80909"/>
                </a:moveTo>
                <a:lnTo>
                  <a:pt x="192134" y="80909"/>
                </a:lnTo>
                <a:lnTo>
                  <a:pt x="192134" y="0"/>
                </a:lnTo>
                <a:lnTo>
                  <a:pt x="201910" y="0"/>
                </a:lnTo>
                <a:lnTo>
                  <a:pt x="201910" y="80909"/>
                </a:lnTo>
                <a:close/>
                <a:moveTo>
                  <a:pt x="269870" y="52830"/>
                </a:moveTo>
                <a:lnTo>
                  <a:pt x="227075" y="52830"/>
                </a:lnTo>
                <a:cubicBezTo>
                  <a:pt x="227075" y="56409"/>
                  <a:pt x="227613" y="59528"/>
                  <a:pt x="228687" y="62186"/>
                </a:cubicBezTo>
                <a:cubicBezTo>
                  <a:pt x="229762" y="64845"/>
                  <a:pt x="231235" y="67025"/>
                  <a:pt x="233107" y="68728"/>
                </a:cubicBezTo>
                <a:cubicBezTo>
                  <a:pt x="234910" y="70397"/>
                  <a:pt x="237050" y="71648"/>
                  <a:pt x="239529" y="72482"/>
                </a:cubicBezTo>
                <a:cubicBezTo>
                  <a:pt x="242007" y="73316"/>
                  <a:pt x="244737" y="73733"/>
                  <a:pt x="247719" y="73733"/>
                </a:cubicBezTo>
                <a:cubicBezTo>
                  <a:pt x="251670" y="73733"/>
                  <a:pt x="255648" y="72939"/>
                  <a:pt x="259652" y="71349"/>
                </a:cubicBezTo>
                <a:cubicBezTo>
                  <a:pt x="263656" y="69760"/>
                  <a:pt x="266507" y="68198"/>
                  <a:pt x="268206" y="66661"/>
                </a:cubicBezTo>
                <a:lnTo>
                  <a:pt x="268726" y="66661"/>
                </a:lnTo>
                <a:lnTo>
                  <a:pt x="268726" y="77357"/>
                </a:lnTo>
                <a:cubicBezTo>
                  <a:pt x="265433" y="78748"/>
                  <a:pt x="262070" y="79913"/>
                  <a:pt x="258638" y="80852"/>
                </a:cubicBezTo>
                <a:cubicBezTo>
                  <a:pt x="255206" y="81791"/>
                  <a:pt x="251601" y="82261"/>
                  <a:pt x="247822" y="82261"/>
                </a:cubicBezTo>
                <a:cubicBezTo>
                  <a:pt x="238186" y="82261"/>
                  <a:pt x="230663" y="79648"/>
                  <a:pt x="225255" y="74422"/>
                </a:cubicBezTo>
                <a:cubicBezTo>
                  <a:pt x="219848" y="69196"/>
                  <a:pt x="217144" y="61774"/>
                  <a:pt x="217144" y="52154"/>
                </a:cubicBezTo>
                <a:cubicBezTo>
                  <a:pt x="217144" y="42641"/>
                  <a:pt x="219735" y="35088"/>
                  <a:pt x="224917" y="29498"/>
                </a:cubicBezTo>
                <a:cubicBezTo>
                  <a:pt x="230100" y="23907"/>
                  <a:pt x="236920" y="21111"/>
                  <a:pt x="245379" y="21111"/>
                </a:cubicBezTo>
                <a:cubicBezTo>
                  <a:pt x="253213" y="21111"/>
                  <a:pt x="259253" y="23403"/>
                  <a:pt x="263500" y="27986"/>
                </a:cubicBezTo>
                <a:cubicBezTo>
                  <a:pt x="267746" y="32570"/>
                  <a:pt x="269870" y="39080"/>
                  <a:pt x="269870" y="47518"/>
                </a:cubicBezTo>
                <a:lnTo>
                  <a:pt x="269870" y="52830"/>
                </a:lnTo>
                <a:moveTo>
                  <a:pt x="260354" y="45342"/>
                </a:moveTo>
                <a:cubicBezTo>
                  <a:pt x="260319" y="40212"/>
                  <a:pt x="259028" y="36243"/>
                  <a:pt x="256480" y="33435"/>
                </a:cubicBezTo>
                <a:cubicBezTo>
                  <a:pt x="253932" y="30627"/>
                  <a:pt x="250058" y="29223"/>
                  <a:pt x="244859" y="29223"/>
                </a:cubicBezTo>
                <a:cubicBezTo>
                  <a:pt x="239624" y="29223"/>
                  <a:pt x="235456" y="30766"/>
                  <a:pt x="232353" y="33851"/>
                </a:cubicBezTo>
                <a:cubicBezTo>
                  <a:pt x="229251" y="36936"/>
                  <a:pt x="227491" y="40766"/>
                  <a:pt x="227075" y="45342"/>
                </a:cubicBezTo>
                <a:lnTo>
                  <a:pt x="260354" y="45342"/>
                </a:lnTo>
                <a:close/>
                <a:moveTo>
                  <a:pt x="326183" y="64130"/>
                </a:moveTo>
                <a:cubicBezTo>
                  <a:pt x="326183" y="69429"/>
                  <a:pt x="323991" y="73776"/>
                  <a:pt x="319606" y="77170"/>
                </a:cubicBezTo>
                <a:cubicBezTo>
                  <a:pt x="315220" y="80564"/>
                  <a:pt x="309232" y="82261"/>
                  <a:pt x="301640" y="82261"/>
                </a:cubicBezTo>
                <a:cubicBezTo>
                  <a:pt x="297342" y="82261"/>
                  <a:pt x="293399" y="81748"/>
                  <a:pt x="289811" y="80722"/>
                </a:cubicBezTo>
                <a:cubicBezTo>
                  <a:pt x="286223" y="79696"/>
                  <a:pt x="283216" y="78574"/>
                  <a:pt x="280789" y="77357"/>
                </a:cubicBezTo>
                <a:lnTo>
                  <a:pt x="280789" y="66350"/>
                </a:lnTo>
                <a:lnTo>
                  <a:pt x="281309" y="66350"/>
                </a:lnTo>
                <a:cubicBezTo>
                  <a:pt x="284394" y="68704"/>
                  <a:pt x="287826" y="70575"/>
                  <a:pt x="291605" y="71964"/>
                </a:cubicBezTo>
                <a:cubicBezTo>
                  <a:pt x="295383" y="73351"/>
                  <a:pt x="299006" y="74045"/>
                  <a:pt x="302472" y="74045"/>
                </a:cubicBezTo>
                <a:cubicBezTo>
                  <a:pt x="306771" y="74045"/>
                  <a:pt x="310133" y="73349"/>
                  <a:pt x="312560" y="71957"/>
                </a:cubicBezTo>
                <a:cubicBezTo>
                  <a:pt x="314986" y="70564"/>
                  <a:pt x="316200" y="68370"/>
                  <a:pt x="316200" y="65376"/>
                </a:cubicBezTo>
                <a:cubicBezTo>
                  <a:pt x="316200" y="63090"/>
                  <a:pt x="315541" y="61359"/>
                  <a:pt x="314224" y="60181"/>
                </a:cubicBezTo>
                <a:cubicBezTo>
                  <a:pt x="312906" y="59004"/>
                  <a:pt x="310376" y="57999"/>
                  <a:pt x="306632" y="57167"/>
                </a:cubicBezTo>
                <a:cubicBezTo>
                  <a:pt x="305245" y="56856"/>
                  <a:pt x="303434" y="56493"/>
                  <a:pt x="301198" y="56077"/>
                </a:cubicBezTo>
                <a:cubicBezTo>
                  <a:pt x="298962" y="55661"/>
                  <a:pt x="296926" y="55211"/>
                  <a:pt x="295088" y="54726"/>
                </a:cubicBezTo>
                <a:cubicBezTo>
                  <a:pt x="289993" y="53375"/>
                  <a:pt x="286379" y="51392"/>
                  <a:pt x="284247" y="48777"/>
                </a:cubicBezTo>
                <a:cubicBezTo>
                  <a:pt x="282115" y="46162"/>
                  <a:pt x="281049" y="42950"/>
                  <a:pt x="281049" y="39140"/>
                </a:cubicBezTo>
                <a:cubicBezTo>
                  <a:pt x="281049" y="36750"/>
                  <a:pt x="281543" y="34499"/>
                  <a:pt x="282531" y="32387"/>
                </a:cubicBezTo>
                <a:cubicBezTo>
                  <a:pt x="283519" y="30273"/>
                  <a:pt x="285018" y="28385"/>
                  <a:pt x="287029" y="26722"/>
                </a:cubicBezTo>
                <a:cubicBezTo>
                  <a:pt x="288970" y="25095"/>
                  <a:pt x="291440" y="23805"/>
                  <a:pt x="294438" y="22853"/>
                </a:cubicBezTo>
                <a:cubicBezTo>
                  <a:pt x="297437" y="21900"/>
                  <a:pt x="300791" y="21423"/>
                  <a:pt x="304500" y="21423"/>
                </a:cubicBezTo>
                <a:cubicBezTo>
                  <a:pt x="307967" y="21423"/>
                  <a:pt x="311477" y="21846"/>
                  <a:pt x="315030" y="22692"/>
                </a:cubicBezTo>
                <a:cubicBezTo>
                  <a:pt x="318583" y="23538"/>
                  <a:pt x="321538" y="24566"/>
                  <a:pt x="323895" y="25776"/>
                </a:cubicBezTo>
                <a:lnTo>
                  <a:pt x="323895" y="36191"/>
                </a:lnTo>
                <a:lnTo>
                  <a:pt x="323375" y="36191"/>
                </a:lnTo>
                <a:cubicBezTo>
                  <a:pt x="320879" y="34353"/>
                  <a:pt x="317846" y="32802"/>
                  <a:pt x="314276" y="31537"/>
                </a:cubicBezTo>
                <a:cubicBezTo>
                  <a:pt x="310705" y="30272"/>
                  <a:pt x="307204" y="29639"/>
                  <a:pt x="303772" y="29639"/>
                </a:cubicBezTo>
                <a:cubicBezTo>
                  <a:pt x="300202" y="29639"/>
                  <a:pt x="297186" y="30327"/>
                  <a:pt x="294724" y="31703"/>
                </a:cubicBezTo>
                <a:cubicBezTo>
                  <a:pt x="292263" y="33078"/>
                  <a:pt x="291033" y="35124"/>
                  <a:pt x="291033" y="37840"/>
                </a:cubicBezTo>
                <a:cubicBezTo>
                  <a:pt x="291033" y="40230"/>
                  <a:pt x="291778" y="42031"/>
                  <a:pt x="293269" y="43243"/>
                </a:cubicBezTo>
                <a:cubicBezTo>
                  <a:pt x="294724" y="44455"/>
                  <a:pt x="297082" y="45443"/>
                  <a:pt x="300340" y="46205"/>
                </a:cubicBezTo>
                <a:cubicBezTo>
                  <a:pt x="302143" y="46621"/>
                  <a:pt x="304162" y="47037"/>
                  <a:pt x="306398" y="47453"/>
                </a:cubicBezTo>
                <a:cubicBezTo>
                  <a:pt x="308634" y="47868"/>
                  <a:pt x="310497" y="48249"/>
                  <a:pt x="311988" y="48595"/>
                </a:cubicBezTo>
                <a:cubicBezTo>
                  <a:pt x="316529" y="49634"/>
                  <a:pt x="320030" y="51418"/>
                  <a:pt x="322491" y="53946"/>
                </a:cubicBezTo>
                <a:cubicBezTo>
                  <a:pt x="324953" y="56509"/>
                  <a:pt x="326183" y="59904"/>
                  <a:pt x="326183" y="64130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5E2E89-B922-4F15-A855-EE9B57CCC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218" y="1237726"/>
            <a:ext cx="455143" cy="384017"/>
          </a:xfrm>
          <a:custGeom xmlns:a="http://schemas.openxmlformats.org/drawingml/2006/main">
            <a:pathLst>
              <a:path w="455143" h="384017">
                <a:moveTo>
                  <a:pt x="0" y="0"/>
                </a:moveTo>
                <a:lnTo>
                  <a:pt x="455143" y="0"/>
                </a:lnTo>
                <a:lnTo>
                  <a:pt x="455143" y="384017"/>
                </a:lnTo>
                <a:lnTo>
                  <a:pt x="0" y="3840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DA53B0-C989-4C59-8C87-BB184B172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23217" y="1237727"/>
            <a:ext cx="455144" cy="384017"/>
          </a:xfrm>
          <a:custGeom xmlns:a="http://schemas.openxmlformats.org/drawingml/2006/main">
            <a:pathLst>
              <a:path w="455144" h="384017" fill="none">
                <a:moveTo>
                  <a:pt x="0" y="0"/>
                </a:moveTo>
                <a:lnTo>
                  <a:pt x="455144" y="0"/>
                </a:lnTo>
                <a:lnTo>
                  <a:pt x="455144" y="384017"/>
                </a:lnTo>
                <a:lnTo>
                  <a:pt x="0" y="3840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84" name="Text Ericales">
            <a:extLst xmlns:a="http://schemas.openxmlformats.org/drawingml/2006/main">
              <a:ext uri="{FF2B5EF4-FFF2-40B4-BE49-F238E27FC236}">
                <a16:creationId xmlns:a16="http://schemas.microsoft.com/office/drawing/2014/main" id="{CC5C1B23-DA0C-4402-AF9F-7FDFFF857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8834" y="1280271"/>
            <a:ext cx="308350" cy="64488"/>
          </a:xfrm>
          <a:custGeom xmlns:a="http://schemas.openxmlformats.org/drawingml/2006/main">
            <a:pathLst>
              <a:path w="308350" h="64488">
                <a:moveTo>
                  <a:pt x="39838" y="63189"/>
                </a:moveTo>
                <a:lnTo>
                  <a:pt x="0" y="63189"/>
                </a:lnTo>
                <a:lnTo>
                  <a:pt x="0" y="2680"/>
                </a:lnTo>
                <a:lnTo>
                  <a:pt x="39838" y="2680"/>
                </a:lnTo>
                <a:lnTo>
                  <a:pt x="39838" y="9828"/>
                </a:lnTo>
                <a:lnTo>
                  <a:pt x="8041" y="9828"/>
                </a:lnTo>
                <a:lnTo>
                  <a:pt x="8041" y="26396"/>
                </a:lnTo>
                <a:lnTo>
                  <a:pt x="39838" y="26396"/>
                </a:lnTo>
                <a:lnTo>
                  <a:pt x="39838" y="33544"/>
                </a:lnTo>
                <a:lnTo>
                  <a:pt x="8041" y="33544"/>
                </a:lnTo>
                <a:lnTo>
                  <a:pt x="8041" y="56041"/>
                </a:lnTo>
                <a:lnTo>
                  <a:pt x="39838" y="56041"/>
                </a:lnTo>
                <a:lnTo>
                  <a:pt x="39838" y="63189"/>
                </a:lnTo>
                <a:close/>
                <a:moveTo>
                  <a:pt x="80285" y="26071"/>
                </a:moveTo>
                <a:lnTo>
                  <a:pt x="79879" y="26071"/>
                </a:lnTo>
                <a:cubicBezTo>
                  <a:pt x="78742" y="25815"/>
                  <a:pt x="77639" y="25629"/>
                  <a:pt x="76569" y="25514"/>
                </a:cubicBezTo>
                <a:cubicBezTo>
                  <a:pt x="75500" y="25398"/>
                  <a:pt x="74234" y="25340"/>
                  <a:pt x="72772" y="25340"/>
                </a:cubicBezTo>
                <a:cubicBezTo>
                  <a:pt x="70417" y="25340"/>
                  <a:pt x="68143" y="25862"/>
                  <a:pt x="65950" y="26906"/>
                </a:cubicBezTo>
                <a:cubicBezTo>
                  <a:pt x="63757" y="27950"/>
                  <a:pt x="61645" y="29298"/>
                  <a:pt x="59615" y="30951"/>
                </a:cubicBezTo>
                <a:lnTo>
                  <a:pt x="59615" y="63189"/>
                </a:lnTo>
                <a:lnTo>
                  <a:pt x="51980" y="63189"/>
                </a:lnTo>
                <a:lnTo>
                  <a:pt x="51980" y="17787"/>
                </a:lnTo>
                <a:lnTo>
                  <a:pt x="59615" y="17787"/>
                </a:lnTo>
                <a:lnTo>
                  <a:pt x="59615" y="24494"/>
                </a:lnTo>
                <a:cubicBezTo>
                  <a:pt x="62647" y="22055"/>
                  <a:pt x="65321" y="20327"/>
                  <a:pt x="67635" y="19311"/>
                </a:cubicBezTo>
                <a:cubicBezTo>
                  <a:pt x="69950" y="18295"/>
                  <a:pt x="72312" y="17787"/>
                  <a:pt x="74722" y="17787"/>
                </a:cubicBezTo>
                <a:cubicBezTo>
                  <a:pt x="76048" y="17787"/>
                  <a:pt x="77009" y="17821"/>
                  <a:pt x="77605" y="17889"/>
                </a:cubicBezTo>
                <a:cubicBezTo>
                  <a:pt x="78201" y="17955"/>
                  <a:pt x="79094" y="18083"/>
                  <a:pt x="80285" y="18272"/>
                </a:cubicBezTo>
                <a:lnTo>
                  <a:pt x="80285" y="26071"/>
                </a:lnTo>
                <a:close/>
                <a:moveTo>
                  <a:pt x="95676" y="10234"/>
                </a:moveTo>
                <a:lnTo>
                  <a:pt x="87067" y="10234"/>
                </a:lnTo>
                <a:lnTo>
                  <a:pt x="87067" y="2274"/>
                </a:lnTo>
                <a:lnTo>
                  <a:pt x="95676" y="2274"/>
                </a:lnTo>
                <a:lnTo>
                  <a:pt x="95676" y="10234"/>
                </a:lnTo>
                <a:moveTo>
                  <a:pt x="95189" y="63189"/>
                </a:moveTo>
                <a:lnTo>
                  <a:pt x="87555" y="63189"/>
                </a:lnTo>
                <a:lnTo>
                  <a:pt x="87555" y="17787"/>
                </a:lnTo>
                <a:lnTo>
                  <a:pt x="95189" y="17787"/>
                </a:lnTo>
                <a:lnTo>
                  <a:pt x="95189" y="63189"/>
                </a:lnTo>
                <a:close/>
                <a:moveTo>
                  <a:pt x="143840" y="60387"/>
                </a:moveTo>
                <a:cubicBezTo>
                  <a:pt x="141295" y="61605"/>
                  <a:pt x="138879" y="62553"/>
                  <a:pt x="136591" y="63229"/>
                </a:cubicBezTo>
                <a:cubicBezTo>
                  <a:pt x="134303" y="63906"/>
                  <a:pt x="131873" y="64245"/>
                  <a:pt x="129302" y="64245"/>
                </a:cubicBezTo>
                <a:cubicBezTo>
                  <a:pt x="126026" y="64245"/>
                  <a:pt x="123021" y="63763"/>
                  <a:pt x="120286" y="62800"/>
                </a:cubicBezTo>
                <a:cubicBezTo>
                  <a:pt x="117552" y="61838"/>
                  <a:pt x="115210" y="60380"/>
                  <a:pt x="113261" y="58427"/>
                </a:cubicBezTo>
                <a:cubicBezTo>
                  <a:pt x="111284" y="56475"/>
                  <a:pt x="109755" y="54007"/>
                  <a:pt x="108672" y="51024"/>
                </a:cubicBezTo>
                <a:cubicBezTo>
                  <a:pt x="107589" y="48040"/>
                  <a:pt x="107047" y="44556"/>
                  <a:pt x="107047" y="40569"/>
                </a:cubicBezTo>
                <a:cubicBezTo>
                  <a:pt x="107047" y="33138"/>
                  <a:pt x="109085" y="27308"/>
                  <a:pt x="113159" y="23078"/>
                </a:cubicBezTo>
                <a:cubicBezTo>
                  <a:pt x="117234" y="18847"/>
                  <a:pt x="122614" y="16731"/>
                  <a:pt x="129302" y="16731"/>
                </a:cubicBezTo>
                <a:cubicBezTo>
                  <a:pt x="131901" y="16731"/>
                  <a:pt x="134452" y="17097"/>
                  <a:pt x="136956" y="17828"/>
                </a:cubicBezTo>
                <a:cubicBezTo>
                  <a:pt x="139461" y="18559"/>
                  <a:pt x="141755" y="19452"/>
                  <a:pt x="143840" y="20508"/>
                </a:cubicBezTo>
                <a:lnTo>
                  <a:pt x="143840" y="28995"/>
                </a:lnTo>
                <a:lnTo>
                  <a:pt x="143434" y="28995"/>
                </a:lnTo>
                <a:cubicBezTo>
                  <a:pt x="141105" y="27194"/>
                  <a:pt x="138703" y="25810"/>
                  <a:pt x="136225" y="24843"/>
                </a:cubicBezTo>
                <a:cubicBezTo>
                  <a:pt x="133748" y="23875"/>
                  <a:pt x="131332" y="23391"/>
                  <a:pt x="128977" y="23391"/>
                </a:cubicBezTo>
                <a:cubicBezTo>
                  <a:pt x="124645" y="23391"/>
                  <a:pt x="121227" y="24846"/>
                  <a:pt x="118723" y="27757"/>
                </a:cubicBezTo>
                <a:cubicBezTo>
                  <a:pt x="116218" y="30667"/>
                  <a:pt x="114966" y="34938"/>
                  <a:pt x="114966" y="40569"/>
                </a:cubicBezTo>
                <a:cubicBezTo>
                  <a:pt x="114966" y="46038"/>
                  <a:pt x="116191" y="50241"/>
                  <a:pt x="118641" y="53178"/>
                </a:cubicBezTo>
                <a:cubicBezTo>
                  <a:pt x="121092" y="56116"/>
                  <a:pt x="124537" y="57585"/>
                  <a:pt x="128977" y="57585"/>
                </a:cubicBezTo>
                <a:cubicBezTo>
                  <a:pt x="130520" y="57585"/>
                  <a:pt x="132090" y="57383"/>
                  <a:pt x="133687" y="56981"/>
                </a:cubicBezTo>
                <a:cubicBezTo>
                  <a:pt x="135285" y="56577"/>
                  <a:pt x="136720" y="56052"/>
                  <a:pt x="137992" y="55407"/>
                </a:cubicBezTo>
                <a:cubicBezTo>
                  <a:pt x="139102" y="54843"/>
                  <a:pt x="140144" y="54245"/>
                  <a:pt x="141119" y="53614"/>
                </a:cubicBezTo>
                <a:cubicBezTo>
                  <a:pt x="142094" y="52982"/>
                  <a:pt x="142865" y="52437"/>
                  <a:pt x="143434" y="51980"/>
                </a:cubicBezTo>
                <a:lnTo>
                  <a:pt x="143840" y="51980"/>
                </a:lnTo>
                <a:lnTo>
                  <a:pt x="143840" y="60387"/>
                </a:lnTo>
                <a:close/>
                <a:moveTo>
                  <a:pt x="188876" y="63189"/>
                </a:moveTo>
                <a:lnTo>
                  <a:pt x="181282" y="63189"/>
                </a:lnTo>
                <a:lnTo>
                  <a:pt x="181282" y="58389"/>
                </a:lnTo>
                <a:cubicBezTo>
                  <a:pt x="180605" y="58850"/>
                  <a:pt x="179691" y="59494"/>
                  <a:pt x="178540" y="60321"/>
                </a:cubicBezTo>
                <a:cubicBezTo>
                  <a:pt x="177390" y="61147"/>
                  <a:pt x="176273" y="61805"/>
                  <a:pt x="175190" y="62293"/>
                </a:cubicBezTo>
                <a:cubicBezTo>
                  <a:pt x="173918" y="62916"/>
                  <a:pt x="172456" y="63438"/>
                  <a:pt x="170804" y="63858"/>
                </a:cubicBezTo>
                <a:cubicBezTo>
                  <a:pt x="169153" y="64278"/>
                  <a:pt x="167217" y="64488"/>
                  <a:pt x="164997" y="64488"/>
                </a:cubicBezTo>
                <a:cubicBezTo>
                  <a:pt x="160909" y="64488"/>
                  <a:pt x="157444" y="63133"/>
                  <a:pt x="154601" y="60422"/>
                </a:cubicBezTo>
                <a:cubicBezTo>
                  <a:pt x="151758" y="57712"/>
                  <a:pt x="150337" y="54255"/>
                  <a:pt x="150337" y="50053"/>
                </a:cubicBezTo>
                <a:cubicBezTo>
                  <a:pt x="150337" y="46610"/>
                  <a:pt x="151075" y="43825"/>
                  <a:pt x="152550" y="41697"/>
                </a:cubicBezTo>
                <a:cubicBezTo>
                  <a:pt x="154026" y="39569"/>
                  <a:pt x="156131" y="37895"/>
                  <a:pt x="158865" y="36676"/>
                </a:cubicBezTo>
                <a:cubicBezTo>
                  <a:pt x="161627" y="35456"/>
                  <a:pt x="164943" y="34629"/>
                  <a:pt x="168814" y="34195"/>
                </a:cubicBezTo>
                <a:cubicBezTo>
                  <a:pt x="172686" y="33761"/>
                  <a:pt x="176842" y="33435"/>
                  <a:pt x="181282" y="33219"/>
                </a:cubicBezTo>
                <a:lnTo>
                  <a:pt x="181282" y="32031"/>
                </a:lnTo>
                <a:cubicBezTo>
                  <a:pt x="181282" y="30284"/>
                  <a:pt x="180977" y="28837"/>
                  <a:pt x="180368" y="27691"/>
                </a:cubicBezTo>
                <a:cubicBezTo>
                  <a:pt x="179759" y="26544"/>
                  <a:pt x="178886" y="25643"/>
                  <a:pt x="177749" y="24988"/>
                </a:cubicBezTo>
                <a:cubicBezTo>
                  <a:pt x="176666" y="24360"/>
                  <a:pt x="175366" y="23937"/>
                  <a:pt x="173850" y="23719"/>
                </a:cubicBezTo>
                <a:cubicBezTo>
                  <a:pt x="172334" y="23500"/>
                  <a:pt x="170750" y="23391"/>
                  <a:pt x="169099" y="23391"/>
                </a:cubicBezTo>
                <a:cubicBezTo>
                  <a:pt x="167095" y="23391"/>
                  <a:pt x="164862" y="23662"/>
                  <a:pt x="162398" y="24205"/>
                </a:cubicBezTo>
                <a:cubicBezTo>
                  <a:pt x="159934" y="24746"/>
                  <a:pt x="157390" y="25531"/>
                  <a:pt x="154763" y="26559"/>
                </a:cubicBezTo>
                <a:lnTo>
                  <a:pt x="154357" y="26559"/>
                </a:lnTo>
                <a:lnTo>
                  <a:pt x="154357" y="18802"/>
                </a:lnTo>
                <a:cubicBezTo>
                  <a:pt x="155846" y="18396"/>
                  <a:pt x="157999" y="17950"/>
                  <a:pt x="160814" y="17462"/>
                </a:cubicBezTo>
                <a:cubicBezTo>
                  <a:pt x="163630" y="16975"/>
                  <a:pt x="166405" y="16731"/>
                  <a:pt x="169139" y="16731"/>
                </a:cubicBezTo>
                <a:cubicBezTo>
                  <a:pt x="172334" y="16731"/>
                  <a:pt x="175116" y="16995"/>
                  <a:pt x="177485" y="17523"/>
                </a:cubicBezTo>
                <a:cubicBezTo>
                  <a:pt x="179854" y="18051"/>
                  <a:pt x="181904" y="18951"/>
                  <a:pt x="183637" y="20224"/>
                </a:cubicBezTo>
                <a:cubicBezTo>
                  <a:pt x="185343" y="21469"/>
                  <a:pt x="186642" y="23080"/>
                  <a:pt x="187536" y="25056"/>
                </a:cubicBezTo>
                <a:cubicBezTo>
                  <a:pt x="188429" y="27033"/>
                  <a:pt x="188876" y="29483"/>
                  <a:pt x="188876" y="32407"/>
                </a:cubicBezTo>
                <a:lnTo>
                  <a:pt x="188876" y="63189"/>
                </a:lnTo>
                <a:moveTo>
                  <a:pt x="181282" y="52078"/>
                </a:moveTo>
                <a:lnTo>
                  <a:pt x="181282" y="39391"/>
                </a:lnTo>
                <a:cubicBezTo>
                  <a:pt x="178953" y="39528"/>
                  <a:pt x="176212" y="39732"/>
                  <a:pt x="173058" y="40004"/>
                </a:cubicBezTo>
                <a:cubicBezTo>
                  <a:pt x="169904" y="40276"/>
                  <a:pt x="167407" y="40670"/>
                  <a:pt x="165566" y="41186"/>
                </a:cubicBezTo>
                <a:cubicBezTo>
                  <a:pt x="163373" y="41812"/>
                  <a:pt x="161599" y="42784"/>
                  <a:pt x="160246" y="44103"/>
                </a:cubicBezTo>
                <a:cubicBezTo>
                  <a:pt x="158892" y="45422"/>
                  <a:pt x="158215" y="47238"/>
                  <a:pt x="158215" y="49549"/>
                </a:cubicBezTo>
                <a:cubicBezTo>
                  <a:pt x="158215" y="52160"/>
                  <a:pt x="159000" y="54125"/>
                  <a:pt x="160571" y="55444"/>
                </a:cubicBezTo>
                <a:cubicBezTo>
                  <a:pt x="162141" y="56763"/>
                  <a:pt x="164537" y="57422"/>
                  <a:pt x="167759" y="57422"/>
                </a:cubicBezTo>
                <a:cubicBezTo>
                  <a:pt x="170439" y="57422"/>
                  <a:pt x="172889" y="56899"/>
                  <a:pt x="175109" y="55852"/>
                </a:cubicBezTo>
                <a:cubicBezTo>
                  <a:pt x="177329" y="54805"/>
                  <a:pt x="179387" y="53547"/>
                  <a:pt x="181282" y="52078"/>
                </a:cubicBezTo>
                <a:close/>
                <a:moveTo>
                  <a:pt x="211292" y="63189"/>
                </a:moveTo>
                <a:lnTo>
                  <a:pt x="203658" y="63189"/>
                </a:lnTo>
                <a:lnTo>
                  <a:pt x="203658" y="0"/>
                </a:lnTo>
                <a:lnTo>
                  <a:pt x="211292" y="0"/>
                </a:lnTo>
                <a:lnTo>
                  <a:pt x="211292" y="63189"/>
                </a:lnTo>
                <a:close/>
                <a:moveTo>
                  <a:pt x="264369" y="41260"/>
                </a:moveTo>
                <a:lnTo>
                  <a:pt x="230947" y="41260"/>
                </a:lnTo>
                <a:cubicBezTo>
                  <a:pt x="230947" y="44055"/>
                  <a:pt x="231367" y="46491"/>
                  <a:pt x="232206" y="48567"/>
                </a:cubicBezTo>
                <a:cubicBezTo>
                  <a:pt x="233045" y="50643"/>
                  <a:pt x="234196" y="52346"/>
                  <a:pt x="235658" y="53676"/>
                </a:cubicBezTo>
                <a:cubicBezTo>
                  <a:pt x="237066" y="54979"/>
                  <a:pt x="238738" y="55956"/>
                  <a:pt x="240673" y="56607"/>
                </a:cubicBezTo>
                <a:cubicBezTo>
                  <a:pt x="242609" y="57259"/>
                  <a:pt x="244741" y="57585"/>
                  <a:pt x="247069" y="57585"/>
                </a:cubicBezTo>
                <a:cubicBezTo>
                  <a:pt x="250156" y="57585"/>
                  <a:pt x="253262" y="56964"/>
                  <a:pt x="256389" y="55723"/>
                </a:cubicBezTo>
                <a:cubicBezTo>
                  <a:pt x="259516" y="54482"/>
                  <a:pt x="261743" y="53261"/>
                  <a:pt x="263070" y="52062"/>
                </a:cubicBezTo>
                <a:lnTo>
                  <a:pt x="263476" y="52062"/>
                </a:lnTo>
                <a:lnTo>
                  <a:pt x="263476" y="60415"/>
                </a:lnTo>
                <a:cubicBezTo>
                  <a:pt x="260904" y="61501"/>
                  <a:pt x="258278" y="62411"/>
                  <a:pt x="255597" y="63144"/>
                </a:cubicBezTo>
                <a:cubicBezTo>
                  <a:pt x="252917" y="63878"/>
                  <a:pt x="250101" y="64245"/>
                  <a:pt x="247151" y="64245"/>
                </a:cubicBezTo>
                <a:cubicBezTo>
                  <a:pt x="239624" y="64245"/>
                  <a:pt x="233749" y="62204"/>
                  <a:pt x="229526" y="58123"/>
                </a:cubicBezTo>
                <a:cubicBezTo>
                  <a:pt x="225302" y="54041"/>
                  <a:pt x="223191" y="48244"/>
                  <a:pt x="223191" y="40732"/>
                </a:cubicBezTo>
                <a:cubicBezTo>
                  <a:pt x="223191" y="33302"/>
                  <a:pt x="225214" y="27404"/>
                  <a:pt x="229262" y="23037"/>
                </a:cubicBezTo>
                <a:cubicBezTo>
                  <a:pt x="233309" y="18671"/>
                  <a:pt x="238636" y="16488"/>
                  <a:pt x="245242" y="16488"/>
                </a:cubicBezTo>
                <a:cubicBezTo>
                  <a:pt x="251360" y="16488"/>
                  <a:pt x="256078" y="18277"/>
                  <a:pt x="259394" y="21857"/>
                </a:cubicBezTo>
                <a:cubicBezTo>
                  <a:pt x="262711" y="25437"/>
                  <a:pt x="264369" y="30521"/>
                  <a:pt x="264369" y="37111"/>
                </a:cubicBezTo>
                <a:lnTo>
                  <a:pt x="264369" y="41260"/>
                </a:lnTo>
                <a:moveTo>
                  <a:pt x="256937" y="35412"/>
                </a:moveTo>
                <a:cubicBezTo>
                  <a:pt x="256910" y="31405"/>
                  <a:pt x="255902" y="28305"/>
                  <a:pt x="253912" y="26112"/>
                </a:cubicBezTo>
                <a:cubicBezTo>
                  <a:pt x="251922" y="23919"/>
                  <a:pt x="248897" y="22823"/>
                  <a:pt x="244836" y="22823"/>
                </a:cubicBezTo>
                <a:cubicBezTo>
                  <a:pt x="240748" y="22823"/>
                  <a:pt x="237492" y="24027"/>
                  <a:pt x="235069" y="26437"/>
                </a:cubicBezTo>
                <a:cubicBezTo>
                  <a:pt x="232646" y="28846"/>
                  <a:pt x="231272" y="31838"/>
                  <a:pt x="230947" y="35412"/>
                </a:cubicBezTo>
                <a:lnTo>
                  <a:pt x="256937" y="35412"/>
                </a:lnTo>
                <a:close/>
                <a:moveTo>
                  <a:pt x="308350" y="50085"/>
                </a:moveTo>
                <a:cubicBezTo>
                  <a:pt x="308350" y="54223"/>
                  <a:pt x="306637" y="57618"/>
                  <a:pt x="303213" y="60269"/>
                </a:cubicBezTo>
                <a:cubicBezTo>
                  <a:pt x="299788" y="62919"/>
                  <a:pt x="295111" y="64245"/>
                  <a:pt x="289182" y="64245"/>
                </a:cubicBezTo>
                <a:cubicBezTo>
                  <a:pt x="285825" y="64245"/>
                  <a:pt x="282745" y="63844"/>
                  <a:pt x="279943" y="63043"/>
                </a:cubicBezTo>
                <a:cubicBezTo>
                  <a:pt x="277141" y="62242"/>
                  <a:pt x="274793" y="61366"/>
                  <a:pt x="272897" y="60415"/>
                </a:cubicBezTo>
                <a:lnTo>
                  <a:pt x="272897" y="51818"/>
                </a:lnTo>
                <a:lnTo>
                  <a:pt x="273303" y="51818"/>
                </a:lnTo>
                <a:cubicBezTo>
                  <a:pt x="275713" y="53656"/>
                  <a:pt x="278393" y="55118"/>
                  <a:pt x="281344" y="56203"/>
                </a:cubicBezTo>
                <a:cubicBezTo>
                  <a:pt x="284295" y="57286"/>
                  <a:pt x="287124" y="57828"/>
                  <a:pt x="289832" y="57828"/>
                </a:cubicBezTo>
                <a:cubicBezTo>
                  <a:pt x="293189" y="57828"/>
                  <a:pt x="295815" y="57285"/>
                  <a:pt x="297710" y="56198"/>
                </a:cubicBezTo>
                <a:cubicBezTo>
                  <a:pt x="299605" y="55110"/>
                  <a:pt x="300553" y="53396"/>
                  <a:pt x="300553" y="51058"/>
                </a:cubicBezTo>
                <a:cubicBezTo>
                  <a:pt x="300553" y="49273"/>
                  <a:pt x="300038" y="47920"/>
                  <a:pt x="299009" y="47001"/>
                </a:cubicBezTo>
                <a:cubicBezTo>
                  <a:pt x="297981" y="46081"/>
                  <a:pt x="296004" y="45296"/>
                  <a:pt x="293080" y="44647"/>
                </a:cubicBezTo>
                <a:cubicBezTo>
                  <a:pt x="291998" y="44404"/>
                  <a:pt x="290583" y="44120"/>
                  <a:pt x="288837" y="43795"/>
                </a:cubicBezTo>
                <a:cubicBezTo>
                  <a:pt x="287091" y="43470"/>
                  <a:pt x="285500" y="43119"/>
                  <a:pt x="284065" y="42740"/>
                </a:cubicBezTo>
                <a:cubicBezTo>
                  <a:pt x="280085" y="41685"/>
                  <a:pt x="277263" y="40137"/>
                  <a:pt x="275598" y="38094"/>
                </a:cubicBezTo>
                <a:cubicBezTo>
                  <a:pt x="273933" y="36052"/>
                  <a:pt x="273100" y="33543"/>
                  <a:pt x="273100" y="30568"/>
                </a:cubicBezTo>
                <a:cubicBezTo>
                  <a:pt x="273100" y="28701"/>
                  <a:pt x="273486" y="26943"/>
                  <a:pt x="274258" y="25294"/>
                </a:cubicBezTo>
                <a:cubicBezTo>
                  <a:pt x="275029" y="23643"/>
                  <a:pt x="276200" y="22168"/>
                  <a:pt x="277771" y="20870"/>
                </a:cubicBezTo>
                <a:cubicBezTo>
                  <a:pt x="279287" y="19599"/>
                  <a:pt x="281216" y="18592"/>
                  <a:pt x="283557" y="17848"/>
                </a:cubicBezTo>
                <a:cubicBezTo>
                  <a:pt x="285899" y="17103"/>
                  <a:pt x="288519" y="16731"/>
                  <a:pt x="291415" y="16731"/>
                </a:cubicBezTo>
                <a:cubicBezTo>
                  <a:pt x="294123" y="16731"/>
                  <a:pt x="296864" y="17062"/>
                  <a:pt x="299639" y="17722"/>
                </a:cubicBezTo>
                <a:cubicBezTo>
                  <a:pt x="302414" y="18383"/>
                  <a:pt x="304722" y="19186"/>
                  <a:pt x="306563" y="20131"/>
                </a:cubicBezTo>
                <a:lnTo>
                  <a:pt x="306563" y="28264"/>
                </a:lnTo>
                <a:lnTo>
                  <a:pt x="306157" y="28264"/>
                </a:lnTo>
                <a:cubicBezTo>
                  <a:pt x="304208" y="26830"/>
                  <a:pt x="301839" y="25618"/>
                  <a:pt x="299050" y="24630"/>
                </a:cubicBezTo>
                <a:cubicBezTo>
                  <a:pt x="296262" y="23642"/>
                  <a:pt x="293527" y="23148"/>
                  <a:pt x="290847" y="23148"/>
                </a:cubicBezTo>
                <a:cubicBezTo>
                  <a:pt x="288058" y="23148"/>
                  <a:pt x="285703" y="23685"/>
                  <a:pt x="283781" y="24759"/>
                </a:cubicBezTo>
                <a:cubicBezTo>
                  <a:pt x="281859" y="25834"/>
                  <a:pt x="280898" y="27431"/>
                  <a:pt x="280898" y="29552"/>
                </a:cubicBezTo>
                <a:cubicBezTo>
                  <a:pt x="280898" y="31419"/>
                  <a:pt x="281480" y="32825"/>
                  <a:pt x="282644" y="33772"/>
                </a:cubicBezTo>
                <a:cubicBezTo>
                  <a:pt x="283781" y="34719"/>
                  <a:pt x="285622" y="35490"/>
                  <a:pt x="288167" y="36086"/>
                </a:cubicBezTo>
                <a:cubicBezTo>
                  <a:pt x="289574" y="36410"/>
                  <a:pt x="291151" y="36735"/>
                  <a:pt x="292898" y="37060"/>
                </a:cubicBezTo>
                <a:cubicBezTo>
                  <a:pt x="294644" y="37384"/>
                  <a:pt x="296099" y="37682"/>
                  <a:pt x="297263" y="37952"/>
                </a:cubicBezTo>
                <a:cubicBezTo>
                  <a:pt x="300810" y="38764"/>
                  <a:pt x="303544" y="40157"/>
                  <a:pt x="305466" y="42131"/>
                </a:cubicBezTo>
                <a:cubicBezTo>
                  <a:pt x="307389" y="44133"/>
                  <a:pt x="308350" y="46784"/>
                  <a:pt x="308350" y="50085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6FF7C2-D456-4F22-8DEE-72122CB05A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858" y="1237726"/>
            <a:ext cx="425950" cy="384017"/>
          </a:xfrm>
          <a:custGeom xmlns:a="http://schemas.openxmlformats.org/drawingml/2006/main">
            <a:pathLst>
              <a:path w="425950" h="384017">
                <a:moveTo>
                  <a:pt x="0" y="0"/>
                </a:moveTo>
                <a:lnTo>
                  <a:pt x="425950" y="0"/>
                </a:lnTo>
                <a:lnTo>
                  <a:pt x="425950" y="384017"/>
                </a:lnTo>
                <a:lnTo>
                  <a:pt x="0" y="3840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8EDED-9432-4BA1-808D-4D6CBE3E8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0859" y="1237727"/>
            <a:ext cx="425950" cy="384017"/>
          </a:xfrm>
          <a:custGeom xmlns:a="http://schemas.openxmlformats.org/drawingml/2006/main">
            <a:pathLst>
              <a:path w="425950" h="384017" fill="none">
                <a:moveTo>
                  <a:pt x="0" y="0"/>
                </a:moveTo>
                <a:lnTo>
                  <a:pt x="425950" y="0"/>
                </a:lnTo>
                <a:lnTo>
                  <a:pt x="425950" y="384017"/>
                </a:lnTo>
                <a:lnTo>
                  <a:pt x="0" y="3840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87" name="Text Malpighiales">
            <a:extLst xmlns:a="http://schemas.openxmlformats.org/drawingml/2006/main">
              <a:ext uri="{FF2B5EF4-FFF2-40B4-BE49-F238E27FC236}">
                <a16:creationId xmlns:a16="http://schemas.microsoft.com/office/drawing/2014/main" id="{E8B7C7E7-FD75-44D3-881D-E9441717A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2983" y="1271617"/>
            <a:ext cx="284309" cy="45823"/>
          </a:xfrm>
          <a:custGeom xmlns:a="http://schemas.openxmlformats.org/drawingml/2006/main">
            <a:pathLst>
              <a:path w="284309" h="45823">
                <a:moveTo>
                  <a:pt x="30687" y="36010"/>
                </a:moveTo>
                <a:lnTo>
                  <a:pt x="26105" y="36010"/>
                </a:lnTo>
                <a:lnTo>
                  <a:pt x="26105" y="6299"/>
                </a:lnTo>
                <a:lnTo>
                  <a:pt x="16524" y="26522"/>
                </a:lnTo>
                <a:lnTo>
                  <a:pt x="13793" y="26522"/>
                </a:lnTo>
                <a:lnTo>
                  <a:pt x="4281" y="6299"/>
                </a:lnTo>
                <a:lnTo>
                  <a:pt x="4281" y="36010"/>
                </a:lnTo>
                <a:lnTo>
                  <a:pt x="0" y="36010"/>
                </a:lnTo>
                <a:lnTo>
                  <a:pt x="0" y="1527"/>
                </a:lnTo>
                <a:lnTo>
                  <a:pt x="6249" y="1527"/>
                </a:lnTo>
                <a:lnTo>
                  <a:pt x="15436" y="20731"/>
                </a:lnTo>
                <a:lnTo>
                  <a:pt x="24323" y="1527"/>
                </a:lnTo>
                <a:lnTo>
                  <a:pt x="30687" y="1527"/>
                </a:lnTo>
                <a:lnTo>
                  <a:pt x="30687" y="36010"/>
                </a:lnTo>
                <a:close/>
                <a:moveTo>
                  <a:pt x="59686" y="36010"/>
                </a:moveTo>
                <a:lnTo>
                  <a:pt x="55358" y="36010"/>
                </a:lnTo>
                <a:lnTo>
                  <a:pt x="55358" y="33275"/>
                </a:lnTo>
                <a:cubicBezTo>
                  <a:pt x="54972" y="33538"/>
                  <a:pt x="54451" y="33905"/>
                  <a:pt x="53796" y="34376"/>
                </a:cubicBezTo>
                <a:cubicBezTo>
                  <a:pt x="53140" y="34847"/>
                  <a:pt x="52504" y="35221"/>
                  <a:pt x="51886" y="35500"/>
                </a:cubicBezTo>
                <a:cubicBezTo>
                  <a:pt x="51161" y="35855"/>
                  <a:pt x="50328" y="36152"/>
                  <a:pt x="49387" y="36391"/>
                </a:cubicBezTo>
                <a:cubicBezTo>
                  <a:pt x="48446" y="36631"/>
                  <a:pt x="47343" y="36751"/>
                  <a:pt x="46078" y="36751"/>
                </a:cubicBezTo>
                <a:cubicBezTo>
                  <a:pt x="43748" y="36751"/>
                  <a:pt x="41773" y="35978"/>
                  <a:pt x="40153" y="34434"/>
                </a:cubicBezTo>
                <a:cubicBezTo>
                  <a:pt x="38533" y="32889"/>
                  <a:pt x="37723" y="30919"/>
                  <a:pt x="37723" y="28524"/>
                </a:cubicBezTo>
                <a:cubicBezTo>
                  <a:pt x="37723" y="26562"/>
                  <a:pt x="38143" y="24975"/>
                  <a:pt x="38984" y="23763"/>
                </a:cubicBezTo>
                <a:cubicBezTo>
                  <a:pt x="39825" y="22550"/>
                  <a:pt x="41025" y="21596"/>
                  <a:pt x="42583" y="20901"/>
                </a:cubicBezTo>
                <a:cubicBezTo>
                  <a:pt x="44157" y="20206"/>
                  <a:pt x="46047" y="19734"/>
                  <a:pt x="48253" y="19487"/>
                </a:cubicBezTo>
                <a:cubicBezTo>
                  <a:pt x="50459" y="19240"/>
                  <a:pt x="52828" y="19054"/>
                  <a:pt x="55358" y="18931"/>
                </a:cubicBezTo>
                <a:lnTo>
                  <a:pt x="55358" y="18254"/>
                </a:lnTo>
                <a:cubicBezTo>
                  <a:pt x="55358" y="17258"/>
                  <a:pt x="55184" y="16434"/>
                  <a:pt x="54837" y="15780"/>
                </a:cubicBezTo>
                <a:cubicBezTo>
                  <a:pt x="54490" y="15127"/>
                  <a:pt x="53992" y="14614"/>
                  <a:pt x="53344" y="14240"/>
                </a:cubicBezTo>
                <a:cubicBezTo>
                  <a:pt x="52727" y="13882"/>
                  <a:pt x="51987" y="13641"/>
                  <a:pt x="51123" y="13517"/>
                </a:cubicBezTo>
                <a:cubicBezTo>
                  <a:pt x="50259" y="13392"/>
                  <a:pt x="49356" y="13330"/>
                  <a:pt x="48415" y="13330"/>
                </a:cubicBezTo>
                <a:cubicBezTo>
                  <a:pt x="47273" y="13330"/>
                  <a:pt x="46000" y="13485"/>
                  <a:pt x="44596" y="13794"/>
                </a:cubicBezTo>
                <a:cubicBezTo>
                  <a:pt x="43192" y="14102"/>
                  <a:pt x="41742" y="14550"/>
                  <a:pt x="40246" y="15135"/>
                </a:cubicBezTo>
                <a:lnTo>
                  <a:pt x="40014" y="15135"/>
                </a:lnTo>
                <a:lnTo>
                  <a:pt x="40014" y="10715"/>
                </a:lnTo>
                <a:cubicBezTo>
                  <a:pt x="40863" y="10484"/>
                  <a:pt x="42089" y="10229"/>
                  <a:pt x="43694" y="9951"/>
                </a:cubicBezTo>
                <a:cubicBezTo>
                  <a:pt x="45298" y="9674"/>
                  <a:pt x="46880" y="9535"/>
                  <a:pt x="48438" y="9535"/>
                </a:cubicBezTo>
                <a:cubicBezTo>
                  <a:pt x="50259" y="9535"/>
                  <a:pt x="51844" y="9685"/>
                  <a:pt x="53194" y="9986"/>
                </a:cubicBezTo>
                <a:cubicBezTo>
                  <a:pt x="54544" y="10287"/>
                  <a:pt x="55713" y="10800"/>
                  <a:pt x="56700" y="11525"/>
                </a:cubicBezTo>
                <a:cubicBezTo>
                  <a:pt x="57672" y="12235"/>
                  <a:pt x="58413" y="13153"/>
                  <a:pt x="58922" y="14279"/>
                </a:cubicBezTo>
                <a:cubicBezTo>
                  <a:pt x="59431" y="15405"/>
                  <a:pt x="59686" y="16802"/>
                  <a:pt x="59686" y="18468"/>
                </a:cubicBezTo>
                <a:lnTo>
                  <a:pt x="59686" y="36010"/>
                </a:lnTo>
                <a:moveTo>
                  <a:pt x="55358" y="29678"/>
                </a:moveTo>
                <a:lnTo>
                  <a:pt x="55358" y="22449"/>
                </a:lnTo>
                <a:cubicBezTo>
                  <a:pt x="54031" y="22526"/>
                  <a:pt x="52469" y="22643"/>
                  <a:pt x="50671" y="22798"/>
                </a:cubicBezTo>
                <a:cubicBezTo>
                  <a:pt x="48874" y="22953"/>
                  <a:pt x="47451" y="23177"/>
                  <a:pt x="46402" y="23471"/>
                </a:cubicBezTo>
                <a:cubicBezTo>
                  <a:pt x="45152" y="23828"/>
                  <a:pt x="44141" y="24382"/>
                  <a:pt x="43370" y="25134"/>
                </a:cubicBezTo>
                <a:cubicBezTo>
                  <a:pt x="42598" y="25885"/>
                  <a:pt x="42213" y="26920"/>
                  <a:pt x="42213" y="28237"/>
                </a:cubicBezTo>
                <a:cubicBezTo>
                  <a:pt x="42213" y="29725"/>
                  <a:pt x="42660" y="30845"/>
                  <a:pt x="43555" y="31596"/>
                </a:cubicBezTo>
                <a:cubicBezTo>
                  <a:pt x="44450" y="32348"/>
                  <a:pt x="45815" y="32724"/>
                  <a:pt x="47651" y="32724"/>
                </a:cubicBezTo>
                <a:cubicBezTo>
                  <a:pt x="49179" y="32724"/>
                  <a:pt x="50575" y="32426"/>
                  <a:pt x="51840" y="31829"/>
                </a:cubicBezTo>
                <a:cubicBezTo>
                  <a:pt x="53105" y="31232"/>
                  <a:pt x="54278" y="30515"/>
                  <a:pt x="55358" y="29678"/>
                </a:cubicBezTo>
                <a:close/>
                <a:moveTo>
                  <a:pt x="72460" y="36010"/>
                </a:moveTo>
                <a:lnTo>
                  <a:pt x="68109" y="36010"/>
                </a:lnTo>
                <a:lnTo>
                  <a:pt x="68109" y="0"/>
                </a:lnTo>
                <a:lnTo>
                  <a:pt x="72460" y="0"/>
                </a:lnTo>
                <a:lnTo>
                  <a:pt x="72460" y="36010"/>
                </a:lnTo>
                <a:close/>
                <a:moveTo>
                  <a:pt x="103818" y="22749"/>
                </a:moveTo>
                <a:cubicBezTo>
                  <a:pt x="103818" y="24851"/>
                  <a:pt x="103518" y="26771"/>
                  <a:pt x="102916" y="28510"/>
                </a:cubicBezTo>
                <a:cubicBezTo>
                  <a:pt x="102314" y="30248"/>
                  <a:pt x="101466" y="31721"/>
                  <a:pt x="100370" y="32926"/>
                </a:cubicBezTo>
                <a:cubicBezTo>
                  <a:pt x="99352" y="34070"/>
                  <a:pt x="98152" y="34955"/>
                  <a:pt x="96771" y="35581"/>
                </a:cubicBezTo>
                <a:cubicBezTo>
                  <a:pt x="95391" y="36206"/>
                  <a:pt x="93929" y="36519"/>
                  <a:pt x="92386" y="36519"/>
                </a:cubicBezTo>
                <a:cubicBezTo>
                  <a:pt x="91044" y="36519"/>
                  <a:pt x="89829" y="36373"/>
                  <a:pt x="88741" y="36079"/>
                </a:cubicBezTo>
                <a:cubicBezTo>
                  <a:pt x="87653" y="35785"/>
                  <a:pt x="86546" y="35329"/>
                  <a:pt x="85420" y="34711"/>
                </a:cubicBezTo>
                <a:lnTo>
                  <a:pt x="85420" y="45545"/>
                </a:lnTo>
                <a:lnTo>
                  <a:pt x="81069" y="45545"/>
                </a:lnTo>
                <a:lnTo>
                  <a:pt x="81069" y="10137"/>
                </a:lnTo>
                <a:lnTo>
                  <a:pt x="85420" y="10137"/>
                </a:lnTo>
                <a:lnTo>
                  <a:pt x="85420" y="12827"/>
                </a:lnTo>
                <a:cubicBezTo>
                  <a:pt x="86577" y="11853"/>
                  <a:pt x="87877" y="11038"/>
                  <a:pt x="89319" y="10382"/>
                </a:cubicBezTo>
                <a:cubicBezTo>
                  <a:pt x="90762" y="9725"/>
                  <a:pt x="92301" y="9396"/>
                  <a:pt x="93936" y="9396"/>
                </a:cubicBezTo>
                <a:cubicBezTo>
                  <a:pt x="97053" y="9396"/>
                  <a:pt x="99479" y="10575"/>
                  <a:pt x="101215" y="12932"/>
                </a:cubicBezTo>
                <a:cubicBezTo>
                  <a:pt x="102951" y="15288"/>
                  <a:pt x="103818" y="18561"/>
                  <a:pt x="103818" y="22749"/>
                </a:cubicBezTo>
                <a:moveTo>
                  <a:pt x="99329" y="22865"/>
                </a:moveTo>
                <a:cubicBezTo>
                  <a:pt x="99329" y="19749"/>
                  <a:pt x="98796" y="17419"/>
                  <a:pt x="97732" y="15876"/>
                </a:cubicBezTo>
                <a:cubicBezTo>
                  <a:pt x="96667" y="14333"/>
                  <a:pt x="95032" y="13562"/>
                  <a:pt x="92826" y="13562"/>
                </a:cubicBezTo>
                <a:cubicBezTo>
                  <a:pt x="91576" y="13562"/>
                  <a:pt x="90318" y="13832"/>
                  <a:pt x="89053" y="14372"/>
                </a:cubicBezTo>
                <a:cubicBezTo>
                  <a:pt x="87788" y="14912"/>
                  <a:pt x="86577" y="15621"/>
                  <a:pt x="85420" y="16501"/>
                </a:cubicBezTo>
                <a:lnTo>
                  <a:pt x="85420" y="31150"/>
                </a:lnTo>
                <a:cubicBezTo>
                  <a:pt x="86654" y="31706"/>
                  <a:pt x="87715" y="32084"/>
                  <a:pt x="88602" y="32284"/>
                </a:cubicBezTo>
                <a:cubicBezTo>
                  <a:pt x="89489" y="32485"/>
                  <a:pt x="90496" y="32585"/>
                  <a:pt x="91622" y="32585"/>
                </a:cubicBezTo>
                <a:cubicBezTo>
                  <a:pt x="94044" y="32585"/>
                  <a:pt x="95934" y="31767"/>
                  <a:pt x="97292" y="30132"/>
                </a:cubicBezTo>
                <a:cubicBezTo>
                  <a:pt x="98650" y="28496"/>
                  <a:pt x="99329" y="26074"/>
                  <a:pt x="99329" y="22865"/>
                </a:cubicBezTo>
                <a:close/>
                <a:moveTo>
                  <a:pt x="115274" y="5832"/>
                </a:moveTo>
                <a:lnTo>
                  <a:pt x="110368" y="5832"/>
                </a:lnTo>
                <a:lnTo>
                  <a:pt x="110368" y="1296"/>
                </a:lnTo>
                <a:lnTo>
                  <a:pt x="115274" y="1296"/>
                </a:lnTo>
                <a:lnTo>
                  <a:pt x="115274" y="5832"/>
                </a:lnTo>
                <a:moveTo>
                  <a:pt x="114997" y="36010"/>
                </a:moveTo>
                <a:lnTo>
                  <a:pt x="110646" y="36010"/>
                </a:lnTo>
                <a:lnTo>
                  <a:pt x="110646" y="10137"/>
                </a:lnTo>
                <a:lnTo>
                  <a:pt x="114997" y="10137"/>
                </a:lnTo>
                <a:lnTo>
                  <a:pt x="114997" y="36010"/>
                </a:lnTo>
                <a:close/>
                <a:moveTo>
                  <a:pt x="144573" y="33078"/>
                </a:moveTo>
                <a:cubicBezTo>
                  <a:pt x="144573" y="37465"/>
                  <a:pt x="143578" y="40686"/>
                  <a:pt x="141587" y="42740"/>
                </a:cubicBezTo>
                <a:cubicBezTo>
                  <a:pt x="139597" y="44795"/>
                  <a:pt x="136535" y="45823"/>
                  <a:pt x="132400" y="45823"/>
                </a:cubicBezTo>
                <a:cubicBezTo>
                  <a:pt x="131027" y="45823"/>
                  <a:pt x="129688" y="45726"/>
                  <a:pt x="128384" y="45533"/>
                </a:cubicBezTo>
                <a:cubicBezTo>
                  <a:pt x="127081" y="45341"/>
                  <a:pt x="125796" y="45067"/>
                  <a:pt x="124531" y="44712"/>
                </a:cubicBezTo>
                <a:lnTo>
                  <a:pt x="124531" y="40268"/>
                </a:lnTo>
                <a:lnTo>
                  <a:pt x="124763" y="40268"/>
                </a:lnTo>
                <a:cubicBezTo>
                  <a:pt x="125472" y="40542"/>
                  <a:pt x="126599" y="40881"/>
                  <a:pt x="128141" y="41284"/>
                </a:cubicBezTo>
                <a:cubicBezTo>
                  <a:pt x="129684" y="41687"/>
                  <a:pt x="131227" y="41888"/>
                  <a:pt x="132770" y="41888"/>
                </a:cubicBezTo>
                <a:cubicBezTo>
                  <a:pt x="134251" y="41888"/>
                  <a:pt x="135478" y="41711"/>
                  <a:pt x="136450" y="41357"/>
                </a:cubicBezTo>
                <a:cubicBezTo>
                  <a:pt x="137422" y="41003"/>
                  <a:pt x="138178" y="40510"/>
                  <a:pt x="138718" y="39879"/>
                </a:cubicBezTo>
                <a:cubicBezTo>
                  <a:pt x="139258" y="39278"/>
                  <a:pt x="139643" y="38554"/>
                  <a:pt x="139875" y="37706"/>
                </a:cubicBezTo>
                <a:cubicBezTo>
                  <a:pt x="140106" y="36859"/>
                  <a:pt x="140222" y="35912"/>
                  <a:pt x="140222" y="34865"/>
                </a:cubicBezTo>
                <a:lnTo>
                  <a:pt x="140222" y="32508"/>
                </a:lnTo>
                <a:cubicBezTo>
                  <a:pt x="138911" y="33560"/>
                  <a:pt x="137657" y="34345"/>
                  <a:pt x="136461" y="34863"/>
                </a:cubicBezTo>
                <a:cubicBezTo>
                  <a:pt x="135266" y="35381"/>
                  <a:pt x="133742" y="35640"/>
                  <a:pt x="131891" y="35640"/>
                </a:cubicBezTo>
                <a:cubicBezTo>
                  <a:pt x="128805" y="35640"/>
                  <a:pt x="126356" y="34522"/>
                  <a:pt x="124543" y="32287"/>
                </a:cubicBezTo>
                <a:cubicBezTo>
                  <a:pt x="122730" y="30051"/>
                  <a:pt x="121823" y="26899"/>
                  <a:pt x="121823" y="22831"/>
                </a:cubicBezTo>
                <a:cubicBezTo>
                  <a:pt x="121823" y="20604"/>
                  <a:pt x="122136" y="18682"/>
                  <a:pt x="122761" y="17065"/>
                </a:cubicBezTo>
                <a:cubicBezTo>
                  <a:pt x="123386" y="15448"/>
                  <a:pt x="124238" y="14052"/>
                  <a:pt x="125318" y="12877"/>
                </a:cubicBezTo>
                <a:cubicBezTo>
                  <a:pt x="126321" y="11778"/>
                  <a:pt x="127540" y="10924"/>
                  <a:pt x="128975" y="10313"/>
                </a:cubicBezTo>
                <a:cubicBezTo>
                  <a:pt x="130409" y="9702"/>
                  <a:pt x="131837" y="9396"/>
                  <a:pt x="133256" y="9396"/>
                </a:cubicBezTo>
                <a:cubicBezTo>
                  <a:pt x="134753" y="9396"/>
                  <a:pt x="136006" y="9547"/>
                  <a:pt x="137017" y="9849"/>
                </a:cubicBezTo>
                <a:cubicBezTo>
                  <a:pt x="138027" y="10150"/>
                  <a:pt x="139096" y="10610"/>
                  <a:pt x="140222" y="11229"/>
                </a:cubicBezTo>
                <a:lnTo>
                  <a:pt x="140500" y="10137"/>
                </a:lnTo>
                <a:lnTo>
                  <a:pt x="144573" y="10137"/>
                </a:lnTo>
                <a:lnTo>
                  <a:pt x="144573" y="33078"/>
                </a:lnTo>
                <a:moveTo>
                  <a:pt x="140222" y="28922"/>
                </a:moveTo>
                <a:lnTo>
                  <a:pt x="140222" y="14792"/>
                </a:lnTo>
                <a:cubicBezTo>
                  <a:pt x="139065" y="14266"/>
                  <a:pt x="137989" y="13891"/>
                  <a:pt x="136994" y="13667"/>
                </a:cubicBezTo>
                <a:cubicBezTo>
                  <a:pt x="135998" y="13442"/>
                  <a:pt x="135007" y="13330"/>
                  <a:pt x="134020" y="13330"/>
                </a:cubicBezTo>
                <a:cubicBezTo>
                  <a:pt x="131628" y="13330"/>
                  <a:pt x="129746" y="14135"/>
                  <a:pt x="128373" y="15744"/>
                </a:cubicBezTo>
                <a:cubicBezTo>
                  <a:pt x="127000" y="17352"/>
                  <a:pt x="126313" y="19688"/>
                  <a:pt x="126313" y="22750"/>
                </a:cubicBezTo>
                <a:cubicBezTo>
                  <a:pt x="126313" y="25658"/>
                  <a:pt x="126822" y="27862"/>
                  <a:pt x="127841" y="29362"/>
                </a:cubicBezTo>
                <a:cubicBezTo>
                  <a:pt x="128859" y="30863"/>
                  <a:pt x="130548" y="31613"/>
                  <a:pt x="132909" y="31613"/>
                </a:cubicBezTo>
                <a:cubicBezTo>
                  <a:pt x="134174" y="31613"/>
                  <a:pt x="135443" y="31370"/>
                  <a:pt x="136716" y="30883"/>
                </a:cubicBezTo>
                <a:cubicBezTo>
                  <a:pt x="137989" y="30395"/>
                  <a:pt x="139157" y="29742"/>
                  <a:pt x="140222" y="28922"/>
                </a:cubicBezTo>
                <a:close/>
                <a:moveTo>
                  <a:pt x="174751" y="36010"/>
                </a:moveTo>
                <a:lnTo>
                  <a:pt x="170400" y="36010"/>
                </a:lnTo>
                <a:lnTo>
                  <a:pt x="170400" y="21276"/>
                </a:lnTo>
                <a:cubicBezTo>
                  <a:pt x="170400" y="20087"/>
                  <a:pt x="170331" y="18971"/>
                  <a:pt x="170192" y="17928"/>
                </a:cubicBezTo>
                <a:cubicBezTo>
                  <a:pt x="170053" y="16886"/>
                  <a:pt x="169799" y="16071"/>
                  <a:pt x="169428" y="15485"/>
                </a:cubicBezTo>
                <a:cubicBezTo>
                  <a:pt x="169043" y="14836"/>
                  <a:pt x="168487" y="14353"/>
                  <a:pt x="167762" y="14037"/>
                </a:cubicBezTo>
                <a:cubicBezTo>
                  <a:pt x="167037" y="13720"/>
                  <a:pt x="166096" y="13562"/>
                  <a:pt x="164939" y="13562"/>
                </a:cubicBezTo>
                <a:cubicBezTo>
                  <a:pt x="163751" y="13562"/>
                  <a:pt x="162509" y="13855"/>
                  <a:pt x="161213" y="14443"/>
                </a:cubicBezTo>
                <a:cubicBezTo>
                  <a:pt x="159917" y="15029"/>
                  <a:pt x="158675" y="15778"/>
                  <a:pt x="157487" y="16689"/>
                </a:cubicBezTo>
                <a:lnTo>
                  <a:pt x="157487" y="36010"/>
                </a:lnTo>
                <a:lnTo>
                  <a:pt x="153136" y="36010"/>
                </a:lnTo>
                <a:lnTo>
                  <a:pt x="153136" y="0"/>
                </a:lnTo>
                <a:lnTo>
                  <a:pt x="157487" y="0"/>
                </a:lnTo>
                <a:lnTo>
                  <a:pt x="157487" y="12990"/>
                </a:lnTo>
                <a:cubicBezTo>
                  <a:pt x="158844" y="11861"/>
                  <a:pt x="160248" y="10981"/>
                  <a:pt x="161699" y="10347"/>
                </a:cubicBezTo>
                <a:cubicBezTo>
                  <a:pt x="163149" y="9713"/>
                  <a:pt x="164638" y="9396"/>
                  <a:pt x="166165" y="9396"/>
                </a:cubicBezTo>
                <a:cubicBezTo>
                  <a:pt x="168958" y="9396"/>
                  <a:pt x="171087" y="10238"/>
                  <a:pt x="172553" y="11923"/>
                </a:cubicBezTo>
                <a:cubicBezTo>
                  <a:pt x="174018" y="13607"/>
                  <a:pt x="174751" y="16034"/>
                  <a:pt x="174751" y="19203"/>
                </a:cubicBezTo>
                <a:lnTo>
                  <a:pt x="174751" y="36010"/>
                </a:lnTo>
                <a:close/>
                <a:moveTo>
                  <a:pt x="187804" y="5832"/>
                </a:moveTo>
                <a:lnTo>
                  <a:pt x="182898" y="5832"/>
                </a:lnTo>
                <a:lnTo>
                  <a:pt x="182898" y="1296"/>
                </a:lnTo>
                <a:lnTo>
                  <a:pt x="187804" y="1296"/>
                </a:lnTo>
                <a:lnTo>
                  <a:pt x="187804" y="5832"/>
                </a:lnTo>
                <a:moveTo>
                  <a:pt x="187526" y="36010"/>
                </a:moveTo>
                <a:lnTo>
                  <a:pt x="183175" y="36010"/>
                </a:lnTo>
                <a:lnTo>
                  <a:pt x="183175" y="10137"/>
                </a:lnTo>
                <a:lnTo>
                  <a:pt x="187526" y="10137"/>
                </a:lnTo>
                <a:lnTo>
                  <a:pt x="187526" y="36010"/>
                </a:lnTo>
                <a:close/>
                <a:moveTo>
                  <a:pt x="216223" y="36010"/>
                </a:moveTo>
                <a:lnTo>
                  <a:pt x="211895" y="36010"/>
                </a:lnTo>
                <a:lnTo>
                  <a:pt x="211895" y="33275"/>
                </a:lnTo>
                <a:cubicBezTo>
                  <a:pt x="211509" y="33538"/>
                  <a:pt x="210989" y="33905"/>
                  <a:pt x="210333" y="34376"/>
                </a:cubicBezTo>
                <a:cubicBezTo>
                  <a:pt x="209677" y="34847"/>
                  <a:pt x="209041" y="35221"/>
                  <a:pt x="208424" y="35500"/>
                </a:cubicBezTo>
                <a:cubicBezTo>
                  <a:pt x="207699" y="35855"/>
                  <a:pt x="206865" y="36152"/>
                  <a:pt x="205924" y="36391"/>
                </a:cubicBezTo>
                <a:cubicBezTo>
                  <a:pt x="204983" y="36631"/>
                  <a:pt x="203880" y="36751"/>
                  <a:pt x="202615" y="36751"/>
                </a:cubicBezTo>
                <a:cubicBezTo>
                  <a:pt x="200285" y="36751"/>
                  <a:pt x="198310" y="35978"/>
                  <a:pt x="196690" y="34434"/>
                </a:cubicBezTo>
                <a:cubicBezTo>
                  <a:pt x="195070" y="32889"/>
                  <a:pt x="194260" y="30919"/>
                  <a:pt x="194260" y="28524"/>
                </a:cubicBezTo>
                <a:cubicBezTo>
                  <a:pt x="194260" y="26562"/>
                  <a:pt x="194681" y="24975"/>
                  <a:pt x="195522" y="23763"/>
                </a:cubicBezTo>
                <a:cubicBezTo>
                  <a:pt x="196362" y="22550"/>
                  <a:pt x="197562" y="21596"/>
                  <a:pt x="199120" y="20901"/>
                </a:cubicBezTo>
                <a:cubicBezTo>
                  <a:pt x="200694" y="20206"/>
                  <a:pt x="202584" y="19734"/>
                  <a:pt x="204790" y="19487"/>
                </a:cubicBezTo>
                <a:cubicBezTo>
                  <a:pt x="206997" y="19240"/>
                  <a:pt x="209365" y="19054"/>
                  <a:pt x="211895" y="18931"/>
                </a:cubicBezTo>
                <a:lnTo>
                  <a:pt x="211895" y="18254"/>
                </a:lnTo>
                <a:cubicBezTo>
                  <a:pt x="211895" y="17258"/>
                  <a:pt x="211722" y="16434"/>
                  <a:pt x="211374" y="15780"/>
                </a:cubicBezTo>
                <a:cubicBezTo>
                  <a:pt x="211027" y="15127"/>
                  <a:pt x="210530" y="14614"/>
                  <a:pt x="209882" y="14240"/>
                </a:cubicBezTo>
                <a:cubicBezTo>
                  <a:pt x="209265" y="13882"/>
                  <a:pt x="208524" y="13641"/>
                  <a:pt x="207660" y="13517"/>
                </a:cubicBezTo>
                <a:cubicBezTo>
                  <a:pt x="206796" y="13392"/>
                  <a:pt x="205893" y="13330"/>
                  <a:pt x="204952" y="13330"/>
                </a:cubicBezTo>
                <a:cubicBezTo>
                  <a:pt x="203811" y="13330"/>
                  <a:pt x="202538" y="13485"/>
                  <a:pt x="201134" y="13794"/>
                </a:cubicBezTo>
                <a:cubicBezTo>
                  <a:pt x="199730" y="14102"/>
                  <a:pt x="198279" y="14550"/>
                  <a:pt x="196783" y="15135"/>
                </a:cubicBezTo>
                <a:lnTo>
                  <a:pt x="196551" y="15135"/>
                </a:lnTo>
                <a:lnTo>
                  <a:pt x="196551" y="10715"/>
                </a:lnTo>
                <a:cubicBezTo>
                  <a:pt x="197400" y="10484"/>
                  <a:pt x="198627" y="10229"/>
                  <a:pt x="200231" y="9951"/>
                </a:cubicBezTo>
                <a:cubicBezTo>
                  <a:pt x="201836" y="9674"/>
                  <a:pt x="203417" y="9535"/>
                  <a:pt x="204975" y="9535"/>
                </a:cubicBezTo>
                <a:cubicBezTo>
                  <a:pt x="206796" y="9535"/>
                  <a:pt x="208381" y="9685"/>
                  <a:pt x="209731" y="9986"/>
                </a:cubicBezTo>
                <a:cubicBezTo>
                  <a:pt x="211081" y="10287"/>
                  <a:pt x="212250" y="10800"/>
                  <a:pt x="213237" y="11525"/>
                </a:cubicBezTo>
                <a:cubicBezTo>
                  <a:pt x="214209" y="12235"/>
                  <a:pt x="214950" y="13153"/>
                  <a:pt x="215459" y="14279"/>
                </a:cubicBezTo>
                <a:cubicBezTo>
                  <a:pt x="215968" y="15405"/>
                  <a:pt x="216223" y="16802"/>
                  <a:pt x="216223" y="18468"/>
                </a:cubicBezTo>
                <a:lnTo>
                  <a:pt x="216223" y="36010"/>
                </a:lnTo>
                <a:moveTo>
                  <a:pt x="211895" y="29678"/>
                </a:moveTo>
                <a:lnTo>
                  <a:pt x="211895" y="22449"/>
                </a:lnTo>
                <a:cubicBezTo>
                  <a:pt x="210568" y="22526"/>
                  <a:pt x="209006" y="22643"/>
                  <a:pt x="207209" y="22798"/>
                </a:cubicBezTo>
                <a:cubicBezTo>
                  <a:pt x="205411" y="22953"/>
                  <a:pt x="203988" y="23177"/>
                  <a:pt x="202939" y="23471"/>
                </a:cubicBezTo>
                <a:cubicBezTo>
                  <a:pt x="201689" y="23828"/>
                  <a:pt x="200679" y="24382"/>
                  <a:pt x="199907" y="25134"/>
                </a:cubicBezTo>
                <a:cubicBezTo>
                  <a:pt x="199136" y="25885"/>
                  <a:pt x="198750" y="26920"/>
                  <a:pt x="198750" y="28237"/>
                </a:cubicBezTo>
                <a:cubicBezTo>
                  <a:pt x="198750" y="29725"/>
                  <a:pt x="199197" y="30845"/>
                  <a:pt x="200092" y="31596"/>
                </a:cubicBezTo>
                <a:cubicBezTo>
                  <a:pt x="200987" y="32348"/>
                  <a:pt x="202353" y="32724"/>
                  <a:pt x="204189" y="32724"/>
                </a:cubicBezTo>
                <a:cubicBezTo>
                  <a:pt x="205716" y="32724"/>
                  <a:pt x="207112" y="32426"/>
                  <a:pt x="208377" y="31829"/>
                </a:cubicBezTo>
                <a:cubicBezTo>
                  <a:pt x="209643" y="31232"/>
                  <a:pt x="210815" y="30515"/>
                  <a:pt x="211895" y="29678"/>
                </a:cubicBezTo>
                <a:close/>
                <a:moveTo>
                  <a:pt x="228998" y="36010"/>
                </a:moveTo>
                <a:lnTo>
                  <a:pt x="224647" y="36010"/>
                </a:lnTo>
                <a:lnTo>
                  <a:pt x="224647" y="0"/>
                </a:lnTo>
                <a:lnTo>
                  <a:pt x="228998" y="0"/>
                </a:lnTo>
                <a:lnTo>
                  <a:pt x="228998" y="36010"/>
                </a:lnTo>
                <a:close/>
                <a:moveTo>
                  <a:pt x="259245" y="23513"/>
                </a:moveTo>
                <a:lnTo>
                  <a:pt x="240199" y="23513"/>
                </a:lnTo>
                <a:cubicBezTo>
                  <a:pt x="240199" y="25106"/>
                  <a:pt x="240438" y="26494"/>
                  <a:pt x="240916" y="27677"/>
                </a:cubicBezTo>
                <a:cubicBezTo>
                  <a:pt x="241394" y="28861"/>
                  <a:pt x="242050" y="29831"/>
                  <a:pt x="242883" y="30589"/>
                </a:cubicBezTo>
                <a:cubicBezTo>
                  <a:pt x="243685" y="31331"/>
                  <a:pt x="244638" y="31888"/>
                  <a:pt x="245741" y="32260"/>
                </a:cubicBezTo>
                <a:cubicBezTo>
                  <a:pt x="246844" y="32631"/>
                  <a:pt x="248059" y="32816"/>
                  <a:pt x="249386" y="32816"/>
                </a:cubicBezTo>
                <a:cubicBezTo>
                  <a:pt x="251145" y="32816"/>
                  <a:pt x="252916" y="32463"/>
                  <a:pt x="254698" y="31756"/>
                </a:cubicBezTo>
                <a:cubicBezTo>
                  <a:pt x="256480" y="31048"/>
                  <a:pt x="257749" y="30353"/>
                  <a:pt x="258505" y="29669"/>
                </a:cubicBezTo>
                <a:lnTo>
                  <a:pt x="258736" y="29669"/>
                </a:lnTo>
                <a:lnTo>
                  <a:pt x="258736" y="34429"/>
                </a:lnTo>
                <a:cubicBezTo>
                  <a:pt x="257270" y="35048"/>
                  <a:pt x="255774" y="35567"/>
                  <a:pt x="254246" y="35985"/>
                </a:cubicBezTo>
                <a:cubicBezTo>
                  <a:pt x="252719" y="36403"/>
                  <a:pt x="251114" y="36612"/>
                  <a:pt x="249433" y="36612"/>
                </a:cubicBezTo>
                <a:cubicBezTo>
                  <a:pt x="245143" y="36612"/>
                  <a:pt x="241795" y="35449"/>
                  <a:pt x="239389" y="33123"/>
                </a:cubicBezTo>
                <a:cubicBezTo>
                  <a:pt x="236982" y="30797"/>
                  <a:pt x="235778" y="27494"/>
                  <a:pt x="235778" y="23212"/>
                </a:cubicBezTo>
                <a:cubicBezTo>
                  <a:pt x="235778" y="18978"/>
                  <a:pt x="236932" y="15617"/>
                  <a:pt x="239238" y="13128"/>
                </a:cubicBezTo>
                <a:cubicBezTo>
                  <a:pt x="241545" y="10640"/>
                  <a:pt x="244580" y="9396"/>
                  <a:pt x="248345" y="9396"/>
                </a:cubicBezTo>
                <a:cubicBezTo>
                  <a:pt x="251832" y="9396"/>
                  <a:pt x="254520" y="10416"/>
                  <a:pt x="256410" y="12456"/>
                </a:cubicBezTo>
                <a:cubicBezTo>
                  <a:pt x="258300" y="14496"/>
                  <a:pt x="259245" y="17393"/>
                  <a:pt x="259245" y="21149"/>
                </a:cubicBezTo>
                <a:lnTo>
                  <a:pt x="259245" y="23513"/>
                </a:lnTo>
                <a:moveTo>
                  <a:pt x="255010" y="20181"/>
                </a:moveTo>
                <a:cubicBezTo>
                  <a:pt x="254995" y="17897"/>
                  <a:pt x="254420" y="16131"/>
                  <a:pt x="253286" y="14881"/>
                </a:cubicBezTo>
                <a:cubicBezTo>
                  <a:pt x="252152" y="13631"/>
                  <a:pt x="250428" y="13006"/>
                  <a:pt x="248113" y="13006"/>
                </a:cubicBezTo>
                <a:cubicBezTo>
                  <a:pt x="245784" y="13006"/>
                  <a:pt x="243928" y="13693"/>
                  <a:pt x="242548" y="15066"/>
                </a:cubicBezTo>
                <a:cubicBezTo>
                  <a:pt x="241167" y="16439"/>
                  <a:pt x="240384" y="18144"/>
                  <a:pt x="240199" y="20181"/>
                </a:cubicBezTo>
                <a:lnTo>
                  <a:pt x="255010" y="20181"/>
                </a:lnTo>
                <a:close/>
                <a:moveTo>
                  <a:pt x="284309" y="28542"/>
                </a:moveTo>
                <a:cubicBezTo>
                  <a:pt x="284309" y="30901"/>
                  <a:pt x="283333" y="32836"/>
                  <a:pt x="281381" y="34346"/>
                </a:cubicBezTo>
                <a:cubicBezTo>
                  <a:pt x="279429" y="35857"/>
                  <a:pt x="276764" y="36612"/>
                  <a:pt x="273385" y="36612"/>
                </a:cubicBezTo>
                <a:cubicBezTo>
                  <a:pt x="271472" y="36612"/>
                  <a:pt x="269717" y="36384"/>
                  <a:pt x="268120" y="35927"/>
                </a:cubicBezTo>
                <a:cubicBezTo>
                  <a:pt x="266523" y="35470"/>
                  <a:pt x="265185" y="34971"/>
                  <a:pt x="264105" y="34429"/>
                </a:cubicBezTo>
                <a:lnTo>
                  <a:pt x="264105" y="29530"/>
                </a:lnTo>
                <a:lnTo>
                  <a:pt x="264336" y="29530"/>
                </a:lnTo>
                <a:cubicBezTo>
                  <a:pt x="265710" y="30578"/>
                  <a:pt x="267237" y="31411"/>
                  <a:pt x="268919" y="32029"/>
                </a:cubicBezTo>
                <a:cubicBezTo>
                  <a:pt x="270600" y="32647"/>
                  <a:pt x="272213" y="32955"/>
                  <a:pt x="273756" y="32955"/>
                </a:cubicBezTo>
                <a:cubicBezTo>
                  <a:pt x="275669" y="32955"/>
                  <a:pt x="277165" y="32646"/>
                  <a:pt x="278245" y="32026"/>
                </a:cubicBezTo>
                <a:cubicBezTo>
                  <a:pt x="279325" y="31406"/>
                  <a:pt x="279865" y="30430"/>
                  <a:pt x="279865" y="29097"/>
                </a:cubicBezTo>
                <a:cubicBezTo>
                  <a:pt x="279865" y="28080"/>
                  <a:pt x="279572" y="27309"/>
                  <a:pt x="278986" y="26785"/>
                </a:cubicBezTo>
                <a:cubicBezTo>
                  <a:pt x="278400" y="26261"/>
                  <a:pt x="277273" y="25814"/>
                  <a:pt x="275607" y="25443"/>
                </a:cubicBezTo>
                <a:cubicBezTo>
                  <a:pt x="274990" y="25305"/>
                  <a:pt x="274184" y="25143"/>
                  <a:pt x="273189" y="24958"/>
                </a:cubicBezTo>
                <a:cubicBezTo>
                  <a:pt x="272193" y="24773"/>
                  <a:pt x="271287" y="24573"/>
                  <a:pt x="270469" y="24357"/>
                </a:cubicBezTo>
                <a:cubicBezTo>
                  <a:pt x="268201" y="23756"/>
                  <a:pt x="266593" y="22873"/>
                  <a:pt x="265644" y="21709"/>
                </a:cubicBezTo>
                <a:cubicBezTo>
                  <a:pt x="264695" y="20545"/>
                  <a:pt x="264221" y="19116"/>
                  <a:pt x="264221" y="17420"/>
                </a:cubicBezTo>
                <a:cubicBezTo>
                  <a:pt x="264221" y="16356"/>
                  <a:pt x="264441" y="15355"/>
                  <a:pt x="264880" y="14414"/>
                </a:cubicBezTo>
                <a:cubicBezTo>
                  <a:pt x="265320" y="13474"/>
                  <a:pt x="265987" y="12633"/>
                  <a:pt x="266882" y="11893"/>
                </a:cubicBezTo>
                <a:cubicBezTo>
                  <a:pt x="267746" y="11169"/>
                  <a:pt x="268845" y="10595"/>
                  <a:pt x="270180" y="10171"/>
                </a:cubicBezTo>
                <a:cubicBezTo>
                  <a:pt x="271515" y="9747"/>
                  <a:pt x="273007" y="9535"/>
                  <a:pt x="274658" y="9535"/>
                </a:cubicBezTo>
                <a:cubicBezTo>
                  <a:pt x="276201" y="9535"/>
                  <a:pt x="277763" y="9723"/>
                  <a:pt x="279345" y="10100"/>
                </a:cubicBezTo>
                <a:cubicBezTo>
                  <a:pt x="280926" y="10476"/>
                  <a:pt x="282241" y="10934"/>
                  <a:pt x="283290" y="11472"/>
                </a:cubicBezTo>
                <a:lnTo>
                  <a:pt x="283290" y="16107"/>
                </a:lnTo>
                <a:lnTo>
                  <a:pt x="283059" y="16107"/>
                </a:lnTo>
                <a:cubicBezTo>
                  <a:pt x="281948" y="15290"/>
                  <a:pt x="280598" y="14599"/>
                  <a:pt x="279009" y="14036"/>
                </a:cubicBezTo>
                <a:cubicBezTo>
                  <a:pt x="277420" y="13473"/>
                  <a:pt x="275862" y="13191"/>
                  <a:pt x="274334" y="13191"/>
                </a:cubicBezTo>
                <a:cubicBezTo>
                  <a:pt x="272745" y="13191"/>
                  <a:pt x="271403" y="13498"/>
                  <a:pt x="270307" y="14110"/>
                </a:cubicBezTo>
                <a:cubicBezTo>
                  <a:pt x="269212" y="14722"/>
                  <a:pt x="268664" y="15633"/>
                  <a:pt x="268664" y="16841"/>
                </a:cubicBezTo>
                <a:cubicBezTo>
                  <a:pt x="268664" y="17905"/>
                  <a:pt x="268996" y="18707"/>
                  <a:pt x="269659" y="19246"/>
                </a:cubicBezTo>
                <a:cubicBezTo>
                  <a:pt x="270307" y="19786"/>
                  <a:pt x="271356" y="20225"/>
                  <a:pt x="272807" y="20565"/>
                </a:cubicBezTo>
                <a:cubicBezTo>
                  <a:pt x="273609" y="20750"/>
                  <a:pt x="274508" y="20935"/>
                  <a:pt x="275503" y="21120"/>
                </a:cubicBezTo>
                <a:cubicBezTo>
                  <a:pt x="276498" y="21305"/>
                  <a:pt x="277327" y="21474"/>
                  <a:pt x="277991" y="21628"/>
                </a:cubicBezTo>
                <a:cubicBezTo>
                  <a:pt x="280012" y="22091"/>
                  <a:pt x="281570" y="22885"/>
                  <a:pt x="282666" y="24010"/>
                </a:cubicBezTo>
                <a:cubicBezTo>
                  <a:pt x="283761" y="25151"/>
                  <a:pt x="284309" y="26661"/>
                  <a:pt x="284309" y="28542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822915-9A04-4A60-9827-91C528071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36" y="1644240"/>
            <a:ext cx="356542" cy="401516"/>
          </a:xfrm>
          <a:custGeom xmlns:a="http://schemas.openxmlformats.org/drawingml/2006/main">
            <a:pathLst>
              <a:path w="356542" h="401516">
                <a:moveTo>
                  <a:pt x="0" y="0"/>
                </a:moveTo>
                <a:lnTo>
                  <a:pt x="356542" y="0"/>
                </a:lnTo>
                <a:lnTo>
                  <a:pt x="356542" y="401516"/>
                </a:lnTo>
                <a:lnTo>
                  <a:pt x="0" y="4015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20F44A-31C8-4F30-8E6A-E2AE632EB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35" y="1644243"/>
            <a:ext cx="356542" cy="401515"/>
          </a:xfrm>
          <a:custGeom xmlns:a="http://schemas.openxmlformats.org/drawingml/2006/main">
            <a:pathLst>
              <a:path w="356542" h="401515" fill="none">
                <a:moveTo>
                  <a:pt x="0" y="0"/>
                </a:moveTo>
                <a:lnTo>
                  <a:pt x="356542" y="0"/>
                </a:lnTo>
                <a:lnTo>
                  <a:pt x="356542" y="401515"/>
                </a:lnTo>
                <a:lnTo>
                  <a:pt x="0" y="40151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90" name="Text Gentianales">
            <a:extLst xmlns:a="http://schemas.openxmlformats.org/drawingml/2006/main">
              <a:ext uri="{FF2B5EF4-FFF2-40B4-BE49-F238E27FC236}">
                <a16:creationId xmlns:a16="http://schemas.microsoft.com/office/drawing/2014/main" id="{75D62296-E73F-4074-A7F2-8F7C08C6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4235" y="1675815"/>
            <a:ext cx="217492" cy="29075"/>
          </a:xfrm>
          <a:custGeom xmlns:a="http://schemas.openxmlformats.org/drawingml/2006/main">
            <a:pathLst>
              <a:path w="217492" h="29075">
                <a:moveTo>
                  <a:pt x="24296" y="26524"/>
                </a:moveTo>
                <a:cubicBezTo>
                  <a:pt x="22807" y="27209"/>
                  <a:pt x="21181" y="27805"/>
                  <a:pt x="19417" y="28313"/>
                </a:cubicBezTo>
                <a:cubicBezTo>
                  <a:pt x="17653" y="28821"/>
                  <a:pt x="15947" y="29075"/>
                  <a:pt x="14299" y="29075"/>
                </a:cubicBezTo>
                <a:cubicBezTo>
                  <a:pt x="12176" y="29075"/>
                  <a:pt x="10229" y="28781"/>
                  <a:pt x="8459" y="28194"/>
                </a:cubicBezTo>
                <a:cubicBezTo>
                  <a:pt x="6689" y="27607"/>
                  <a:pt x="5181" y="26727"/>
                  <a:pt x="3936" y="25553"/>
                </a:cubicBezTo>
                <a:cubicBezTo>
                  <a:pt x="2679" y="24366"/>
                  <a:pt x="1709" y="22884"/>
                  <a:pt x="1025" y="21104"/>
                </a:cubicBezTo>
                <a:cubicBezTo>
                  <a:pt x="342" y="19325"/>
                  <a:pt x="0" y="17243"/>
                  <a:pt x="0" y="14858"/>
                </a:cubicBezTo>
                <a:cubicBezTo>
                  <a:pt x="0" y="10492"/>
                  <a:pt x="1272" y="7046"/>
                  <a:pt x="3817" y="4521"/>
                </a:cubicBezTo>
                <a:cubicBezTo>
                  <a:pt x="6362" y="1995"/>
                  <a:pt x="9856" y="732"/>
                  <a:pt x="14299" y="732"/>
                </a:cubicBezTo>
                <a:cubicBezTo>
                  <a:pt x="15850" y="732"/>
                  <a:pt x="17433" y="918"/>
                  <a:pt x="19051" y="1290"/>
                </a:cubicBezTo>
                <a:cubicBezTo>
                  <a:pt x="20668" y="1661"/>
                  <a:pt x="22410" y="2291"/>
                  <a:pt x="24278" y="3179"/>
                </a:cubicBezTo>
                <a:lnTo>
                  <a:pt x="24278" y="7470"/>
                </a:lnTo>
                <a:lnTo>
                  <a:pt x="23948" y="7470"/>
                </a:lnTo>
                <a:cubicBezTo>
                  <a:pt x="23570" y="7183"/>
                  <a:pt x="23021" y="6806"/>
                  <a:pt x="22301" y="6340"/>
                </a:cubicBezTo>
                <a:cubicBezTo>
                  <a:pt x="21580" y="5873"/>
                  <a:pt x="20872" y="5484"/>
                  <a:pt x="20177" y="5173"/>
                </a:cubicBezTo>
                <a:cubicBezTo>
                  <a:pt x="19334" y="4803"/>
                  <a:pt x="18379" y="4495"/>
                  <a:pt x="17311" y="4249"/>
                </a:cubicBezTo>
                <a:cubicBezTo>
                  <a:pt x="16243" y="4004"/>
                  <a:pt x="15032" y="3882"/>
                  <a:pt x="13677" y="3882"/>
                </a:cubicBezTo>
                <a:cubicBezTo>
                  <a:pt x="10625" y="3882"/>
                  <a:pt x="8212" y="4860"/>
                  <a:pt x="6436" y="6818"/>
                </a:cubicBezTo>
                <a:cubicBezTo>
                  <a:pt x="4660" y="8775"/>
                  <a:pt x="3772" y="11425"/>
                  <a:pt x="3772" y="14766"/>
                </a:cubicBezTo>
                <a:cubicBezTo>
                  <a:pt x="3772" y="18291"/>
                  <a:pt x="4699" y="21032"/>
                  <a:pt x="6555" y="22990"/>
                </a:cubicBezTo>
                <a:cubicBezTo>
                  <a:pt x="8410" y="24947"/>
                  <a:pt x="10937" y="25926"/>
                  <a:pt x="14135" y="25926"/>
                </a:cubicBezTo>
                <a:cubicBezTo>
                  <a:pt x="15306" y="25926"/>
                  <a:pt x="16475" y="25810"/>
                  <a:pt x="17641" y="25579"/>
                </a:cubicBezTo>
                <a:cubicBezTo>
                  <a:pt x="18807" y="25348"/>
                  <a:pt x="19829" y="25049"/>
                  <a:pt x="20708" y="24684"/>
                </a:cubicBezTo>
                <a:lnTo>
                  <a:pt x="20708" y="18016"/>
                </a:lnTo>
                <a:lnTo>
                  <a:pt x="13402" y="18016"/>
                </a:lnTo>
                <a:lnTo>
                  <a:pt x="13402" y="14794"/>
                </a:lnTo>
                <a:lnTo>
                  <a:pt x="24296" y="14794"/>
                </a:lnTo>
                <a:lnTo>
                  <a:pt x="24296" y="26524"/>
                </a:lnTo>
                <a:close/>
                <a:moveTo>
                  <a:pt x="47476" y="18602"/>
                </a:moveTo>
                <a:lnTo>
                  <a:pt x="32408" y="18602"/>
                </a:lnTo>
                <a:cubicBezTo>
                  <a:pt x="32408" y="19862"/>
                  <a:pt x="32597" y="20961"/>
                  <a:pt x="32975" y="21897"/>
                </a:cubicBezTo>
                <a:cubicBezTo>
                  <a:pt x="33354" y="22833"/>
                  <a:pt x="33872" y="23601"/>
                  <a:pt x="34531" y="24200"/>
                </a:cubicBezTo>
                <a:cubicBezTo>
                  <a:pt x="35166" y="24788"/>
                  <a:pt x="35920" y="25228"/>
                  <a:pt x="36793" y="25522"/>
                </a:cubicBezTo>
                <a:cubicBezTo>
                  <a:pt x="37665" y="25816"/>
                  <a:pt x="38627" y="25962"/>
                  <a:pt x="39676" y="25962"/>
                </a:cubicBezTo>
                <a:cubicBezTo>
                  <a:pt x="41068" y="25962"/>
                  <a:pt x="42468" y="25683"/>
                  <a:pt x="43878" y="25123"/>
                </a:cubicBezTo>
                <a:cubicBezTo>
                  <a:pt x="45288" y="24563"/>
                  <a:pt x="46292" y="24013"/>
                  <a:pt x="46890" y="23472"/>
                </a:cubicBezTo>
                <a:lnTo>
                  <a:pt x="47073" y="23472"/>
                </a:lnTo>
                <a:lnTo>
                  <a:pt x="47073" y="27238"/>
                </a:lnTo>
                <a:cubicBezTo>
                  <a:pt x="45914" y="27728"/>
                  <a:pt x="44730" y="28138"/>
                  <a:pt x="43521" y="28469"/>
                </a:cubicBezTo>
                <a:cubicBezTo>
                  <a:pt x="42313" y="28800"/>
                  <a:pt x="41043" y="28965"/>
                  <a:pt x="39713" y="28965"/>
                </a:cubicBezTo>
                <a:cubicBezTo>
                  <a:pt x="36320" y="28965"/>
                  <a:pt x="33671" y="28045"/>
                  <a:pt x="31767" y="26205"/>
                </a:cubicBezTo>
                <a:cubicBezTo>
                  <a:pt x="29863" y="24365"/>
                  <a:pt x="28911" y="21751"/>
                  <a:pt x="28911" y="18364"/>
                </a:cubicBezTo>
                <a:cubicBezTo>
                  <a:pt x="28911" y="15014"/>
                  <a:pt x="29823" y="12355"/>
                  <a:pt x="31648" y="10386"/>
                </a:cubicBezTo>
                <a:cubicBezTo>
                  <a:pt x="33473" y="8418"/>
                  <a:pt x="35874" y="7434"/>
                  <a:pt x="38852" y="7434"/>
                </a:cubicBezTo>
                <a:cubicBezTo>
                  <a:pt x="41611" y="7434"/>
                  <a:pt x="43738" y="8240"/>
                  <a:pt x="45233" y="9854"/>
                </a:cubicBezTo>
                <a:cubicBezTo>
                  <a:pt x="46728" y="11468"/>
                  <a:pt x="47476" y="13761"/>
                  <a:pt x="47476" y="16732"/>
                </a:cubicBezTo>
                <a:lnTo>
                  <a:pt x="47476" y="18602"/>
                </a:lnTo>
                <a:moveTo>
                  <a:pt x="44125" y="15966"/>
                </a:moveTo>
                <a:cubicBezTo>
                  <a:pt x="44113" y="14159"/>
                  <a:pt x="43659" y="12761"/>
                  <a:pt x="42761" y="11773"/>
                </a:cubicBezTo>
                <a:cubicBezTo>
                  <a:pt x="41864" y="10784"/>
                  <a:pt x="40500" y="10290"/>
                  <a:pt x="38669" y="10290"/>
                </a:cubicBezTo>
                <a:cubicBezTo>
                  <a:pt x="36826" y="10290"/>
                  <a:pt x="35358" y="10833"/>
                  <a:pt x="34266" y="11919"/>
                </a:cubicBezTo>
                <a:cubicBezTo>
                  <a:pt x="33174" y="13006"/>
                  <a:pt x="32554" y="14354"/>
                  <a:pt x="32408" y="15966"/>
                </a:cubicBezTo>
                <a:lnTo>
                  <a:pt x="44125" y="15966"/>
                </a:lnTo>
                <a:close/>
                <a:moveTo>
                  <a:pt x="69795" y="28489"/>
                </a:moveTo>
                <a:lnTo>
                  <a:pt x="66353" y="28489"/>
                </a:lnTo>
                <a:lnTo>
                  <a:pt x="66353" y="16832"/>
                </a:lnTo>
                <a:cubicBezTo>
                  <a:pt x="66353" y="15891"/>
                  <a:pt x="66298" y="15009"/>
                  <a:pt x="66188" y="14184"/>
                </a:cubicBezTo>
                <a:cubicBezTo>
                  <a:pt x="66078" y="13359"/>
                  <a:pt x="65877" y="12715"/>
                  <a:pt x="65584" y="12251"/>
                </a:cubicBezTo>
                <a:cubicBezTo>
                  <a:pt x="65279" y="11737"/>
                  <a:pt x="64839" y="11355"/>
                  <a:pt x="64265" y="11105"/>
                </a:cubicBezTo>
                <a:cubicBezTo>
                  <a:pt x="63692" y="10854"/>
                  <a:pt x="62947" y="10729"/>
                  <a:pt x="62032" y="10729"/>
                </a:cubicBezTo>
                <a:cubicBezTo>
                  <a:pt x="61092" y="10729"/>
                  <a:pt x="60109" y="10961"/>
                  <a:pt x="59084" y="11426"/>
                </a:cubicBezTo>
                <a:cubicBezTo>
                  <a:pt x="58059" y="11890"/>
                  <a:pt x="57076" y="12483"/>
                  <a:pt x="56136" y="13203"/>
                </a:cubicBezTo>
                <a:lnTo>
                  <a:pt x="56136" y="28489"/>
                </a:lnTo>
                <a:lnTo>
                  <a:pt x="52694" y="28489"/>
                </a:lnTo>
                <a:lnTo>
                  <a:pt x="52694" y="8019"/>
                </a:lnTo>
                <a:lnTo>
                  <a:pt x="56136" y="8019"/>
                </a:lnTo>
                <a:lnTo>
                  <a:pt x="56136" y="10277"/>
                </a:lnTo>
                <a:cubicBezTo>
                  <a:pt x="57210" y="9384"/>
                  <a:pt x="58321" y="8687"/>
                  <a:pt x="59468" y="8186"/>
                </a:cubicBezTo>
                <a:cubicBezTo>
                  <a:pt x="60616" y="7684"/>
                  <a:pt x="61794" y="7434"/>
                  <a:pt x="63002" y="7434"/>
                </a:cubicBezTo>
                <a:cubicBezTo>
                  <a:pt x="65211" y="7434"/>
                  <a:pt x="66896" y="8100"/>
                  <a:pt x="68055" y="9433"/>
                </a:cubicBezTo>
                <a:cubicBezTo>
                  <a:pt x="69215" y="10765"/>
                  <a:pt x="69795" y="12685"/>
                  <a:pt x="69795" y="15192"/>
                </a:cubicBezTo>
                <a:lnTo>
                  <a:pt x="69795" y="28489"/>
                </a:lnTo>
                <a:close/>
                <a:moveTo>
                  <a:pt x="87041" y="28309"/>
                </a:moveTo>
                <a:cubicBezTo>
                  <a:pt x="86395" y="28479"/>
                  <a:pt x="85690" y="28619"/>
                  <a:pt x="84927" y="28728"/>
                </a:cubicBezTo>
                <a:cubicBezTo>
                  <a:pt x="84164" y="28837"/>
                  <a:pt x="83483" y="28892"/>
                  <a:pt x="82885" y="28892"/>
                </a:cubicBezTo>
                <a:cubicBezTo>
                  <a:pt x="80798" y="28892"/>
                  <a:pt x="79211" y="28330"/>
                  <a:pt x="78125" y="27206"/>
                </a:cubicBezTo>
                <a:cubicBezTo>
                  <a:pt x="77039" y="26082"/>
                  <a:pt x="76495" y="24279"/>
                  <a:pt x="76495" y="21799"/>
                </a:cubicBezTo>
                <a:lnTo>
                  <a:pt x="76495" y="10912"/>
                </a:lnTo>
                <a:lnTo>
                  <a:pt x="74170" y="10912"/>
                </a:lnTo>
                <a:lnTo>
                  <a:pt x="74170" y="8019"/>
                </a:lnTo>
                <a:lnTo>
                  <a:pt x="76495" y="8019"/>
                </a:lnTo>
                <a:lnTo>
                  <a:pt x="76495" y="2124"/>
                </a:lnTo>
                <a:lnTo>
                  <a:pt x="79938" y="2124"/>
                </a:lnTo>
                <a:lnTo>
                  <a:pt x="79938" y="8019"/>
                </a:lnTo>
                <a:lnTo>
                  <a:pt x="87041" y="8019"/>
                </a:lnTo>
                <a:lnTo>
                  <a:pt x="87041" y="10912"/>
                </a:lnTo>
                <a:lnTo>
                  <a:pt x="79938" y="10912"/>
                </a:lnTo>
                <a:lnTo>
                  <a:pt x="79938" y="20255"/>
                </a:lnTo>
                <a:cubicBezTo>
                  <a:pt x="79938" y="21331"/>
                  <a:pt x="79962" y="22173"/>
                  <a:pt x="80011" y="22778"/>
                </a:cubicBezTo>
                <a:cubicBezTo>
                  <a:pt x="80060" y="23384"/>
                  <a:pt x="80230" y="23950"/>
                  <a:pt x="80523" y="24476"/>
                </a:cubicBezTo>
                <a:cubicBezTo>
                  <a:pt x="80792" y="24965"/>
                  <a:pt x="81161" y="25323"/>
                  <a:pt x="81631" y="25550"/>
                </a:cubicBezTo>
                <a:cubicBezTo>
                  <a:pt x="82101" y="25776"/>
                  <a:pt x="82818" y="25889"/>
                  <a:pt x="83782" y="25889"/>
                </a:cubicBezTo>
                <a:cubicBezTo>
                  <a:pt x="84344" y="25889"/>
                  <a:pt x="84930" y="25807"/>
                  <a:pt x="85540" y="25642"/>
                </a:cubicBezTo>
                <a:cubicBezTo>
                  <a:pt x="86150" y="25477"/>
                  <a:pt x="86590" y="25340"/>
                  <a:pt x="86858" y="25230"/>
                </a:cubicBezTo>
                <a:lnTo>
                  <a:pt x="87041" y="25230"/>
                </a:lnTo>
                <a:lnTo>
                  <a:pt x="87041" y="28309"/>
                </a:lnTo>
                <a:close/>
                <a:moveTo>
                  <a:pt x="94894" y="4614"/>
                </a:moveTo>
                <a:lnTo>
                  <a:pt x="91013" y="4614"/>
                </a:lnTo>
                <a:lnTo>
                  <a:pt x="91013" y="1025"/>
                </a:lnTo>
                <a:lnTo>
                  <a:pt x="94894" y="1025"/>
                </a:lnTo>
                <a:lnTo>
                  <a:pt x="94894" y="4614"/>
                </a:lnTo>
                <a:moveTo>
                  <a:pt x="94675" y="28489"/>
                </a:moveTo>
                <a:lnTo>
                  <a:pt x="91233" y="28489"/>
                </a:lnTo>
                <a:lnTo>
                  <a:pt x="91233" y="8019"/>
                </a:lnTo>
                <a:lnTo>
                  <a:pt x="94675" y="8019"/>
                </a:lnTo>
                <a:lnTo>
                  <a:pt x="94675" y="28489"/>
                </a:lnTo>
                <a:close/>
                <a:moveTo>
                  <a:pt x="117378" y="28489"/>
                </a:moveTo>
                <a:lnTo>
                  <a:pt x="113954" y="28489"/>
                </a:lnTo>
                <a:lnTo>
                  <a:pt x="113954" y="26325"/>
                </a:lnTo>
                <a:cubicBezTo>
                  <a:pt x="113649" y="26533"/>
                  <a:pt x="113237" y="26823"/>
                  <a:pt x="112718" y="27196"/>
                </a:cubicBezTo>
                <a:cubicBezTo>
                  <a:pt x="112199" y="27569"/>
                  <a:pt x="111696" y="27865"/>
                  <a:pt x="111207" y="28085"/>
                </a:cubicBezTo>
                <a:cubicBezTo>
                  <a:pt x="110634" y="28366"/>
                  <a:pt x="109975" y="28601"/>
                  <a:pt x="109230" y="28791"/>
                </a:cubicBezTo>
                <a:cubicBezTo>
                  <a:pt x="108486" y="28980"/>
                  <a:pt x="107613" y="29075"/>
                  <a:pt x="106612" y="29075"/>
                </a:cubicBezTo>
                <a:cubicBezTo>
                  <a:pt x="104769" y="29075"/>
                  <a:pt x="103206" y="28464"/>
                  <a:pt x="101925" y="27242"/>
                </a:cubicBezTo>
                <a:cubicBezTo>
                  <a:pt x="100643" y="26020"/>
                  <a:pt x="100002" y="24461"/>
                  <a:pt x="100002" y="22567"/>
                </a:cubicBezTo>
                <a:cubicBezTo>
                  <a:pt x="100002" y="21015"/>
                  <a:pt x="100335" y="19759"/>
                  <a:pt x="101000" y="18800"/>
                </a:cubicBezTo>
                <a:cubicBezTo>
                  <a:pt x="101665" y="17840"/>
                  <a:pt x="102614" y="17085"/>
                  <a:pt x="103847" y="16535"/>
                </a:cubicBezTo>
                <a:cubicBezTo>
                  <a:pt x="105092" y="15985"/>
                  <a:pt x="106587" y="15613"/>
                  <a:pt x="108333" y="15417"/>
                </a:cubicBezTo>
                <a:cubicBezTo>
                  <a:pt x="110078" y="15221"/>
                  <a:pt x="111952" y="15075"/>
                  <a:pt x="113954" y="14977"/>
                </a:cubicBezTo>
                <a:lnTo>
                  <a:pt x="113954" y="14441"/>
                </a:lnTo>
                <a:cubicBezTo>
                  <a:pt x="113954" y="13654"/>
                  <a:pt x="113817" y="13001"/>
                  <a:pt x="113542" y="12485"/>
                </a:cubicBezTo>
                <a:cubicBezTo>
                  <a:pt x="113267" y="11968"/>
                  <a:pt x="112874" y="11561"/>
                  <a:pt x="112361" y="11266"/>
                </a:cubicBezTo>
                <a:cubicBezTo>
                  <a:pt x="111873" y="10983"/>
                  <a:pt x="111287" y="10792"/>
                  <a:pt x="110603" y="10694"/>
                </a:cubicBezTo>
                <a:cubicBezTo>
                  <a:pt x="109920" y="10595"/>
                  <a:pt x="109206" y="10546"/>
                  <a:pt x="108461" y="10546"/>
                </a:cubicBezTo>
                <a:cubicBezTo>
                  <a:pt x="107558" y="10546"/>
                  <a:pt x="106551" y="10668"/>
                  <a:pt x="105440" y="10913"/>
                </a:cubicBezTo>
                <a:cubicBezTo>
                  <a:pt x="104329" y="11157"/>
                  <a:pt x="103182" y="11511"/>
                  <a:pt x="101998" y="11974"/>
                </a:cubicBezTo>
                <a:lnTo>
                  <a:pt x="101815" y="11974"/>
                </a:lnTo>
                <a:lnTo>
                  <a:pt x="101815" y="8477"/>
                </a:lnTo>
                <a:cubicBezTo>
                  <a:pt x="102486" y="8294"/>
                  <a:pt x="103457" y="8093"/>
                  <a:pt x="104726" y="7873"/>
                </a:cubicBezTo>
                <a:cubicBezTo>
                  <a:pt x="105995" y="7653"/>
                  <a:pt x="107247" y="7543"/>
                  <a:pt x="108479" y="7543"/>
                </a:cubicBezTo>
                <a:cubicBezTo>
                  <a:pt x="109920" y="7543"/>
                  <a:pt x="111174" y="7662"/>
                  <a:pt x="112242" y="7900"/>
                </a:cubicBezTo>
                <a:cubicBezTo>
                  <a:pt x="113310" y="8138"/>
                  <a:pt x="114235" y="8544"/>
                  <a:pt x="115016" y="9118"/>
                </a:cubicBezTo>
                <a:cubicBezTo>
                  <a:pt x="115785" y="9679"/>
                  <a:pt x="116371" y="10406"/>
                  <a:pt x="116773" y="11297"/>
                </a:cubicBezTo>
                <a:cubicBezTo>
                  <a:pt x="117176" y="12188"/>
                  <a:pt x="117378" y="13292"/>
                  <a:pt x="117378" y="14611"/>
                </a:cubicBezTo>
                <a:lnTo>
                  <a:pt x="117378" y="28489"/>
                </a:lnTo>
                <a:moveTo>
                  <a:pt x="113954" y="23480"/>
                </a:moveTo>
                <a:lnTo>
                  <a:pt x="113954" y="17760"/>
                </a:lnTo>
                <a:cubicBezTo>
                  <a:pt x="112904" y="17821"/>
                  <a:pt x="111668" y="17913"/>
                  <a:pt x="110246" y="18036"/>
                </a:cubicBezTo>
                <a:cubicBezTo>
                  <a:pt x="108824" y="18159"/>
                  <a:pt x="107698" y="18336"/>
                  <a:pt x="106868" y="18569"/>
                </a:cubicBezTo>
                <a:cubicBezTo>
                  <a:pt x="105880" y="18851"/>
                  <a:pt x="105080" y="19290"/>
                  <a:pt x="104470" y="19884"/>
                </a:cubicBezTo>
                <a:cubicBezTo>
                  <a:pt x="103859" y="20479"/>
                  <a:pt x="103554" y="21297"/>
                  <a:pt x="103554" y="22339"/>
                </a:cubicBezTo>
                <a:cubicBezTo>
                  <a:pt x="103554" y="23517"/>
                  <a:pt x="103908" y="24403"/>
                  <a:pt x="104616" y="24997"/>
                </a:cubicBezTo>
                <a:cubicBezTo>
                  <a:pt x="105324" y="25592"/>
                  <a:pt x="106404" y="25889"/>
                  <a:pt x="107857" y="25889"/>
                </a:cubicBezTo>
                <a:cubicBezTo>
                  <a:pt x="109065" y="25889"/>
                  <a:pt x="110170" y="25653"/>
                  <a:pt x="111171" y="25181"/>
                </a:cubicBezTo>
                <a:cubicBezTo>
                  <a:pt x="112172" y="24709"/>
                  <a:pt x="113099" y="24142"/>
                  <a:pt x="113954" y="23480"/>
                </a:cubicBezTo>
                <a:close/>
                <a:moveTo>
                  <a:pt x="141107" y="28489"/>
                </a:moveTo>
                <a:lnTo>
                  <a:pt x="137665" y="28489"/>
                </a:lnTo>
                <a:lnTo>
                  <a:pt x="137665" y="16832"/>
                </a:lnTo>
                <a:cubicBezTo>
                  <a:pt x="137665" y="15891"/>
                  <a:pt x="137610" y="15009"/>
                  <a:pt x="137500" y="14184"/>
                </a:cubicBezTo>
                <a:cubicBezTo>
                  <a:pt x="137390" y="13359"/>
                  <a:pt x="137189" y="12715"/>
                  <a:pt x="136896" y="12251"/>
                </a:cubicBezTo>
                <a:cubicBezTo>
                  <a:pt x="136591" y="11737"/>
                  <a:pt x="136151" y="11355"/>
                  <a:pt x="135578" y="11105"/>
                </a:cubicBezTo>
                <a:cubicBezTo>
                  <a:pt x="135004" y="10854"/>
                  <a:pt x="134259" y="10729"/>
                  <a:pt x="133344" y="10729"/>
                </a:cubicBezTo>
                <a:cubicBezTo>
                  <a:pt x="132404" y="10729"/>
                  <a:pt x="131421" y="10961"/>
                  <a:pt x="130396" y="11426"/>
                </a:cubicBezTo>
                <a:cubicBezTo>
                  <a:pt x="129371" y="11890"/>
                  <a:pt x="128388" y="12483"/>
                  <a:pt x="127448" y="13203"/>
                </a:cubicBezTo>
                <a:lnTo>
                  <a:pt x="127448" y="28489"/>
                </a:lnTo>
                <a:lnTo>
                  <a:pt x="124006" y="28489"/>
                </a:lnTo>
                <a:lnTo>
                  <a:pt x="124006" y="8019"/>
                </a:lnTo>
                <a:lnTo>
                  <a:pt x="127448" y="8019"/>
                </a:lnTo>
                <a:lnTo>
                  <a:pt x="127448" y="10277"/>
                </a:lnTo>
                <a:cubicBezTo>
                  <a:pt x="128522" y="9384"/>
                  <a:pt x="129633" y="8687"/>
                  <a:pt x="130781" y="8186"/>
                </a:cubicBezTo>
                <a:cubicBezTo>
                  <a:pt x="131928" y="7684"/>
                  <a:pt x="133106" y="7434"/>
                  <a:pt x="134314" y="7434"/>
                </a:cubicBezTo>
                <a:cubicBezTo>
                  <a:pt x="136523" y="7434"/>
                  <a:pt x="138208" y="8100"/>
                  <a:pt x="139368" y="9433"/>
                </a:cubicBezTo>
                <a:cubicBezTo>
                  <a:pt x="140527" y="10765"/>
                  <a:pt x="141107" y="12685"/>
                  <a:pt x="141107" y="15192"/>
                </a:cubicBezTo>
                <a:lnTo>
                  <a:pt x="141107" y="28489"/>
                </a:lnTo>
                <a:close/>
                <a:moveTo>
                  <a:pt x="163627" y="28489"/>
                </a:moveTo>
                <a:lnTo>
                  <a:pt x="160203" y="28489"/>
                </a:lnTo>
                <a:lnTo>
                  <a:pt x="160203" y="26325"/>
                </a:lnTo>
                <a:cubicBezTo>
                  <a:pt x="159898" y="26533"/>
                  <a:pt x="159486" y="26823"/>
                  <a:pt x="158967" y="27196"/>
                </a:cubicBezTo>
                <a:cubicBezTo>
                  <a:pt x="158448" y="27569"/>
                  <a:pt x="157945" y="27865"/>
                  <a:pt x="157456" y="28085"/>
                </a:cubicBezTo>
                <a:cubicBezTo>
                  <a:pt x="156883" y="28366"/>
                  <a:pt x="156224" y="28601"/>
                  <a:pt x="155479" y="28791"/>
                </a:cubicBezTo>
                <a:cubicBezTo>
                  <a:pt x="154734" y="28980"/>
                  <a:pt x="153862" y="29075"/>
                  <a:pt x="152861" y="29075"/>
                </a:cubicBezTo>
                <a:cubicBezTo>
                  <a:pt x="151018" y="29075"/>
                  <a:pt x="149455" y="28464"/>
                  <a:pt x="148174" y="27242"/>
                </a:cubicBezTo>
                <a:cubicBezTo>
                  <a:pt x="146892" y="26020"/>
                  <a:pt x="146251" y="24461"/>
                  <a:pt x="146251" y="22567"/>
                </a:cubicBezTo>
                <a:cubicBezTo>
                  <a:pt x="146251" y="21015"/>
                  <a:pt x="146584" y="19759"/>
                  <a:pt x="147249" y="18800"/>
                </a:cubicBezTo>
                <a:cubicBezTo>
                  <a:pt x="147914" y="17840"/>
                  <a:pt x="148863" y="17085"/>
                  <a:pt x="150096" y="16535"/>
                </a:cubicBezTo>
                <a:cubicBezTo>
                  <a:pt x="151341" y="15985"/>
                  <a:pt x="152836" y="15613"/>
                  <a:pt x="154582" y="15417"/>
                </a:cubicBezTo>
                <a:cubicBezTo>
                  <a:pt x="156327" y="15221"/>
                  <a:pt x="158201" y="15075"/>
                  <a:pt x="160203" y="14977"/>
                </a:cubicBezTo>
                <a:lnTo>
                  <a:pt x="160203" y="14441"/>
                </a:lnTo>
                <a:cubicBezTo>
                  <a:pt x="160203" y="13654"/>
                  <a:pt x="160065" y="13001"/>
                  <a:pt x="159791" y="12485"/>
                </a:cubicBezTo>
                <a:cubicBezTo>
                  <a:pt x="159516" y="11968"/>
                  <a:pt x="159123" y="11561"/>
                  <a:pt x="158610" y="11266"/>
                </a:cubicBezTo>
                <a:cubicBezTo>
                  <a:pt x="158122" y="10983"/>
                  <a:pt x="157536" y="10792"/>
                  <a:pt x="156852" y="10694"/>
                </a:cubicBezTo>
                <a:cubicBezTo>
                  <a:pt x="156169" y="10595"/>
                  <a:pt x="155455" y="10546"/>
                  <a:pt x="154710" y="10546"/>
                </a:cubicBezTo>
                <a:cubicBezTo>
                  <a:pt x="153807" y="10546"/>
                  <a:pt x="152800" y="10668"/>
                  <a:pt x="151689" y="10913"/>
                </a:cubicBezTo>
                <a:cubicBezTo>
                  <a:pt x="150578" y="11157"/>
                  <a:pt x="149431" y="11511"/>
                  <a:pt x="148247" y="11974"/>
                </a:cubicBezTo>
                <a:lnTo>
                  <a:pt x="148064" y="11974"/>
                </a:lnTo>
                <a:lnTo>
                  <a:pt x="148064" y="8477"/>
                </a:lnTo>
                <a:cubicBezTo>
                  <a:pt x="148735" y="8294"/>
                  <a:pt x="149706" y="8093"/>
                  <a:pt x="150975" y="7873"/>
                </a:cubicBezTo>
                <a:cubicBezTo>
                  <a:pt x="152244" y="7653"/>
                  <a:pt x="153496" y="7543"/>
                  <a:pt x="154728" y="7543"/>
                </a:cubicBezTo>
                <a:cubicBezTo>
                  <a:pt x="156169" y="7543"/>
                  <a:pt x="157423" y="7662"/>
                  <a:pt x="158491" y="7900"/>
                </a:cubicBezTo>
                <a:cubicBezTo>
                  <a:pt x="159559" y="8138"/>
                  <a:pt x="160484" y="8544"/>
                  <a:pt x="161265" y="9118"/>
                </a:cubicBezTo>
                <a:cubicBezTo>
                  <a:pt x="162034" y="9679"/>
                  <a:pt x="162620" y="10406"/>
                  <a:pt x="163022" y="11297"/>
                </a:cubicBezTo>
                <a:cubicBezTo>
                  <a:pt x="163425" y="12188"/>
                  <a:pt x="163627" y="13292"/>
                  <a:pt x="163627" y="14611"/>
                </a:cubicBezTo>
                <a:lnTo>
                  <a:pt x="163627" y="28489"/>
                </a:lnTo>
                <a:moveTo>
                  <a:pt x="160203" y="23480"/>
                </a:moveTo>
                <a:lnTo>
                  <a:pt x="160203" y="17760"/>
                </a:lnTo>
                <a:cubicBezTo>
                  <a:pt x="159153" y="17821"/>
                  <a:pt x="157917" y="17913"/>
                  <a:pt x="156495" y="18036"/>
                </a:cubicBezTo>
                <a:cubicBezTo>
                  <a:pt x="155073" y="18159"/>
                  <a:pt x="153947" y="18336"/>
                  <a:pt x="153117" y="18569"/>
                </a:cubicBezTo>
                <a:cubicBezTo>
                  <a:pt x="152128" y="18851"/>
                  <a:pt x="151329" y="19290"/>
                  <a:pt x="150719" y="19884"/>
                </a:cubicBezTo>
                <a:cubicBezTo>
                  <a:pt x="150108" y="20479"/>
                  <a:pt x="149803" y="21297"/>
                  <a:pt x="149803" y="22339"/>
                </a:cubicBezTo>
                <a:cubicBezTo>
                  <a:pt x="149803" y="23517"/>
                  <a:pt x="150157" y="24403"/>
                  <a:pt x="150865" y="24997"/>
                </a:cubicBezTo>
                <a:cubicBezTo>
                  <a:pt x="151573" y="25592"/>
                  <a:pt x="152653" y="25889"/>
                  <a:pt x="154106" y="25889"/>
                </a:cubicBezTo>
                <a:cubicBezTo>
                  <a:pt x="155314" y="25889"/>
                  <a:pt x="156419" y="25653"/>
                  <a:pt x="157420" y="25181"/>
                </a:cubicBezTo>
                <a:cubicBezTo>
                  <a:pt x="158421" y="24709"/>
                  <a:pt x="159348" y="24142"/>
                  <a:pt x="160203" y="23480"/>
                </a:cubicBezTo>
                <a:close/>
                <a:moveTo>
                  <a:pt x="173734" y="28489"/>
                </a:moveTo>
                <a:lnTo>
                  <a:pt x="170292" y="28489"/>
                </a:lnTo>
                <a:lnTo>
                  <a:pt x="170292" y="0"/>
                </a:lnTo>
                <a:lnTo>
                  <a:pt x="173734" y="0"/>
                </a:lnTo>
                <a:lnTo>
                  <a:pt x="173734" y="28489"/>
                </a:lnTo>
                <a:close/>
                <a:moveTo>
                  <a:pt x="197663" y="18602"/>
                </a:moveTo>
                <a:lnTo>
                  <a:pt x="182595" y="18602"/>
                </a:lnTo>
                <a:cubicBezTo>
                  <a:pt x="182595" y="19862"/>
                  <a:pt x="182784" y="20961"/>
                  <a:pt x="183163" y="21897"/>
                </a:cubicBezTo>
                <a:cubicBezTo>
                  <a:pt x="183541" y="22833"/>
                  <a:pt x="184060" y="23601"/>
                  <a:pt x="184719" y="24200"/>
                </a:cubicBezTo>
                <a:cubicBezTo>
                  <a:pt x="185354" y="24788"/>
                  <a:pt x="186107" y="25228"/>
                  <a:pt x="186980" y="25522"/>
                </a:cubicBezTo>
                <a:cubicBezTo>
                  <a:pt x="187853" y="25816"/>
                  <a:pt x="188814" y="25962"/>
                  <a:pt x="189864" y="25962"/>
                </a:cubicBezTo>
                <a:cubicBezTo>
                  <a:pt x="191255" y="25962"/>
                  <a:pt x="192656" y="25683"/>
                  <a:pt x="194066" y="25123"/>
                </a:cubicBezTo>
                <a:cubicBezTo>
                  <a:pt x="195475" y="24563"/>
                  <a:pt x="196479" y="24013"/>
                  <a:pt x="197078" y="23472"/>
                </a:cubicBezTo>
                <a:lnTo>
                  <a:pt x="197261" y="23472"/>
                </a:lnTo>
                <a:lnTo>
                  <a:pt x="197261" y="27238"/>
                </a:lnTo>
                <a:cubicBezTo>
                  <a:pt x="196101" y="27728"/>
                  <a:pt x="194917" y="28138"/>
                  <a:pt x="193709" y="28469"/>
                </a:cubicBezTo>
                <a:cubicBezTo>
                  <a:pt x="192500" y="28800"/>
                  <a:pt x="191231" y="28965"/>
                  <a:pt x="189900" y="28965"/>
                </a:cubicBezTo>
                <a:cubicBezTo>
                  <a:pt x="186507" y="28965"/>
                  <a:pt x="183858" y="28045"/>
                  <a:pt x="181954" y="26205"/>
                </a:cubicBezTo>
                <a:cubicBezTo>
                  <a:pt x="180050" y="24365"/>
                  <a:pt x="179098" y="21751"/>
                  <a:pt x="179098" y="18364"/>
                </a:cubicBezTo>
                <a:cubicBezTo>
                  <a:pt x="179098" y="15014"/>
                  <a:pt x="180010" y="12355"/>
                  <a:pt x="181835" y="10386"/>
                </a:cubicBezTo>
                <a:cubicBezTo>
                  <a:pt x="183660" y="8418"/>
                  <a:pt x="186061" y="7434"/>
                  <a:pt x="189040" y="7434"/>
                </a:cubicBezTo>
                <a:cubicBezTo>
                  <a:pt x="191798" y="7434"/>
                  <a:pt x="193925" y="8240"/>
                  <a:pt x="195421" y="9854"/>
                </a:cubicBezTo>
                <a:cubicBezTo>
                  <a:pt x="196916" y="11468"/>
                  <a:pt x="197663" y="13761"/>
                  <a:pt x="197663" y="16732"/>
                </a:cubicBezTo>
                <a:lnTo>
                  <a:pt x="197663" y="18602"/>
                </a:lnTo>
                <a:moveTo>
                  <a:pt x="194313" y="15966"/>
                </a:moveTo>
                <a:cubicBezTo>
                  <a:pt x="194301" y="14159"/>
                  <a:pt x="193846" y="12761"/>
                  <a:pt x="192949" y="11773"/>
                </a:cubicBezTo>
                <a:cubicBezTo>
                  <a:pt x="192052" y="10784"/>
                  <a:pt x="190688" y="10290"/>
                  <a:pt x="188857" y="10290"/>
                </a:cubicBezTo>
                <a:cubicBezTo>
                  <a:pt x="187014" y="10290"/>
                  <a:pt x="185546" y="10833"/>
                  <a:pt x="184453" y="11919"/>
                </a:cubicBezTo>
                <a:cubicBezTo>
                  <a:pt x="183361" y="13006"/>
                  <a:pt x="182741" y="14354"/>
                  <a:pt x="182595" y="15966"/>
                </a:cubicBezTo>
                <a:lnTo>
                  <a:pt x="194313" y="15966"/>
                </a:lnTo>
                <a:close/>
                <a:moveTo>
                  <a:pt x="217492" y="22581"/>
                </a:moveTo>
                <a:cubicBezTo>
                  <a:pt x="217492" y="24447"/>
                  <a:pt x="216720" y="25977"/>
                  <a:pt x="215176" y="27173"/>
                </a:cubicBezTo>
                <a:cubicBezTo>
                  <a:pt x="213632" y="28368"/>
                  <a:pt x="211523" y="28965"/>
                  <a:pt x="208850" y="28965"/>
                </a:cubicBezTo>
                <a:cubicBezTo>
                  <a:pt x="207337" y="28965"/>
                  <a:pt x="205948" y="28784"/>
                  <a:pt x="204685" y="28423"/>
                </a:cubicBezTo>
                <a:cubicBezTo>
                  <a:pt x="203422" y="28062"/>
                  <a:pt x="202363" y="27667"/>
                  <a:pt x="201508" y="27238"/>
                </a:cubicBezTo>
                <a:lnTo>
                  <a:pt x="201508" y="23363"/>
                </a:lnTo>
                <a:lnTo>
                  <a:pt x="201691" y="23363"/>
                </a:lnTo>
                <a:cubicBezTo>
                  <a:pt x="202778" y="24191"/>
                  <a:pt x="203986" y="24850"/>
                  <a:pt x="205317" y="25339"/>
                </a:cubicBezTo>
                <a:cubicBezTo>
                  <a:pt x="206647" y="25828"/>
                  <a:pt x="207923" y="26072"/>
                  <a:pt x="209143" y="26072"/>
                </a:cubicBezTo>
                <a:cubicBezTo>
                  <a:pt x="210657" y="26072"/>
                  <a:pt x="211841" y="25827"/>
                  <a:pt x="212695" y="25337"/>
                </a:cubicBezTo>
                <a:cubicBezTo>
                  <a:pt x="213550" y="24847"/>
                  <a:pt x="213977" y="24074"/>
                  <a:pt x="213977" y="23020"/>
                </a:cubicBezTo>
                <a:cubicBezTo>
                  <a:pt x="213977" y="22215"/>
                  <a:pt x="213745" y="21605"/>
                  <a:pt x="213281" y="21191"/>
                </a:cubicBezTo>
                <a:cubicBezTo>
                  <a:pt x="212817" y="20776"/>
                  <a:pt x="211926" y="20422"/>
                  <a:pt x="210608" y="20129"/>
                </a:cubicBezTo>
                <a:cubicBezTo>
                  <a:pt x="210120" y="20020"/>
                  <a:pt x="209482" y="19892"/>
                  <a:pt x="208695" y="19745"/>
                </a:cubicBezTo>
                <a:cubicBezTo>
                  <a:pt x="207907" y="19599"/>
                  <a:pt x="207190" y="19440"/>
                  <a:pt x="206543" y="19270"/>
                </a:cubicBezTo>
                <a:cubicBezTo>
                  <a:pt x="204749" y="18794"/>
                  <a:pt x="203476" y="18096"/>
                  <a:pt x="202726" y="17175"/>
                </a:cubicBezTo>
                <a:cubicBezTo>
                  <a:pt x="201975" y="16254"/>
                  <a:pt x="201600" y="15123"/>
                  <a:pt x="201600" y="13782"/>
                </a:cubicBezTo>
                <a:cubicBezTo>
                  <a:pt x="201600" y="12940"/>
                  <a:pt x="201774" y="12148"/>
                  <a:pt x="202122" y="11404"/>
                </a:cubicBezTo>
                <a:cubicBezTo>
                  <a:pt x="202469" y="10660"/>
                  <a:pt x="202997" y="9995"/>
                  <a:pt x="203705" y="9409"/>
                </a:cubicBezTo>
                <a:cubicBezTo>
                  <a:pt x="204389" y="8836"/>
                  <a:pt x="205259" y="8382"/>
                  <a:pt x="206314" y="8047"/>
                </a:cubicBezTo>
                <a:cubicBezTo>
                  <a:pt x="207370" y="7711"/>
                  <a:pt x="208551" y="7543"/>
                  <a:pt x="209857" y="7543"/>
                </a:cubicBezTo>
                <a:cubicBezTo>
                  <a:pt x="211078" y="7543"/>
                  <a:pt x="212314" y="7692"/>
                  <a:pt x="213565" y="7990"/>
                </a:cubicBezTo>
                <a:cubicBezTo>
                  <a:pt x="214816" y="8288"/>
                  <a:pt x="215857" y="8650"/>
                  <a:pt x="216687" y="9076"/>
                </a:cubicBezTo>
                <a:lnTo>
                  <a:pt x="216687" y="12743"/>
                </a:lnTo>
                <a:lnTo>
                  <a:pt x="216503" y="12743"/>
                </a:lnTo>
                <a:cubicBezTo>
                  <a:pt x="215625" y="12096"/>
                  <a:pt x="214557" y="11550"/>
                  <a:pt x="213299" y="11105"/>
                </a:cubicBezTo>
                <a:cubicBezTo>
                  <a:pt x="212042" y="10659"/>
                  <a:pt x="210809" y="10436"/>
                  <a:pt x="209601" y="10436"/>
                </a:cubicBezTo>
                <a:cubicBezTo>
                  <a:pt x="208344" y="10436"/>
                  <a:pt x="207282" y="10678"/>
                  <a:pt x="206415" y="11163"/>
                </a:cubicBezTo>
                <a:cubicBezTo>
                  <a:pt x="205548" y="11647"/>
                  <a:pt x="205115" y="12368"/>
                  <a:pt x="205115" y="13324"/>
                </a:cubicBezTo>
                <a:cubicBezTo>
                  <a:pt x="205115" y="14165"/>
                  <a:pt x="205378" y="14800"/>
                  <a:pt x="205902" y="15226"/>
                </a:cubicBezTo>
                <a:cubicBezTo>
                  <a:pt x="206415" y="15653"/>
                  <a:pt x="207245" y="16001"/>
                  <a:pt x="208392" y="16269"/>
                </a:cubicBezTo>
                <a:cubicBezTo>
                  <a:pt x="209027" y="16416"/>
                  <a:pt x="209738" y="16562"/>
                  <a:pt x="210525" y="16709"/>
                </a:cubicBezTo>
                <a:cubicBezTo>
                  <a:pt x="211313" y="16855"/>
                  <a:pt x="211969" y="16989"/>
                  <a:pt x="212494" y="17111"/>
                </a:cubicBezTo>
                <a:cubicBezTo>
                  <a:pt x="214093" y="17477"/>
                  <a:pt x="215326" y="18105"/>
                  <a:pt x="216192" y="18995"/>
                </a:cubicBezTo>
                <a:cubicBezTo>
                  <a:pt x="217059" y="19898"/>
                  <a:pt x="217492" y="21093"/>
                  <a:pt x="217492" y="22581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5AD0BF-C166-45B6-BA57-6CB77F56A1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36" y="2068253"/>
            <a:ext cx="356542" cy="317703"/>
          </a:xfrm>
          <a:custGeom xmlns:a="http://schemas.openxmlformats.org/drawingml/2006/main">
            <a:pathLst>
              <a:path w="356542" h="317703">
                <a:moveTo>
                  <a:pt x="0" y="0"/>
                </a:moveTo>
                <a:lnTo>
                  <a:pt x="356542" y="0"/>
                </a:lnTo>
                <a:lnTo>
                  <a:pt x="356542" y="317703"/>
                </a:lnTo>
                <a:lnTo>
                  <a:pt x="0" y="3177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892A8E-91AD-48C9-B92B-B3A6AE202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35" y="2068256"/>
            <a:ext cx="356542" cy="317701"/>
          </a:xfrm>
          <a:custGeom xmlns:a="http://schemas.openxmlformats.org/drawingml/2006/main">
            <a:pathLst>
              <a:path w="356542" h="317701" fill="none">
                <a:moveTo>
                  <a:pt x="0" y="0"/>
                </a:moveTo>
                <a:lnTo>
                  <a:pt x="356542" y="0"/>
                </a:lnTo>
                <a:lnTo>
                  <a:pt x="356542" y="317701"/>
                </a:lnTo>
                <a:lnTo>
                  <a:pt x="0" y="3177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93" name="Text Ranunculales">
            <a:extLst xmlns:a="http://schemas.openxmlformats.org/drawingml/2006/main">
              <a:ext uri="{FF2B5EF4-FFF2-40B4-BE49-F238E27FC236}">
                <a16:creationId xmlns:a16="http://schemas.microsoft.com/office/drawing/2014/main" id="{31C49441-3C4F-4FE0-8C29-2E29670AC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5396" y="2098833"/>
            <a:ext cx="216592" cy="25935"/>
          </a:xfrm>
          <a:custGeom xmlns:a="http://schemas.openxmlformats.org/drawingml/2006/main">
            <a:pathLst>
              <a:path w="216592" h="25935">
                <a:moveTo>
                  <a:pt x="20121" y="25412"/>
                </a:moveTo>
                <a:lnTo>
                  <a:pt x="15923" y="25412"/>
                </a:lnTo>
                <a:lnTo>
                  <a:pt x="7790" y="15744"/>
                </a:lnTo>
                <a:lnTo>
                  <a:pt x="3234" y="15744"/>
                </a:lnTo>
                <a:lnTo>
                  <a:pt x="3234" y="25412"/>
                </a:lnTo>
                <a:lnTo>
                  <a:pt x="0" y="25412"/>
                </a:lnTo>
                <a:lnTo>
                  <a:pt x="0" y="1078"/>
                </a:lnTo>
                <a:lnTo>
                  <a:pt x="6810" y="1078"/>
                </a:lnTo>
                <a:cubicBezTo>
                  <a:pt x="8280" y="1078"/>
                  <a:pt x="9505" y="1173"/>
                  <a:pt x="10485" y="1364"/>
                </a:cubicBezTo>
                <a:cubicBezTo>
                  <a:pt x="11465" y="1555"/>
                  <a:pt x="12347" y="1895"/>
                  <a:pt x="13131" y="2386"/>
                </a:cubicBezTo>
                <a:cubicBezTo>
                  <a:pt x="14013" y="2942"/>
                  <a:pt x="14701" y="3642"/>
                  <a:pt x="15197" y="4487"/>
                </a:cubicBezTo>
                <a:cubicBezTo>
                  <a:pt x="15692" y="5332"/>
                  <a:pt x="15940" y="6402"/>
                  <a:pt x="15940" y="7699"/>
                </a:cubicBezTo>
                <a:cubicBezTo>
                  <a:pt x="15940" y="9454"/>
                  <a:pt x="15499" y="10923"/>
                  <a:pt x="14617" y="12106"/>
                </a:cubicBezTo>
                <a:cubicBezTo>
                  <a:pt x="13735" y="13289"/>
                  <a:pt x="12521" y="14180"/>
                  <a:pt x="10975" y="14779"/>
                </a:cubicBezTo>
                <a:lnTo>
                  <a:pt x="20121" y="25412"/>
                </a:lnTo>
                <a:moveTo>
                  <a:pt x="12559" y="7939"/>
                </a:moveTo>
                <a:cubicBezTo>
                  <a:pt x="12559" y="7245"/>
                  <a:pt x="12437" y="6629"/>
                  <a:pt x="12192" y="6092"/>
                </a:cubicBezTo>
                <a:cubicBezTo>
                  <a:pt x="11947" y="5555"/>
                  <a:pt x="11541" y="5102"/>
                  <a:pt x="10975" y="4733"/>
                </a:cubicBezTo>
                <a:cubicBezTo>
                  <a:pt x="10507" y="4418"/>
                  <a:pt x="9951" y="4199"/>
                  <a:pt x="9309" y="4074"/>
                </a:cubicBezTo>
                <a:cubicBezTo>
                  <a:pt x="8667" y="3949"/>
                  <a:pt x="7910" y="3887"/>
                  <a:pt x="7039" y="3887"/>
                </a:cubicBezTo>
                <a:lnTo>
                  <a:pt x="3234" y="3887"/>
                </a:lnTo>
                <a:lnTo>
                  <a:pt x="3234" y="13033"/>
                </a:lnTo>
                <a:lnTo>
                  <a:pt x="6500" y="13033"/>
                </a:lnTo>
                <a:cubicBezTo>
                  <a:pt x="7524" y="13033"/>
                  <a:pt x="8416" y="12943"/>
                  <a:pt x="9178" y="12764"/>
                </a:cubicBezTo>
                <a:cubicBezTo>
                  <a:pt x="9941" y="12585"/>
                  <a:pt x="10588" y="12252"/>
                  <a:pt x="11122" y="11763"/>
                </a:cubicBezTo>
                <a:cubicBezTo>
                  <a:pt x="11612" y="11308"/>
                  <a:pt x="11974" y="10784"/>
                  <a:pt x="12208" y="10193"/>
                </a:cubicBezTo>
                <a:cubicBezTo>
                  <a:pt x="12442" y="9602"/>
                  <a:pt x="12559" y="8850"/>
                  <a:pt x="12559" y="7939"/>
                </a:cubicBezTo>
                <a:close/>
                <a:moveTo>
                  <a:pt x="37187" y="25412"/>
                </a:moveTo>
                <a:lnTo>
                  <a:pt x="34133" y="25412"/>
                </a:lnTo>
                <a:lnTo>
                  <a:pt x="34133" y="23482"/>
                </a:lnTo>
                <a:cubicBezTo>
                  <a:pt x="33861" y="23667"/>
                  <a:pt x="33494" y="23926"/>
                  <a:pt x="33031" y="24259"/>
                </a:cubicBezTo>
                <a:cubicBezTo>
                  <a:pt x="32568" y="24591"/>
                  <a:pt x="32119" y="24856"/>
                  <a:pt x="31684" y="25052"/>
                </a:cubicBezTo>
                <a:cubicBezTo>
                  <a:pt x="31172" y="25303"/>
                  <a:pt x="30584" y="25512"/>
                  <a:pt x="29920" y="25681"/>
                </a:cubicBezTo>
                <a:cubicBezTo>
                  <a:pt x="29256" y="25850"/>
                  <a:pt x="28477" y="25935"/>
                  <a:pt x="27584" y="25935"/>
                </a:cubicBezTo>
                <a:cubicBezTo>
                  <a:pt x="25940" y="25935"/>
                  <a:pt x="24547" y="25390"/>
                  <a:pt x="23403" y="24300"/>
                </a:cubicBezTo>
                <a:cubicBezTo>
                  <a:pt x="22260" y="23210"/>
                  <a:pt x="21688" y="21819"/>
                  <a:pt x="21688" y="20129"/>
                </a:cubicBezTo>
                <a:cubicBezTo>
                  <a:pt x="21688" y="18745"/>
                  <a:pt x="21985" y="17625"/>
                  <a:pt x="22579" y="16769"/>
                </a:cubicBezTo>
                <a:cubicBezTo>
                  <a:pt x="23172" y="15913"/>
                  <a:pt x="24018" y="15240"/>
                  <a:pt x="25118" y="14750"/>
                </a:cubicBezTo>
                <a:cubicBezTo>
                  <a:pt x="26229" y="14259"/>
                  <a:pt x="27562" y="13926"/>
                  <a:pt x="29119" y="13752"/>
                </a:cubicBezTo>
                <a:cubicBezTo>
                  <a:pt x="30676" y="13577"/>
                  <a:pt x="32348" y="13447"/>
                  <a:pt x="34133" y="13359"/>
                </a:cubicBezTo>
                <a:lnTo>
                  <a:pt x="34133" y="12882"/>
                </a:lnTo>
                <a:cubicBezTo>
                  <a:pt x="34133" y="12179"/>
                  <a:pt x="34011" y="11597"/>
                  <a:pt x="33766" y="11136"/>
                </a:cubicBezTo>
                <a:cubicBezTo>
                  <a:pt x="33521" y="10675"/>
                  <a:pt x="33170" y="10313"/>
                  <a:pt x="32712" y="10049"/>
                </a:cubicBezTo>
                <a:cubicBezTo>
                  <a:pt x="32277" y="9797"/>
                  <a:pt x="31754" y="9627"/>
                  <a:pt x="31145" y="9539"/>
                </a:cubicBezTo>
                <a:cubicBezTo>
                  <a:pt x="30535" y="9451"/>
                  <a:pt x="29898" y="9407"/>
                  <a:pt x="29234" y="9407"/>
                </a:cubicBezTo>
                <a:cubicBezTo>
                  <a:pt x="28428" y="9407"/>
                  <a:pt x="27530" y="9516"/>
                  <a:pt x="26539" y="9734"/>
                </a:cubicBezTo>
                <a:cubicBezTo>
                  <a:pt x="25548" y="9952"/>
                  <a:pt x="24525" y="10268"/>
                  <a:pt x="23469" y="10681"/>
                </a:cubicBezTo>
                <a:lnTo>
                  <a:pt x="23305" y="10681"/>
                </a:lnTo>
                <a:lnTo>
                  <a:pt x="23305" y="7562"/>
                </a:lnTo>
                <a:cubicBezTo>
                  <a:pt x="23904" y="7398"/>
                  <a:pt x="24770" y="7219"/>
                  <a:pt x="25902" y="7023"/>
                </a:cubicBezTo>
                <a:cubicBezTo>
                  <a:pt x="27034" y="6827"/>
                  <a:pt x="28150" y="6729"/>
                  <a:pt x="29250" y="6729"/>
                </a:cubicBezTo>
                <a:cubicBezTo>
                  <a:pt x="30535" y="6729"/>
                  <a:pt x="31654" y="6835"/>
                  <a:pt x="32606" y="7047"/>
                </a:cubicBezTo>
                <a:cubicBezTo>
                  <a:pt x="33559" y="7259"/>
                  <a:pt x="34384" y="7621"/>
                  <a:pt x="35081" y="8133"/>
                </a:cubicBezTo>
                <a:cubicBezTo>
                  <a:pt x="35766" y="8634"/>
                  <a:pt x="36289" y="9282"/>
                  <a:pt x="36648" y="10077"/>
                </a:cubicBezTo>
                <a:cubicBezTo>
                  <a:pt x="37008" y="10872"/>
                  <a:pt x="37187" y="11857"/>
                  <a:pt x="37187" y="13033"/>
                </a:cubicBezTo>
                <a:lnTo>
                  <a:pt x="37187" y="25412"/>
                </a:lnTo>
                <a:moveTo>
                  <a:pt x="34133" y="20944"/>
                </a:moveTo>
                <a:lnTo>
                  <a:pt x="34133" y="15842"/>
                </a:lnTo>
                <a:cubicBezTo>
                  <a:pt x="33197" y="15897"/>
                  <a:pt x="32095" y="15979"/>
                  <a:pt x="30826" y="16088"/>
                </a:cubicBezTo>
                <a:cubicBezTo>
                  <a:pt x="29558" y="16198"/>
                  <a:pt x="28553" y="16356"/>
                  <a:pt x="27813" y="16563"/>
                </a:cubicBezTo>
                <a:cubicBezTo>
                  <a:pt x="26931" y="16815"/>
                  <a:pt x="26218" y="17206"/>
                  <a:pt x="25673" y="17737"/>
                </a:cubicBezTo>
                <a:cubicBezTo>
                  <a:pt x="25129" y="18267"/>
                  <a:pt x="24857" y="18997"/>
                  <a:pt x="24857" y="19927"/>
                </a:cubicBezTo>
                <a:cubicBezTo>
                  <a:pt x="24857" y="20977"/>
                  <a:pt x="25173" y="21767"/>
                  <a:pt x="25804" y="22297"/>
                </a:cubicBezTo>
                <a:cubicBezTo>
                  <a:pt x="26436" y="22828"/>
                  <a:pt x="27399" y="23093"/>
                  <a:pt x="28695" y="23093"/>
                </a:cubicBezTo>
                <a:cubicBezTo>
                  <a:pt x="29773" y="23093"/>
                  <a:pt x="30758" y="22883"/>
                  <a:pt x="31651" y="22462"/>
                </a:cubicBezTo>
                <a:cubicBezTo>
                  <a:pt x="32544" y="22041"/>
                  <a:pt x="33371" y="21535"/>
                  <a:pt x="34133" y="20944"/>
                </a:cubicBezTo>
                <a:close/>
                <a:moveTo>
                  <a:pt x="58353" y="25412"/>
                </a:moveTo>
                <a:lnTo>
                  <a:pt x="55283" y="25412"/>
                </a:lnTo>
                <a:lnTo>
                  <a:pt x="55283" y="15015"/>
                </a:lnTo>
                <a:cubicBezTo>
                  <a:pt x="55283" y="14175"/>
                  <a:pt x="55234" y="13388"/>
                  <a:pt x="55136" y="12652"/>
                </a:cubicBezTo>
                <a:cubicBezTo>
                  <a:pt x="55038" y="11916"/>
                  <a:pt x="54858" y="11342"/>
                  <a:pt x="54597" y="10927"/>
                </a:cubicBezTo>
                <a:cubicBezTo>
                  <a:pt x="54325" y="10470"/>
                  <a:pt x="53933" y="10129"/>
                  <a:pt x="53421" y="9906"/>
                </a:cubicBezTo>
                <a:cubicBezTo>
                  <a:pt x="52909" y="9682"/>
                  <a:pt x="52245" y="9570"/>
                  <a:pt x="51429" y="9570"/>
                </a:cubicBezTo>
                <a:cubicBezTo>
                  <a:pt x="50590" y="9570"/>
                  <a:pt x="49714" y="9778"/>
                  <a:pt x="48799" y="10192"/>
                </a:cubicBezTo>
                <a:cubicBezTo>
                  <a:pt x="47885" y="10606"/>
                  <a:pt x="47008" y="11135"/>
                  <a:pt x="46170" y="11777"/>
                </a:cubicBezTo>
                <a:lnTo>
                  <a:pt x="46170" y="25412"/>
                </a:lnTo>
                <a:lnTo>
                  <a:pt x="43100" y="25412"/>
                </a:lnTo>
                <a:lnTo>
                  <a:pt x="43100" y="7153"/>
                </a:lnTo>
                <a:lnTo>
                  <a:pt x="46170" y="7153"/>
                </a:lnTo>
                <a:lnTo>
                  <a:pt x="46170" y="9167"/>
                </a:lnTo>
                <a:cubicBezTo>
                  <a:pt x="47128" y="8371"/>
                  <a:pt x="48119" y="7749"/>
                  <a:pt x="49142" y="7302"/>
                </a:cubicBezTo>
                <a:cubicBezTo>
                  <a:pt x="50166" y="6854"/>
                  <a:pt x="51216" y="6631"/>
                  <a:pt x="52294" y="6631"/>
                </a:cubicBezTo>
                <a:cubicBezTo>
                  <a:pt x="54265" y="6631"/>
                  <a:pt x="55768" y="7225"/>
                  <a:pt x="56802" y="8414"/>
                </a:cubicBezTo>
                <a:cubicBezTo>
                  <a:pt x="57836" y="9603"/>
                  <a:pt x="58353" y="11315"/>
                  <a:pt x="58353" y="13551"/>
                </a:cubicBezTo>
                <a:lnTo>
                  <a:pt x="58353" y="25412"/>
                </a:lnTo>
                <a:close/>
                <a:moveTo>
                  <a:pt x="79389" y="25412"/>
                </a:moveTo>
                <a:lnTo>
                  <a:pt x="76318" y="25412"/>
                </a:lnTo>
                <a:lnTo>
                  <a:pt x="76318" y="23399"/>
                </a:lnTo>
                <a:cubicBezTo>
                  <a:pt x="75284" y="24217"/>
                  <a:pt x="74293" y="24844"/>
                  <a:pt x="73346" y="25281"/>
                </a:cubicBezTo>
                <a:cubicBezTo>
                  <a:pt x="72399" y="25717"/>
                  <a:pt x="71353" y="25935"/>
                  <a:pt x="70210" y="25935"/>
                </a:cubicBezTo>
                <a:cubicBezTo>
                  <a:pt x="68294" y="25935"/>
                  <a:pt x="66802" y="25349"/>
                  <a:pt x="65735" y="24176"/>
                </a:cubicBezTo>
                <a:cubicBezTo>
                  <a:pt x="64668" y="23004"/>
                  <a:pt x="64135" y="21283"/>
                  <a:pt x="64135" y="19014"/>
                </a:cubicBezTo>
                <a:lnTo>
                  <a:pt x="64135" y="7153"/>
                </a:lnTo>
                <a:lnTo>
                  <a:pt x="67205" y="7153"/>
                </a:lnTo>
                <a:lnTo>
                  <a:pt x="67205" y="17551"/>
                </a:lnTo>
                <a:cubicBezTo>
                  <a:pt x="67205" y="18478"/>
                  <a:pt x="67249" y="19270"/>
                  <a:pt x="67336" y="19930"/>
                </a:cubicBezTo>
                <a:cubicBezTo>
                  <a:pt x="67423" y="20589"/>
                  <a:pt x="67608" y="21153"/>
                  <a:pt x="67891" y="21622"/>
                </a:cubicBezTo>
                <a:cubicBezTo>
                  <a:pt x="68185" y="22101"/>
                  <a:pt x="68566" y="22450"/>
                  <a:pt x="69034" y="22669"/>
                </a:cubicBezTo>
                <a:cubicBezTo>
                  <a:pt x="69502" y="22886"/>
                  <a:pt x="70183" y="22995"/>
                  <a:pt x="71076" y="22995"/>
                </a:cubicBezTo>
                <a:cubicBezTo>
                  <a:pt x="71871" y="22995"/>
                  <a:pt x="72739" y="22788"/>
                  <a:pt x="73681" y="22374"/>
                </a:cubicBezTo>
                <a:cubicBezTo>
                  <a:pt x="74622" y="21960"/>
                  <a:pt x="75502" y="21431"/>
                  <a:pt x="76318" y="20788"/>
                </a:cubicBezTo>
                <a:lnTo>
                  <a:pt x="76318" y="7153"/>
                </a:lnTo>
                <a:lnTo>
                  <a:pt x="79389" y="7153"/>
                </a:lnTo>
                <a:lnTo>
                  <a:pt x="79389" y="25412"/>
                </a:lnTo>
                <a:close/>
                <a:moveTo>
                  <a:pt x="100685" y="25412"/>
                </a:moveTo>
                <a:lnTo>
                  <a:pt x="97615" y="25412"/>
                </a:lnTo>
                <a:lnTo>
                  <a:pt x="97615" y="15015"/>
                </a:lnTo>
                <a:cubicBezTo>
                  <a:pt x="97615" y="14175"/>
                  <a:pt x="97566" y="13388"/>
                  <a:pt x="97468" y="12652"/>
                </a:cubicBezTo>
                <a:cubicBezTo>
                  <a:pt x="97370" y="11916"/>
                  <a:pt x="97190" y="11342"/>
                  <a:pt x="96929" y="10927"/>
                </a:cubicBezTo>
                <a:cubicBezTo>
                  <a:pt x="96657" y="10470"/>
                  <a:pt x="96265" y="10129"/>
                  <a:pt x="95753" y="9906"/>
                </a:cubicBezTo>
                <a:cubicBezTo>
                  <a:pt x="95241" y="9682"/>
                  <a:pt x="94577" y="9570"/>
                  <a:pt x="93761" y="9570"/>
                </a:cubicBezTo>
                <a:cubicBezTo>
                  <a:pt x="92922" y="9570"/>
                  <a:pt x="92046" y="9778"/>
                  <a:pt x="91131" y="10192"/>
                </a:cubicBezTo>
                <a:cubicBezTo>
                  <a:pt x="90217" y="10606"/>
                  <a:pt x="89340" y="11135"/>
                  <a:pt x="88502" y="11777"/>
                </a:cubicBezTo>
                <a:lnTo>
                  <a:pt x="88502" y="25412"/>
                </a:lnTo>
                <a:lnTo>
                  <a:pt x="85431" y="25412"/>
                </a:lnTo>
                <a:lnTo>
                  <a:pt x="85431" y="7153"/>
                </a:lnTo>
                <a:lnTo>
                  <a:pt x="88502" y="7153"/>
                </a:lnTo>
                <a:lnTo>
                  <a:pt x="88502" y="9167"/>
                </a:lnTo>
                <a:cubicBezTo>
                  <a:pt x="89460" y="8371"/>
                  <a:pt x="90451" y="7749"/>
                  <a:pt x="91474" y="7302"/>
                </a:cubicBezTo>
                <a:cubicBezTo>
                  <a:pt x="92498" y="6854"/>
                  <a:pt x="93548" y="6631"/>
                  <a:pt x="94626" y="6631"/>
                </a:cubicBezTo>
                <a:cubicBezTo>
                  <a:pt x="96597" y="6631"/>
                  <a:pt x="98099" y="7225"/>
                  <a:pt x="99134" y="8414"/>
                </a:cubicBezTo>
                <a:cubicBezTo>
                  <a:pt x="100168" y="9603"/>
                  <a:pt x="100685" y="11315"/>
                  <a:pt x="100685" y="13551"/>
                </a:cubicBezTo>
                <a:lnTo>
                  <a:pt x="100685" y="25412"/>
                </a:lnTo>
                <a:close/>
                <a:moveTo>
                  <a:pt x="120087" y="24285"/>
                </a:moveTo>
                <a:cubicBezTo>
                  <a:pt x="119064" y="24775"/>
                  <a:pt x="118092" y="25156"/>
                  <a:pt x="117172" y="25429"/>
                </a:cubicBezTo>
                <a:cubicBezTo>
                  <a:pt x="116252" y="25701"/>
                  <a:pt x="115275" y="25837"/>
                  <a:pt x="114241" y="25837"/>
                </a:cubicBezTo>
                <a:cubicBezTo>
                  <a:pt x="112923" y="25837"/>
                  <a:pt x="111715" y="25643"/>
                  <a:pt x="110615" y="25256"/>
                </a:cubicBezTo>
                <a:cubicBezTo>
                  <a:pt x="109515" y="24869"/>
                  <a:pt x="108573" y="24283"/>
                  <a:pt x="107789" y="23497"/>
                </a:cubicBezTo>
                <a:cubicBezTo>
                  <a:pt x="106995" y="22712"/>
                  <a:pt x="106379" y="21720"/>
                  <a:pt x="105944" y="20520"/>
                </a:cubicBezTo>
                <a:cubicBezTo>
                  <a:pt x="105508" y="19320"/>
                  <a:pt x="105291" y="17919"/>
                  <a:pt x="105291" y="16315"/>
                </a:cubicBezTo>
                <a:cubicBezTo>
                  <a:pt x="105291" y="13327"/>
                  <a:pt x="106110" y="10982"/>
                  <a:pt x="107749" y="9281"/>
                </a:cubicBezTo>
                <a:cubicBezTo>
                  <a:pt x="109387" y="7579"/>
                  <a:pt x="111551" y="6729"/>
                  <a:pt x="114241" y="6729"/>
                </a:cubicBezTo>
                <a:cubicBezTo>
                  <a:pt x="115286" y="6729"/>
                  <a:pt x="116312" y="6876"/>
                  <a:pt x="117319" y="7170"/>
                </a:cubicBezTo>
                <a:cubicBezTo>
                  <a:pt x="118326" y="7464"/>
                  <a:pt x="119249" y="7823"/>
                  <a:pt x="120087" y="8248"/>
                </a:cubicBezTo>
                <a:lnTo>
                  <a:pt x="120087" y="11661"/>
                </a:lnTo>
                <a:lnTo>
                  <a:pt x="119924" y="11661"/>
                </a:lnTo>
                <a:cubicBezTo>
                  <a:pt x="118988" y="10937"/>
                  <a:pt x="118021" y="10380"/>
                  <a:pt x="117025" y="9991"/>
                </a:cubicBezTo>
                <a:cubicBezTo>
                  <a:pt x="116029" y="9602"/>
                  <a:pt x="115057" y="9407"/>
                  <a:pt x="114110" y="9407"/>
                </a:cubicBezTo>
                <a:cubicBezTo>
                  <a:pt x="112368" y="9407"/>
                  <a:pt x="110993" y="9992"/>
                  <a:pt x="109986" y="11163"/>
                </a:cubicBezTo>
                <a:cubicBezTo>
                  <a:pt x="108979" y="12333"/>
                  <a:pt x="108475" y="14051"/>
                  <a:pt x="108475" y="16315"/>
                </a:cubicBezTo>
                <a:cubicBezTo>
                  <a:pt x="108475" y="18515"/>
                  <a:pt x="108968" y="20205"/>
                  <a:pt x="109953" y="21386"/>
                </a:cubicBezTo>
                <a:cubicBezTo>
                  <a:pt x="110939" y="22568"/>
                  <a:pt x="112324" y="23158"/>
                  <a:pt x="114110" y="23158"/>
                </a:cubicBezTo>
                <a:cubicBezTo>
                  <a:pt x="114730" y="23158"/>
                  <a:pt x="115362" y="23077"/>
                  <a:pt x="116004" y="22916"/>
                </a:cubicBezTo>
                <a:cubicBezTo>
                  <a:pt x="116647" y="22753"/>
                  <a:pt x="117224" y="22542"/>
                  <a:pt x="117736" y="22283"/>
                </a:cubicBezTo>
                <a:cubicBezTo>
                  <a:pt x="118182" y="22056"/>
                  <a:pt x="118601" y="21815"/>
                  <a:pt x="118993" y="21562"/>
                </a:cubicBezTo>
                <a:cubicBezTo>
                  <a:pt x="119385" y="21307"/>
                  <a:pt x="119695" y="21088"/>
                  <a:pt x="119924" y="20905"/>
                </a:cubicBezTo>
                <a:lnTo>
                  <a:pt x="120087" y="20905"/>
                </a:lnTo>
                <a:lnTo>
                  <a:pt x="120087" y="24285"/>
                </a:lnTo>
                <a:close/>
                <a:moveTo>
                  <a:pt x="139146" y="25412"/>
                </a:moveTo>
                <a:lnTo>
                  <a:pt x="136076" y="25412"/>
                </a:lnTo>
                <a:lnTo>
                  <a:pt x="136076" y="23399"/>
                </a:lnTo>
                <a:cubicBezTo>
                  <a:pt x="135042" y="24217"/>
                  <a:pt x="134051" y="24844"/>
                  <a:pt x="133104" y="25281"/>
                </a:cubicBezTo>
                <a:cubicBezTo>
                  <a:pt x="132156" y="25717"/>
                  <a:pt x="131111" y="25935"/>
                  <a:pt x="129968" y="25935"/>
                </a:cubicBezTo>
                <a:cubicBezTo>
                  <a:pt x="128052" y="25935"/>
                  <a:pt x="126560" y="25349"/>
                  <a:pt x="125493" y="24176"/>
                </a:cubicBezTo>
                <a:cubicBezTo>
                  <a:pt x="124426" y="23004"/>
                  <a:pt x="123892" y="21283"/>
                  <a:pt x="123892" y="19014"/>
                </a:cubicBezTo>
                <a:lnTo>
                  <a:pt x="123892" y="7153"/>
                </a:lnTo>
                <a:lnTo>
                  <a:pt x="126963" y="7153"/>
                </a:lnTo>
                <a:lnTo>
                  <a:pt x="126963" y="17551"/>
                </a:lnTo>
                <a:cubicBezTo>
                  <a:pt x="126963" y="18478"/>
                  <a:pt x="127006" y="19270"/>
                  <a:pt x="127094" y="19930"/>
                </a:cubicBezTo>
                <a:cubicBezTo>
                  <a:pt x="127181" y="20589"/>
                  <a:pt x="127366" y="21153"/>
                  <a:pt x="127649" y="21622"/>
                </a:cubicBezTo>
                <a:cubicBezTo>
                  <a:pt x="127943" y="22101"/>
                  <a:pt x="128324" y="22450"/>
                  <a:pt x="128792" y="22669"/>
                </a:cubicBezTo>
                <a:cubicBezTo>
                  <a:pt x="129260" y="22886"/>
                  <a:pt x="129941" y="22995"/>
                  <a:pt x="130833" y="22995"/>
                </a:cubicBezTo>
                <a:cubicBezTo>
                  <a:pt x="131628" y="22995"/>
                  <a:pt x="132497" y="22788"/>
                  <a:pt x="133438" y="22374"/>
                </a:cubicBezTo>
                <a:cubicBezTo>
                  <a:pt x="134380" y="21960"/>
                  <a:pt x="135259" y="21431"/>
                  <a:pt x="136076" y="20788"/>
                </a:cubicBezTo>
                <a:lnTo>
                  <a:pt x="136076" y="7153"/>
                </a:lnTo>
                <a:lnTo>
                  <a:pt x="139146" y="7153"/>
                </a:lnTo>
                <a:lnTo>
                  <a:pt x="139146" y="25412"/>
                </a:lnTo>
                <a:close/>
                <a:moveTo>
                  <a:pt x="148292" y="25412"/>
                </a:moveTo>
                <a:lnTo>
                  <a:pt x="145222" y="25412"/>
                </a:lnTo>
                <a:lnTo>
                  <a:pt x="145222" y="0"/>
                </a:lnTo>
                <a:lnTo>
                  <a:pt x="148292" y="0"/>
                </a:lnTo>
                <a:lnTo>
                  <a:pt x="148292" y="25412"/>
                </a:lnTo>
                <a:close/>
                <a:moveTo>
                  <a:pt x="168543" y="25412"/>
                </a:moveTo>
                <a:lnTo>
                  <a:pt x="165489" y="25412"/>
                </a:lnTo>
                <a:lnTo>
                  <a:pt x="165489" y="23482"/>
                </a:lnTo>
                <a:cubicBezTo>
                  <a:pt x="165217" y="23667"/>
                  <a:pt x="164850" y="23926"/>
                  <a:pt x="164387" y="24259"/>
                </a:cubicBezTo>
                <a:cubicBezTo>
                  <a:pt x="163924" y="24591"/>
                  <a:pt x="163475" y="24856"/>
                  <a:pt x="163040" y="25052"/>
                </a:cubicBezTo>
                <a:cubicBezTo>
                  <a:pt x="162528" y="25303"/>
                  <a:pt x="161940" y="25512"/>
                  <a:pt x="161276" y="25681"/>
                </a:cubicBezTo>
                <a:cubicBezTo>
                  <a:pt x="160612" y="25850"/>
                  <a:pt x="159833" y="25935"/>
                  <a:pt x="158940" y="25935"/>
                </a:cubicBezTo>
                <a:cubicBezTo>
                  <a:pt x="157296" y="25935"/>
                  <a:pt x="155903" y="25390"/>
                  <a:pt x="154759" y="24300"/>
                </a:cubicBezTo>
                <a:cubicBezTo>
                  <a:pt x="153616" y="23210"/>
                  <a:pt x="153045" y="21819"/>
                  <a:pt x="153045" y="20129"/>
                </a:cubicBezTo>
                <a:cubicBezTo>
                  <a:pt x="153045" y="18745"/>
                  <a:pt x="153341" y="17625"/>
                  <a:pt x="153935" y="16769"/>
                </a:cubicBezTo>
                <a:cubicBezTo>
                  <a:pt x="154528" y="15913"/>
                  <a:pt x="155375" y="15240"/>
                  <a:pt x="156474" y="14750"/>
                </a:cubicBezTo>
                <a:cubicBezTo>
                  <a:pt x="157585" y="14259"/>
                  <a:pt x="158919" y="13926"/>
                  <a:pt x="160476" y="13752"/>
                </a:cubicBezTo>
                <a:cubicBezTo>
                  <a:pt x="162033" y="13577"/>
                  <a:pt x="163704" y="13447"/>
                  <a:pt x="165489" y="13359"/>
                </a:cubicBezTo>
                <a:lnTo>
                  <a:pt x="165489" y="12882"/>
                </a:lnTo>
                <a:cubicBezTo>
                  <a:pt x="165489" y="12179"/>
                  <a:pt x="165367" y="11597"/>
                  <a:pt x="165122" y="11136"/>
                </a:cubicBezTo>
                <a:cubicBezTo>
                  <a:pt x="164877" y="10675"/>
                  <a:pt x="164526" y="10313"/>
                  <a:pt x="164069" y="10049"/>
                </a:cubicBezTo>
                <a:cubicBezTo>
                  <a:pt x="163633" y="9797"/>
                  <a:pt x="163110" y="9627"/>
                  <a:pt x="162501" y="9539"/>
                </a:cubicBezTo>
                <a:cubicBezTo>
                  <a:pt x="161891" y="9451"/>
                  <a:pt x="161254" y="9407"/>
                  <a:pt x="160590" y="9407"/>
                </a:cubicBezTo>
                <a:cubicBezTo>
                  <a:pt x="159784" y="9407"/>
                  <a:pt x="158886" y="9516"/>
                  <a:pt x="157895" y="9734"/>
                </a:cubicBezTo>
                <a:cubicBezTo>
                  <a:pt x="156904" y="9952"/>
                  <a:pt x="155881" y="10268"/>
                  <a:pt x="154825" y="10681"/>
                </a:cubicBezTo>
                <a:lnTo>
                  <a:pt x="154661" y="10681"/>
                </a:lnTo>
                <a:lnTo>
                  <a:pt x="154661" y="7562"/>
                </a:lnTo>
                <a:cubicBezTo>
                  <a:pt x="155260" y="7398"/>
                  <a:pt x="156126" y="7219"/>
                  <a:pt x="157258" y="7023"/>
                </a:cubicBezTo>
                <a:cubicBezTo>
                  <a:pt x="158391" y="6827"/>
                  <a:pt x="159507" y="6729"/>
                  <a:pt x="160606" y="6729"/>
                </a:cubicBezTo>
                <a:cubicBezTo>
                  <a:pt x="161891" y="6729"/>
                  <a:pt x="163010" y="6835"/>
                  <a:pt x="163962" y="7047"/>
                </a:cubicBezTo>
                <a:cubicBezTo>
                  <a:pt x="164915" y="7259"/>
                  <a:pt x="165740" y="7621"/>
                  <a:pt x="166437" y="8133"/>
                </a:cubicBezTo>
                <a:cubicBezTo>
                  <a:pt x="167123" y="8634"/>
                  <a:pt x="167645" y="9282"/>
                  <a:pt x="168005" y="10077"/>
                </a:cubicBezTo>
                <a:cubicBezTo>
                  <a:pt x="168364" y="10872"/>
                  <a:pt x="168543" y="11857"/>
                  <a:pt x="168543" y="13033"/>
                </a:cubicBezTo>
                <a:lnTo>
                  <a:pt x="168543" y="25412"/>
                </a:lnTo>
                <a:moveTo>
                  <a:pt x="165489" y="20944"/>
                </a:moveTo>
                <a:lnTo>
                  <a:pt x="165489" y="15842"/>
                </a:lnTo>
                <a:cubicBezTo>
                  <a:pt x="164553" y="15897"/>
                  <a:pt x="163451" y="15979"/>
                  <a:pt x="162182" y="16088"/>
                </a:cubicBezTo>
                <a:cubicBezTo>
                  <a:pt x="160914" y="16198"/>
                  <a:pt x="159909" y="16356"/>
                  <a:pt x="159169" y="16563"/>
                </a:cubicBezTo>
                <a:cubicBezTo>
                  <a:pt x="158287" y="16815"/>
                  <a:pt x="157574" y="17206"/>
                  <a:pt x="157030" y="17737"/>
                </a:cubicBezTo>
                <a:cubicBezTo>
                  <a:pt x="156485" y="18267"/>
                  <a:pt x="156213" y="18997"/>
                  <a:pt x="156213" y="19927"/>
                </a:cubicBezTo>
                <a:cubicBezTo>
                  <a:pt x="156213" y="20977"/>
                  <a:pt x="156529" y="21767"/>
                  <a:pt x="157160" y="22297"/>
                </a:cubicBezTo>
                <a:cubicBezTo>
                  <a:pt x="157792" y="22828"/>
                  <a:pt x="158755" y="23093"/>
                  <a:pt x="160051" y="23093"/>
                </a:cubicBezTo>
                <a:cubicBezTo>
                  <a:pt x="161129" y="23093"/>
                  <a:pt x="162114" y="22883"/>
                  <a:pt x="163007" y="22462"/>
                </a:cubicBezTo>
                <a:cubicBezTo>
                  <a:pt x="163900" y="22041"/>
                  <a:pt x="164727" y="21535"/>
                  <a:pt x="165489" y="20944"/>
                </a:cubicBezTo>
                <a:close/>
                <a:moveTo>
                  <a:pt x="177559" y="25412"/>
                </a:moveTo>
                <a:lnTo>
                  <a:pt x="174488" y="25412"/>
                </a:lnTo>
                <a:lnTo>
                  <a:pt x="174488" y="0"/>
                </a:lnTo>
                <a:lnTo>
                  <a:pt x="177559" y="0"/>
                </a:lnTo>
                <a:lnTo>
                  <a:pt x="177559" y="25412"/>
                </a:lnTo>
                <a:close/>
                <a:moveTo>
                  <a:pt x="198904" y="16593"/>
                </a:moveTo>
                <a:lnTo>
                  <a:pt x="185463" y="16593"/>
                </a:lnTo>
                <a:cubicBezTo>
                  <a:pt x="185463" y="17717"/>
                  <a:pt x="185632" y="18697"/>
                  <a:pt x="185969" y="19532"/>
                </a:cubicBezTo>
                <a:cubicBezTo>
                  <a:pt x="186307" y="20367"/>
                  <a:pt x="186770" y="21052"/>
                  <a:pt x="187358" y="21587"/>
                </a:cubicBezTo>
                <a:cubicBezTo>
                  <a:pt x="187924" y="22111"/>
                  <a:pt x="188596" y="22503"/>
                  <a:pt x="189375" y="22765"/>
                </a:cubicBezTo>
                <a:cubicBezTo>
                  <a:pt x="190153" y="23027"/>
                  <a:pt x="191011" y="23158"/>
                  <a:pt x="191947" y="23158"/>
                </a:cubicBezTo>
                <a:cubicBezTo>
                  <a:pt x="193188" y="23158"/>
                  <a:pt x="194437" y="22909"/>
                  <a:pt x="195695" y="22410"/>
                </a:cubicBezTo>
                <a:cubicBezTo>
                  <a:pt x="196953" y="21911"/>
                  <a:pt x="197848" y="21420"/>
                  <a:pt x="198382" y="20937"/>
                </a:cubicBezTo>
                <a:lnTo>
                  <a:pt x="198545" y="20937"/>
                </a:lnTo>
                <a:lnTo>
                  <a:pt x="198545" y="24297"/>
                </a:lnTo>
                <a:cubicBezTo>
                  <a:pt x="197511" y="24733"/>
                  <a:pt x="196454" y="25099"/>
                  <a:pt x="195377" y="25394"/>
                </a:cubicBezTo>
                <a:cubicBezTo>
                  <a:pt x="194299" y="25689"/>
                  <a:pt x="193166" y="25837"/>
                  <a:pt x="191980" y="25837"/>
                </a:cubicBezTo>
                <a:cubicBezTo>
                  <a:pt x="188953" y="25837"/>
                  <a:pt x="186590" y="25016"/>
                  <a:pt x="184892" y="23375"/>
                </a:cubicBezTo>
                <a:cubicBezTo>
                  <a:pt x="183193" y="21734"/>
                  <a:pt x="182344" y="19402"/>
                  <a:pt x="182344" y="16381"/>
                </a:cubicBezTo>
                <a:cubicBezTo>
                  <a:pt x="182344" y="13393"/>
                  <a:pt x="183158" y="11021"/>
                  <a:pt x="184785" y="9265"/>
                </a:cubicBezTo>
                <a:cubicBezTo>
                  <a:pt x="186413" y="7509"/>
                  <a:pt x="188555" y="6631"/>
                  <a:pt x="191212" y="6631"/>
                </a:cubicBezTo>
                <a:cubicBezTo>
                  <a:pt x="193673" y="6631"/>
                  <a:pt x="195570" y="7350"/>
                  <a:pt x="196904" y="8790"/>
                </a:cubicBezTo>
                <a:cubicBezTo>
                  <a:pt x="198237" y="10230"/>
                  <a:pt x="198904" y="12275"/>
                  <a:pt x="198904" y="14925"/>
                </a:cubicBezTo>
                <a:lnTo>
                  <a:pt x="198904" y="16593"/>
                </a:lnTo>
                <a:moveTo>
                  <a:pt x="195916" y="14241"/>
                </a:moveTo>
                <a:cubicBezTo>
                  <a:pt x="195905" y="12630"/>
                  <a:pt x="195499" y="11383"/>
                  <a:pt x="194699" y="10501"/>
                </a:cubicBezTo>
                <a:cubicBezTo>
                  <a:pt x="193899" y="9619"/>
                  <a:pt x="192682" y="9178"/>
                  <a:pt x="191049" y="9178"/>
                </a:cubicBezTo>
                <a:cubicBezTo>
                  <a:pt x="189405" y="9178"/>
                  <a:pt x="188095" y="9663"/>
                  <a:pt x="187121" y="10632"/>
                </a:cubicBezTo>
                <a:cubicBezTo>
                  <a:pt x="186146" y="11601"/>
                  <a:pt x="185594" y="12804"/>
                  <a:pt x="185463" y="14241"/>
                </a:cubicBezTo>
                <a:lnTo>
                  <a:pt x="195916" y="14241"/>
                </a:lnTo>
                <a:close/>
                <a:moveTo>
                  <a:pt x="216592" y="20142"/>
                </a:moveTo>
                <a:cubicBezTo>
                  <a:pt x="216592" y="21807"/>
                  <a:pt x="215903" y="23172"/>
                  <a:pt x="214526" y="24238"/>
                </a:cubicBezTo>
                <a:cubicBezTo>
                  <a:pt x="213148" y="25304"/>
                  <a:pt x="211268" y="25837"/>
                  <a:pt x="208883" y="25837"/>
                </a:cubicBezTo>
                <a:cubicBezTo>
                  <a:pt x="207533" y="25837"/>
                  <a:pt x="206295" y="25676"/>
                  <a:pt x="205168" y="25354"/>
                </a:cubicBezTo>
                <a:cubicBezTo>
                  <a:pt x="204041" y="25031"/>
                  <a:pt x="203096" y="24679"/>
                  <a:pt x="202334" y="24297"/>
                </a:cubicBezTo>
                <a:lnTo>
                  <a:pt x="202334" y="20839"/>
                </a:lnTo>
                <a:lnTo>
                  <a:pt x="202497" y="20839"/>
                </a:lnTo>
                <a:cubicBezTo>
                  <a:pt x="203466" y="21579"/>
                  <a:pt x="204544" y="22166"/>
                  <a:pt x="205731" y="22603"/>
                </a:cubicBezTo>
                <a:cubicBezTo>
                  <a:pt x="206918" y="23039"/>
                  <a:pt x="208056" y="23256"/>
                  <a:pt x="209144" y="23256"/>
                </a:cubicBezTo>
                <a:cubicBezTo>
                  <a:pt x="210495" y="23256"/>
                  <a:pt x="211551" y="23038"/>
                  <a:pt x="212313" y="22601"/>
                </a:cubicBezTo>
                <a:cubicBezTo>
                  <a:pt x="213075" y="22163"/>
                  <a:pt x="213456" y="21474"/>
                  <a:pt x="213456" y="20534"/>
                </a:cubicBezTo>
                <a:cubicBezTo>
                  <a:pt x="213456" y="19816"/>
                  <a:pt x="213249" y="19272"/>
                  <a:pt x="212835" y="18902"/>
                </a:cubicBezTo>
                <a:cubicBezTo>
                  <a:pt x="212422" y="18532"/>
                  <a:pt x="211627" y="18217"/>
                  <a:pt x="210451" y="17955"/>
                </a:cubicBezTo>
                <a:cubicBezTo>
                  <a:pt x="210016" y="17858"/>
                  <a:pt x="209447" y="17743"/>
                  <a:pt x="208744" y="17613"/>
                </a:cubicBezTo>
                <a:cubicBezTo>
                  <a:pt x="208042" y="17482"/>
                  <a:pt x="207402" y="17341"/>
                  <a:pt x="206825" y="17189"/>
                </a:cubicBezTo>
                <a:cubicBezTo>
                  <a:pt x="205225" y="16764"/>
                  <a:pt x="204090" y="16142"/>
                  <a:pt x="203420" y="15320"/>
                </a:cubicBezTo>
                <a:cubicBezTo>
                  <a:pt x="202751" y="14499"/>
                  <a:pt x="202416" y="13490"/>
                  <a:pt x="202416" y="12293"/>
                </a:cubicBezTo>
                <a:cubicBezTo>
                  <a:pt x="202416" y="11543"/>
                  <a:pt x="202571" y="10836"/>
                  <a:pt x="202881" y="10172"/>
                </a:cubicBezTo>
                <a:cubicBezTo>
                  <a:pt x="203192" y="9508"/>
                  <a:pt x="203662" y="8915"/>
                  <a:pt x="204294" y="8393"/>
                </a:cubicBezTo>
                <a:cubicBezTo>
                  <a:pt x="204904" y="7882"/>
                  <a:pt x="205679" y="7477"/>
                  <a:pt x="206621" y="7178"/>
                </a:cubicBezTo>
                <a:cubicBezTo>
                  <a:pt x="207563" y="6878"/>
                  <a:pt x="208616" y="6729"/>
                  <a:pt x="209781" y="6729"/>
                </a:cubicBezTo>
                <a:cubicBezTo>
                  <a:pt x="210870" y="6729"/>
                  <a:pt x="211973" y="6862"/>
                  <a:pt x="213089" y="7127"/>
                </a:cubicBezTo>
                <a:cubicBezTo>
                  <a:pt x="214205" y="7393"/>
                  <a:pt x="215133" y="7716"/>
                  <a:pt x="215873" y="8096"/>
                </a:cubicBezTo>
                <a:lnTo>
                  <a:pt x="215873" y="11367"/>
                </a:lnTo>
                <a:lnTo>
                  <a:pt x="215710" y="11367"/>
                </a:lnTo>
                <a:cubicBezTo>
                  <a:pt x="214926" y="10790"/>
                  <a:pt x="213973" y="10303"/>
                  <a:pt x="212852" y="9905"/>
                </a:cubicBezTo>
                <a:cubicBezTo>
                  <a:pt x="211730" y="9508"/>
                  <a:pt x="210631" y="9309"/>
                  <a:pt x="209553" y="9309"/>
                </a:cubicBezTo>
                <a:cubicBezTo>
                  <a:pt x="208431" y="9309"/>
                  <a:pt x="207484" y="9525"/>
                  <a:pt x="206711" y="9957"/>
                </a:cubicBezTo>
                <a:cubicBezTo>
                  <a:pt x="205938" y="10389"/>
                  <a:pt x="205551" y="11032"/>
                  <a:pt x="205551" y="11885"/>
                </a:cubicBezTo>
                <a:cubicBezTo>
                  <a:pt x="205551" y="12636"/>
                  <a:pt x="205786" y="13201"/>
                  <a:pt x="206254" y="13582"/>
                </a:cubicBezTo>
                <a:cubicBezTo>
                  <a:pt x="206711" y="13963"/>
                  <a:pt x="207451" y="14273"/>
                  <a:pt x="208475" y="14512"/>
                </a:cubicBezTo>
                <a:cubicBezTo>
                  <a:pt x="209041" y="14643"/>
                  <a:pt x="209675" y="14774"/>
                  <a:pt x="210378" y="14904"/>
                </a:cubicBezTo>
                <a:cubicBezTo>
                  <a:pt x="211080" y="15035"/>
                  <a:pt x="211665" y="15154"/>
                  <a:pt x="212133" y="15263"/>
                </a:cubicBezTo>
                <a:cubicBezTo>
                  <a:pt x="213560" y="15589"/>
                  <a:pt x="214659" y="16150"/>
                  <a:pt x="215432" y="16944"/>
                </a:cubicBezTo>
                <a:cubicBezTo>
                  <a:pt x="216205" y="17749"/>
                  <a:pt x="216592" y="18815"/>
                  <a:pt x="216592" y="20142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C962A8-801E-4401-9D2F-EBE4FB0BC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36" y="2408452"/>
            <a:ext cx="356542" cy="286216"/>
          </a:xfrm>
          <a:custGeom xmlns:a="http://schemas.openxmlformats.org/drawingml/2006/main">
            <a:pathLst>
              <a:path w="356542" h="286216">
                <a:moveTo>
                  <a:pt x="0" y="0"/>
                </a:moveTo>
                <a:lnTo>
                  <a:pt x="356542" y="0"/>
                </a:lnTo>
                <a:lnTo>
                  <a:pt x="356542" y="286216"/>
                </a:lnTo>
                <a:lnTo>
                  <a:pt x="0" y="2862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FAA22D-4FF3-4505-B81D-F42B93E55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24635" y="2408455"/>
            <a:ext cx="356542" cy="286214"/>
          </a:xfrm>
          <a:custGeom xmlns:a="http://schemas.openxmlformats.org/drawingml/2006/main">
            <a:pathLst>
              <a:path w="356542" h="286214" fill="none">
                <a:moveTo>
                  <a:pt x="0" y="0"/>
                </a:moveTo>
                <a:lnTo>
                  <a:pt x="356542" y="0"/>
                </a:lnTo>
                <a:lnTo>
                  <a:pt x="356542" y="286214"/>
                </a:lnTo>
                <a:lnTo>
                  <a:pt x="0" y="2862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96" name="Text Myrtales">
            <a:extLst xmlns:a="http://schemas.openxmlformats.org/drawingml/2006/main">
              <a:ext uri="{FF2B5EF4-FFF2-40B4-BE49-F238E27FC236}">
                <a16:creationId xmlns:a16="http://schemas.microsoft.com/office/drawing/2014/main" id="{5047ACD9-8AF5-423E-85F6-AFB50F97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7219" y="2443513"/>
            <a:ext cx="214134" cy="50085"/>
          </a:xfrm>
          <a:custGeom xmlns:a="http://schemas.openxmlformats.org/drawingml/2006/main">
            <a:pathLst>
              <a:path w="214134" h="50085">
                <a:moveTo>
                  <a:pt x="33746" y="39600"/>
                </a:moveTo>
                <a:lnTo>
                  <a:pt x="28707" y="39600"/>
                </a:lnTo>
                <a:lnTo>
                  <a:pt x="28707" y="6927"/>
                </a:lnTo>
                <a:lnTo>
                  <a:pt x="18171" y="29165"/>
                </a:lnTo>
                <a:lnTo>
                  <a:pt x="15168" y="29165"/>
                </a:lnTo>
                <a:lnTo>
                  <a:pt x="4708" y="6927"/>
                </a:lnTo>
                <a:lnTo>
                  <a:pt x="4708" y="39600"/>
                </a:lnTo>
                <a:lnTo>
                  <a:pt x="0" y="39600"/>
                </a:lnTo>
                <a:lnTo>
                  <a:pt x="0" y="1680"/>
                </a:lnTo>
                <a:lnTo>
                  <a:pt x="6871" y="1680"/>
                </a:lnTo>
                <a:lnTo>
                  <a:pt x="16975" y="22797"/>
                </a:lnTo>
                <a:lnTo>
                  <a:pt x="26748" y="1680"/>
                </a:lnTo>
                <a:lnTo>
                  <a:pt x="33746" y="1680"/>
                </a:lnTo>
                <a:lnTo>
                  <a:pt x="33746" y="39600"/>
                </a:lnTo>
                <a:close/>
                <a:moveTo>
                  <a:pt x="68129" y="11147"/>
                </a:moveTo>
                <a:lnTo>
                  <a:pt x="51536" y="50085"/>
                </a:lnTo>
                <a:lnTo>
                  <a:pt x="46420" y="50085"/>
                </a:lnTo>
                <a:lnTo>
                  <a:pt x="51714" y="38218"/>
                </a:lnTo>
                <a:lnTo>
                  <a:pt x="40389" y="11147"/>
                </a:lnTo>
                <a:lnTo>
                  <a:pt x="45580" y="11147"/>
                </a:lnTo>
                <a:lnTo>
                  <a:pt x="54310" y="32219"/>
                </a:lnTo>
                <a:lnTo>
                  <a:pt x="63115" y="11147"/>
                </a:lnTo>
                <a:lnTo>
                  <a:pt x="68129" y="11147"/>
                </a:lnTo>
                <a:close/>
                <a:moveTo>
                  <a:pt x="92128" y="16339"/>
                </a:moveTo>
                <a:lnTo>
                  <a:pt x="91874" y="16339"/>
                </a:lnTo>
                <a:cubicBezTo>
                  <a:pt x="91161" y="16178"/>
                  <a:pt x="90470" y="16062"/>
                  <a:pt x="89799" y="15990"/>
                </a:cubicBezTo>
                <a:cubicBezTo>
                  <a:pt x="89129" y="15917"/>
                  <a:pt x="88336" y="15881"/>
                  <a:pt x="87420" y="15881"/>
                </a:cubicBezTo>
                <a:cubicBezTo>
                  <a:pt x="85944" y="15881"/>
                  <a:pt x="84519" y="16208"/>
                  <a:pt x="83144" y="16862"/>
                </a:cubicBezTo>
                <a:cubicBezTo>
                  <a:pt x="81770" y="17516"/>
                  <a:pt x="80447" y="18361"/>
                  <a:pt x="79174" y="19397"/>
                </a:cubicBezTo>
                <a:lnTo>
                  <a:pt x="79174" y="39600"/>
                </a:lnTo>
                <a:lnTo>
                  <a:pt x="74390" y="39600"/>
                </a:lnTo>
                <a:lnTo>
                  <a:pt x="74390" y="11147"/>
                </a:lnTo>
                <a:lnTo>
                  <a:pt x="79174" y="11147"/>
                </a:lnTo>
                <a:lnTo>
                  <a:pt x="79174" y="15350"/>
                </a:lnTo>
                <a:cubicBezTo>
                  <a:pt x="81074" y="13822"/>
                  <a:pt x="82750" y="12739"/>
                  <a:pt x="84200" y="12102"/>
                </a:cubicBezTo>
                <a:cubicBezTo>
                  <a:pt x="85651" y="11465"/>
                  <a:pt x="87131" y="11147"/>
                  <a:pt x="88641" y="11147"/>
                </a:cubicBezTo>
                <a:cubicBezTo>
                  <a:pt x="89473" y="11147"/>
                  <a:pt x="90075" y="11168"/>
                  <a:pt x="90448" y="11211"/>
                </a:cubicBezTo>
                <a:cubicBezTo>
                  <a:pt x="90822" y="11253"/>
                  <a:pt x="91381" y="11333"/>
                  <a:pt x="92128" y="11451"/>
                </a:cubicBezTo>
                <a:lnTo>
                  <a:pt x="92128" y="16339"/>
                </a:lnTo>
                <a:close/>
                <a:moveTo>
                  <a:pt x="111393" y="39349"/>
                </a:moveTo>
                <a:cubicBezTo>
                  <a:pt x="110494" y="39586"/>
                  <a:pt x="109514" y="39780"/>
                  <a:pt x="108454" y="39931"/>
                </a:cubicBezTo>
                <a:cubicBezTo>
                  <a:pt x="107393" y="40084"/>
                  <a:pt x="106448" y="40160"/>
                  <a:pt x="105616" y="40160"/>
                </a:cubicBezTo>
                <a:cubicBezTo>
                  <a:pt x="102715" y="40160"/>
                  <a:pt x="100509" y="39378"/>
                  <a:pt x="98999" y="37816"/>
                </a:cubicBezTo>
                <a:cubicBezTo>
                  <a:pt x="97489" y="36253"/>
                  <a:pt x="96734" y="33748"/>
                  <a:pt x="96734" y="30300"/>
                </a:cubicBezTo>
                <a:lnTo>
                  <a:pt x="96734" y="15168"/>
                </a:lnTo>
                <a:lnTo>
                  <a:pt x="93502" y="15168"/>
                </a:lnTo>
                <a:lnTo>
                  <a:pt x="93502" y="11147"/>
                </a:lnTo>
                <a:lnTo>
                  <a:pt x="96734" y="11147"/>
                </a:lnTo>
                <a:lnTo>
                  <a:pt x="96734" y="2952"/>
                </a:lnTo>
                <a:lnTo>
                  <a:pt x="101519" y="2952"/>
                </a:lnTo>
                <a:lnTo>
                  <a:pt x="101519" y="11147"/>
                </a:lnTo>
                <a:lnTo>
                  <a:pt x="111393" y="11147"/>
                </a:lnTo>
                <a:lnTo>
                  <a:pt x="111393" y="15168"/>
                </a:lnTo>
                <a:lnTo>
                  <a:pt x="101519" y="15168"/>
                </a:lnTo>
                <a:lnTo>
                  <a:pt x="101519" y="28154"/>
                </a:lnTo>
                <a:cubicBezTo>
                  <a:pt x="101519" y="29651"/>
                  <a:pt x="101553" y="30820"/>
                  <a:pt x="101621" y="31662"/>
                </a:cubicBezTo>
                <a:cubicBezTo>
                  <a:pt x="101688" y="32504"/>
                  <a:pt x="101926" y="33290"/>
                  <a:pt x="102333" y="34022"/>
                </a:cubicBezTo>
                <a:cubicBezTo>
                  <a:pt x="102706" y="34702"/>
                  <a:pt x="103220" y="35199"/>
                  <a:pt x="103873" y="35514"/>
                </a:cubicBezTo>
                <a:cubicBezTo>
                  <a:pt x="104526" y="35829"/>
                  <a:pt x="105523" y="35986"/>
                  <a:pt x="106863" y="35986"/>
                </a:cubicBezTo>
                <a:cubicBezTo>
                  <a:pt x="107644" y="35986"/>
                  <a:pt x="108458" y="35871"/>
                  <a:pt x="109306" y="35642"/>
                </a:cubicBezTo>
                <a:cubicBezTo>
                  <a:pt x="110155" y="35413"/>
                  <a:pt x="110765" y="35222"/>
                  <a:pt x="111139" y="35070"/>
                </a:cubicBezTo>
                <a:lnTo>
                  <a:pt x="111393" y="35070"/>
                </a:lnTo>
                <a:lnTo>
                  <a:pt x="111393" y="39349"/>
                </a:lnTo>
                <a:close/>
                <a:moveTo>
                  <a:pt x="139261" y="39600"/>
                </a:moveTo>
                <a:lnTo>
                  <a:pt x="134502" y="39600"/>
                </a:lnTo>
                <a:lnTo>
                  <a:pt x="134502" y="36592"/>
                </a:lnTo>
                <a:cubicBezTo>
                  <a:pt x="134077" y="36881"/>
                  <a:pt x="133505" y="37284"/>
                  <a:pt x="132784" y="37802"/>
                </a:cubicBezTo>
                <a:cubicBezTo>
                  <a:pt x="132063" y="38320"/>
                  <a:pt x="131363" y="38732"/>
                  <a:pt x="130684" y="39038"/>
                </a:cubicBezTo>
                <a:cubicBezTo>
                  <a:pt x="129887" y="39429"/>
                  <a:pt x="128970" y="39756"/>
                  <a:pt x="127936" y="40019"/>
                </a:cubicBezTo>
                <a:cubicBezTo>
                  <a:pt x="126901" y="40282"/>
                  <a:pt x="125687" y="40414"/>
                  <a:pt x="124296" y="40414"/>
                </a:cubicBezTo>
                <a:cubicBezTo>
                  <a:pt x="121734" y="40414"/>
                  <a:pt x="119563" y="39565"/>
                  <a:pt x="117781" y="37866"/>
                </a:cubicBezTo>
                <a:cubicBezTo>
                  <a:pt x="116000" y="36167"/>
                  <a:pt x="115109" y="34001"/>
                  <a:pt x="115109" y="31368"/>
                </a:cubicBezTo>
                <a:cubicBezTo>
                  <a:pt x="115109" y="29210"/>
                  <a:pt x="115571" y="27465"/>
                  <a:pt x="116496" y="26131"/>
                </a:cubicBezTo>
                <a:cubicBezTo>
                  <a:pt x="117421" y="24797"/>
                  <a:pt x="118740" y="23748"/>
                  <a:pt x="120453" y="22984"/>
                </a:cubicBezTo>
                <a:cubicBezTo>
                  <a:pt x="122184" y="22220"/>
                  <a:pt x="124262" y="21701"/>
                  <a:pt x="126688" y="21429"/>
                </a:cubicBezTo>
                <a:cubicBezTo>
                  <a:pt x="129115" y="21157"/>
                  <a:pt x="131719" y="20954"/>
                  <a:pt x="134502" y="20818"/>
                </a:cubicBezTo>
                <a:lnTo>
                  <a:pt x="134502" y="20073"/>
                </a:lnTo>
                <a:cubicBezTo>
                  <a:pt x="134502" y="18979"/>
                  <a:pt x="134311" y="18072"/>
                  <a:pt x="133929" y="17354"/>
                </a:cubicBezTo>
                <a:cubicBezTo>
                  <a:pt x="133547" y="16635"/>
                  <a:pt x="133000" y="16070"/>
                  <a:pt x="132287" y="15660"/>
                </a:cubicBezTo>
                <a:cubicBezTo>
                  <a:pt x="131609" y="15266"/>
                  <a:pt x="130794" y="15001"/>
                  <a:pt x="129844" y="14864"/>
                </a:cubicBezTo>
                <a:cubicBezTo>
                  <a:pt x="128894" y="14727"/>
                  <a:pt x="127902" y="14659"/>
                  <a:pt x="126867" y="14659"/>
                </a:cubicBezTo>
                <a:cubicBezTo>
                  <a:pt x="125611" y="14659"/>
                  <a:pt x="124211" y="14829"/>
                  <a:pt x="122667" y="15169"/>
                </a:cubicBezTo>
                <a:cubicBezTo>
                  <a:pt x="121123" y="15508"/>
                  <a:pt x="119529" y="16000"/>
                  <a:pt x="117883" y="16644"/>
                </a:cubicBezTo>
                <a:lnTo>
                  <a:pt x="117628" y="16644"/>
                </a:lnTo>
                <a:lnTo>
                  <a:pt x="117628" y="11783"/>
                </a:lnTo>
                <a:cubicBezTo>
                  <a:pt x="118562" y="11529"/>
                  <a:pt x="119910" y="11249"/>
                  <a:pt x="121675" y="10943"/>
                </a:cubicBezTo>
                <a:cubicBezTo>
                  <a:pt x="123439" y="10638"/>
                  <a:pt x="125178" y="10485"/>
                  <a:pt x="126892" y="10485"/>
                </a:cubicBezTo>
                <a:cubicBezTo>
                  <a:pt x="128894" y="10485"/>
                  <a:pt x="130637" y="10651"/>
                  <a:pt x="132122" y="10982"/>
                </a:cubicBezTo>
                <a:cubicBezTo>
                  <a:pt x="133607" y="11312"/>
                  <a:pt x="134892" y="11877"/>
                  <a:pt x="135978" y="12674"/>
                </a:cubicBezTo>
                <a:cubicBezTo>
                  <a:pt x="137047" y="13454"/>
                  <a:pt x="137861" y="14464"/>
                  <a:pt x="138421" y="15702"/>
                </a:cubicBezTo>
                <a:cubicBezTo>
                  <a:pt x="138981" y="16941"/>
                  <a:pt x="139261" y="18477"/>
                  <a:pt x="139261" y="20309"/>
                </a:cubicBezTo>
                <a:lnTo>
                  <a:pt x="139261" y="39600"/>
                </a:lnTo>
                <a:moveTo>
                  <a:pt x="134502" y="32637"/>
                </a:moveTo>
                <a:lnTo>
                  <a:pt x="134502" y="24686"/>
                </a:lnTo>
                <a:cubicBezTo>
                  <a:pt x="133042" y="24772"/>
                  <a:pt x="131325" y="24900"/>
                  <a:pt x="129348" y="25070"/>
                </a:cubicBezTo>
                <a:cubicBezTo>
                  <a:pt x="127371" y="25241"/>
                  <a:pt x="125806" y="25487"/>
                  <a:pt x="124653" y="25811"/>
                </a:cubicBezTo>
                <a:cubicBezTo>
                  <a:pt x="123278" y="26203"/>
                  <a:pt x="122167" y="26813"/>
                  <a:pt x="121319" y="27639"/>
                </a:cubicBezTo>
                <a:cubicBezTo>
                  <a:pt x="120470" y="28466"/>
                  <a:pt x="120046" y="29603"/>
                  <a:pt x="120046" y="31052"/>
                </a:cubicBezTo>
                <a:cubicBezTo>
                  <a:pt x="120046" y="32688"/>
                  <a:pt x="120538" y="33919"/>
                  <a:pt x="121522" y="34746"/>
                </a:cubicBezTo>
                <a:cubicBezTo>
                  <a:pt x="122506" y="35573"/>
                  <a:pt x="124008" y="35986"/>
                  <a:pt x="126027" y="35986"/>
                </a:cubicBezTo>
                <a:cubicBezTo>
                  <a:pt x="127706" y="35986"/>
                  <a:pt x="129242" y="35658"/>
                  <a:pt x="130633" y="35002"/>
                </a:cubicBezTo>
                <a:cubicBezTo>
                  <a:pt x="132024" y="34346"/>
                  <a:pt x="133314" y="33557"/>
                  <a:pt x="134502" y="32637"/>
                </a:cubicBezTo>
                <a:close/>
                <a:moveTo>
                  <a:pt x="153310" y="39600"/>
                </a:moveTo>
                <a:lnTo>
                  <a:pt x="148525" y="39600"/>
                </a:lnTo>
                <a:lnTo>
                  <a:pt x="148525" y="0"/>
                </a:lnTo>
                <a:lnTo>
                  <a:pt x="153310" y="0"/>
                </a:lnTo>
                <a:lnTo>
                  <a:pt x="153310" y="39600"/>
                </a:lnTo>
                <a:close/>
                <a:moveTo>
                  <a:pt x="186572" y="25857"/>
                </a:moveTo>
                <a:lnTo>
                  <a:pt x="165626" y="25857"/>
                </a:lnTo>
                <a:cubicBezTo>
                  <a:pt x="165626" y="27609"/>
                  <a:pt x="165889" y="29135"/>
                  <a:pt x="166415" y="30436"/>
                </a:cubicBezTo>
                <a:cubicBezTo>
                  <a:pt x="166941" y="31737"/>
                  <a:pt x="167662" y="32805"/>
                  <a:pt x="168579" y="33638"/>
                </a:cubicBezTo>
                <a:cubicBezTo>
                  <a:pt x="169461" y="34455"/>
                  <a:pt x="170509" y="35067"/>
                  <a:pt x="171722" y="35475"/>
                </a:cubicBezTo>
                <a:cubicBezTo>
                  <a:pt x="172935" y="35884"/>
                  <a:pt x="174271" y="36088"/>
                  <a:pt x="175730" y="36088"/>
                </a:cubicBezTo>
                <a:cubicBezTo>
                  <a:pt x="177664" y="36088"/>
                  <a:pt x="179611" y="35699"/>
                  <a:pt x="181571" y="34921"/>
                </a:cubicBezTo>
                <a:cubicBezTo>
                  <a:pt x="183530" y="34143"/>
                  <a:pt x="184926" y="33378"/>
                  <a:pt x="185757" y="32627"/>
                </a:cubicBezTo>
                <a:lnTo>
                  <a:pt x="186012" y="32627"/>
                </a:lnTo>
                <a:lnTo>
                  <a:pt x="186012" y="37861"/>
                </a:lnTo>
                <a:cubicBezTo>
                  <a:pt x="184400" y="38542"/>
                  <a:pt x="182754" y="39112"/>
                  <a:pt x="181074" y="39572"/>
                </a:cubicBezTo>
                <a:cubicBezTo>
                  <a:pt x="179395" y="40032"/>
                  <a:pt x="177630" y="40262"/>
                  <a:pt x="175781" y="40262"/>
                </a:cubicBezTo>
                <a:cubicBezTo>
                  <a:pt x="171064" y="40262"/>
                  <a:pt x="167382" y="38983"/>
                  <a:pt x="164736" y="36425"/>
                </a:cubicBezTo>
                <a:cubicBezTo>
                  <a:pt x="162089" y="33867"/>
                  <a:pt x="160766" y="30234"/>
                  <a:pt x="160766" y="25526"/>
                </a:cubicBezTo>
                <a:cubicBezTo>
                  <a:pt x="160766" y="20870"/>
                  <a:pt x="162034" y="17174"/>
                  <a:pt x="164570" y="14437"/>
                </a:cubicBezTo>
                <a:cubicBezTo>
                  <a:pt x="167107" y="11701"/>
                  <a:pt x="170445" y="10333"/>
                  <a:pt x="174585" y="10333"/>
                </a:cubicBezTo>
                <a:cubicBezTo>
                  <a:pt x="178419" y="10333"/>
                  <a:pt x="181376" y="11454"/>
                  <a:pt x="183454" y="13698"/>
                </a:cubicBezTo>
                <a:cubicBezTo>
                  <a:pt x="185532" y="15941"/>
                  <a:pt x="186572" y="19127"/>
                  <a:pt x="186572" y="23257"/>
                </a:cubicBezTo>
                <a:lnTo>
                  <a:pt x="186572" y="25857"/>
                </a:lnTo>
                <a:moveTo>
                  <a:pt x="181914" y="22192"/>
                </a:moveTo>
                <a:cubicBezTo>
                  <a:pt x="181897" y="19681"/>
                  <a:pt x="181265" y="17738"/>
                  <a:pt x="180018" y="16364"/>
                </a:cubicBezTo>
                <a:cubicBezTo>
                  <a:pt x="178771" y="14990"/>
                  <a:pt x="176875" y="14303"/>
                  <a:pt x="174330" y="14303"/>
                </a:cubicBezTo>
                <a:cubicBezTo>
                  <a:pt x="171768" y="14303"/>
                  <a:pt x="169728" y="15058"/>
                  <a:pt x="168210" y="16568"/>
                </a:cubicBezTo>
                <a:cubicBezTo>
                  <a:pt x="166691" y="18078"/>
                  <a:pt x="165830" y="19953"/>
                  <a:pt x="165626" y="22192"/>
                </a:cubicBezTo>
                <a:lnTo>
                  <a:pt x="181914" y="22192"/>
                </a:lnTo>
                <a:close/>
                <a:moveTo>
                  <a:pt x="214134" y="31387"/>
                </a:moveTo>
                <a:cubicBezTo>
                  <a:pt x="214134" y="33981"/>
                  <a:pt x="213061" y="36109"/>
                  <a:pt x="210914" y="37770"/>
                </a:cubicBezTo>
                <a:cubicBezTo>
                  <a:pt x="208768" y="39431"/>
                  <a:pt x="205837" y="40262"/>
                  <a:pt x="202121" y="40262"/>
                </a:cubicBezTo>
                <a:cubicBezTo>
                  <a:pt x="200018" y="40262"/>
                  <a:pt x="198088" y="40010"/>
                  <a:pt x="196332" y="39508"/>
                </a:cubicBezTo>
                <a:cubicBezTo>
                  <a:pt x="194576" y="39006"/>
                  <a:pt x="193104" y="38457"/>
                  <a:pt x="191916" y="37861"/>
                </a:cubicBezTo>
                <a:lnTo>
                  <a:pt x="191916" y="32474"/>
                </a:lnTo>
                <a:lnTo>
                  <a:pt x="192171" y="32474"/>
                </a:lnTo>
                <a:cubicBezTo>
                  <a:pt x="193681" y="33626"/>
                  <a:pt x="195360" y="34542"/>
                  <a:pt x="197210" y="35222"/>
                </a:cubicBezTo>
                <a:cubicBezTo>
                  <a:pt x="199059" y="35901"/>
                  <a:pt x="200832" y="36240"/>
                  <a:pt x="202529" y="36240"/>
                </a:cubicBezTo>
                <a:cubicBezTo>
                  <a:pt x="204632" y="36240"/>
                  <a:pt x="206278" y="35900"/>
                  <a:pt x="207466" y="35218"/>
                </a:cubicBezTo>
                <a:cubicBezTo>
                  <a:pt x="208654" y="34537"/>
                  <a:pt x="209247" y="33463"/>
                  <a:pt x="209247" y="31997"/>
                </a:cubicBezTo>
                <a:cubicBezTo>
                  <a:pt x="209247" y="30879"/>
                  <a:pt x="208925" y="30031"/>
                  <a:pt x="208280" y="29455"/>
                </a:cubicBezTo>
                <a:cubicBezTo>
                  <a:pt x="207636" y="28879"/>
                  <a:pt x="206397" y="28387"/>
                  <a:pt x="204565" y="27980"/>
                </a:cubicBezTo>
                <a:cubicBezTo>
                  <a:pt x="203886" y="27827"/>
                  <a:pt x="202999" y="27650"/>
                  <a:pt x="201905" y="27446"/>
                </a:cubicBezTo>
                <a:cubicBezTo>
                  <a:pt x="200811" y="27242"/>
                  <a:pt x="199814" y="27022"/>
                  <a:pt x="198915" y="26785"/>
                </a:cubicBezTo>
                <a:cubicBezTo>
                  <a:pt x="196421" y="26124"/>
                  <a:pt x="194652" y="25153"/>
                  <a:pt x="193608" y="23873"/>
                </a:cubicBezTo>
                <a:cubicBezTo>
                  <a:pt x="192565" y="22594"/>
                  <a:pt x="192043" y="21021"/>
                  <a:pt x="192043" y="19157"/>
                </a:cubicBezTo>
                <a:cubicBezTo>
                  <a:pt x="192043" y="17987"/>
                  <a:pt x="192285" y="16885"/>
                  <a:pt x="192769" y="15851"/>
                </a:cubicBezTo>
                <a:cubicBezTo>
                  <a:pt x="193252" y="14817"/>
                  <a:pt x="193986" y="13893"/>
                  <a:pt x="194970" y="13079"/>
                </a:cubicBezTo>
                <a:cubicBezTo>
                  <a:pt x="195920" y="12282"/>
                  <a:pt x="197129" y="11651"/>
                  <a:pt x="198597" y="11185"/>
                </a:cubicBezTo>
                <a:cubicBezTo>
                  <a:pt x="200064" y="10719"/>
                  <a:pt x="201706" y="10485"/>
                  <a:pt x="203521" y="10485"/>
                </a:cubicBezTo>
                <a:cubicBezTo>
                  <a:pt x="205218" y="10485"/>
                  <a:pt x="206936" y="10692"/>
                  <a:pt x="208675" y="11106"/>
                </a:cubicBezTo>
                <a:cubicBezTo>
                  <a:pt x="210414" y="11521"/>
                  <a:pt x="211860" y="12024"/>
                  <a:pt x="213014" y="12616"/>
                </a:cubicBezTo>
                <a:lnTo>
                  <a:pt x="213014" y="17713"/>
                </a:lnTo>
                <a:lnTo>
                  <a:pt x="212759" y="17713"/>
                </a:lnTo>
                <a:cubicBezTo>
                  <a:pt x="211538" y="16814"/>
                  <a:pt x="210053" y="16055"/>
                  <a:pt x="208306" y="15435"/>
                </a:cubicBezTo>
                <a:cubicBezTo>
                  <a:pt x="206558" y="14816"/>
                  <a:pt x="204845" y="14506"/>
                  <a:pt x="203165" y="14506"/>
                </a:cubicBezTo>
                <a:cubicBezTo>
                  <a:pt x="201417" y="14506"/>
                  <a:pt x="199941" y="14843"/>
                  <a:pt x="198737" y="15516"/>
                </a:cubicBezTo>
                <a:cubicBezTo>
                  <a:pt x="197532" y="16190"/>
                  <a:pt x="196930" y="17191"/>
                  <a:pt x="196930" y="18520"/>
                </a:cubicBezTo>
                <a:cubicBezTo>
                  <a:pt x="196930" y="19690"/>
                  <a:pt x="197294" y="20571"/>
                  <a:pt x="198024" y="21165"/>
                </a:cubicBezTo>
                <a:cubicBezTo>
                  <a:pt x="198737" y="21758"/>
                  <a:pt x="199890" y="22241"/>
                  <a:pt x="201485" y="22614"/>
                </a:cubicBezTo>
                <a:cubicBezTo>
                  <a:pt x="202367" y="22818"/>
                  <a:pt x="203356" y="23022"/>
                  <a:pt x="204450" y="23225"/>
                </a:cubicBezTo>
                <a:cubicBezTo>
                  <a:pt x="205544" y="23428"/>
                  <a:pt x="206456" y="23615"/>
                  <a:pt x="207186" y="23784"/>
                </a:cubicBezTo>
                <a:cubicBezTo>
                  <a:pt x="209409" y="24293"/>
                  <a:pt x="211122" y="25166"/>
                  <a:pt x="212327" y="26403"/>
                </a:cubicBezTo>
                <a:cubicBezTo>
                  <a:pt x="213531" y="27658"/>
                  <a:pt x="214134" y="29319"/>
                  <a:pt x="214134" y="31387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583CAA-3CAA-4141-92E9-8DF8F893E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674" y="1644240"/>
            <a:ext cx="334167" cy="252000"/>
          </a:xfrm>
          <a:custGeom xmlns:a="http://schemas.openxmlformats.org/drawingml/2006/main">
            <a:pathLst>
              <a:path w="334167" h="252000">
                <a:moveTo>
                  <a:pt x="0" y="0"/>
                </a:moveTo>
                <a:lnTo>
                  <a:pt x="334167" y="0"/>
                </a:lnTo>
                <a:lnTo>
                  <a:pt x="334167" y="252000"/>
                </a:lnTo>
                <a:lnTo>
                  <a:pt x="0" y="252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CCFA9-3C84-45D7-96D3-29B3A32E2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675" y="1644243"/>
            <a:ext cx="334168" cy="251999"/>
          </a:xfrm>
          <a:custGeom xmlns:a="http://schemas.openxmlformats.org/drawingml/2006/main">
            <a:pathLst>
              <a:path w="334168" h="251999" fill="none">
                <a:moveTo>
                  <a:pt x="0" y="0"/>
                </a:moveTo>
                <a:lnTo>
                  <a:pt x="334168" y="0"/>
                </a:lnTo>
                <a:lnTo>
                  <a:pt x="334168" y="251999"/>
                </a:lnTo>
                <a:lnTo>
                  <a:pt x="0" y="2519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299" name="Text Brassicales">
            <a:extLst xmlns:a="http://schemas.openxmlformats.org/drawingml/2006/main">
              <a:ext uri="{FF2B5EF4-FFF2-40B4-BE49-F238E27FC236}">
                <a16:creationId xmlns:a16="http://schemas.microsoft.com/office/drawing/2014/main" id="{134C3F48-08A2-43D4-ACBF-E6FA1C5B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4677" y="1675383"/>
            <a:ext cx="194099" cy="27854"/>
          </a:xfrm>
          <a:custGeom xmlns:a="http://schemas.openxmlformats.org/drawingml/2006/main">
            <a:pathLst>
              <a:path w="194099" h="27854">
                <a:moveTo>
                  <a:pt x="19698" y="19261"/>
                </a:moveTo>
                <a:cubicBezTo>
                  <a:pt x="19698" y="20559"/>
                  <a:pt x="19452" y="21705"/>
                  <a:pt x="18961" y="22698"/>
                </a:cubicBezTo>
                <a:cubicBezTo>
                  <a:pt x="18470" y="23692"/>
                  <a:pt x="17809" y="24510"/>
                  <a:pt x="16979" y="25153"/>
                </a:cubicBezTo>
                <a:cubicBezTo>
                  <a:pt x="15997" y="25925"/>
                  <a:pt x="14918" y="26474"/>
                  <a:pt x="13743" y="26801"/>
                </a:cubicBezTo>
                <a:cubicBezTo>
                  <a:pt x="12568" y="27129"/>
                  <a:pt x="11074" y="27293"/>
                  <a:pt x="9261" y="27293"/>
                </a:cubicBezTo>
                <a:lnTo>
                  <a:pt x="0" y="27293"/>
                </a:lnTo>
                <a:lnTo>
                  <a:pt x="0" y="1158"/>
                </a:lnTo>
                <a:lnTo>
                  <a:pt x="7735" y="1158"/>
                </a:lnTo>
                <a:cubicBezTo>
                  <a:pt x="9641" y="1158"/>
                  <a:pt x="11068" y="1228"/>
                  <a:pt x="12015" y="1369"/>
                </a:cubicBezTo>
                <a:cubicBezTo>
                  <a:pt x="12962" y="1509"/>
                  <a:pt x="13868" y="1802"/>
                  <a:pt x="14734" y="2247"/>
                </a:cubicBezTo>
                <a:cubicBezTo>
                  <a:pt x="15693" y="2750"/>
                  <a:pt x="16388" y="3397"/>
                  <a:pt x="16821" y="4188"/>
                </a:cubicBezTo>
                <a:cubicBezTo>
                  <a:pt x="17254" y="4979"/>
                  <a:pt x="17470" y="5924"/>
                  <a:pt x="17470" y="7025"/>
                </a:cubicBezTo>
                <a:cubicBezTo>
                  <a:pt x="17470" y="8267"/>
                  <a:pt x="17154" y="9324"/>
                  <a:pt x="16523" y="10196"/>
                </a:cubicBezTo>
                <a:cubicBezTo>
                  <a:pt x="15891" y="11069"/>
                  <a:pt x="15049" y="11770"/>
                  <a:pt x="13997" y="12300"/>
                </a:cubicBezTo>
                <a:lnTo>
                  <a:pt x="13997" y="12440"/>
                </a:lnTo>
                <a:cubicBezTo>
                  <a:pt x="15763" y="12802"/>
                  <a:pt x="17154" y="13577"/>
                  <a:pt x="18172" y="14763"/>
                </a:cubicBezTo>
                <a:cubicBezTo>
                  <a:pt x="19189" y="15950"/>
                  <a:pt x="19698" y="17449"/>
                  <a:pt x="19698" y="19261"/>
                </a:cubicBezTo>
                <a:moveTo>
                  <a:pt x="13857" y="7509"/>
                </a:moveTo>
                <a:cubicBezTo>
                  <a:pt x="13857" y="6881"/>
                  <a:pt x="13752" y="6351"/>
                  <a:pt x="13541" y="5921"/>
                </a:cubicBezTo>
                <a:cubicBezTo>
                  <a:pt x="13331" y="5490"/>
                  <a:pt x="12991" y="5141"/>
                  <a:pt x="12524" y="4873"/>
                </a:cubicBezTo>
                <a:cubicBezTo>
                  <a:pt x="11974" y="4559"/>
                  <a:pt x="11308" y="4364"/>
                  <a:pt x="10524" y="4288"/>
                </a:cubicBezTo>
                <a:cubicBezTo>
                  <a:pt x="9741" y="4212"/>
                  <a:pt x="8770" y="4175"/>
                  <a:pt x="7612" y="4175"/>
                </a:cubicBezTo>
                <a:lnTo>
                  <a:pt x="3473" y="4175"/>
                </a:lnTo>
                <a:lnTo>
                  <a:pt x="3473" y="11682"/>
                </a:lnTo>
                <a:lnTo>
                  <a:pt x="7963" y="11682"/>
                </a:lnTo>
                <a:cubicBezTo>
                  <a:pt x="9051" y="11682"/>
                  <a:pt x="9916" y="11627"/>
                  <a:pt x="10559" y="11516"/>
                </a:cubicBezTo>
                <a:cubicBezTo>
                  <a:pt x="11202" y="11406"/>
                  <a:pt x="11799" y="11175"/>
                  <a:pt x="12348" y="10826"/>
                </a:cubicBezTo>
                <a:cubicBezTo>
                  <a:pt x="12898" y="10477"/>
                  <a:pt x="13287" y="10026"/>
                  <a:pt x="13515" y="9473"/>
                </a:cubicBezTo>
                <a:cubicBezTo>
                  <a:pt x="13743" y="8920"/>
                  <a:pt x="13857" y="8266"/>
                  <a:pt x="13857" y="7509"/>
                </a:cubicBezTo>
                <a:moveTo>
                  <a:pt x="16084" y="19382"/>
                </a:moveTo>
                <a:cubicBezTo>
                  <a:pt x="16084" y="18338"/>
                  <a:pt x="15926" y="17508"/>
                  <a:pt x="15611" y="16892"/>
                </a:cubicBezTo>
                <a:cubicBezTo>
                  <a:pt x="15295" y="16277"/>
                  <a:pt x="14722" y="15755"/>
                  <a:pt x="13892" y="15325"/>
                </a:cubicBezTo>
                <a:cubicBezTo>
                  <a:pt x="13331" y="15035"/>
                  <a:pt x="12649" y="14846"/>
                  <a:pt x="11848" y="14760"/>
                </a:cubicBezTo>
                <a:cubicBezTo>
                  <a:pt x="11047" y="14672"/>
                  <a:pt x="10074" y="14629"/>
                  <a:pt x="8928" y="14629"/>
                </a:cubicBezTo>
                <a:lnTo>
                  <a:pt x="3473" y="14629"/>
                </a:lnTo>
                <a:lnTo>
                  <a:pt x="3473" y="24276"/>
                </a:lnTo>
                <a:lnTo>
                  <a:pt x="8068" y="24276"/>
                </a:lnTo>
                <a:cubicBezTo>
                  <a:pt x="9589" y="24276"/>
                  <a:pt x="10834" y="24197"/>
                  <a:pt x="11805" y="24040"/>
                </a:cubicBezTo>
                <a:cubicBezTo>
                  <a:pt x="12775" y="23884"/>
                  <a:pt x="13570" y="23596"/>
                  <a:pt x="14190" y="23179"/>
                </a:cubicBezTo>
                <a:cubicBezTo>
                  <a:pt x="14845" y="22726"/>
                  <a:pt x="15324" y="22210"/>
                  <a:pt x="15628" y="21629"/>
                </a:cubicBezTo>
                <a:cubicBezTo>
                  <a:pt x="15932" y="21049"/>
                  <a:pt x="16084" y="20300"/>
                  <a:pt x="16084" y="19382"/>
                </a:cubicBezTo>
                <a:close/>
                <a:moveTo>
                  <a:pt x="36589" y="11261"/>
                </a:moveTo>
                <a:lnTo>
                  <a:pt x="36413" y="11261"/>
                </a:lnTo>
                <a:cubicBezTo>
                  <a:pt x="35922" y="11150"/>
                  <a:pt x="35446" y="11070"/>
                  <a:pt x="34984" y="11020"/>
                </a:cubicBezTo>
                <a:cubicBezTo>
                  <a:pt x="34522" y="10970"/>
                  <a:pt x="33975" y="10945"/>
                  <a:pt x="33344" y="10945"/>
                </a:cubicBezTo>
                <a:cubicBezTo>
                  <a:pt x="32326" y="10945"/>
                  <a:pt x="31344" y="11171"/>
                  <a:pt x="30397" y="11621"/>
                </a:cubicBezTo>
                <a:cubicBezTo>
                  <a:pt x="29450" y="12072"/>
                  <a:pt x="28538" y="12654"/>
                  <a:pt x="27661" y="13368"/>
                </a:cubicBezTo>
                <a:lnTo>
                  <a:pt x="27661" y="27293"/>
                </a:lnTo>
                <a:lnTo>
                  <a:pt x="24363" y="27293"/>
                </a:lnTo>
                <a:lnTo>
                  <a:pt x="24363" y="7683"/>
                </a:lnTo>
                <a:lnTo>
                  <a:pt x="27661" y="7683"/>
                </a:lnTo>
                <a:lnTo>
                  <a:pt x="27661" y="10579"/>
                </a:lnTo>
                <a:cubicBezTo>
                  <a:pt x="28970" y="9526"/>
                  <a:pt x="30125" y="8780"/>
                  <a:pt x="31125" y="8341"/>
                </a:cubicBezTo>
                <a:cubicBezTo>
                  <a:pt x="32125" y="7902"/>
                  <a:pt x="33145" y="7683"/>
                  <a:pt x="34186" y="7683"/>
                </a:cubicBezTo>
                <a:cubicBezTo>
                  <a:pt x="34759" y="7683"/>
                  <a:pt x="35174" y="7697"/>
                  <a:pt x="35431" y="7726"/>
                </a:cubicBezTo>
                <a:cubicBezTo>
                  <a:pt x="35688" y="7755"/>
                  <a:pt x="36074" y="7810"/>
                  <a:pt x="36589" y="7892"/>
                </a:cubicBezTo>
                <a:lnTo>
                  <a:pt x="36589" y="11261"/>
                </a:lnTo>
                <a:close/>
                <a:moveTo>
                  <a:pt x="54918" y="27293"/>
                </a:moveTo>
                <a:lnTo>
                  <a:pt x="51638" y="27293"/>
                </a:lnTo>
                <a:lnTo>
                  <a:pt x="51638" y="25220"/>
                </a:lnTo>
                <a:cubicBezTo>
                  <a:pt x="51346" y="25419"/>
                  <a:pt x="50951" y="25697"/>
                  <a:pt x="50454" y="26054"/>
                </a:cubicBezTo>
                <a:cubicBezTo>
                  <a:pt x="49957" y="26411"/>
                  <a:pt x="49475" y="26695"/>
                  <a:pt x="49007" y="26906"/>
                </a:cubicBezTo>
                <a:cubicBezTo>
                  <a:pt x="48458" y="27175"/>
                  <a:pt x="47826" y="27400"/>
                  <a:pt x="47113" y="27581"/>
                </a:cubicBezTo>
                <a:cubicBezTo>
                  <a:pt x="46400" y="27763"/>
                  <a:pt x="45563" y="27854"/>
                  <a:pt x="44605" y="27854"/>
                </a:cubicBezTo>
                <a:cubicBezTo>
                  <a:pt x="42839" y="27854"/>
                  <a:pt x="41342" y="27268"/>
                  <a:pt x="40114" y="26098"/>
                </a:cubicBezTo>
                <a:cubicBezTo>
                  <a:pt x="38886" y="24927"/>
                  <a:pt x="38273" y="23434"/>
                  <a:pt x="38273" y="21619"/>
                </a:cubicBezTo>
                <a:cubicBezTo>
                  <a:pt x="38273" y="20132"/>
                  <a:pt x="38591" y="18929"/>
                  <a:pt x="39229" y="18010"/>
                </a:cubicBezTo>
                <a:cubicBezTo>
                  <a:pt x="39866" y="17091"/>
                  <a:pt x="40775" y="16368"/>
                  <a:pt x="41956" y="15841"/>
                </a:cubicBezTo>
                <a:cubicBezTo>
                  <a:pt x="43149" y="15314"/>
                  <a:pt x="44581" y="14957"/>
                  <a:pt x="46253" y="14769"/>
                </a:cubicBezTo>
                <a:cubicBezTo>
                  <a:pt x="47926" y="14582"/>
                  <a:pt x="49720" y="14441"/>
                  <a:pt x="51638" y="14348"/>
                </a:cubicBezTo>
                <a:lnTo>
                  <a:pt x="51638" y="13835"/>
                </a:lnTo>
                <a:cubicBezTo>
                  <a:pt x="51638" y="13080"/>
                  <a:pt x="51507" y="12455"/>
                  <a:pt x="51244" y="11960"/>
                </a:cubicBezTo>
                <a:cubicBezTo>
                  <a:pt x="50980" y="11465"/>
                  <a:pt x="50603" y="11076"/>
                  <a:pt x="50112" y="10793"/>
                </a:cubicBezTo>
                <a:cubicBezTo>
                  <a:pt x="49644" y="10522"/>
                  <a:pt x="49083" y="10339"/>
                  <a:pt x="48428" y="10245"/>
                </a:cubicBezTo>
                <a:cubicBezTo>
                  <a:pt x="47774" y="10150"/>
                  <a:pt x="47089" y="10103"/>
                  <a:pt x="46376" y="10103"/>
                </a:cubicBezTo>
                <a:cubicBezTo>
                  <a:pt x="45511" y="10103"/>
                  <a:pt x="44546" y="10220"/>
                  <a:pt x="43482" y="10454"/>
                </a:cubicBezTo>
                <a:cubicBezTo>
                  <a:pt x="42418" y="10688"/>
                  <a:pt x="41319" y="11027"/>
                  <a:pt x="40184" y="11471"/>
                </a:cubicBezTo>
                <a:lnTo>
                  <a:pt x="40009" y="11471"/>
                </a:lnTo>
                <a:lnTo>
                  <a:pt x="40009" y="8121"/>
                </a:lnTo>
                <a:cubicBezTo>
                  <a:pt x="40652" y="7946"/>
                  <a:pt x="41582" y="7753"/>
                  <a:pt x="42798" y="7542"/>
                </a:cubicBezTo>
                <a:cubicBezTo>
                  <a:pt x="44014" y="7332"/>
                  <a:pt x="45213" y="7227"/>
                  <a:pt x="46394" y="7227"/>
                </a:cubicBezTo>
                <a:cubicBezTo>
                  <a:pt x="47774" y="7227"/>
                  <a:pt x="48975" y="7341"/>
                  <a:pt x="49998" y="7569"/>
                </a:cubicBezTo>
                <a:cubicBezTo>
                  <a:pt x="51021" y="7797"/>
                  <a:pt x="51907" y="8185"/>
                  <a:pt x="52656" y="8735"/>
                </a:cubicBezTo>
                <a:cubicBezTo>
                  <a:pt x="53392" y="9273"/>
                  <a:pt x="53953" y="9969"/>
                  <a:pt x="54339" y="10822"/>
                </a:cubicBezTo>
                <a:cubicBezTo>
                  <a:pt x="54725" y="11676"/>
                  <a:pt x="54918" y="12734"/>
                  <a:pt x="54918" y="13997"/>
                </a:cubicBezTo>
                <a:lnTo>
                  <a:pt x="54918" y="27293"/>
                </a:lnTo>
                <a:moveTo>
                  <a:pt x="51638" y="22494"/>
                </a:moveTo>
                <a:lnTo>
                  <a:pt x="51638" y="17014"/>
                </a:lnTo>
                <a:cubicBezTo>
                  <a:pt x="50633" y="17073"/>
                  <a:pt x="49449" y="17161"/>
                  <a:pt x="48086" y="17279"/>
                </a:cubicBezTo>
                <a:cubicBezTo>
                  <a:pt x="46724" y="17396"/>
                  <a:pt x="45645" y="17566"/>
                  <a:pt x="44850" y="17789"/>
                </a:cubicBezTo>
                <a:cubicBezTo>
                  <a:pt x="43903" y="18059"/>
                  <a:pt x="43137" y="18480"/>
                  <a:pt x="42552" y="19049"/>
                </a:cubicBezTo>
                <a:cubicBezTo>
                  <a:pt x="41968" y="19619"/>
                  <a:pt x="41675" y="20403"/>
                  <a:pt x="41675" y="21401"/>
                </a:cubicBezTo>
                <a:cubicBezTo>
                  <a:pt x="41675" y="22529"/>
                  <a:pt x="42014" y="23378"/>
                  <a:pt x="42693" y="23947"/>
                </a:cubicBezTo>
                <a:cubicBezTo>
                  <a:pt x="43371" y="24517"/>
                  <a:pt x="44406" y="24802"/>
                  <a:pt x="45797" y="24802"/>
                </a:cubicBezTo>
                <a:cubicBezTo>
                  <a:pt x="46955" y="24802"/>
                  <a:pt x="48013" y="24576"/>
                  <a:pt x="48972" y="24124"/>
                </a:cubicBezTo>
                <a:cubicBezTo>
                  <a:pt x="49931" y="23671"/>
                  <a:pt x="50820" y="23128"/>
                  <a:pt x="51638" y="22494"/>
                </a:cubicBezTo>
                <a:close/>
                <a:moveTo>
                  <a:pt x="75265" y="21633"/>
                </a:moveTo>
                <a:cubicBezTo>
                  <a:pt x="75265" y="23420"/>
                  <a:pt x="74525" y="24886"/>
                  <a:pt x="73046" y="26031"/>
                </a:cubicBezTo>
                <a:cubicBezTo>
                  <a:pt x="71566" y="27176"/>
                  <a:pt x="69546" y="27749"/>
                  <a:pt x="66986" y="27749"/>
                </a:cubicBezTo>
                <a:cubicBezTo>
                  <a:pt x="65536" y="27749"/>
                  <a:pt x="64205" y="27576"/>
                  <a:pt x="62995" y="27229"/>
                </a:cubicBezTo>
                <a:cubicBezTo>
                  <a:pt x="61785" y="26883"/>
                  <a:pt x="60770" y="26505"/>
                  <a:pt x="59952" y="26094"/>
                </a:cubicBezTo>
                <a:lnTo>
                  <a:pt x="59952" y="22381"/>
                </a:lnTo>
                <a:lnTo>
                  <a:pt x="60127" y="22381"/>
                </a:lnTo>
                <a:cubicBezTo>
                  <a:pt x="61168" y="23175"/>
                  <a:pt x="62326" y="23807"/>
                  <a:pt x="63600" y="24275"/>
                </a:cubicBezTo>
                <a:cubicBezTo>
                  <a:pt x="64875" y="24743"/>
                  <a:pt x="66097" y="24977"/>
                  <a:pt x="67266" y="24977"/>
                </a:cubicBezTo>
                <a:cubicBezTo>
                  <a:pt x="68716" y="24977"/>
                  <a:pt x="69850" y="24742"/>
                  <a:pt x="70669" y="24273"/>
                </a:cubicBezTo>
                <a:cubicBezTo>
                  <a:pt x="71488" y="23803"/>
                  <a:pt x="71897" y="23063"/>
                  <a:pt x="71897" y="22053"/>
                </a:cubicBezTo>
                <a:cubicBezTo>
                  <a:pt x="71897" y="21282"/>
                  <a:pt x="71675" y="20698"/>
                  <a:pt x="71230" y="20301"/>
                </a:cubicBezTo>
                <a:cubicBezTo>
                  <a:pt x="70786" y="19903"/>
                  <a:pt x="69932" y="19564"/>
                  <a:pt x="68669" y="19284"/>
                </a:cubicBezTo>
                <a:cubicBezTo>
                  <a:pt x="68202" y="19179"/>
                  <a:pt x="67591" y="19056"/>
                  <a:pt x="66836" y="18916"/>
                </a:cubicBezTo>
                <a:cubicBezTo>
                  <a:pt x="66082" y="18776"/>
                  <a:pt x="65395" y="18624"/>
                  <a:pt x="64775" y="18460"/>
                </a:cubicBezTo>
                <a:cubicBezTo>
                  <a:pt x="63057" y="18005"/>
                  <a:pt x="61838" y="17336"/>
                  <a:pt x="61118" y="16454"/>
                </a:cubicBezTo>
                <a:cubicBezTo>
                  <a:pt x="60399" y="15572"/>
                  <a:pt x="60040" y="14488"/>
                  <a:pt x="60040" y="13203"/>
                </a:cubicBezTo>
                <a:cubicBezTo>
                  <a:pt x="60040" y="12397"/>
                  <a:pt x="60206" y="11637"/>
                  <a:pt x="60540" y="10925"/>
                </a:cubicBezTo>
                <a:cubicBezTo>
                  <a:pt x="60873" y="10212"/>
                  <a:pt x="61379" y="9575"/>
                  <a:pt x="62057" y="9014"/>
                </a:cubicBezTo>
                <a:cubicBezTo>
                  <a:pt x="62712" y="8465"/>
                  <a:pt x="63545" y="8030"/>
                  <a:pt x="64556" y="7709"/>
                </a:cubicBezTo>
                <a:cubicBezTo>
                  <a:pt x="65568" y="7387"/>
                  <a:pt x="66699" y="7227"/>
                  <a:pt x="67950" y="7227"/>
                </a:cubicBezTo>
                <a:cubicBezTo>
                  <a:pt x="69120" y="7227"/>
                  <a:pt x="70304" y="7369"/>
                  <a:pt x="71502" y="7655"/>
                </a:cubicBezTo>
                <a:cubicBezTo>
                  <a:pt x="72701" y="7940"/>
                  <a:pt x="73698" y="8287"/>
                  <a:pt x="74493" y="8695"/>
                </a:cubicBezTo>
                <a:lnTo>
                  <a:pt x="74493" y="12208"/>
                </a:lnTo>
                <a:lnTo>
                  <a:pt x="74317" y="12208"/>
                </a:lnTo>
                <a:cubicBezTo>
                  <a:pt x="73475" y="11588"/>
                  <a:pt x="72452" y="11065"/>
                  <a:pt x="71248" y="10638"/>
                </a:cubicBezTo>
                <a:cubicBezTo>
                  <a:pt x="70043" y="10211"/>
                  <a:pt x="68862" y="9998"/>
                  <a:pt x="67705" y="9998"/>
                </a:cubicBezTo>
                <a:cubicBezTo>
                  <a:pt x="66500" y="9998"/>
                  <a:pt x="65483" y="10230"/>
                  <a:pt x="64653" y="10694"/>
                </a:cubicBezTo>
                <a:cubicBezTo>
                  <a:pt x="63822" y="11158"/>
                  <a:pt x="63407" y="11848"/>
                  <a:pt x="63407" y="12764"/>
                </a:cubicBezTo>
                <a:cubicBezTo>
                  <a:pt x="63407" y="13570"/>
                  <a:pt x="63659" y="14178"/>
                  <a:pt x="64162" y="14587"/>
                </a:cubicBezTo>
                <a:cubicBezTo>
                  <a:pt x="64653" y="14996"/>
                  <a:pt x="65448" y="15329"/>
                  <a:pt x="66547" y="15586"/>
                </a:cubicBezTo>
                <a:cubicBezTo>
                  <a:pt x="67155" y="15726"/>
                  <a:pt x="67836" y="15867"/>
                  <a:pt x="68590" y="16007"/>
                </a:cubicBezTo>
                <a:cubicBezTo>
                  <a:pt x="69345" y="16147"/>
                  <a:pt x="69973" y="16275"/>
                  <a:pt x="70476" y="16392"/>
                </a:cubicBezTo>
                <a:cubicBezTo>
                  <a:pt x="72008" y="16743"/>
                  <a:pt x="73189" y="17345"/>
                  <a:pt x="74019" y="18197"/>
                </a:cubicBezTo>
                <a:cubicBezTo>
                  <a:pt x="74849" y="19062"/>
                  <a:pt x="75265" y="20207"/>
                  <a:pt x="75265" y="21633"/>
                </a:cubicBezTo>
                <a:close/>
                <a:moveTo>
                  <a:pt x="93980" y="21633"/>
                </a:moveTo>
                <a:cubicBezTo>
                  <a:pt x="93980" y="23420"/>
                  <a:pt x="93240" y="24886"/>
                  <a:pt x="91761" y="26031"/>
                </a:cubicBezTo>
                <a:cubicBezTo>
                  <a:pt x="90282" y="27176"/>
                  <a:pt x="88262" y="27749"/>
                  <a:pt x="85701" y="27749"/>
                </a:cubicBezTo>
                <a:cubicBezTo>
                  <a:pt x="84251" y="27749"/>
                  <a:pt x="82921" y="27576"/>
                  <a:pt x="81711" y="27229"/>
                </a:cubicBezTo>
                <a:cubicBezTo>
                  <a:pt x="80500" y="26883"/>
                  <a:pt x="79486" y="26505"/>
                  <a:pt x="78667" y="26094"/>
                </a:cubicBezTo>
                <a:lnTo>
                  <a:pt x="78667" y="22381"/>
                </a:lnTo>
                <a:lnTo>
                  <a:pt x="78843" y="22381"/>
                </a:lnTo>
                <a:cubicBezTo>
                  <a:pt x="79884" y="23175"/>
                  <a:pt x="81041" y="23807"/>
                  <a:pt x="82316" y="24275"/>
                </a:cubicBezTo>
                <a:cubicBezTo>
                  <a:pt x="83590" y="24743"/>
                  <a:pt x="84812" y="24977"/>
                  <a:pt x="85982" y="24977"/>
                </a:cubicBezTo>
                <a:cubicBezTo>
                  <a:pt x="87432" y="24977"/>
                  <a:pt x="88566" y="24742"/>
                  <a:pt x="89384" y="24273"/>
                </a:cubicBezTo>
                <a:cubicBezTo>
                  <a:pt x="90203" y="23803"/>
                  <a:pt x="90612" y="23063"/>
                  <a:pt x="90612" y="22053"/>
                </a:cubicBezTo>
                <a:cubicBezTo>
                  <a:pt x="90612" y="21282"/>
                  <a:pt x="90390" y="20698"/>
                  <a:pt x="89946" y="20301"/>
                </a:cubicBezTo>
                <a:cubicBezTo>
                  <a:pt x="89501" y="19903"/>
                  <a:pt x="88648" y="19564"/>
                  <a:pt x="87385" y="19284"/>
                </a:cubicBezTo>
                <a:cubicBezTo>
                  <a:pt x="86917" y="19179"/>
                  <a:pt x="86306" y="19056"/>
                  <a:pt x="85552" y="18916"/>
                </a:cubicBezTo>
                <a:cubicBezTo>
                  <a:pt x="84798" y="18776"/>
                  <a:pt x="84111" y="18624"/>
                  <a:pt x="83491" y="18460"/>
                </a:cubicBezTo>
                <a:cubicBezTo>
                  <a:pt x="81772" y="18005"/>
                  <a:pt x="80553" y="17336"/>
                  <a:pt x="79834" y="16454"/>
                </a:cubicBezTo>
                <a:cubicBezTo>
                  <a:pt x="79115" y="15572"/>
                  <a:pt x="78755" y="14488"/>
                  <a:pt x="78755" y="13203"/>
                </a:cubicBezTo>
                <a:cubicBezTo>
                  <a:pt x="78755" y="12397"/>
                  <a:pt x="78922" y="11637"/>
                  <a:pt x="79255" y="10925"/>
                </a:cubicBezTo>
                <a:cubicBezTo>
                  <a:pt x="79588" y="10212"/>
                  <a:pt x="80094" y="9575"/>
                  <a:pt x="80772" y="9014"/>
                </a:cubicBezTo>
                <a:cubicBezTo>
                  <a:pt x="81427" y="8465"/>
                  <a:pt x="82260" y="8030"/>
                  <a:pt x="83272" y="7709"/>
                </a:cubicBezTo>
                <a:cubicBezTo>
                  <a:pt x="84283" y="7387"/>
                  <a:pt x="85415" y="7227"/>
                  <a:pt x="86666" y="7227"/>
                </a:cubicBezTo>
                <a:cubicBezTo>
                  <a:pt x="87835" y="7227"/>
                  <a:pt x="89019" y="7369"/>
                  <a:pt x="90218" y="7655"/>
                </a:cubicBezTo>
                <a:cubicBezTo>
                  <a:pt x="91416" y="7940"/>
                  <a:pt x="92413" y="8287"/>
                  <a:pt x="93208" y="8695"/>
                </a:cubicBezTo>
                <a:lnTo>
                  <a:pt x="93208" y="12208"/>
                </a:lnTo>
                <a:lnTo>
                  <a:pt x="93033" y="12208"/>
                </a:lnTo>
                <a:cubicBezTo>
                  <a:pt x="92191" y="11588"/>
                  <a:pt x="91168" y="11065"/>
                  <a:pt x="89963" y="10638"/>
                </a:cubicBezTo>
                <a:cubicBezTo>
                  <a:pt x="88759" y="10211"/>
                  <a:pt x="87578" y="9998"/>
                  <a:pt x="86420" y="9998"/>
                </a:cubicBezTo>
                <a:cubicBezTo>
                  <a:pt x="85216" y="9998"/>
                  <a:pt x="84198" y="10230"/>
                  <a:pt x="83368" y="10694"/>
                </a:cubicBezTo>
                <a:cubicBezTo>
                  <a:pt x="82538" y="11158"/>
                  <a:pt x="82123" y="11848"/>
                  <a:pt x="82123" y="12764"/>
                </a:cubicBezTo>
                <a:cubicBezTo>
                  <a:pt x="82123" y="13570"/>
                  <a:pt x="82374" y="14178"/>
                  <a:pt x="82877" y="14587"/>
                </a:cubicBezTo>
                <a:cubicBezTo>
                  <a:pt x="83368" y="14996"/>
                  <a:pt x="84163" y="15329"/>
                  <a:pt x="85263" y="15586"/>
                </a:cubicBezTo>
                <a:cubicBezTo>
                  <a:pt x="85871" y="15726"/>
                  <a:pt x="86552" y="15867"/>
                  <a:pt x="87306" y="16007"/>
                </a:cubicBezTo>
                <a:cubicBezTo>
                  <a:pt x="88060" y="16147"/>
                  <a:pt x="88689" y="16275"/>
                  <a:pt x="89192" y="16392"/>
                </a:cubicBezTo>
                <a:cubicBezTo>
                  <a:pt x="90723" y="16743"/>
                  <a:pt x="91904" y="17345"/>
                  <a:pt x="92735" y="18197"/>
                </a:cubicBezTo>
                <a:cubicBezTo>
                  <a:pt x="93565" y="19062"/>
                  <a:pt x="93980" y="20207"/>
                  <a:pt x="93980" y="21633"/>
                </a:cubicBezTo>
                <a:close/>
                <a:moveTo>
                  <a:pt x="102241" y="4420"/>
                </a:moveTo>
                <a:lnTo>
                  <a:pt x="98522" y="4420"/>
                </a:lnTo>
                <a:lnTo>
                  <a:pt x="98522" y="982"/>
                </a:lnTo>
                <a:lnTo>
                  <a:pt x="102241" y="982"/>
                </a:lnTo>
                <a:lnTo>
                  <a:pt x="102241" y="4420"/>
                </a:lnTo>
                <a:moveTo>
                  <a:pt x="102030" y="27293"/>
                </a:moveTo>
                <a:lnTo>
                  <a:pt x="98733" y="27293"/>
                </a:lnTo>
                <a:lnTo>
                  <a:pt x="98733" y="7683"/>
                </a:lnTo>
                <a:lnTo>
                  <a:pt x="102030" y="7683"/>
                </a:lnTo>
                <a:lnTo>
                  <a:pt x="102030" y="27293"/>
                </a:lnTo>
                <a:close/>
                <a:moveTo>
                  <a:pt x="123044" y="26082"/>
                </a:moveTo>
                <a:cubicBezTo>
                  <a:pt x="121945" y="26608"/>
                  <a:pt x="120901" y="27018"/>
                  <a:pt x="119913" y="27310"/>
                </a:cubicBezTo>
                <a:cubicBezTo>
                  <a:pt x="118925" y="27602"/>
                  <a:pt x="117875" y="27749"/>
                  <a:pt x="116764" y="27749"/>
                </a:cubicBezTo>
                <a:cubicBezTo>
                  <a:pt x="115350" y="27749"/>
                  <a:pt x="114052" y="27541"/>
                  <a:pt x="112871" y="27125"/>
                </a:cubicBezTo>
                <a:cubicBezTo>
                  <a:pt x="111689" y="26709"/>
                  <a:pt x="110678" y="26079"/>
                  <a:pt x="109836" y="25236"/>
                </a:cubicBezTo>
                <a:cubicBezTo>
                  <a:pt x="108982" y="24393"/>
                  <a:pt x="108322" y="23327"/>
                  <a:pt x="107854" y="22038"/>
                </a:cubicBezTo>
                <a:cubicBezTo>
                  <a:pt x="107386" y="20750"/>
                  <a:pt x="107152" y="19245"/>
                  <a:pt x="107152" y="17523"/>
                </a:cubicBezTo>
                <a:cubicBezTo>
                  <a:pt x="107152" y="14313"/>
                  <a:pt x="108032" y="11795"/>
                  <a:pt x="109792" y="9968"/>
                </a:cubicBezTo>
                <a:cubicBezTo>
                  <a:pt x="111552" y="8140"/>
                  <a:pt x="113876" y="7227"/>
                  <a:pt x="116764" y="7227"/>
                </a:cubicBezTo>
                <a:cubicBezTo>
                  <a:pt x="117887" y="7227"/>
                  <a:pt x="118989" y="7384"/>
                  <a:pt x="120071" y="7700"/>
                </a:cubicBezTo>
                <a:cubicBezTo>
                  <a:pt x="121152" y="8016"/>
                  <a:pt x="122143" y="8402"/>
                  <a:pt x="123044" y="8858"/>
                </a:cubicBezTo>
                <a:lnTo>
                  <a:pt x="123044" y="12524"/>
                </a:lnTo>
                <a:lnTo>
                  <a:pt x="122868" y="12524"/>
                </a:lnTo>
                <a:cubicBezTo>
                  <a:pt x="121863" y="11746"/>
                  <a:pt x="120825" y="11148"/>
                  <a:pt x="119755" y="10730"/>
                </a:cubicBezTo>
                <a:cubicBezTo>
                  <a:pt x="118685" y="10312"/>
                  <a:pt x="117641" y="10103"/>
                  <a:pt x="116624" y="10103"/>
                </a:cubicBezTo>
                <a:cubicBezTo>
                  <a:pt x="114753" y="10103"/>
                  <a:pt x="113277" y="10732"/>
                  <a:pt x="112195" y="11989"/>
                </a:cubicBezTo>
                <a:cubicBezTo>
                  <a:pt x="111114" y="13246"/>
                  <a:pt x="110573" y="15090"/>
                  <a:pt x="110573" y="17523"/>
                </a:cubicBezTo>
                <a:cubicBezTo>
                  <a:pt x="110573" y="19885"/>
                  <a:pt x="111102" y="21700"/>
                  <a:pt x="112160" y="22969"/>
                </a:cubicBezTo>
                <a:cubicBezTo>
                  <a:pt x="113218" y="24238"/>
                  <a:pt x="114706" y="24872"/>
                  <a:pt x="116624" y="24872"/>
                </a:cubicBezTo>
                <a:cubicBezTo>
                  <a:pt x="117291" y="24872"/>
                  <a:pt x="117969" y="24785"/>
                  <a:pt x="118659" y="24611"/>
                </a:cubicBezTo>
                <a:cubicBezTo>
                  <a:pt x="119349" y="24437"/>
                  <a:pt x="119968" y="24210"/>
                  <a:pt x="120518" y="23931"/>
                </a:cubicBezTo>
                <a:cubicBezTo>
                  <a:pt x="120997" y="23688"/>
                  <a:pt x="121448" y="23429"/>
                  <a:pt x="121869" y="23157"/>
                </a:cubicBezTo>
                <a:cubicBezTo>
                  <a:pt x="122290" y="22884"/>
                  <a:pt x="122623" y="22649"/>
                  <a:pt x="122868" y="22451"/>
                </a:cubicBezTo>
                <a:lnTo>
                  <a:pt x="123044" y="22451"/>
                </a:lnTo>
                <a:lnTo>
                  <a:pt x="123044" y="26082"/>
                </a:lnTo>
                <a:close/>
                <a:moveTo>
                  <a:pt x="142496" y="27293"/>
                </a:moveTo>
                <a:lnTo>
                  <a:pt x="139216" y="27293"/>
                </a:lnTo>
                <a:lnTo>
                  <a:pt x="139216" y="25220"/>
                </a:lnTo>
                <a:cubicBezTo>
                  <a:pt x="138923" y="25419"/>
                  <a:pt x="138529" y="25697"/>
                  <a:pt x="138032" y="26054"/>
                </a:cubicBezTo>
                <a:cubicBezTo>
                  <a:pt x="137535" y="26411"/>
                  <a:pt x="137052" y="26695"/>
                  <a:pt x="136585" y="26906"/>
                </a:cubicBezTo>
                <a:cubicBezTo>
                  <a:pt x="136035" y="27175"/>
                  <a:pt x="135404" y="27400"/>
                  <a:pt x="134690" y="27581"/>
                </a:cubicBezTo>
                <a:cubicBezTo>
                  <a:pt x="133977" y="27763"/>
                  <a:pt x="133141" y="27854"/>
                  <a:pt x="132182" y="27854"/>
                </a:cubicBezTo>
                <a:cubicBezTo>
                  <a:pt x="130416" y="27854"/>
                  <a:pt x="128920" y="27268"/>
                  <a:pt x="127692" y="26098"/>
                </a:cubicBezTo>
                <a:cubicBezTo>
                  <a:pt x="126464" y="24927"/>
                  <a:pt x="125850" y="23434"/>
                  <a:pt x="125850" y="21619"/>
                </a:cubicBezTo>
                <a:cubicBezTo>
                  <a:pt x="125850" y="20132"/>
                  <a:pt x="126169" y="18929"/>
                  <a:pt x="126806" y="18010"/>
                </a:cubicBezTo>
                <a:cubicBezTo>
                  <a:pt x="127443" y="17091"/>
                  <a:pt x="128352" y="16368"/>
                  <a:pt x="129534" y="15841"/>
                </a:cubicBezTo>
                <a:cubicBezTo>
                  <a:pt x="130726" y="15314"/>
                  <a:pt x="132159" y="14957"/>
                  <a:pt x="133831" y="14769"/>
                </a:cubicBezTo>
                <a:cubicBezTo>
                  <a:pt x="135503" y="14582"/>
                  <a:pt x="137298" y="14441"/>
                  <a:pt x="139216" y="14348"/>
                </a:cubicBezTo>
                <a:lnTo>
                  <a:pt x="139216" y="13835"/>
                </a:lnTo>
                <a:cubicBezTo>
                  <a:pt x="139216" y="13080"/>
                  <a:pt x="139084" y="12455"/>
                  <a:pt x="138821" y="11960"/>
                </a:cubicBezTo>
                <a:cubicBezTo>
                  <a:pt x="138558" y="11465"/>
                  <a:pt x="138181" y="11076"/>
                  <a:pt x="137690" y="10793"/>
                </a:cubicBezTo>
                <a:cubicBezTo>
                  <a:pt x="137222" y="10522"/>
                  <a:pt x="136661" y="10339"/>
                  <a:pt x="136006" y="10245"/>
                </a:cubicBezTo>
                <a:cubicBezTo>
                  <a:pt x="135351" y="10150"/>
                  <a:pt x="134667" y="10103"/>
                  <a:pt x="133954" y="10103"/>
                </a:cubicBezTo>
                <a:cubicBezTo>
                  <a:pt x="133088" y="10103"/>
                  <a:pt x="132124" y="10220"/>
                  <a:pt x="131060" y="10454"/>
                </a:cubicBezTo>
                <a:cubicBezTo>
                  <a:pt x="129995" y="10688"/>
                  <a:pt x="128896" y="11027"/>
                  <a:pt x="127762" y="11471"/>
                </a:cubicBezTo>
                <a:lnTo>
                  <a:pt x="127587" y="11471"/>
                </a:lnTo>
                <a:lnTo>
                  <a:pt x="127587" y="8121"/>
                </a:lnTo>
                <a:cubicBezTo>
                  <a:pt x="128230" y="7946"/>
                  <a:pt x="129159" y="7753"/>
                  <a:pt x="130375" y="7542"/>
                </a:cubicBezTo>
                <a:cubicBezTo>
                  <a:pt x="131592" y="7332"/>
                  <a:pt x="132790" y="7227"/>
                  <a:pt x="133971" y="7227"/>
                </a:cubicBezTo>
                <a:cubicBezTo>
                  <a:pt x="135351" y="7227"/>
                  <a:pt x="136553" y="7341"/>
                  <a:pt x="137576" y="7569"/>
                </a:cubicBezTo>
                <a:cubicBezTo>
                  <a:pt x="138599" y="7797"/>
                  <a:pt x="139485" y="8185"/>
                  <a:pt x="140233" y="8735"/>
                </a:cubicBezTo>
                <a:cubicBezTo>
                  <a:pt x="140970" y="9273"/>
                  <a:pt x="141531" y="9969"/>
                  <a:pt x="141917" y="10822"/>
                </a:cubicBezTo>
                <a:cubicBezTo>
                  <a:pt x="142303" y="11676"/>
                  <a:pt x="142496" y="12734"/>
                  <a:pt x="142496" y="13997"/>
                </a:cubicBezTo>
                <a:lnTo>
                  <a:pt x="142496" y="27293"/>
                </a:lnTo>
                <a:moveTo>
                  <a:pt x="139216" y="22494"/>
                </a:moveTo>
                <a:lnTo>
                  <a:pt x="139216" y="17014"/>
                </a:lnTo>
                <a:cubicBezTo>
                  <a:pt x="138210" y="17073"/>
                  <a:pt x="137026" y="17161"/>
                  <a:pt x="135664" y="17279"/>
                </a:cubicBezTo>
                <a:cubicBezTo>
                  <a:pt x="134302" y="17396"/>
                  <a:pt x="133223" y="17566"/>
                  <a:pt x="132428" y="17789"/>
                </a:cubicBezTo>
                <a:cubicBezTo>
                  <a:pt x="131480" y="18059"/>
                  <a:pt x="130715" y="18480"/>
                  <a:pt x="130130" y="19049"/>
                </a:cubicBezTo>
                <a:cubicBezTo>
                  <a:pt x="129545" y="19619"/>
                  <a:pt x="129253" y="20403"/>
                  <a:pt x="129253" y="21401"/>
                </a:cubicBezTo>
                <a:cubicBezTo>
                  <a:pt x="129253" y="22529"/>
                  <a:pt x="129592" y="23378"/>
                  <a:pt x="130270" y="23947"/>
                </a:cubicBezTo>
                <a:cubicBezTo>
                  <a:pt x="130948" y="24517"/>
                  <a:pt x="131983" y="24802"/>
                  <a:pt x="133375" y="24802"/>
                </a:cubicBezTo>
                <a:cubicBezTo>
                  <a:pt x="134532" y="24802"/>
                  <a:pt x="135591" y="24576"/>
                  <a:pt x="136550" y="24124"/>
                </a:cubicBezTo>
                <a:cubicBezTo>
                  <a:pt x="137508" y="23671"/>
                  <a:pt x="138397" y="23128"/>
                  <a:pt x="139216" y="22494"/>
                </a:cubicBezTo>
                <a:close/>
                <a:moveTo>
                  <a:pt x="152178" y="27293"/>
                </a:moveTo>
                <a:lnTo>
                  <a:pt x="148881" y="27293"/>
                </a:lnTo>
                <a:lnTo>
                  <a:pt x="148881" y="0"/>
                </a:lnTo>
                <a:lnTo>
                  <a:pt x="152178" y="0"/>
                </a:lnTo>
                <a:lnTo>
                  <a:pt x="152178" y="27293"/>
                </a:lnTo>
                <a:close/>
                <a:moveTo>
                  <a:pt x="175103" y="17821"/>
                </a:moveTo>
                <a:lnTo>
                  <a:pt x="160668" y="17821"/>
                </a:lnTo>
                <a:cubicBezTo>
                  <a:pt x="160668" y="19028"/>
                  <a:pt x="160849" y="20080"/>
                  <a:pt x="161211" y="20977"/>
                </a:cubicBezTo>
                <a:cubicBezTo>
                  <a:pt x="161574" y="21874"/>
                  <a:pt x="162071" y="22609"/>
                  <a:pt x="162702" y="23184"/>
                </a:cubicBezTo>
                <a:cubicBezTo>
                  <a:pt x="163310" y="23746"/>
                  <a:pt x="164032" y="24169"/>
                  <a:pt x="164868" y="24450"/>
                </a:cubicBezTo>
                <a:cubicBezTo>
                  <a:pt x="165705" y="24731"/>
                  <a:pt x="166625" y="24872"/>
                  <a:pt x="167631" y="24872"/>
                </a:cubicBezTo>
                <a:cubicBezTo>
                  <a:pt x="168964" y="24872"/>
                  <a:pt x="170306" y="24604"/>
                  <a:pt x="171656" y="24068"/>
                </a:cubicBezTo>
                <a:cubicBezTo>
                  <a:pt x="173007" y="23532"/>
                  <a:pt x="173969" y="23005"/>
                  <a:pt x="174542" y="22487"/>
                </a:cubicBezTo>
                <a:lnTo>
                  <a:pt x="174717" y="22487"/>
                </a:lnTo>
                <a:lnTo>
                  <a:pt x="174717" y="26094"/>
                </a:lnTo>
                <a:cubicBezTo>
                  <a:pt x="173606" y="26564"/>
                  <a:pt x="172472" y="26957"/>
                  <a:pt x="171314" y="27273"/>
                </a:cubicBezTo>
                <a:cubicBezTo>
                  <a:pt x="170157" y="27590"/>
                  <a:pt x="168941" y="27749"/>
                  <a:pt x="167666" y="27749"/>
                </a:cubicBezTo>
                <a:cubicBezTo>
                  <a:pt x="164415" y="27749"/>
                  <a:pt x="161878" y="26867"/>
                  <a:pt x="160054" y="25104"/>
                </a:cubicBezTo>
                <a:cubicBezTo>
                  <a:pt x="158229" y="23342"/>
                  <a:pt x="157317" y="20838"/>
                  <a:pt x="157317" y="17593"/>
                </a:cubicBezTo>
                <a:cubicBezTo>
                  <a:pt x="157317" y="14384"/>
                  <a:pt x="158191" y="11836"/>
                  <a:pt x="159940" y="9950"/>
                </a:cubicBezTo>
                <a:cubicBezTo>
                  <a:pt x="161688" y="8064"/>
                  <a:pt x="163988" y="7121"/>
                  <a:pt x="166842" y="7121"/>
                </a:cubicBezTo>
                <a:cubicBezTo>
                  <a:pt x="169484" y="7121"/>
                  <a:pt x="171522" y="7894"/>
                  <a:pt x="172954" y="9440"/>
                </a:cubicBezTo>
                <a:cubicBezTo>
                  <a:pt x="174387" y="10987"/>
                  <a:pt x="175103" y="13183"/>
                  <a:pt x="175103" y="16029"/>
                </a:cubicBezTo>
                <a:lnTo>
                  <a:pt x="175103" y="17821"/>
                </a:lnTo>
                <a:moveTo>
                  <a:pt x="171893" y="15295"/>
                </a:moveTo>
                <a:cubicBezTo>
                  <a:pt x="171882" y="13564"/>
                  <a:pt x="171446" y="12226"/>
                  <a:pt x="170587" y="11278"/>
                </a:cubicBezTo>
                <a:cubicBezTo>
                  <a:pt x="169727" y="10331"/>
                  <a:pt x="168420" y="9858"/>
                  <a:pt x="166666" y="9858"/>
                </a:cubicBezTo>
                <a:cubicBezTo>
                  <a:pt x="164901" y="9858"/>
                  <a:pt x="163494" y="10378"/>
                  <a:pt x="162448" y="11419"/>
                </a:cubicBezTo>
                <a:cubicBezTo>
                  <a:pt x="161401" y="12459"/>
                  <a:pt x="160808" y="13752"/>
                  <a:pt x="160668" y="15295"/>
                </a:cubicBezTo>
                <a:lnTo>
                  <a:pt x="171893" y="15295"/>
                </a:lnTo>
                <a:close/>
                <a:moveTo>
                  <a:pt x="194099" y="21633"/>
                </a:moveTo>
                <a:cubicBezTo>
                  <a:pt x="194099" y="23420"/>
                  <a:pt x="193359" y="24886"/>
                  <a:pt x="191880" y="26031"/>
                </a:cubicBezTo>
                <a:cubicBezTo>
                  <a:pt x="190401" y="27176"/>
                  <a:pt x="188381" y="27749"/>
                  <a:pt x="185820" y="27749"/>
                </a:cubicBezTo>
                <a:cubicBezTo>
                  <a:pt x="184370" y="27749"/>
                  <a:pt x="183040" y="27576"/>
                  <a:pt x="181830" y="27229"/>
                </a:cubicBezTo>
                <a:cubicBezTo>
                  <a:pt x="180619" y="26883"/>
                  <a:pt x="179605" y="26505"/>
                  <a:pt x="178786" y="26094"/>
                </a:cubicBezTo>
                <a:lnTo>
                  <a:pt x="178786" y="22381"/>
                </a:lnTo>
                <a:lnTo>
                  <a:pt x="178962" y="22381"/>
                </a:lnTo>
                <a:cubicBezTo>
                  <a:pt x="180003" y="23175"/>
                  <a:pt x="181160" y="23807"/>
                  <a:pt x="182435" y="24275"/>
                </a:cubicBezTo>
                <a:cubicBezTo>
                  <a:pt x="183709" y="24743"/>
                  <a:pt x="184931" y="24977"/>
                  <a:pt x="186101" y="24977"/>
                </a:cubicBezTo>
                <a:cubicBezTo>
                  <a:pt x="187551" y="24977"/>
                  <a:pt x="188685" y="24742"/>
                  <a:pt x="189504" y="24273"/>
                </a:cubicBezTo>
                <a:cubicBezTo>
                  <a:pt x="190322" y="23803"/>
                  <a:pt x="190731" y="23063"/>
                  <a:pt x="190731" y="22053"/>
                </a:cubicBezTo>
                <a:cubicBezTo>
                  <a:pt x="190731" y="21282"/>
                  <a:pt x="190509" y="20698"/>
                  <a:pt x="190065" y="20301"/>
                </a:cubicBezTo>
                <a:cubicBezTo>
                  <a:pt x="189620" y="19903"/>
                  <a:pt x="188767" y="19564"/>
                  <a:pt x="187504" y="19284"/>
                </a:cubicBezTo>
                <a:cubicBezTo>
                  <a:pt x="187036" y="19179"/>
                  <a:pt x="186425" y="19056"/>
                  <a:pt x="185671" y="18916"/>
                </a:cubicBezTo>
                <a:cubicBezTo>
                  <a:pt x="184917" y="18776"/>
                  <a:pt x="184230" y="18624"/>
                  <a:pt x="183610" y="18460"/>
                </a:cubicBezTo>
                <a:cubicBezTo>
                  <a:pt x="181891" y="18005"/>
                  <a:pt x="180672" y="17336"/>
                  <a:pt x="179953" y="16454"/>
                </a:cubicBezTo>
                <a:cubicBezTo>
                  <a:pt x="179234" y="15572"/>
                  <a:pt x="178874" y="14488"/>
                  <a:pt x="178874" y="13203"/>
                </a:cubicBezTo>
                <a:cubicBezTo>
                  <a:pt x="178874" y="12397"/>
                  <a:pt x="179041" y="11637"/>
                  <a:pt x="179374" y="10925"/>
                </a:cubicBezTo>
                <a:cubicBezTo>
                  <a:pt x="179707" y="10212"/>
                  <a:pt x="180213" y="9575"/>
                  <a:pt x="180891" y="9014"/>
                </a:cubicBezTo>
                <a:cubicBezTo>
                  <a:pt x="181546" y="8465"/>
                  <a:pt x="182379" y="8030"/>
                  <a:pt x="183391" y="7709"/>
                </a:cubicBezTo>
                <a:cubicBezTo>
                  <a:pt x="184402" y="7387"/>
                  <a:pt x="185534" y="7227"/>
                  <a:pt x="186785" y="7227"/>
                </a:cubicBezTo>
                <a:cubicBezTo>
                  <a:pt x="187954" y="7227"/>
                  <a:pt x="189138" y="7369"/>
                  <a:pt x="190337" y="7655"/>
                </a:cubicBezTo>
                <a:cubicBezTo>
                  <a:pt x="191535" y="7940"/>
                  <a:pt x="192532" y="8287"/>
                  <a:pt x="193327" y="8695"/>
                </a:cubicBezTo>
                <a:lnTo>
                  <a:pt x="193327" y="12208"/>
                </a:lnTo>
                <a:lnTo>
                  <a:pt x="193152" y="12208"/>
                </a:lnTo>
                <a:cubicBezTo>
                  <a:pt x="192310" y="11588"/>
                  <a:pt x="191287" y="11065"/>
                  <a:pt x="190082" y="10638"/>
                </a:cubicBezTo>
                <a:cubicBezTo>
                  <a:pt x="188878" y="10211"/>
                  <a:pt x="187697" y="9998"/>
                  <a:pt x="186539" y="9998"/>
                </a:cubicBezTo>
                <a:cubicBezTo>
                  <a:pt x="185335" y="9998"/>
                  <a:pt x="184318" y="10230"/>
                  <a:pt x="183487" y="10694"/>
                </a:cubicBezTo>
                <a:cubicBezTo>
                  <a:pt x="182657" y="11158"/>
                  <a:pt x="182242" y="11848"/>
                  <a:pt x="182242" y="12764"/>
                </a:cubicBezTo>
                <a:cubicBezTo>
                  <a:pt x="182242" y="13570"/>
                  <a:pt x="182493" y="14178"/>
                  <a:pt x="182996" y="14587"/>
                </a:cubicBezTo>
                <a:cubicBezTo>
                  <a:pt x="183487" y="14996"/>
                  <a:pt x="184282" y="15329"/>
                  <a:pt x="185382" y="15586"/>
                </a:cubicBezTo>
                <a:cubicBezTo>
                  <a:pt x="185990" y="15726"/>
                  <a:pt x="186671" y="15867"/>
                  <a:pt x="187425" y="16007"/>
                </a:cubicBezTo>
                <a:cubicBezTo>
                  <a:pt x="188179" y="16147"/>
                  <a:pt x="188808" y="16275"/>
                  <a:pt x="189311" y="16392"/>
                </a:cubicBezTo>
                <a:cubicBezTo>
                  <a:pt x="190842" y="16743"/>
                  <a:pt x="192023" y="17345"/>
                  <a:pt x="192854" y="18197"/>
                </a:cubicBezTo>
                <a:cubicBezTo>
                  <a:pt x="193684" y="19062"/>
                  <a:pt x="194099" y="20207"/>
                  <a:pt x="194099" y="21633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486F44-F659-4795-ABE1-B64509B19C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42" y="1644240"/>
            <a:ext cx="324683" cy="252000"/>
          </a:xfrm>
          <a:custGeom xmlns:a="http://schemas.openxmlformats.org/drawingml/2006/main">
            <a:pathLst>
              <a:path w="324683" h="252000">
                <a:moveTo>
                  <a:pt x="0" y="0"/>
                </a:moveTo>
                <a:lnTo>
                  <a:pt x="324683" y="0"/>
                </a:lnTo>
                <a:lnTo>
                  <a:pt x="324683" y="252000"/>
                </a:lnTo>
                <a:lnTo>
                  <a:pt x="0" y="252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866E40-1F0D-4233-AD94-B2419075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60341" y="1644243"/>
            <a:ext cx="324683" cy="251999"/>
          </a:xfrm>
          <a:custGeom xmlns:a="http://schemas.openxmlformats.org/drawingml/2006/main">
            <a:pathLst>
              <a:path w="324683" h="251999" fill="none">
                <a:moveTo>
                  <a:pt x="0" y="0"/>
                </a:moveTo>
                <a:lnTo>
                  <a:pt x="324683" y="0"/>
                </a:lnTo>
                <a:lnTo>
                  <a:pt x="324683" y="251999"/>
                </a:lnTo>
                <a:lnTo>
                  <a:pt x="0" y="2519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02" name="Text Malvales">
            <a:extLst xmlns:a="http://schemas.openxmlformats.org/drawingml/2006/main">
              <a:ext uri="{FF2B5EF4-FFF2-40B4-BE49-F238E27FC236}">
                <a16:creationId xmlns:a16="http://schemas.microsoft.com/office/drawing/2014/main" id="{E672E9E9-7ED2-43C6-8192-EDE653D9F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2135" y="1677384"/>
            <a:ext cx="183245" cy="34134"/>
          </a:xfrm>
          <a:custGeom xmlns:a="http://schemas.openxmlformats.org/drawingml/2006/main">
            <a:pathLst>
              <a:path w="183245" h="34134">
                <a:moveTo>
                  <a:pt x="28502" y="33446"/>
                </a:moveTo>
                <a:lnTo>
                  <a:pt x="24246" y="33446"/>
                </a:lnTo>
                <a:lnTo>
                  <a:pt x="24246" y="5851"/>
                </a:lnTo>
                <a:lnTo>
                  <a:pt x="15347" y="24633"/>
                </a:lnTo>
                <a:lnTo>
                  <a:pt x="12811" y="24633"/>
                </a:lnTo>
                <a:lnTo>
                  <a:pt x="3977" y="5851"/>
                </a:lnTo>
                <a:lnTo>
                  <a:pt x="3977" y="33446"/>
                </a:lnTo>
                <a:lnTo>
                  <a:pt x="0" y="33446"/>
                </a:lnTo>
                <a:lnTo>
                  <a:pt x="0" y="1419"/>
                </a:lnTo>
                <a:lnTo>
                  <a:pt x="5804" y="1419"/>
                </a:lnTo>
                <a:lnTo>
                  <a:pt x="14337" y="19255"/>
                </a:lnTo>
                <a:lnTo>
                  <a:pt x="22591" y="1419"/>
                </a:lnTo>
                <a:lnTo>
                  <a:pt x="28502" y="1419"/>
                </a:lnTo>
                <a:lnTo>
                  <a:pt x="28502" y="33446"/>
                </a:lnTo>
                <a:close/>
                <a:moveTo>
                  <a:pt x="55436" y="33446"/>
                </a:moveTo>
                <a:lnTo>
                  <a:pt x="51416" y="33446"/>
                </a:lnTo>
                <a:lnTo>
                  <a:pt x="51416" y="30906"/>
                </a:lnTo>
                <a:cubicBezTo>
                  <a:pt x="51058" y="31150"/>
                  <a:pt x="50574" y="31491"/>
                  <a:pt x="49965" y="31928"/>
                </a:cubicBezTo>
                <a:cubicBezTo>
                  <a:pt x="49356" y="32366"/>
                  <a:pt x="48765" y="32714"/>
                  <a:pt x="48192" y="32972"/>
                </a:cubicBezTo>
                <a:cubicBezTo>
                  <a:pt x="47518" y="33302"/>
                  <a:pt x="46744" y="33578"/>
                  <a:pt x="45870" y="33800"/>
                </a:cubicBezTo>
                <a:cubicBezTo>
                  <a:pt x="44996" y="34023"/>
                  <a:pt x="43972" y="34134"/>
                  <a:pt x="42797" y="34134"/>
                </a:cubicBezTo>
                <a:cubicBezTo>
                  <a:pt x="40633" y="34134"/>
                  <a:pt x="38798" y="33417"/>
                  <a:pt x="37294" y="31982"/>
                </a:cubicBezTo>
                <a:cubicBezTo>
                  <a:pt x="35789" y="30547"/>
                  <a:pt x="35037" y="28718"/>
                  <a:pt x="35037" y="26493"/>
                </a:cubicBezTo>
                <a:cubicBezTo>
                  <a:pt x="35037" y="24671"/>
                  <a:pt x="35427" y="23197"/>
                  <a:pt x="36208" y="22071"/>
                </a:cubicBezTo>
                <a:cubicBezTo>
                  <a:pt x="36989" y="20944"/>
                  <a:pt x="38103" y="20058"/>
                  <a:pt x="39551" y="19413"/>
                </a:cubicBezTo>
                <a:cubicBezTo>
                  <a:pt x="41012" y="18767"/>
                  <a:pt x="42768" y="18329"/>
                  <a:pt x="44817" y="18099"/>
                </a:cubicBezTo>
                <a:cubicBezTo>
                  <a:pt x="46866" y="17870"/>
                  <a:pt x="49066" y="17698"/>
                  <a:pt x="51416" y="17583"/>
                </a:cubicBezTo>
                <a:lnTo>
                  <a:pt x="51416" y="16954"/>
                </a:lnTo>
                <a:cubicBezTo>
                  <a:pt x="51416" y="16029"/>
                  <a:pt x="51255" y="15264"/>
                  <a:pt x="50932" y="14657"/>
                </a:cubicBezTo>
                <a:cubicBezTo>
                  <a:pt x="50610" y="14050"/>
                  <a:pt x="50148" y="13573"/>
                  <a:pt x="49546" y="13226"/>
                </a:cubicBezTo>
                <a:cubicBezTo>
                  <a:pt x="48973" y="12894"/>
                  <a:pt x="48285" y="12670"/>
                  <a:pt x="47482" y="12554"/>
                </a:cubicBezTo>
                <a:cubicBezTo>
                  <a:pt x="46680" y="12439"/>
                  <a:pt x="45842" y="12381"/>
                  <a:pt x="44968" y="12381"/>
                </a:cubicBezTo>
                <a:cubicBezTo>
                  <a:pt x="43907" y="12381"/>
                  <a:pt x="42725" y="12525"/>
                  <a:pt x="41421" y="12812"/>
                </a:cubicBezTo>
                <a:cubicBezTo>
                  <a:pt x="40117" y="13098"/>
                  <a:pt x="38770" y="13514"/>
                  <a:pt x="37380" y="14058"/>
                </a:cubicBezTo>
                <a:lnTo>
                  <a:pt x="37165" y="14058"/>
                </a:lnTo>
                <a:lnTo>
                  <a:pt x="37165" y="9952"/>
                </a:lnTo>
                <a:cubicBezTo>
                  <a:pt x="37953" y="9737"/>
                  <a:pt x="39092" y="9501"/>
                  <a:pt x="40583" y="9243"/>
                </a:cubicBezTo>
                <a:cubicBezTo>
                  <a:pt x="42073" y="8985"/>
                  <a:pt x="43542" y="8856"/>
                  <a:pt x="44989" y="8856"/>
                </a:cubicBezTo>
                <a:cubicBezTo>
                  <a:pt x="46680" y="8856"/>
                  <a:pt x="48152" y="8996"/>
                  <a:pt x="49406" y="9275"/>
                </a:cubicBezTo>
                <a:cubicBezTo>
                  <a:pt x="50660" y="9555"/>
                  <a:pt x="51746" y="10031"/>
                  <a:pt x="52663" y="10704"/>
                </a:cubicBezTo>
                <a:cubicBezTo>
                  <a:pt x="53565" y="11364"/>
                  <a:pt x="54253" y="12216"/>
                  <a:pt x="54726" y="13262"/>
                </a:cubicBezTo>
                <a:cubicBezTo>
                  <a:pt x="55199" y="14308"/>
                  <a:pt x="55436" y="15605"/>
                  <a:pt x="55436" y="17153"/>
                </a:cubicBezTo>
                <a:lnTo>
                  <a:pt x="55436" y="33446"/>
                </a:lnTo>
                <a:moveTo>
                  <a:pt x="51416" y="27565"/>
                </a:moveTo>
                <a:lnTo>
                  <a:pt x="51416" y="20850"/>
                </a:lnTo>
                <a:cubicBezTo>
                  <a:pt x="50184" y="20922"/>
                  <a:pt x="48733" y="21030"/>
                  <a:pt x="47063" y="21175"/>
                </a:cubicBezTo>
                <a:cubicBezTo>
                  <a:pt x="45394" y="21318"/>
                  <a:pt x="44072" y="21527"/>
                  <a:pt x="43097" y="21800"/>
                </a:cubicBezTo>
                <a:cubicBezTo>
                  <a:pt x="41937" y="22131"/>
                  <a:pt x="40998" y="22646"/>
                  <a:pt x="40282" y="23344"/>
                </a:cubicBezTo>
                <a:cubicBezTo>
                  <a:pt x="39565" y="24042"/>
                  <a:pt x="39207" y="25003"/>
                  <a:pt x="39207" y="26227"/>
                </a:cubicBezTo>
                <a:cubicBezTo>
                  <a:pt x="39207" y="27608"/>
                  <a:pt x="39622" y="28649"/>
                  <a:pt x="40454" y="29347"/>
                </a:cubicBezTo>
                <a:cubicBezTo>
                  <a:pt x="41285" y="30045"/>
                  <a:pt x="42553" y="30394"/>
                  <a:pt x="44258" y="30394"/>
                </a:cubicBezTo>
                <a:cubicBezTo>
                  <a:pt x="45677" y="30394"/>
                  <a:pt x="46974" y="30117"/>
                  <a:pt x="48149" y="29563"/>
                </a:cubicBezTo>
                <a:cubicBezTo>
                  <a:pt x="49324" y="29009"/>
                  <a:pt x="50413" y="28343"/>
                  <a:pt x="51416" y="27565"/>
                </a:cubicBezTo>
                <a:close/>
                <a:moveTo>
                  <a:pt x="67301" y="33446"/>
                </a:moveTo>
                <a:lnTo>
                  <a:pt x="63260" y="33446"/>
                </a:lnTo>
                <a:lnTo>
                  <a:pt x="63260" y="0"/>
                </a:lnTo>
                <a:lnTo>
                  <a:pt x="67301" y="0"/>
                </a:lnTo>
                <a:lnTo>
                  <a:pt x="67301" y="33446"/>
                </a:lnTo>
                <a:close/>
                <a:moveTo>
                  <a:pt x="96061" y="9415"/>
                </a:moveTo>
                <a:lnTo>
                  <a:pt x="86346" y="33446"/>
                </a:lnTo>
                <a:lnTo>
                  <a:pt x="82283" y="33446"/>
                </a:lnTo>
                <a:lnTo>
                  <a:pt x="72632" y="9415"/>
                </a:lnTo>
                <a:lnTo>
                  <a:pt x="77017" y="9415"/>
                </a:lnTo>
                <a:lnTo>
                  <a:pt x="84454" y="28541"/>
                </a:lnTo>
                <a:lnTo>
                  <a:pt x="91827" y="9415"/>
                </a:lnTo>
                <a:lnTo>
                  <a:pt x="96061" y="9415"/>
                </a:lnTo>
                <a:close/>
                <a:moveTo>
                  <a:pt x="120006" y="33446"/>
                </a:moveTo>
                <a:lnTo>
                  <a:pt x="115987" y="33446"/>
                </a:lnTo>
                <a:lnTo>
                  <a:pt x="115987" y="30906"/>
                </a:lnTo>
                <a:cubicBezTo>
                  <a:pt x="115629" y="31150"/>
                  <a:pt x="115145" y="31491"/>
                  <a:pt x="114536" y="31928"/>
                </a:cubicBezTo>
                <a:cubicBezTo>
                  <a:pt x="113927" y="32366"/>
                  <a:pt x="113336" y="32714"/>
                  <a:pt x="112763" y="32972"/>
                </a:cubicBezTo>
                <a:cubicBezTo>
                  <a:pt x="112089" y="33302"/>
                  <a:pt x="111315" y="33578"/>
                  <a:pt x="110441" y="33800"/>
                </a:cubicBezTo>
                <a:cubicBezTo>
                  <a:pt x="109567" y="34023"/>
                  <a:pt x="108543" y="34134"/>
                  <a:pt x="107367" y="34134"/>
                </a:cubicBezTo>
                <a:cubicBezTo>
                  <a:pt x="105204" y="34134"/>
                  <a:pt x="103369" y="33417"/>
                  <a:pt x="101865" y="31982"/>
                </a:cubicBezTo>
                <a:cubicBezTo>
                  <a:pt x="100360" y="30547"/>
                  <a:pt x="99608" y="28718"/>
                  <a:pt x="99608" y="26493"/>
                </a:cubicBezTo>
                <a:cubicBezTo>
                  <a:pt x="99608" y="24671"/>
                  <a:pt x="99998" y="23197"/>
                  <a:pt x="100779" y="22071"/>
                </a:cubicBezTo>
                <a:cubicBezTo>
                  <a:pt x="101560" y="20944"/>
                  <a:pt x="102674" y="20058"/>
                  <a:pt x="104122" y="19413"/>
                </a:cubicBezTo>
                <a:cubicBezTo>
                  <a:pt x="105583" y="18767"/>
                  <a:pt x="107339" y="18329"/>
                  <a:pt x="109388" y="18099"/>
                </a:cubicBezTo>
                <a:cubicBezTo>
                  <a:pt x="111437" y="17870"/>
                  <a:pt x="113637" y="17698"/>
                  <a:pt x="115987" y="17583"/>
                </a:cubicBezTo>
                <a:lnTo>
                  <a:pt x="115987" y="16954"/>
                </a:lnTo>
                <a:cubicBezTo>
                  <a:pt x="115987" y="16029"/>
                  <a:pt x="115826" y="15264"/>
                  <a:pt x="115503" y="14657"/>
                </a:cubicBezTo>
                <a:cubicBezTo>
                  <a:pt x="115181" y="14050"/>
                  <a:pt x="114719" y="13573"/>
                  <a:pt x="114117" y="13226"/>
                </a:cubicBezTo>
                <a:cubicBezTo>
                  <a:pt x="113544" y="12894"/>
                  <a:pt x="112856" y="12670"/>
                  <a:pt x="112053" y="12554"/>
                </a:cubicBezTo>
                <a:cubicBezTo>
                  <a:pt x="111251" y="12439"/>
                  <a:pt x="110413" y="12381"/>
                  <a:pt x="109538" y="12381"/>
                </a:cubicBezTo>
                <a:cubicBezTo>
                  <a:pt x="108478" y="12381"/>
                  <a:pt x="107296" y="12525"/>
                  <a:pt x="105992" y="12812"/>
                </a:cubicBezTo>
                <a:cubicBezTo>
                  <a:pt x="104688" y="13098"/>
                  <a:pt x="103341" y="13514"/>
                  <a:pt x="101951" y="14058"/>
                </a:cubicBezTo>
                <a:lnTo>
                  <a:pt x="101736" y="14058"/>
                </a:lnTo>
                <a:lnTo>
                  <a:pt x="101736" y="9952"/>
                </a:lnTo>
                <a:cubicBezTo>
                  <a:pt x="102524" y="9737"/>
                  <a:pt x="103663" y="9501"/>
                  <a:pt x="105153" y="9243"/>
                </a:cubicBezTo>
                <a:cubicBezTo>
                  <a:pt x="106644" y="8985"/>
                  <a:pt x="108113" y="8856"/>
                  <a:pt x="109560" y="8856"/>
                </a:cubicBezTo>
                <a:cubicBezTo>
                  <a:pt x="111251" y="8856"/>
                  <a:pt x="112723" y="8996"/>
                  <a:pt x="113977" y="9275"/>
                </a:cubicBezTo>
                <a:cubicBezTo>
                  <a:pt x="115231" y="9555"/>
                  <a:pt x="116317" y="10031"/>
                  <a:pt x="117234" y="10704"/>
                </a:cubicBezTo>
                <a:cubicBezTo>
                  <a:pt x="118136" y="11364"/>
                  <a:pt x="118824" y="12216"/>
                  <a:pt x="119297" y="13262"/>
                </a:cubicBezTo>
                <a:cubicBezTo>
                  <a:pt x="119770" y="14308"/>
                  <a:pt x="120006" y="15605"/>
                  <a:pt x="120006" y="17153"/>
                </a:cubicBezTo>
                <a:lnTo>
                  <a:pt x="120006" y="33446"/>
                </a:lnTo>
                <a:moveTo>
                  <a:pt x="115987" y="27565"/>
                </a:moveTo>
                <a:lnTo>
                  <a:pt x="115987" y="20850"/>
                </a:lnTo>
                <a:cubicBezTo>
                  <a:pt x="114755" y="20922"/>
                  <a:pt x="113304" y="21030"/>
                  <a:pt x="111634" y="21175"/>
                </a:cubicBezTo>
                <a:cubicBezTo>
                  <a:pt x="109965" y="21318"/>
                  <a:pt x="108643" y="21527"/>
                  <a:pt x="107668" y="21800"/>
                </a:cubicBezTo>
                <a:cubicBezTo>
                  <a:pt x="106508" y="22131"/>
                  <a:pt x="105569" y="22646"/>
                  <a:pt x="104853" y="23344"/>
                </a:cubicBezTo>
                <a:cubicBezTo>
                  <a:pt x="104136" y="24042"/>
                  <a:pt x="103778" y="25003"/>
                  <a:pt x="103778" y="26227"/>
                </a:cubicBezTo>
                <a:cubicBezTo>
                  <a:pt x="103778" y="27608"/>
                  <a:pt x="104193" y="28649"/>
                  <a:pt x="105024" y="29347"/>
                </a:cubicBezTo>
                <a:cubicBezTo>
                  <a:pt x="105856" y="30045"/>
                  <a:pt x="107124" y="30394"/>
                  <a:pt x="108829" y="30394"/>
                </a:cubicBezTo>
                <a:cubicBezTo>
                  <a:pt x="110248" y="30394"/>
                  <a:pt x="111545" y="30117"/>
                  <a:pt x="112720" y="29563"/>
                </a:cubicBezTo>
                <a:cubicBezTo>
                  <a:pt x="113895" y="29009"/>
                  <a:pt x="114984" y="28343"/>
                  <a:pt x="115987" y="27565"/>
                </a:cubicBezTo>
                <a:close/>
                <a:moveTo>
                  <a:pt x="131872" y="33446"/>
                </a:moveTo>
                <a:lnTo>
                  <a:pt x="127831" y="33446"/>
                </a:lnTo>
                <a:lnTo>
                  <a:pt x="127831" y="0"/>
                </a:lnTo>
                <a:lnTo>
                  <a:pt x="131872" y="0"/>
                </a:lnTo>
                <a:lnTo>
                  <a:pt x="131872" y="33446"/>
                </a:lnTo>
                <a:close/>
                <a:moveTo>
                  <a:pt x="159966" y="21839"/>
                </a:moveTo>
                <a:lnTo>
                  <a:pt x="142275" y="21839"/>
                </a:lnTo>
                <a:cubicBezTo>
                  <a:pt x="142275" y="23318"/>
                  <a:pt x="142498" y="24608"/>
                  <a:pt x="142942" y="25707"/>
                </a:cubicBezTo>
                <a:cubicBezTo>
                  <a:pt x="143386" y="26806"/>
                  <a:pt x="143995" y="27707"/>
                  <a:pt x="144769" y="28411"/>
                </a:cubicBezTo>
                <a:cubicBezTo>
                  <a:pt x="145514" y="29101"/>
                  <a:pt x="146399" y="29618"/>
                  <a:pt x="147423" y="29963"/>
                </a:cubicBezTo>
                <a:cubicBezTo>
                  <a:pt x="148448" y="30307"/>
                  <a:pt x="149577" y="30480"/>
                  <a:pt x="150809" y="30480"/>
                </a:cubicBezTo>
                <a:cubicBezTo>
                  <a:pt x="152443" y="30480"/>
                  <a:pt x="154087" y="30151"/>
                  <a:pt x="155742" y="29494"/>
                </a:cubicBezTo>
                <a:cubicBezTo>
                  <a:pt x="157397" y="28838"/>
                  <a:pt x="158576" y="28192"/>
                  <a:pt x="159278" y="27557"/>
                </a:cubicBezTo>
                <a:lnTo>
                  <a:pt x="159493" y="27557"/>
                </a:lnTo>
                <a:lnTo>
                  <a:pt x="159493" y="31978"/>
                </a:lnTo>
                <a:cubicBezTo>
                  <a:pt x="158132" y="32553"/>
                  <a:pt x="156742" y="33034"/>
                  <a:pt x="155323" y="33423"/>
                </a:cubicBezTo>
                <a:cubicBezTo>
                  <a:pt x="153904" y="33811"/>
                  <a:pt x="152414" y="34005"/>
                  <a:pt x="150852" y="34005"/>
                </a:cubicBezTo>
                <a:cubicBezTo>
                  <a:pt x="146868" y="34005"/>
                  <a:pt x="143759" y="32925"/>
                  <a:pt x="141523" y="30765"/>
                </a:cubicBezTo>
                <a:cubicBezTo>
                  <a:pt x="139288" y="28604"/>
                  <a:pt x="138170" y="25536"/>
                  <a:pt x="138170" y="21559"/>
                </a:cubicBezTo>
                <a:cubicBezTo>
                  <a:pt x="138170" y="17627"/>
                  <a:pt x="139241" y="14505"/>
                  <a:pt x="141383" y="12194"/>
                </a:cubicBezTo>
                <a:cubicBezTo>
                  <a:pt x="143526" y="9883"/>
                  <a:pt x="146345" y="8727"/>
                  <a:pt x="149842" y="8727"/>
                </a:cubicBezTo>
                <a:cubicBezTo>
                  <a:pt x="153080" y="8727"/>
                  <a:pt x="155577" y="9674"/>
                  <a:pt x="157333" y="11569"/>
                </a:cubicBezTo>
                <a:cubicBezTo>
                  <a:pt x="159088" y="13464"/>
                  <a:pt x="159966" y="16155"/>
                  <a:pt x="159966" y="19643"/>
                </a:cubicBezTo>
                <a:lnTo>
                  <a:pt x="159966" y="21839"/>
                </a:lnTo>
                <a:moveTo>
                  <a:pt x="156032" y="18744"/>
                </a:moveTo>
                <a:cubicBezTo>
                  <a:pt x="156018" y="16623"/>
                  <a:pt x="155484" y="14982"/>
                  <a:pt x="154431" y="13821"/>
                </a:cubicBezTo>
                <a:cubicBezTo>
                  <a:pt x="153378" y="12661"/>
                  <a:pt x="151776" y="12080"/>
                  <a:pt x="149627" y="12080"/>
                </a:cubicBezTo>
                <a:cubicBezTo>
                  <a:pt x="147463" y="12080"/>
                  <a:pt x="145740" y="12718"/>
                  <a:pt x="144457" y="13993"/>
                </a:cubicBezTo>
                <a:cubicBezTo>
                  <a:pt x="143175" y="15269"/>
                  <a:pt x="142447" y="16852"/>
                  <a:pt x="142275" y="18744"/>
                </a:cubicBezTo>
                <a:lnTo>
                  <a:pt x="156032" y="18744"/>
                </a:lnTo>
                <a:close/>
                <a:moveTo>
                  <a:pt x="183245" y="26510"/>
                </a:moveTo>
                <a:cubicBezTo>
                  <a:pt x="183245" y="28701"/>
                  <a:pt x="182338" y="30498"/>
                  <a:pt x="180526" y="31901"/>
                </a:cubicBezTo>
                <a:cubicBezTo>
                  <a:pt x="178713" y="33304"/>
                  <a:pt x="176237" y="34005"/>
                  <a:pt x="173099" y="34005"/>
                </a:cubicBezTo>
                <a:cubicBezTo>
                  <a:pt x="171322" y="34005"/>
                  <a:pt x="169692" y="33793"/>
                  <a:pt x="168209" y="33369"/>
                </a:cubicBezTo>
                <a:cubicBezTo>
                  <a:pt x="166726" y="32945"/>
                  <a:pt x="165483" y="32481"/>
                  <a:pt x="164480" y="31978"/>
                </a:cubicBezTo>
                <a:lnTo>
                  <a:pt x="164480" y="27428"/>
                </a:lnTo>
                <a:lnTo>
                  <a:pt x="164695" y="27428"/>
                </a:lnTo>
                <a:cubicBezTo>
                  <a:pt x="165970" y="28401"/>
                  <a:pt x="167389" y="29174"/>
                  <a:pt x="168951" y="29748"/>
                </a:cubicBezTo>
                <a:cubicBezTo>
                  <a:pt x="170513" y="30322"/>
                  <a:pt x="172010" y="30609"/>
                  <a:pt x="173443" y="30609"/>
                </a:cubicBezTo>
                <a:cubicBezTo>
                  <a:pt x="175220" y="30609"/>
                  <a:pt x="176610" y="30321"/>
                  <a:pt x="177613" y="29746"/>
                </a:cubicBezTo>
                <a:cubicBezTo>
                  <a:pt x="178616" y="29170"/>
                  <a:pt x="179118" y="28263"/>
                  <a:pt x="179118" y="27025"/>
                </a:cubicBezTo>
                <a:cubicBezTo>
                  <a:pt x="179118" y="26080"/>
                  <a:pt x="178845" y="25365"/>
                  <a:pt x="178301" y="24878"/>
                </a:cubicBezTo>
                <a:cubicBezTo>
                  <a:pt x="177756" y="24391"/>
                  <a:pt x="176710" y="23976"/>
                  <a:pt x="175163" y="23632"/>
                </a:cubicBezTo>
                <a:cubicBezTo>
                  <a:pt x="174589" y="23503"/>
                  <a:pt x="173841" y="23353"/>
                  <a:pt x="172916" y="23181"/>
                </a:cubicBezTo>
                <a:cubicBezTo>
                  <a:pt x="171992" y="23009"/>
                  <a:pt x="171150" y="22823"/>
                  <a:pt x="170391" y="22623"/>
                </a:cubicBezTo>
                <a:cubicBezTo>
                  <a:pt x="168284" y="22064"/>
                  <a:pt x="166790" y="21245"/>
                  <a:pt x="165909" y="20164"/>
                </a:cubicBezTo>
                <a:cubicBezTo>
                  <a:pt x="165028" y="19083"/>
                  <a:pt x="164587" y="17755"/>
                  <a:pt x="164587" y="16180"/>
                </a:cubicBezTo>
                <a:cubicBezTo>
                  <a:pt x="164587" y="15192"/>
                  <a:pt x="164791" y="14261"/>
                  <a:pt x="165200" y="13388"/>
                </a:cubicBezTo>
                <a:cubicBezTo>
                  <a:pt x="165608" y="12514"/>
                  <a:pt x="166228" y="11734"/>
                  <a:pt x="167059" y="11046"/>
                </a:cubicBezTo>
                <a:cubicBezTo>
                  <a:pt x="167862" y="10374"/>
                  <a:pt x="168883" y="9841"/>
                  <a:pt x="170122" y="9447"/>
                </a:cubicBezTo>
                <a:cubicBezTo>
                  <a:pt x="171362" y="9053"/>
                  <a:pt x="172748" y="8856"/>
                  <a:pt x="174281" y="8856"/>
                </a:cubicBezTo>
                <a:cubicBezTo>
                  <a:pt x="175714" y="8856"/>
                  <a:pt x="177165" y="9031"/>
                  <a:pt x="178634" y="9381"/>
                </a:cubicBezTo>
                <a:cubicBezTo>
                  <a:pt x="180103" y="9730"/>
                  <a:pt x="181325" y="10155"/>
                  <a:pt x="182299" y="10655"/>
                </a:cubicBezTo>
                <a:lnTo>
                  <a:pt x="182299" y="14960"/>
                </a:lnTo>
                <a:lnTo>
                  <a:pt x="182084" y="14960"/>
                </a:lnTo>
                <a:cubicBezTo>
                  <a:pt x="181052" y="14201"/>
                  <a:pt x="179798" y="13560"/>
                  <a:pt x="178322" y="13037"/>
                </a:cubicBezTo>
                <a:cubicBezTo>
                  <a:pt x="176846" y="12514"/>
                  <a:pt x="175399" y="12252"/>
                  <a:pt x="173980" y="12252"/>
                </a:cubicBezTo>
                <a:cubicBezTo>
                  <a:pt x="172504" y="12252"/>
                  <a:pt x="171258" y="12536"/>
                  <a:pt x="170240" y="13105"/>
                </a:cubicBezTo>
                <a:cubicBezTo>
                  <a:pt x="169223" y="13674"/>
                  <a:pt x="168714" y="14520"/>
                  <a:pt x="168714" y="15642"/>
                </a:cubicBezTo>
                <a:cubicBezTo>
                  <a:pt x="168714" y="16630"/>
                  <a:pt x="169022" y="17375"/>
                  <a:pt x="169638" y="17876"/>
                </a:cubicBezTo>
                <a:cubicBezTo>
                  <a:pt x="170240" y="18377"/>
                  <a:pt x="171215" y="18785"/>
                  <a:pt x="172562" y="19100"/>
                </a:cubicBezTo>
                <a:cubicBezTo>
                  <a:pt x="173307" y="19272"/>
                  <a:pt x="174142" y="19444"/>
                  <a:pt x="175066" y="19616"/>
                </a:cubicBezTo>
                <a:cubicBezTo>
                  <a:pt x="175990" y="19788"/>
                  <a:pt x="176760" y="19945"/>
                  <a:pt x="177377" y="20088"/>
                </a:cubicBezTo>
                <a:cubicBezTo>
                  <a:pt x="179254" y="20518"/>
                  <a:pt x="180701" y="21255"/>
                  <a:pt x="181719" y="22300"/>
                </a:cubicBezTo>
                <a:cubicBezTo>
                  <a:pt x="182736" y="23360"/>
                  <a:pt x="183245" y="24763"/>
                  <a:pt x="183245" y="26510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F51215-1A6A-4C9A-BD86-87AFE4C37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522" y="1644240"/>
            <a:ext cx="319286" cy="252000"/>
          </a:xfrm>
          <a:custGeom xmlns:a="http://schemas.openxmlformats.org/drawingml/2006/main">
            <a:pathLst>
              <a:path w="319286" h="252000">
                <a:moveTo>
                  <a:pt x="0" y="0"/>
                </a:moveTo>
                <a:lnTo>
                  <a:pt x="319286" y="0"/>
                </a:lnTo>
                <a:lnTo>
                  <a:pt x="319286" y="252000"/>
                </a:lnTo>
                <a:lnTo>
                  <a:pt x="0" y="2520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942853-C3B9-4865-A021-D81639356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7523" y="1644243"/>
            <a:ext cx="319286" cy="251999"/>
          </a:xfrm>
          <a:custGeom xmlns:a="http://schemas.openxmlformats.org/drawingml/2006/main">
            <a:pathLst>
              <a:path w="319286" h="251999" fill="none">
                <a:moveTo>
                  <a:pt x="0" y="0"/>
                </a:moveTo>
                <a:lnTo>
                  <a:pt x="319286" y="0"/>
                </a:lnTo>
                <a:lnTo>
                  <a:pt x="319286" y="251999"/>
                </a:lnTo>
                <a:lnTo>
                  <a:pt x="0" y="2519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05" name="Text Apiales">
            <a:extLst xmlns:a="http://schemas.openxmlformats.org/drawingml/2006/main">
              <a:ext uri="{FF2B5EF4-FFF2-40B4-BE49-F238E27FC236}">
                <a16:creationId xmlns:a16="http://schemas.microsoft.com/office/drawing/2014/main" id="{74F9B1D7-3ED2-4A2B-91B8-03B45A0C9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5670" y="1679177"/>
            <a:ext cx="181305" cy="49509"/>
          </a:xfrm>
          <a:custGeom xmlns:a="http://schemas.openxmlformats.org/drawingml/2006/main">
            <a:pathLst>
              <a:path w="181305" h="49509">
                <a:moveTo>
                  <a:pt x="33911" y="39144"/>
                </a:moveTo>
                <a:lnTo>
                  <a:pt x="28603" y="39144"/>
                </a:lnTo>
                <a:lnTo>
                  <a:pt x="24930" y="28729"/>
                </a:lnTo>
                <a:lnTo>
                  <a:pt x="8729" y="28729"/>
                </a:lnTo>
                <a:lnTo>
                  <a:pt x="5057" y="39144"/>
                </a:lnTo>
                <a:lnTo>
                  <a:pt x="0" y="39144"/>
                </a:lnTo>
                <a:lnTo>
                  <a:pt x="13635" y="1660"/>
                </a:lnTo>
                <a:lnTo>
                  <a:pt x="20276" y="1660"/>
                </a:lnTo>
                <a:lnTo>
                  <a:pt x="33911" y="39144"/>
                </a:lnTo>
                <a:moveTo>
                  <a:pt x="23396" y="24402"/>
                </a:moveTo>
                <a:lnTo>
                  <a:pt x="16830" y="6016"/>
                </a:lnTo>
                <a:lnTo>
                  <a:pt x="10239" y="24402"/>
                </a:lnTo>
                <a:lnTo>
                  <a:pt x="23396" y="24402"/>
                </a:lnTo>
                <a:close/>
                <a:moveTo>
                  <a:pt x="63949" y="24729"/>
                </a:moveTo>
                <a:cubicBezTo>
                  <a:pt x="63949" y="27014"/>
                  <a:pt x="63622" y="29101"/>
                  <a:pt x="62968" y="30991"/>
                </a:cubicBezTo>
                <a:cubicBezTo>
                  <a:pt x="62314" y="32881"/>
                  <a:pt x="61391" y="34481"/>
                  <a:pt x="60201" y="35792"/>
                </a:cubicBezTo>
                <a:cubicBezTo>
                  <a:pt x="59094" y="37035"/>
                  <a:pt x="57790" y="37997"/>
                  <a:pt x="56289" y="38677"/>
                </a:cubicBezTo>
                <a:cubicBezTo>
                  <a:pt x="54788" y="39357"/>
                  <a:pt x="53199" y="39697"/>
                  <a:pt x="51521" y="39697"/>
                </a:cubicBezTo>
                <a:cubicBezTo>
                  <a:pt x="50062" y="39697"/>
                  <a:pt x="48742" y="39538"/>
                  <a:pt x="47559" y="39219"/>
                </a:cubicBezTo>
                <a:cubicBezTo>
                  <a:pt x="46377" y="38899"/>
                  <a:pt x="45174" y="38404"/>
                  <a:pt x="43949" y="37732"/>
                </a:cubicBezTo>
                <a:lnTo>
                  <a:pt x="43949" y="49509"/>
                </a:lnTo>
                <a:lnTo>
                  <a:pt x="39220" y="49509"/>
                </a:lnTo>
                <a:lnTo>
                  <a:pt x="39220" y="11019"/>
                </a:lnTo>
                <a:lnTo>
                  <a:pt x="43949" y="11019"/>
                </a:lnTo>
                <a:lnTo>
                  <a:pt x="43949" y="13943"/>
                </a:lnTo>
                <a:cubicBezTo>
                  <a:pt x="45207" y="12885"/>
                  <a:pt x="46620" y="11999"/>
                  <a:pt x="48188" y="11285"/>
                </a:cubicBezTo>
                <a:cubicBezTo>
                  <a:pt x="49756" y="10571"/>
                  <a:pt x="51429" y="10214"/>
                  <a:pt x="53207" y="10214"/>
                </a:cubicBezTo>
                <a:cubicBezTo>
                  <a:pt x="56595" y="10214"/>
                  <a:pt x="59232" y="11495"/>
                  <a:pt x="61119" y="14057"/>
                </a:cubicBezTo>
                <a:cubicBezTo>
                  <a:pt x="63006" y="16619"/>
                  <a:pt x="63949" y="20176"/>
                  <a:pt x="63949" y="24729"/>
                </a:cubicBezTo>
                <a:moveTo>
                  <a:pt x="59068" y="24855"/>
                </a:moveTo>
                <a:cubicBezTo>
                  <a:pt x="59068" y="21467"/>
                  <a:pt x="58490" y="18935"/>
                  <a:pt x="57333" y="17258"/>
                </a:cubicBezTo>
                <a:cubicBezTo>
                  <a:pt x="56175" y="15580"/>
                  <a:pt x="54398" y="14742"/>
                  <a:pt x="51999" y="14742"/>
                </a:cubicBezTo>
                <a:cubicBezTo>
                  <a:pt x="50641" y="14742"/>
                  <a:pt x="49274" y="15035"/>
                  <a:pt x="47899" y="15622"/>
                </a:cubicBezTo>
                <a:cubicBezTo>
                  <a:pt x="46524" y="16209"/>
                  <a:pt x="45207" y="16981"/>
                  <a:pt x="43949" y="17937"/>
                </a:cubicBezTo>
                <a:lnTo>
                  <a:pt x="43949" y="33861"/>
                </a:lnTo>
                <a:cubicBezTo>
                  <a:pt x="45291" y="34465"/>
                  <a:pt x="46444" y="34876"/>
                  <a:pt x="47408" y="35094"/>
                </a:cubicBezTo>
                <a:cubicBezTo>
                  <a:pt x="48373" y="35312"/>
                  <a:pt x="49467" y="35421"/>
                  <a:pt x="50691" y="35421"/>
                </a:cubicBezTo>
                <a:cubicBezTo>
                  <a:pt x="53324" y="35421"/>
                  <a:pt x="55379" y="34532"/>
                  <a:pt x="56855" y="32754"/>
                </a:cubicBezTo>
                <a:cubicBezTo>
                  <a:pt x="58331" y="30976"/>
                  <a:pt x="59068" y="28343"/>
                  <a:pt x="59068" y="24855"/>
                </a:cubicBezTo>
                <a:close/>
                <a:moveTo>
                  <a:pt x="76401" y="6340"/>
                </a:moveTo>
                <a:lnTo>
                  <a:pt x="71068" y="6340"/>
                </a:lnTo>
                <a:lnTo>
                  <a:pt x="71068" y="1409"/>
                </a:lnTo>
                <a:lnTo>
                  <a:pt x="76401" y="1409"/>
                </a:lnTo>
                <a:lnTo>
                  <a:pt x="76401" y="6340"/>
                </a:lnTo>
                <a:moveTo>
                  <a:pt x="76100" y="39144"/>
                </a:moveTo>
                <a:lnTo>
                  <a:pt x="71370" y="39144"/>
                </a:lnTo>
                <a:lnTo>
                  <a:pt x="71370" y="11019"/>
                </a:lnTo>
                <a:lnTo>
                  <a:pt x="76100" y="11019"/>
                </a:lnTo>
                <a:lnTo>
                  <a:pt x="76100" y="39144"/>
                </a:lnTo>
                <a:close/>
                <a:moveTo>
                  <a:pt x="107294" y="39144"/>
                </a:moveTo>
                <a:lnTo>
                  <a:pt x="102589" y="39144"/>
                </a:lnTo>
                <a:lnTo>
                  <a:pt x="102589" y="36171"/>
                </a:lnTo>
                <a:cubicBezTo>
                  <a:pt x="102170" y="36456"/>
                  <a:pt x="101604" y="36855"/>
                  <a:pt x="100891" y="37367"/>
                </a:cubicBezTo>
                <a:cubicBezTo>
                  <a:pt x="100178" y="37879"/>
                  <a:pt x="99487" y="38287"/>
                  <a:pt x="98816" y="38589"/>
                </a:cubicBezTo>
                <a:cubicBezTo>
                  <a:pt x="98028" y="38975"/>
                  <a:pt x="97122" y="39298"/>
                  <a:pt x="96099" y="39558"/>
                </a:cubicBezTo>
                <a:cubicBezTo>
                  <a:pt x="95076" y="39819"/>
                  <a:pt x="93877" y="39949"/>
                  <a:pt x="92501" y="39949"/>
                </a:cubicBezTo>
                <a:cubicBezTo>
                  <a:pt x="89969" y="39949"/>
                  <a:pt x="87822" y="39109"/>
                  <a:pt x="86061" y="37430"/>
                </a:cubicBezTo>
                <a:cubicBezTo>
                  <a:pt x="84300" y="35751"/>
                  <a:pt x="83420" y="33610"/>
                  <a:pt x="83420" y="31007"/>
                </a:cubicBezTo>
                <a:cubicBezTo>
                  <a:pt x="83420" y="28874"/>
                  <a:pt x="83877" y="27149"/>
                  <a:pt x="84791" y="25831"/>
                </a:cubicBezTo>
                <a:cubicBezTo>
                  <a:pt x="85705" y="24512"/>
                  <a:pt x="87009" y="23475"/>
                  <a:pt x="88703" y="22720"/>
                </a:cubicBezTo>
                <a:cubicBezTo>
                  <a:pt x="90413" y="21964"/>
                  <a:pt x="92468" y="21452"/>
                  <a:pt x="94866" y="21183"/>
                </a:cubicBezTo>
                <a:cubicBezTo>
                  <a:pt x="97264" y="20914"/>
                  <a:pt x="99839" y="20712"/>
                  <a:pt x="102589" y="20578"/>
                </a:cubicBezTo>
                <a:lnTo>
                  <a:pt x="102589" y="19842"/>
                </a:lnTo>
                <a:cubicBezTo>
                  <a:pt x="102589" y="18760"/>
                  <a:pt x="102401" y="17864"/>
                  <a:pt x="102023" y="17154"/>
                </a:cubicBezTo>
                <a:cubicBezTo>
                  <a:pt x="101646" y="16444"/>
                  <a:pt x="101105" y="15885"/>
                  <a:pt x="100401" y="15479"/>
                </a:cubicBezTo>
                <a:cubicBezTo>
                  <a:pt x="99730" y="15090"/>
                  <a:pt x="98925" y="14828"/>
                  <a:pt x="97986" y="14693"/>
                </a:cubicBezTo>
                <a:cubicBezTo>
                  <a:pt x="97046" y="14558"/>
                  <a:pt x="96065" y="14490"/>
                  <a:pt x="95042" y="14490"/>
                </a:cubicBezTo>
                <a:cubicBezTo>
                  <a:pt x="93801" y="14490"/>
                  <a:pt x="92418" y="14658"/>
                  <a:pt x="90891" y="14994"/>
                </a:cubicBezTo>
                <a:cubicBezTo>
                  <a:pt x="89365" y="15330"/>
                  <a:pt x="87789" y="15816"/>
                  <a:pt x="86162" y="16453"/>
                </a:cubicBezTo>
                <a:lnTo>
                  <a:pt x="85910" y="16453"/>
                </a:lnTo>
                <a:lnTo>
                  <a:pt x="85910" y="11648"/>
                </a:lnTo>
                <a:cubicBezTo>
                  <a:pt x="86833" y="11396"/>
                  <a:pt x="88166" y="11119"/>
                  <a:pt x="89910" y="10817"/>
                </a:cubicBezTo>
                <a:cubicBezTo>
                  <a:pt x="91655" y="10516"/>
                  <a:pt x="93374" y="10365"/>
                  <a:pt x="95067" y="10365"/>
                </a:cubicBezTo>
                <a:cubicBezTo>
                  <a:pt x="97046" y="10365"/>
                  <a:pt x="98770" y="10528"/>
                  <a:pt x="100237" y="10855"/>
                </a:cubicBezTo>
                <a:cubicBezTo>
                  <a:pt x="101705" y="11182"/>
                  <a:pt x="102975" y="11740"/>
                  <a:pt x="104048" y="12528"/>
                </a:cubicBezTo>
                <a:cubicBezTo>
                  <a:pt x="105105" y="13300"/>
                  <a:pt x="105910" y="14297"/>
                  <a:pt x="106463" y="15522"/>
                </a:cubicBezTo>
                <a:cubicBezTo>
                  <a:pt x="107017" y="16746"/>
                  <a:pt x="107294" y="18264"/>
                  <a:pt x="107294" y="20075"/>
                </a:cubicBezTo>
                <a:lnTo>
                  <a:pt x="107294" y="39144"/>
                </a:lnTo>
                <a:moveTo>
                  <a:pt x="102589" y="32261"/>
                </a:moveTo>
                <a:lnTo>
                  <a:pt x="102589" y="24402"/>
                </a:lnTo>
                <a:cubicBezTo>
                  <a:pt x="101147" y="24486"/>
                  <a:pt x="99449" y="24613"/>
                  <a:pt x="97495" y="24782"/>
                </a:cubicBezTo>
                <a:cubicBezTo>
                  <a:pt x="95541" y="24950"/>
                  <a:pt x="93994" y="25194"/>
                  <a:pt x="92854" y="25514"/>
                </a:cubicBezTo>
                <a:cubicBezTo>
                  <a:pt x="91495" y="25902"/>
                  <a:pt x="90397" y="26504"/>
                  <a:pt x="89558" y="27321"/>
                </a:cubicBezTo>
                <a:cubicBezTo>
                  <a:pt x="88720" y="28138"/>
                  <a:pt x="88300" y="29263"/>
                  <a:pt x="88300" y="30694"/>
                </a:cubicBezTo>
                <a:cubicBezTo>
                  <a:pt x="88300" y="32312"/>
                  <a:pt x="88787" y="33529"/>
                  <a:pt x="89759" y="34346"/>
                </a:cubicBezTo>
                <a:cubicBezTo>
                  <a:pt x="90732" y="35163"/>
                  <a:pt x="92216" y="35572"/>
                  <a:pt x="94212" y="35572"/>
                </a:cubicBezTo>
                <a:cubicBezTo>
                  <a:pt x="95872" y="35572"/>
                  <a:pt x="97390" y="35248"/>
                  <a:pt x="98765" y="34599"/>
                </a:cubicBezTo>
                <a:cubicBezTo>
                  <a:pt x="100141" y="33950"/>
                  <a:pt x="101415" y="33171"/>
                  <a:pt x="102589" y="32261"/>
                </a:cubicBezTo>
                <a:close/>
                <a:moveTo>
                  <a:pt x="121180" y="39144"/>
                </a:moveTo>
                <a:lnTo>
                  <a:pt x="116450" y="39144"/>
                </a:lnTo>
                <a:lnTo>
                  <a:pt x="116450" y="0"/>
                </a:lnTo>
                <a:lnTo>
                  <a:pt x="121180" y="0"/>
                </a:lnTo>
                <a:lnTo>
                  <a:pt x="121180" y="39144"/>
                </a:lnTo>
                <a:close/>
                <a:moveTo>
                  <a:pt x="154060" y="25559"/>
                </a:moveTo>
                <a:lnTo>
                  <a:pt x="133356" y="25559"/>
                </a:lnTo>
                <a:cubicBezTo>
                  <a:pt x="133356" y="27291"/>
                  <a:pt x="133616" y="28800"/>
                  <a:pt x="134136" y="30086"/>
                </a:cubicBezTo>
                <a:cubicBezTo>
                  <a:pt x="134656" y="31372"/>
                  <a:pt x="135369" y="32427"/>
                  <a:pt x="136274" y="33251"/>
                </a:cubicBezTo>
                <a:cubicBezTo>
                  <a:pt x="137146" y="34058"/>
                  <a:pt x="138182" y="34663"/>
                  <a:pt x="139381" y="35067"/>
                </a:cubicBezTo>
                <a:cubicBezTo>
                  <a:pt x="140580" y="35471"/>
                  <a:pt x="141901" y="35672"/>
                  <a:pt x="143343" y="35672"/>
                </a:cubicBezTo>
                <a:cubicBezTo>
                  <a:pt x="145255" y="35672"/>
                  <a:pt x="147180" y="35288"/>
                  <a:pt x="149117" y="34519"/>
                </a:cubicBezTo>
                <a:cubicBezTo>
                  <a:pt x="151054" y="33750"/>
                  <a:pt x="152433" y="32994"/>
                  <a:pt x="153255" y="32251"/>
                </a:cubicBezTo>
                <a:lnTo>
                  <a:pt x="153507" y="32251"/>
                </a:lnTo>
                <a:lnTo>
                  <a:pt x="153507" y="37425"/>
                </a:lnTo>
                <a:cubicBezTo>
                  <a:pt x="151913" y="38098"/>
                  <a:pt x="150287" y="38662"/>
                  <a:pt x="148626" y="39116"/>
                </a:cubicBezTo>
                <a:cubicBezTo>
                  <a:pt x="146966" y="39571"/>
                  <a:pt x="145222" y="39798"/>
                  <a:pt x="143394" y="39798"/>
                </a:cubicBezTo>
                <a:cubicBezTo>
                  <a:pt x="138731" y="39798"/>
                  <a:pt x="135092" y="38534"/>
                  <a:pt x="132476" y="36006"/>
                </a:cubicBezTo>
                <a:cubicBezTo>
                  <a:pt x="129859" y="33477"/>
                  <a:pt x="128551" y="29886"/>
                  <a:pt x="128551" y="25232"/>
                </a:cubicBezTo>
                <a:cubicBezTo>
                  <a:pt x="128551" y="20630"/>
                  <a:pt x="129805" y="16976"/>
                  <a:pt x="132312" y="14271"/>
                </a:cubicBezTo>
                <a:cubicBezTo>
                  <a:pt x="134819" y="11566"/>
                  <a:pt x="138119" y="10214"/>
                  <a:pt x="142211" y="10214"/>
                </a:cubicBezTo>
                <a:cubicBezTo>
                  <a:pt x="146002" y="10214"/>
                  <a:pt x="148924" y="11322"/>
                  <a:pt x="150979" y="13540"/>
                </a:cubicBezTo>
                <a:cubicBezTo>
                  <a:pt x="153033" y="15757"/>
                  <a:pt x="154060" y="18907"/>
                  <a:pt x="154060" y="22989"/>
                </a:cubicBezTo>
                <a:lnTo>
                  <a:pt x="154060" y="25559"/>
                </a:lnTo>
                <a:moveTo>
                  <a:pt x="149457" y="21937"/>
                </a:moveTo>
                <a:cubicBezTo>
                  <a:pt x="149440" y="19455"/>
                  <a:pt x="148815" y="17534"/>
                  <a:pt x="147582" y="16176"/>
                </a:cubicBezTo>
                <a:cubicBezTo>
                  <a:pt x="146350" y="14817"/>
                  <a:pt x="144475" y="14138"/>
                  <a:pt x="141960" y="14138"/>
                </a:cubicBezTo>
                <a:cubicBezTo>
                  <a:pt x="139427" y="14138"/>
                  <a:pt x="137411" y="14884"/>
                  <a:pt x="135910" y="16377"/>
                </a:cubicBezTo>
                <a:cubicBezTo>
                  <a:pt x="134409" y="17870"/>
                  <a:pt x="133557" y="19723"/>
                  <a:pt x="133356" y="21937"/>
                </a:cubicBezTo>
                <a:lnTo>
                  <a:pt x="149457" y="21937"/>
                </a:lnTo>
                <a:close/>
                <a:moveTo>
                  <a:pt x="181305" y="31026"/>
                </a:moveTo>
                <a:cubicBezTo>
                  <a:pt x="181305" y="33590"/>
                  <a:pt x="180244" y="35693"/>
                  <a:pt x="178122" y="37335"/>
                </a:cubicBezTo>
                <a:cubicBezTo>
                  <a:pt x="176001" y="38977"/>
                  <a:pt x="173104" y="39798"/>
                  <a:pt x="169431" y="39798"/>
                </a:cubicBezTo>
                <a:cubicBezTo>
                  <a:pt x="167351" y="39798"/>
                  <a:pt x="165443" y="39550"/>
                  <a:pt x="163708" y="39054"/>
                </a:cubicBezTo>
                <a:cubicBezTo>
                  <a:pt x="161972" y="38557"/>
                  <a:pt x="160517" y="38015"/>
                  <a:pt x="159343" y="37425"/>
                </a:cubicBezTo>
                <a:lnTo>
                  <a:pt x="159343" y="32100"/>
                </a:lnTo>
                <a:lnTo>
                  <a:pt x="159594" y="32100"/>
                </a:lnTo>
                <a:cubicBezTo>
                  <a:pt x="161087" y="33239"/>
                  <a:pt x="162747" y="34144"/>
                  <a:pt x="164575" y="34816"/>
                </a:cubicBezTo>
                <a:cubicBezTo>
                  <a:pt x="166403" y="35488"/>
                  <a:pt x="168156" y="35823"/>
                  <a:pt x="169833" y="35823"/>
                </a:cubicBezTo>
                <a:cubicBezTo>
                  <a:pt x="171913" y="35823"/>
                  <a:pt x="173540" y="35487"/>
                  <a:pt x="174714" y="34813"/>
                </a:cubicBezTo>
                <a:cubicBezTo>
                  <a:pt x="175888" y="34139"/>
                  <a:pt x="176475" y="33078"/>
                  <a:pt x="176475" y="31629"/>
                </a:cubicBezTo>
                <a:cubicBezTo>
                  <a:pt x="176475" y="30523"/>
                  <a:pt x="176156" y="29686"/>
                  <a:pt x="175519" y="29116"/>
                </a:cubicBezTo>
                <a:cubicBezTo>
                  <a:pt x="174881" y="28546"/>
                  <a:pt x="173657" y="28060"/>
                  <a:pt x="171846" y="27658"/>
                </a:cubicBezTo>
                <a:cubicBezTo>
                  <a:pt x="171175" y="27507"/>
                  <a:pt x="170299" y="27331"/>
                  <a:pt x="169217" y="27130"/>
                </a:cubicBezTo>
                <a:cubicBezTo>
                  <a:pt x="168135" y="26929"/>
                  <a:pt x="167150" y="26711"/>
                  <a:pt x="166261" y="26477"/>
                </a:cubicBezTo>
                <a:cubicBezTo>
                  <a:pt x="163796" y="25823"/>
                  <a:pt x="162047" y="24864"/>
                  <a:pt x="161016" y="23599"/>
                </a:cubicBezTo>
                <a:cubicBezTo>
                  <a:pt x="159984" y="22333"/>
                  <a:pt x="159469" y="20779"/>
                  <a:pt x="159469" y="18936"/>
                </a:cubicBezTo>
                <a:cubicBezTo>
                  <a:pt x="159469" y="17780"/>
                  <a:pt x="159708" y="16691"/>
                  <a:pt x="160186" y="15669"/>
                </a:cubicBezTo>
                <a:cubicBezTo>
                  <a:pt x="160664" y="14646"/>
                  <a:pt x="161389" y="13733"/>
                  <a:pt x="162362" y="12928"/>
                </a:cubicBezTo>
                <a:cubicBezTo>
                  <a:pt x="163301" y="12141"/>
                  <a:pt x="164496" y="11517"/>
                  <a:pt x="165946" y="11056"/>
                </a:cubicBezTo>
                <a:cubicBezTo>
                  <a:pt x="167397" y="10595"/>
                  <a:pt x="169020" y="10365"/>
                  <a:pt x="170814" y="10365"/>
                </a:cubicBezTo>
                <a:cubicBezTo>
                  <a:pt x="172491" y="10365"/>
                  <a:pt x="174190" y="10569"/>
                  <a:pt x="175909" y="10979"/>
                </a:cubicBezTo>
                <a:cubicBezTo>
                  <a:pt x="177628" y="11388"/>
                  <a:pt x="179057" y="11885"/>
                  <a:pt x="180198" y="12471"/>
                </a:cubicBezTo>
                <a:lnTo>
                  <a:pt x="180198" y="17509"/>
                </a:lnTo>
                <a:lnTo>
                  <a:pt x="179946" y="17509"/>
                </a:lnTo>
                <a:cubicBezTo>
                  <a:pt x="178739" y="16620"/>
                  <a:pt x="177271" y="15870"/>
                  <a:pt x="175544" y="15258"/>
                </a:cubicBezTo>
                <a:cubicBezTo>
                  <a:pt x="173816" y="14645"/>
                  <a:pt x="172122" y="14339"/>
                  <a:pt x="170462" y="14339"/>
                </a:cubicBezTo>
                <a:cubicBezTo>
                  <a:pt x="168735" y="14339"/>
                  <a:pt x="167276" y="14672"/>
                  <a:pt x="166085" y="15338"/>
                </a:cubicBezTo>
                <a:cubicBezTo>
                  <a:pt x="164894" y="16003"/>
                  <a:pt x="164299" y="16993"/>
                  <a:pt x="164299" y="18307"/>
                </a:cubicBezTo>
                <a:cubicBezTo>
                  <a:pt x="164299" y="19463"/>
                  <a:pt x="164659" y="20335"/>
                  <a:pt x="165380" y="20921"/>
                </a:cubicBezTo>
                <a:cubicBezTo>
                  <a:pt x="166085" y="21507"/>
                  <a:pt x="167225" y="21985"/>
                  <a:pt x="168802" y="22354"/>
                </a:cubicBezTo>
                <a:cubicBezTo>
                  <a:pt x="169674" y="22555"/>
                  <a:pt x="170651" y="22757"/>
                  <a:pt x="171733" y="22958"/>
                </a:cubicBezTo>
                <a:cubicBezTo>
                  <a:pt x="172814" y="23159"/>
                  <a:pt x="173716" y="23343"/>
                  <a:pt x="174437" y="23511"/>
                </a:cubicBezTo>
                <a:cubicBezTo>
                  <a:pt x="176634" y="24013"/>
                  <a:pt x="178328" y="24876"/>
                  <a:pt x="179519" y="26099"/>
                </a:cubicBezTo>
                <a:cubicBezTo>
                  <a:pt x="180709" y="27339"/>
                  <a:pt x="181305" y="28982"/>
                  <a:pt x="181305" y="31026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427AF-5003-4E0E-A6EC-6DF133145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674" y="1918737"/>
            <a:ext cx="297214" cy="255218"/>
          </a:xfrm>
          <a:custGeom xmlns:a="http://schemas.openxmlformats.org/drawingml/2006/main">
            <a:pathLst>
              <a:path w="297214" h="255218">
                <a:moveTo>
                  <a:pt x="0" y="0"/>
                </a:moveTo>
                <a:lnTo>
                  <a:pt x="297214" y="0"/>
                </a:lnTo>
                <a:lnTo>
                  <a:pt x="297214" y="255218"/>
                </a:lnTo>
                <a:lnTo>
                  <a:pt x="0" y="2552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FFE5D96-46AC-434A-9939-134D674B9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675" y="1918740"/>
            <a:ext cx="297215" cy="255216"/>
          </a:xfrm>
          <a:custGeom xmlns:a="http://schemas.openxmlformats.org/drawingml/2006/main">
            <a:pathLst>
              <a:path w="297215" h="255216" fill="none">
                <a:moveTo>
                  <a:pt x="0" y="0"/>
                </a:moveTo>
                <a:lnTo>
                  <a:pt x="297215" y="0"/>
                </a:lnTo>
                <a:lnTo>
                  <a:pt x="297215" y="255216"/>
                </a:lnTo>
                <a:lnTo>
                  <a:pt x="0" y="255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08" name="Text Sapindales">
            <a:extLst xmlns:a="http://schemas.openxmlformats.org/drawingml/2006/main">
              <a:ext uri="{FF2B5EF4-FFF2-40B4-BE49-F238E27FC236}">
                <a16:creationId xmlns:a16="http://schemas.microsoft.com/office/drawing/2014/main" id="{345354A5-50AE-456C-8131-7983EB81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121" y="1948438"/>
            <a:ext cx="158872" cy="28682"/>
          </a:xfrm>
          <a:custGeom xmlns:a="http://schemas.openxmlformats.org/drawingml/2006/main">
            <a:pathLst>
              <a:path w="158872" h="28682">
                <a:moveTo>
                  <a:pt x="16731" y="16494"/>
                </a:moveTo>
                <a:cubicBezTo>
                  <a:pt x="16731" y="17340"/>
                  <a:pt x="16534" y="18176"/>
                  <a:pt x="16141" y="19002"/>
                </a:cubicBezTo>
                <a:cubicBezTo>
                  <a:pt x="15747" y="19829"/>
                  <a:pt x="15196" y="20528"/>
                  <a:pt x="14487" y="21102"/>
                </a:cubicBezTo>
                <a:cubicBezTo>
                  <a:pt x="13709" y="21724"/>
                  <a:pt x="12803" y="22211"/>
                  <a:pt x="11769" y="22561"/>
                </a:cubicBezTo>
                <a:cubicBezTo>
                  <a:pt x="10734" y="22910"/>
                  <a:pt x="9488" y="23085"/>
                  <a:pt x="8030" y="23085"/>
                </a:cubicBezTo>
                <a:cubicBezTo>
                  <a:pt x="6466" y="23085"/>
                  <a:pt x="5060" y="22939"/>
                  <a:pt x="3811" y="22647"/>
                </a:cubicBezTo>
                <a:cubicBezTo>
                  <a:pt x="2563" y="22355"/>
                  <a:pt x="1292" y="21921"/>
                  <a:pt x="0" y="21347"/>
                </a:cubicBezTo>
                <a:lnTo>
                  <a:pt x="0" y="17722"/>
                </a:lnTo>
                <a:lnTo>
                  <a:pt x="204" y="17722"/>
                </a:lnTo>
                <a:cubicBezTo>
                  <a:pt x="1302" y="18635"/>
                  <a:pt x="2570" y="19340"/>
                  <a:pt x="4008" y="19835"/>
                </a:cubicBezTo>
                <a:cubicBezTo>
                  <a:pt x="5446" y="20331"/>
                  <a:pt x="6796" y="20579"/>
                  <a:pt x="8059" y="20579"/>
                </a:cubicBezTo>
                <a:cubicBezTo>
                  <a:pt x="9847" y="20579"/>
                  <a:pt x="11239" y="20244"/>
                  <a:pt x="12235" y="19576"/>
                </a:cubicBezTo>
                <a:cubicBezTo>
                  <a:pt x="13231" y="18908"/>
                  <a:pt x="13729" y="18016"/>
                  <a:pt x="13729" y="16902"/>
                </a:cubicBezTo>
                <a:cubicBezTo>
                  <a:pt x="13729" y="15939"/>
                  <a:pt x="13493" y="15230"/>
                  <a:pt x="13022" y="14773"/>
                </a:cubicBezTo>
                <a:cubicBezTo>
                  <a:pt x="12551" y="14316"/>
                  <a:pt x="11834" y="13961"/>
                  <a:pt x="10872" y="13708"/>
                </a:cubicBezTo>
                <a:cubicBezTo>
                  <a:pt x="10144" y="13514"/>
                  <a:pt x="9354" y="13353"/>
                  <a:pt x="8504" y="13227"/>
                </a:cubicBezTo>
                <a:cubicBezTo>
                  <a:pt x="7654" y="13101"/>
                  <a:pt x="6753" y="12940"/>
                  <a:pt x="5800" y="12746"/>
                </a:cubicBezTo>
                <a:cubicBezTo>
                  <a:pt x="3877" y="12337"/>
                  <a:pt x="2451" y="11640"/>
                  <a:pt x="1523" y="10653"/>
                </a:cubicBezTo>
                <a:cubicBezTo>
                  <a:pt x="595" y="9666"/>
                  <a:pt x="131" y="8380"/>
                  <a:pt x="131" y="6796"/>
                </a:cubicBezTo>
                <a:cubicBezTo>
                  <a:pt x="131" y="4978"/>
                  <a:pt x="899" y="3488"/>
                  <a:pt x="2434" y="2326"/>
                </a:cubicBezTo>
                <a:cubicBezTo>
                  <a:pt x="3969" y="1164"/>
                  <a:pt x="5917" y="583"/>
                  <a:pt x="8278" y="583"/>
                </a:cubicBezTo>
                <a:cubicBezTo>
                  <a:pt x="9804" y="583"/>
                  <a:pt x="11203" y="729"/>
                  <a:pt x="12475" y="1020"/>
                </a:cubicBezTo>
                <a:cubicBezTo>
                  <a:pt x="13748" y="1312"/>
                  <a:pt x="14875" y="1671"/>
                  <a:pt x="15857" y="2099"/>
                </a:cubicBezTo>
                <a:lnTo>
                  <a:pt x="15857" y="5509"/>
                </a:lnTo>
                <a:lnTo>
                  <a:pt x="15653" y="5509"/>
                </a:lnTo>
                <a:cubicBezTo>
                  <a:pt x="14827" y="4814"/>
                  <a:pt x="13741" y="4237"/>
                  <a:pt x="12395" y="3778"/>
                </a:cubicBezTo>
                <a:cubicBezTo>
                  <a:pt x="11050" y="3319"/>
                  <a:pt x="9672" y="3090"/>
                  <a:pt x="8264" y="3090"/>
                </a:cubicBezTo>
                <a:cubicBezTo>
                  <a:pt x="6719" y="3090"/>
                  <a:pt x="5477" y="3409"/>
                  <a:pt x="4540" y="4049"/>
                </a:cubicBezTo>
                <a:cubicBezTo>
                  <a:pt x="3602" y="4688"/>
                  <a:pt x="3133" y="5511"/>
                  <a:pt x="3133" y="6518"/>
                </a:cubicBezTo>
                <a:cubicBezTo>
                  <a:pt x="3133" y="7422"/>
                  <a:pt x="3367" y="8132"/>
                  <a:pt x="3833" y="8647"/>
                </a:cubicBezTo>
                <a:cubicBezTo>
                  <a:pt x="4299" y="9163"/>
                  <a:pt x="5120" y="9557"/>
                  <a:pt x="6296" y="9829"/>
                </a:cubicBezTo>
                <a:cubicBezTo>
                  <a:pt x="6918" y="9965"/>
                  <a:pt x="7802" y="10130"/>
                  <a:pt x="8948" y="10325"/>
                </a:cubicBezTo>
                <a:cubicBezTo>
                  <a:pt x="10095" y="10519"/>
                  <a:pt x="11067" y="10718"/>
                  <a:pt x="11863" y="10923"/>
                </a:cubicBezTo>
                <a:cubicBezTo>
                  <a:pt x="13476" y="11351"/>
                  <a:pt x="14691" y="11997"/>
                  <a:pt x="15507" y="12863"/>
                </a:cubicBezTo>
                <a:cubicBezTo>
                  <a:pt x="16323" y="13728"/>
                  <a:pt x="16731" y="14938"/>
                  <a:pt x="16731" y="16494"/>
                </a:cubicBezTo>
                <a:close/>
                <a:moveTo>
                  <a:pt x="33798" y="22677"/>
                </a:moveTo>
                <a:lnTo>
                  <a:pt x="31072" y="22677"/>
                </a:lnTo>
                <a:lnTo>
                  <a:pt x="31072" y="20955"/>
                </a:lnTo>
                <a:cubicBezTo>
                  <a:pt x="30829" y="21120"/>
                  <a:pt x="30501" y="21351"/>
                  <a:pt x="30088" y="21648"/>
                </a:cubicBezTo>
                <a:cubicBezTo>
                  <a:pt x="29676" y="21945"/>
                  <a:pt x="29275" y="22181"/>
                  <a:pt x="28886" y="22356"/>
                </a:cubicBezTo>
                <a:cubicBezTo>
                  <a:pt x="28429" y="22580"/>
                  <a:pt x="27905" y="22767"/>
                  <a:pt x="27312" y="22917"/>
                </a:cubicBezTo>
                <a:cubicBezTo>
                  <a:pt x="26719" y="23068"/>
                  <a:pt x="26025" y="23144"/>
                  <a:pt x="25228" y="23144"/>
                </a:cubicBezTo>
                <a:cubicBezTo>
                  <a:pt x="23761" y="23144"/>
                  <a:pt x="22517" y="22657"/>
                  <a:pt x="21497" y="21684"/>
                </a:cubicBezTo>
                <a:cubicBezTo>
                  <a:pt x="20477" y="20712"/>
                  <a:pt x="19967" y="19471"/>
                  <a:pt x="19967" y="17963"/>
                </a:cubicBezTo>
                <a:cubicBezTo>
                  <a:pt x="19967" y="16728"/>
                  <a:pt x="20232" y="15728"/>
                  <a:pt x="20761" y="14964"/>
                </a:cubicBezTo>
                <a:cubicBezTo>
                  <a:pt x="21291" y="14200"/>
                  <a:pt x="22046" y="13600"/>
                  <a:pt x="23027" y="13162"/>
                </a:cubicBezTo>
                <a:cubicBezTo>
                  <a:pt x="24018" y="12724"/>
                  <a:pt x="25209" y="12428"/>
                  <a:pt x="26598" y="12272"/>
                </a:cubicBezTo>
                <a:cubicBezTo>
                  <a:pt x="27987" y="12116"/>
                  <a:pt x="29479" y="11999"/>
                  <a:pt x="31072" y="11922"/>
                </a:cubicBezTo>
                <a:lnTo>
                  <a:pt x="31072" y="11495"/>
                </a:lnTo>
                <a:cubicBezTo>
                  <a:pt x="31072" y="10868"/>
                  <a:pt x="30963" y="10349"/>
                  <a:pt x="30744" y="9938"/>
                </a:cubicBezTo>
                <a:cubicBezTo>
                  <a:pt x="30526" y="9526"/>
                  <a:pt x="30212" y="9203"/>
                  <a:pt x="29804" y="8968"/>
                </a:cubicBezTo>
                <a:cubicBezTo>
                  <a:pt x="29416" y="8742"/>
                  <a:pt x="28949" y="8591"/>
                  <a:pt x="28405" y="8512"/>
                </a:cubicBezTo>
                <a:cubicBezTo>
                  <a:pt x="27861" y="8434"/>
                  <a:pt x="27293" y="8395"/>
                  <a:pt x="26700" y="8395"/>
                </a:cubicBezTo>
                <a:cubicBezTo>
                  <a:pt x="25981" y="8395"/>
                  <a:pt x="25179" y="8492"/>
                  <a:pt x="24295" y="8687"/>
                </a:cubicBezTo>
                <a:cubicBezTo>
                  <a:pt x="23411" y="8881"/>
                  <a:pt x="22498" y="9163"/>
                  <a:pt x="21555" y="9531"/>
                </a:cubicBezTo>
                <a:lnTo>
                  <a:pt x="21410" y="9531"/>
                </a:lnTo>
                <a:lnTo>
                  <a:pt x="21410" y="6748"/>
                </a:lnTo>
                <a:cubicBezTo>
                  <a:pt x="21944" y="6602"/>
                  <a:pt x="22716" y="6442"/>
                  <a:pt x="23727" y="6267"/>
                </a:cubicBezTo>
                <a:cubicBezTo>
                  <a:pt x="24737" y="6092"/>
                  <a:pt x="25733" y="6005"/>
                  <a:pt x="26715" y="6005"/>
                </a:cubicBezTo>
                <a:cubicBezTo>
                  <a:pt x="27861" y="6005"/>
                  <a:pt x="28859" y="6099"/>
                  <a:pt x="29710" y="6289"/>
                </a:cubicBezTo>
                <a:cubicBezTo>
                  <a:pt x="30560" y="6478"/>
                  <a:pt x="31296" y="6801"/>
                  <a:pt x="31918" y="7258"/>
                </a:cubicBezTo>
                <a:cubicBezTo>
                  <a:pt x="32530" y="7705"/>
                  <a:pt x="32996" y="8283"/>
                  <a:pt x="33317" y="8992"/>
                </a:cubicBezTo>
                <a:cubicBezTo>
                  <a:pt x="33637" y="9701"/>
                  <a:pt x="33798" y="10581"/>
                  <a:pt x="33798" y="11630"/>
                </a:cubicBezTo>
                <a:lnTo>
                  <a:pt x="33798" y="22677"/>
                </a:lnTo>
                <a:moveTo>
                  <a:pt x="31072" y="18690"/>
                </a:moveTo>
                <a:lnTo>
                  <a:pt x="31072" y="14137"/>
                </a:lnTo>
                <a:cubicBezTo>
                  <a:pt x="30237" y="14186"/>
                  <a:pt x="29253" y="14259"/>
                  <a:pt x="28121" y="14357"/>
                </a:cubicBezTo>
                <a:cubicBezTo>
                  <a:pt x="26989" y="14454"/>
                  <a:pt x="26093" y="14596"/>
                  <a:pt x="25432" y="14781"/>
                </a:cubicBezTo>
                <a:cubicBezTo>
                  <a:pt x="24645" y="15006"/>
                  <a:pt x="24009" y="15355"/>
                  <a:pt x="23523" y="15828"/>
                </a:cubicBezTo>
                <a:cubicBezTo>
                  <a:pt x="23037" y="16301"/>
                  <a:pt x="22794" y="16953"/>
                  <a:pt x="22794" y="17782"/>
                </a:cubicBezTo>
                <a:cubicBezTo>
                  <a:pt x="22794" y="18719"/>
                  <a:pt x="23076" y="19424"/>
                  <a:pt x="23639" y="19898"/>
                </a:cubicBezTo>
                <a:cubicBezTo>
                  <a:pt x="24203" y="20371"/>
                  <a:pt x="25063" y="20608"/>
                  <a:pt x="26219" y="20608"/>
                </a:cubicBezTo>
                <a:cubicBezTo>
                  <a:pt x="27181" y="20608"/>
                  <a:pt x="28060" y="20420"/>
                  <a:pt x="28857" y="20044"/>
                </a:cubicBezTo>
                <a:cubicBezTo>
                  <a:pt x="29654" y="19669"/>
                  <a:pt x="30392" y="19217"/>
                  <a:pt x="31072" y="18690"/>
                </a:cubicBezTo>
                <a:close/>
                <a:moveTo>
                  <a:pt x="53399" y="14326"/>
                </a:moveTo>
                <a:cubicBezTo>
                  <a:pt x="53399" y="15650"/>
                  <a:pt x="53210" y="16859"/>
                  <a:pt x="52831" y="17954"/>
                </a:cubicBezTo>
                <a:cubicBezTo>
                  <a:pt x="52452" y="19049"/>
                  <a:pt x="51918" y="19976"/>
                  <a:pt x="51228" y="20735"/>
                </a:cubicBezTo>
                <a:cubicBezTo>
                  <a:pt x="50586" y="21456"/>
                  <a:pt x="49831" y="22013"/>
                  <a:pt x="48961" y="22407"/>
                </a:cubicBezTo>
                <a:cubicBezTo>
                  <a:pt x="48092" y="22801"/>
                  <a:pt x="47171" y="22998"/>
                  <a:pt x="46200" y="22998"/>
                </a:cubicBezTo>
                <a:cubicBezTo>
                  <a:pt x="45354" y="22998"/>
                  <a:pt x="44589" y="22905"/>
                  <a:pt x="43904" y="22721"/>
                </a:cubicBezTo>
                <a:cubicBezTo>
                  <a:pt x="43219" y="22536"/>
                  <a:pt x="42522" y="22249"/>
                  <a:pt x="41813" y="21859"/>
                </a:cubicBezTo>
                <a:lnTo>
                  <a:pt x="41813" y="28682"/>
                </a:lnTo>
                <a:lnTo>
                  <a:pt x="39073" y="28682"/>
                </a:lnTo>
                <a:lnTo>
                  <a:pt x="39073" y="6383"/>
                </a:lnTo>
                <a:lnTo>
                  <a:pt x="41813" y="6383"/>
                </a:lnTo>
                <a:lnTo>
                  <a:pt x="41813" y="8078"/>
                </a:lnTo>
                <a:cubicBezTo>
                  <a:pt x="42542" y="7465"/>
                  <a:pt x="43360" y="6951"/>
                  <a:pt x="44269" y="6538"/>
                </a:cubicBezTo>
                <a:cubicBezTo>
                  <a:pt x="45177" y="6124"/>
                  <a:pt x="46146" y="5917"/>
                  <a:pt x="47176" y="5917"/>
                </a:cubicBezTo>
                <a:cubicBezTo>
                  <a:pt x="49139" y="5917"/>
                  <a:pt x="50667" y="6659"/>
                  <a:pt x="51760" y="8144"/>
                </a:cubicBezTo>
                <a:cubicBezTo>
                  <a:pt x="52853" y="9628"/>
                  <a:pt x="53399" y="11689"/>
                  <a:pt x="53399" y="14326"/>
                </a:cubicBezTo>
                <a:moveTo>
                  <a:pt x="50572" y="14399"/>
                </a:moveTo>
                <a:cubicBezTo>
                  <a:pt x="50572" y="12437"/>
                  <a:pt x="50237" y="10969"/>
                  <a:pt x="49566" y="9998"/>
                </a:cubicBezTo>
                <a:cubicBezTo>
                  <a:pt x="48896" y="9026"/>
                  <a:pt x="47866" y="8540"/>
                  <a:pt x="46477" y="8540"/>
                </a:cubicBezTo>
                <a:cubicBezTo>
                  <a:pt x="45690" y="8540"/>
                  <a:pt x="44898" y="8710"/>
                  <a:pt x="44101" y="9051"/>
                </a:cubicBezTo>
                <a:cubicBezTo>
                  <a:pt x="43304" y="9391"/>
                  <a:pt x="42542" y="9838"/>
                  <a:pt x="41813" y="10391"/>
                </a:cubicBezTo>
                <a:lnTo>
                  <a:pt x="41813" y="19617"/>
                </a:lnTo>
                <a:cubicBezTo>
                  <a:pt x="42590" y="19967"/>
                  <a:pt x="43258" y="20205"/>
                  <a:pt x="43817" y="20331"/>
                </a:cubicBezTo>
                <a:cubicBezTo>
                  <a:pt x="44375" y="20457"/>
                  <a:pt x="45009" y="20520"/>
                  <a:pt x="45719" y="20520"/>
                </a:cubicBezTo>
                <a:cubicBezTo>
                  <a:pt x="47244" y="20520"/>
                  <a:pt x="48434" y="20005"/>
                  <a:pt x="49289" y="18975"/>
                </a:cubicBezTo>
                <a:cubicBezTo>
                  <a:pt x="50144" y="17946"/>
                  <a:pt x="50572" y="16420"/>
                  <a:pt x="50572" y="14399"/>
                </a:cubicBezTo>
                <a:close/>
                <a:moveTo>
                  <a:pt x="60614" y="3673"/>
                </a:moveTo>
                <a:lnTo>
                  <a:pt x="57524" y="3673"/>
                </a:lnTo>
                <a:lnTo>
                  <a:pt x="57524" y="816"/>
                </a:lnTo>
                <a:lnTo>
                  <a:pt x="60614" y="816"/>
                </a:lnTo>
                <a:lnTo>
                  <a:pt x="60614" y="3673"/>
                </a:lnTo>
                <a:moveTo>
                  <a:pt x="60439" y="22677"/>
                </a:moveTo>
                <a:lnTo>
                  <a:pt x="57699" y="22677"/>
                </a:lnTo>
                <a:lnTo>
                  <a:pt x="57699" y="6383"/>
                </a:lnTo>
                <a:lnTo>
                  <a:pt x="60439" y="6383"/>
                </a:lnTo>
                <a:lnTo>
                  <a:pt x="60439" y="22677"/>
                </a:lnTo>
                <a:close/>
                <a:moveTo>
                  <a:pt x="79472" y="22677"/>
                </a:moveTo>
                <a:lnTo>
                  <a:pt x="76732" y="22677"/>
                </a:lnTo>
                <a:lnTo>
                  <a:pt x="76732" y="13399"/>
                </a:lnTo>
                <a:cubicBezTo>
                  <a:pt x="76732" y="12650"/>
                  <a:pt x="76689" y="11947"/>
                  <a:pt x="76601" y="11290"/>
                </a:cubicBezTo>
                <a:cubicBezTo>
                  <a:pt x="76514" y="10634"/>
                  <a:pt x="76353" y="10121"/>
                  <a:pt x="76120" y="9751"/>
                </a:cubicBezTo>
                <a:cubicBezTo>
                  <a:pt x="75877" y="9343"/>
                  <a:pt x="75527" y="9039"/>
                  <a:pt x="75071" y="8840"/>
                </a:cubicBezTo>
                <a:cubicBezTo>
                  <a:pt x="74614" y="8640"/>
                  <a:pt x="74021" y="8540"/>
                  <a:pt x="73293" y="8540"/>
                </a:cubicBezTo>
                <a:cubicBezTo>
                  <a:pt x="72545" y="8540"/>
                  <a:pt x="71763" y="8725"/>
                  <a:pt x="70946" y="9095"/>
                </a:cubicBezTo>
                <a:cubicBezTo>
                  <a:pt x="70130" y="9465"/>
                  <a:pt x="69348" y="9936"/>
                  <a:pt x="68600" y="10510"/>
                </a:cubicBezTo>
                <a:lnTo>
                  <a:pt x="68600" y="22677"/>
                </a:lnTo>
                <a:lnTo>
                  <a:pt x="65860" y="22677"/>
                </a:lnTo>
                <a:lnTo>
                  <a:pt x="65860" y="6383"/>
                </a:lnTo>
                <a:lnTo>
                  <a:pt x="68600" y="6383"/>
                </a:lnTo>
                <a:lnTo>
                  <a:pt x="68600" y="8180"/>
                </a:lnTo>
                <a:cubicBezTo>
                  <a:pt x="69455" y="7470"/>
                  <a:pt x="70339" y="6915"/>
                  <a:pt x="71252" y="6516"/>
                </a:cubicBezTo>
                <a:cubicBezTo>
                  <a:pt x="72166" y="6117"/>
                  <a:pt x="73103" y="5917"/>
                  <a:pt x="74065" y="5917"/>
                </a:cubicBezTo>
                <a:cubicBezTo>
                  <a:pt x="75824" y="5917"/>
                  <a:pt x="77165" y="6448"/>
                  <a:pt x="78088" y="7508"/>
                </a:cubicBezTo>
                <a:cubicBezTo>
                  <a:pt x="79011" y="8569"/>
                  <a:pt x="79472" y="10097"/>
                  <a:pt x="79472" y="12093"/>
                </a:cubicBezTo>
                <a:lnTo>
                  <a:pt x="79472" y="22677"/>
                </a:lnTo>
                <a:close/>
                <a:moveTo>
                  <a:pt x="97952" y="22677"/>
                </a:moveTo>
                <a:lnTo>
                  <a:pt x="95212" y="22677"/>
                </a:lnTo>
                <a:lnTo>
                  <a:pt x="95212" y="20981"/>
                </a:lnTo>
                <a:cubicBezTo>
                  <a:pt x="94425" y="21663"/>
                  <a:pt x="93604" y="22194"/>
                  <a:pt x="92749" y="22574"/>
                </a:cubicBezTo>
                <a:cubicBezTo>
                  <a:pt x="91894" y="22954"/>
                  <a:pt x="90966" y="23144"/>
                  <a:pt x="89966" y="23144"/>
                </a:cubicBezTo>
                <a:cubicBezTo>
                  <a:pt x="88022" y="23144"/>
                  <a:pt x="86480" y="22394"/>
                  <a:pt x="85338" y="20894"/>
                </a:cubicBezTo>
                <a:cubicBezTo>
                  <a:pt x="84197" y="19394"/>
                  <a:pt x="83626" y="17314"/>
                  <a:pt x="83626" y="14655"/>
                </a:cubicBezTo>
                <a:cubicBezTo>
                  <a:pt x="83626" y="13271"/>
                  <a:pt x="83823" y="12039"/>
                  <a:pt x="84216" y="10958"/>
                </a:cubicBezTo>
                <a:cubicBezTo>
                  <a:pt x="84610" y="9877"/>
                  <a:pt x="85142" y="8956"/>
                  <a:pt x="85812" y="8197"/>
                </a:cubicBezTo>
                <a:cubicBezTo>
                  <a:pt x="86473" y="7456"/>
                  <a:pt x="87243" y="6891"/>
                  <a:pt x="88122" y="6502"/>
                </a:cubicBezTo>
                <a:cubicBezTo>
                  <a:pt x="89001" y="6112"/>
                  <a:pt x="89912" y="5917"/>
                  <a:pt x="90855" y="5917"/>
                </a:cubicBezTo>
                <a:cubicBezTo>
                  <a:pt x="91710" y="5917"/>
                  <a:pt x="92467" y="6007"/>
                  <a:pt x="93128" y="6188"/>
                </a:cubicBezTo>
                <a:cubicBezTo>
                  <a:pt x="93789" y="6368"/>
                  <a:pt x="94484" y="6648"/>
                  <a:pt x="95212" y="7027"/>
                </a:cubicBezTo>
                <a:lnTo>
                  <a:pt x="95212" y="0"/>
                </a:lnTo>
                <a:lnTo>
                  <a:pt x="97952" y="0"/>
                </a:lnTo>
                <a:lnTo>
                  <a:pt x="97952" y="22677"/>
                </a:lnTo>
                <a:moveTo>
                  <a:pt x="95212" y="18669"/>
                </a:moveTo>
                <a:lnTo>
                  <a:pt x="95212" y="9327"/>
                </a:lnTo>
                <a:cubicBezTo>
                  <a:pt x="94474" y="8997"/>
                  <a:pt x="93813" y="8769"/>
                  <a:pt x="93230" y="8642"/>
                </a:cubicBezTo>
                <a:cubicBezTo>
                  <a:pt x="92647" y="8516"/>
                  <a:pt x="92011" y="8453"/>
                  <a:pt x="91321" y="8453"/>
                </a:cubicBezTo>
                <a:cubicBezTo>
                  <a:pt x="89786" y="8453"/>
                  <a:pt x="88591" y="8987"/>
                  <a:pt x="87736" y="10056"/>
                </a:cubicBezTo>
                <a:cubicBezTo>
                  <a:pt x="86881" y="11125"/>
                  <a:pt x="86453" y="12641"/>
                  <a:pt x="86453" y="14603"/>
                </a:cubicBezTo>
                <a:cubicBezTo>
                  <a:pt x="86453" y="16537"/>
                  <a:pt x="86784" y="18006"/>
                  <a:pt x="87444" y="19012"/>
                </a:cubicBezTo>
                <a:cubicBezTo>
                  <a:pt x="88105" y="20018"/>
                  <a:pt x="89164" y="20520"/>
                  <a:pt x="90621" y="20520"/>
                </a:cubicBezTo>
                <a:cubicBezTo>
                  <a:pt x="91399" y="20520"/>
                  <a:pt x="92186" y="20348"/>
                  <a:pt x="92982" y="20003"/>
                </a:cubicBezTo>
                <a:cubicBezTo>
                  <a:pt x="93779" y="19658"/>
                  <a:pt x="94522" y="19214"/>
                  <a:pt x="95212" y="18669"/>
                </a:cubicBezTo>
                <a:close/>
                <a:moveTo>
                  <a:pt x="115995" y="22677"/>
                </a:moveTo>
                <a:lnTo>
                  <a:pt x="113270" y="22677"/>
                </a:lnTo>
                <a:lnTo>
                  <a:pt x="113270" y="20955"/>
                </a:lnTo>
                <a:cubicBezTo>
                  <a:pt x="113027" y="21120"/>
                  <a:pt x="112699" y="21351"/>
                  <a:pt x="112286" y="21648"/>
                </a:cubicBezTo>
                <a:cubicBezTo>
                  <a:pt x="111873" y="21945"/>
                  <a:pt x="111472" y="22181"/>
                  <a:pt x="111084" y="22356"/>
                </a:cubicBezTo>
                <a:cubicBezTo>
                  <a:pt x="110627" y="22580"/>
                  <a:pt x="110102" y="22767"/>
                  <a:pt x="109510" y="22917"/>
                </a:cubicBezTo>
                <a:cubicBezTo>
                  <a:pt x="108917" y="23068"/>
                  <a:pt x="108222" y="23144"/>
                  <a:pt x="107425" y="23144"/>
                </a:cubicBezTo>
                <a:cubicBezTo>
                  <a:pt x="105958" y="23144"/>
                  <a:pt x="104715" y="22657"/>
                  <a:pt x="103694" y="21684"/>
                </a:cubicBezTo>
                <a:cubicBezTo>
                  <a:pt x="102674" y="20712"/>
                  <a:pt x="102164" y="19471"/>
                  <a:pt x="102164" y="17963"/>
                </a:cubicBezTo>
                <a:cubicBezTo>
                  <a:pt x="102164" y="16728"/>
                  <a:pt x="102429" y="15728"/>
                  <a:pt x="102958" y="14964"/>
                </a:cubicBezTo>
                <a:cubicBezTo>
                  <a:pt x="103488" y="14200"/>
                  <a:pt x="104243" y="13600"/>
                  <a:pt x="105225" y="13162"/>
                </a:cubicBezTo>
                <a:cubicBezTo>
                  <a:pt x="106216" y="12724"/>
                  <a:pt x="107406" y="12428"/>
                  <a:pt x="108795" y="12272"/>
                </a:cubicBezTo>
                <a:cubicBezTo>
                  <a:pt x="110185" y="12116"/>
                  <a:pt x="111676" y="11999"/>
                  <a:pt x="113270" y="11922"/>
                </a:cubicBezTo>
                <a:lnTo>
                  <a:pt x="113270" y="11495"/>
                </a:lnTo>
                <a:cubicBezTo>
                  <a:pt x="113270" y="10868"/>
                  <a:pt x="113160" y="10349"/>
                  <a:pt x="112942" y="9938"/>
                </a:cubicBezTo>
                <a:cubicBezTo>
                  <a:pt x="112723" y="9526"/>
                  <a:pt x="112410" y="9203"/>
                  <a:pt x="112002" y="8968"/>
                </a:cubicBezTo>
                <a:cubicBezTo>
                  <a:pt x="111613" y="8742"/>
                  <a:pt x="111147" y="8591"/>
                  <a:pt x="110603" y="8512"/>
                </a:cubicBezTo>
                <a:cubicBezTo>
                  <a:pt x="110058" y="8434"/>
                  <a:pt x="109490" y="8395"/>
                  <a:pt x="108897" y="8395"/>
                </a:cubicBezTo>
                <a:cubicBezTo>
                  <a:pt x="108178" y="8395"/>
                  <a:pt x="107377" y="8492"/>
                  <a:pt x="106493" y="8687"/>
                </a:cubicBezTo>
                <a:cubicBezTo>
                  <a:pt x="105609" y="8881"/>
                  <a:pt x="104695" y="9163"/>
                  <a:pt x="103753" y="9531"/>
                </a:cubicBezTo>
                <a:lnTo>
                  <a:pt x="103607" y="9531"/>
                </a:lnTo>
                <a:lnTo>
                  <a:pt x="103607" y="6748"/>
                </a:lnTo>
                <a:cubicBezTo>
                  <a:pt x="104141" y="6602"/>
                  <a:pt x="104914" y="6442"/>
                  <a:pt x="105924" y="6267"/>
                </a:cubicBezTo>
                <a:cubicBezTo>
                  <a:pt x="106935" y="6092"/>
                  <a:pt x="107931" y="6005"/>
                  <a:pt x="108912" y="6005"/>
                </a:cubicBezTo>
                <a:cubicBezTo>
                  <a:pt x="110058" y="6005"/>
                  <a:pt x="111057" y="6099"/>
                  <a:pt x="111907" y="6289"/>
                </a:cubicBezTo>
                <a:cubicBezTo>
                  <a:pt x="112757" y="6478"/>
                  <a:pt x="113493" y="6801"/>
                  <a:pt x="114115" y="7258"/>
                </a:cubicBezTo>
                <a:cubicBezTo>
                  <a:pt x="114727" y="7705"/>
                  <a:pt x="115193" y="8283"/>
                  <a:pt x="115514" y="8992"/>
                </a:cubicBezTo>
                <a:cubicBezTo>
                  <a:pt x="115835" y="9701"/>
                  <a:pt x="115995" y="10581"/>
                  <a:pt x="115995" y="11630"/>
                </a:cubicBezTo>
                <a:lnTo>
                  <a:pt x="115995" y="22677"/>
                </a:lnTo>
                <a:moveTo>
                  <a:pt x="113270" y="18690"/>
                </a:moveTo>
                <a:lnTo>
                  <a:pt x="113270" y="14137"/>
                </a:lnTo>
                <a:cubicBezTo>
                  <a:pt x="112434" y="14186"/>
                  <a:pt x="111450" y="14259"/>
                  <a:pt x="110318" y="14357"/>
                </a:cubicBezTo>
                <a:cubicBezTo>
                  <a:pt x="109186" y="14454"/>
                  <a:pt x="108290" y="14596"/>
                  <a:pt x="107629" y="14781"/>
                </a:cubicBezTo>
                <a:cubicBezTo>
                  <a:pt x="106842" y="15006"/>
                  <a:pt x="106206" y="15355"/>
                  <a:pt x="105720" y="15828"/>
                </a:cubicBezTo>
                <a:cubicBezTo>
                  <a:pt x="105234" y="16301"/>
                  <a:pt x="104992" y="16953"/>
                  <a:pt x="104992" y="17782"/>
                </a:cubicBezTo>
                <a:cubicBezTo>
                  <a:pt x="104992" y="18719"/>
                  <a:pt x="105273" y="19424"/>
                  <a:pt x="105837" y="19898"/>
                </a:cubicBezTo>
                <a:cubicBezTo>
                  <a:pt x="106400" y="20371"/>
                  <a:pt x="107260" y="20608"/>
                  <a:pt x="108416" y="20608"/>
                </a:cubicBezTo>
                <a:cubicBezTo>
                  <a:pt x="109378" y="20608"/>
                  <a:pt x="110258" y="20420"/>
                  <a:pt x="111054" y="20044"/>
                </a:cubicBezTo>
                <a:cubicBezTo>
                  <a:pt x="111851" y="19669"/>
                  <a:pt x="112590" y="19217"/>
                  <a:pt x="113270" y="18690"/>
                </a:cubicBezTo>
                <a:close/>
                <a:moveTo>
                  <a:pt x="124039" y="22677"/>
                </a:moveTo>
                <a:lnTo>
                  <a:pt x="121299" y="22677"/>
                </a:lnTo>
                <a:lnTo>
                  <a:pt x="121299" y="0"/>
                </a:lnTo>
                <a:lnTo>
                  <a:pt x="124039" y="0"/>
                </a:lnTo>
                <a:lnTo>
                  <a:pt x="124039" y="22677"/>
                </a:lnTo>
                <a:close/>
                <a:moveTo>
                  <a:pt x="143088" y="14807"/>
                </a:moveTo>
                <a:lnTo>
                  <a:pt x="131094" y="14807"/>
                </a:lnTo>
                <a:cubicBezTo>
                  <a:pt x="131094" y="15810"/>
                  <a:pt x="131245" y="16685"/>
                  <a:pt x="131546" y="17430"/>
                </a:cubicBezTo>
                <a:cubicBezTo>
                  <a:pt x="131847" y="18175"/>
                  <a:pt x="132260" y="18786"/>
                  <a:pt x="132785" y="19263"/>
                </a:cubicBezTo>
                <a:cubicBezTo>
                  <a:pt x="133290" y="19731"/>
                  <a:pt x="133890" y="20082"/>
                  <a:pt x="134584" y="20315"/>
                </a:cubicBezTo>
                <a:cubicBezTo>
                  <a:pt x="135279" y="20549"/>
                  <a:pt x="136044" y="20666"/>
                  <a:pt x="136880" y="20666"/>
                </a:cubicBezTo>
                <a:cubicBezTo>
                  <a:pt x="137988" y="20666"/>
                  <a:pt x="139102" y="20443"/>
                  <a:pt x="140225" y="19998"/>
                </a:cubicBezTo>
                <a:cubicBezTo>
                  <a:pt x="141347" y="19553"/>
                  <a:pt x="142146" y="19115"/>
                  <a:pt x="142622" y="18684"/>
                </a:cubicBezTo>
                <a:lnTo>
                  <a:pt x="142768" y="18684"/>
                </a:lnTo>
                <a:lnTo>
                  <a:pt x="142768" y="21682"/>
                </a:lnTo>
                <a:cubicBezTo>
                  <a:pt x="141845" y="22072"/>
                  <a:pt x="140902" y="22398"/>
                  <a:pt x="139940" y="22661"/>
                </a:cubicBezTo>
                <a:cubicBezTo>
                  <a:pt x="138979" y="22925"/>
                  <a:pt x="137968" y="23056"/>
                  <a:pt x="136909" y="23056"/>
                </a:cubicBezTo>
                <a:cubicBezTo>
                  <a:pt x="134208" y="23056"/>
                  <a:pt x="132100" y="22324"/>
                  <a:pt x="130584" y="20859"/>
                </a:cubicBezTo>
                <a:cubicBezTo>
                  <a:pt x="129068" y="19394"/>
                  <a:pt x="128310" y="17314"/>
                  <a:pt x="128310" y="14618"/>
                </a:cubicBezTo>
                <a:cubicBezTo>
                  <a:pt x="128310" y="11951"/>
                  <a:pt x="129037" y="9835"/>
                  <a:pt x="130489" y="8268"/>
                </a:cubicBezTo>
                <a:cubicBezTo>
                  <a:pt x="131942" y="6701"/>
                  <a:pt x="133853" y="5917"/>
                  <a:pt x="136224" y="5917"/>
                </a:cubicBezTo>
                <a:cubicBezTo>
                  <a:pt x="138420" y="5917"/>
                  <a:pt x="140113" y="6559"/>
                  <a:pt x="141303" y="7844"/>
                </a:cubicBezTo>
                <a:cubicBezTo>
                  <a:pt x="142493" y="9129"/>
                  <a:pt x="143088" y="10954"/>
                  <a:pt x="143088" y="13318"/>
                </a:cubicBezTo>
                <a:lnTo>
                  <a:pt x="143088" y="14807"/>
                </a:lnTo>
                <a:moveTo>
                  <a:pt x="140421" y="12709"/>
                </a:moveTo>
                <a:cubicBezTo>
                  <a:pt x="140412" y="11271"/>
                  <a:pt x="140050" y="10158"/>
                  <a:pt x="139336" y="9371"/>
                </a:cubicBezTo>
                <a:cubicBezTo>
                  <a:pt x="138621" y="8584"/>
                  <a:pt x="137536" y="8191"/>
                  <a:pt x="136078" y="8191"/>
                </a:cubicBezTo>
                <a:cubicBezTo>
                  <a:pt x="134611" y="8191"/>
                  <a:pt x="133443" y="8623"/>
                  <a:pt x="132573" y="9488"/>
                </a:cubicBezTo>
                <a:cubicBezTo>
                  <a:pt x="131704" y="10352"/>
                  <a:pt x="131211" y="11426"/>
                  <a:pt x="131094" y="12709"/>
                </a:cubicBezTo>
                <a:lnTo>
                  <a:pt x="140421" y="12709"/>
                </a:lnTo>
                <a:close/>
                <a:moveTo>
                  <a:pt x="158872" y="17974"/>
                </a:moveTo>
                <a:cubicBezTo>
                  <a:pt x="158872" y="19460"/>
                  <a:pt x="158257" y="20678"/>
                  <a:pt x="157028" y="21629"/>
                </a:cubicBezTo>
                <a:cubicBezTo>
                  <a:pt x="155799" y="22581"/>
                  <a:pt x="154121" y="23056"/>
                  <a:pt x="151993" y="23056"/>
                </a:cubicBezTo>
                <a:cubicBezTo>
                  <a:pt x="150788" y="23056"/>
                  <a:pt x="149683" y="22912"/>
                  <a:pt x="148677" y="22625"/>
                </a:cubicBezTo>
                <a:cubicBezTo>
                  <a:pt x="147672" y="22337"/>
                  <a:pt x="146829" y="22023"/>
                  <a:pt x="146149" y="21682"/>
                </a:cubicBezTo>
                <a:lnTo>
                  <a:pt x="146149" y="18597"/>
                </a:lnTo>
                <a:lnTo>
                  <a:pt x="146294" y="18597"/>
                </a:lnTo>
                <a:cubicBezTo>
                  <a:pt x="147159" y="19256"/>
                  <a:pt x="148121" y="19781"/>
                  <a:pt x="149180" y="20170"/>
                </a:cubicBezTo>
                <a:cubicBezTo>
                  <a:pt x="150239" y="20559"/>
                  <a:pt x="151254" y="20754"/>
                  <a:pt x="152226" y="20754"/>
                </a:cubicBezTo>
                <a:cubicBezTo>
                  <a:pt x="153431" y="20754"/>
                  <a:pt x="154373" y="20558"/>
                  <a:pt x="155053" y="20168"/>
                </a:cubicBezTo>
                <a:cubicBezTo>
                  <a:pt x="155733" y="19778"/>
                  <a:pt x="156073" y="19163"/>
                  <a:pt x="156073" y="18324"/>
                </a:cubicBezTo>
                <a:cubicBezTo>
                  <a:pt x="156073" y="17683"/>
                  <a:pt x="155889" y="17198"/>
                  <a:pt x="155520" y="16868"/>
                </a:cubicBezTo>
                <a:cubicBezTo>
                  <a:pt x="155150" y="16538"/>
                  <a:pt x="154441" y="16256"/>
                  <a:pt x="153392" y="16023"/>
                </a:cubicBezTo>
                <a:cubicBezTo>
                  <a:pt x="153003" y="15936"/>
                  <a:pt x="152496" y="15834"/>
                  <a:pt x="151869" y="15717"/>
                </a:cubicBezTo>
                <a:cubicBezTo>
                  <a:pt x="151242" y="15601"/>
                  <a:pt x="150671" y="15475"/>
                  <a:pt x="150156" y="15339"/>
                </a:cubicBezTo>
                <a:cubicBezTo>
                  <a:pt x="148728" y="14960"/>
                  <a:pt x="147715" y="14404"/>
                  <a:pt x="147118" y="13671"/>
                </a:cubicBezTo>
                <a:cubicBezTo>
                  <a:pt x="146520" y="12938"/>
                  <a:pt x="146221" y="12038"/>
                  <a:pt x="146221" y="10970"/>
                </a:cubicBezTo>
                <a:cubicBezTo>
                  <a:pt x="146221" y="10300"/>
                  <a:pt x="146360" y="9669"/>
                  <a:pt x="146637" y="9077"/>
                </a:cubicBezTo>
                <a:cubicBezTo>
                  <a:pt x="146914" y="8485"/>
                  <a:pt x="147334" y="7956"/>
                  <a:pt x="147897" y="7490"/>
                </a:cubicBezTo>
                <a:cubicBezTo>
                  <a:pt x="148442" y="7034"/>
                  <a:pt x="149134" y="6672"/>
                  <a:pt x="149974" y="6405"/>
                </a:cubicBezTo>
                <a:cubicBezTo>
                  <a:pt x="150815" y="6138"/>
                  <a:pt x="151755" y="6005"/>
                  <a:pt x="152794" y="6005"/>
                </a:cubicBezTo>
                <a:cubicBezTo>
                  <a:pt x="153766" y="6005"/>
                  <a:pt x="154750" y="6123"/>
                  <a:pt x="155746" y="6360"/>
                </a:cubicBezTo>
                <a:cubicBezTo>
                  <a:pt x="156741" y="6597"/>
                  <a:pt x="157570" y="6886"/>
                  <a:pt x="158230" y="7225"/>
                </a:cubicBezTo>
                <a:lnTo>
                  <a:pt x="158230" y="10144"/>
                </a:lnTo>
                <a:lnTo>
                  <a:pt x="158085" y="10144"/>
                </a:lnTo>
                <a:cubicBezTo>
                  <a:pt x="157385" y="9629"/>
                  <a:pt x="156535" y="9194"/>
                  <a:pt x="155534" y="8839"/>
                </a:cubicBezTo>
                <a:cubicBezTo>
                  <a:pt x="154533" y="8485"/>
                  <a:pt x="153552" y="8307"/>
                  <a:pt x="152590" y="8307"/>
                </a:cubicBezTo>
                <a:cubicBezTo>
                  <a:pt x="151590" y="8307"/>
                  <a:pt x="150744" y="8500"/>
                  <a:pt x="150054" y="8886"/>
                </a:cubicBezTo>
                <a:cubicBezTo>
                  <a:pt x="149365" y="9271"/>
                  <a:pt x="149020" y="9845"/>
                  <a:pt x="149020" y="10606"/>
                </a:cubicBezTo>
                <a:cubicBezTo>
                  <a:pt x="149020" y="11276"/>
                  <a:pt x="149229" y="11780"/>
                  <a:pt x="149646" y="12120"/>
                </a:cubicBezTo>
                <a:cubicBezTo>
                  <a:pt x="150054" y="12460"/>
                  <a:pt x="150715" y="12737"/>
                  <a:pt x="151628" y="12950"/>
                </a:cubicBezTo>
                <a:cubicBezTo>
                  <a:pt x="152134" y="13067"/>
                  <a:pt x="152700" y="13184"/>
                  <a:pt x="153326" y="13300"/>
                </a:cubicBezTo>
                <a:cubicBezTo>
                  <a:pt x="153953" y="13417"/>
                  <a:pt x="154475" y="13523"/>
                  <a:pt x="154893" y="13620"/>
                </a:cubicBezTo>
                <a:cubicBezTo>
                  <a:pt x="156166" y="13912"/>
                  <a:pt x="157147" y="14412"/>
                  <a:pt x="157837" y="15120"/>
                </a:cubicBezTo>
                <a:cubicBezTo>
                  <a:pt x="158527" y="15839"/>
                  <a:pt x="158872" y="16790"/>
                  <a:pt x="158872" y="17974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2FA9C9-B8E4-470B-9387-40D313E4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674" y="2196452"/>
            <a:ext cx="297214" cy="244331"/>
          </a:xfrm>
          <a:custGeom xmlns:a="http://schemas.openxmlformats.org/drawingml/2006/main">
            <a:pathLst>
              <a:path w="297214" h="244331">
                <a:moveTo>
                  <a:pt x="0" y="0"/>
                </a:moveTo>
                <a:lnTo>
                  <a:pt x="297214" y="0"/>
                </a:lnTo>
                <a:lnTo>
                  <a:pt x="297214" y="244331"/>
                </a:lnTo>
                <a:lnTo>
                  <a:pt x="0" y="2443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C3378F1-6614-4B80-BB3A-41AAE8F24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675" y="2196455"/>
            <a:ext cx="297215" cy="244329"/>
          </a:xfrm>
          <a:custGeom xmlns:a="http://schemas.openxmlformats.org/drawingml/2006/main">
            <a:pathLst>
              <a:path w="297215" h="244329" fill="none">
                <a:moveTo>
                  <a:pt x="0" y="0"/>
                </a:moveTo>
                <a:lnTo>
                  <a:pt x="297215" y="0"/>
                </a:lnTo>
                <a:lnTo>
                  <a:pt x="297215" y="244329"/>
                </a:lnTo>
                <a:lnTo>
                  <a:pt x="0" y="2443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11" name="Text Saxifragales">
            <a:extLst xmlns:a="http://schemas.openxmlformats.org/drawingml/2006/main">
              <a:ext uri="{FF2B5EF4-FFF2-40B4-BE49-F238E27FC236}">
                <a16:creationId xmlns:a16="http://schemas.microsoft.com/office/drawing/2014/main" id="{AC44C0D8-86A6-4CE1-BF3C-B72401DFC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2896" y="2225169"/>
            <a:ext cx="159380" cy="25650"/>
          </a:xfrm>
          <a:custGeom xmlns:a="http://schemas.openxmlformats.org/drawingml/2006/main">
            <a:pathLst>
              <a:path w="159380" h="25650">
                <a:moveTo>
                  <a:pt x="14797" y="14716"/>
                </a:moveTo>
                <a:cubicBezTo>
                  <a:pt x="14797" y="15465"/>
                  <a:pt x="14623" y="16204"/>
                  <a:pt x="14275" y="16935"/>
                </a:cubicBezTo>
                <a:cubicBezTo>
                  <a:pt x="13927" y="17666"/>
                  <a:pt x="13440" y="18285"/>
                  <a:pt x="12812" y="18792"/>
                </a:cubicBezTo>
                <a:cubicBezTo>
                  <a:pt x="12125" y="19342"/>
                  <a:pt x="11324" y="19772"/>
                  <a:pt x="10408" y="20082"/>
                </a:cubicBezTo>
                <a:cubicBezTo>
                  <a:pt x="9493" y="20391"/>
                  <a:pt x="8391" y="20546"/>
                  <a:pt x="7102" y="20546"/>
                </a:cubicBezTo>
                <a:cubicBezTo>
                  <a:pt x="5719" y="20546"/>
                  <a:pt x="4475" y="20417"/>
                  <a:pt x="3371" y="20159"/>
                </a:cubicBezTo>
                <a:cubicBezTo>
                  <a:pt x="2266" y="19900"/>
                  <a:pt x="1143" y="19517"/>
                  <a:pt x="0" y="19008"/>
                </a:cubicBezTo>
                <a:lnTo>
                  <a:pt x="0" y="15803"/>
                </a:lnTo>
                <a:lnTo>
                  <a:pt x="180" y="15803"/>
                </a:lnTo>
                <a:cubicBezTo>
                  <a:pt x="1151" y="16610"/>
                  <a:pt x="2273" y="17233"/>
                  <a:pt x="3545" y="17672"/>
                </a:cubicBezTo>
                <a:cubicBezTo>
                  <a:pt x="4816" y="18110"/>
                  <a:pt x="6011" y="18329"/>
                  <a:pt x="7128" y="18329"/>
                </a:cubicBezTo>
                <a:cubicBezTo>
                  <a:pt x="8709" y="18329"/>
                  <a:pt x="9940" y="18034"/>
                  <a:pt x="10821" y="17443"/>
                </a:cubicBezTo>
                <a:cubicBezTo>
                  <a:pt x="11702" y="16851"/>
                  <a:pt x="12142" y="16063"/>
                  <a:pt x="12142" y="15077"/>
                </a:cubicBezTo>
                <a:cubicBezTo>
                  <a:pt x="12142" y="14226"/>
                  <a:pt x="11934" y="13598"/>
                  <a:pt x="11517" y="13194"/>
                </a:cubicBezTo>
                <a:cubicBezTo>
                  <a:pt x="11100" y="12790"/>
                  <a:pt x="10466" y="12476"/>
                  <a:pt x="9616" y="12253"/>
                </a:cubicBezTo>
                <a:cubicBezTo>
                  <a:pt x="8971" y="12081"/>
                  <a:pt x="8273" y="11939"/>
                  <a:pt x="7521" y="11827"/>
                </a:cubicBezTo>
                <a:cubicBezTo>
                  <a:pt x="6769" y="11715"/>
                  <a:pt x="5972" y="11573"/>
                  <a:pt x="5130" y="11401"/>
                </a:cubicBezTo>
                <a:cubicBezTo>
                  <a:pt x="3429" y="11040"/>
                  <a:pt x="2168" y="10423"/>
                  <a:pt x="1347" y="9550"/>
                </a:cubicBezTo>
                <a:cubicBezTo>
                  <a:pt x="526" y="8678"/>
                  <a:pt x="116" y="7541"/>
                  <a:pt x="116" y="6139"/>
                </a:cubicBezTo>
                <a:cubicBezTo>
                  <a:pt x="116" y="4531"/>
                  <a:pt x="795" y="3213"/>
                  <a:pt x="2153" y="2186"/>
                </a:cubicBezTo>
                <a:cubicBezTo>
                  <a:pt x="3510" y="1158"/>
                  <a:pt x="5233" y="644"/>
                  <a:pt x="7321" y="644"/>
                </a:cubicBezTo>
                <a:cubicBezTo>
                  <a:pt x="8670" y="644"/>
                  <a:pt x="9908" y="773"/>
                  <a:pt x="11034" y="1031"/>
                </a:cubicBezTo>
                <a:cubicBezTo>
                  <a:pt x="12159" y="1289"/>
                  <a:pt x="13156" y="1607"/>
                  <a:pt x="14024" y="1985"/>
                </a:cubicBezTo>
                <a:lnTo>
                  <a:pt x="14024" y="5001"/>
                </a:lnTo>
                <a:lnTo>
                  <a:pt x="13843" y="5001"/>
                </a:lnTo>
                <a:cubicBezTo>
                  <a:pt x="13113" y="4386"/>
                  <a:pt x="12153" y="3876"/>
                  <a:pt x="10963" y="3470"/>
                </a:cubicBezTo>
                <a:cubicBezTo>
                  <a:pt x="9773" y="3064"/>
                  <a:pt x="8554" y="2862"/>
                  <a:pt x="7308" y="2862"/>
                </a:cubicBezTo>
                <a:cubicBezTo>
                  <a:pt x="5942" y="2862"/>
                  <a:pt x="4844" y="3144"/>
                  <a:pt x="4015" y="3710"/>
                </a:cubicBezTo>
                <a:cubicBezTo>
                  <a:pt x="3186" y="4275"/>
                  <a:pt x="2771" y="5003"/>
                  <a:pt x="2771" y="5894"/>
                </a:cubicBezTo>
                <a:cubicBezTo>
                  <a:pt x="2771" y="6693"/>
                  <a:pt x="2978" y="7321"/>
                  <a:pt x="3390" y="7777"/>
                </a:cubicBezTo>
                <a:cubicBezTo>
                  <a:pt x="3802" y="8233"/>
                  <a:pt x="4529" y="8581"/>
                  <a:pt x="5568" y="8822"/>
                </a:cubicBezTo>
                <a:cubicBezTo>
                  <a:pt x="6118" y="8942"/>
                  <a:pt x="6900" y="9088"/>
                  <a:pt x="7914" y="9260"/>
                </a:cubicBezTo>
                <a:cubicBezTo>
                  <a:pt x="8928" y="9432"/>
                  <a:pt x="9788" y="9609"/>
                  <a:pt x="10492" y="9789"/>
                </a:cubicBezTo>
                <a:cubicBezTo>
                  <a:pt x="11919" y="10168"/>
                  <a:pt x="12993" y="10740"/>
                  <a:pt x="13715" y="11505"/>
                </a:cubicBezTo>
                <a:cubicBezTo>
                  <a:pt x="14436" y="12270"/>
                  <a:pt x="14797" y="13340"/>
                  <a:pt x="14797" y="14716"/>
                </a:cubicBezTo>
                <a:close/>
                <a:moveTo>
                  <a:pt x="29891" y="20185"/>
                </a:moveTo>
                <a:lnTo>
                  <a:pt x="27481" y="20185"/>
                </a:lnTo>
                <a:lnTo>
                  <a:pt x="27481" y="18662"/>
                </a:lnTo>
                <a:cubicBezTo>
                  <a:pt x="27266" y="18808"/>
                  <a:pt x="26976" y="19013"/>
                  <a:pt x="26611" y="19275"/>
                </a:cubicBezTo>
                <a:cubicBezTo>
                  <a:pt x="26245" y="19537"/>
                  <a:pt x="25891" y="19746"/>
                  <a:pt x="25547" y="19901"/>
                </a:cubicBezTo>
                <a:cubicBezTo>
                  <a:pt x="25143" y="20099"/>
                  <a:pt x="24679" y="20264"/>
                  <a:pt x="24155" y="20397"/>
                </a:cubicBezTo>
                <a:cubicBezTo>
                  <a:pt x="23631" y="20531"/>
                  <a:pt x="23017" y="20598"/>
                  <a:pt x="22312" y="20598"/>
                </a:cubicBezTo>
                <a:cubicBezTo>
                  <a:pt x="21014" y="20598"/>
                  <a:pt x="19914" y="20167"/>
                  <a:pt x="19012" y="19307"/>
                </a:cubicBezTo>
                <a:cubicBezTo>
                  <a:pt x="18110" y="18447"/>
                  <a:pt x="17659" y="17350"/>
                  <a:pt x="17659" y="16016"/>
                </a:cubicBezTo>
                <a:cubicBezTo>
                  <a:pt x="17659" y="14923"/>
                  <a:pt x="17893" y="14039"/>
                  <a:pt x="18361" y="13364"/>
                </a:cubicBezTo>
                <a:cubicBezTo>
                  <a:pt x="18830" y="12688"/>
                  <a:pt x="19498" y="12157"/>
                  <a:pt x="20366" y="11770"/>
                </a:cubicBezTo>
                <a:cubicBezTo>
                  <a:pt x="21242" y="11383"/>
                  <a:pt x="22295" y="11120"/>
                  <a:pt x="23524" y="10982"/>
                </a:cubicBezTo>
                <a:cubicBezTo>
                  <a:pt x="24752" y="10845"/>
                  <a:pt x="26071" y="10741"/>
                  <a:pt x="27481" y="10673"/>
                </a:cubicBezTo>
                <a:lnTo>
                  <a:pt x="27481" y="10296"/>
                </a:lnTo>
                <a:cubicBezTo>
                  <a:pt x="27481" y="9741"/>
                  <a:pt x="27384" y="9282"/>
                  <a:pt x="27191" y="8918"/>
                </a:cubicBezTo>
                <a:cubicBezTo>
                  <a:pt x="26997" y="8554"/>
                  <a:pt x="26720" y="8268"/>
                  <a:pt x="26359" y="8060"/>
                </a:cubicBezTo>
                <a:cubicBezTo>
                  <a:pt x="26016" y="7861"/>
                  <a:pt x="25603" y="7727"/>
                  <a:pt x="25122" y="7657"/>
                </a:cubicBezTo>
                <a:cubicBezTo>
                  <a:pt x="24641" y="7588"/>
                  <a:pt x="24138" y="7553"/>
                  <a:pt x="23614" y="7553"/>
                </a:cubicBezTo>
                <a:cubicBezTo>
                  <a:pt x="22978" y="7553"/>
                  <a:pt x="22269" y="7639"/>
                  <a:pt x="21487" y="7812"/>
                </a:cubicBezTo>
                <a:cubicBezTo>
                  <a:pt x="20705" y="7983"/>
                  <a:pt x="19897" y="8232"/>
                  <a:pt x="19064" y="8559"/>
                </a:cubicBezTo>
                <a:lnTo>
                  <a:pt x="18935" y="8559"/>
                </a:lnTo>
                <a:lnTo>
                  <a:pt x="18935" y="6097"/>
                </a:lnTo>
                <a:cubicBezTo>
                  <a:pt x="19407" y="5968"/>
                  <a:pt x="20091" y="5826"/>
                  <a:pt x="20984" y="5671"/>
                </a:cubicBezTo>
                <a:cubicBezTo>
                  <a:pt x="21878" y="5517"/>
                  <a:pt x="22759" y="5439"/>
                  <a:pt x="23627" y="5439"/>
                </a:cubicBezTo>
                <a:cubicBezTo>
                  <a:pt x="24641" y="5439"/>
                  <a:pt x="25524" y="5523"/>
                  <a:pt x="26275" y="5691"/>
                </a:cubicBezTo>
                <a:cubicBezTo>
                  <a:pt x="27027" y="5858"/>
                  <a:pt x="27678" y="6144"/>
                  <a:pt x="28228" y="6548"/>
                </a:cubicBezTo>
                <a:cubicBezTo>
                  <a:pt x="28770" y="6943"/>
                  <a:pt x="29182" y="7455"/>
                  <a:pt x="29466" y="8082"/>
                </a:cubicBezTo>
                <a:cubicBezTo>
                  <a:pt x="29749" y="8709"/>
                  <a:pt x="29891" y="9487"/>
                  <a:pt x="29891" y="10415"/>
                </a:cubicBezTo>
                <a:lnTo>
                  <a:pt x="29891" y="20185"/>
                </a:lnTo>
                <a:moveTo>
                  <a:pt x="27481" y="16659"/>
                </a:moveTo>
                <a:lnTo>
                  <a:pt x="27481" y="12632"/>
                </a:lnTo>
                <a:cubicBezTo>
                  <a:pt x="26742" y="12675"/>
                  <a:pt x="25872" y="12740"/>
                  <a:pt x="24870" y="12826"/>
                </a:cubicBezTo>
                <a:cubicBezTo>
                  <a:pt x="23869" y="12913"/>
                  <a:pt x="23077" y="13038"/>
                  <a:pt x="22492" y="13201"/>
                </a:cubicBezTo>
                <a:cubicBezTo>
                  <a:pt x="21796" y="13400"/>
                  <a:pt x="21233" y="13709"/>
                  <a:pt x="20804" y="14127"/>
                </a:cubicBezTo>
                <a:cubicBezTo>
                  <a:pt x="20374" y="14546"/>
                  <a:pt x="20159" y="15122"/>
                  <a:pt x="20159" y="15856"/>
                </a:cubicBezTo>
                <a:cubicBezTo>
                  <a:pt x="20159" y="16685"/>
                  <a:pt x="20409" y="17308"/>
                  <a:pt x="20907" y="17727"/>
                </a:cubicBezTo>
                <a:cubicBezTo>
                  <a:pt x="21405" y="18146"/>
                  <a:pt x="22166" y="18355"/>
                  <a:pt x="23188" y="18355"/>
                </a:cubicBezTo>
                <a:cubicBezTo>
                  <a:pt x="24039" y="18355"/>
                  <a:pt x="24817" y="18189"/>
                  <a:pt x="25521" y="17857"/>
                </a:cubicBezTo>
                <a:cubicBezTo>
                  <a:pt x="26226" y="17524"/>
                  <a:pt x="26879" y="17125"/>
                  <a:pt x="27481" y="16659"/>
                </a:cubicBezTo>
                <a:close/>
                <a:moveTo>
                  <a:pt x="47021" y="20185"/>
                </a:moveTo>
                <a:lnTo>
                  <a:pt x="43966" y="20185"/>
                </a:lnTo>
                <a:lnTo>
                  <a:pt x="39880" y="14651"/>
                </a:lnTo>
                <a:lnTo>
                  <a:pt x="35769" y="20185"/>
                </a:lnTo>
                <a:lnTo>
                  <a:pt x="32946" y="20185"/>
                </a:lnTo>
                <a:lnTo>
                  <a:pt x="38566" y="12999"/>
                </a:lnTo>
                <a:lnTo>
                  <a:pt x="32997" y="5775"/>
                </a:lnTo>
                <a:lnTo>
                  <a:pt x="36052" y="5775"/>
                </a:lnTo>
                <a:lnTo>
                  <a:pt x="40112" y="11219"/>
                </a:lnTo>
                <a:lnTo>
                  <a:pt x="44186" y="5775"/>
                </a:lnTo>
                <a:lnTo>
                  <a:pt x="47021" y="5775"/>
                </a:lnTo>
                <a:lnTo>
                  <a:pt x="41363" y="12870"/>
                </a:lnTo>
                <a:lnTo>
                  <a:pt x="47021" y="20185"/>
                </a:lnTo>
                <a:close/>
                <a:moveTo>
                  <a:pt x="52783" y="3377"/>
                </a:moveTo>
                <a:lnTo>
                  <a:pt x="50050" y="3377"/>
                </a:lnTo>
                <a:lnTo>
                  <a:pt x="50050" y="851"/>
                </a:lnTo>
                <a:lnTo>
                  <a:pt x="52783" y="851"/>
                </a:lnTo>
                <a:lnTo>
                  <a:pt x="52783" y="3377"/>
                </a:lnTo>
                <a:moveTo>
                  <a:pt x="52628" y="20185"/>
                </a:moveTo>
                <a:lnTo>
                  <a:pt x="50205" y="20185"/>
                </a:lnTo>
                <a:lnTo>
                  <a:pt x="50205" y="5775"/>
                </a:lnTo>
                <a:lnTo>
                  <a:pt x="52628" y="5775"/>
                </a:lnTo>
                <a:lnTo>
                  <a:pt x="52628" y="20185"/>
                </a:lnTo>
                <a:close/>
                <a:moveTo>
                  <a:pt x="65170" y="2475"/>
                </a:moveTo>
                <a:lnTo>
                  <a:pt x="65041" y="2475"/>
                </a:lnTo>
                <a:cubicBezTo>
                  <a:pt x="64775" y="2397"/>
                  <a:pt x="64427" y="2318"/>
                  <a:pt x="63997" y="2236"/>
                </a:cubicBezTo>
                <a:cubicBezTo>
                  <a:pt x="63567" y="2155"/>
                  <a:pt x="63189" y="2114"/>
                  <a:pt x="62863" y="2114"/>
                </a:cubicBezTo>
                <a:cubicBezTo>
                  <a:pt x="61823" y="2114"/>
                  <a:pt x="61069" y="2343"/>
                  <a:pt x="60601" y="2801"/>
                </a:cubicBezTo>
                <a:cubicBezTo>
                  <a:pt x="60132" y="3259"/>
                  <a:pt x="59898" y="4088"/>
                  <a:pt x="59898" y="5286"/>
                </a:cubicBezTo>
                <a:lnTo>
                  <a:pt x="59898" y="5775"/>
                </a:lnTo>
                <a:lnTo>
                  <a:pt x="64268" y="5775"/>
                </a:lnTo>
                <a:lnTo>
                  <a:pt x="64268" y="7811"/>
                </a:lnTo>
                <a:lnTo>
                  <a:pt x="59975" y="7811"/>
                </a:lnTo>
                <a:lnTo>
                  <a:pt x="59975" y="20185"/>
                </a:lnTo>
                <a:lnTo>
                  <a:pt x="57552" y="20185"/>
                </a:lnTo>
                <a:lnTo>
                  <a:pt x="57552" y="7811"/>
                </a:lnTo>
                <a:lnTo>
                  <a:pt x="55915" y="7811"/>
                </a:lnTo>
                <a:lnTo>
                  <a:pt x="55915" y="5775"/>
                </a:lnTo>
                <a:lnTo>
                  <a:pt x="57552" y="5775"/>
                </a:lnTo>
                <a:lnTo>
                  <a:pt x="57552" y="5299"/>
                </a:lnTo>
                <a:cubicBezTo>
                  <a:pt x="57552" y="3593"/>
                  <a:pt x="57978" y="2283"/>
                  <a:pt x="58828" y="1370"/>
                </a:cubicBezTo>
                <a:cubicBezTo>
                  <a:pt x="59679" y="457"/>
                  <a:pt x="60908" y="0"/>
                  <a:pt x="62515" y="0"/>
                </a:cubicBezTo>
                <a:cubicBezTo>
                  <a:pt x="63056" y="0"/>
                  <a:pt x="63544" y="26"/>
                  <a:pt x="63978" y="77"/>
                </a:cubicBezTo>
                <a:cubicBezTo>
                  <a:pt x="64412" y="129"/>
                  <a:pt x="64809" y="189"/>
                  <a:pt x="65170" y="258"/>
                </a:cubicBezTo>
                <a:lnTo>
                  <a:pt x="65170" y="2475"/>
                </a:lnTo>
                <a:close/>
                <a:moveTo>
                  <a:pt x="75688" y="8404"/>
                </a:moveTo>
                <a:lnTo>
                  <a:pt x="75559" y="8404"/>
                </a:lnTo>
                <a:cubicBezTo>
                  <a:pt x="75198" y="8323"/>
                  <a:pt x="74848" y="8264"/>
                  <a:pt x="74509" y="8227"/>
                </a:cubicBezTo>
                <a:cubicBezTo>
                  <a:pt x="74169" y="8190"/>
                  <a:pt x="73767" y="8172"/>
                  <a:pt x="73303" y="8172"/>
                </a:cubicBezTo>
                <a:cubicBezTo>
                  <a:pt x="72556" y="8172"/>
                  <a:pt x="71834" y="8338"/>
                  <a:pt x="71138" y="8669"/>
                </a:cubicBezTo>
                <a:cubicBezTo>
                  <a:pt x="70442" y="9000"/>
                  <a:pt x="69772" y="9428"/>
                  <a:pt x="69127" y="9953"/>
                </a:cubicBezTo>
                <a:lnTo>
                  <a:pt x="69127" y="20185"/>
                </a:lnTo>
                <a:lnTo>
                  <a:pt x="66704" y="20185"/>
                </a:lnTo>
                <a:lnTo>
                  <a:pt x="66704" y="5775"/>
                </a:lnTo>
                <a:lnTo>
                  <a:pt x="69127" y="5775"/>
                </a:lnTo>
                <a:lnTo>
                  <a:pt x="69127" y="7903"/>
                </a:lnTo>
                <a:cubicBezTo>
                  <a:pt x="70090" y="7129"/>
                  <a:pt x="70938" y="6581"/>
                  <a:pt x="71673" y="6258"/>
                </a:cubicBezTo>
                <a:cubicBezTo>
                  <a:pt x="72408" y="5936"/>
                  <a:pt x="73157" y="5775"/>
                  <a:pt x="73922" y="5775"/>
                </a:cubicBezTo>
                <a:cubicBezTo>
                  <a:pt x="74343" y="5775"/>
                  <a:pt x="74648" y="5785"/>
                  <a:pt x="74837" y="5807"/>
                </a:cubicBezTo>
                <a:cubicBezTo>
                  <a:pt x="75026" y="5828"/>
                  <a:pt x="75310" y="5869"/>
                  <a:pt x="75688" y="5928"/>
                </a:cubicBezTo>
                <a:lnTo>
                  <a:pt x="75688" y="8404"/>
                </a:lnTo>
                <a:close/>
                <a:moveTo>
                  <a:pt x="89158" y="20185"/>
                </a:moveTo>
                <a:lnTo>
                  <a:pt x="86747" y="20185"/>
                </a:lnTo>
                <a:lnTo>
                  <a:pt x="86747" y="18662"/>
                </a:lnTo>
                <a:cubicBezTo>
                  <a:pt x="86532" y="18808"/>
                  <a:pt x="86242" y="19013"/>
                  <a:pt x="85877" y="19275"/>
                </a:cubicBezTo>
                <a:cubicBezTo>
                  <a:pt x="85512" y="19537"/>
                  <a:pt x="85157" y="19746"/>
                  <a:pt x="84814" y="19901"/>
                </a:cubicBezTo>
                <a:cubicBezTo>
                  <a:pt x="84410" y="20099"/>
                  <a:pt x="83946" y="20264"/>
                  <a:pt x="83422" y="20397"/>
                </a:cubicBezTo>
                <a:cubicBezTo>
                  <a:pt x="82897" y="20531"/>
                  <a:pt x="82283" y="20598"/>
                  <a:pt x="81578" y="20598"/>
                </a:cubicBezTo>
                <a:cubicBezTo>
                  <a:pt x="80281" y="20598"/>
                  <a:pt x="79181" y="20167"/>
                  <a:pt x="78279" y="19307"/>
                </a:cubicBezTo>
                <a:cubicBezTo>
                  <a:pt x="77376" y="18447"/>
                  <a:pt x="76925" y="17350"/>
                  <a:pt x="76925" y="16016"/>
                </a:cubicBezTo>
                <a:cubicBezTo>
                  <a:pt x="76925" y="14923"/>
                  <a:pt x="77159" y="14039"/>
                  <a:pt x="77628" y="13364"/>
                </a:cubicBezTo>
                <a:cubicBezTo>
                  <a:pt x="78096" y="12688"/>
                  <a:pt x="78764" y="12157"/>
                  <a:pt x="79632" y="11770"/>
                </a:cubicBezTo>
                <a:cubicBezTo>
                  <a:pt x="80509" y="11383"/>
                  <a:pt x="81561" y="11120"/>
                  <a:pt x="82790" y="10982"/>
                </a:cubicBezTo>
                <a:cubicBezTo>
                  <a:pt x="84019" y="10845"/>
                  <a:pt x="85338" y="10741"/>
                  <a:pt x="86747" y="10673"/>
                </a:cubicBezTo>
                <a:lnTo>
                  <a:pt x="86747" y="10296"/>
                </a:lnTo>
                <a:cubicBezTo>
                  <a:pt x="86747" y="9741"/>
                  <a:pt x="86651" y="9282"/>
                  <a:pt x="86457" y="8918"/>
                </a:cubicBezTo>
                <a:cubicBezTo>
                  <a:pt x="86264" y="8554"/>
                  <a:pt x="85987" y="8268"/>
                  <a:pt x="85626" y="8060"/>
                </a:cubicBezTo>
                <a:cubicBezTo>
                  <a:pt x="85282" y="7861"/>
                  <a:pt x="84870" y="7727"/>
                  <a:pt x="84388" y="7657"/>
                </a:cubicBezTo>
                <a:cubicBezTo>
                  <a:pt x="83907" y="7588"/>
                  <a:pt x="83404" y="7553"/>
                  <a:pt x="82880" y="7553"/>
                </a:cubicBezTo>
                <a:cubicBezTo>
                  <a:pt x="82244" y="7553"/>
                  <a:pt x="81535" y="7639"/>
                  <a:pt x="80753" y="7812"/>
                </a:cubicBezTo>
                <a:cubicBezTo>
                  <a:pt x="79972" y="7983"/>
                  <a:pt x="79164" y="8232"/>
                  <a:pt x="78330" y="8559"/>
                </a:cubicBezTo>
                <a:lnTo>
                  <a:pt x="78201" y="8559"/>
                </a:lnTo>
                <a:lnTo>
                  <a:pt x="78201" y="6097"/>
                </a:lnTo>
                <a:cubicBezTo>
                  <a:pt x="78674" y="5968"/>
                  <a:pt x="79357" y="5826"/>
                  <a:pt x="80251" y="5671"/>
                </a:cubicBezTo>
                <a:cubicBezTo>
                  <a:pt x="81144" y="5517"/>
                  <a:pt x="82025" y="5439"/>
                  <a:pt x="82893" y="5439"/>
                </a:cubicBezTo>
                <a:cubicBezTo>
                  <a:pt x="83907" y="5439"/>
                  <a:pt x="84790" y="5523"/>
                  <a:pt x="85542" y="5691"/>
                </a:cubicBezTo>
                <a:cubicBezTo>
                  <a:pt x="86294" y="5858"/>
                  <a:pt x="86945" y="6144"/>
                  <a:pt x="87495" y="6548"/>
                </a:cubicBezTo>
                <a:cubicBezTo>
                  <a:pt x="88036" y="6943"/>
                  <a:pt x="88449" y="7455"/>
                  <a:pt x="88732" y="8082"/>
                </a:cubicBezTo>
                <a:cubicBezTo>
                  <a:pt x="89016" y="8709"/>
                  <a:pt x="89158" y="9487"/>
                  <a:pt x="89158" y="10415"/>
                </a:cubicBezTo>
                <a:lnTo>
                  <a:pt x="89158" y="20185"/>
                </a:lnTo>
                <a:moveTo>
                  <a:pt x="86747" y="16659"/>
                </a:moveTo>
                <a:lnTo>
                  <a:pt x="86747" y="12632"/>
                </a:lnTo>
                <a:cubicBezTo>
                  <a:pt x="86008" y="12675"/>
                  <a:pt x="85138" y="12740"/>
                  <a:pt x="84137" y="12826"/>
                </a:cubicBezTo>
                <a:cubicBezTo>
                  <a:pt x="83136" y="12913"/>
                  <a:pt x="82343" y="13038"/>
                  <a:pt x="81759" y="13201"/>
                </a:cubicBezTo>
                <a:cubicBezTo>
                  <a:pt x="81063" y="13400"/>
                  <a:pt x="80500" y="13709"/>
                  <a:pt x="80070" y="14127"/>
                </a:cubicBezTo>
                <a:cubicBezTo>
                  <a:pt x="79641" y="14546"/>
                  <a:pt x="79426" y="15122"/>
                  <a:pt x="79426" y="15856"/>
                </a:cubicBezTo>
                <a:cubicBezTo>
                  <a:pt x="79426" y="16685"/>
                  <a:pt x="79675" y="17308"/>
                  <a:pt x="80173" y="17727"/>
                </a:cubicBezTo>
                <a:cubicBezTo>
                  <a:pt x="80672" y="18146"/>
                  <a:pt x="81432" y="18355"/>
                  <a:pt x="82455" y="18355"/>
                </a:cubicBezTo>
                <a:cubicBezTo>
                  <a:pt x="83306" y="18355"/>
                  <a:pt x="84083" y="18189"/>
                  <a:pt x="84788" y="17857"/>
                </a:cubicBezTo>
                <a:cubicBezTo>
                  <a:pt x="85493" y="17524"/>
                  <a:pt x="86146" y="17125"/>
                  <a:pt x="86747" y="16659"/>
                </a:cubicBezTo>
                <a:close/>
                <a:moveTo>
                  <a:pt x="105501" y="18552"/>
                </a:moveTo>
                <a:cubicBezTo>
                  <a:pt x="105501" y="20996"/>
                  <a:pt x="104947" y="22789"/>
                  <a:pt x="103839" y="23934"/>
                </a:cubicBezTo>
                <a:cubicBezTo>
                  <a:pt x="102730" y="25078"/>
                  <a:pt x="101024" y="25650"/>
                  <a:pt x="98721" y="25650"/>
                </a:cubicBezTo>
                <a:cubicBezTo>
                  <a:pt x="97957" y="25650"/>
                  <a:pt x="97211" y="25597"/>
                  <a:pt x="96485" y="25489"/>
                </a:cubicBezTo>
                <a:cubicBezTo>
                  <a:pt x="95759" y="25382"/>
                  <a:pt x="95044" y="25229"/>
                  <a:pt x="94339" y="25032"/>
                </a:cubicBezTo>
                <a:lnTo>
                  <a:pt x="94339" y="22557"/>
                </a:lnTo>
                <a:lnTo>
                  <a:pt x="94468" y="22557"/>
                </a:lnTo>
                <a:cubicBezTo>
                  <a:pt x="94863" y="22709"/>
                  <a:pt x="95490" y="22898"/>
                  <a:pt x="96350" y="23122"/>
                </a:cubicBezTo>
                <a:cubicBezTo>
                  <a:pt x="97209" y="23347"/>
                  <a:pt x="98068" y="23459"/>
                  <a:pt x="98928" y="23459"/>
                </a:cubicBezTo>
                <a:cubicBezTo>
                  <a:pt x="99753" y="23459"/>
                  <a:pt x="100436" y="23360"/>
                  <a:pt x="100977" y="23163"/>
                </a:cubicBezTo>
                <a:cubicBezTo>
                  <a:pt x="101518" y="22966"/>
                  <a:pt x="101939" y="22691"/>
                  <a:pt x="102240" y="22340"/>
                </a:cubicBezTo>
                <a:cubicBezTo>
                  <a:pt x="102541" y="22005"/>
                  <a:pt x="102756" y="21602"/>
                  <a:pt x="102885" y="21130"/>
                </a:cubicBezTo>
                <a:cubicBezTo>
                  <a:pt x="103014" y="20658"/>
                  <a:pt x="103078" y="20130"/>
                  <a:pt x="103078" y="19547"/>
                </a:cubicBezTo>
                <a:lnTo>
                  <a:pt x="103078" y="18234"/>
                </a:lnTo>
                <a:cubicBezTo>
                  <a:pt x="102348" y="18820"/>
                  <a:pt x="101649" y="19258"/>
                  <a:pt x="100984" y="19546"/>
                </a:cubicBezTo>
                <a:cubicBezTo>
                  <a:pt x="100318" y="19835"/>
                  <a:pt x="99469" y="19979"/>
                  <a:pt x="98438" y="19979"/>
                </a:cubicBezTo>
                <a:cubicBezTo>
                  <a:pt x="96719" y="19979"/>
                  <a:pt x="95355" y="19357"/>
                  <a:pt x="94345" y="18112"/>
                </a:cubicBezTo>
                <a:cubicBezTo>
                  <a:pt x="93336" y="16866"/>
                  <a:pt x="92831" y="15111"/>
                  <a:pt x="92831" y="12845"/>
                </a:cubicBezTo>
                <a:cubicBezTo>
                  <a:pt x="92831" y="11604"/>
                  <a:pt x="93005" y="10534"/>
                  <a:pt x="93353" y="9633"/>
                </a:cubicBezTo>
                <a:cubicBezTo>
                  <a:pt x="93701" y="8733"/>
                  <a:pt x="94176" y="7955"/>
                  <a:pt x="94777" y="7301"/>
                </a:cubicBezTo>
                <a:cubicBezTo>
                  <a:pt x="95336" y="6689"/>
                  <a:pt x="96015" y="6213"/>
                  <a:pt x="96814" y="5873"/>
                </a:cubicBezTo>
                <a:cubicBezTo>
                  <a:pt x="97613" y="5532"/>
                  <a:pt x="98408" y="5362"/>
                  <a:pt x="99198" y="5362"/>
                </a:cubicBezTo>
                <a:cubicBezTo>
                  <a:pt x="100032" y="5362"/>
                  <a:pt x="100730" y="5446"/>
                  <a:pt x="101293" y="5614"/>
                </a:cubicBezTo>
                <a:cubicBezTo>
                  <a:pt x="101856" y="5782"/>
                  <a:pt x="102451" y="6038"/>
                  <a:pt x="103078" y="6383"/>
                </a:cubicBezTo>
                <a:lnTo>
                  <a:pt x="103233" y="5775"/>
                </a:lnTo>
                <a:lnTo>
                  <a:pt x="105501" y="5775"/>
                </a:lnTo>
                <a:lnTo>
                  <a:pt x="105501" y="18552"/>
                </a:lnTo>
                <a:moveTo>
                  <a:pt x="103078" y="16237"/>
                </a:moveTo>
                <a:lnTo>
                  <a:pt x="103078" y="8367"/>
                </a:lnTo>
                <a:cubicBezTo>
                  <a:pt x="102434" y="8074"/>
                  <a:pt x="101834" y="7866"/>
                  <a:pt x="101280" y="7741"/>
                </a:cubicBezTo>
                <a:cubicBezTo>
                  <a:pt x="100726" y="7616"/>
                  <a:pt x="100174" y="7553"/>
                  <a:pt x="99624" y="7553"/>
                </a:cubicBezTo>
                <a:cubicBezTo>
                  <a:pt x="98292" y="7553"/>
                  <a:pt x="97243" y="8001"/>
                  <a:pt x="96479" y="8897"/>
                </a:cubicBezTo>
                <a:cubicBezTo>
                  <a:pt x="95714" y="9793"/>
                  <a:pt x="95331" y="11094"/>
                  <a:pt x="95331" y="12800"/>
                </a:cubicBezTo>
                <a:cubicBezTo>
                  <a:pt x="95331" y="14419"/>
                  <a:pt x="95615" y="15647"/>
                  <a:pt x="96182" y="16483"/>
                </a:cubicBezTo>
                <a:cubicBezTo>
                  <a:pt x="96749" y="17318"/>
                  <a:pt x="97690" y="17736"/>
                  <a:pt x="99005" y="17736"/>
                </a:cubicBezTo>
                <a:cubicBezTo>
                  <a:pt x="99710" y="17736"/>
                  <a:pt x="100416" y="17601"/>
                  <a:pt x="101125" y="17329"/>
                </a:cubicBezTo>
                <a:cubicBezTo>
                  <a:pt x="101834" y="17058"/>
                  <a:pt x="102485" y="16694"/>
                  <a:pt x="103078" y="16237"/>
                </a:cubicBezTo>
                <a:close/>
                <a:moveTo>
                  <a:pt x="121459" y="20185"/>
                </a:moveTo>
                <a:lnTo>
                  <a:pt x="119048" y="20185"/>
                </a:lnTo>
                <a:lnTo>
                  <a:pt x="119048" y="18662"/>
                </a:lnTo>
                <a:cubicBezTo>
                  <a:pt x="118834" y="18808"/>
                  <a:pt x="118544" y="19013"/>
                  <a:pt x="118178" y="19275"/>
                </a:cubicBezTo>
                <a:cubicBezTo>
                  <a:pt x="117813" y="19537"/>
                  <a:pt x="117459" y="19746"/>
                  <a:pt x="117115" y="19901"/>
                </a:cubicBezTo>
                <a:cubicBezTo>
                  <a:pt x="116711" y="20099"/>
                  <a:pt x="116247" y="20264"/>
                  <a:pt x="115723" y="20397"/>
                </a:cubicBezTo>
                <a:cubicBezTo>
                  <a:pt x="115199" y="20531"/>
                  <a:pt x="114584" y="20598"/>
                  <a:pt x="113880" y="20598"/>
                </a:cubicBezTo>
                <a:cubicBezTo>
                  <a:pt x="112582" y="20598"/>
                  <a:pt x="111482" y="20167"/>
                  <a:pt x="110580" y="19307"/>
                </a:cubicBezTo>
                <a:cubicBezTo>
                  <a:pt x="109678" y="18447"/>
                  <a:pt x="109226" y="17350"/>
                  <a:pt x="109226" y="16016"/>
                </a:cubicBezTo>
                <a:cubicBezTo>
                  <a:pt x="109226" y="14923"/>
                  <a:pt x="109461" y="14039"/>
                  <a:pt x="109929" y="13364"/>
                </a:cubicBezTo>
                <a:cubicBezTo>
                  <a:pt x="110397" y="12688"/>
                  <a:pt x="111065" y="12157"/>
                  <a:pt x="111933" y="11770"/>
                </a:cubicBezTo>
                <a:cubicBezTo>
                  <a:pt x="112810" y="11383"/>
                  <a:pt x="113862" y="11120"/>
                  <a:pt x="115091" y="10982"/>
                </a:cubicBezTo>
                <a:cubicBezTo>
                  <a:pt x="116320" y="10845"/>
                  <a:pt x="117639" y="10741"/>
                  <a:pt x="119048" y="10673"/>
                </a:cubicBezTo>
                <a:lnTo>
                  <a:pt x="119048" y="10296"/>
                </a:lnTo>
                <a:cubicBezTo>
                  <a:pt x="119048" y="9741"/>
                  <a:pt x="118952" y="9282"/>
                  <a:pt x="118758" y="8918"/>
                </a:cubicBezTo>
                <a:cubicBezTo>
                  <a:pt x="118565" y="8554"/>
                  <a:pt x="118288" y="8268"/>
                  <a:pt x="117927" y="8060"/>
                </a:cubicBezTo>
                <a:cubicBezTo>
                  <a:pt x="117583" y="7861"/>
                  <a:pt x="117171" y="7727"/>
                  <a:pt x="116690" y="7657"/>
                </a:cubicBezTo>
                <a:cubicBezTo>
                  <a:pt x="116208" y="7588"/>
                  <a:pt x="115706" y="7553"/>
                  <a:pt x="115181" y="7553"/>
                </a:cubicBezTo>
                <a:cubicBezTo>
                  <a:pt x="114546" y="7553"/>
                  <a:pt x="113837" y="7639"/>
                  <a:pt x="113055" y="7812"/>
                </a:cubicBezTo>
                <a:cubicBezTo>
                  <a:pt x="112273" y="7983"/>
                  <a:pt x="111465" y="8232"/>
                  <a:pt x="110631" y="8559"/>
                </a:cubicBezTo>
                <a:lnTo>
                  <a:pt x="110503" y="8559"/>
                </a:lnTo>
                <a:lnTo>
                  <a:pt x="110503" y="6097"/>
                </a:lnTo>
                <a:cubicBezTo>
                  <a:pt x="110975" y="5968"/>
                  <a:pt x="111658" y="5826"/>
                  <a:pt x="112552" y="5671"/>
                </a:cubicBezTo>
                <a:cubicBezTo>
                  <a:pt x="113446" y="5517"/>
                  <a:pt x="114326" y="5439"/>
                  <a:pt x="115194" y="5439"/>
                </a:cubicBezTo>
                <a:cubicBezTo>
                  <a:pt x="116208" y="5439"/>
                  <a:pt x="117091" y="5523"/>
                  <a:pt x="117843" y="5691"/>
                </a:cubicBezTo>
                <a:cubicBezTo>
                  <a:pt x="118595" y="5858"/>
                  <a:pt x="119246" y="6144"/>
                  <a:pt x="119796" y="6548"/>
                </a:cubicBezTo>
                <a:cubicBezTo>
                  <a:pt x="120337" y="6943"/>
                  <a:pt x="120750" y="7455"/>
                  <a:pt x="121033" y="8082"/>
                </a:cubicBezTo>
                <a:cubicBezTo>
                  <a:pt x="121317" y="8709"/>
                  <a:pt x="121459" y="9487"/>
                  <a:pt x="121459" y="10415"/>
                </a:cubicBezTo>
                <a:lnTo>
                  <a:pt x="121459" y="20185"/>
                </a:lnTo>
                <a:moveTo>
                  <a:pt x="119048" y="16659"/>
                </a:moveTo>
                <a:lnTo>
                  <a:pt x="119048" y="12632"/>
                </a:lnTo>
                <a:cubicBezTo>
                  <a:pt x="118309" y="12675"/>
                  <a:pt x="117439" y="12740"/>
                  <a:pt x="116438" y="12826"/>
                </a:cubicBezTo>
                <a:cubicBezTo>
                  <a:pt x="115437" y="12913"/>
                  <a:pt x="114644" y="13038"/>
                  <a:pt x="114060" y="13201"/>
                </a:cubicBezTo>
                <a:cubicBezTo>
                  <a:pt x="113364" y="13400"/>
                  <a:pt x="112801" y="13709"/>
                  <a:pt x="112372" y="14127"/>
                </a:cubicBezTo>
                <a:cubicBezTo>
                  <a:pt x="111942" y="14546"/>
                  <a:pt x="111727" y="15122"/>
                  <a:pt x="111727" y="15856"/>
                </a:cubicBezTo>
                <a:cubicBezTo>
                  <a:pt x="111727" y="16685"/>
                  <a:pt x="111976" y="17308"/>
                  <a:pt x="112475" y="17727"/>
                </a:cubicBezTo>
                <a:cubicBezTo>
                  <a:pt x="112973" y="18146"/>
                  <a:pt x="113734" y="18355"/>
                  <a:pt x="114756" y="18355"/>
                </a:cubicBezTo>
                <a:cubicBezTo>
                  <a:pt x="115607" y="18355"/>
                  <a:pt x="116384" y="18189"/>
                  <a:pt x="117089" y="17857"/>
                </a:cubicBezTo>
                <a:cubicBezTo>
                  <a:pt x="117794" y="17524"/>
                  <a:pt x="118447" y="17125"/>
                  <a:pt x="119048" y="16659"/>
                </a:cubicBezTo>
                <a:close/>
                <a:moveTo>
                  <a:pt x="128574" y="20185"/>
                </a:moveTo>
                <a:lnTo>
                  <a:pt x="126150" y="20185"/>
                </a:lnTo>
                <a:lnTo>
                  <a:pt x="126150" y="129"/>
                </a:lnTo>
                <a:lnTo>
                  <a:pt x="128574" y="129"/>
                </a:lnTo>
                <a:lnTo>
                  <a:pt x="128574" y="20185"/>
                </a:lnTo>
                <a:close/>
                <a:moveTo>
                  <a:pt x="145421" y="13225"/>
                </a:moveTo>
                <a:lnTo>
                  <a:pt x="134812" y="13225"/>
                </a:lnTo>
                <a:cubicBezTo>
                  <a:pt x="134812" y="14112"/>
                  <a:pt x="134946" y="14885"/>
                  <a:pt x="135212" y="15544"/>
                </a:cubicBezTo>
                <a:cubicBezTo>
                  <a:pt x="135478" y="16203"/>
                  <a:pt x="135844" y="16744"/>
                  <a:pt x="136308" y="17166"/>
                </a:cubicBezTo>
                <a:cubicBezTo>
                  <a:pt x="136754" y="17579"/>
                  <a:pt x="137285" y="17890"/>
                  <a:pt x="137900" y="18096"/>
                </a:cubicBezTo>
                <a:cubicBezTo>
                  <a:pt x="138514" y="18303"/>
                  <a:pt x="139191" y="18406"/>
                  <a:pt x="139930" y="18406"/>
                </a:cubicBezTo>
                <a:cubicBezTo>
                  <a:pt x="140909" y="18406"/>
                  <a:pt x="141895" y="18209"/>
                  <a:pt x="142888" y="17816"/>
                </a:cubicBezTo>
                <a:cubicBezTo>
                  <a:pt x="143880" y="17422"/>
                  <a:pt x="144587" y="17034"/>
                  <a:pt x="145008" y="16653"/>
                </a:cubicBezTo>
                <a:lnTo>
                  <a:pt x="145137" y="16653"/>
                </a:lnTo>
                <a:lnTo>
                  <a:pt x="145137" y="19305"/>
                </a:lnTo>
                <a:cubicBezTo>
                  <a:pt x="144321" y="19649"/>
                  <a:pt x="143487" y="19938"/>
                  <a:pt x="142636" y="20171"/>
                </a:cubicBezTo>
                <a:cubicBezTo>
                  <a:pt x="141786" y="20404"/>
                  <a:pt x="140892" y="20520"/>
                  <a:pt x="139955" y="20520"/>
                </a:cubicBezTo>
                <a:cubicBezTo>
                  <a:pt x="137567" y="20520"/>
                  <a:pt x="135702" y="19873"/>
                  <a:pt x="134361" y="18577"/>
                </a:cubicBezTo>
                <a:cubicBezTo>
                  <a:pt x="133021" y="17282"/>
                  <a:pt x="132351" y="15442"/>
                  <a:pt x="132351" y="13057"/>
                </a:cubicBezTo>
                <a:cubicBezTo>
                  <a:pt x="132351" y="10699"/>
                  <a:pt x="132993" y="8827"/>
                  <a:pt x="134278" y="7441"/>
                </a:cubicBezTo>
                <a:cubicBezTo>
                  <a:pt x="135562" y="6055"/>
                  <a:pt x="137253" y="5362"/>
                  <a:pt x="139350" y="5362"/>
                </a:cubicBezTo>
                <a:cubicBezTo>
                  <a:pt x="141292" y="5362"/>
                  <a:pt x="142789" y="5930"/>
                  <a:pt x="143842" y="7066"/>
                </a:cubicBezTo>
                <a:cubicBezTo>
                  <a:pt x="144894" y="8203"/>
                  <a:pt x="145421" y="9816"/>
                  <a:pt x="145421" y="11908"/>
                </a:cubicBezTo>
                <a:lnTo>
                  <a:pt x="145421" y="13225"/>
                </a:lnTo>
                <a:moveTo>
                  <a:pt x="143062" y="11369"/>
                </a:moveTo>
                <a:cubicBezTo>
                  <a:pt x="143053" y="10097"/>
                  <a:pt x="142733" y="9113"/>
                  <a:pt x="142102" y="8417"/>
                </a:cubicBezTo>
                <a:cubicBezTo>
                  <a:pt x="141470" y="7721"/>
                  <a:pt x="140510" y="7373"/>
                  <a:pt x="139221" y="7373"/>
                </a:cubicBezTo>
                <a:cubicBezTo>
                  <a:pt x="137923" y="7373"/>
                  <a:pt x="136890" y="7755"/>
                  <a:pt x="136121" y="8520"/>
                </a:cubicBezTo>
                <a:cubicBezTo>
                  <a:pt x="135352" y="9285"/>
                  <a:pt x="134916" y="10234"/>
                  <a:pt x="134812" y="11369"/>
                </a:cubicBezTo>
                <a:lnTo>
                  <a:pt x="143062" y="11369"/>
                </a:lnTo>
                <a:close/>
                <a:moveTo>
                  <a:pt x="159380" y="16026"/>
                </a:moveTo>
                <a:cubicBezTo>
                  <a:pt x="159380" y="17340"/>
                  <a:pt x="158837" y="18417"/>
                  <a:pt x="157750" y="19258"/>
                </a:cubicBezTo>
                <a:cubicBezTo>
                  <a:pt x="156663" y="20100"/>
                  <a:pt x="155178" y="20520"/>
                  <a:pt x="153296" y="20520"/>
                </a:cubicBezTo>
                <a:cubicBezTo>
                  <a:pt x="152231" y="20520"/>
                  <a:pt x="151253" y="20393"/>
                  <a:pt x="150364" y="20139"/>
                </a:cubicBezTo>
                <a:cubicBezTo>
                  <a:pt x="149474" y="19885"/>
                  <a:pt x="148729" y="19607"/>
                  <a:pt x="148127" y="19305"/>
                </a:cubicBezTo>
                <a:lnTo>
                  <a:pt x="148127" y="16576"/>
                </a:lnTo>
                <a:lnTo>
                  <a:pt x="148256" y="16576"/>
                </a:lnTo>
                <a:cubicBezTo>
                  <a:pt x="149021" y="17160"/>
                  <a:pt x="149872" y="17624"/>
                  <a:pt x="150809" y="17968"/>
                </a:cubicBezTo>
                <a:cubicBezTo>
                  <a:pt x="151745" y="18312"/>
                  <a:pt x="152643" y="18484"/>
                  <a:pt x="153502" y="18484"/>
                </a:cubicBezTo>
                <a:cubicBezTo>
                  <a:pt x="154568" y="18484"/>
                  <a:pt x="155402" y="18311"/>
                  <a:pt x="156003" y="17966"/>
                </a:cubicBezTo>
                <a:cubicBezTo>
                  <a:pt x="156605" y="17621"/>
                  <a:pt x="156905" y="17077"/>
                  <a:pt x="156905" y="16335"/>
                </a:cubicBezTo>
                <a:cubicBezTo>
                  <a:pt x="156905" y="15768"/>
                  <a:pt x="156742" y="15339"/>
                  <a:pt x="156416" y="15047"/>
                </a:cubicBezTo>
                <a:cubicBezTo>
                  <a:pt x="156089" y="14755"/>
                  <a:pt x="155462" y="14506"/>
                  <a:pt x="154534" y="14300"/>
                </a:cubicBezTo>
                <a:cubicBezTo>
                  <a:pt x="154190" y="14223"/>
                  <a:pt x="153741" y="14133"/>
                  <a:pt x="153187" y="14030"/>
                </a:cubicBezTo>
                <a:cubicBezTo>
                  <a:pt x="152632" y="13926"/>
                  <a:pt x="152128" y="13815"/>
                  <a:pt x="151672" y="13695"/>
                </a:cubicBezTo>
                <a:cubicBezTo>
                  <a:pt x="150409" y="13360"/>
                  <a:pt x="149513" y="12868"/>
                  <a:pt x="148985" y="12220"/>
                </a:cubicBezTo>
                <a:cubicBezTo>
                  <a:pt x="148456" y="11572"/>
                  <a:pt x="148192" y="10776"/>
                  <a:pt x="148192" y="9831"/>
                </a:cubicBezTo>
                <a:cubicBezTo>
                  <a:pt x="148192" y="9239"/>
                  <a:pt x="148314" y="8681"/>
                  <a:pt x="148559" y="8157"/>
                </a:cubicBezTo>
                <a:cubicBezTo>
                  <a:pt x="148804" y="7633"/>
                  <a:pt x="149176" y="7165"/>
                  <a:pt x="149674" y="6753"/>
                </a:cubicBezTo>
                <a:cubicBezTo>
                  <a:pt x="150155" y="6350"/>
                  <a:pt x="150768" y="6030"/>
                  <a:pt x="151511" y="5794"/>
                </a:cubicBezTo>
                <a:cubicBezTo>
                  <a:pt x="152254" y="5558"/>
                  <a:pt x="153086" y="5439"/>
                  <a:pt x="154005" y="5439"/>
                </a:cubicBezTo>
                <a:cubicBezTo>
                  <a:pt x="154864" y="5439"/>
                  <a:pt x="155735" y="5544"/>
                  <a:pt x="156615" y="5754"/>
                </a:cubicBezTo>
                <a:cubicBezTo>
                  <a:pt x="157496" y="5964"/>
                  <a:pt x="158229" y="6219"/>
                  <a:pt x="158813" y="6519"/>
                </a:cubicBezTo>
                <a:lnTo>
                  <a:pt x="158813" y="9100"/>
                </a:lnTo>
                <a:lnTo>
                  <a:pt x="158684" y="9100"/>
                </a:lnTo>
                <a:cubicBezTo>
                  <a:pt x="158065" y="8645"/>
                  <a:pt x="157314" y="8260"/>
                  <a:pt x="156428" y="7946"/>
                </a:cubicBezTo>
                <a:cubicBezTo>
                  <a:pt x="155543" y="7633"/>
                  <a:pt x="154675" y="7476"/>
                  <a:pt x="153825" y="7476"/>
                </a:cubicBezTo>
                <a:cubicBezTo>
                  <a:pt x="152940" y="7476"/>
                  <a:pt x="152192" y="7647"/>
                  <a:pt x="151582" y="7988"/>
                </a:cubicBezTo>
                <a:cubicBezTo>
                  <a:pt x="150972" y="8329"/>
                  <a:pt x="150667" y="8836"/>
                  <a:pt x="150667" y="9509"/>
                </a:cubicBezTo>
                <a:cubicBezTo>
                  <a:pt x="150667" y="10101"/>
                  <a:pt x="150852" y="10548"/>
                  <a:pt x="151221" y="10848"/>
                </a:cubicBezTo>
                <a:cubicBezTo>
                  <a:pt x="151582" y="11149"/>
                  <a:pt x="152166" y="11394"/>
                  <a:pt x="152974" y="11583"/>
                </a:cubicBezTo>
                <a:cubicBezTo>
                  <a:pt x="153421" y="11686"/>
                  <a:pt x="153921" y="11789"/>
                  <a:pt x="154476" y="11892"/>
                </a:cubicBezTo>
                <a:cubicBezTo>
                  <a:pt x="155030" y="11995"/>
                  <a:pt x="155492" y="12089"/>
                  <a:pt x="155861" y="12175"/>
                </a:cubicBezTo>
                <a:cubicBezTo>
                  <a:pt x="156987" y="12433"/>
                  <a:pt x="157855" y="12875"/>
                  <a:pt x="158465" y="13502"/>
                </a:cubicBezTo>
                <a:cubicBezTo>
                  <a:pt x="159075" y="14137"/>
                  <a:pt x="159380" y="14978"/>
                  <a:pt x="159380" y="16026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DA305EF-49BF-4174-8E37-F367DEE0C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674" y="2463279"/>
            <a:ext cx="297214" cy="231389"/>
          </a:xfrm>
          <a:custGeom xmlns:a="http://schemas.openxmlformats.org/drawingml/2006/main">
            <a:pathLst>
              <a:path w="297214" h="231389">
                <a:moveTo>
                  <a:pt x="0" y="0"/>
                </a:moveTo>
                <a:lnTo>
                  <a:pt x="297214" y="0"/>
                </a:lnTo>
                <a:lnTo>
                  <a:pt x="297214" y="231389"/>
                </a:lnTo>
                <a:lnTo>
                  <a:pt x="0" y="2313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16F5BD-7835-473C-AB0B-4B8AABC36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03675" y="2463282"/>
            <a:ext cx="297215" cy="231388"/>
          </a:xfrm>
          <a:custGeom xmlns:a="http://schemas.openxmlformats.org/drawingml/2006/main">
            <a:pathLst>
              <a:path w="297215" h="231388" fill="none">
                <a:moveTo>
                  <a:pt x="0" y="0"/>
                </a:moveTo>
                <a:lnTo>
                  <a:pt x="297215" y="0"/>
                </a:lnTo>
                <a:lnTo>
                  <a:pt x="297215" y="231388"/>
                </a:lnTo>
                <a:lnTo>
                  <a:pt x="0" y="2313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14" name="Text Solanales">
            <a:extLst xmlns:a="http://schemas.openxmlformats.org/drawingml/2006/main">
              <a:ext uri="{FF2B5EF4-FFF2-40B4-BE49-F238E27FC236}">
                <a16:creationId xmlns:a16="http://schemas.microsoft.com/office/drawing/2014/main" id="{6195960D-7D30-4A49-B9C3-97C91CCE8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73381" y="2493943"/>
            <a:ext cx="158410" cy="26226"/>
          </a:xfrm>
          <a:custGeom xmlns:a="http://schemas.openxmlformats.org/drawingml/2006/main">
            <a:pathLst>
              <a:path w="158410" h="26226">
                <a:moveTo>
                  <a:pt x="18959" y="18690"/>
                </a:moveTo>
                <a:cubicBezTo>
                  <a:pt x="18959" y="19649"/>
                  <a:pt x="18736" y="20596"/>
                  <a:pt x="18290" y="21533"/>
                </a:cubicBezTo>
                <a:cubicBezTo>
                  <a:pt x="17844" y="22469"/>
                  <a:pt x="17220" y="23262"/>
                  <a:pt x="16416" y="23912"/>
                </a:cubicBezTo>
                <a:cubicBezTo>
                  <a:pt x="15535" y="24617"/>
                  <a:pt x="14508" y="25168"/>
                  <a:pt x="13336" y="25565"/>
                </a:cubicBezTo>
                <a:cubicBezTo>
                  <a:pt x="12163" y="25961"/>
                  <a:pt x="10751" y="26160"/>
                  <a:pt x="9100" y="26160"/>
                </a:cubicBezTo>
                <a:cubicBezTo>
                  <a:pt x="7327" y="26160"/>
                  <a:pt x="5733" y="25994"/>
                  <a:pt x="4319" y="25663"/>
                </a:cubicBezTo>
                <a:cubicBezTo>
                  <a:pt x="2904" y="25332"/>
                  <a:pt x="1464" y="24840"/>
                  <a:pt x="0" y="24189"/>
                </a:cubicBezTo>
                <a:lnTo>
                  <a:pt x="0" y="20082"/>
                </a:lnTo>
                <a:lnTo>
                  <a:pt x="231" y="20082"/>
                </a:lnTo>
                <a:cubicBezTo>
                  <a:pt x="1475" y="21117"/>
                  <a:pt x="2912" y="21915"/>
                  <a:pt x="4542" y="22477"/>
                </a:cubicBezTo>
                <a:cubicBezTo>
                  <a:pt x="6171" y="23038"/>
                  <a:pt x="7701" y="23319"/>
                  <a:pt x="9133" y="23319"/>
                </a:cubicBezTo>
                <a:cubicBezTo>
                  <a:pt x="11159" y="23319"/>
                  <a:pt x="12736" y="22940"/>
                  <a:pt x="13864" y="22183"/>
                </a:cubicBezTo>
                <a:cubicBezTo>
                  <a:pt x="14993" y="21425"/>
                  <a:pt x="15557" y="20415"/>
                  <a:pt x="15557" y="19153"/>
                </a:cubicBezTo>
                <a:cubicBezTo>
                  <a:pt x="15557" y="18062"/>
                  <a:pt x="15290" y="17258"/>
                  <a:pt x="14756" y="16740"/>
                </a:cubicBezTo>
                <a:cubicBezTo>
                  <a:pt x="14222" y="16222"/>
                  <a:pt x="13410" y="15820"/>
                  <a:pt x="12320" y="15534"/>
                </a:cubicBezTo>
                <a:cubicBezTo>
                  <a:pt x="11494" y="15313"/>
                  <a:pt x="10600" y="15131"/>
                  <a:pt x="9636" y="14988"/>
                </a:cubicBezTo>
                <a:cubicBezTo>
                  <a:pt x="8673" y="14845"/>
                  <a:pt x="7652" y="14663"/>
                  <a:pt x="6573" y="14443"/>
                </a:cubicBezTo>
                <a:cubicBezTo>
                  <a:pt x="4393" y="13980"/>
                  <a:pt x="2777" y="13190"/>
                  <a:pt x="1726" y="12071"/>
                </a:cubicBezTo>
                <a:cubicBezTo>
                  <a:pt x="674" y="10953"/>
                  <a:pt x="149" y="9496"/>
                  <a:pt x="149" y="7701"/>
                </a:cubicBezTo>
                <a:cubicBezTo>
                  <a:pt x="149" y="5640"/>
                  <a:pt x="1018" y="3952"/>
                  <a:pt x="2758" y="2636"/>
                </a:cubicBezTo>
                <a:cubicBezTo>
                  <a:pt x="4498" y="1319"/>
                  <a:pt x="6705" y="661"/>
                  <a:pt x="9380" y="661"/>
                </a:cubicBezTo>
                <a:cubicBezTo>
                  <a:pt x="11109" y="661"/>
                  <a:pt x="12694" y="826"/>
                  <a:pt x="14137" y="1156"/>
                </a:cubicBezTo>
                <a:cubicBezTo>
                  <a:pt x="15579" y="1486"/>
                  <a:pt x="16856" y="1894"/>
                  <a:pt x="17968" y="2378"/>
                </a:cubicBezTo>
                <a:lnTo>
                  <a:pt x="17968" y="6243"/>
                </a:lnTo>
                <a:lnTo>
                  <a:pt x="17737" y="6243"/>
                </a:lnTo>
                <a:cubicBezTo>
                  <a:pt x="16801" y="5455"/>
                  <a:pt x="15571" y="4801"/>
                  <a:pt x="14046" y="4281"/>
                </a:cubicBezTo>
                <a:cubicBezTo>
                  <a:pt x="12521" y="3761"/>
                  <a:pt x="10960" y="3501"/>
                  <a:pt x="9364" y="3501"/>
                </a:cubicBezTo>
                <a:cubicBezTo>
                  <a:pt x="7613" y="3501"/>
                  <a:pt x="6207" y="3863"/>
                  <a:pt x="5144" y="4588"/>
                </a:cubicBezTo>
                <a:cubicBezTo>
                  <a:pt x="4082" y="5312"/>
                  <a:pt x="3551" y="6245"/>
                  <a:pt x="3551" y="7386"/>
                </a:cubicBezTo>
                <a:cubicBezTo>
                  <a:pt x="3551" y="8411"/>
                  <a:pt x="3815" y="9215"/>
                  <a:pt x="4343" y="9799"/>
                </a:cubicBezTo>
                <a:cubicBezTo>
                  <a:pt x="4872" y="10383"/>
                  <a:pt x="5802" y="10829"/>
                  <a:pt x="7134" y="11138"/>
                </a:cubicBezTo>
                <a:cubicBezTo>
                  <a:pt x="7839" y="11292"/>
                  <a:pt x="8841" y="11479"/>
                  <a:pt x="10140" y="11700"/>
                </a:cubicBezTo>
                <a:cubicBezTo>
                  <a:pt x="11439" y="11920"/>
                  <a:pt x="12540" y="12146"/>
                  <a:pt x="13443" y="12377"/>
                </a:cubicBezTo>
                <a:cubicBezTo>
                  <a:pt x="15271" y="12862"/>
                  <a:pt x="16647" y="13595"/>
                  <a:pt x="17572" y="14575"/>
                </a:cubicBezTo>
                <a:cubicBezTo>
                  <a:pt x="18497" y="15556"/>
                  <a:pt x="18959" y="16927"/>
                  <a:pt x="18959" y="18690"/>
                </a:cubicBezTo>
                <a:close/>
                <a:moveTo>
                  <a:pt x="39685" y="16474"/>
                </a:moveTo>
                <a:cubicBezTo>
                  <a:pt x="39685" y="19487"/>
                  <a:pt x="38915" y="21866"/>
                  <a:pt x="37373" y="23610"/>
                </a:cubicBezTo>
                <a:cubicBezTo>
                  <a:pt x="35832" y="25354"/>
                  <a:pt x="33767" y="26226"/>
                  <a:pt x="31180" y="26226"/>
                </a:cubicBezTo>
                <a:cubicBezTo>
                  <a:pt x="28571" y="26226"/>
                  <a:pt x="26498" y="25354"/>
                  <a:pt x="24962" y="23610"/>
                </a:cubicBezTo>
                <a:cubicBezTo>
                  <a:pt x="23426" y="21866"/>
                  <a:pt x="22658" y="19487"/>
                  <a:pt x="22658" y="16474"/>
                </a:cubicBezTo>
                <a:cubicBezTo>
                  <a:pt x="22658" y="13460"/>
                  <a:pt x="23426" y="11079"/>
                  <a:pt x="24962" y="9329"/>
                </a:cubicBezTo>
                <a:cubicBezTo>
                  <a:pt x="26498" y="7580"/>
                  <a:pt x="28571" y="6705"/>
                  <a:pt x="31180" y="6705"/>
                </a:cubicBezTo>
                <a:cubicBezTo>
                  <a:pt x="33767" y="6705"/>
                  <a:pt x="35832" y="7580"/>
                  <a:pt x="37373" y="9329"/>
                </a:cubicBezTo>
                <a:cubicBezTo>
                  <a:pt x="38915" y="11079"/>
                  <a:pt x="39685" y="13460"/>
                  <a:pt x="39685" y="16474"/>
                </a:cubicBezTo>
                <a:moveTo>
                  <a:pt x="36481" y="16474"/>
                </a:moveTo>
                <a:cubicBezTo>
                  <a:pt x="36481" y="14087"/>
                  <a:pt x="36014" y="12314"/>
                  <a:pt x="35078" y="11154"/>
                </a:cubicBezTo>
                <a:cubicBezTo>
                  <a:pt x="34142" y="9994"/>
                  <a:pt x="32843" y="9413"/>
                  <a:pt x="31180" y="9413"/>
                </a:cubicBezTo>
                <a:cubicBezTo>
                  <a:pt x="29496" y="9413"/>
                  <a:pt x="28188" y="9994"/>
                  <a:pt x="27258" y="11154"/>
                </a:cubicBezTo>
                <a:cubicBezTo>
                  <a:pt x="26328" y="12314"/>
                  <a:pt x="25862" y="14087"/>
                  <a:pt x="25862" y="16474"/>
                </a:cubicBezTo>
                <a:cubicBezTo>
                  <a:pt x="25862" y="18783"/>
                  <a:pt x="26330" y="20534"/>
                  <a:pt x="27266" y="21727"/>
                </a:cubicBezTo>
                <a:cubicBezTo>
                  <a:pt x="28202" y="22921"/>
                  <a:pt x="29507" y="23517"/>
                  <a:pt x="31180" y="23517"/>
                </a:cubicBezTo>
                <a:cubicBezTo>
                  <a:pt x="32832" y="23517"/>
                  <a:pt x="34128" y="22926"/>
                  <a:pt x="35069" y="21744"/>
                </a:cubicBezTo>
                <a:cubicBezTo>
                  <a:pt x="36011" y="20562"/>
                  <a:pt x="36481" y="18805"/>
                  <a:pt x="36481" y="16474"/>
                </a:cubicBezTo>
                <a:close/>
                <a:moveTo>
                  <a:pt x="47628" y="25697"/>
                </a:moveTo>
                <a:lnTo>
                  <a:pt x="44524" y="25697"/>
                </a:lnTo>
                <a:lnTo>
                  <a:pt x="44524" y="0"/>
                </a:lnTo>
                <a:lnTo>
                  <a:pt x="47628" y="0"/>
                </a:lnTo>
                <a:lnTo>
                  <a:pt x="47628" y="25697"/>
                </a:lnTo>
                <a:close/>
                <a:moveTo>
                  <a:pt x="68107" y="25697"/>
                </a:moveTo>
                <a:lnTo>
                  <a:pt x="65019" y="25697"/>
                </a:lnTo>
                <a:lnTo>
                  <a:pt x="65019" y="23745"/>
                </a:lnTo>
                <a:cubicBezTo>
                  <a:pt x="64744" y="23933"/>
                  <a:pt x="64372" y="24195"/>
                  <a:pt x="63904" y="24531"/>
                </a:cubicBezTo>
                <a:cubicBezTo>
                  <a:pt x="63436" y="24867"/>
                  <a:pt x="62982" y="25134"/>
                  <a:pt x="62542" y="25333"/>
                </a:cubicBezTo>
                <a:cubicBezTo>
                  <a:pt x="62024" y="25586"/>
                  <a:pt x="61430" y="25798"/>
                  <a:pt x="60758" y="25969"/>
                </a:cubicBezTo>
                <a:cubicBezTo>
                  <a:pt x="60086" y="26140"/>
                  <a:pt x="59299" y="26226"/>
                  <a:pt x="58396" y="26226"/>
                </a:cubicBezTo>
                <a:cubicBezTo>
                  <a:pt x="56734" y="26226"/>
                  <a:pt x="55325" y="25674"/>
                  <a:pt x="54169" y="24572"/>
                </a:cubicBezTo>
                <a:cubicBezTo>
                  <a:pt x="53013" y="23470"/>
                  <a:pt x="52435" y="22064"/>
                  <a:pt x="52435" y="20355"/>
                </a:cubicBezTo>
                <a:cubicBezTo>
                  <a:pt x="52435" y="18955"/>
                  <a:pt x="52735" y="17822"/>
                  <a:pt x="53335" y="16957"/>
                </a:cubicBezTo>
                <a:cubicBezTo>
                  <a:pt x="53935" y="16092"/>
                  <a:pt x="54791" y="15411"/>
                  <a:pt x="55903" y="14915"/>
                </a:cubicBezTo>
                <a:cubicBezTo>
                  <a:pt x="57026" y="14419"/>
                  <a:pt x="58374" y="14083"/>
                  <a:pt x="59949" y="13906"/>
                </a:cubicBezTo>
                <a:cubicBezTo>
                  <a:pt x="61523" y="13730"/>
                  <a:pt x="63213" y="13597"/>
                  <a:pt x="65019" y="13509"/>
                </a:cubicBezTo>
                <a:lnTo>
                  <a:pt x="65019" y="13026"/>
                </a:lnTo>
                <a:cubicBezTo>
                  <a:pt x="65019" y="12316"/>
                  <a:pt x="64895" y="11727"/>
                  <a:pt x="64647" y="11261"/>
                </a:cubicBezTo>
                <a:cubicBezTo>
                  <a:pt x="64400" y="10795"/>
                  <a:pt x="64045" y="10428"/>
                  <a:pt x="63582" y="10162"/>
                </a:cubicBezTo>
                <a:cubicBezTo>
                  <a:pt x="63142" y="9907"/>
                  <a:pt x="62613" y="9734"/>
                  <a:pt x="61997" y="9646"/>
                </a:cubicBezTo>
                <a:cubicBezTo>
                  <a:pt x="61380" y="9557"/>
                  <a:pt x="60736" y="9513"/>
                  <a:pt x="60064" y="9513"/>
                </a:cubicBezTo>
                <a:cubicBezTo>
                  <a:pt x="59250" y="9513"/>
                  <a:pt x="58341" y="9623"/>
                  <a:pt x="57340" y="9843"/>
                </a:cubicBezTo>
                <a:cubicBezTo>
                  <a:pt x="56338" y="10064"/>
                  <a:pt x="55303" y="10383"/>
                  <a:pt x="54235" y="10801"/>
                </a:cubicBezTo>
                <a:lnTo>
                  <a:pt x="54070" y="10801"/>
                </a:lnTo>
                <a:lnTo>
                  <a:pt x="54070" y="7646"/>
                </a:lnTo>
                <a:cubicBezTo>
                  <a:pt x="54675" y="7481"/>
                  <a:pt x="55550" y="7300"/>
                  <a:pt x="56695" y="7101"/>
                </a:cubicBezTo>
                <a:cubicBezTo>
                  <a:pt x="57840" y="6903"/>
                  <a:pt x="58969" y="6804"/>
                  <a:pt x="60081" y="6804"/>
                </a:cubicBezTo>
                <a:cubicBezTo>
                  <a:pt x="61380" y="6804"/>
                  <a:pt x="62511" y="6911"/>
                  <a:pt x="63475" y="7126"/>
                </a:cubicBezTo>
                <a:cubicBezTo>
                  <a:pt x="64438" y="7341"/>
                  <a:pt x="65272" y="7707"/>
                  <a:pt x="65977" y="8224"/>
                </a:cubicBezTo>
                <a:cubicBezTo>
                  <a:pt x="66670" y="8731"/>
                  <a:pt x="67199" y="9386"/>
                  <a:pt x="67562" y="10190"/>
                </a:cubicBezTo>
                <a:cubicBezTo>
                  <a:pt x="67926" y="10993"/>
                  <a:pt x="68107" y="11990"/>
                  <a:pt x="68107" y="13179"/>
                </a:cubicBezTo>
                <a:lnTo>
                  <a:pt x="68107" y="25697"/>
                </a:lnTo>
                <a:moveTo>
                  <a:pt x="65019" y="21179"/>
                </a:moveTo>
                <a:lnTo>
                  <a:pt x="65019" y="16019"/>
                </a:lnTo>
                <a:cubicBezTo>
                  <a:pt x="64072" y="16075"/>
                  <a:pt x="62957" y="16158"/>
                  <a:pt x="61675" y="16269"/>
                </a:cubicBezTo>
                <a:cubicBezTo>
                  <a:pt x="60392" y="16379"/>
                  <a:pt x="59376" y="16539"/>
                  <a:pt x="58628" y="16749"/>
                </a:cubicBezTo>
                <a:cubicBezTo>
                  <a:pt x="57736" y="17004"/>
                  <a:pt x="57015" y="17399"/>
                  <a:pt x="56464" y="17936"/>
                </a:cubicBezTo>
                <a:cubicBezTo>
                  <a:pt x="55914" y="18472"/>
                  <a:pt x="55638" y="19210"/>
                  <a:pt x="55638" y="20150"/>
                </a:cubicBezTo>
                <a:cubicBezTo>
                  <a:pt x="55638" y="21212"/>
                  <a:pt x="55958" y="22011"/>
                  <a:pt x="56596" y="22547"/>
                </a:cubicBezTo>
                <a:cubicBezTo>
                  <a:pt x="57235" y="23084"/>
                  <a:pt x="58209" y="23352"/>
                  <a:pt x="59519" y="23352"/>
                </a:cubicBezTo>
                <a:cubicBezTo>
                  <a:pt x="60609" y="23352"/>
                  <a:pt x="61606" y="23139"/>
                  <a:pt x="62509" y="22714"/>
                </a:cubicBezTo>
                <a:cubicBezTo>
                  <a:pt x="63411" y="22288"/>
                  <a:pt x="64248" y="21776"/>
                  <a:pt x="65019" y="21179"/>
                </a:cubicBezTo>
                <a:close/>
                <a:moveTo>
                  <a:pt x="89510" y="25697"/>
                </a:moveTo>
                <a:lnTo>
                  <a:pt x="86406" y="25697"/>
                </a:lnTo>
                <a:lnTo>
                  <a:pt x="86406" y="15183"/>
                </a:lnTo>
                <a:cubicBezTo>
                  <a:pt x="86406" y="14334"/>
                  <a:pt x="86356" y="13538"/>
                  <a:pt x="86257" y="12794"/>
                </a:cubicBezTo>
                <a:cubicBezTo>
                  <a:pt x="86158" y="12050"/>
                  <a:pt x="85976" y="11469"/>
                  <a:pt x="85712" y="11050"/>
                </a:cubicBezTo>
                <a:cubicBezTo>
                  <a:pt x="85437" y="10587"/>
                  <a:pt x="85040" y="10242"/>
                  <a:pt x="84523" y="10017"/>
                </a:cubicBezTo>
                <a:cubicBezTo>
                  <a:pt x="84005" y="9791"/>
                  <a:pt x="83334" y="9678"/>
                  <a:pt x="82508" y="9678"/>
                </a:cubicBezTo>
                <a:cubicBezTo>
                  <a:pt x="81660" y="9678"/>
                  <a:pt x="80774" y="9887"/>
                  <a:pt x="79849" y="10306"/>
                </a:cubicBezTo>
                <a:cubicBezTo>
                  <a:pt x="78924" y="10725"/>
                  <a:pt x="78038" y="11259"/>
                  <a:pt x="77190" y="11909"/>
                </a:cubicBezTo>
                <a:lnTo>
                  <a:pt x="77190" y="25697"/>
                </a:lnTo>
                <a:lnTo>
                  <a:pt x="74085" y="25697"/>
                </a:lnTo>
                <a:lnTo>
                  <a:pt x="74085" y="7234"/>
                </a:lnTo>
                <a:lnTo>
                  <a:pt x="77190" y="7234"/>
                </a:lnTo>
                <a:lnTo>
                  <a:pt x="77190" y="9269"/>
                </a:lnTo>
                <a:cubicBezTo>
                  <a:pt x="78159" y="8464"/>
                  <a:pt x="79161" y="7836"/>
                  <a:pt x="80196" y="7384"/>
                </a:cubicBezTo>
                <a:cubicBezTo>
                  <a:pt x="81231" y="6931"/>
                  <a:pt x="82293" y="6705"/>
                  <a:pt x="83383" y="6705"/>
                </a:cubicBezTo>
                <a:cubicBezTo>
                  <a:pt x="85376" y="6705"/>
                  <a:pt x="86895" y="7306"/>
                  <a:pt x="87941" y="8508"/>
                </a:cubicBezTo>
                <a:cubicBezTo>
                  <a:pt x="88987" y="9710"/>
                  <a:pt x="89510" y="11442"/>
                  <a:pt x="89510" y="13703"/>
                </a:cubicBezTo>
                <a:lnTo>
                  <a:pt x="89510" y="25697"/>
                </a:lnTo>
                <a:close/>
                <a:moveTo>
                  <a:pt x="109823" y="25697"/>
                </a:moveTo>
                <a:lnTo>
                  <a:pt x="106735" y="25697"/>
                </a:lnTo>
                <a:lnTo>
                  <a:pt x="106735" y="23745"/>
                </a:lnTo>
                <a:cubicBezTo>
                  <a:pt x="106460" y="23933"/>
                  <a:pt x="106088" y="24195"/>
                  <a:pt x="105620" y="24531"/>
                </a:cubicBezTo>
                <a:cubicBezTo>
                  <a:pt x="105152" y="24867"/>
                  <a:pt x="104698" y="25134"/>
                  <a:pt x="104258" y="25333"/>
                </a:cubicBezTo>
                <a:cubicBezTo>
                  <a:pt x="103740" y="25586"/>
                  <a:pt x="103146" y="25798"/>
                  <a:pt x="102474" y="25969"/>
                </a:cubicBezTo>
                <a:cubicBezTo>
                  <a:pt x="101803" y="26140"/>
                  <a:pt x="101015" y="26226"/>
                  <a:pt x="100113" y="26226"/>
                </a:cubicBezTo>
                <a:cubicBezTo>
                  <a:pt x="98450" y="26226"/>
                  <a:pt x="97041" y="25674"/>
                  <a:pt x="95885" y="24572"/>
                </a:cubicBezTo>
                <a:cubicBezTo>
                  <a:pt x="94729" y="23470"/>
                  <a:pt x="94151" y="22064"/>
                  <a:pt x="94151" y="20355"/>
                </a:cubicBezTo>
                <a:cubicBezTo>
                  <a:pt x="94151" y="18955"/>
                  <a:pt x="94451" y="17822"/>
                  <a:pt x="95051" y="16957"/>
                </a:cubicBezTo>
                <a:cubicBezTo>
                  <a:pt x="95651" y="16092"/>
                  <a:pt x="96507" y="15411"/>
                  <a:pt x="97619" y="14915"/>
                </a:cubicBezTo>
                <a:cubicBezTo>
                  <a:pt x="98742" y="14419"/>
                  <a:pt x="100091" y="14083"/>
                  <a:pt x="101665" y="13906"/>
                </a:cubicBezTo>
                <a:cubicBezTo>
                  <a:pt x="103239" y="13730"/>
                  <a:pt x="104929" y="13597"/>
                  <a:pt x="106735" y="13509"/>
                </a:cubicBezTo>
                <a:lnTo>
                  <a:pt x="106735" y="13026"/>
                </a:lnTo>
                <a:cubicBezTo>
                  <a:pt x="106735" y="12316"/>
                  <a:pt x="106611" y="11727"/>
                  <a:pt x="106363" y="11261"/>
                </a:cubicBezTo>
                <a:cubicBezTo>
                  <a:pt x="106116" y="10795"/>
                  <a:pt x="105761" y="10428"/>
                  <a:pt x="105298" y="10162"/>
                </a:cubicBezTo>
                <a:cubicBezTo>
                  <a:pt x="104858" y="9907"/>
                  <a:pt x="104329" y="9734"/>
                  <a:pt x="103713" y="9646"/>
                </a:cubicBezTo>
                <a:cubicBezTo>
                  <a:pt x="103096" y="9557"/>
                  <a:pt x="102452" y="9513"/>
                  <a:pt x="101781" y="9513"/>
                </a:cubicBezTo>
                <a:cubicBezTo>
                  <a:pt x="100966" y="9513"/>
                  <a:pt x="100057" y="9623"/>
                  <a:pt x="99056" y="9843"/>
                </a:cubicBezTo>
                <a:cubicBezTo>
                  <a:pt x="98054" y="10064"/>
                  <a:pt x="97019" y="10383"/>
                  <a:pt x="95951" y="10801"/>
                </a:cubicBezTo>
                <a:lnTo>
                  <a:pt x="95786" y="10801"/>
                </a:lnTo>
                <a:lnTo>
                  <a:pt x="95786" y="7646"/>
                </a:lnTo>
                <a:cubicBezTo>
                  <a:pt x="96391" y="7481"/>
                  <a:pt x="97266" y="7300"/>
                  <a:pt x="98412" y="7101"/>
                </a:cubicBezTo>
                <a:cubicBezTo>
                  <a:pt x="99557" y="6903"/>
                  <a:pt x="100685" y="6804"/>
                  <a:pt x="101797" y="6804"/>
                </a:cubicBezTo>
                <a:cubicBezTo>
                  <a:pt x="103096" y="6804"/>
                  <a:pt x="104227" y="6911"/>
                  <a:pt x="105191" y="7126"/>
                </a:cubicBezTo>
                <a:cubicBezTo>
                  <a:pt x="106154" y="7341"/>
                  <a:pt x="106988" y="7707"/>
                  <a:pt x="107693" y="8224"/>
                </a:cubicBezTo>
                <a:cubicBezTo>
                  <a:pt x="108386" y="8731"/>
                  <a:pt x="108915" y="9386"/>
                  <a:pt x="109278" y="10190"/>
                </a:cubicBezTo>
                <a:cubicBezTo>
                  <a:pt x="109642" y="10993"/>
                  <a:pt x="109823" y="11990"/>
                  <a:pt x="109823" y="13179"/>
                </a:cubicBezTo>
                <a:lnTo>
                  <a:pt x="109823" y="25697"/>
                </a:lnTo>
                <a:moveTo>
                  <a:pt x="106735" y="21179"/>
                </a:moveTo>
                <a:lnTo>
                  <a:pt x="106735" y="16019"/>
                </a:lnTo>
                <a:cubicBezTo>
                  <a:pt x="105788" y="16075"/>
                  <a:pt x="104673" y="16158"/>
                  <a:pt x="103391" y="16269"/>
                </a:cubicBezTo>
                <a:cubicBezTo>
                  <a:pt x="102108" y="16379"/>
                  <a:pt x="101092" y="16539"/>
                  <a:pt x="100344" y="16749"/>
                </a:cubicBezTo>
                <a:cubicBezTo>
                  <a:pt x="99452" y="17004"/>
                  <a:pt x="98731" y="17399"/>
                  <a:pt x="98180" y="17936"/>
                </a:cubicBezTo>
                <a:cubicBezTo>
                  <a:pt x="97630" y="18472"/>
                  <a:pt x="97355" y="19210"/>
                  <a:pt x="97355" y="20150"/>
                </a:cubicBezTo>
                <a:cubicBezTo>
                  <a:pt x="97355" y="21212"/>
                  <a:pt x="97674" y="22011"/>
                  <a:pt x="98312" y="22547"/>
                </a:cubicBezTo>
                <a:cubicBezTo>
                  <a:pt x="98951" y="23084"/>
                  <a:pt x="99925" y="23352"/>
                  <a:pt x="101236" y="23352"/>
                </a:cubicBezTo>
                <a:cubicBezTo>
                  <a:pt x="102326" y="23352"/>
                  <a:pt x="103322" y="23139"/>
                  <a:pt x="104225" y="22714"/>
                </a:cubicBezTo>
                <a:cubicBezTo>
                  <a:pt x="105128" y="22288"/>
                  <a:pt x="105964" y="21776"/>
                  <a:pt x="106735" y="21179"/>
                </a:cubicBezTo>
                <a:close/>
                <a:moveTo>
                  <a:pt x="118940" y="25697"/>
                </a:moveTo>
                <a:lnTo>
                  <a:pt x="115835" y="25697"/>
                </a:lnTo>
                <a:lnTo>
                  <a:pt x="115835" y="0"/>
                </a:lnTo>
                <a:lnTo>
                  <a:pt x="118940" y="0"/>
                </a:lnTo>
                <a:lnTo>
                  <a:pt x="118940" y="25697"/>
                </a:lnTo>
                <a:close/>
                <a:moveTo>
                  <a:pt x="140524" y="16779"/>
                </a:moveTo>
                <a:lnTo>
                  <a:pt x="126933" y="16779"/>
                </a:lnTo>
                <a:cubicBezTo>
                  <a:pt x="126933" y="17916"/>
                  <a:pt x="127103" y="18906"/>
                  <a:pt x="127445" y="19751"/>
                </a:cubicBezTo>
                <a:cubicBezTo>
                  <a:pt x="127786" y="20595"/>
                  <a:pt x="128254" y="21288"/>
                  <a:pt x="128848" y="21829"/>
                </a:cubicBezTo>
                <a:cubicBezTo>
                  <a:pt x="129421" y="22358"/>
                  <a:pt x="130101" y="22756"/>
                  <a:pt x="130888" y="23021"/>
                </a:cubicBezTo>
                <a:cubicBezTo>
                  <a:pt x="131675" y="23286"/>
                  <a:pt x="132542" y="23418"/>
                  <a:pt x="133489" y="23418"/>
                </a:cubicBezTo>
                <a:cubicBezTo>
                  <a:pt x="134744" y="23418"/>
                  <a:pt x="136008" y="23166"/>
                  <a:pt x="137279" y="22661"/>
                </a:cubicBezTo>
                <a:cubicBezTo>
                  <a:pt x="138551" y="22156"/>
                  <a:pt x="139456" y="21660"/>
                  <a:pt x="139996" y="21172"/>
                </a:cubicBezTo>
                <a:lnTo>
                  <a:pt x="140161" y="21172"/>
                </a:lnTo>
                <a:lnTo>
                  <a:pt x="140161" y="24569"/>
                </a:lnTo>
                <a:cubicBezTo>
                  <a:pt x="139115" y="25011"/>
                  <a:pt x="138047" y="25381"/>
                  <a:pt x="136957" y="25679"/>
                </a:cubicBezTo>
                <a:cubicBezTo>
                  <a:pt x="135867" y="25977"/>
                  <a:pt x="134722" y="26127"/>
                  <a:pt x="133522" y="26127"/>
                </a:cubicBezTo>
                <a:cubicBezTo>
                  <a:pt x="130461" y="26127"/>
                  <a:pt x="128072" y="25297"/>
                  <a:pt x="126355" y="23637"/>
                </a:cubicBezTo>
                <a:cubicBezTo>
                  <a:pt x="124637" y="21977"/>
                  <a:pt x="123778" y="19620"/>
                  <a:pt x="123778" y="16564"/>
                </a:cubicBezTo>
                <a:cubicBezTo>
                  <a:pt x="123778" y="13543"/>
                  <a:pt x="124601" y="11144"/>
                  <a:pt x="126247" y="9369"/>
                </a:cubicBezTo>
                <a:cubicBezTo>
                  <a:pt x="127893" y="7593"/>
                  <a:pt x="130059" y="6705"/>
                  <a:pt x="132746" y="6705"/>
                </a:cubicBezTo>
                <a:cubicBezTo>
                  <a:pt x="135234" y="6705"/>
                  <a:pt x="137153" y="7433"/>
                  <a:pt x="138501" y="8889"/>
                </a:cubicBezTo>
                <a:cubicBezTo>
                  <a:pt x="139850" y="10344"/>
                  <a:pt x="140524" y="12412"/>
                  <a:pt x="140524" y="15092"/>
                </a:cubicBezTo>
                <a:lnTo>
                  <a:pt x="140524" y="16779"/>
                </a:lnTo>
                <a:moveTo>
                  <a:pt x="137502" y="14401"/>
                </a:moveTo>
                <a:cubicBezTo>
                  <a:pt x="137491" y="12772"/>
                  <a:pt x="137081" y="11511"/>
                  <a:pt x="136272" y="10619"/>
                </a:cubicBezTo>
                <a:cubicBezTo>
                  <a:pt x="135463" y="9727"/>
                  <a:pt x="134232" y="9281"/>
                  <a:pt x="132581" y="9281"/>
                </a:cubicBezTo>
                <a:cubicBezTo>
                  <a:pt x="130918" y="9281"/>
                  <a:pt x="129594" y="9771"/>
                  <a:pt x="128609" y="10751"/>
                </a:cubicBezTo>
                <a:cubicBezTo>
                  <a:pt x="127623" y="11731"/>
                  <a:pt x="127065" y="12948"/>
                  <a:pt x="126933" y="14401"/>
                </a:cubicBezTo>
                <a:lnTo>
                  <a:pt x="137502" y="14401"/>
                </a:lnTo>
                <a:close/>
                <a:moveTo>
                  <a:pt x="158410" y="20368"/>
                </a:moveTo>
                <a:cubicBezTo>
                  <a:pt x="158410" y="22051"/>
                  <a:pt x="157714" y="23432"/>
                  <a:pt x="156321" y="24510"/>
                </a:cubicBezTo>
                <a:cubicBezTo>
                  <a:pt x="154928" y="25588"/>
                  <a:pt x="153026" y="26127"/>
                  <a:pt x="150615" y="26127"/>
                </a:cubicBezTo>
                <a:cubicBezTo>
                  <a:pt x="149250" y="26127"/>
                  <a:pt x="147997" y="25964"/>
                  <a:pt x="146858" y="25638"/>
                </a:cubicBezTo>
                <a:cubicBezTo>
                  <a:pt x="145718" y="25312"/>
                  <a:pt x="144763" y="24956"/>
                  <a:pt x="143993" y="24569"/>
                </a:cubicBezTo>
                <a:lnTo>
                  <a:pt x="143993" y="21073"/>
                </a:lnTo>
                <a:lnTo>
                  <a:pt x="144158" y="21073"/>
                </a:lnTo>
                <a:cubicBezTo>
                  <a:pt x="145138" y="21821"/>
                  <a:pt x="146228" y="22415"/>
                  <a:pt x="147428" y="22856"/>
                </a:cubicBezTo>
                <a:cubicBezTo>
                  <a:pt x="148628" y="23297"/>
                  <a:pt x="149778" y="23517"/>
                  <a:pt x="150879" y="23517"/>
                </a:cubicBezTo>
                <a:cubicBezTo>
                  <a:pt x="152244" y="23517"/>
                  <a:pt x="153312" y="23296"/>
                  <a:pt x="154083" y="22854"/>
                </a:cubicBezTo>
                <a:cubicBezTo>
                  <a:pt x="154854" y="22412"/>
                  <a:pt x="155239" y="21715"/>
                  <a:pt x="155239" y="20764"/>
                </a:cubicBezTo>
                <a:cubicBezTo>
                  <a:pt x="155239" y="20038"/>
                  <a:pt x="155030" y="19488"/>
                  <a:pt x="154612" y="19114"/>
                </a:cubicBezTo>
                <a:cubicBezTo>
                  <a:pt x="154193" y="18740"/>
                  <a:pt x="153390" y="18421"/>
                  <a:pt x="152200" y="18157"/>
                </a:cubicBezTo>
                <a:cubicBezTo>
                  <a:pt x="151760" y="18058"/>
                  <a:pt x="151185" y="17942"/>
                  <a:pt x="150475" y="17810"/>
                </a:cubicBezTo>
                <a:cubicBezTo>
                  <a:pt x="149764" y="17678"/>
                  <a:pt x="149118" y="17535"/>
                  <a:pt x="148534" y="17381"/>
                </a:cubicBezTo>
                <a:cubicBezTo>
                  <a:pt x="146916" y="16952"/>
                  <a:pt x="145768" y="16323"/>
                  <a:pt x="145091" y="15492"/>
                </a:cubicBezTo>
                <a:cubicBezTo>
                  <a:pt x="144414" y="14661"/>
                  <a:pt x="144075" y="13641"/>
                  <a:pt x="144075" y="12431"/>
                </a:cubicBezTo>
                <a:cubicBezTo>
                  <a:pt x="144075" y="11672"/>
                  <a:pt x="144232" y="10957"/>
                  <a:pt x="144546" y="10286"/>
                </a:cubicBezTo>
                <a:cubicBezTo>
                  <a:pt x="144860" y="9615"/>
                  <a:pt x="145336" y="9015"/>
                  <a:pt x="145974" y="8487"/>
                </a:cubicBezTo>
                <a:cubicBezTo>
                  <a:pt x="146591" y="7970"/>
                  <a:pt x="147375" y="7561"/>
                  <a:pt x="148328" y="7258"/>
                </a:cubicBezTo>
                <a:cubicBezTo>
                  <a:pt x="149280" y="6956"/>
                  <a:pt x="150345" y="6804"/>
                  <a:pt x="151523" y="6804"/>
                </a:cubicBezTo>
                <a:cubicBezTo>
                  <a:pt x="152624" y="6804"/>
                  <a:pt x="153739" y="6938"/>
                  <a:pt x="154868" y="7207"/>
                </a:cubicBezTo>
                <a:cubicBezTo>
                  <a:pt x="155996" y="7476"/>
                  <a:pt x="156935" y="7802"/>
                  <a:pt x="157683" y="8187"/>
                </a:cubicBezTo>
                <a:lnTo>
                  <a:pt x="157683" y="11494"/>
                </a:lnTo>
                <a:lnTo>
                  <a:pt x="157518" y="11494"/>
                </a:lnTo>
                <a:cubicBezTo>
                  <a:pt x="156726" y="10911"/>
                  <a:pt x="155762" y="10418"/>
                  <a:pt x="154628" y="10016"/>
                </a:cubicBezTo>
                <a:cubicBezTo>
                  <a:pt x="153494" y="9614"/>
                  <a:pt x="152382" y="9413"/>
                  <a:pt x="151292" y="9413"/>
                </a:cubicBezTo>
                <a:cubicBezTo>
                  <a:pt x="150158" y="9413"/>
                  <a:pt x="149200" y="9632"/>
                  <a:pt x="148419" y="10069"/>
                </a:cubicBezTo>
                <a:cubicBezTo>
                  <a:pt x="147637" y="10506"/>
                  <a:pt x="147246" y="11156"/>
                  <a:pt x="147246" y="12018"/>
                </a:cubicBezTo>
                <a:cubicBezTo>
                  <a:pt x="147246" y="12777"/>
                  <a:pt x="147483" y="13349"/>
                  <a:pt x="147956" y="13734"/>
                </a:cubicBezTo>
                <a:cubicBezTo>
                  <a:pt x="148419" y="14119"/>
                  <a:pt x="149167" y="14433"/>
                  <a:pt x="150202" y="14675"/>
                </a:cubicBezTo>
                <a:cubicBezTo>
                  <a:pt x="150775" y="14807"/>
                  <a:pt x="151416" y="14939"/>
                  <a:pt x="152126" y="15071"/>
                </a:cubicBezTo>
                <a:cubicBezTo>
                  <a:pt x="152836" y="15203"/>
                  <a:pt x="153428" y="15324"/>
                  <a:pt x="153901" y="15434"/>
                </a:cubicBezTo>
                <a:cubicBezTo>
                  <a:pt x="155344" y="15764"/>
                  <a:pt x="156456" y="16331"/>
                  <a:pt x="157237" y="17134"/>
                </a:cubicBezTo>
                <a:cubicBezTo>
                  <a:pt x="158019" y="17948"/>
                  <a:pt x="158410" y="19026"/>
                  <a:pt x="158410" y="20368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CD1CA6-DBAD-4B08-B40F-0DC826A5C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9" y="1918737"/>
            <a:ext cx="270019" cy="243479"/>
          </a:xfrm>
          <a:custGeom xmlns:a="http://schemas.openxmlformats.org/drawingml/2006/main">
            <a:pathLst>
              <a:path w="270019" h="243479">
                <a:moveTo>
                  <a:pt x="0" y="0"/>
                </a:moveTo>
                <a:lnTo>
                  <a:pt x="270019" y="0"/>
                </a:lnTo>
                <a:lnTo>
                  <a:pt x="270019" y="243479"/>
                </a:lnTo>
                <a:lnTo>
                  <a:pt x="0" y="2434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21C534-B3A0-498D-B9C6-409810299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8" y="1918740"/>
            <a:ext cx="270019" cy="243477"/>
          </a:xfrm>
          <a:custGeom xmlns:a="http://schemas.openxmlformats.org/drawingml/2006/main">
            <a:pathLst>
              <a:path w="270019" h="243477" fill="none">
                <a:moveTo>
                  <a:pt x="0" y="0"/>
                </a:moveTo>
                <a:lnTo>
                  <a:pt x="270019" y="0"/>
                </a:lnTo>
                <a:lnTo>
                  <a:pt x="270019" y="243477"/>
                </a:lnTo>
                <a:lnTo>
                  <a:pt x="0" y="2434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17" name="Text Boraginales">
            <a:extLst xmlns:a="http://schemas.openxmlformats.org/drawingml/2006/main">
              <a:ext uri="{FF2B5EF4-FFF2-40B4-BE49-F238E27FC236}">
                <a16:creationId xmlns:a16="http://schemas.microsoft.com/office/drawing/2014/main" id="{539BB6BF-B2CA-4B93-88E9-FCC736EEB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3138" y="1946799"/>
            <a:ext cx="131732" cy="22331"/>
          </a:xfrm>
          <a:custGeom xmlns:a="http://schemas.openxmlformats.org/drawingml/2006/main">
            <a:pathLst>
              <a:path w="131732" h="22331">
                <a:moveTo>
                  <a:pt x="12666" y="12385"/>
                </a:moveTo>
                <a:cubicBezTo>
                  <a:pt x="12666" y="13220"/>
                  <a:pt x="12508" y="13956"/>
                  <a:pt x="12192" y="14595"/>
                </a:cubicBezTo>
                <a:cubicBezTo>
                  <a:pt x="11876" y="15234"/>
                  <a:pt x="11451" y="15760"/>
                  <a:pt x="10918" y="16174"/>
                </a:cubicBezTo>
                <a:cubicBezTo>
                  <a:pt x="10286" y="16670"/>
                  <a:pt x="9592" y="17023"/>
                  <a:pt x="8837" y="17233"/>
                </a:cubicBezTo>
                <a:cubicBezTo>
                  <a:pt x="8081" y="17444"/>
                  <a:pt x="7120" y="17549"/>
                  <a:pt x="5955" y="17549"/>
                </a:cubicBezTo>
                <a:lnTo>
                  <a:pt x="0" y="17549"/>
                </a:lnTo>
                <a:lnTo>
                  <a:pt x="0" y="744"/>
                </a:lnTo>
                <a:lnTo>
                  <a:pt x="4974" y="744"/>
                </a:lnTo>
                <a:cubicBezTo>
                  <a:pt x="6199" y="744"/>
                  <a:pt x="7117" y="790"/>
                  <a:pt x="7726" y="880"/>
                </a:cubicBezTo>
                <a:cubicBezTo>
                  <a:pt x="8335" y="970"/>
                  <a:pt x="8917" y="1159"/>
                  <a:pt x="9474" y="1445"/>
                </a:cubicBezTo>
                <a:cubicBezTo>
                  <a:pt x="10090" y="1768"/>
                  <a:pt x="10538" y="2185"/>
                  <a:pt x="10816" y="2693"/>
                </a:cubicBezTo>
                <a:cubicBezTo>
                  <a:pt x="11094" y="3201"/>
                  <a:pt x="11233" y="3809"/>
                  <a:pt x="11233" y="4517"/>
                </a:cubicBezTo>
                <a:cubicBezTo>
                  <a:pt x="11233" y="5316"/>
                  <a:pt x="11030" y="5995"/>
                  <a:pt x="10624" y="6556"/>
                </a:cubicBezTo>
                <a:cubicBezTo>
                  <a:pt x="10218" y="7117"/>
                  <a:pt x="9677" y="7568"/>
                  <a:pt x="9000" y="7909"/>
                </a:cubicBezTo>
                <a:lnTo>
                  <a:pt x="9000" y="7999"/>
                </a:lnTo>
                <a:cubicBezTo>
                  <a:pt x="10136" y="8232"/>
                  <a:pt x="11030" y="8730"/>
                  <a:pt x="11684" y="9493"/>
                </a:cubicBezTo>
                <a:cubicBezTo>
                  <a:pt x="12339" y="10256"/>
                  <a:pt x="12666" y="11220"/>
                  <a:pt x="12666" y="12385"/>
                </a:cubicBezTo>
                <a:moveTo>
                  <a:pt x="8910" y="4829"/>
                </a:moveTo>
                <a:cubicBezTo>
                  <a:pt x="8910" y="4424"/>
                  <a:pt x="8842" y="4084"/>
                  <a:pt x="8707" y="3807"/>
                </a:cubicBezTo>
                <a:cubicBezTo>
                  <a:pt x="8572" y="3530"/>
                  <a:pt x="8354" y="3306"/>
                  <a:pt x="8053" y="3133"/>
                </a:cubicBezTo>
                <a:cubicBezTo>
                  <a:pt x="7699" y="2931"/>
                  <a:pt x="7271" y="2806"/>
                  <a:pt x="6767" y="2757"/>
                </a:cubicBezTo>
                <a:cubicBezTo>
                  <a:pt x="6263" y="2709"/>
                  <a:pt x="5639" y="2684"/>
                  <a:pt x="4895" y="2684"/>
                </a:cubicBezTo>
                <a:lnTo>
                  <a:pt x="2233" y="2684"/>
                </a:lnTo>
                <a:lnTo>
                  <a:pt x="2233" y="7511"/>
                </a:lnTo>
                <a:lnTo>
                  <a:pt x="5120" y="7511"/>
                </a:lnTo>
                <a:cubicBezTo>
                  <a:pt x="5820" y="7511"/>
                  <a:pt x="6376" y="7476"/>
                  <a:pt x="6790" y="7405"/>
                </a:cubicBezTo>
                <a:cubicBezTo>
                  <a:pt x="7203" y="7334"/>
                  <a:pt x="7587" y="7186"/>
                  <a:pt x="7940" y="6961"/>
                </a:cubicBezTo>
                <a:cubicBezTo>
                  <a:pt x="8293" y="6737"/>
                  <a:pt x="8543" y="6447"/>
                  <a:pt x="8690" y="6091"/>
                </a:cubicBezTo>
                <a:cubicBezTo>
                  <a:pt x="8837" y="5736"/>
                  <a:pt x="8910" y="5315"/>
                  <a:pt x="8910" y="4829"/>
                </a:cubicBezTo>
                <a:moveTo>
                  <a:pt x="10342" y="12463"/>
                </a:moveTo>
                <a:cubicBezTo>
                  <a:pt x="10342" y="11791"/>
                  <a:pt x="10241" y="11258"/>
                  <a:pt x="10038" y="10862"/>
                </a:cubicBezTo>
                <a:cubicBezTo>
                  <a:pt x="9835" y="10466"/>
                  <a:pt x="9466" y="10130"/>
                  <a:pt x="8933" y="9854"/>
                </a:cubicBezTo>
                <a:cubicBezTo>
                  <a:pt x="8572" y="9668"/>
                  <a:pt x="8134" y="9546"/>
                  <a:pt x="7619" y="9490"/>
                </a:cubicBezTo>
                <a:cubicBezTo>
                  <a:pt x="7104" y="9434"/>
                  <a:pt x="6478" y="9406"/>
                  <a:pt x="5741" y="9406"/>
                </a:cubicBezTo>
                <a:lnTo>
                  <a:pt x="2233" y="9406"/>
                </a:lnTo>
                <a:lnTo>
                  <a:pt x="2233" y="15609"/>
                </a:lnTo>
                <a:lnTo>
                  <a:pt x="5188" y="15609"/>
                </a:lnTo>
                <a:cubicBezTo>
                  <a:pt x="6166" y="15609"/>
                  <a:pt x="6966" y="15559"/>
                  <a:pt x="7590" y="15458"/>
                </a:cubicBezTo>
                <a:cubicBezTo>
                  <a:pt x="8214" y="15357"/>
                  <a:pt x="8726" y="15173"/>
                  <a:pt x="9124" y="14904"/>
                </a:cubicBezTo>
                <a:cubicBezTo>
                  <a:pt x="9545" y="14613"/>
                  <a:pt x="9854" y="14281"/>
                  <a:pt x="10049" y="13908"/>
                </a:cubicBezTo>
                <a:cubicBezTo>
                  <a:pt x="10245" y="13534"/>
                  <a:pt x="10342" y="13053"/>
                  <a:pt x="10342" y="12463"/>
                </a:cubicBezTo>
                <a:close/>
                <a:moveTo>
                  <a:pt x="26403" y="11250"/>
                </a:moveTo>
                <a:cubicBezTo>
                  <a:pt x="26403" y="13308"/>
                  <a:pt x="25876" y="14933"/>
                  <a:pt x="24824" y="16124"/>
                </a:cubicBezTo>
                <a:cubicBezTo>
                  <a:pt x="23771" y="17315"/>
                  <a:pt x="22361" y="17910"/>
                  <a:pt x="20594" y="17910"/>
                </a:cubicBezTo>
                <a:cubicBezTo>
                  <a:pt x="18812" y="17910"/>
                  <a:pt x="17397" y="17315"/>
                  <a:pt x="16348" y="16124"/>
                </a:cubicBezTo>
                <a:cubicBezTo>
                  <a:pt x="15299" y="14933"/>
                  <a:pt x="14775" y="13308"/>
                  <a:pt x="14775" y="11250"/>
                </a:cubicBezTo>
                <a:cubicBezTo>
                  <a:pt x="14775" y="9192"/>
                  <a:pt x="15299" y="7566"/>
                  <a:pt x="16348" y="6371"/>
                </a:cubicBezTo>
                <a:cubicBezTo>
                  <a:pt x="17397" y="5176"/>
                  <a:pt x="18812" y="4579"/>
                  <a:pt x="20594" y="4579"/>
                </a:cubicBezTo>
                <a:cubicBezTo>
                  <a:pt x="22361" y="4579"/>
                  <a:pt x="23771" y="5176"/>
                  <a:pt x="24824" y="6371"/>
                </a:cubicBezTo>
                <a:cubicBezTo>
                  <a:pt x="25876" y="7566"/>
                  <a:pt x="26403" y="9192"/>
                  <a:pt x="26403" y="11250"/>
                </a:cubicBezTo>
                <a:moveTo>
                  <a:pt x="24215" y="11250"/>
                </a:moveTo>
                <a:cubicBezTo>
                  <a:pt x="24215" y="9621"/>
                  <a:pt x="23895" y="8409"/>
                  <a:pt x="23256" y="7617"/>
                </a:cubicBezTo>
                <a:cubicBezTo>
                  <a:pt x="22617" y="6825"/>
                  <a:pt x="21730" y="6429"/>
                  <a:pt x="20594" y="6429"/>
                </a:cubicBezTo>
                <a:cubicBezTo>
                  <a:pt x="19444" y="6429"/>
                  <a:pt x="18551" y="6825"/>
                  <a:pt x="17916" y="7617"/>
                </a:cubicBezTo>
                <a:cubicBezTo>
                  <a:pt x="17280" y="8409"/>
                  <a:pt x="16963" y="9621"/>
                  <a:pt x="16963" y="11250"/>
                </a:cubicBezTo>
                <a:cubicBezTo>
                  <a:pt x="16963" y="12827"/>
                  <a:pt x="17282" y="14023"/>
                  <a:pt x="17921" y="14838"/>
                </a:cubicBezTo>
                <a:cubicBezTo>
                  <a:pt x="18560" y="15653"/>
                  <a:pt x="19451" y="16061"/>
                  <a:pt x="20594" y="16061"/>
                </a:cubicBezTo>
                <a:cubicBezTo>
                  <a:pt x="21722" y="16061"/>
                  <a:pt x="22608" y="15657"/>
                  <a:pt x="23250" y="14849"/>
                </a:cubicBezTo>
                <a:cubicBezTo>
                  <a:pt x="23893" y="14042"/>
                  <a:pt x="24215" y="12842"/>
                  <a:pt x="24215" y="11250"/>
                </a:cubicBezTo>
                <a:close/>
                <a:moveTo>
                  <a:pt x="37546" y="7241"/>
                </a:moveTo>
                <a:lnTo>
                  <a:pt x="37433" y="7241"/>
                </a:lnTo>
                <a:cubicBezTo>
                  <a:pt x="37117" y="7170"/>
                  <a:pt x="36811" y="7118"/>
                  <a:pt x="36514" y="7086"/>
                </a:cubicBezTo>
                <a:cubicBezTo>
                  <a:pt x="36217" y="7054"/>
                  <a:pt x="35865" y="7038"/>
                  <a:pt x="35459" y="7038"/>
                </a:cubicBezTo>
                <a:cubicBezTo>
                  <a:pt x="34805" y="7038"/>
                  <a:pt x="34173" y="7183"/>
                  <a:pt x="33564" y="7473"/>
                </a:cubicBezTo>
                <a:cubicBezTo>
                  <a:pt x="32955" y="7762"/>
                  <a:pt x="32369" y="8137"/>
                  <a:pt x="31805" y="8596"/>
                </a:cubicBezTo>
                <a:lnTo>
                  <a:pt x="31805" y="17549"/>
                </a:lnTo>
                <a:lnTo>
                  <a:pt x="29685" y="17549"/>
                </a:lnTo>
                <a:lnTo>
                  <a:pt x="29685" y="4940"/>
                </a:lnTo>
                <a:lnTo>
                  <a:pt x="31805" y="4940"/>
                </a:lnTo>
                <a:lnTo>
                  <a:pt x="31805" y="6803"/>
                </a:lnTo>
                <a:cubicBezTo>
                  <a:pt x="32647" y="6125"/>
                  <a:pt x="33390" y="5645"/>
                  <a:pt x="34032" y="5363"/>
                </a:cubicBezTo>
                <a:cubicBezTo>
                  <a:pt x="34675" y="5081"/>
                  <a:pt x="35331" y="4940"/>
                  <a:pt x="36000" y="4940"/>
                </a:cubicBezTo>
                <a:cubicBezTo>
                  <a:pt x="36369" y="4940"/>
                  <a:pt x="36636" y="4949"/>
                  <a:pt x="36801" y="4968"/>
                </a:cubicBezTo>
                <a:cubicBezTo>
                  <a:pt x="36967" y="4987"/>
                  <a:pt x="37215" y="5022"/>
                  <a:pt x="37546" y="5075"/>
                </a:cubicBezTo>
                <a:lnTo>
                  <a:pt x="37546" y="7241"/>
                </a:lnTo>
                <a:close/>
                <a:moveTo>
                  <a:pt x="49332" y="17549"/>
                </a:moveTo>
                <a:lnTo>
                  <a:pt x="47223" y="17549"/>
                </a:lnTo>
                <a:lnTo>
                  <a:pt x="47223" y="16216"/>
                </a:lnTo>
                <a:cubicBezTo>
                  <a:pt x="47035" y="16344"/>
                  <a:pt x="46781" y="16523"/>
                  <a:pt x="46461" y="16753"/>
                </a:cubicBezTo>
                <a:cubicBezTo>
                  <a:pt x="46142" y="16982"/>
                  <a:pt x="45832" y="17165"/>
                  <a:pt x="45531" y="17300"/>
                </a:cubicBezTo>
                <a:cubicBezTo>
                  <a:pt x="45178" y="17474"/>
                  <a:pt x="44772" y="17618"/>
                  <a:pt x="44313" y="17735"/>
                </a:cubicBezTo>
                <a:cubicBezTo>
                  <a:pt x="43854" y="17852"/>
                  <a:pt x="43317" y="17910"/>
                  <a:pt x="42700" y="17910"/>
                </a:cubicBezTo>
                <a:cubicBezTo>
                  <a:pt x="41565" y="17910"/>
                  <a:pt x="40602" y="17534"/>
                  <a:pt x="39813" y="16781"/>
                </a:cubicBezTo>
                <a:cubicBezTo>
                  <a:pt x="39023" y="16028"/>
                  <a:pt x="38629" y="15068"/>
                  <a:pt x="38629" y="13901"/>
                </a:cubicBezTo>
                <a:cubicBezTo>
                  <a:pt x="38629" y="12945"/>
                  <a:pt x="38833" y="12171"/>
                  <a:pt x="39243" y="11581"/>
                </a:cubicBezTo>
                <a:cubicBezTo>
                  <a:pt x="39653" y="10989"/>
                  <a:pt x="40238" y="10524"/>
                  <a:pt x="40997" y="10186"/>
                </a:cubicBezTo>
                <a:cubicBezTo>
                  <a:pt x="41764" y="9847"/>
                  <a:pt x="42685" y="9617"/>
                  <a:pt x="43760" y="9497"/>
                </a:cubicBezTo>
                <a:cubicBezTo>
                  <a:pt x="44835" y="9376"/>
                  <a:pt x="45990" y="9286"/>
                  <a:pt x="47223" y="9226"/>
                </a:cubicBezTo>
                <a:lnTo>
                  <a:pt x="47223" y="8896"/>
                </a:lnTo>
                <a:cubicBezTo>
                  <a:pt x="47223" y="8411"/>
                  <a:pt x="47138" y="8009"/>
                  <a:pt x="46969" y="7690"/>
                </a:cubicBezTo>
                <a:cubicBezTo>
                  <a:pt x="46800" y="7372"/>
                  <a:pt x="46557" y="7122"/>
                  <a:pt x="46241" y="6940"/>
                </a:cubicBezTo>
                <a:cubicBezTo>
                  <a:pt x="45941" y="6765"/>
                  <a:pt x="45580" y="6648"/>
                  <a:pt x="45159" y="6587"/>
                </a:cubicBezTo>
                <a:cubicBezTo>
                  <a:pt x="44738" y="6527"/>
                  <a:pt x="44298" y="6496"/>
                  <a:pt x="43839" y="6496"/>
                </a:cubicBezTo>
                <a:cubicBezTo>
                  <a:pt x="43283" y="6496"/>
                  <a:pt x="42662" y="6572"/>
                  <a:pt x="41978" y="6722"/>
                </a:cubicBezTo>
                <a:cubicBezTo>
                  <a:pt x="41294" y="6873"/>
                  <a:pt x="40587" y="7091"/>
                  <a:pt x="39858" y="7376"/>
                </a:cubicBezTo>
                <a:lnTo>
                  <a:pt x="39745" y="7376"/>
                </a:lnTo>
                <a:lnTo>
                  <a:pt x="39745" y="5222"/>
                </a:lnTo>
                <a:cubicBezTo>
                  <a:pt x="40159" y="5109"/>
                  <a:pt x="40756" y="4985"/>
                  <a:pt x="41538" y="4850"/>
                </a:cubicBezTo>
                <a:cubicBezTo>
                  <a:pt x="42320" y="4714"/>
                  <a:pt x="43091" y="4647"/>
                  <a:pt x="43850" y="4647"/>
                </a:cubicBezTo>
                <a:cubicBezTo>
                  <a:pt x="44738" y="4647"/>
                  <a:pt x="45510" y="4720"/>
                  <a:pt x="46168" y="4867"/>
                </a:cubicBezTo>
                <a:cubicBezTo>
                  <a:pt x="46826" y="5013"/>
                  <a:pt x="47396" y="5263"/>
                  <a:pt x="47877" y="5617"/>
                </a:cubicBezTo>
                <a:cubicBezTo>
                  <a:pt x="48351" y="5963"/>
                  <a:pt x="48711" y="6410"/>
                  <a:pt x="48960" y="6959"/>
                </a:cubicBezTo>
                <a:cubicBezTo>
                  <a:pt x="49208" y="7508"/>
                  <a:pt x="49332" y="8188"/>
                  <a:pt x="49332" y="9000"/>
                </a:cubicBezTo>
                <a:lnTo>
                  <a:pt x="49332" y="17549"/>
                </a:lnTo>
                <a:moveTo>
                  <a:pt x="47223" y="14464"/>
                </a:moveTo>
                <a:lnTo>
                  <a:pt x="47223" y="10940"/>
                </a:lnTo>
                <a:cubicBezTo>
                  <a:pt x="46576" y="10978"/>
                  <a:pt x="45815" y="11035"/>
                  <a:pt x="44939" y="11110"/>
                </a:cubicBezTo>
                <a:cubicBezTo>
                  <a:pt x="44063" y="11186"/>
                  <a:pt x="43369" y="11295"/>
                  <a:pt x="42858" y="11438"/>
                </a:cubicBezTo>
                <a:cubicBezTo>
                  <a:pt x="42249" y="11612"/>
                  <a:pt x="41756" y="11882"/>
                  <a:pt x="41380" y="12249"/>
                </a:cubicBezTo>
                <a:cubicBezTo>
                  <a:pt x="41005" y="12615"/>
                  <a:pt x="40817" y="13119"/>
                  <a:pt x="40817" y="13761"/>
                </a:cubicBezTo>
                <a:cubicBezTo>
                  <a:pt x="40817" y="14486"/>
                  <a:pt x="41035" y="15032"/>
                  <a:pt x="41471" y="15398"/>
                </a:cubicBezTo>
                <a:cubicBezTo>
                  <a:pt x="41907" y="15765"/>
                  <a:pt x="42572" y="15948"/>
                  <a:pt x="43467" y="15948"/>
                </a:cubicBezTo>
                <a:cubicBezTo>
                  <a:pt x="44211" y="15948"/>
                  <a:pt x="44892" y="15802"/>
                  <a:pt x="45508" y="15512"/>
                </a:cubicBezTo>
                <a:cubicBezTo>
                  <a:pt x="46125" y="15221"/>
                  <a:pt x="46696" y="14871"/>
                  <a:pt x="47223" y="14464"/>
                </a:cubicBezTo>
                <a:close/>
                <a:moveTo>
                  <a:pt x="63633" y="16120"/>
                </a:moveTo>
                <a:cubicBezTo>
                  <a:pt x="63633" y="18258"/>
                  <a:pt x="63148" y="19828"/>
                  <a:pt x="62178" y="20829"/>
                </a:cubicBezTo>
                <a:cubicBezTo>
                  <a:pt x="61208" y="21831"/>
                  <a:pt x="59716" y="22331"/>
                  <a:pt x="57700" y="22331"/>
                </a:cubicBezTo>
                <a:cubicBezTo>
                  <a:pt x="57031" y="22331"/>
                  <a:pt x="56379" y="22284"/>
                  <a:pt x="55744" y="22190"/>
                </a:cubicBezTo>
                <a:cubicBezTo>
                  <a:pt x="55108" y="22096"/>
                  <a:pt x="54482" y="21963"/>
                  <a:pt x="53866" y="21790"/>
                </a:cubicBezTo>
                <a:lnTo>
                  <a:pt x="53866" y="19625"/>
                </a:lnTo>
                <a:lnTo>
                  <a:pt x="53979" y="19625"/>
                </a:lnTo>
                <a:cubicBezTo>
                  <a:pt x="54324" y="19758"/>
                  <a:pt x="54873" y="19923"/>
                  <a:pt x="55625" y="20119"/>
                </a:cubicBezTo>
                <a:cubicBezTo>
                  <a:pt x="56377" y="20316"/>
                  <a:pt x="57129" y="20414"/>
                  <a:pt x="57881" y="20414"/>
                </a:cubicBezTo>
                <a:cubicBezTo>
                  <a:pt x="58603" y="20414"/>
                  <a:pt x="59201" y="20328"/>
                  <a:pt x="59674" y="20155"/>
                </a:cubicBezTo>
                <a:cubicBezTo>
                  <a:pt x="60148" y="19982"/>
                  <a:pt x="60516" y="19742"/>
                  <a:pt x="60779" y="19435"/>
                </a:cubicBezTo>
                <a:cubicBezTo>
                  <a:pt x="61043" y="19142"/>
                  <a:pt x="61231" y="18789"/>
                  <a:pt x="61343" y="18376"/>
                </a:cubicBezTo>
                <a:cubicBezTo>
                  <a:pt x="61456" y="17963"/>
                  <a:pt x="61513" y="17501"/>
                  <a:pt x="61513" y="16991"/>
                </a:cubicBezTo>
                <a:lnTo>
                  <a:pt x="61513" y="15842"/>
                </a:lnTo>
                <a:cubicBezTo>
                  <a:pt x="60873" y="16355"/>
                  <a:pt x="60263" y="16738"/>
                  <a:pt x="59680" y="16990"/>
                </a:cubicBezTo>
                <a:cubicBezTo>
                  <a:pt x="59097" y="17243"/>
                  <a:pt x="58355" y="17369"/>
                  <a:pt x="57452" y="17369"/>
                </a:cubicBezTo>
                <a:cubicBezTo>
                  <a:pt x="55949" y="17369"/>
                  <a:pt x="54755" y="16824"/>
                  <a:pt x="53871" y="15735"/>
                </a:cubicBezTo>
                <a:cubicBezTo>
                  <a:pt x="52988" y="14645"/>
                  <a:pt x="52546" y="13109"/>
                  <a:pt x="52546" y="11127"/>
                </a:cubicBezTo>
                <a:cubicBezTo>
                  <a:pt x="52546" y="10041"/>
                  <a:pt x="52698" y="9104"/>
                  <a:pt x="53003" y="8316"/>
                </a:cubicBezTo>
                <a:cubicBezTo>
                  <a:pt x="53308" y="7529"/>
                  <a:pt x="53723" y="6848"/>
                  <a:pt x="54249" y="6275"/>
                </a:cubicBezTo>
                <a:cubicBezTo>
                  <a:pt x="54738" y="5740"/>
                  <a:pt x="55332" y="5324"/>
                  <a:pt x="56031" y="5026"/>
                </a:cubicBezTo>
                <a:cubicBezTo>
                  <a:pt x="56731" y="4728"/>
                  <a:pt x="57426" y="4579"/>
                  <a:pt x="58118" y="4579"/>
                </a:cubicBezTo>
                <a:cubicBezTo>
                  <a:pt x="58847" y="4579"/>
                  <a:pt x="59458" y="4653"/>
                  <a:pt x="59951" y="4800"/>
                </a:cubicBezTo>
                <a:cubicBezTo>
                  <a:pt x="60443" y="4947"/>
                  <a:pt x="60964" y="5171"/>
                  <a:pt x="61513" y="5473"/>
                </a:cubicBezTo>
                <a:lnTo>
                  <a:pt x="61648" y="4940"/>
                </a:lnTo>
                <a:lnTo>
                  <a:pt x="63633" y="4940"/>
                </a:lnTo>
                <a:lnTo>
                  <a:pt x="63633" y="16120"/>
                </a:lnTo>
                <a:moveTo>
                  <a:pt x="61513" y="14095"/>
                </a:moveTo>
                <a:lnTo>
                  <a:pt x="61513" y="7209"/>
                </a:lnTo>
                <a:cubicBezTo>
                  <a:pt x="60949" y="6952"/>
                  <a:pt x="60424" y="6770"/>
                  <a:pt x="59939" y="6660"/>
                </a:cubicBezTo>
                <a:cubicBezTo>
                  <a:pt x="59454" y="6551"/>
                  <a:pt x="58971" y="6496"/>
                  <a:pt x="58490" y="6496"/>
                </a:cubicBezTo>
                <a:cubicBezTo>
                  <a:pt x="57325" y="6496"/>
                  <a:pt x="56407" y="6888"/>
                  <a:pt x="55738" y="7673"/>
                </a:cubicBezTo>
                <a:cubicBezTo>
                  <a:pt x="55069" y="8456"/>
                  <a:pt x="54734" y="9595"/>
                  <a:pt x="54734" y="11087"/>
                </a:cubicBezTo>
                <a:cubicBezTo>
                  <a:pt x="54734" y="12504"/>
                  <a:pt x="54982" y="13578"/>
                  <a:pt x="55479" y="14310"/>
                </a:cubicBezTo>
                <a:cubicBezTo>
                  <a:pt x="55975" y="15041"/>
                  <a:pt x="56798" y="15406"/>
                  <a:pt x="57949" y="15406"/>
                </a:cubicBezTo>
                <a:cubicBezTo>
                  <a:pt x="58565" y="15406"/>
                  <a:pt x="59184" y="15288"/>
                  <a:pt x="59804" y="15050"/>
                </a:cubicBezTo>
                <a:cubicBezTo>
                  <a:pt x="60424" y="14813"/>
                  <a:pt x="60994" y="14494"/>
                  <a:pt x="61513" y="14095"/>
                </a:cubicBezTo>
                <a:close/>
                <a:moveTo>
                  <a:pt x="70084" y="2842"/>
                </a:moveTo>
                <a:lnTo>
                  <a:pt x="67693" y="2842"/>
                </a:lnTo>
                <a:lnTo>
                  <a:pt x="67693" y="632"/>
                </a:lnTo>
                <a:lnTo>
                  <a:pt x="70084" y="632"/>
                </a:lnTo>
                <a:lnTo>
                  <a:pt x="70084" y="2842"/>
                </a:lnTo>
                <a:moveTo>
                  <a:pt x="69949" y="17549"/>
                </a:moveTo>
                <a:lnTo>
                  <a:pt x="67828" y="17549"/>
                </a:lnTo>
                <a:lnTo>
                  <a:pt x="67828" y="4940"/>
                </a:lnTo>
                <a:lnTo>
                  <a:pt x="69949" y="4940"/>
                </a:lnTo>
                <a:lnTo>
                  <a:pt x="69949" y="17549"/>
                </a:lnTo>
                <a:close/>
                <a:moveTo>
                  <a:pt x="84678" y="17549"/>
                </a:moveTo>
                <a:lnTo>
                  <a:pt x="82558" y="17549"/>
                </a:lnTo>
                <a:lnTo>
                  <a:pt x="82558" y="10369"/>
                </a:lnTo>
                <a:cubicBezTo>
                  <a:pt x="82558" y="9789"/>
                  <a:pt x="82524" y="9245"/>
                  <a:pt x="82456" y="8737"/>
                </a:cubicBezTo>
                <a:cubicBezTo>
                  <a:pt x="82389" y="8229"/>
                  <a:pt x="82265" y="7832"/>
                  <a:pt x="82084" y="7546"/>
                </a:cubicBezTo>
                <a:cubicBezTo>
                  <a:pt x="81896" y="7230"/>
                  <a:pt x="81625" y="6995"/>
                  <a:pt x="81272" y="6841"/>
                </a:cubicBezTo>
                <a:cubicBezTo>
                  <a:pt x="80919" y="6686"/>
                  <a:pt x="80460" y="6609"/>
                  <a:pt x="79896" y="6609"/>
                </a:cubicBezTo>
                <a:cubicBezTo>
                  <a:pt x="79317" y="6609"/>
                  <a:pt x="78712" y="6752"/>
                  <a:pt x="78080" y="7038"/>
                </a:cubicBezTo>
                <a:cubicBezTo>
                  <a:pt x="77449" y="7324"/>
                  <a:pt x="76843" y="7689"/>
                  <a:pt x="76264" y="8133"/>
                </a:cubicBezTo>
                <a:lnTo>
                  <a:pt x="76264" y="17549"/>
                </a:lnTo>
                <a:lnTo>
                  <a:pt x="74144" y="17549"/>
                </a:lnTo>
                <a:lnTo>
                  <a:pt x="74144" y="4940"/>
                </a:lnTo>
                <a:lnTo>
                  <a:pt x="76264" y="4940"/>
                </a:lnTo>
                <a:lnTo>
                  <a:pt x="76264" y="6330"/>
                </a:lnTo>
                <a:cubicBezTo>
                  <a:pt x="76926" y="5781"/>
                  <a:pt x="77610" y="5351"/>
                  <a:pt x="78317" y="5043"/>
                </a:cubicBezTo>
                <a:cubicBezTo>
                  <a:pt x="79024" y="4734"/>
                  <a:pt x="79750" y="4579"/>
                  <a:pt x="80494" y="4579"/>
                </a:cubicBezTo>
                <a:cubicBezTo>
                  <a:pt x="81855" y="4579"/>
                  <a:pt x="82892" y="4990"/>
                  <a:pt x="83607" y="5811"/>
                </a:cubicBezTo>
                <a:cubicBezTo>
                  <a:pt x="84321" y="6631"/>
                  <a:pt x="84678" y="7814"/>
                  <a:pt x="84678" y="9358"/>
                </a:cubicBezTo>
                <a:lnTo>
                  <a:pt x="84678" y="17549"/>
                </a:lnTo>
                <a:close/>
                <a:moveTo>
                  <a:pt x="98550" y="17549"/>
                </a:moveTo>
                <a:lnTo>
                  <a:pt x="96441" y="17549"/>
                </a:lnTo>
                <a:lnTo>
                  <a:pt x="96441" y="16216"/>
                </a:lnTo>
                <a:cubicBezTo>
                  <a:pt x="96253" y="16344"/>
                  <a:pt x="96000" y="16523"/>
                  <a:pt x="95680" y="16753"/>
                </a:cubicBezTo>
                <a:cubicBezTo>
                  <a:pt x="95361" y="16982"/>
                  <a:pt x="95050" y="17165"/>
                  <a:pt x="94750" y="17300"/>
                </a:cubicBezTo>
                <a:cubicBezTo>
                  <a:pt x="94396" y="17474"/>
                  <a:pt x="93990" y="17618"/>
                  <a:pt x="93532" y="17735"/>
                </a:cubicBezTo>
                <a:cubicBezTo>
                  <a:pt x="93073" y="17852"/>
                  <a:pt x="92535" y="17910"/>
                  <a:pt x="91919" y="17910"/>
                </a:cubicBezTo>
                <a:cubicBezTo>
                  <a:pt x="90783" y="17910"/>
                  <a:pt x="89821" y="17534"/>
                  <a:pt x="89031" y="16781"/>
                </a:cubicBezTo>
                <a:cubicBezTo>
                  <a:pt x="88242" y="16028"/>
                  <a:pt x="87847" y="15068"/>
                  <a:pt x="87847" y="13901"/>
                </a:cubicBezTo>
                <a:cubicBezTo>
                  <a:pt x="87847" y="12945"/>
                  <a:pt x="88052" y="12171"/>
                  <a:pt x="88462" y="11581"/>
                </a:cubicBezTo>
                <a:cubicBezTo>
                  <a:pt x="88872" y="10989"/>
                  <a:pt x="89456" y="10524"/>
                  <a:pt x="90216" y="10186"/>
                </a:cubicBezTo>
                <a:cubicBezTo>
                  <a:pt x="90983" y="9847"/>
                  <a:pt x="91904" y="9617"/>
                  <a:pt x="92979" y="9497"/>
                </a:cubicBezTo>
                <a:cubicBezTo>
                  <a:pt x="94054" y="9376"/>
                  <a:pt x="95208" y="9286"/>
                  <a:pt x="96441" y="9226"/>
                </a:cubicBezTo>
                <a:lnTo>
                  <a:pt x="96441" y="8896"/>
                </a:lnTo>
                <a:cubicBezTo>
                  <a:pt x="96441" y="8411"/>
                  <a:pt x="96357" y="8009"/>
                  <a:pt x="96188" y="7690"/>
                </a:cubicBezTo>
                <a:cubicBezTo>
                  <a:pt x="96018" y="7372"/>
                  <a:pt x="95776" y="7122"/>
                  <a:pt x="95460" y="6940"/>
                </a:cubicBezTo>
                <a:cubicBezTo>
                  <a:pt x="95159" y="6765"/>
                  <a:pt x="94799" y="6648"/>
                  <a:pt x="94377" y="6587"/>
                </a:cubicBezTo>
                <a:cubicBezTo>
                  <a:pt x="93956" y="6527"/>
                  <a:pt x="93517" y="6496"/>
                  <a:pt x="93058" y="6496"/>
                </a:cubicBezTo>
                <a:cubicBezTo>
                  <a:pt x="92501" y="6496"/>
                  <a:pt x="91881" y="6572"/>
                  <a:pt x="91197" y="6722"/>
                </a:cubicBezTo>
                <a:cubicBezTo>
                  <a:pt x="90513" y="6873"/>
                  <a:pt x="89806" y="7091"/>
                  <a:pt x="89077" y="7376"/>
                </a:cubicBezTo>
                <a:lnTo>
                  <a:pt x="88964" y="7376"/>
                </a:lnTo>
                <a:lnTo>
                  <a:pt x="88964" y="5222"/>
                </a:lnTo>
                <a:cubicBezTo>
                  <a:pt x="89377" y="5109"/>
                  <a:pt x="89975" y="4985"/>
                  <a:pt x="90757" y="4850"/>
                </a:cubicBezTo>
                <a:cubicBezTo>
                  <a:pt x="91539" y="4714"/>
                  <a:pt x="92310" y="4647"/>
                  <a:pt x="93069" y="4647"/>
                </a:cubicBezTo>
                <a:cubicBezTo>
                  <a:pt x="93956" y="4647"/>
                  <a:pt x="94729" y="4720"/>
                  <a:pt x="95387" y="4867"/>
                </a:cubicBezTo>
                <a:cubicBezTo>
                  <a:pt x="96045" y="5013"/>
                  <a:pt x="96614" y="5263"/>
                  <a:pt x="97096" y="5617"/>
                </a:cubicBezTo>
                <a:cubicBezTo>
                  <a:pt x="97569" y="5963"/>
                  <a:pt x="97930" y="6410"/>
                  <a:pt x="98178" y="6959"/>
                </a:cubicBezTo>
                <a:cubicBezTo>
                  <a:pt x="98426" y="7508"/>
                  <a:pt x="98550" y="8188"/>
                  <a:pt x="98550" y="9000"/>
                </a:cubicBezTo>
                <a:lnTo>
                  <a:pt x="98550" y="17549"/>
                </a:lnTo>
                <a:moveTo>
                  <a:pt x="96441" y="14464"/>
                </a:moveTo>
                <a:lnTo>
                  <a:pt x="96441" y="10940"/>
                </a:lnTo>
                <a:cubicBezTo>
                  <a:pt x="95795" y="10978"/>
                  <a:pt x="95033" y="11035"/>
                  <a:pt x="94158" y="11110"/>
                </a:cubicBezTo>
                <a:cubicBezTo>
                  <a:pt x="93282" y="11186"/>
                  <a:pt x="92588" y="11295"/>
                  <a:pt x="92077" y="11438"/>
                </a:cubicBezTo>
                <a:cubicBezTo>
                  <a:pt x="91468" y="11612"/>
                  <a:pt x="90975" y="11882"/>
                  <a:pt x="90599" y="12249"/>
                </a:cubicBezTo>
                <a:cubicBezTo>
                  <a:pt x="90223" y="12615"/>
                  <a:pt x="90035" y="13119"/>
                  <a:pt x="90035" y="13761"/>
                </a:cubicBezTo>
                <a:cubicBezTo>
                  <a:pt x="90035" y="14486"/>
                  <a:pt x="90253" y="15032"/>
                  <a:pt x="90689" y="15398"/>
                </a:cubicBezTo>
                <a:cubicBezTo>
                  <a:pt x="91126" y="15765"/>
                  <a:pt x="91791" y="15948"/>
                  <a:pt x="92686" y="15948"/>
                </a:cubicBezTo>
                <a:cubicBezTo>
                  <a:pt x="93430" y="15948"/>
                  <a:pt x="94111" y="15802"/>
                  <a:pt x="94727" y="15512"/>
                </a:cubicBezTo>
                <a:cubicBezTo>
                  <a:pt x="95344" y="15221"/>
                  <a:pt x="95915" y="14871"/>
                  <a:pt x="96441" y="14464"/>
                </a:cubicBezTo>
                <a:close/>
                <a:moveTo>
                  <a:pt x="104776" y="17549"/>
                </a:moveTo>
                <a:lnTo>
                  <a:pt x="102656" y="17549"/>
                </a:lnTo>
                <a:lnTo>
                  <a:pt x="102656" y="0"/>
                </a:lnTo>
                <a:lnTo>
                  <a:pt x="104776" y="0"/>
                </a:lnTo>
                <a:lnTo>
                  <a:pt x="104776" y="17549"/>
                </a:lnTo>
                <a:close/>
                <a:moveTo>
                  <a:pt x="119517" y="11459"/>
                </a:moveTo>
                <a:lnTo>
                  <a:pt x="110235" y="11459"/>
                </a:lnTo>
                <a:cubicBezTo>
                  <a:pt x="110235" y="12235"/>
                  <a:pt x="110352" y="12912"/>
                  <a:pt x="110585" y="13488"/>
                </a:cubicBezTo>
                <a:cubicBezTo>
                  <a:pt x="110818" y="14065"/>
                  <a:pt x="111137" y="14538"/>
                  <a:pt x="111543" y="14907"/>
                </a:cubicBezTo>
                <a:cubicBezTo>
                  <a:pt x="111934" y="15269"/>
                  <a:pt x="112399" y="15541"/>
                  <a:pt x="112936" y="15721"/>
                </a:cubicBezTo>
                <a:cubicBezTo>
                  <a:pt x="113474" y="15902"/>
                  <a:pt x="114066" y="15993"/>
                  <a:pt x="114713" y="15993"/>
                </a:cubicBezTo>
                <a:cubicBezTo>
                  <a:pt x="115570" y="15993"/>
                  <a:pt x="116433" y="15820"/>
                  <a:pt x="117301" y="15476"/>
                </a:cubicBezTo>
                <a:cubicBezTo>
                  <a:pt x="118169" y="15131"/>
                  <a:pt x="118788" y="14792"/>
                  <a:pt x="119156" y="14459"/>
                </a:cubicBezTo>
                <a:lnTo>
                  <a:pt x="119269" y="14459"/>
                </a:lnTo>
                <a:lnTo>
                  <a:pt x="119269" y="16779"/>
                </a:lnTo>
                <a:cubicBezTo>
                  <a:pt x="118555" y="17081"/>
                  <a:pt x="117825" y="17333"/>
                  <a:pt x="117081" y="17537"/>
                </a:cubicBezTo>
                <a:cubicBezTo>
                  <a:pt x="116337" y="17741"/>
                  <a:pt x="115555" y="17843"/>
                  <a:pt x="114735" y="17843"/>
                </a:cubicBezTo>
                <a:cubicBezTo>
                  <a:pt x="112645" y="17843"/>
                  <a:pt x="111013" y="17276"/>
                  <a:pt x="109840" y="16142"/>
                </a:cubicBezTo>
                <a:cubicBezTo>
                  <a:pt x="108667" y="15009"/>
                  <a:pt x="108081" y="13399"/>
                  <a:pt x="108081" y="11312"/>
                </a:cubicBezTo>
                <a:cubicBezTo>
                  <a:pt x="108081" y="9249"/>
                  <a:pt x="108643" y="7611"/>
                  <a:pt x="109767" y="6398"/>
                </a:cubicBezTo>
                <a:cubicBezTo>
                  <a:pt x="110891" y="5185"/>
                  <a:pt x="112370" y="4579"/>
                  <a:pt x="114205" y="4579"/>
                </a:cubicBezTo>
                <a:cubicBezTo>
                  <a:pt x="115904" y="4579"/>
                  <a:pt x="117215" y="5076"/>
                  <a:pt x="118136" y="6070"/>
                </a:cubicBezTo>
                <a:cubicBezTo>
                  <a:pt x="119057" y="7064"/>
                  <a:pt x="119517" y="8477"/>
                  <a:pt x="119517" y="10307"/>
                </a:cubicBezTo>
                <a:lnTo>
                  <a:pt x="119517" y="11459"/>
                </a:lnTo>
                <a:moveTo>
                  <a:pt x="117453" y="9835"/>
                </a:moveTo>
                <a:cubicBezTo>
                  <a:pt x="117446" y="8722"/>
                  <a:pt x="117166" y="7861"/>
                  <a:pt x="116613" y="7252"/>
                </a:cubicBezTo>
                <a:cubicBezTo>
                  <a:pt x="116060" y="6643"/>
                  <a:pt x="115220" y="6338"/>
                  <a:pt x="114092" y="6338"/>
                </a:cubicBezTo>
                <a:cubicBezTo>
                  <a:pt x="112957" y="6338"/>
                  <a:pt x="112053" y="6673"/>
                  <a:pt x="111380" y="7342"/>
                </a:cubicBezTo>
                <a:cubicBezTo>
                  <a:pt x="110707" y="8011"/>
                  <a:pt x="110325" y="8842"/>
                  <a:pt x="110235" y="9835"/>
                </a:cubicBezTo>
                <a:lnTo>
                  <a:pt x="117453" y="9835"/>
                </a:lnTo>
                <a:close/>
                <a:moveTo>
                  <a:pt x="131732" y="13910"/>
                </a:moveTo>
                <a:cubicBezTo>
                  <a:pt x="131732" y="15059"/>
                  <a:pt x="131256" y="16002"/>
                  <a:pt x="130305" y="16738"/>
                </a:cubicBezTo>
                <a:cubicBezTo>
                  <a:pt x="129354" y="17474"/>
                  <a:pt x="128055" y="17843"/>
                  <a:pt x="126408" y="17843"/>
                </a:cubicBezTo>
                <a:cubicBezTo>
                  <a:pt x="125476" y="17843"/>
                  <a:pt x="124621" y="17731"/>
                  <a:pt x="123843" y="17509"/>
                </a:cubicBezTo>
                <a:cubicBezTo>
                  <a:pt x="123064" y="17286"/>
                  <a:pt x="122412" y="17043"/>
                  <a:pt x="121886" y="16779"/>
                </a:cubicBezTo>
                <a:lnTo>
                  <a:pt x="121886" y="14391"/>
                </a:lnTo>
                <a:lnTo>
                  <a:pt x="121999" y="14391"/>
                </a:lnTo>
                <a:cubicBezTo>
                  <a:pt x="122668" y="14902"/>
                  <a:pt x="123412" y="15308"/>
                  <a:pt x="124232" y="15609"/>
                </a:cubicBezTo>
                <a:cubicBezTo>
                  <a:pt x="125051" y="15910"/>
                  <a:pt x="125837" y="16061"/>
                  <a:pt x="126589" y="16061"/>
                </a:cubicBezTo>
                <a:cubicBezTo>
                  <a:pt x="127521" y="16061"/>
                  <a:pt x="128251" y="15910"/>
                  <a:pt x="128777" y="15608"/>
                </a:cubicBezTo>
                <a:cubicBezTo>
                  <a:pt x="129303" y="15305"/>
                  <a:pt x="129566" y="14830"/>
                  <a:pt x="129566" y="14180"/>
                </a:cubicBezTo>
                <a:cubicBezTo>
                  <a:pt x="129566" y="13684"/>
                  <a:pt x="129423" y="13309"/>
                  <a:pt x="129138" y="13053"/>
                </a:cubicBezTo>
                <a:cubicBezTo>
                  <a:pt x="128852" y="12798"/>
                  <a:pt x="128303" y="12580"/>
                  <a:pt x="127491" y="12400"/>
                </a:cubicBezTo>
                <a:cubicBezTo>
                  <a:pt x="127190" y="12332"/>
                  <a:pt x="126797" y="12253"/>
                  <a:pt x="126313" y="12163"/>
                </a:cubicBezTo>
                <a:cubicBezTo>
                  <a:pt x="125828" y="12073"/>
                  <a:pt x="125386" y="11975"/>
                  <a:pt x="124987" y="11870"/>
                </a:cubicBezTo>
                <a:cubicBezTo>
                  <a:pt x="123882" y="11577"/>
                  <a:pt x="123098" y="11147"/>
                  <a:pt x="122636" y="10580"/>
                </a:cubicBezTo>
                <a:cubicBezTo>
                  <a:pt x="122173" y="10013"/>
                  <a:pt x="121942" y="9316"/>
                  <a:pt x="121942" y="8490"/>
                </a:cubicBezTo>
                <a:cubicBezTo>
                  <a:pt x="121942" y="7971"/>
                  <a:pt x="122049" y="7483"/>
                  <a:pt x="122264" y="7025"/>
                </a:cubicBezTo>
                <a:cubicBezTo>
                  <a:pt x="122478" y="6566"/>
                  <a:pt x="122803" y="6157"/>
                  <a:pt x="123239" y="5796"/>
                </a:cubicBezTo>
                <a:cubicBezTo>
                  <a:pt x="123660" y="5443"/>
                  <a:pt x="124196" y="5163"/>
                  <a:pt x="124846" y="4957"/>
                </a:cubicBezTo>
                <a:cubicBezTo>
                  <a:pt x="125497" y="4750"/>
                  <a:pt x="126224" y="4647"/>
                  <a:pt x="127029" y="4647"/>
                </a:cubicBezTo>
                <a:cubicBezTo>
                  <a:pt x="127781" y="4647"/>
                  <a:pt x="128542" y="4738"/>
                  <a:pt x="129313" y="4922"/>
                </a:cubicBezTo>
                <a:cubicBezTo>
                  <a:pt x="130083" y="5105"/>
                  <a:pt x="130724" y="5328"/>
                  <a:pt x="131236" y="5591"/>
                </a:cubicBezTo>
                <a:lnTo>
                  <a:pt x="131236" y="7850"/>
                </a:lnTo>
                <a:lnTo>
                  <a:pt x="131123" y="7850"/>
                </a:lnTo>
                <a:cubicBezTo>
                  <a:pt x="130581" y="7451"/>
                  <a:pt x="129924" y="7115"/>
                  <a:pt x="129149" y="6840"/>
                </a:cubicBezTo>
                <a:cubicBezTo>
                  <a:pt x="128375" y="6566"/>
                  <a:pt x="127615" y="6429"/>
                  <a:pt x="126871" y="6429"/>
                </a:cubicBezTo>
                <a:cubicBezTo>
                  <a:pt x="126096" y="6429"/>
                  <a:pt x="125442" y="6578"/>
                  <a:pt x="124908" y="6876"/>
                </a:cubicBezTo>
                <a:cubicBezTo>
                  <a:pt x="124375" y="7175"/>
                  <a:pt x="124108" y="7618"/>
                  <a:pt x="124108" y="8208"/>
                </a:cubicBezTo>
                <a:cubicBezTo>
                  <a:pt x="124108" y="8726"/>
                  <a:pt x="124269" y="9117"/>
                  <a:pt x="124593" y="9379"/>
                </a:cubicBezTo>
                <a:cubicBezTo>
                  <a:pt x="124908" y="9642"/>
                  <a:pt x="125420" y="9857"/>
                  <a:pt x="126126" y="10022"/>
                </a:cubicBezTo>
                <a:cubicBezTo>
                  <a:pt x="126517" y="10112"/>
                  <a:pt x="126955" y="10202"/>
                  <a:pt x="127440" y="10293"/>
                </a:cubicBezTo>
                <a:cubicBezTo>
                  <a:pt x="127925" y="10383"/>
                  <a:pt x="128329" y="10465"/>
                  <a:pt x="128653" y="10540"/>
                </a:cubicBezTo>
                <a:cubicBezTo>
                  <a:pt x="129638" y="10766"/>
                  <a:pt x="130397" y="11153"/>
                  <a:pt x="130931" y="11701"/>
                </a:cubicBezTo>
                <a:cubicBezTo>
                  <a:pt x="131465" y="12257"/>
                  <a:pt x="131732" y="12993"/>
                  <a:pt x="131732" y="13910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84DF2-6CBF-4B30-BF9D-380C2D37B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05" y="1918737"/>
            <a:ext cx="239927" cy="243479"/>
          </a:xfrm>
          <a:custGeom xmlns:a="http://schemas.openxmlformats.org/drawingml/2006/main">
            <a:pathLst>
              <a:path w="239927" h="243479">
                <a:moveTo>
                  <a:pt x="0" y="0"/>
                </a:moveTo>
                <a:lnTo>
                  <a:pt x="239927" y="0"/>
                </a:lnTo>
                <a:lnTo>
                  <a:pt x="239927" y="243479"/>
                </a:lnTo>
                <a:lnTo>
                  <a:pt x="0" y="2434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9BD288-3CDC-4CB4-ADE1-56254E098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906" y="1918740"/>
            <a:ext cx="239926" cy="243477"/>
          </a:xfrm>
          <a:custGeom xmlns:a="http://schemas.openxmlformats.org/drawingml/2006/main">
            <a:pathLst>
              <a:path w="239926" h="243477" fill="none">
                <a:moveTo>
                  <a:pt x="0" y="0"/>
                </a:moveTo>
                <a:lnTo>
                  <a:pt x="239926" y="0"/>
                </a:lnTo>
                <a:lnTo>
                  <a:pt x="239926" y="243477"/>
                </a:lnTo>
                <a:lnTo>
                  <a:pt x="0" y="2434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20" name="Text Fagales">
            <a:extLst xmlns:a="http://schemas.openxmlformats.org/drawingml/2006/main">
              <a:ext uri="{FF2B5EF4-FFF2-40B4-BE49-F238E27FC236}">
                <a16:creationId xmlns:a16="http://schemas.microsoft.com/office/drawing/2014/main" id="{75AAA959-E3A9-44B5-A8FF-22CE24DB8E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6105" y="1947893"/>
            <a:ext cx="101044" cy="26754"/>
          </a:xfrm>
          <a:custGeom xmlns:a="http://schemas.openxmlformats.org/drawingml/2006/main">
            <a:pathLst>
              <a:path w="101044" h="26754">
                <a:moveTo>
                  <a:pt x="12850" y="3270"/>
                </a:moveTo>
                <a:lnTo>
                  <a:pt x="2675" y="3270"/>
                </a:lnTo>
                <a:lnTo>
                  <a:pt x="2675" y="8945"/>
                </a:lnTo>
                <a:lnTo>
                  <a:pt x="11418" y="8945"/>
                </a:lnTo>
                <a:lnTo>
                  <a:pt x="11418" y="11323"/>
                </a:lnTo>
                <a:lnTo>
                  <a:pt x="2675" y="11323"/>
                </a:lnTo>
                <a:lnTo>
                  <a:pt x="2675" y="21025"/>
                </a:lnTo>
                <a:lnTo>
                  <a:pt x="0" y="21025"/>
                </a:lnTo>
                <a:lnTo>
                  <a:pt x="0" y="892"/>
                </a:lnTo>
                <a:lnTo>
                  <a:pt x="12850" y="892"/>
                </a:lnTo>
                <a:lnTo>
                  <a:pt x="12850" y="3270"/>
                </a:lnTo>
                <a:close/>
                <a:moveTo>
                  <a:pt x="27430" y="21025"/>
                </a:moveTo>
                <a:lnTo>
                  <a:pt x="24903" y="21025"/>
                </a:lnTo>
                <a:lnTo>
                  <a:pt x="24903" y="19428"/>
                </a:lnTo>
                <a:cubicBezTo>
                  <a:pt x="24678" y="19581"/>
                  <a:pt x="24374" y="19796"/>
                  <a:pt x="23991" y="20071"/>
                </a:cubicBezTo>
                <a:cubicBezTo>
                  <a:pt x="23608" y="20346"/>
                  <a:pt x="23237" y="20564"/>
                  <a:pt x="22876" y="20727"/>
                </a:cubicBezTo>
                <a:cubicBezTo>
                  <a:pt x="22453" y="20934"/>
                  <a:pt x="21966" y="21108"/>
                  <a:pt x="21417" y="21247"/>
                </a:cubicBezTo>
                <a:cubicBezTo>
                  <a:pt x="20867" y="21387"/>
                  <a:pt x="20223" y="21457"/>
                  <a:pt x="19485" y="21457"/>
                </a:cubicBezTo>
                <a:cubicBezTo>
                  <a:pt x="18124" y="21457"/>
                  <a:pt x="16971" y="21006"/>
                  <a:pt x="16026" y="20104"/>
                </a:cubicBezTo>
                <a:cubicBezTo>
                  <a:pt x="15080" y="19202"/>
                  <a:pt x="14607" y="18052"/>
                  <a:pt x="14607" y="16654"/>
                </a:cubicBezTo>
                <a:cubicBezTo>
                  <a:pt x="14607" y="15509"/>
                  <a:pt x="14852" y="14582"/>
                  <a:pt x="15343" y="13874"/>
                </a:cubicBezTo>
                <a:cubicBezTo>
                  <a:pt x="15834" y="13166"/>
                  <a:pt x="16535" y="12609"/>
                  <a:pt x="17444" y="12203"/>
                </a:cubicBezTo>
                <a:cubicBezTo>
                  <a:pt x="18363" y="11797"/>
                  <a:pt x="19467" y="11522"/>
                  <a:pt x="20755" y="11378"/>
                </a:cubicBezTo>
                <a:cubicBezTo>
                  <a:pt x="22043" y="11233"/>
                  <a:pt x="23426" y="11125"/>
                  <a:pt x="24903" y="11053"/>
                </a:cubicBezTo>
                <a:lnTo>
                  <a:pt x="24903" y="10658"/>
                </a:lnTo>
                <a:cubicBezTo>
                  <a:pt x="24903" y="10076"/>
                  <a:pt x="24802" y="9595"/>
                  <a:pt x="24599" y="9214"/>
                </a:cubicBezTo>
                <a:cubicBezTo>
                  <a:pt x="24396" y="8832"/>
                  <a:pt x="24106" y="8532"/>
                  <a:pt x="23728" y="8314"/>
                </a:cubicBezTo>
                <a:cubicBezTo>
                  <a:pt x="23367" y="8105"/>
                  <a:pt x="22935" y="7965"/>
                  <a:pt x="22430" y="7892"/>
                </a:cubicBezTo>
                <a:cubicBezTo>
                  <a:pt x="21926" y="7819"/>
                  <a:pt x="21399" y="7783"/>
                  <a:pt x="20849" y="7783"/>
                </a:cubicBezTo>
                <a:cubicBezTo>
                  <a:pt x="20183" y="7783"/>
                  <a:pt x="19440" y="7873"/>
                  <a:pt x="18620" y="8054"/>
                </a:cubicBezTo>
                <a:cubicBezTo>
                  <a:pt x="17800" y="8234"/>
                  <a:pt x="16953" y="8495"/>
                  <a:pt x="16080" y="8837"/>
                </a:cubicBezTo>
                <a:lnTo>
                  <a:pt x="15945" y="8837"/>
                </a:lnTo>
                <a:lnTo>
                  <a:pt x="15945" y="6256"/>
                </a:lnTo>
                <a:cubicBezTo>
                  <a:pt x="16440" y="6121"/>
                  <a:pt x="17156" y="5972"/>
                  <a:pt x="18093" y="5810"/>
                </a:cubicBezTo>
                <a:cubicBezTo>
                  <a:pt x="19030" y="5648"/>
                  <a:pt x="19953" y="5567"/>
                  <a:pt x="20863" y="5567"/>
                </a:cubicBezTo>
                <a:cubicBezTo>
                  <a:pt x="21926" y="5567"/>
                  <a:pt x="22851" y="5655"/>
                  <a:pt x="23640" y="5831"/>
                </a:cubicBezTo>
                <a:cubicBezTo>
                  <a:pt x="24428" y="6006"/>
                  <a:pt x="25110" y="6306"/>
                  <a:pt x="25687" y="6729"/>
                </a:cubicBezTo>
                <a:cubicBezTo>
                  <a:pt x="26254" y="7143"/>
                  <a:pt x="26687" y="7679"/>
                  <a:pt x="26984" y="8337"/>
                </a:cubicBezTo>
                <a:cubicBezTo>
                  <a:pt x="27281" y="8995"/>
                  <a:pt x="27430" y="9810"/>
                  <a:pt x="27430" y="10783"/>
                </a:cubicBezTo>
                <a:lnTo>
                  <a:pt x="27430" y="21025"/>
                </a:lnTo>
                <a:moveTo>
                  <a:pt x="24903" y="17328"/>
                </a:moveTo>
                <a:lnTo>
                  <a:pt x="24903" y="13107"/>
                </a:lnTo>
                <a:cubicBezTo>
                  <a:pt x="24128" y="13152"/>
                  <a:pt x="23216" y="13220"/>
                  <a:pt x="22167" y="13311"/>
                </a:cubicBezTo>
                <a:cubicBezTo>
                  <a:pt x="21117" y="13401"/>
                  <a:pt x="20286" y="13532"/>
                  <a:pt x="19674" y="13704"/>
                </a:cubicBezTo>
                <a:cubicBezTo>
                  <a:pt x="18944" y="13912"/>
                  <a:pt x="18354" y="14236"/>
                  <a:pt x="17904" y="14675"/>
                </a:cubicBezTo>
                <a:cubicBezTo>
                  <a:pt x="17453" y="15114"/>
                  <a:pt x="17228" y="15717"/>
                  <a:pt x="17228" y="16487"/>
                </a:cubicBezTo>
                <a:cubicBezTo>
                  <a:pt x="17228" y="17355"/>
                  <a:pt x="17489" y="18009"/>
                  <a:pt x="18012" y="18448"/>
                </a:cubicBezTo>
                <a:cubicBezTo>
                  <a:pt x="18534" y="18887"/>
                  <a:pt x="19332" y="19106"/>
                  <a:pt x="20404" y="19106"/>
                </a:cubicBezTo>
                <a:cubicBezTo>
                  <a:pt x="21295" y="19106"/>
                  <a:pt x="22111" y="18932"/>
                  <a:pt x="22849" y="18584"/>
                </a:cubicBezTo>
                <a:cubicBezTo>
                  <a:pt x="23588" y="18235"/>
                  <a:pt x="24273" y="17817"/>
                  <a:pt x="24903" y="17328"/>
                </a:cubicBezTo>
                <a:close/>
                <a:moveTo>
                  <a:pt x="44563" y="19313"/>
                </a:moveTo>
                <a:cubicBezTo>
                  <a:pt x="44563" y="21874"/>
                  <a:pt x="43982" y="23755"/>
                  <a:pt x="42820" y="24954"/>
                </a:cubicBezTo>
                <a:cubicBezTo>
                  <a:pt x="41658" y="26154"/>
                  <a:pt x="39870" y="26754"/>
                  <a:pt x="37456" y="26754"/>
                </a:cubicBezTo>
                <a:cubicBezTo>
                  <a:pt x="36654" y="26754"/>
                  <a:pt x="35873" y="26698"/>
                  <a:pt x="35111" y="26585"/>
                </a:cubicBezTo>
                <a:cubicBezTo>
                  <a:pt x="34350" y="26473"/>
                  <a:pt x="33600" y="26313"/>
                  <a:pt x="32862" y="26106"/>
                </a:cubicBezTo>
                <a:lnTo>
                  <a:pt x="32862" y="23511"/>
                </a:lnTo>
                <a:lnTo>
                  <a:pt x="32997" y="23511"/>
                </a:lnTo>
                <a:cubicBezTo>
                  <a:pt x="33411" y="23671"/>
                  <a:pt x="34069" y="23869"/>
                  <a:pt x="34969" y="24104"/>
                </a:cubicBezTo>
                <a:cubicBezTo>
                  <a:pt x="35870" y="24339"/>
                  <a:pt x="36771" y="24457"/>
                  <a:pt x="37672" y="24457"/>
                </a:cubicBezTo>
                <a:cubicBezTo>
                  <a:pt x="38537" y="24457"/>
                  <a:pt x="39253" y="24354"/>
                  <a:pt x="39820" y="24147"/>
                </a:cubicBezTo>
                <a:cubicBezTo>
                  <a:pt x="40388" y="23940"/>
                  <a:pt x="40829" y="23652"/>
                  <a:pt x="41145" y="23284"/>
                </a:cubicBezTo>
                <a:cubicBezTo>
                  <a:pt x="41460" y="22933"/>
                  <a:pt x="41685" y="22510"/>
                  <a:pt x="41820" y="22015"/>
                </a:cubicBezTo>
                <a:cubicBezTo>
                  <a:pt x="41955" y="21521"/>
                  <a:pt x="42023" y="20968"/>
                  <a:pt x="42023" y="20356"/>
                </a:cubicBezTo>
                <a:lnTo>
                  <a:pt x="42023" y="18980"/>
                </a:lnTo>
                <a:cubicBezTo>
                  <a:pt x="41257" y="19594"/>
                  <a:pt x="40525" y="20053"/>
                  <a:pt x="39827" y="20355"/>
                </a:cubicBezTo>
                <a:cubicBezTo>
                  <a:pt x="39129" y="20658"/>
                  <a:pt x="38239" y="20809"/>
                  <a:pt x="37158" y="20809"/>
                </a:cubicBezTo>
                <a:cubicBezTo>
                  <a:pt x="35357" y="20809"/>
                  <a:pt x="33927" y="20156"/>
                  <a:pt x="32868" y="18851"/>
                </a:cubicBezTo>
                <a:cubicBezTo>
                  <a:pt x="31810" y="17546"/>
                  <a:pt x="31281" y="15706"/>
                  <a:pt x="31281" y="13330"/>
                </a:cubicBezTo>
                <a:cubicBezTo>
                  <a:pt x="31281" y="12030"/>
                  <a:pt x="31463" y="10907"/>
                  <a:pt x="31828" y="9964"/>
                </a:cubicBezTo>
                <a:cubicBezTo>
                  <a:pt x="32193" y="9020"/>
                  <a:pt x="32690" y="8205"/>
                  <a:pt x="33321" y="7518"/>
                </a:cubicBezTo>
                <a:cubicBezTo>
                  <a:pt x="33907" y="6877"/>
                  <a:pt x="34618" y="6378"/>
                  <a:pt x="35456" y="6021"/>
                </a:cubicBezTo>
                <a:cubicBezTo>
                  <a:pt x="36294" y="5664"/>
                  <a:pt x="37127" y="5486"/>
                  <a:pt x="37956" y="5486"/>
                </a:cubicBezTo>
                <a:cubicBezTo>
                  <a:pt x="38829" y="5486"/>
                  <a:pt x="39561" y="5574"/>
                  <a:pt x="40151" y="5750"/>
                </a:cubicBezTo>
                <a:cubicBezTo>
                  <a:pt x="40741" y="5926"/>
                  <a:pt x="41365" y="6195"/>
                  <a:pt x="42023" y="6556"/>
                </a:cubicBezTo>
                <a:lnTo>
                  <a:pt x="42185" y="5918"/>
                </a:lnTo>
                <a:lnTo>
                  <a:pt x="44563" y="5918"/>
                </a:lnTo>
                <a:lnTo>
                  <a:pt x="44563" y="19313"/>
                </a:lnTo>
                <a:moveTo>
                  <a:pt x="42023" y="16886"/>
                </a:moveTo>
                <a:lnTo>
                  <a:pt x="42023" y="8636"/>
                </a:lnTo>
                <a:cubicBezTo>
                  <a:pt x="41347" y="8329"/>
                  <a:pt x="40719" y="8110"/>
                  <a:pt x="40138" y="7979"/>
                </a:cubicBezTo>
                <a:cubicBezTo>
                  <a:pt x="39557" y="7848"/>
                  <a:pt x="38978" y="7783"/>
                  <a:pt x="38402" y="7783"/>
                </a:cubicBezTo>
                <a:cubicBezTo>
                  <a:pt x="37005" y="7783"/>
                  <a:pt x="35906" y="8253"/>
                  <a:pt x="35105" y="9192"/>
                </a:cubicBezTo>
                <a:cubicBezTo>
                  <a:pt x="34303" y="10131"/>
                  <a:pt x="33902" y="11495"/>
                  <a:pt x="33902" y="13283"/>
                </a:cubicBezTo>
                <a:cubicBezTo>
                  <a:pt x="33902" y="14981"/>
                  <a:pt x="34199" y="16268"/>
                  <a:pt x="34794" y="17144"/>
                </a:cubicBezTo>
                <a:cubicBezTo>
                  <a:pt x="35388" y="18020"/>
                  <a:pt x="36375" y="18458"/>
                  <a:pt x="37753" y="18458"/>
                </a:cubicBezTo>
                <a:cubicBezTo>
                  <a:pt x="38492" y="18458"/>
                  <a:pt x="39233" y="18315"/>
                  <a:pt x="39976" y="18031"/>
                </a:cubicBezTo>
                <a:cubicBezTo>
                  <a:pt x="40719" y="17747"/>
                  <a:pt x="41401" y="17365"/>
                  <a:pt x="42023" y="16886"/>
                </a:cubicBezTo>
                <a:close/>
                <a:moveTo>
                  <a:pt x="61291" y="21025"/>
                </a:moveTo>
                <a:lnTo>
                  <a:pt x="58764" y="21025"/>
                </a:lnTo>
                <a:lnTo>
                  <a:pt x="58764" y="19428"/>
                </a:lnTo>
                <a:cubicBezTo>
                  <a:pt x="58539" y="19581"/>
                  <a:pt x="58235" y="19796"/>
                  <a:pt x="57852" y="20071"/>
                </a:cubicBezTo>
                <a:cubicBezTo>
                  <a:pt x="57470" y="20346"/>
                  <a:pt x="57098" y="20564"/>
                  <a:pt x="56738" y="20727"/>
                </a:cubicBezTo>
                <a:cubicBezTo>
                  <a:pt x="56314" y="20934"/>
                  <a:pt x="55828" y="21108"/>
                  <a:pt x="55278" y="21247"/>
                </a:cubicBezTo>
                <a:cubicBezTo>
                  <a:pt x="54729" y="21387"/>
                  <a:pt x="54085" y="21457"/>
                  <a:pt x="53346" y="21457"/>
                </a:cubicBezTo>
                <a:cubicBezTo>
                  <a:pt x="51986" y="21457"/>
                  <a:pt x="50833" y="21006"/>
                  <a:pt x="49887" y="20104"/>
                </a:cubicBezTo>
                <a:cubicBezTo>
                  <a:pt x="48941" y="19202"/>
                  <a:pt x="48468" y="18052"/>
                  <a:pt x="48468" y="16654"/>
                </a:cubicBezTo>
                <a:cubicBezTo>
                  <a:pt x="48468" y="15509"/>
                  <a:pt x="48714" y="14582"/>
                  <a:pt x="49205" y="13874"/>
                </a:cubicBezTo>
                <a:cubicBezTo>
                  <a:pt x="49696" y="13166"/>
                  <a:pt x="50396" y="12609"/>
                  <a:pt x="51306" y="12203"/>
                </a:cubicBezTo>
                <a:cubicBezTo>
                  <a:pt x="52225" y="11797"/>
                  <a:pt x="53328" y="11522"/>
                  <a:pt x="54616" y="11378"/>
                </a:cubicBezTo>
                <a:cubicBezTo>
                  <a:pt x="55904" y="11233"/>
                  <a:pt x="57287" y="11125"/>
                  <a:pt x="58764" y="11053"/>
                </a:cubicBezTo>
                <a:lnTo>
                  <a:pt x="58764" y="10658"/>
                </a:lnTo>
                <a:cubicBezTo>
                  <a:pt x="58764" y="10076"/>
                  <a:pt x="58663" y="9595"/>
                  <a:pt x="58460" y="9214"/>
                </a:cubicBezTo>
                <a:cubicBezTo>
                  <a:pt x="58258" y="8832"/>
                  <a:pt x="57967" y="8532"/>
                  <a:pt x="57589" y="8314"/>
                </a:cubicBezTo>
                <a:cubicBezTo>
                  <a:pt x="57229" y="8105"/>
                  <a:pt x="56796" y="7965"/>
                  <a:pt x="56292" y="7892"/>
                </a:cubicBezTo>
                <a:cubicBezTo>
                  <a:pt x="55787" y="7819"/>
                  <a:pt x="55260" y="7783"/>
                  <a:pt x="54711" y="7783"/>
                </a:cubicBezTo>
                <a:cubicBezTo>
                  <a:pt x="54044" y="7783"/>
                  <a:pt x="53301" y="7873"/>
                  <a:pt x="52481" y="8054"/>
                </a:cubicBezTo>
                <a:cubicBezTo>
                  <a:pt x="51662" y="8234"/>
                  <a:pt x="50815" y="8495"/>
                  <a:pt x="49941" y="8837"/>
                </a:cubicBezTo>
                <a:lnTo>
                  <a:pt x="49806" y="8837"/>
                </a:lnTo>
                <a:lnTo>
                  <a:pt x="49806" y="6256"/>
                </a:lnTo>
                <a:cubicBezTo>
                  <a:pt x="50301" y="6121"/>
                  <a:pt x="51017" y="5972"/>
                  <a:pt x="51954" y="5810"/>
                </a:cubicBezTo>
                <a:cubicBezTo>
                  <a:pt x="52891" y="5648"/>
                  <a:pt x="53815" y="5567"/>
                  <a:pt x="54724" y="5567"/>
                </a:cubicBezTo>
                <a:cubicBezTo>
                  <a:pt x="55787" y="5567"/>
                  <a:pt x="56713" y="5655"/>
                  <a:pt x="57501" y="5831"/>
                </a:cubicBezTo>
                <a:cubicBezTo>
                  <a:pt x="58289" y="6006"/>
                  <a:pt x="58972" y="6306"/>
                  <a:pt x="59548" y="6729"/>
                </a:cubicBezTo>
                <a:cubicBezTo>
                  <a:pt x="60116" y="7143"/>
                  <a:pt x="60548" y="7679"/>
                  <a:pt x="60845" y="8337"/>
                </a:cubicBezTo>
                <a:cubicBezTo>
                  <a:pt x="61143" y="8995"/>
                  <a:pt x="61291" y="9810"/>
                  <a:pt x="61291" y="10783"/>
                </a:cubicBezTo>
                <a:lnTo>
                  <a:pt x="61291" y="21025"/>
                </a:lnTo>
                <a:moveTo>
                  <a:pt x="58764" y="17328"/>
                </a:moveTo>
                <a:lnTo>
                  <a:pt x="58764" y="13107"/>
                </a:lnTo>
                <a:cubicBezTo>
                  <a:pt x="57990" y="13152"/>
                  <a:pt x="57078" y="13220"/>
                  <a:pt x="56028" y="13311"/>
                </a:cubicBezTo>
                <a:cubicBezTo>
                  <a:pt x="54979" y="13401"/>
                  <a:pt x="54148" y="13532"/>
                  <a:pt x="53535" y="13704"/>
                </a:cubicBezTo>
                <a:cubicBezTo>
                  <a:pt x="52806" y="13912"/>
                  <a:pt x="52216" y="14236"/>
                  <a:pt x="51765" y="14675"/>
                </a:cubicBezTo>
                <a:cubicBezTo>
                  <a:pt x="51315" y="15114"/>
                  <a:pt x="51090" y="15717"/>
                  <a:pt x="51090" y="16487"/>
                </a:cubicBezTo>
                <a:cubicBezTo>
                  <a:pt x="51090" y="17355"/>
                  <a:pt x="51351" y="18009"/>
                  <a:pt x="51873" y="18448"/>
                </a:cubicBezTo>
                <a:cubicBezTo>
                  <a:pt x="52396" y="18887"/>
                  <a:pt x="53193" y="19106"/>
                  <a:pt x="54265" y="19106"/>
                </a:cubicBezTo>
                <a:cubicBezTo>
                  <a:pt x="55157" y="19106"/>
                  <a:pt x="55972" y="18932"/>
                  <a:pt x="56711" y="18584"/>
                </a:cubicBezTo>
                <a:cubicBezTo>
                  <a:pt x="57449" y="18235"/>
                  <a:pt x="58134" y="17817"/>
                  <a:pt x="58764" y="17328"/>
                </a:cubicBezTo>
                <a:close/>
                <a:moveTo>
                  <a:pt x="68750" y="21025"/>
                </a:moveTo>
                <a:lnTo>
                  <a:pt x="66210" y="21025"/>
                </a:lnTo>
                <a:lnTo>
                  <a:pt x="66210" y="0"/>
                </a:lnTo>
                <a:lnTo>
                  <a:pt x="68750" y="0"/>
                </a:lnTo>
                <a:lnTo>
                  <a:pt x="68750" y="21025"/>
                </a:lnTo>
                <a:close/>
                <a:moveTo>
                  <a:pt x="86410" y="13728"/>
                </a:moveTo>
                <a:lnTo>
                  <a:pt x="75290" y="13728"/>
                </a:lnTo>
                <a:cubicBezTo>
                  <a:pt x="75290" y="14658"/>
                  <a:pt x="75430" y="15469"/>
                  <a:pt x="75709" y="16160"/>
                </a:cubicBezTo>
                <a:cubicBezTo>
                  <a:pt x="75988" y="16851"/>
                  <a:pt x="76371" y="17417"/>
                  <a:pt x="76857" y="17860"/>
                </a:cubicBezTo>
                <a:cubicBezTo>
                  <a:pt x="77326" y="18293"/>
                  <a:pt x="77882" y="18618"/>
                  <a:pt x="78526" y="18835"/>
                </a:cubicBezTo>
                <a:cubicBezTo>
                  <a:pt x="79170" y="19052"/>
                  <a:pt x="79880" y="19160"/>
                  <a:pt x="80654" y="19160"/>
                </a:cubicBezTo>
                <a:cubicBezTo>
                  <a:pt x="81681" y="19160"/>
                  <a:pt x="82715" y="18954"/>
                  <a:pt x="83755" y="18541"/>
                </a:cubicBezTo>
                <a:cubicBezTo>
                  <a:pt x="84796" y="18128"/>
                  <a:pt x="85537" y="17722"/>
                  <a:pt x="85978" y="17323"/>
                </a:cubicBezTo>
                <a:lnTo>
                  <a:pt x="86113" y="17323"/>
                </a:lnTo>
                <a:lnTo>
                  <a:pt x="86113" y="20102"/>
                </a:lnTo>
                <a:cubicBezTo>
                  <a:pt x="85257" y="20463"/>
                  <a:pt x="84384" y="20766"/>
                  <a:pt x="83492" y="21010"/>
                </a:cubicBezTo>
                <a:cubicBezTo>
                  <a:pt x="82600" y="21254"/>
                  <a:pt x="81663" y="21376"/>
                  <a:pt x="80681" y="21376"/>
                </a:cubicBezTo>
                <a:cubicBezTo>
                  <a:pt x="78177" y="21376"/>
                  <a:pt x="76222" y="20697"/>
                  <a:pt x="74817" y="19339"/>
                </a:cubicBezTo>
                <a:cubicBezTo>
                  <a:pt x="73412" y="17981"/>
                  <a:pt x="72709" y="16052"/>
                  <a:pt x="72709" y="13553"/>
                </a:cubicBezTo>
                <a:cubicBezTo>
                  <a:pt x="72709" y="11081"/>
                  <a:pt x="73382" y="9118"/>
                  <a:pt x="74729" y="7665"/>
                </a:cubicBezTo>
                <a:cubicBezTo>
                  <a:pt x="76076" y="6212"/>
                  <a:pt x="77848" y="5486"/>
                  <a:pt x="80046" y="5486"/>
                </a:cubicBezTo>
                <a:cubicBezTo>
                  <a:pt x="82082" y="5486"/>
                  <a:pt x="83652" y="6081"/>
                  <a:pt x="84755" y="7273"/>
                </a:cubicBezTo>
                <a:cubicBezTo>
                  <a:pt x="85859" y="8464"/>
                  <a:pt x="86410" y="10155"/>
                  <a:pt x="86410" y="12348"/>
                </a:cubicBezTo>
                <a:lnTo>
                  <a:pt x="86410" y="13728"/>
                </a:lnTo>
                <a:moveTo>
                  <a:pt x="83938" y="11783"/>
                </a:moveTo>
                <a:cubicBezTo>
                  <a:pt x="83929" y="10449"/>
                  <a:pt x="83593" y="9418"/>
                  <a:pt x="82931" y="8688"/>
                </a:cubicBezTo>
                <a:cubicBezTo>
                  <a:pt x="82269" y="7959"/>
                  <a:pt x="81262" y="7594"/>
                  <a:pt x="79911" y="7594"/>
                </a:cubicBezTo>
                <a:cubicBezTo>
                  <a:pt x="78551" y="7594"/>
                  <a:pt x="77468" y="7995"/>
                  <a:pt x="76661" y="8796"/>
                </a:cubicBezTo>
                <a:cubicBezTo>
                  <a:pt x="75855" y="9598"/>
                  <a:pt x="75398" y="10594"/>
                  <a:pt x="75290" y="11783"/>
                </a:cubicBezTo>
                <a:lnTo>
                  <a:pt x="83938" y="11783"/>
                </a:lnTo>
                <a:close/>
                <a:moveTo>
                  <a:pt x="101044" y="16665"/>
                </a:moveTo>
                <a:cubicBezTo>
                  <a:pt x="101044" y="18042"/>
                  <a:pt x="100474" y="19171"/>
                  <a:pt x="99335" y="20053"/>
                </a:cubicBezTo>
                <a:cubicBezTo>
                  <a:pt x="98195" y="20935"/>
                  <a:pt x="96639" y="21376"/>
                  <a:pt x="94666" y="21376"/>
                </a:cubicBezTo>
                <a:cubicBezTo>
                  <a:pt x="93549" y="21376"/>
                  <a:pt x="92524" y="21243"/>
                  <a:pt x="91592" y="20976"/>
                </a:cubicBezTo>
                <a:cubicBezTo>
                  <a:pt x="90660" y="20710"/>
                  <a:pt x="89878" y="20418"/>
                  <a:pt x="89248" y="20102"/>
                </a:cubicBezTo>
                <a:lnTo>
                  <a:pt x="89248" y="17242"/>
                </a:lnTo>
                <a:lnTo>
                  <a:pt x="89383" y="17242"/>
                </a:lnTo>
                <a:cubicBezTo>
                  <a:pt x="90185" y="17853"/>
                  <a:pt x="91076" y="18340"/>
                  <a:pt x="92058" y="18700"/>
                </a:cubicBezTo>
                <a:cubicBezTo>
                  <a:pt x="93040" y="19061"/>
                  <a:pt x="93982" y="19241"/>
                  <a:pt x="94882" y="19241"/>
                </a:cubicBezTo>
                <a:cubicBezTo>
                  <a:pt x="95999" y="19241"/>
                  <a:pt x="96873" y="19060"/>
                  <a:pt x="97504" y="18699"/>
                </a:cubicBezTo>
                <a:cubicBezTo>
                  <a:pt x="98134" y="18337"/>
                  <a:pt x="98450" y="17767"/>
                  <a:pt x="98450" y="16989"/>
                </a:cubicBezTo>
                <a:cubicBezTo>
                  <a:pt x="98450" y="16395"/>
                  <a:pt x="98278" y="15945"/>
                  <a:pt x="97936" y="15639"/>
                </a:cubicBezTo>
                <a:cubicBezTo>
                  <a:pt x="97594" y="15333"/>
                  <a:pt x="96936" y="15072"/>
                  <a:pt x="95963" y="14855"/>
                </a:cubicBezTo>
                <a:cubicBezTo>
                  <a:pt x="95603" y="14775"/>
                  <a:pt x="95132" y="14680"/>
                  <a:pt x="94551" y="14572"/>
                </a:cubicBezTo>
                <a:cubicBezTo>
                  <a:pt x="93970" y="14464"/>
                  <a:pt x="93441" y="14347"/>
                  <a:pt x="92964" y="14221"/>
                </a:cubicBezTo>
                <a:cubicBezTo>
                  <a:pt x="91639" y="13870"/>
                  <a:pt x="90700" y="13355"/>
                  <a:pt x="90146" y="12675"/>
                </a:cubicBezTo>
                <a:cubicBezTo>
                  <a:pt x="89592" y="11996"/>
                  <a:pt x="89315" y="11161"/>
                  <a:pt x="89315" y="10171"/>
                </a:cubicBezTo>
                <a:cubicBezTo>
                  <a:pt x="89315" y="9550"/>
                  <a:pt x="89444" y="8965"/>
                  <a:pt x="89700" y="8416"/>
                </a:cubicBezTo>
                <a:cubicBezTo>
                  <a:pt x="89957" y="7867"/>
                  <a:pt x="90347" y="7376"/>
                  <a:pt x="90869" y="6944"/>
                </a:cubicBezTo>
                <a:cubicBezTo>
                  <a:pt x="91374" y="6521"/>
                  <a:pt x="92016" y="6186"/>
                  <a:pt x="92795" y="5939"/>
                </a:cubicBezTo>
                <a:cubicBezTo>
                  <a:pt x="93574" y="5691"/>
                  <a:pt x="94445" y="5567"/>
                  <a:pt x="95409" y="5567"/>
                </a:cubicBezTo>
                <a:cubicBezTo>
                  <a:pt x="96310" y="5567"/>
                  <a:pt x="97222" y="5677"/>
                  <a:pt x="98146" y="5897"/>
                </a:cubicBezTo>
                <a:cubicBezTo>
                  <a:pt x="99069" y="6117"/>
                  <a:pt x="99837" y="6384"/>
                  <a:pt x="100449" y="6698"/>
                </a:cubicBezTo>
                <a:lnTo>
                  <a:pt x="100449" y="9404"/>
                </a:lnTo>
                <a:lnTo>
                  <a:pt x="100314" y="9404"/>
                </a:lnTo>
                <a:cubicBezTo>
                  <a:pt x="99666" y="8927"/>
                  <a:pt x="98877" y="8524"/>
                  <a:pt x="97950" y="8195"/>
                </a:cubicBezTo>
                <a:cubicBezTo>
                  <a:pt x="97022" y="7866"/>
                  <a:pt x="96112" y="7702"/>
                  <a:pt x="95220" y="7702"/>
                </a:cubicBezTo>
                <a:cubicBezTo>
                  <a:pt x="94292" y="7702"/>
                  <a:pt x="93509" y="7881"/>
                  <a:pt x="92869" y="8238"/>
                </a:cubicBezTo>
                <a:cubicBezTo>
                  <a:pt x="92229" y="8596"/>
                  <a:pt x="91910" y="9127"/>
                  <a:pt x="91910" y="9833"/>
                </a:cubicBezTo>
                <a:cubicBezTo>
                  <a:pt x="91910" y="10454"/>
                  <a:pt x="92103" y="10922"/>
                  <a:pt x="92491" y="11237"/>
                </a:cubicBezTo>
                <a:cubicBezTo>
                  <a:pt x="92869" y="11552"/>
                  <a:pt x="93482" y="11809"/>
                  <a:pt x="94328" y="12007"/>
                </a:cubicBezTo>
                <a:cubicBezTo>
                  <a:pt x="94797" y="12115"/>
                  <a:pt x="95322" y="12223"/>
                  <a:pt x="95903" y="12331"/>
                </a:cubicBezTo>
                <a:cubicBezTo>
                  <a:pt x="96484" y="12439"/>
                  <a:pt x="96968" y="12538"/>
                  <a:pt x="97355" y="12628"/>
                </a:cubicBezTo>
                <a:cubicBezTo>
                  <a:pt x="98535" y="12898"/>
                  <a:pt x="99445" y="13361"/>
                  <a:pt x="100085" y="14018"/>
                </a:cubicBezTo>
                <a:cubicBezTo>
                  <a:pt x="100724" y="14684"/>
                  <a:pt x="101044" y="15567"/>
                  <a:pt x="101044" y="16665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6985384-A578-4540-B110-E63DD1947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29" y="1918737"/>
            <a:ext cx="148479" cy="243479"/>
          </a:xfrm>
          <a:custGeom xmlns:a="http://schemas.openxmlformats.org/drawingml/2006/main">
            <a:pathLst>
              <a:path w="148479" h="243479">
                <a:moveTo>
                  <a:pt x="0" y="0"/>
                </a:moveTo>
                <a:lnTo>
                  <a:pt x="148479" y="0"/>
                </a:lnTo>
                <a:lnTo>
                  <a:pt x="148479" y="243479"/>
                </a:lnTo>
                <a:lnTo>
                  <a:pt x="0" y="2434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3641C7-404F-40B8-A00D-047002392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8330" y="1918740"/>
            <a:ext cx="148479" cy="243477"/>
          </a:xfrm>
          <a:custGeom xmlns:a="http://schemas.openxmlformats.org/drawingml/2006/main">
            <a:pathLst>
              <a:path w="148479" h="243477" fill="none">
                <a:moveTo>
                  <a:pt x="0" y="0"/>
                </a:moveTo>
                <a:lnTo>
                  <a:pt x="148479" y="0"/>
                </a:lnTo>
                <a:lnTo>
                  <a:pt x="148479" y="243477"/>
                </a:lnTo>
                <a:lnTo>
                  <a:pt x="0" y="2434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D9F904-B32C-4BC8-8F74-966C92A0B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9" y="2184713"/>
            <a:ext cx="179057" cy="181337"/>
          </a:xfrm>
          <a:custGeom xmlns:a="http://schemas.openxmlformats.org/drawingml/2006/main">
            <a:pathLst>
              <a:path w="179057" h="181337">
                <a:moveTo>
                  <a:pt x="0" y="0"/>
                </a:moveTo>
                <a:lnTo>
                  <a:pt x="179057" y="0"/>
                </a:lnTo>
                <a:lnTo>
                  <a:pt x="179057" y="181337"/>
                </a:lnTo>
                <a:lnTo>
                  <a:pt x="0" y="1813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4E5372-4AC5-4666-B480-26C5A2006A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8" y="2184716"/>
            <a:ext cx="179057" cy="181336"/>
          </a:xfrm>
          <a:custGeom xmlns:a="http://schemas.openxmlformats.org/drawingml/2006/main">
            <a:pathLst>
              <a:path w="179057" h="181336" fill="none">
                <a:moveTo>
                  <a:pt x="0" y="0"/>
                </a:moveTo>
                <a:lnTo>
                  <a:pt x="179057" y="0"/>
                </a:lnTo>
                <a:lnTo>
                  <a:pt x="179057" y="181336"/>
                </a:lnTo>
                <a:lnTo>
                  <a:pt x="0" y="1813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25" name="Text Proteales">
            <a:extLst xmlns:a="http://schemas.openxmlformats.org/drawingml/2006/main">
              <a:ext uri="{FF2B5EF4-FFF2-40B4-BE49-F238E27FC236}">
                <a16:creationId xmlns:a16="http://schemas.microsoft.com/office/drawing/2014/main" id="{C71BFEC9-96B6-4667-A8D1-61D3ED39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1813" y="2209515"/>
            <a:ext cx="42663" cy="7385"/>
          </a:xfrm>
          <a:custGeom xmlns:a="http://schemas.openxmlformats.org/drawingml/2006/main">
            <a:pathLst>
              <a:path w="42663" h="7385">
                <a:moveTo>
                  <a:pt x="4530" y="2400"/>
                </a:moveTo>
                <a:cubicBezTo>
                  <a:pt x="4530" y="2707"/>
                  <a:pt x="4476" y="2991"/>
                  <a:pt x="4369" y="3253"/>
                </a:cubicBezTo>
                <a:cubicBezTo>
                  <a:pt x="4262" y="3515"/>
                  <a:pt x="4113" y="3742"/>
                  <a:pt x="3920" y="3934"/>
                </a:cubicBezTo>
                <a:cubicBezTo>
                  <a:pt x="3682" y="4173"/>
                  <a:pt x="3400" y="4352"/>
                  <a:pt x="3074" y="4471"/>
                </a:cubicBezTo>
                <a:cubicBezTo>
                  <a:pt x="2748" y="4591"/>
                  <a:pt x="2338" y="4651"/>
                  <a:pt x="1842" y="4651"/>
                </a:cubicBezTo>
                <a:lnTo>
                  <a:pt x="921" y="4651"/>
                </a:lnTo>
                <a:lnTo>
                  <a:pt x="921" y="7236"/>
                </a:lnTo>
                <a:lnTo>
                  <a:pt x="0" y="7236"/>
                </a:lnTo>
                <a:lnTo>
                  <a:pt x="0" y="307"/>
                </a:lnTo>
                <a:lnTo>
                  <a:pt x="1879" y="307"/>
                </a:lnTo>
                <a:cubicBezTo>
                  <a:pt x="2294" y="307"/>
                  <a:pt x="2646" y="342"/>
                  <a:pt x="2934" y="412"/>
                </a:cubicBezTo>
                <a:cubicBezTo>
                  <a:pt x="3223" y="481"/>
                  <a:pt x="3479" y="591"/>
                  <a:pt x="3702" y="739"/>
                </a:cubicBezTo>
                <a:cubicBezTo>
                  <a:pt x="3965" y="916"/>
                  <a:pt x="4169" y="1136"/>
                  <a:pt x="4313" y="1400"/>
                </a:cubicBezTo>
                <a:cubicBezTo>
                  <a:pt x="4458" y="1663"/>
                  <a:pt x="4530" y="1997"/>
                  <a:pt x="4530" y="2400"/>
                </a:cubicBezTo>
                <a:moveTo>
                  <a:pt x="3572" y="2421"/>
                </a:moveTo>
                <a:cubicBezTo>
                  <a:pt x="3572" y="2184"/>
                  <a:pt x="3530" y="1978"/>
                  <a:pt x="3446" y="1803"/>
                </a:cubicBezTo>
                <a:cubicBezTo>
                  <a:pt x="3362" y="1628"/>
                  <a:pt x="3235" y="1485"/>
                  <a:pt x="3065" y="1374"/>
                </a:cubicBezTo>
                <a:cubicBezTo>
                  <a:pt x="2916" y="1279"/>
                  <a:pt x="2746" y="1211"/>
                  <a:pt x="2555" y="1169"/>
                </a:cubicBezTo>
                <a:cubicBezTo>
                  <a:pt x="2365" y="1128"/>
                  <a:pt x="2124" y="1107"/>
                  <a:pt x="1832" y="1107"/>
                </a:cubicBezTo>
                <a:lnTo>
                  <a:pt x="921" y="1107"/>
                </a:lnTo>
                <a:lnTo>
                  <a:pt x="921" y="3851"/>
                </a:lnTo>
                <a:lnTo>
                  <a:pt x="1697" y="3851"/>
                </a:lnTo>
                <a:cubicBezTo>
                  <a:pt x="2069" y="3851"/>
                  <a:pt x="2372" y="3818"/>
                  <a:pt x="2604" y="3752"/>
                </a:cubicBezTo>
                <a:cubicBezTo>
                  <a:pt x="2837" y="3685"/>
                  <a:pt x="3026" y="3580"/>
                  <a:pt x="3172" y="3436"/>
                </a:cubicBezTo>
                <a:cubicBezTo>
                  <a:pt x="3317" y="3288"/>
                  <a:pt x="3420" y="3133"/>
                  <a:pt x="3481" y="2970"/>
                </a:cubicBezTo>
                <a:cubicBezTo>
                  <a:pt x="3541" y="2807"/>
                  <a:pt x="3572" y="2624"/>
                  <a:pt x="3572" y="2421"/>
                </a:cubicBezTo>
                <a:close/>
                <a:moveTo>
                  <a:pt x="8915" y="2986"/>
                </a:moveTo>
                <a:lnTo>
                  <a:pt x="8868" y="2986"/>
                </a:lnTo>
                <a:cubicBezTo>
                  <a:pt x="8738" y="2956"/>
                  <a:pt x="8612" y="2935"/>
                  <a:pt x="8489" y="2922"/>
                </a:cubicBezTo>
                <a:cubicBezTo>
                  <a:pt x="8367" y="2909"/>
                  <a:pt x="8222" y="2902"/>
                  <a:pt x="8055" y="2902"/>
                </a:cubicBezTo>
                <a:cubicBezTo>
                  <a:pt x="7785" y="2902"/>
                  <a:pt x="7524" y="2962"/>
                  <a:pt x="7273" y="3081"/>
                </a:cubicBezTo>
                <a:cubicBezTo>
                  <a:pt x="7022" y="3201"/>
                  <a:pt x="6780" y="3355"/>
                  <a:pt x="6548" y="3544"/>
                </a:cubicBezTo>
                <a:lnTo>
                  <a:pt x="6548" y="7236"/>
                </a:lnTo>
                <a:lnTo>
                  <a:pt x="5674" y="7236"/>
                </a:lnTo>
                <a:lnTo>
                  <a:pt x="5674" y="2037"/>
                </a:lnTo>
                <a:lnTo>
                  <a:pt x="6548" y="2037"/>
                </a:lnTo>
                <a:lnTo>
                  <a:pt x="6548" y="2805"/>
                </a:lnTo>
                <a:cubicBezTo>
                  <a:pt x="6895" y="2526"/>
                  <a:pt x="7201" y="2328"/>
                  <a:pt x="7466" y="2211"/>
                </a:cubicBezTo>
                <a:cubicBezTo>
                  <a:pt x="7731" y="2095"/>
                  <a:pt x="8002" y="2037"/>
                  <a:pt x="8278" y="2037"/>
                </a:cubicBezTo>
                <a:cubicBezTo>
                  <a:pt x="8430" y="2037"/>
                  <a:pt x="8540" y="2041"/>
                  <a:pt x="8608" y="2049"/>
                </a:cubicBezTo>
                <a:cubicBezTo>
                  <a:pt x="8676" y="2056"/>
                  <a:pt x="8779" y="2071"/>
                  <a:pt x="8915" y="2092"/>
                </a:cubicBezTo>
                <a:lnTo>
                  <a:pt x="8915" y="2986"/>
                </a:lnTo>
                <a:close/>
                <a:moveTo>
                  <a:pt x="14165" y="4639"/>
                </a:moveTo>
                <a:cubicBezTo>
                  <a:pt x="14165" y="5487"/>
                  <a:pt x="13948" y="6157"/>
                  <a:pt x="13514" y="6648"/>
                </a:cubicBezTo>
                <a:cubicBezTo>
                  <a:pt x="13080" y="7139"/>
                  <a:pt x="12499" y="7385"/>
                  <a:pt x="11770" y="7385"/>
                </a:cubicBezTo>
                <a:cubicBezTo>
                  <a:pt x="11036" y="7385"/>
                  <a:pt x="10452" y="7139"/>
                  <a:pt x="10019" y="6648"/>
                </a:cubicBezTo>
                <a:cubicBezTo>
                  <a:pt x="9587" y="6157"/>
                  <a:pt x="9371" y="5487"/>
                  <a:pt x="9371" y="4639"/>
                </a:cubicBezTo>
                <a:cubicBezTo>
                  <a:pt x="9371" y="3790"/>
                  <a:pt x="9587" y="3120"/>
                  <a:pt x="10019" y="2627"/>
                </a:cubicBezTo>
                <a:cubicBezTo>
                  <a:pt x="10452" y="2134"/>
                  <a:pt x="11036" y="1888"/>
                  <a:pt x="11770" y="1888"/>
                </a:cubicBezTo>
                <a:cubicBezTo>
                  <a:pt x="12499" y="1888"/>
                  <a:pt x="13080" y="2134"/>
                  <a:pt x="13514" y="2627"/>
                </a:cubicBezTo>
                <a:cubicBezTo>
                  <a:pt x="13948" y="3120"/>
                  <a:pt x="14165" y="3790"/>
                  <a:pt x="14165" y="4639"/>
                </a:cubicBezTo>
                <a:moveTo>
                  <a:pt x="13263" y="4639"/>
                </a:moveTo>
                <a:cubicBezTo>
                  <a:pt x="13263" y="3967"/>
                  <a:pt x="13131" y="3468"/>
                  <a:pt x="12868" y="3141"/>
                </a:cubicBezTo>
                <a:cubicBezTo>
                  <a:pt x="12604" y="2814"/>
                  <a:pt x="12238" y="2651"/>
                  <a:pt x="11770" y="2651"/>
                </a:cubicBezTo>
                <a:cubicBezTo>
                  <a:pt x="11296" y="2651"/>
                  <a:pt x="10928" y="2814"/>
                  <a:pt x="10666" y="3141"/>
                </a:cubicBezTo>
                <a:cubicBezTo>
                  <a:pt x="10404" y="3468"/>
                  <a:pt x="10273" y="3967"/>
                  <a:pt x="10273" y="4639"/>
                </a:cubicBezTo>
                <a:cubicBezTo>
                  <a:pt x="10273" y="5289"/>
                  <a:pt x="10405" y="5782"/>
                  <a:pt x="10668" y="6118"/>
                </a:cubicBezTo>
                <a:cubicBezTo>
                  <a:pt x="10932" y="6454"/>
                  <a:pt x="11299" y="6622"/>
                  <a:pt x="11770" y="6622"/>
                </a:cubicBezTo>
                <a:cubicBezTo>
                  <a:pt x="12235" y="6622"/>
                  <a:pt x="12600" y="6456"/>
                  <a:pt x="12866" y="6123"/>
                </a:cubicBezTo>
                <a:cubicBezTo>
                  <a:pt x="13131" y="5790"/>
                  <a:pt x="13263" y="5295"/>
                  <a:pt x="13263" y="4639"/>
                </a:cubicBezTo>
                <a:close/>
                <a:moveTo>
                  <a:pt x="18216" y="7190"/>
                </a:moveTo>
                <a:cubicBezTo>
                  <a:pt x="18052" y="7234"/>
                  <a:pt x="17873" y="7269"/>
                  <a:pt x="17679" y="7297"/>
                </a:cubicBezTo>
                <a:cubicBezTo>
                  <a:pt x="17485" y="7325"/>
                  <a:pt x="17312" y="7339"/>
                  <a:pt x="17160" y="7339"/>
                </a:cubicBezTo>
                <a:cubicBezTo>
                  <a:pt x="16630" y="7339"/>
                  <a:pt x="16227" y="7196"/>
                  <a:pt x="15951" y="6910"/>
                </a:cubicBezTo>
                <a:cubicBezTo>
                  <a:pt x="15675" y="6625"/>
                  <a:pt x="15537" y="6167"/>
                  <a:pt x="15537" y="5537"/>
                </a:cubicBezTo>
                <a:lnTo>
                  <a:pt x="15537" y="2772"/>
                </a:lnTo>
                <a:lnTo>
                  <a:pt x="14947" y="2772"/>
                </a:lnTo>
                <a:lnTo>
                  <a:pt x="14947" y="2037"/>
                </a:lnTo>
                <a:lnTo>
                  <a:pt x="15537" y="2037"/>
                </a:lnTo>
                <a:lnTo>
                  <a:pt x="15537" y="539"/>
                </a:lnTo>
                <a:lnTo>
                  <a:pt x="16412" y="539"/>
                </a:lnTo>
                <a:lnTo>
                  <a:pt x="16412" y="2037"/>
                </a:lnTo>
                <a:lnTo>
                  <a:pt x="18216" y="2037"/>
                </a:lnTo>
                <a:lnTo>
                  <a:pt x="18216" y="2772"/>
                </a:lnTo>
                <a:lnTo>
                  <a:pt x="16412" y="2772"/>
                </a:lnTo>
                <a:lnTo>
                  <a:pt x="16412" y="5145"/>
                </a:lnTo>
                <a:cubicBezTo>
                  <a:pt x="16412" y="5418"/>
                  <a:pt x="16418" y="5632"/>
                  <a:pt x="16430" y="5786"/>
                </a:cubicBezTo>
                <a:cubicBezTo>
                  <a:pt x="16443" y="5940"/>
                  <a:pt x="16486" y="6083"/>
                  <a:pt x="16560" y="6217"/>
                </a:cubicBezTo>
                <a:cubicBezTo>
                  <a:pt x="16629" y="6341"/>
                  <a:pt x="16722" y="6432"/>
                  <a:pt x="16842" y="6490"/>
                </a:cubicBezTo>
                <a:cubicBezTo>
                  <a:pt x="16961" y="6547"/>
                  <a:pt x="17143" y="6576"/>
                  <a:pt x="17388" y="6576"/>
                </a:cubicBezTo>
                <a:cubicBezTo>
                  <a:pt x="17531" y="6576"/>
                  <a:pt x="17680" y="6555"/>
                  <a:pt x="17835" y="6513"/>
                </a:cubicBezTo>
                <a:cubicBezTo>
                  <a:pt x="17990" y="6471"/>
                  <a:pt x="18101" y="6436"/>
                  <a:pt x="18170" y="6408"/>
                </a:cubicBezTo>
                <a:lnTo>
                  <a:pt x="18216" y="6408"/>
                </a:lnTo>
                <a:lnTo>
                  <a:pt x="18216" y="7190"/>
                </a:lnTo>
                <a:close/>
                <a:moveTo>
                  <a:pt x="23620" y="4725"/>
                </a:moveTo>
                <a:lnTo>
                  <a:pt x="19792" y="4725"/>
                </a:lnTo>
                <a:cubicBezTo>
                  <a:pt x="19792" y="5045"/>
                  <a:pt x="19840" y="5324"/>
                  <a:pt x="19937" y="5562"/>
                </a:cubicBezTo>
                <a:cubicBezTo>
                  <a:pt x="20033" y="5800"/>
                  <a:pt x="20164" y="5995"/>
                  <a:pt x="20332" y="6147"/>
                </a:cubicBezTo>
                <a:cubicBezTo>
                  <a:pt x="20493" y="6296"/>
                  <a:pt x="20685" y="6408"/>
                  <a:pt x="20906" y="6483"/>
                </a:cubicBezTo>
                <a:cubicBezTo>
                  <a:pt x="21128" y="6557"/>
                  <a:pt x="21372" y="6594"/>
                  <a:pt x="21639" y="6594"/>
                </a:cubicBezTo>
                <a:cubicBezTo>
                  <a:pt x="21992" y="6594"/>
                  <a:pt x="22348" y="6523"/>
                  <a:pt x="22706" y="6381"/>
                </a:cubicBezTo>
                <a:cubicBezTo>
                  <a:pt x="23064" y="6239"/>
                  <a:pt x="23319" y="6099"/>
                  <a:pt x="23471" y="5962"/>
                </a:cubicBezTo>
                <a:lnTo>
                  <a:pt x="23517" y="5962"/>
                </a:lnTo>
                <a:lnTo>
                  <a:pt x="23517" y="6919"/>
                </a:lnTo>
                <a:cubicBezTo>
                  <a:pt x="23223" y="7043"/>
                  <a:pt x="22922" y="7147"/>
                  <a:pt x="22615" y="7231"/>
                </a:cubicBezTo>
                <a:cubicBezTo>
                  <a:pt x="22308" y="7315"/>
                  <a:pt x="21986" y="7357"/>
                  <a:pt x="21648" y="7357"/>
                </a:cubicBezTo>
                <a:cubicBezTo>
                  <a:pt x="20786" y="7357"/>
                  <a:pt x="20113" y="7123"/>
                  <a:pt x="19630" y="6656"/>
                </a:cubicBezTo>
                <a:cubicBezTo>
                  <a:pt x="19146" y="6189"/>
                  <a:pt x="18904" y="5525"/>
                  <a:pt x="18904" y="4664"/>
                </a:cubicBezTo>
                <a:cubicBezTo>
                  <a:pt x="18904" y="3814"/>
                  <a:pt x="19136" y="3138"/>
                  <a:pt x="19599" y="2638"/>
                </a:cubicBezTo>
                <a:cubicBezTo>
                  <a:pt x="20063" y="2138"/>
                  <a:pt x="20673" y="1888"/>
                  <a:pt x="21429" y="1888"/>
                </a:cubicBezTo>
                <a:cubicBezTo>
                  <a:pt x="22130" y="1888"/>
                  <a:pt x="22670" y="2093"/>
                  <a:pt x="23050" y="2503"/>
                </a:cubicBezTo>
                <a:cubicBezTo>
                  <a:pt x="23430" y="2913"/>
                  <a:pt x="23620" y="3495"/>
                  <a:pt x="23620" y="4250"/>
                </a:cubicBezTo>
                <a:lnTo>
                  <a:pt x="23620" y="4725"/>
                </a:lnTo>
                <a:moveTo>
                  <a:pt x="22769" y="4055"/>
                </a:moveTo>
                <a:cubicBezTo>
                  <a:pt x="22766" y="3596"/>
                  <a:pt x="22650" y="3241"/>
                  <a:pt x="22422" y="2990"/>
                </a:cubicBezTo>
                <a:cubicBezTo>
                  <a:pt x="22194" y="2739"/>
                  <a:pt x="21848" y="2614"/>
                  <a:pt x="21383" y="2614"/>
                </a:cubicBezTo>
                <a:cubicBezTo>
                  <a:pt x="20915" y="2614"/>
                  <a:pt x="20542" y="2752"/>
                  <a:pt x="20264" y="3027"/>
                </a:cubicBezTo>
                <a:cubicBezTo>
                  <a:pt x="19987" y="3303"/>
                  <a:pt x="19830" y="3646"/>
                  <a:pt x="19792" y="4055"/>
                </a:cubicBezTo>
                <a:lnTo>
                  <a:pt x="22769" y="4055"/>
                </a:lnTo>
                <a:close/>
                <a:moveTo>
                  <a:pt x="28981" y="7236"/>
                </a:moveTo>
                <a:lnTo>
                  <a:pt x="28112" y="7236"/>
                </a:lnTo>
                <a:lnTo>
                  <a:pt x="28112" y="6687"/>
                </a:lnTo>
                <a:cubicBezTo>
                  <a:pt x="28034" y="6739"/>
                  <a:pt x="27930" y="6813"/>
                  <a:pt x="27798" y="6908"/>
                </a:cubicBezTo>
                <a:cubicBezTo>
                  <a:pt x="27666" y="7002"/>
                  <a:pt x="27538" y="7078"/>
                  <a:pt x="27414" y="7134"/>
                </a:cubicBezTo>
                <a:cubicBezTo>
                  <a:pt x="27269" y="7205"/>
                  <a:pt x="27101" y="7265"/>
                  <a:pt x="26912" y="7313"/>
                </a:cubicBezTo>
                <a:cubicBezTo>
                  <a:pt x="26723" y="7361"/>
                  <a:pt x="26501" y="7385"/>
                  <a:pt x="26247" y="7385"/>
                </a:cubicBezTo>
                <a:cubicBezTo>
                  <a:pt x="25779" y="7385"/>
                  <a:pt x="25382" y="7230"/>
                  <a:pt x="25056" y="6919"/>
                </a:cubicBezTo>
                <a:cubicBezTo>
                  <a:pt x="24731" y="6609"/>
                  <a:pt x="24568" y="6213"/>
                  <a:pt x="24568" y="5732"/>
                </a:cubicBezTo>
                <a:cubicBezTo>
                  <a:pt x="24568" y="5338"/>
                  <a:pt x="24653" y="5019"/>
                  <a:pt x="24822" y="4775"/>
                </a:cubicBezTo>
                <a:cubicBezTo>
                  <a:pt x="24991" y="4531"/>
                  <a:pt x="25232" y="4340"/>
                  <a:pt x="25545" y="4200"/>
                </a:cubicBezTo>
                <a:cubicBezTo>
                  <a:pt x="25861" y="4060"/>
                  <a:pt x="26241" y="3966"/>
                  <a:pt x="26684" y="3916"/>
                </a:cubicBezTo>
                <a:cubicBezTo>
                  <a:pt x="27127" y="3866"/>
                  <a:pt x="27603" y="3829"/>
                  <a:pt x="28112" y="3804"/>
                </a:cubicBezTo>
                <a:lnTo>
                  <a:pt x="28112" y="3668"/>
                </a:lnTo>
                <a:cubicBezTo>
                  <a:pt x="28112" y="3468"/>
                  <a:pt x="28077" y="3302"/>
                  <a:pt x="28007" y="3171"/>
                </a:cubicBezTo>
                <a:cubicBezTo>
                  <a:pt x="27937" y="3040"/>
                  <a:pt x="27837" y="2937"/>
                  <a:pt x="27707" y="2862"/>
                </a:cubicBezTo>
                <a:cubicBezTo>
                  <a:pt x="27583" y="2790"/>
                  <a:pt x="27434" y="2741"/>
                  <a:pt x="27261" y="2716"/>
                </a:cubicBezTo>
                <a:cubicBezTo>
                  <a:pt x="27087" y="2691"/>
                  <a:pt x="26906" y="2679"/>
                  <a:pt x="26717" y="2679"/>
                </a:cubicBezTo>
                <a:cubicBezTo>
                  <a:pt x="26487" y="2679"/>
                  <a:pt x="26231" y="2710"/>
                  <a:pt x="25949" y="2772"/>
                </a:cubicBezTo>
                <a:cubicBezTo>
                  <a:pt x="25667" y="2834"/>
                  <a:pt x="25376" y="2924"/>
                  <a:pt x="25075" y="3041"/>
                </a:cubicBezTo>
                <a:lnTo>
                  <a:pt x="25029" y="3041"/>
                </a:lnTo>
                <a:lnTo>
                  <a:pt x="25029" y="2153"/>
                </a:lnTo>
                <a:cubicBezTo>
                  <a:pt x="25199" y="2107"/>
                  <a:pt x="25446" y="2056"/>
                  <a:pt x="25768" y="2000"/>
                </a:cubicBezTo>
                <a:cubicBezTo>
                  <a:pt x="26090" y="1944"/>
                  <a:pt x="26408" y="1916"/>
                  <a:pt x="26721" y="1916"/>
                </a:cubicBezTo>
                <a:cubicBezTo>
                  <a:pt x="27087" y="1916"/>
                  <a:pt x="27406" y="1946"/>
                  <a:pt x="27677" y="2007"/>
                </a:cubicBezTo>
                <a:cubicBezTo>
                  <a:pt x="27948" y="2067"/>
                  <a:pt x="28183" y="2170"/>
                  <a:pt x="28382" y="2316"/>
                </a:cubicBezTo>
                <a:cubicBezTo>
                  <a:pt x="28577" y="2459"/>
                  <a:pt x="28726" y="2643"/>
                  <a:pt x="28828" y="2869"/>
                </a:cubicBezTo>
                <a:cubicBezTo>
                  <a:pt x="28930" y="3096"/>
                  <a:pt x="28981" y="3376"/>
                  <a:pt x="28981" y="3711"/>
                </a:cubicBezTo>
                <a:lnTo>
                  <a:pt x="28981" y="7236"/>
                </a:lnTo>
                <a:moveTo>
                  <a:pt x="28112" y="5964"/>
                </a:moveTo>
                <a:lnTo>
                  <a:pt x="28112" y="4511"/>
                </a:lnTo>
                <a:cubicBezTo>
                  <a:pt x="27845" y="4527"/>
                  <a:pt x="27531" y="4550"/>
                  <a:pt x="27170" y="4581"/>
                </a:cubicBezTo>
                <a:cubicBezTo>
                  <a:pt x="26809" y="4612"/>
                  <a:pt x="26523" y="4657"/>
                  <a:pt x="26312" y="4717"/>
                </a:cubicBezTo>
                <a:cubicBezTo>
                  <a:pt x="26061" y="4788"/>
                  <a:pt x="25858" y="4900"/>
                  <a:pt x="25703" y="5051"/>
                </a:cubicBezTo>
                <a:cubicBezTo>
                  <a:pt x="25548" y="5202"/>
                  <a:pt x="25470" y="5410"/>
                  <a:pt x="25470" y="5674"/>
                </a:cubicBezTo>
                <a:cubicBezTo>
                  <a:pt x="25470" y="5973"/>
                  <a:pt x="25560" y="6198"/>
                  <a:pt x="25740" y="6349"/>
                </a:cubicBezTo>
                <a:cubicBezTo>
                  <a:pt x="25920" y="6500"/>
                  <a:pt x="26194" y="6576"/>
                  <a:pt x="26563" y="6576"/>
                </a:cubicBezTo>
                <a:cubicBezTo>
                  <a:pt x="26870" y="6576"/>
                  <a:pt x="27151" y="6516"/>
                  <a:pt x="27405" y="6396"/>
                </a:cubicBezTo>
                <a:cubicBezTo>
                  <a:pt x="27659" y="6276"/>
                  <a:pt x="27895" y="6132"/>
                  <a:pt x="28112" y="5964"/>
                </a:cubicBezTo>
                <a:close/>
                <a:moveTo>
                  <a:pt x="31549" y="7236"/>
                </a:moveTo>
                <a:lnTo>
                  <a:pt x="30675" y="7236"/>
                </a:lnTo>
                <a:lnTo>
                  <a:pt x="30675" y="0"/>
                </a:lnTo>
                <a:lnTo>
                  <a:pt x="31549" y="0"/>
                </a:lnTo>
                <a:lnTo>
                  <a:pt x="31549" y="7236"/>
                </a:lnTo>
                <a:close/>
                <a:moveTo>
                  <a:pt x="37627" y="4725"/>
                </a:moveTo>
                <a:lnTo>
                  <a:pt x="33800" y="4725"/>
                </a:lnTo>
                <a:cubicBezTo>
                  <a:pt x="33800" y="5045"/>
                  <a:pt x="33848" y="5324"/>
                  <a:pt x="33944" y="5562"/>
                </a:cubicBezTo>
                <a:cubicBezTo>
                  <a:pt x="34040" y="5800"/>
                  <a:pt x="34172" y="5995"/>
                  <a:pt x="34339" y="6147"/>
                </a:cubicBezTo>
                <a:cubicBezTo>
                  <a:pt x="34500" y="6296"/>
                  <a:pt x="34692" y="6408"/>
                  <a:pt x="34913" y="6483"/>
                </a:cubicBezTo>
                <a:cubicBezTo>
                  <a:pt x="35135" y="6557"/>
                  <a:pt x="35379" y="6594"/>
                  <a:pt x="35646" y="6594"/>
                </a:cubicBezTo>
                <a:cubicBezTo>
                  <a:pt x="35999" y="6594"/>
                  <a:pt x="36355" y="6523"/>
                  <a:pt x="36713" y="6381"/>
                </a:cubicBezTo>
                <a:cubicBezTo>
                  <a:pt x="37071" y="6239"/>
                  <a:pt x="37326" y="6099"/>
                  <a:pt x="37478" y="5962"/>
                </a:cubicBezTo>
                <a:lnTo>
                  <a:pt x="37525" y="5962"/>
                </a:lnTo>
                <a:lnTo>
                  <a:pt x="37525" y="6919"/>
                </a:lnTo>
                <a:cubicBezTo>
                  <a:pt x="37230" y="7043"/>
                  <a:pt x="36929" y="7147"/>
                  <a:pt x="36622" y="7231"/>
                </a:cubicBezTo>
                <a:cubicBezTo>
                  <a:pt x="36315" y="7315"/>
                  <a:pt x="35993" y="7357"/>
                  <a:pt x="35655" y="7357"/>
                </a:cubicBezTo>
                <a:cubicBezTo>
                  <a:pt x="34793" y="7357"/>
                  <a:pt x="34120" y="7123"/>
                  <a:pt x="33637" y="6656"/>
                </a:cubicBezTo>
                <a:cubicBezTo>
                  <a:pt x="33153" y="6189"/>
                  <a:pt x="32911" y="5525"/>
                  <a:pt x="32911" y="4664"/>
                </a:cubicBezTo>
                <a:cubicBezTo>
                  <a:pt x="32911" y="3814"/>
                  <a:pt x="33143" y="3138"/>
                  <a:pt x="33607" y="2638"/>
                </a:cubicBezTo>
                <a:cubicBezTo>
                  <a:pt x="34070" y="2138"/>
                  <a:pt x="34680" y="1888"/>
                  <a:pt x="35437" y="1888"/>
                </a:cubicBezTo>
                <a:cubicBezTo>
                  <a:pt x="36137" y="1888"/>
                  <a:pt x="36677" y="2093"/>
                  <a:pt x="37057" y="2503"/>
                </a:cubicBezTo>
                <a:cubicBezTo>
                  <a:pt x="37437" y="2913"/>
                  <a:pt x="37627" y="3495"/>
                  <a:pt x="37627" y="4250"/>
                </a:cubicBezTo>
                <a:lnTo>
                  <a:pt x="37627" y="4725"/>
                </a:lnTo>
                <a:moveTo>
                  <a:pt x="36776" y="4055"/>
                </a:moveTo>
                <a:cubicBezTo>
                  <a:pt x="36773" y="3596"/>
                  <a:pt x="36657" y="3241"/>
                  <a:pt x="36429" y="2990"/>
                </a:cubicBezTo>
                <a:cubicBezTo>
                  <a:pt x="36202" y="2739"/>
                  <a:pt x="35855" y="2614"/>
                  <a:pt x="35390" y="2614"/>
                </a:cubicBezTo>
                <a:cubicBezTo>
                  <a:pt x="34922" y="2614"/>
                  <a:pt x="34549" y="2752"/>
                  <a:pt x="34272" y="3027"/>
                </a:cubicBezTo>
                <a:cubicBezTo>
                  <a:pt x="33994" y="3303"/>
                  <a:pt x="33837" y="3646"/>
                  <a:pt x="33800" y="4055"/>
                </a:cubicBezTo>
                <a:lnTo>
                  <a:pt x="36776" y="4055"/>
                </a:lnTo>
                <a:close/>
                <a:moveTo>
                  <a:pt x="42663" y="5736"/>
                </a:moveTo>
                <a:cubicBezTo>
                  <a:pt x="42663" y="6210"/>
                  <a:pt x="42467" y="6598"/>
                  <a:pt x="42075" y="6902"/>
                </a:cubicBezTo>
                <a:cubicBezTo>
                  <a:pt x="41683" y="7205"/>
                  <a:pt x="41147" y="7357"/>
                  <a:pt x="40468" y="7357"/>
                </a:cubicBezTo>
                <a:cubicBezTo>
                  <a:pt x="40084" y="7357"/>
                  <a:pt x="39731" y="7311"/>
                  <a:pt x="39410" y="7220"/>
                </a:cubicBezTo>
                <a:cubicBezTo>
                  <a:pt x="39089" y="7128"/>
                  <a:pt x="38820" y="7027"/>
                  <a:pt x="38603" y="6919"/>
                </a:cubicBezTo>
                <a:lnTo>
                  <a:pt x="38603" y="5934"/>
                </a:lnTo>
                <a:lnTo>
                  <a:pt x="38650" y="5934"/>
                </a:lnTo>
                <a:cubicBezTo>
                  <a:pt x="38926" y="6145"/>
                  <a:pt x="39233" y="6312"/>
                  <a:pt x="39571" y="6436"/>
                </a:cubicBezTo>
                <a:cubicBezTo>
                  <a:pt x="39909" y="6560"/>
                  <a:pt x="40233" y="6622"/>
                  <a:pt x="40543" y="6622"/>
                </a:cubicBezTo>
                <a:cubicBezTo>
                  <a:pt x="40927" y="6622"/>
                  <a:pt x="41228" y="6560"/>
                  <a:pt x="41445" y="6436"/>
                </a:cubicBezTo>
                <a:cubicBezTo>
                  <a:pt x="41662" y="6311"/>
                  <a:pt x="41770" y="6115"/>
                  <a:pt x="41770" y="5847"/>
                </a:cubicBezTo>
                <a:cubicBezTo>
                  <a:pt x="41770" y="5643"/>
                  <a:pt x="41712" y="5488"/>
                  <a:pt x="41594" y="5382"/>
                </a:cubicBezTo>
                <a:cubicBezTo>
                  <a:pt x="41476" y="5277"/>
                  <a:pt x="41250" y="5187"/>
                  <a:pt x="40915" y="5113"/>
                </a:cubicBezTo>
                <a:cubicBezTo>
                  <a:pt x="40791" y="5085"/>
                  <a:pt x="40629" y="5053"/>
                  <a:pt x="40429" y="5015"/>
                </a:cubicBezTo>
                <a:cubicBezTo>
                  <a:pt x="40229" y="4978"/>
                  <a:pt x="40047" y="4938"/>
                  <a:pt x="39882" y="4895"/>
                </a:cubicBezTo>
                <a:cubicBezTo>
                  <a:pt x="39427" y="4774"/>
                  <a:pt x="39103" y="4596"/>
                  <a:pt x="38913" y="4362"/>
                </a:cubicBezTo>
                <a:cubicBezTo>
                  <a:pt x="38722" y="4129"/>
                  <a:pt x="38627" y="3841"/>
                  <a:pt x="38627" y="3501"/>
                </a:cubicBezTo>
                <a:cubicBezTo>
                  <a:pt x="38627" y="3287"/>
                  <a:pt x="38671" y="3085"/>
                  <a:pt x="38759" y="2897"/>
                </a:cubicBezTo>
                <a:cubicBezTo>
                  <a:pt x="38848" y="2708"/>
                  <a:pt x="38982" y="2539"/>
                  <a:pt x="39162" y="2390"/>
                </a:cubicBezTo>
                <a:cubicBezTo>
                  <a:pt x="39335" y="2244"/>
                  <a:pt x="39556" y="2129"/>
                  <a:pt x="39824" y="2044"/>
                </a:cubicBezTo>
                <a:cubicBezTo>
                  <a:pt x="40092" y="1959"/>
                  <a:pt x="40392" y="1916"/>
                  <a:pt x="40724" y="1916"/>
                </a:cubicBezTo>
                <a:cubicBezTo>
                  <a:pt x="41034" y="1916"/>
                  <a:pt x="41348" y="1954"/>
                  <a:pt x="41666" y="2030"/>
                </a:cubicBezTo>
                <a:cubicBezTo>
                  <a:pt x="41984" y="2105"/>
                  <a:pt x="42248" y="2197"/>
                  <a:pt x="42459" y="2305"/>
                </a:cubicBezTo>
                <a:lnTo>
                  <a:pt x="42459" y="3237"/>
                </a:lnTo>
                <a:lnTo>
                  <a:pt x="42412" y="3237"/>
                </a:lnTo>
                <a:cubicBezTo>
                  <a:pt x="42189" y="3072"/>
                  <a:pt x="41918" y="2934"/>
                  <a:pt x="41598" y="2821"/>
                </a:cubicBezTo>
                <a:cubicBezTo>
                  <a:pt x="41279" y="2707"/>
                  <a:pt x="40966" y="2651"/>
                  <a:pt x="40659" y="2651"/>
                </a:cubicBezTo>
                <a:cubicBezTo>
                  <a:pt x="40340" y="2651"/>
                  <a:pt x="40070" y="2712"/>
                  <a:pt x="39850" y="2835"/>
                </a:cubicBezTo>
                <a:cubicBezTo>
                  <a:pt x="39630" y="2958"/>
                  <a:pt x="39520" y="3141"/>
                  <a:pt x="39520" y="3384"/>
                </a:cubicBezTo>
                <a:cubicBezTo>
                  <a:pt x="39520" y="3598"/>
                  <a:pt x="39586" y="3759"/>
                  <a:pt x="39720" y="3867"/>
                </a:cubicBezTo>
                <a:cubicBezTo>
                  <a:pt x="39850" y="3976"/>
                  <a:pt x="40061" y="4064"/>
                  <a:pt x="40352" y="4132"/>
                </a:cubicBezTo>
                <a:cubicBezTo>
                  <a:pt x="40513" y="4170"/>
                  <a:pt x="40694" y="4207"/>
                  <a:pt x="40894" y="4244"/>
                </a:cubicBezTo>
                <a:cubicBezTo>
                  <a:pt x="41094" y="4281"/>
                  <a:pt x="41260" y="4315"/>
                  <a:pt x="41394" y="4346"/>
                </a:cubicBezTo>
                <a:cubicBezTo>
                  <a:pt x="41800" y="4439"/>
                  <a:pt x="42113" y="4599"/>
                  <a:pt x="42333" y="4825"/>
                </a:cubicBezTo>
                <a:cubicBezTo>
                  <a:pt x="42553" y="5054"/>
                  <a:pt x="42663" y="5358"/>
                  <a:pt x="42663" y="5736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F37155-9042-4B1B-930F-8BF4C8028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9" y="2388550"/>
            <a:ext cx="179057" cy="157928"/>
          </a:xfrm>
          <a:custGeom xmlns:a="http://schemas.openxmlformats.org/drawingml/2006/main">
            <a:pathLst>
              <a:path w="179057" h="157928">
                <a:moveTo>
                  <a:pt x="0" y="0"/>
                </a:moveTo>
                <a:lnTo>
                  <a:pt x="179057" y="0"/>
                </a:lnTo>
                <a:lnTo>
                  <a:pt x="179057" y="157928"/>
                </a:lnTo>
                <a:lnTo>
                  <a:pt x="0" y="1579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A38463-D7DB-4EA6-8B98-49DE2417E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8" y="2388550"/>
            <a:ext cx="179057" cy="157928"/>
          </a:xfrm>
          <a:custGeom xmlns:a="http://schemas.openxmlformats.org/drawingml/2006/main">
            <a:pathLst>
              <a:path w="179057" h="157928" fill="none">
                <a:moveTo>
                  <a:pt x="0" y="0"/>
                </a:moveTo>
                <a:lnTo>
                  <a:pt x="179057" y="0"/>
                </a:lnTo>
                <a:lnTo>
                  <a:pt x="179057" y="157928"/>
                </a:lnTo>
                <a:lnTo>
                  <a:pt x="0" y="1579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28" name="Text Liliales">
            <a:extLst xmlns:a="http://schemas.openxmlformats.org/drawingml/2006/main">
              <a:ext uri="{FF2B5EF4-FFF2-40B4-BE49-F238E27FC236}">
                <a16:creationId xmlns:a16="http://schemas.microsoft.com/office/drawing/2014/main" id="{25638EBA-09C2-41DB-8604-02F274735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2157" y="2414200"/>
            <a:ext cx="42186" cy="10118"/>
          </a:xfrm>
          <a:custGeom xmlns:a="http://schemas.openxmlformats.org/drawingml/2006/main">
            <a:pathLst>
              <a:path w="42186" h="10118">
                <a:moveTo>
                  <a:pt x="6002" y="9914"/>
                </a:moveTo>
                <a:lnTo>
                  <a:pt x="0" y="9914"/>
                </a:lnTo>
                <a:lnTo>
                  <a:pt x="0" y="421"/>
                </a:lnTo>
                <a:lnTo>
                  <a:pt x="1262" y="421"/>
                </a:lnTo>
                <a:lnTo>
                  <a:pt x="1262" y="8793"/>
                </a:lnTo>
                <a:lnTo>
                  <a:pt x="6002" y="8793"/>
                </a:lnTo>
                <a:lnTo>
                  <a:pt x="6002" y="9914"/>
                </a:lnTo>
                <a:close/>
                <a:moveTo>
                  <a:pt x="8455" y="1606"/>
                </a:moveTo>
                <a:lnTo>
                  <a:pt x="7104" y="1606"/>
                </a:lnTo>
                <a:lnTo>
                  <a:pt x="7104" y="357"/>
                </a:lnTo>
                <a:lnTo>
                  <a:pt x="8455" y="357"/>
                </a:lnTo>
                <a:lnTo>
                  <a:pt x="8455" y="1606"/>
                </a:lnTo>
                <a:moveTo>
                  <a:pt x="8379" y="9914"/>
                </a:moveTo>
                <a:lnTo>
                  <a:pt x="7181" y="9914"/>
                </a:lnTo>
                <a:lnTo>
                  <a:pt x="7181" y="2791"/>
                </a:lnTo>
                <a:lnTo>
                  <a:pt x="8379" y="2791"/>
                </a:lnTo>
                <a:lnTo>
                  <a:pt x="8379" y="9914"/>
                </a:lnTo>
                <a:close/>
                <a:moveTo>
                  <a:pt x="11959" y="9914"/>
                </a:moveTo>
                <a:lnTo>
                  <a:pt x="10761" y="9914"/>
                </a:lnTo>
                <a:lnTo>
                  <a:pt x="10761" y="0"/>
                </a:lnTo>
                <a:lnTo>
                  <a:pt x="11959" y="0"/>
                </a:lnTo>
                <a:lnTo>
                  <a:pt x="11959" y="9914"/>
                </a:lnTo>
                <a:close/>
                <a:moveTo>
                  <a:pt x="15617" y="1606"/>
                </a:moveTo>
                <a:lnTo>
                  <a:pt x="14266" y="1606"/>
                </a:lnTo>
                <a:lnTo>
                  <a:pt x="14266" y="357"/>
                </a:lnTo>
                <a:lnTo>
                  <a:pt x="15617" y="357"/>
                </a:lnTo>
                <a:lnTo>
                  <a:pt x="15617" y="1606"/>
                </a:lnTo>
                <a:moveTo>
                  <a:pt x="15540" y="9914"/>
                </a:moveTo>
                <a:lnTo>
                  <a:pt x="14342" y="9914"/>
                </a:lnTo>
                <a:lnTo>
                  <a:pt x="14342" y="2791"/>
                </a:lnTo>
                <a:lnTo>
                  <a:pt x="15540" y="2791"/>
                </a:lnTo>
                <a:lnTo>
                  <a:pt x="15540" y="9914"/>
                </a:lnTo>
                <a:close/>
                <a:moveTo>
                  <a:pt x="23441" y="9914"/>
                </a:moveTo>
                <a:lnTo>
                  <a:pt x="22249" y="9914"/>
                </a:lnTo>
                <a:lnTo>
                  <a:pt x="22249" y="9161"/>
                </a:lnTo>
                <a:cubicBezTo>
                  <a:pt x="22143" y="9233"/>
                  <a:pt x="22000" y="9335"/>
                  <a:pt x="21819" y="9464"/>
                </a:cubicBezTo>
                <a:cubicBezTo>
                  <a:pt x="21639" y="9594"/>
                  <a:pt x="21463" y="9697"/>
                  <a:pt x="21293" y="9774"/>
                </a:cubicBezTo>
                <a:cubicBezTo>
                  <a:pt x="21094" y="9871"/>
                  <a:pt x="20864" y="9953"/>
                  <a:pt x="20605" y="10019"/>
                </a:cubicBezTo>
                <a:cubicBezTo>
                  <a:pt x="20346" y="10085"/>
                  <a:pt x="20042" y="10118"/>
                  <a:pt x="19694" y="10118"/>
                </a:cubicBezTo>
                <a:cubicBezTo>
                  <a:pt x="19053" y="10118"/>
                  <a:pt x="18509" y="9905"/>
                  <a:pt x="18063" y="9480"/>
                </a:cubicBezTo>
                <a:cubicBezTo>
                  <a:pt x="17617" y="9055"/>
                  <a:pt x="17394" y="8513"/>
                  <a:pt x="17394" y="7853"/>
                </a:cubicBezTo>
                <a:cubicBezTo>
                  <a:pt x="17394" y="7313"/>
                  <a:pt x="17510" y="6876"/>
                  <a:pt x="17741" y="6542"/>
                </a:cubicBezTo>
                <a:cubicBezTo>
                  <a:pt x="17973" y="6208"/>
                  <a:pt x="18303" y="5946"/>
                  <a:pt x="18732" y="5754"/>
                </a:cubicBezTo>
                <a:cubicBezTo>
                  <a:pt x="19165" y="5563"/>
                  <a:pt x="19686" y="5433"/>
                  <a:pt x="20293" y="5365"/>
                </a:cubicBezTo>
                <a:cubicBezTo>
                  <a:pt x="20901" y="5297"/>
                  <a:pt x="21553" y="5246"/>
                  <a:pt x="22249" y="5212"/>
                </a:cubicBezTo>
                <a:lnTo>
                  <a:pt x="22249" y="5026"/>
                </a:lnTo>
                <a:cubicBezTo>
                  <a:pt x="22249" y="4751"/>
                  <a:pt x="22201" y="4524"/>
                  <a:pt x="22106" y="4345"/>
                </a:cubicBezTo>
                <a:cubicBezTo>
                  <a:pt x="22010" y="4165"/>
                  <a:pt x="21873" y="4023"/>
                  <a:pt x="21695" y="3921"/>
                </a:cubicBezTo>
                <a:cubicBezTo>
                  <a:pt x="21525" y="3822"/>
                  <a:pt x="21321" y="3756"/>
                  <a:pt x="21083" y="3721"/>
                </a:cubicBezTo>
                <a:cubicBezTo>
                  <a:pt x="20845" y="3687"/>
                  <a:pt x="20597" y="3670"/>
                  <a:pt x="20338" y="3670"/>
                </a:cubicBezTo>
                <a:cubicBezTo>
                  <a:pt x="20023" y="3670"/>
                  <a:pt x="19673" y="3713"/>
                  <a:pt x="19286" y="3798"/>
                </a:cubicBezTo>
                <a:cubicBezTo>
                  <a:pt x="18900" y="3883"/>
                  <a:pt x="18501" y="4006"/>
                  <a:pt x="18089" y="4167"/>
                </a:cubicBezTo>
                <a:lnTo>
                  <a:pt x="18025" y="4167"/>
                </a:lnTo>
                <a:lnTo>
                  <a:pt x="18025" y="2950"/>
                </a:lnTo>
                <a:cubicBezTo>
                  <a:pt x="18258" y="2886"/>
                  <a:pt x="18596" y="2816"/>
                  <a:pt x="19038" y="2740"/>
                </a:cubicBezTo>
                <a:cubicBezTo>
                  <a:pt x="19480" y="2663"/>
                  <a:pt x="19915" y="2625"/>
                  <a:pt x="20344" y="2625"/>
                </a:cubicBezTo>
                <a:cubicBezTo>
                  <a:pt x="20845" y="2625"/>
                  <a:pt x="21282" y="2667"/>
                  <a:pt x="21653" y="2749"/>
                </a:cubicBezTo>
                <a:cubicBezTo>
                  <a:pt x="22025" y="2832"/>
                  <a:pt x="22347" y="2973"/>
                  <a:pt x="22619" y="3173"/>
                </a:cubicBezTo>
                <a:cubicBezTo>
                  <a:pt x="22886" y="3368"/>
                  <a:pt x="23090" y="3621"/>
                  <a:pt x="23230" y="3931"/>
                </a:cubicBezTo>
                <a:cubicBezTo>
                  <a:pt x="23371" y="4241"/>
                  <a:pt x="23441" y="4626"/>
                  <a:pt x="23441" y="5085"/>
                </a:cubicBezTo>
                <a:lnTo>
                  <a:pt x="23441" y="9914"/>
                </a:lnTo>
                <a:moveTo>
                  <a:pt x="22249" y="8171"/>
                </a:moveTo>
                <a:lnTo>
                  <a:pt x="22249" y="6180"/>
                </a:lnTo>
                <a:cubicBezTo>
                  <a:pt x="21884" y="6202"/>
                  <a:pt x="21454" y="6234"/>
                  <a:pt x="20959" y="6277"/>
                </a:cubicBezTo>
                <a:cubicBezTo>
                  <a:pt x="20464" y="6319"/>
                  <a:pt x="20072" y="6381"/>
                  <a:pt x="19783" y="6462"/>
                </a:cubicBezTo>
                <a:cubicBezTo>
                  <a:pt x="19439" y="6560"/>
                  <a:pt x="19161" y="6713"/>
                  <a:pt x="18949" y="6920"/>
                </a:cubicBezTo>
                <a:cubicBezTo>
                  <a:pt x="18736" y="7127"/>
                  <a:pt x="18630" y="7411"/>
                  <a:pt x="18630" y="7774"/>
                </a:cubicBezTo>
                <a:cubicBezTo>
                  <a:pt x="18630" y="8184"/>
                  <a:pt x="18753" y="8492"/>
                  <a:pt x="19000" y="8699"/>
                </a:cubicBezTo>
                <a:cubicBezTo>
                  <a:pt x="19246" y="8906"/>
                  <a:pt x="19622" y="9009"/>
                  <a:pt x="20127" y="9009"/>
                </a:cubicBezTo>
                <a:cubicBezTo>
                  <a:pt x="20548" y="9009"/>
                  <a:pt x="20932" y="8927"/>
                  <a:pt x="21281" y="8763"/>
                </a:cubicBezTo>
                <a:cubicBezTo>
                  <a:pt x="21629" y="8599"/>
                  <a:pt x="21952" y="8401"/>
                  <a:pt x="22249" y="8171"/>
                </a:cubicBezTo>
                <a:close/>
                <a:moveTo>
                  <a:pt x="26958" y="9914"/>
                </a:moveTo>
                <a:lnTo>
                  <a:pt x="25760" y="9914"/>
                </a:lnTo>
                <a:lnTo>
                  <a:pt x="25760" y="0"/>
                </a:lnTo>
                <a:lnTo>
                  <a:pt x="26958" y="0"/>
                </a:lnTo>
                <a:lnTo>
                  <a:pt x="26958" y="9914"/>
                </a:lnTo>
                <a:close/>
                <a:moveTo>
                  <a:pt x="35286" y="6474"/>
                </a:moveTo>
                <a:lnTo>
                  <a:pt x="30042" y="6474"/>
                </a:lnTo>
                <a:cubicBezTo>
                  <a:pt x="30042" y="6912"/>
                  <a:pt x="30108" y="7294"/>
                  <a:pt x="30239" y="7620"/>
                </a:cubicBezTo>
                <a:cubicBezTo>
                  <a:pt x="30371" y="7946"/>
                  <a:pt x="30551" y="8213"/>
                  <a:pt x="30781" y="8422"/>
                </a:cubicBezTo>
                <a:cubicBezTo>
                  <a:pt x="31002" y="8626"/>
                  <a:pt x="31264" y="8779"/>
                  <a:pt x="31568" y="8882"/>
                </a:cubicBezTo>
                <a:cubicBezTo>
                  <a:pt x="31871" y="8984"/>
                  <a:pt x="32206" y="9035"/>
                  <a:pt x="32571" y="9035"/>
                </a:cubicBezTo>
                <a:cubicBezTo>
                  <a:pt x="33055" y="9035"/>
                  <a:pt x="33543" y="8938"/>
                  <a:pt x="34034" y="8743"/>
                </a:cubicBezTo>
                <a:cubicBezTo>
                  <a:pt x="34524" y="8548"/>
                  <a:pt x="34874" y="8357"/>
                  <a:pt x="35082" y="8168"/>
                </a:cubicBezTo>
                <a:lnTo>
                  <a:pt x="35145" y="8168"/>
                </a:lnTo>
                <a:lnTo>
                  <a:pt x="35145" y="9479"/>
                </a:lnTo>
                <a:cubicBezTo>
                  <a:pt x="34742" y="9649"/>
                  <a:pt x="34330" y="9792"/>
                  <a:pt x="33909" y="9907"/>
                </a:cubicBezTo>
                <a:cubicBezTo>
                  <a:pt x="33489" y="10022"/>
                  <a:pt x="33047" y="10080"/>
                  <a:pt x="32584" y="10080"/>
                </a:cubicBezTo>
                <a:cubicBezTo>
                  <a:pt x="31403" y="10080"/>
                  <a:pt x="30481" y="9760"/>
                  <a:pt x="29819" y="9119"/>
                </a:cubicBezTo>
                <a:cubicBezTo>
                  <a:pt x="29156" y="8479"/>
                  <a:pt x="28825" y="7569"/>
                  <a:pt x="28825" y="6391"/>
                </a:cubicBezTo>
                <a:cubicBezTo>
                  <a:pt x="28825" y="5225"/>
                  <a:pt x="29142" y="4300"/>
                  <a:pt x="29777" y="3614"/>
                </a:cubicBezTo>
                <a:cubicBezTo>
                  <a:pt x="30412" y="2929"/>
                  <a:pt x="31248" y="2587"/>
                  <a:pt x="32285" y="2587"/>
                </a:cubicBezTo>
                <a:cubicBezTo>
                  <a:pt x="33245" y="2587"/>
                  <a:pt x="33985" y="2868"/>
                  <a:pt x="34505" y="3429"/>
                </a:cubicBezTo>
                <a:cubicBezTo>
                  <a:pt x="35025" y="3991"/>
                  <a:pt x="35286" y="4789"/>
                  <a:pt x="35286" y="5823"/>
                </a:cubicBezTo>
                <a:lnTo>
                  <a:pt x="35286" y="6474"/>
                </a:lnTo>
                <a:moveTo>
                  <a:pt x="34120" y="5556"/>
                </a:moveTo>
                <a:cubicBezTo>
                  <a:pt x="34115" y="4927"/>
                  <a:pt x="33957" y="4441"/>
                  <a:pt x="33645" y="4097"/>
                </a:cubicBezTo>
                <a:cubicBezTo>
                  <a:pt x="33333" y="3753"/>
                  <a:pt x="32858" y="3581"/>
                  <a:pt x="32221" y="3581"/>
                </a:cubicBezTo>
                <a:cubicBezTo>
                  <a:pt x="31579" y="3581"/>
                  <a:pt x="31069" y="3770"/>
                  <a:pt x="30688" y="4148"/>
                </a:cubicBezTo>
                <a:cubicBezTo>
                  <a:pt x="30308" y="4526"/>
                  <a:pt x="30093" y="4995"/>
                  <a:pt x="30042" y="5556"/>
                </a:cubicBezTo>
                <a:lnTo>
                  <a:pt x="34120" y="5556"/>
                </a:lnTo>
                <a:close/>
                <a:moveTo>
                  <a:pt x="42186" y="7858"/>
                </a:moveTo>
                <a:cubicBezTo>
                  <a:pt x="42186" y="8508"/>
                  <a:pt x="41918" y="9040"/>
                  <a:pt x="41380" y="9456"/>
                </a:cubicBezTo>
                <a:cubicBezTo>
                  <a:pt x="40843" y="9872"/>
                  <a:pt x="40109" y="10080"/>
                  <a:pt x="39179" y="10080"/>
                </a:cubicBezTo>
                <a:cubicBezTo>
                  <a:pt x="38652" y="10080"/>
                  <a:pt x="38169" y="10017"/>
                  <a:pt x="37729" y="9891"/>
                </a:cubicBezTo>
                <a:cubicBezTo>
                  <a:pt x="37290" y="9766"/>
                  <a:pt x="36921" y="9628"/>
                  <a:pt x="36624" y="9479"/>
                </a:cubicBezTo>
                <a:lnTo>
                  <a:pt x="36624" y="8130"/>
                </a:lnTo>
                <a:lnTo>
                  <a:pt x="36687" y="8130"/>
                </a:lnTo>
                <a:cubicBezTo>
                  <a:pt x="37066" y="8419"/>
                  <a:pt x="37486" y="8648"/>
                  <a:pt x="37949" y="8818"/>
                </a:cubicBezTo>
                <a:cubicBezTo>
                  <a:pt x="38412" y="8988"/>
                  <a:pt x="38856" y="9073"/>
                  <a:pt x="39281" y="9073"/>
                </a:cubicBezTo>
                <a:cubicBezTo>
                  <a:pt x="39807" y="9073"/>
                  <a:pt x="40219" y="8988"/>
                  <a:pt x="40517" y="8817"/>
                </a:cubicBezTo>
                <a:cubicBezTo>
                  <a:pt x="40814" y="8647"/>
                  <a:pt x="40963" y="8378"/>
                  <a:pt x="40963" y="8011"/>
                </a:cubicBezTo>
                <a:cubicBezTo>
                  <a:pt x="40963" y="7731"/>
                  <a:pt x="40882" y="7519"/>
                  <a:pt x="40721" y="7374"/>
                </a:cubicBezTo>
                <a:cubicBezTo>
                  <a:pt x="40559" y="7230"/>
                  <a:pt x="40249" y="7107"/>
                  <a:pt x="39790" y="7005"/>
                </a:cubicBezTo>
                <a:cubicBezTo>
                  <a:pt x="39621" y="6967"/>
                  <a:pt x="39399" y="6922"/>
                  <a:pt x="39125" y="6871"/>
                </a:cubicBezTo>
                <a:cubicBezTo>
                  <a:pt x="38851" y="6820"/>
                  <a:pt x="38601" y="6765"/>
                  <a:pt x="38376" y="6706"/>
                </a:cubicBezTo>
                <a:cubicBezTo>
                  <a:pt x="37752" y="6540"/>
                  <a:pt x="37309" y="6297"/>
                  <a:pt x="37047" y="5977"/>
                </a:cubicBezTo>
                <a:cubicBezTo>
                  <a:pt x="36786" y="5657"/>
                  <a:pt x="36656" y="5263"/>
                  <a:pt x="36656" y="4796"/>
                </a:cubicBezTo>
                <a:cubicBezTo>
                  <a:pt x="36656" y="4503"/>
                  <a:pt x="36716" y="4227"/>
                  <a:pt x="36837" y="3969"/>
                </a:cubicBezTo>
                <a:cubicBezTo>
                  <a:pt x="36958" y="3710"/>
                  <a:pt x="37142" y="3478"/>
                  <a:pt x="37388" y="3274"/>
                </a:cubicBezTo>
                <a:cubicBezTo>
                  <a:pt x="37626" y="3075"/>
                  <a:pt x="37929" y="2917"/>
                  <a:pt x="38296" y="2800"/>
                </a:cubicBezTo>
                <a:cubicBezTo>
                  <a:pt x="38664" y="2684"/>
                  <a:pt x="39075" y="2625"/>
                  <a:pt x="39529" y="2625"/>
                </a:cubicBezTo>
                <a:cubicBezTo>
                  <a:pt x="39954" y="2625"/>
                  <a:pt x="40384" y="2677"/>
                  <a:pt x="40819" y="2781"/>
                </a:cubicBezTo>
                <a:cubicBezTo>
                  <a:pt x="41255" y="2884"/>
                  <a:pt x="41617" y="3010"/>
                  <a:pt x="41906" y="3159"/>
                </a:cubicBezTo>
                <a:lnTo>
                  <a:pt x="41906" y="4435"/>
                </a:lnTo>
                <a:lnTo>
                  <a:pt x="41842" y="4435"/>
                </a:lnTo>
                <a:cubicBezTo>
                  <a:pt x="41536" y="4209"/>
                  <a:pt x="41165" y="4019"/>
                  <a:pt x="40727" y="3864"/>
                </a:cubicBezTo>
                <a:cubicBezTo>
                  <a:pt x="40290" y="3709"/>
                  <a:pt x="39861" y="3632"/>
                  <a:pt x="39440" y="3632"/>
                </a:cubicBezTo>
                <a:cubicBezTo>
                  <a:pt x="39003" y="3632"/>
                  <a:pt x="38633" y="3716"/>
                  <a:pt x="38331" y="3885"/>
                </a:cubicBezTo>
                <a:cubicBezTo>
                  <a:pt x="38030" y="4053"/>
                  <a:pt x="37879" y="4304"/>
                  <a:pt x="37879" y="4637"/>
                </a:cubicBezTo>
                <a:cubicBezTo>
                  <a:pt x="37879" y="4930"/>
                  <a:pt x="37970" y="5150"/>
                  <a:pt x="38153" y="5299"/>
                </a:cubicBezTo>
                <a:cubicBezTo>
                  <a:pt x="38331" y="5447"/>
                  <a:pt x="38620" y="5568"/>
                  <a:pt x="39019" y="5662"/>
                </a:cubicBezTo>
                <a:cubicBezTo>
                  <a:pt x="39240" y="5713"/>
                  <a:pt x="39488" y="5764"/>
                  <a:pt x="39762" y="5815"/>
                </a:cubicBezTo>
                <a:cubicBezTo>
                  <a:pt x="40036" y="5866"/>
                  <a:pt x="40264" y="5912"/>
                  <a:pt x="40447" y="5955"/>
                </a:cubicBezTo>
                <a:cubicBezTo>
                  <a:pt x="41003" y="6082"/>
                  <a:pt x="41432" y="6301"/>
                  <a:pt x="41734" y="6610"/>
                </a:cubicBezTo>
                <a:cubicBezTo>
                  <a:pt x="42035" y="6924"/>
                  <a:pt x="42186" y="7340"/>
                  <a:pt x="42186" y="7858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CA2D1B-1887-4B11-9C4D-D64753D21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9" y="2568975"/>
            <a:ext cx="179057" cy="125693"/>
          </a:xfrm>
          <a:custGeom xmlns:a="http://schemas.openxmlformats.org/drawingml/2006/main">
            <a:pathLst>
              <a:path w="179057" h="125693">
                <a:moveTo>
                  <a:pt x="0" y="0"/>
                </a:moveTo>
                <a:lnTo>
                  <a:pt x="179057" y="0"/>
                </a:lnTo>
                <a:lnTo>
                  <a:pt x="179057" y="125693"/>
                </a:lnTo>
                <a:lnTo>
                  <a:pt x="0" y="1256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DF0E0C-B3DB-4EA6-9513-3954267A9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3388" y="2568977"/>
            <a:ext cx="179057" cy="125692"/>
          </a:xfrm>
          <a:custGeom xmlns:a="http://schemas.openxmlformats.org/drawingml/2006/main">
            <a:pathLst>
              <a:path w="179057" h="125692" fill="none">
                <a:moveTo>
                  <a:pt x="0" y="0"/>
                </a:moveTo>
                <a:lnTo>
                  <a:pt x="179057" y="0"/>
                </a:lnTo>
                <a:lnTo>
                  <a:pt x="179057" y="125692"/>
                </a:lnTo>
                <a:lnTo>
                  <a:pt x="0" y="1256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31" name="Text Alismatales">
            <a:extLst xmlns:a="http://schemas.openxmlformats.org/drawingml/2006/main">
              <a:ext uri="{FF2B5EF4-FFF2-40B4-BE49-F238E27FC236}">
                <a16:creationId xmlns:a16="http://schemas.microsoft.com/office/drawing/2014/main" id="{534B9C74-AD61-483A-B738-42C2C83C2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980" y="2593376"/>
            <a:ext cx="43285" cy="5931"/>
          </a:xfrm>
          <a:custGeom xmlns:a="http://schemas.openxmlformats.org/drawingml/2006/main">
            <a:pathLst>
              <a:path w="43285" h="5931">
                <a:moveTo>
                  <a:pt x="5035" y="5812"/>
                </a:moveTo>
                <a:lnTo>
                  <a:pt x="4247" y="5812"/>
                </a:lnTo>
                <a:lnTo>
                  <a:pt x="3701" y="4265"/>
                </a:lnTo>
                <a:lnTo>
                  <a:pt x="1296" y="4265"/>
                </a:lnTo>
                <a:lnTo>
                  <a:pt x="751" y="5812"/>
                </a:lnTo>
                <a:lnTo>
                  <a:pt x="0" y="5812"/>
                </a:lnTo>
                <a:lnTo>
                  <a:pt x="2024" y="247"/>
                </a:lnTo>
                <a:lnTo>
                  <a:pt x="3010" y="247"/>
                </a:lnTo>
                <a:lnTo>
                  <a:pt x="5035" y="5812"/>
                </a:lnTo>
                <a:moveTo>
                  <a:pt x="3474" y="3623"/>
                </a:moveTo>
                <a:lnTo>
                  <a:pt x="2499" y="893"/>
                </a:lnTo>
                <a:lnTo>
                  <a:pt x="1520" y="3623"/>
                </a:lnTo>
                <a:lnTo>
                  <a:pt x="3474" y="3623"/>
                </a:lnTo>
                <a:close/>
                <a:moveTo>
                  <a:pt x="6533" y="5812"/>
                </a:moveTo>
                <a:lnTo>
                  <a:pt x="5831" y="5812"/>
                </a:lnTo>
                <a:lnTo>
                  <a:pt x="5831" y="0"/>
                </a:lnTo>
                <a:lnTo>
                  <a:pt x="6533" y="0"/>
                </a:lnTo>
                <a:lnTo>
                  <a:pt x="6533" y="5812"/>
                </a:lnTo>
                <a:close/>
                <a:moveTo>
                  <a:pt x="8676" y="941"/>
                </a:moveTo>
                <a:lnTo>
                  <a:pt x="7885" y="941"/>
                </a:lnTo>
                <a:lnTo>
                  <a:pt x="7885" y="209"/>
                </a:lnTo>
                <a:lnTo>
                  <a:pt x="8676" y="209"/>
                </a:lnTo>
                <a:lnTo>
                  <a:pt x="8676" y="941"/>
                </a:lnTo>
                <a:moveTo>
                  <a:pt x="8632" y="5812"/>
                </a:moveTo>
                <a:lnTo>
                  <a:pt x="7929" y="5812"/>
                </a:lnTo>
                <a:lnTo>
                  <a:pt x="7929" y="1636"/>
                </a:lnTo>
                <a:lnTo>
                  <a:pt x="8632" y="1636"/>
                </a:lnTo>
                <a:lnTo>
                  <a:pt x="8632" y="5812"/>
                </a:lnTo>
                <a:close/>
                <a:moveTo>
                  <a:pt x="13001" y="4607"/>
                </a:moveTo>
                <a:cubicBezTo>
                  <a:pt x="13001" y="4987"/>
                  <a:pt x="12844" y="5299"/>
                  <a:pt x="12529" y="5543"/>
                </a:cubicBezTo>
                <a:cubicBezTo>
                  <a:pt x="12214" y="5787"/>
                  <a:pt x="11784" y="5909"/>
                  <a:pt x="11238" y="5909"/>
                </a:cubicBezTo>
                <a:cubicBezTo>
                  <a:pt x="10930" y="5909"/>
                  <a:pt x="10646" y="5872"/>
                  <a:pt x="10389" y="5798"/>
                </a:cubicBezTo>
                <a:cubicBezTo>
                  <a:pt x="10131" y="5725"/>
                  <a:pt x="9915" y="5644"/>
                  <a:pt x="9741" y="5557"/>
                </a:cubicBezTo>
                <a:lnTo>
                  <a:pt x="9741" y="4766"/>
                </a:lnTo>
                <a:lnTo>
                  <a:pt x="9778" y="4766"/>
                </a:lnTo>
                <a:cubicBezTo>
                  <a:pt x="10000" y="4935"/>
                  <a:pt x="10246" y="5069"/>
                  <a:pt x="10518" y="5169"/>
                </a:cubicBezTo>
                <a:cubicBezTo>
                  <a:pt x="10789" y="5269"/>
                  <a:pt x="11049" y="5319"/>
                  <a:pt x="11298" y="5319"/>
                </a:cubicBezTo>
                <a:cubicBezTo>
                  <a:pt x="11607" y="5319"/>
                  <a:pt x="11848" y="5269"/>
                  <a:pt x="12023" y="5169"/>
                </a:cubicBezTo>
                <a:cubicBezTo>
                  <a:pt x="12197" y="5069"/>
                  <a:pt x="12284" y="4911"/>
                  <a:pt x="12284" y="4696"/>
                </a:cubicBezTo>
                <a:cubicBezTo>
                  <a:pt x="12284" y="4532"/>
                  <a:pt x="12237" y="4407"/>
                  <a:pt x="12142" y="4323"/>
                </a:cubicBezTo>
                <a:cubicBezTo>
                  <a:pt x="12048" y="4238"/>
                  <a:pt x="11866" y="4166"/>
                  <a:pt x="11597" y="4106"/>
                </a:cubicBezTo>
                <a:cubicBezTo>
                  <a:pt x="11497" y="4084"/>
                  <a:pt x="11367" y="4058"/>
                  <a:pt x="11207" y="4028"/>
                </a:cubicBezTo>
                <a:cubicBezTo>
                  <a:pt x="11046" y="3998"/>
                  <a:pt x="10900" y="3966"/>
                  <a:pt x="10768" y="3931"/>
                </a:cubicBezTo>
                <a:cubicBezTo>
                  <a:pt x="10402" y="3834"/>
                  <a:pt x="10142" y="3692"/>
                  <a:pt x="9989" y="3504"/>
                </a:cubicBezTo>
                <a:cubicBezTo>
                  <a:pt x="9836" y="3316"/>
                  <a:pt x="9759" y="3085"/>
                  <a:pt x="9759" y="2811"/>
                </a:cubicBezTo>
                <a:cubicBezTo>
                  <a:pt x="9759" y="2640"/>
                  <a:pt x="9795" y="2478"/>
                  <a:pt x="9866" y="2326"/>
                </a:cubicBezTo>
                <a:cubicBezTo>
                  <a:pt x="9937" y="2175"/>
                  <a:pt x="10044" y="2039"/>
                  <a:pt x="10189" y="1919"/>
                </a:cubicBezTo>
                <a:cubicBezTo>
                  <a:pt x="10328" y="1803"/>
                  <a:pt x="10506" y="1710"/>
                  <a:pt x="10721" y="1642"/>
                </a:cubicBezTo>
                <a:cubicBezTo>
                  <a:pt x="10936" y="1573"/>
                  <a:pt x="11177" y="1539"/>
                  <a:pt x="11444" y="1539"/>
                </a:cubicBezTo>
                <a:cubicBezTo>
                  <a:pt x="11693" y="1539"/>
                  <a:pt x="11945" y="1569"/>
                  <a:pt x="12200" y="1630"/>
                </a:cubicBezTo>
                <a:cubicBezTo>
                  <a:pt x="12455" y="1691"/>
                  <a:pt x="12668" y="1765"/>
                  <a:pt x="12837" y="1852"/>
                </a:cubicBezTo>
                <a:lnTo>
                  <a:pt x="12837" y="2600"/>
                </a:lnTo>
                <a:lnTo>
                  <a:pt x="12800" y="2600"/>
                </a:lnTo>
                <a:cubicBezTo>
                  <a:pt x="12620" y="2468"/>
                  <a:pt x="12402" y="2356"/>
                  <a:pt x="12146" y="2265"/>
                </a:cubicBezTo>
                <a:cubicBezTo>
                  <a:pt x="11890" y="2174"/>
                  <a:pt x="11638" y="2129"/>
                  <a:pt x="11392" y="2129"/>
                </a:cubicBezTo>
                <a:cubicBezTo>
                  <a:pt x="11135" y="2129"/>
                  <a:pt x="10918" y="2178"/>
                  <a:pt x="10742" y="2277"/>
                </a:cubicBezTo>
                <a:cubicBezTo>
                  <a:pt x="10565" y="2376"/>
                  <a:pt x="10476" y="2523"/>
                  <a:pt x="10476" y="2718"/>
                </a:cubicBezTo>
                <a:cubicBezTo>
                  <a:pt x="10476" y="2890"/>
                  <a:pt x="10530" y="3019"/>
                  <a:pt x="10637" y="3106"/>
                </a:cubicBezTo>
                <a:cubicBezTo>
                  <a:pt x="10742" y="3193"/>
                  <a:pt x="10911" y="3264"/>
                  <a:pt x="11145" y="3319"/>
                </a:cubicBezTo>
                <a:cubicBezTo>
                  <a:pt x="11275" y="3349"/>
                  <a:pt x="11420" y="3379"/>
                  <a:pt x="11580" y="3409"/>
                </a:cubicBezTo>
                <a:cubicBezTo>
                  <a:pt x="11741" y="3438"/>
                  <a:pt x="11875" y="3466"/>
                  <a:pt x="11982" y="3491"/>
                </a:cubicBezTo>
                <a:cubicBezTo>
                  <a:pt x="12308" y="3565"/>
                  <a:pt x="12559" y="3693"/>
                  <a:pt x="12736" y="3875"/>
                </a:cubicBezTo>
                <a:cubicBezTo>
                  <a:pt x="12913" y="4059"/>
                  <a:pt x="13001" y="4303"/>
                  <a:pt x="13001" y="4607"/>
                </a:cubicBezTo>
                <a:close/>
                <a:moveTo>
                  <a:pt x="20094" y="5812"/>
                </a:moveTo>
                <a:lnTo>
                  <a:pt x="19392" y="5812"/>
                </a:lnTo>
                <a:lnTo>
                  <a:pt x="19392" y="3434"/>
                </a:lnTo>
                <a:cubicBezTo>
                  <a:pt x="19392" y="3254"/>
                  <a:pt x="19384" y="3081"/>
                  <a:pt x="19368" y="2914"/>
                </a:cubicBezTo>
                <a:cubicBezTo>
                  <a:pt x="19352" y="2747"/>
                  <a:pt x="19317" y="2614"/>
                  <a:pt x="19265" y="2514"/>
                </a:cubicBezTo>
                <a:cubicBezTo>
                  <a:pt x="19208" y="2407"/>
                  <a:pt x="19126" y="2326"/>
                  <a:pt x="19019" y="2271"/>
                </a:cubicBezTo>
                <a:cubicBezTo>
                  <a:pt x="18912" y="2216"/>
                  <a:pt x="18757" y="2189"/>
                  <a:pt x="18555" y="2189"/>
                </a:cubicBezTo>
                <a:cubicBezTo>
                  <a:pt x="18359" y="2189"/>
                  <a:pt x="18162" y="2238"/>
                  <a:pt x="17965" y="2337"/>
                </a:cubicBezTo>
                <a:cubicBezTo>
                  <a:pt x="17769" y="2435"/>
                  <a:pt x="17572" y="2560"/>
                  <a:pt x="17375" y="2712"/>
                </a:cubicBezTo>
                <a:cubicBezTo>
                  <a:pt x="17383" y="2770"/>
                  <a:pt x="17389" y="2836"/>
                  <a:pt x="17394" y="2912"/>
                </a:cubicBezTo>
                <a:cubicBezTo>
                  <a:pt x="17399" y="2988"/>
                  <a:pt x="17401" y="3064"/>
                  <a:pt x="17401" y="3138"/>
                </a:cubicBezTo>
                <a:lnTo>
                  <a:pt x="17401" y="5812"/>
                </a:lnTo>
                <a:lnTo>
                  <a:pt x="16699" y="5812"/>
                </a:lnTo>
                <a:lnTo>
                  <a:pt x="16699" y="3434"/>
                </a:lnTo>
                <a:cubicBezTo>
                  <a:pt x="16699" y="3249"/>
                  <a:pt x="16691" y="3074"/>
                  <a:pt x="16675" y="2909"/>
                </a:cubicBezTo>
                <a:cubicBezTo>
                  <a:pt x="16659" y="2743"/>
                  <a:pt x="16624" y="2610"/>
                  <a:pt x="16572" y="2510"/>
                </a:cubicBezTo>
                <a:cubicBezTo>
                  <a:pt x="16515" y="2403"/>
                  <a:pt x="16433" y="2323"/>
                  <a:pt x="16326" y="2269"/>
                </a:cubicBezTo>
                <a:cubicBezTo>
                  <a:pt x="16219" y="2216"/>
                  <a:pt x="16064" y="2189"/>
                  <a:pt x="15862" y="2189"/>
                </a:cubicBezTo>
                <a:cubicBezTo>
                  <a:pt x="15671" y="2189"/>
                  <a:pt x="15478" y="2236"/>
                  <a:pt x="15285" y="2331"/>
                </a:cubicBezTo>
                <a:cubicBezTo>
                  <a:pt x="15092" y="2426"/>
                  <a:pt x="14900" y="2546"/>
                  <a:pt x="14708" y="2693"/>
                </a:cubicBezTo>
                <a:lnTo>
                  <a:pt x="14708" y="5812"/>
                </a:lnTo>
                <a:lnTo>
                  <a:pt x="14006" y="5812"/>
                </a:lnTo>
                <a:lnTo>
                  <a:pt x="14006" y="1636"/>
                </a:lnTo>
                <a:lnTo>
                  <a:pt x="14708" y="1636"/>
                </a:lnTo>
                <a:lnTo>
                  <a:pt x="14708" y="2100"/>
                </a:lnTo>
                <a:cubicBezTo>
                  <a:pt x="14927" y="1916"/>
                  <a:pt x="15146" y="1774"/>
                  <a:pt x="15364" y="1671"/>
                </a:cubicBezTo>
                <a:cubicBezTo>
                  <a:pt x="15582" y="1568"/>
                  <a:pt x="15814" y="1516"/>
                  <a:pt x="16060" y="1516"/>
                </a:cubicBezTo>
                <a:cubicBezTo>
                  <a:pt x="16344" y="1516"/>
                  <a:pt x="16585" y="1577"/>
                  <a:pt x="16783" y="1697"/>
                </a:cubicBezTo>
                <a:cubicBezTo>
                  <a:pt x="16981" y="1817"/>
                  <a:pt x="17129" y="1984"/>
                  <a:pt x="17226" y="2197"/>
                </a:cubicBezTo>
                <a:cubicBezTo>
                  <a:pt x="17510" y="1956"/>
                  <a:pt x="17769" y="1783"/>
                  <a:pt x="18003" y="1676"/>
                </a:cubicBezTo>
                <a:cubicBezTo>
                  <a:pt x="18237" y="1570"/>
                  <a:pt x="18487" y="1516"/>
                  <a:pt x="18753" y="1516"/>
                </a:cubicBezTo>
                <a:cubicBezTo>
                  <a:pt x="19212" y="1516"/>
                  <a:pt x="19550" y="1655"/>
                  <a:pt x="19767" y="1934"/>
                </a:cubicBezTo>
                <a:cubicBezTo>
                  <a:pt x="19985" y="2212"/>
                  <a:pt x="20094" y="2600"/>
                  <a:pt x="20094" y="3099"/>
                </a:cubicBezTo>
                <a:lnTo>
                  <a:pt x="20094" y="5812"/>
                </a:lnTo>
                <a:close/>
                <a:moveTo>
                  <a:pt x="24689" y="5812"/>
                </a:moveTo>
                <a:lnTo>
                  <a:pt x="23990" y="5812"/>
                </a:lnTo>
                <a:lnTo>
                  <a:pt x="23990" y="5370"/>
                </a:lnTo>
                <a:cubicBezTo>
                  <a:pt x="23928" y="5413"/>
                  <a:pt x="23844" y="5472"/>
                  <a:pt x="23738" y="5548"/>
                </a:cubicBezTo>
                <a:cubicBezTo>
                  <a:pt x="23632" y="5624"/>
                  <a:pt x="23529" y="5684"/>
                  <a:pt x="23430" y="5729"/>
                </a:cubicBezTo>
                <a:cubicBezTo>
                  <a:pt x="23313" y="5787"/>
                  <a:pt x="23178" y="5835"/>
                  <a:pt x="23026" y="5873"/>
                </a:cubicBezTo>
                <a:cubicBezTo>
                  <a:pt x="22875" y="5912"/>
                  <a:pt x="22696" y="5931"/>
                  <a:pt x="22492" y="5931"/>
                </a:cubicBezTo>
                <a:cubicBezTo>
                  <a:pt x="22116" y="5931"/>
                  <a:pt x="21798" y="5807"/>
                  <a:pt x="21536" y="5557"/>
                </a:cubicBezTo>
                <a:cubicBezTo>
                  <a:pt x="21275" y="5308"/>
                  <a:pt x="21144" y="4990"/>
                  <a:pt x="21144" y="4604"/>
                </a:cubicBezTo>
                <a:cubicBezTo>
                  <a:pt x="21144" y="4287"/>
                  <a:pt x="21212" y="4031"/>
                  <a:pt x="21348" y="3835"/>
                </a:cubicBezTo>
                <a:cubicBezTo>
                  <a:pt x="21483" y="3639"/>
                  <a:pt x="21677" y="3485"/>
                  <a:pt x="21928" y="3373"/>
                </a:cubicBezTo>
                <a:cubicBezTo>
                  <a:pt x="22182" y="3261"/>
                  <a:pt x="22487" y="3185"/>
                  <a:pt x="22843" y="3145"/>
                </a:cubicBezTo>
                <a:cubicBezTo>
                  <a:pt x="23199" y="3105"/>
                  <a:pt x="23582" y="3075"/>
                  <a:pt x="23990" y="3055"/>
                </a:cubicBezTo>
                <a:lnTo>
                  <a:pt x="23990" y="2946"/>
                </a:lnTo>
                <a:cubicBezTo>
                  <a:pt x="23990" y="2785"/>
                  <a:pt x="23962" y="2652"/>
                  <a:pt x="23906" y="2547"/>
                </a:cubicBezTo>
                <a:cubicBezTo>
                  <a:pt x="23850" y="2441"/>
                  <a:pt x="23770" y="2359"/>
                  <a:pt x="23665" y="2298"/>
                </a:cubicBezTo>
                <a:cubicBezTo>
                  <a:pt x="23566" y="2240"/>
                  <a:pt x="23446" y="2202"/>
                  <a:pt x="23307" y="2182"/>
                </a:cubicBezTo>
                <a:cubicBezTo>
                  <a:pt x="23167" y="2161"/>
                  <a:pt x="23021" y="2151"/>
                  <a:pt x="22870" y="2151"/>
                </a:cubicBezTo>
                <a:cubicBezTo>
                  <a:pt x="22685" y="2151"/>
                  <a:pt x="22480" y="2176"/>
                  <a:pt x="22253" y="2226"/>
                </a:cubicBezTo>
                <a:cubicBezTo>
                  <a:pt x="22027" y="2276"/>
                  <a:pt x="21793" y="2348"/>
                  <a:pt x="21551" y="2443"/>
                </a:cubicBezTo>
                <a:lnTo>
                  <a:pt x="21514" y="2443"/>
                </a:lnTo>
                <a:lnTo>
                  <a:pt x="21514" y="1729"/>
                </a:lnTo>
                <a:cubicBezTo>
                  <a:pt x="21651" y="1692"/>
                  <a:pt x="21849" y="1651"/>
                  <a:pt x="22108" y="1606"/>
                </a:cubicBezTo>
                <a:cubicBezTo>
                  <a:pt x="22367" y="1561"/>
                  <a:pt x="22622" y="1539"/>
                  <a:pt x="22873" y="1539"/>
                </a:cubicBezTo>
                <a:cubicBezTo>
                  <a:pt x="23167" y="1539"/>
                  <a:pt x="23423" y="1563"/>
                  <a:pt x="23641" y="1612"/>
                </a:cubicBezTo>
                <a:cubicBezTo>
                  <a:pt x="23859" y="1660"/>
                  <a:pt x="24047" y="1743"/>
                  <a:pt x="24207" y="1860"/>
                </a:cubicBezTo>
                <a:cubicBezTo>
                  <a:pt x="24364" y="1975"/>
                  <a:pt x="24483" y="2123"/>
                  <a:pt x="24565" y="2305"/>
                </a:cubicBezTo>
                <a:cubicBezTo>
                  <a:pt x="24647" y="2486"/>
                  <a:pt x="24689" y="2712"/>
                  <a:pt x="24689" y="2981"/>
                </a:cubicBezTo>
                <a:lnTo>
                  <a:pt x="24689" y="5812"/>
                </a:lnTo>
                <a:moveTo>
                  <a:pt x="23990" y="4790"/>
                </a:moveTo>
                <a:lnTo>
                  <a:pt x="23990" y="3623"/>
                </a:lnTo>
                <a:cubicBezTo>
                  <a:pt x="23776" y="3636"/>
                  <a:pt x="23524" y="3654"/>
                  <a:pt x="23234" y="3679"/>
                </a:cubicBezTo>
                <a:cubicBezTo>
                  <a:pt x="22944" y="3704"/>
                  <a:pt x="22714" y="3741"/>
                  <a:pt x="22545" y="3788"/>
                </a:cubicBezTo>
                <a:cubicBezTo>
                  <a:pt x="22343" y="3846"/>
                  <a:pt x="22180" y="3935"/>
                  <a:pt x="22055" y="4056"/>
                </a:cubicBezTo>
                <a:cubicBezTo>
                  <a:pt x="21931" y="4178"/>
                  <a:pt x="21869" y="4345"/>
                  <a:pt x="21869" y="4557"/>
                </a:cubicBezTo>
                <a:cubicBezTo>
                  <a:pt x="21869" y="4797"/>
                  <a:pt x="21941" y="4978"/>
                  <a:pt x="22085" y="5099"/>
                </a:cubicBezTo>
                <a:cubicBezTo>
                  <a:pt x="22230" y="5221"/>
                  <a:pt x="22450" y="5281"/>
                  <a:pt x="22746" y="5281"/>
                </a:cubicBezTo>
                <a:cubicBezTo>
                  <a:pt x="22993" y="5281"/>
                  <a:pt x="23218" y="5233"/>
                  <a:pt x="23422" y="5137"/>
                </a:cubicBezTo>
                <a:cubicBezTo>
                  <a:pt x="23627" y="5041"/>
                  <a:pt x="23816" y="4925"/>
                  <a:pt x="23990" y="4790"/>
                </a:cubicBezTo>
                <a:close/>
                <a:moveTo>
                  <a:pt x="28207" y="5775"/>
                </a:moveTo>
                <a:cubicBezTo>
                  <a:pt x="28075" y="5810"/>
                  <a:pt x="27931" y="5838"/>
                  <a:pt x="27775" y="5860"/>
                </a:cubicBezTo>
                <a:cubicBezTo>
                  <a:pt x="27620" y="5883"/>
                  <a:pt x="27481" y="5894"/>
                  <a:pt x="27359" y="5894"/>
                </a:cubicBezTo>
                <a:cubicBezTo>
                  <a:pt x="26933" y="5894"/>
                  <a:pt x="26609" y="5779"/>
                  <a:pt x="26388" y="5550"/>
                </a:cubicBezTo>
                <a:cubicBezTo>
                  <a:pt x="26166" y="5321"/>
                  <a:pt x="26055" y="4953"/>
                  <a:pt x="26055" y="4447"/>
                </a:cubicBezTo>
                <a:lnTo>
                  <a:pt x="26055" y="2226"/>
                </a:lnTo>
                <a:lnTo>
                  <a:pt x="25581" y="2226"/>
                </a:lnTo>
                <a:lnTo>
                  <a:pt x="25581" y="1636"/>
                </a:lnTo>
                <a:lnTo>
                  <a:pt x="26055" y="1636"/>
                </a:lnTo>
                <a:lnTo>
                  <a:pt x="26055" y="433"/>
                </a:lnTo>
                <a:lnTo>
                  <a:pt x="26758" y="433"/>
                </a:lnTo>
                <a:lnTo>
                  <a:pt x="26758" y="1636"/>
                </a:lnTo>
                <a:lnTo>
                  <a:pt x="28207" y="1636"/>
                </a:lnTo>
                <a:lnTo>
                  <a:pt x="28207" y="2226"/>
                </a:lnTo>
                <a:lnTo>
                  <a:pt x="26758" y="2226"/>
                </a:lnTo>
                <a:lnTo>
                  <a:pt x="26758" y="4132"/>
                </a:lnTo>
                <a:cubicBezTo>
                  <a:pt x="26758" y="4352"/>
                  <a:pt x="26763" y="4523"/>
                  <a:pt x="26773" y="4647"/>
                </a:cubicBezTo>
                <a:cubicBezTo>
                  <a:pt x="26783" y="4770"/>
                  <a:pt x="26817" y="4886"/>
                  <a:pt x="26877" y="4993"/>
                </a:cubicBezTo>
                <a:cubicBezTo>
                  <a:pt x="26932" y="5093"/>
                  <a:pt x="27007" y="5166"/>
                  <a:pt x="27103" y="5212"/>
                </a:cubicBezTo>
                <a:cubicBezTo>
                  <a:pt x="27199" y="5258"/>
                  <a:pt x="27345" y="5281"/>
                  <a:pt x="27542" y="5281"/>
                </a:cubicBezTo>
                <a:cubicBezTo>
                  <a:pt x="27657" y="5281"/>
                  <a:pt x="27776" y="5265"/>
                  <a:pt x="27901" y="5231"/>
                </a:cubicBezTo>
                <a:cubicBezTo>
                  <a:pt x="28025" y="5197"/>
                  <a:pt x="28115" y="5169"/>
                  <a:pt x="28169" y="5147"/>
                </a:cubicBezTo>
                <a:lnTo>
                  <a:pt x="28207" y="5147"/>
                </a:lnTo>
                <a:lnTo>
                  <a:pt x="28207" y="5775"/>
                </a:lnTo>
                <a:close/>
                <a:moveTo>
                  <a:pt x="32297" y="5812"/>
                </a:moveTo>
                <a:lnTo>
                  <a:pt x="31598" y="5812"/>
                </a:lnTo>
                <a:lnTo>
                  <a:pt x="31598" y="5370"/>
                </a:lnTo>
                <a:cubicBezTo>
                  <a:pt x="31536" y="5413"/>
                  <a:pt x="31452" y="5472"/>
                  <a:pt x="31346" y="5548"/>
                </a:cubicBezTo>
                <a:cubicBezTo>
                  <a:pt x="31240" y="5624"/>
                  <a:pt x="31138" y="5684"/>
                  <a:pt x="31038" y="5729"/>
                </a:cubicBezTo>
                <a:cubicBezTo>
                  <a:pt x="30921" y="5787"/>
                  <a:pt x="30786" y="5835"/>
                  <a:pt x="30635" y="5873"/>
                </a:cubicBezTo>
                <a:cubicBezTo>
                  <a:pt x="30483" y="5912"/>
                  <a:pt x="30305" y="5931"/>
                  <a:pt x="30100" y="5931"/>
                </a:cubicBezTo>
                <a:cubicBezTo>
                  <a:pt x="29724" y="5931"/>
                  <a:pt x="29406" y="5807"/>
                  <a:pt x="29144" y="5557"/>
                </a:cubicBezTo>
                <a:cubicBezTo>
                  <a:pt x="28883" y="5308"/>
                  <a:pt x="28752" y="4990"/>
                  <a:pt x="28752" y="4604"/>
                </a:cubicBezTo>
                <a:cubicBezTo>
                  <a:pt x="28752" y="4287"/>
                  <a:pt x="28820" y="4031"/>
                  <a:pt x="28956" y="3835"/>
                </a:cubicBezTo>
                <a:cubicBezTo>
                  <a:pt x="29091" y="3639"/>
                  <a:pt x="29285" y="3485"/>
                  <a:pt x="29536" y="3373"/>
                </a:cubicBezTo>
                <a:cubicBezTo>
                  <a:pt x="29790" y="3261"/>
                  <a:pt x="30095" y="3185"/>
                  <a:pt x="30451" y="3145"/>
                </a:cubicBezTo>
                <a:cubicBezTo>
                  <a:pt x="30808" y="3105"/>
                  <a:pt x="31190" y="3075"/>
                  <a:pt x="31598" y="3055"/>
                </a:cubicBezTo>
                <a:lnTo>
                  <a:pt x="31598" y="2946"/>
                </a:lnTo>
                <a:cubicBezTo>
                  <a:pt x="31598" y="2785"/>
                  <a:pt x="31570" y="2652"/>
                  <a:pt x="31514" y="2547"/>
                </a:cubicBezTo>
                <a:cubicBezTo>
                  <a:pt x="31458" y="2441"/>
                  <a:pt x="31378" y="2359"/>
                  <a:pt x="31273" y="2298"/>
                </a:cubicBezTo>
                <a:cubicBezTo>
                  <a:pt x="31174" y="2240"/>
                  <a:pt x="31054" y="2202"/>
                  <a:pt x="30915" y="2182"/>
                </a:cubicBezTo>
                <a:cubicBezTo>
                  <a:pt x="30775" y="2161"/>
                  <a:pt x="30630" y="2151"/>
                  <a:pt x="30478" y="2151"/>
                </a:cubicBezTo>
                <a:cubicBezTo>
                  <a:pt x="30293" y="2151"/>
                  <a:pt x="30088" y="2176"/>
                  <a:pt x="29861" y="2226"/>
                </a:cubicBezTo>
                <a:cubicBezTo>
                  <a:pt x="29635" y="2276"/>
                  <a:pt x="29401" y="2348"/>
                  <a:pt x="29159" y="2443"/>
                </a:cubicBezTo>
                <a:lnTo>
                  <a:pt x="29122" y="2443"/>
                </a:lnTo>
                <a:lnTo>
                  <a:pt x="29122" y="1729"/>
                </a:lnTo>
                <a:cubicBezTo>
                  <a:pt x="29259" y="1692"/>
                  <a:pt x="29457" y="1651"/>
                  <a:pt x="29716" y="1606"/>
                </a:cubicBezTo>
                <a:cubicBezTo>
                  <a:pt x="29975" y="1561"/>
                  <a:pt x="30230" y="1539"/>
                  <a:pt x="30481" y="1539"/>
                </a:cubicBezTo>
                <a:cubicBezTo>
                  <a:pt x="30775" y="1539"/>
                  <a:pt x="31031" y="1563"/>
                  <a:pt x="31249" y="1612"/>
                </a:cubicBezTo>
                <a:cubicBezTo>
                  <a:pt x="31467" y="1660"/>
                  <a:pt x="31655" y="1743"/>
                  <a:pt x="31815" y="1860"/>
                </a:cubicBezTo>
                <a:cubicBezTo>
                  <a:pt x="31972" y="1975"/>
                  <a:pt x="32091" y="2123"/>
                  <a:pt x="32173" y="2305"/>
                </a:cubicBezTo>
                <a:cubicBezTo>
                  <a:pt x="32256" y="2486"/>
                  <a:pt x="32297" y="2712"/>
                  <a:pt x="32297" y="2981"/>
                </a:cubicBezTo>
                <a:lnTo>
                  <a:pt x="32297" y="5812"/>
                </a:lnTo>
                <a:moveTo>
                  <a:pt x="31598" y="4790"/>
                </a:moveTo>
                <a:lnTo>
                  <a:pt x="31598" y="3623"/>
                </a:lnTo>
                <a:cubicBezTo>
                  <a:pt x="31384" y="3636"/>
                  <a:pt x="31132" y="3654"/>
                  <a:pt x="30842" y="3679"/>
                </a:cubicBezTo>
                <a:cubicBezTo>
                  <a:pt x="30552" y="3704"/>
                  <a:pt x="30322" y="3741"/>
                  <a:pt x="30153" y="3788"/>
                </a:cubicBezTo>
                <a:cubicBezTo>
                  <a:pt x="29951" y="3846"/>
                  <a:pt x="29788" y="3935"/>
                  <a:pt x="29663" y="4056"/>
                </a:cubicBezTo>
                <a:cubicBezTo>
                  <a:pt x="29539" y="4178"/>
                  <a:pt x="29477" y="4345"/>
                  <a:pt x="29477" y="4557"/>
                </a:cubicBezTo>
                <a:cubicBezTo>
                  <a:pt x="29477" y="4797"/>
                  <a:pt x="29549" y="4978"/>
                  <a:pt x="29693" y="5099"/>
                </a:cubicBezTo>
                <a:cubicBezTo>
                  <a:pt x="29838" y="5221"/>
                  <a:pt x="30058" y="5281"/>
                  <a:pt x="30354" y="5281"/>
                </a:cubicBezTo>
                <a:cubicBezTo>
                  <a:pt x="30601" y="5281"/>
                  <a:pt x="30826" y="5233"/>
                  <a:pt x="31030" y="5137"/>
                </a:cubicBezTo>
                <a:cubicBezTo>
                  <a:pt x="31235" y="5041"/>
                  <a:pt x="31424" y="4925"/>
                  <a:pt x="31598" y="4790"/>
                </a:cubicBezTo>
                <a:close/>
                <a:moveTo>
                  <a:pt x="34359" y="5812"/>
                </a:moveTo>
                <a:lnTo>
                  <a:pt x="33656" y="5812"/>
                </a:lnTo>
                <a:lnTo>
                  <a:pt x="33656" y="0"/>
                </a:lnTo>
                <a:lnTo>
                  <a:pt x="34359" y="0"/>
                </a:lnTo>
                <a:lnTo>
                  <a:pt x="34359" y="5812"/>
                </a:lnTo>
                <a:close/>
                <a:moveTo>
                  <a:pt x="39240" y="3795"/>
                </a:moveTo>
                <a:lnTo>
                  <a:pt x="36166" y="3795"/>
                </a:lnTo>
                <a:cubicBezTo>
                  <a:pt x="36166" y="4052"/>
                  <a:pt x="36205" y="4276"/>
                  <a:pt x="36282" y="4467"/>
                </a:cubicBezTo>
                <a:cubicBezTo>
                  <a:pt x="36359" y="4658"/>
                  <a:pt x="36465" y="4815"/>
                  <a:pt x="36600" y="4937"/>
                </a:cubicBezTo>
                <a:cubicBezTo>
                  <a:pt x="36729" y="5057"/>
                  <a:pt x="36883" y="5147"/>
                  <a:pt x="37061" y="5206"/>
                </a:cubicBezTo>
                <a:cubicBezTo>
                  <a:pt x="37239" y="5266"/>
                  <a:pt x="37435" y="5296"/>
                  <a:pt x="37649" y="5296"/>
                </a:cubicBezTo>
                <a:cubicBezTo>
                  <a:pt x="37933" y="5296"/>
                  <a:pt x="38219" y="5239"/>
                  <a:pt x="38506" y="5125"/>
                </a:cubicBezTo>
                <a:cubicBezTo>
                  <a:pt x="38794" y="5011"/>
                  <a:pt x="38999" y="4899"/>
                  <a:pt x="39121" y="4788"/>
                </a:cubicBezTo>
                <a:lnTo>
                  <a:pt x="39158" y="4788"/>
                </a:lnTo>
                <a:lnTo>
                  <a:pt x="39158" y="5557"/>
                </a:lnTo>
                <a:cubicBezTo>
                  <a:pt x="38922" y="5657"/>
                  <a:pt x="38680" y="5740"/>
                  <a:pt x="38434" y="5808"/>
                </a:cubicBezTo>
                <a:cubicBezTo>
                  <a:pt x="38187" y="5875"/>
                  <a:pt x="37928" y="5909"/>
                  <a:pt x="37657" y="5909"/>
                </a:cubicBezTo>
                <a:cubicBezTo>
                  <a:pt x="36964" y="5909"/>
                  <a:pt x="36424" y="5721"/>
                  <a:pt x="36036" y="5346"/>
                </a:cubicBezTo>
                <a:cubicBezTo>
                  <a:pt x="35647" y="4970"/>
                  <a:pt x="35453" y="4437"/>
                  <a:pt x="35453" y="3746"/>
                </a:cubicBezTo>
                <a:cubicBezTo>
                  <a:pt x="35453" y="3063"/>
                  <a:pt x="35639" y="2520"/>
                  <a:pt x="36011" y="2119"/>
                </a:cubicBezTo>
                <a:cubicBezTo>
                  <a:pt x="36384" y="1717"/>
                  <a:pt x="36873" y="1516"/>
                  <a:pt x="37481" y="1516"/>
                </a:cubicBezTo>
                <a:cubicBezTo>
                  <a:pt x="38044" y="1516"/>
                  <a:pt x="38478" y="1681"/>
                  <a:pt x="38783" y="2010"/>
                </a:cubicBezTo>
                <a:cubicBezTo>
                  <a:pt x="39088" y="2340"/>
                  <a:pt x="39240" y="2807"/>
                  <a:pt x="39240" y="3413"/>
                </a:cubicBezTo>
                <a:lnTo>
                  <a:pt x="39240" y="3795"/>
                </a:lnTo>
                <a:moveTo>
                  <a:pt x="38557" y="3257"/>
                </a:moveTo>
                <a:cubicBezTo>
                  <a:pt x="38554" y="2888"/>
                  <a:pt x="38462" y="2603"/>
                  <a:pt x="38278" y="2402"/>
                </a:cubicBezTo>
                <a:cubicBezTo>
                  <a:pt x="38095" y="2200"/>
                  <a:pt x="37817" y="2099"/>
                  <a:pt x="37444" y="2099"/>
                </a:cubicBezTo>
                <a:cubicBezTo>
                  <a:pt x="37068" y="2099"/>
                  <a:pt x="36768" y="2210"/>
                  <a:pt x="36545" y="2432"/>
                </a:cubicBezTo>
                <a:cubicBezTo>
                  <a:pt x="36323" y="2653"/>
                  <a:pt x="36196" y="2928"/>
                  <a:pt x="36166" y="3257"/>
                </a:cubicBezTo>
                <a:lnTo>
                  <a:pt x="38557" y="3257"/>
                </a:lnTo>
                <a:close/>
                <a:moveTo>
                  <a:pt x="43285" y="4607"/>
                </a:moveTo>
                <a:cubicBezTo>
                  <a:pt x="43285" y="4987"/>
                  <a:pt x="43127" y="5299"/>
                  <a:pt x="42812" y="5543"/>
                </a:cubicBezTo>
                <a:cubicBezTo>
                  <a:pt x="42497" y="5787"/>
                  <a:pt x="42067" y="5909"/>
                  <a:pt x="41522" y="5909"/>
                </a:cubicBezTo>
                <a:cubicBezTo>
                  <a:pt x="41213" y="5909"/>
                  <a:pt x="40930" y="5872"/>
                  <a:pt x="40672" y="5798"/>
                </a:cubicBezTo>
                <a:cubicBezTo>
                  <a:pt x="40414" y="5725"/>
                  <a:pt x="40198" y="5644"/>
                  <a:pt x="40024" y="5557"/>
                </a:cubicBezTo>
                <a:lnTo>
                  <a:pt x="40024" y="4766"/>
                </a:lnTo>
                <a:lnTo>
                  <a:pt x="40061" y="4766"/>
                </a:lnTo>
                <a:cubicBezTo>
                  <a:pt x="40283" y="4935"/>
                  <a:pt x="40530" y="5069"/>
                  <a:pt x="40801" y="5169"/>
                </a:cubicBezTo>
                <a:cubicBezTo>
                  <a:pt x="41072" y="5269"/>
                  <a:pt x="41333" y="5319"/>
                  <a:pt x="41582" y="5319"/>
                </a:cubicBezTo>
                <a:cubicBezTo>
                  <a:pt x="41890" y="5319"/>
                  <a:pt x="42132" y="5269"/>
                  <a:pt x="42306" y="5169"/>
                </a:cubicBezTo>
                <a:cubicBezTo>
                  <a:pt x="42481" y="5069"/>
                  <a:pt x="42568" y="4911"/>
                  <a:pt x="42568" y="4696"/>
                </a:cubicBezTo>
                <a:cubicBezTo>
                  <a:pt x="42568" y="4532"/>
                  <a:pt x="42520" y="4407"/>
                  <a:pt x="42426" y="4323"/>
                </a:cubicBezTo>
                <a:cubicBezTo>
                  <a:pt x="42331" y="4238"/>
                  <a:pt x="42149" y="4166"/>
                  <a:pt x="41880" y="4106"/>
                </a:cubicBezTo>
                <a:cubicBezTo>
                  <a:pt x="41781" y="4084"/>
                  <a:pt x="41651" y="4058"/>
                  <a:pt x="41490" y="4028"/>
                </a:cubicBezTo>
                <a:cubicBezTo>
                  <a:pt x="41330" y="3998"/>
                  <a:pt x="41183" y="3966"/>
                  <a:pt x="41051" y="3931"/>
                </a:cubicBezTo>
                <a:cubicBezTo>
                  <a:pt x="40685" y="3834"/>
                  <a:pt x="40426" y="3692"/>
                  <a:pt x="40273" y="3504"/>
                </a:cubicBezTo>
                <a:cubicBezTo>
                  <a:pt x="40119" y="3316"/>
                  <a:pt x="40043" y="3085"/>
                  <a:pt x="40043" y="2811"/>
                </a:cubicBezTo>
                <a:cubicBezTo>
                  <a:pt x="40043" y="2640"/>
                  <a:pt x="40078" y="2478"/>
                  <a:pt x="40149" y="2326"/>
                </a:cubicBezTo>
                <a:cubicBezTo>
                  <a:pt x="40220" y="2175"/>
                  <a:pt x="40328" y="2039"/>
                  <a:pt x="40472" y="1919"/>
                </a:cubicBezTo>
                <a:cubicBezTo>
                  <a:pt x="40612" y="1803"/>
                  <a:pt x="40789" y="1710"/>
                  <a:pt x="41005" y="1642"/>
                </a:cubicBezTo>
                <a:cubicBezTo>
                  <a:pt x="41220" y="1573"/>
                  <a:pt x="41461" y="1539"/>
                  <a:pt x="41727" y="1539"/>
                </a:cubicBezTo>
                <a:cubicBezTo>
                  <a:pt x="41976" y="1539"/>
                  <a:pt x="42228" y="1569"/>
                  <a:pt x="42484" y="1630"/>
                </a:cubicBezTo>
                <a:cubicBezTo>
                  <a:pt x="42739" y="1691"/>
                  <a:pt x="42951" y="1765"/>
                  <a:pt x="43121" y="1852"/>
                </a:cubicBezTo>
                <a:lnTo>
                  <a:pt x="43121" y="2600"/>
                </a:lnTo>
                <a:lnTo>
                  <a:pt x="43083" y="2600"/>
                </a:lnTo>
                <a:cubicBezTo>
                  <a:pt x="42904" y="2468"/>
                  <a:pt x="42686" y="2356"/>
                  <a:pt x="42430" y="2265"/>
                </a:cubicBezTo>
                <a:cubicBezTo>
                  <a:pt x="42173" y="2174"/>
                  <a:pt x="41922" y="2129"/>
                  <a:pt x="41675" y="2129"/>
                </a:cubicBezTo>
                <a:cubicBezTo>
                  <a:pt x="41419" y="2129"/>
                  <a:pt x="41202" y="2178"/>
                  <a:pt x="41025" y="2277"/>
                </a:cubicBezTo>
                <a:cubicBezTo>
                  <a:pt x="40848" y="2376"/>
                  <a:pt x="40760" y="2523"/>
                  <a:pt x="40760" y="2718"/>
                </a:cubicBezTo>
                <a:cubicBezTo>
                  <a:pt x="40760" y="2890"/>
                  <a:pt x="40813" y="3019"/>
                  <a:pt x="40921" y="3106"/>
                </a:cubicBezTo>
                <a:cubicBezTo>
                  <a:pt x="41025" y="3193"/>
                  <a:pt x="41194" y="3264"/>
                  <a:pt x="41429" y="3319"/>
                </a:cubicBezTo>
                <a:cubicBezTo>
                  <a:pt x="41558" y="3349"/>
                  <a:pt x="41703" y="3379"/>
                  <a:pt x="41864" y="3409"/>
                </a:cubicBezTo>
                <a:cubicBezTo>
                  <a:pt x="42024" y="3438"/>
                  <a:pt x="42158" y="3466"/>
                  <a:pt x="42265" y="3491"/>
                </a:cubicBezTo>
                <a:cubicBezTo>
                  <a:pt x="42591" y="3565"/>
                  <a:pt x="42843" y="3693"/>
                  <a:pt x="43020" y="3875"/>
                </a:cubicBezTo>
                <a:cubicBezTo>
                  <a:pt x="43196" y="4059"/>
                  <a:pt x="43285" y="4303"/>
                  <a:pt x="43285" y="4607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980472-37CC-478D-976A-5ADA08196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2" y="2184713"/>
            <a:ext cx="175651" cy="116232"/>
          </a:xfrm>
          <a:custGeom xmlns:a="http://schemas.openxmlformats.org/drawingml/2006/main">
            <a:pathLst>
              <a:path w="175651" h="116232">
                <a:moveTo>
                  <a:pt x="0" y="0"/>
                </a:moveTo>
                <a:lnTo>
                  <a:pt x="175651" y="0"/>
                </a:lnTo>
                <a:lnTo>
                  <a:pt x="175651" y="116232"/>
                </a:lnTo>
                <a:lnTo>
                  <a:pt x="0" y="1162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04CD7A-042C-4666-B4EE-C5ECA1D5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3" y="2184716"/>
            <a:ext cx="175651" cy="116231"/>
          </a:xfrm>
          <a:custGeom xmlns:a="http://schemas.openxmlformats.org/drawingml/2006/main">
            <a:pathLst>
              <a:path w="175651" h="116231" fill="none">
                <a:moveTo>
                  <a:pt x="0" y="0"/>
                </a:moveTo>
                <a:lnTo>
                  <a:pt x="175651" y="0"/>
                </a:lnTo>
                <a:lnTo>
                  <a:pt x="175651" y="116231"/>
                </a:lnTo>
                <a:lnTo>
                  <a:pt x="0" y="1162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34" name="Text Geraniales">
            <a:extLst xmlns:a="http://schemas.openxmlformats.org/drawingml/2006/main">
              <a:ext uri="{FF2B5EF4-FFF2-40B4-BE49-F238E27FC236}">
                <a16:creationId xmlns:a16="http://schemas.microsoft.com/office/drawing/2014/main" id="{217BD5CF-BBE0-4879-85FD-7FCB66B4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866" y="2209077"/>
            <a:ext cx="39778" cy="5931"/>
          </a:xfrm>
          <a:custGeom xmlns:a="http://schemas.openxmlformats.org/drawingml/2006/main">
            <a:pathLst>
              <a:path w="39778" h="5931">
                <a:moveTo>
                  <a:pt x="4956" y="5411"/>
                </a:moveTo>
                <a:cubicBezTo>
                  <a:pt x="4653" y="5551"/>
                  <a:pt x="4321" y="5672"/>
                  <a:pt x="3961" y="5776"/>
                </a:cubicBezTo>
                <a:cubicBezTo>
                  <a:pt x="3601" y="5880"/>
                  <a:pt x="3253" y="5931"/>
                  <a:pt x="2917" y="5931"/>
                </a:cubicBezTo>
                <a:cubicBezTo>
                  <a:pt x="2484" y="5931"/>
                  <a:pt x="2087" y="5871"/>
                  <a:pt x="1726" y="5752"/>
                </a:cubicBezTo>
                <a:cubicBezTo>
                  <a:pt x="1365" y="5632"/>
                  <a:pt x="1057" y="5452"/>
                  <a:pt x="803" y="5213"/>
                </a:cubicBezTo>
                <a:cubicBezTo>
                  <a:pt x="547" y="4971"/>
                  <a:pt x="349" y="4668"/>
                  <a:pt x="209" y="4305"/>
                </a:cubicBezTo>
                <a:cubicBezTo>
                  <a:pt x="70" y="3942"/>
                  <a:pt x="0" y="3518"/>
                  <a:pt x="0" y="3031"/>
                </a:cubicBezTo>
                <a:cubicBezTo>
                  <a:pt x="0" y="2140"/>
                  <a:pt x="260" y="1437"/>
                  <a:pt x="779" y="922"/>
                </a:cubicBezTo>
                <a:cubicBezTo>
                  <a:pt x="1298" y="407"/>
                  <a:pt x="2011" y="149"/>
                  <a:pt x="2917" y="149"/>
                </a:cubicBezTo>
                <a:cubicBezTo>
                  <a:pt x="3233" y="149"/>
                  <a:pt x="3556" y="187"/>
                  <a:pt x="3886" y="263"/>
                </a:cubicBezTo>
                <a:cubicBezTo>
                  <a:pt x="4216" y="339"/>
                  <a:pt x="4572" y="467"/>
                  <a:pt x="4953" y="649"/>
                </a:cubicBezTo>
                <a:lnTo>
                  <a:pt x="4953" y="1524"/>
                </a:lnTo>
                <a:lnTo>
                  <a:pt x="4885" y="1524"/>
                </a:lnTo>
                <a:cubicBezTo>
                  <a:pt x="4808" y="1465"/>
                  <a:pt x="4696" y="1388"/>
                  <a:pt x="4549" y="1293"/>
                </a:cubicBezTo>
                <a:cubicBezTo>
                  <a:pt x="4402" y="1198"/>
                  <a:pt x="4258" y="1119"/>
                  <a:pt x="4116" y="1055"/>
                </a:cubicBezTo>
                <a:cubicBezTo>
                  <a:pt x="3944" y="980"/>
                  <a:pt x="3749" y="917"/>
                  <a:pt x="3532" y="867"/>
                </a:cubicBezTo>
                <a:cubicBezTo>
                  <a:pt x="3314" y="817"/>
                  <a:pt x="3066" y="792"/>
                  <a:pt x="2790" y="792"/>
                </a:cubicBezTo>
                <a:cubicBezTo>
                  <a:pt x="2168" y="792"/>
                  <a:pt x="1675" y="992"/>
                  <a:pt x="1313" y="1391"/>
                </a:cubicBezTo>
                <a:cubicBezTo>
                  <a:pt x="951" y="1790"/>
                  <a:pt x="769" y="2331"/>
                  <a:pt x="769" y="3012"/>
                </a:cubicBezTo>
                <a:cubicBezTo>
                  <a:pt x="769" y="3731"/>
                  <a:pt x="959" y="4291"/>
                  <a:pt x="1337" y="4690"/>
                </a:cubicBezTo>
                <a:cubicBezTo>
                  <a:pt x="1716" y="5089"/>
                  <a:pt x="2231" y="5289"/>
                  <a:pt x="2883" y="5289"/>
                </a:cubicBezTo>
                <a:cubicBezTo>
                  <a:pt x="3123" y="5289"/>
                  <a:pt x="3361" y="5265"/>
                  <a:pt x="3599" y="5218"/>
                </a:cubicBezTo>
                <a:cubicBezTo>
                  <a:pt x="3837" y="5171"/>
                  <a:pt x="4045" y="5110"/>
                  <a:pt x="4224" y="5035"/>
                </a:cubicBezTo>
                <a:lnTo>
                  <a:pt x="4224" y="3675"/>
                </a:lnTo>
                <a:lnTo>
                  <a:pt x="2734" y="3675"/>
                </a:lnTo>
                <a:lnTo>
                  <a:pt x="2734" y="3018"/>
                </a:lnTo>
                <a:lnTo>
                  <a:pt x="4956" y="3018"/>
                </a:lnTo>
                <a:lnTo>
                  <a:pt x="4956" y="5411"/>
                </a:lnTo>
                <a:close/>
                <a:moveTo>
                  <a:pt x="9685" y="3795"/>
                </a:moveTo>
                <a:lnTo>
                  <a:pt x="6611" y="3795"/>
                </a:lnTo>
                <a:cubicBezTo>
                  <a:pt x="6611" y="4052"/>
                  <a:pt x="6650" y="4276"/>
                  <a:pt x="6727" y="4467"/>
                </a:cubicBezTo>
                <a:cubicBezTo>
                  <a:pt x="6804" y="4658"/>
                  <a:pt x="6910" y="4815"/>
                  <a:pt x="7044" y="4937"/>
                </a:cubicBezTo>
                <a:cubicBezTo>
                  <a:pt x="7174" y="5057"/>
                  <a:pt x="7328" y="5147"/>
                  <a:pt x="7506" y="5206"/>
                </a:cubicBezTo>
                <a:cubicBezTo>
                  <a:pt x="7684" y="5266"/>
                  <a:pt x="7880" y="5296"/>
                  <a:pt x="8094" y="5296"/>
                </a:cubicBezTo>
                <a:cubicBezTo>
                  <a:pt x="8378" y="5296"/>
                  <a:pt x="8664" y="5239"/>
                  <a:pt x="8951" y="5125"/>
                </a:cubicBezTo>
                <a:cubicBezTo>
                  <a:pt x="9239" y="5011"/>
                  <a:pt x="9444" y="4899"/>
                  <a:pt x="9566" y="4788"/>
                </a:cubicBezTo>
                <a:lnTo>
                  <a:pt x="9603" y="4788"/>
                </a:lnTo>
                <a:lnTo>
                  <a:pt x="9603" y="5557"/>
                </a:lnTo>
                <a:cubicBezTo>
                  <a:pt x="9366" y="5657"/>
                  <a:pt x="9125" y="5740"/>
                  <a:pt x="8878" y="5808"/>
                </a:cubicBezTo>
                <a:cubicBezTo>
                  <a:pt x="8632" y="5875"/>
                  <a:pt x="8373" y="5909"/>
                  <a:pt x="8101" y="5909"/>
                </a:cubicBezTo>
                <a:cubicBezTo>
                  <a:pt x="7409" y="5909"/>
                  <a:pt x="6869" y="5721"/>
                  <a:pt x="6480" y="5346"/>
                </a:cubicBezTo>
                <a:cubicBezTo>
                  <a:pt x="6092" y="4970"/>
                  <a:pt x="5898" y="4437"/>
                  <a:pt x="5898" y="3746"/>
                </a:cubicBezTo>
                <a:cubicBezTo>
                  <a:pt x="5898" y="3063"/>
                  <a:pt x="6084" y="2520"/>
                  <a:pt x="6456" y="2119"/>
                </a:cubicBezTo>
                <a:cubicBezTo>
                  <a:pt x="6828" y="1717"/>
                  <a:pt x="7318" y="1516"/>
                  <a:pt x="7926" y="1516"/>
                </a:cubicBezTo>
                <a:cubicBezTo>
                  <a:pt x="8489" y="1516"/>
                  <a:pt x="8922" y="1681"/>
                  <a:pt x="9228" y="2010"/>
                </a:cubicBezTo>
                <a:cubicBezTo>
                  <a:pt x="9533" y="2340"/>
                  <a:pt x="9685" y="2807"/>
                  <a:pt x="9685" y="3413"/>
                </a:cubicBezTo>
                <a:lnTo>
                  <a:pt x="9685" y="3795"/>
                </a:lnTo>
                <a:moveTo>
                  <a:pt x="9002" y="3257"/>
                </a:moveTo>
                <a:cubicBezTo>
                  <a:pt x="8999" y="2888"/>
                  <a:pt x="8906" y="2603"/>
                  <a:pt x="8723" y="2402"/>
                </a:cubicBezTo>
                <a:cubicBezTo>
                  <a:pt x="8540" y="2200"/>
                  <a:pt x="8262" y="2099"/>
                  <a:pt x="7888" y="2099"/>
                </a:cubicBezTo>
                <a:cubicBezTo>
                  <a:pt x="7512" y="2099"/>
                  <a:pt x="7213" y="2210"/>
                  <a:pt x="6990" y="2432"/>
                </a:cubicBezTo>
                <a:cubicBezTo>
                  <a:pt x="6767" y="2653"/>
                  <a:pt x="6641" y="2928"/>
                  <a:pt x="6611" y="3257"/>
                </a:cubicBezTo>
                <a:lnTo>
                  <a:pt x="9002" y="3257"/>
                </a:lnTo>
                <a:close/>
                <a:moveTo>
                  <a:pt x="13353" y="2398"/>
                </a:moveTo>
                <a:lnTo>
                  <a:pt x="13316" y="2398"/>
                </a:lnTo>
                <a:cubicBezTo>
                  <a:pt x="13211" y="2374"/>
                  <a:pt x="13110" y="2357"/>
                  <a:pt x="13011" y="2347"/>
                </a:cubicBezTo>
                <a:cubicBezTo>
                  <a:pt x="12913" y="2336"/>
                  <a:pt x="12796" y="2331"/>
                  <a:pt x="12662" y="2331"/>
                </a:cubicBezTo>
                <a:cubicBezTo>
                  <a:pt x="12445" y="2331"/>
                  <a:pt x="12236" y="2379"/>
                  <a:pt x="12034" y="2475"/>
                </a:cubicBezTo>
                <a:cubicBezTo>
                  <a:pt x="11833" y="2571"/>
                  <a:pt x="11639" y="2695"/>
                  <a:pt x="11452" y="2847"/>
                </a:cubicBezTo>
                <a:lnTo>
                  <a:pt x="11452" y="5812"/>
                </a:lnTo>
                <a:lnTo>
                  <a:pt x="10750" y="5812"/>
                </a:lnTo>
                <a:lnTo>
                  <a:pt x="10750" y="1636"/>
                </a:lnTo>
                <a:lnTo>
                  <a:pt x="11452" y="1636"/>
                </a:lnTo>
                <a:lnTo>
                  <a:pt x="11452" y="2253"/>
                </a:lnTo>
                <a:cubicBezTo>
                  <a:pt x="11731" y="2028"/>
                  <a:pt x="11977" y="1870"/>
                  <a:pt x="12189" y="1776"/>
                </a:cubicBezTo>
                <a:cubicBezTo>
                  <a:pt x="12402" y="1683"/>
                  <a:pt x="12620" y="1636"/>
                  <a:pt x="12841" y="1636"/>
                </a:cubicBezTo>
                <a:cubicBezTo>
                  <a:pt x="12963" y="1636"/>
                  <a:pt x="13052" y="1639"/>
                  <a:pt x="13106" y="1645"/>
                </a:cubicBezTo>
                <a:cubicBezTo>
                  <a:pt x="13161" y="1651"/>
                  <a:pt x="13243" y="1663"/>
                  <a:pt x="13353" y="1681"/>
                </a:cubicBezTo>
                <a:lnTo>
                  <a:pt x="13353" y="2398"/>
                </a:lnTo>
                <a:close/>
                <a:moveTo>
                  <a:pt x="17256" y="5812"/>
                </a:moveTo>
                <a:lnTo>
                  <a:pt x="16558" y="5812"/>
                </a:lnTo>
                <a:lnTo>
                  <a:pt x="16558" y="5370"/>
                </a:lnTo>
                <a:cubicBezTo>
                  <a:pt x="16495" y="5413"/>
                  <a:pt x="16411" y="5472"/>
                  <a:pt x="16305" y="5548"/>
                </a:cubicBezTo>
                <a:cubicBezTo>
                  <a:pt x="16200" y="5624"/>
                  <a:pt x="16097" y="5684"/>
                  <a:pt x="15997" y="5729"/>
                </a:cubicBezTo>
                <a:cubicBezTo>
                  <a:pt x="15880" y="5787"/>
                  <a:pt x="15746" y="5835"/>
                  <a:pt x="15594" y="5873"/>
                </a:cubicBezTo>
                <a:cubicBezTo>
                  <a:pt x="15442" y="5912"/>
                  <a:pt x="15264" y="5931"/>
                  <a:pt x="15060" y="5931"/>
                </a:cubicBezTo>
                <a:cubicBezTo>
                  <a:pt x="14684" y="5931"/>
                  <a:pt x="14365" y="5807"/>
                  <a:pt x="14104" y="5557"/>
                </a:cubicBezTo>
                <a:cubicBezTo>
                  <a:pt x="13842" y="5308"/>
                  <a:pt x="13711" y="4990"/>
                  <a:pt x="13711" y="4604"/>
                </a:cubicBezTo>
                <a:cubicBezTo>
                  <a:pt x="13711" y="4287"/>
                  <a:pt x="13779" y="4031"/>
                  <a:pt x="13915" y="3835"/>
                </a:cubicBezTo>
                <a:cubicBezTo>
                  <a:pt x="14051" y="3639"/>
                  <a:pt x="14244" y="3485"/>
                  <a:pt x="14496" y="3373"/>
                </a:cubicBezTo>
                <a:cubicBezTo>
                  <a:pt x="14750" y="3261"/>
                  <a:pt x="15055" y="3185"/>
                  <a:pt x="15411" y="3145"/>
                </a:cubicBezTo>
                <a:cubicBezTo>
                  <a:pt x="15767" y="3105"/>
                  <a:pt x="16149" y="3075"/>
                  <a:pt x="16558" y="3055"/>
                </a:cubicBezTo>
                <a:lnTo>
                  <a:pt x="16558" y="2946"/>
                </a:lnTo>
                <a:cubicBezTo>
                  <a:pt x="16558" y="2785"/>
                  <a:pt x="16530" y="2652"/>
                  <a:pt x="16474" y="2547"/>
                </a:cubicBezTo>
                <a:cubicBezTo>
                  <a:pt x="16418" y="2441"/>
                  <a:pt x="16337" y="2359"/>
                  <a:pt x="16233" y="2298"/>
                </a:cubicBezTo>
                <a:cubicBezTo>
                  <a:pt x="16133" y="2240"/>
                  <a:pt x="16014" y="2202"/>
                  <a:pt x="15874" y="2182"/>
                </a:cubicBezTo>
                <a:cubicBezTo>
                  <a:pt x="15735" y="2161"/>
                  <a:pt x="15589" y="2151"/>
                  <a:pt x="15437" y="2151"/>
                </a:cubicBezTo>
                <a:cubicBezTo>
                  <a:pt x="15253" y="2151"/>
                  <a:pt x="15047" y="2176"/>
                  <a:pt x="14821" y="2226"/>
                </a:cubicBezTo>
                <a:cubicBezTo>
                  <a:pt x="14594" y="2276"/>
                  <a:pt x="14360" y="2348"/>
                  <a:pt x="14119" y="2443"/>
                </a:cubicBezTo>
                <a:lnTo>
                  <a:pt x="14081" y="2443"/>
                </a:lnTo>
                <a:lnTo>
                  <a:pt x="14081" y="1729"/>
                </a:lnTo>
                <a:cubicBezTo>
                  <a:pt x="14218" y="1692"/>
                  <a:pt x="14416" y="1651"/>
                  <a:pt x="14675" y="1606"/>
                </a:cubicBezTo>
                <a:cubicBezTo>
                  <a:pt x="14934" y="1561"/>
                  <a:pt x="15189" y="1539"/>
                  <a:pt x="15441" y="1539"/>
                </a:cubicBezTo>
                <a:cubicBezTo>
                  <a:pt x="15735" y="1539"/>
                  <a:pt x="15991" y="1563"/>
                  <a:pt x="16208" y="1612"/>
                </a:cubicBezTo>
                <a:cubicBezTo>
                  <a:pt x="16426" y="1660"/>
                  <a:pt x="16615" y="1743"/>
                  <a:pt x="16774" y="1860"/>
                </a:cubicBezTo>
                <a:cubicBezTo>
                  <a:pt x="16931" y="1975"/>
                  <a:pt x="17051" y="2123"/>
                  <a:pt x="17133" y="2305"/>
                </a:cubicBezTo>
                <a:cubicBezTo>
                  <a:pt x="17215" y="2486"/>
                  <a:pt x="17256" y="2712"/>
                  <a:pt x="17256" y="2981"/>
                </a:cubicBezTo>
                <a:lnTo>
                  <a:pt x="17256" y="5812"/>
                </a:lnTo>
                <a:moveTo>
                  <a:pt x="16558" y="4790"/>
                </a:moveTo>
                <a:lnTo>
                  <a:pt x="16558" y="3623"/>
                </a:lnTo>
                <a:cubicBezTo>
                  <a:pt x="16343" y="3636"/>
                  <a:pt x="16091" y="3654"/>
                  <a:pt x="15801" y="3679"/>
                </a:cubicBezTo>
                <a:cubicBezTo>
                  <a:pt x="15511" y="3704"/>
                  <a:pt x="15281" y="3741"/>
                  <a:pt x="15112" y="3788"/>
                </a:cubicBezTo>
                <a:cubicBezTo>
                  <a:pt x="14910" y="3846"/>
                  <a:pt x="14747" y="3935"/>
                  <a:pt x="14623" y="4056"/>
                </a:cubicBezTo>
                <a:cubicBezTo>
                  <a:pt x="14498" y="4178"/>
                  <a:pt x="14436" y="4345"/>
                  <a:pt x="14436" y="4557"/>
                </a:cubicBezTo>
                <a:cubicBezTo>
                  <a:pt x="14436" y="4797"/>
                  <a:pt x="14508" y="4978"/>
                  <a:pt x="14653" y="5099"/>
                </a:cubicBezTo>
                <a:cubicBezTo>
                  <a:pt x="14797" y="5221"/>
                  <a:pt x="15018" y="5281"/>
                  <a:pt x="15314" y="5281"/>
                </a:cubicBezTo>
                <a:cubicBezTo>
                  <a:pt x="15560" y="5281"/>
                  <a:pt x="15786" y="5233"/>
                  <a:pt x="15990" y="5137"/>
                </a:cubicBezTo>
                <a:cubicBezTo>
                  <a:pt x="16194" y="5041"/>
                  <a:pt x="16383" y="4925"/>
                  <a:pt x="16558" y="4790"/>
                </a:cubicBezTo>
                <a:close/>
                <a:moveTo>
                  <a:pt x="22097" y="5812"/>
                </a:moveTo>
                <a:lnTo>
                  <a:pt x="21394" y="5812"/>
                </a:lnTo>
                <a:lnTo>
                  <a:pt x="21394" y="3434"/>
                </a:lnTo>
                <a:cubicBezTo>
                  <a:pt x="21394" y="3242"/>
                  <a:pt x="21383" y="3062"/>
                  <a:pt x="21361" y="2894"/>
                </a:cubicBezTo>
                <a:cubicBezTo>
                  <a:pt x="21338" y="2725"/>
                  <a:pt x="21297" y="2594"/>
                  <a:pt x="21238" y="2499"/>
                </a:cubicBezTo>
                <a:cubicBezTo>
                  <a:pt x="21175" y="2394"/>
                  <a:pt x="21086" y="2316"/>
                  <a:pt x="20969" y="2265"/>
                </a:cubicBezTo>
                <a:cubicBezTo>
                  <a:pt x="20852" y="2214"/>
                  <a:pt x="20700" y="2189"/>
                  <a:pt x="20513" y="2189"/>
                </a:cubicBezTo>
                <a:cubicBezTo>
                  <a:pt x="20321" y="2189"/>
                  <a:pt x="20121" y="2236"/>
                  <a:pt x="19912" y="2331"/>
                </a:cubicBezTo>
                <a:cubicBezTo>
                  <a:pt x="19702" y="2426"/>
                  <a:pt x="19502" y="2546"/>
                  <a:pt x="19310" y="2693"/>
                </a:cubicBezTo>
                <a:lnTo>
                  <a:pt x="19310" y="5812"/>
                </a:lnTo>
                <a:lnTo>
                  <a:pt x="18608" y="5812"/>
                </a:lnTo>
                <a:lnTo>
                  <a:pt x="18608" y="1636"/>
                </a:lnTo>
                <a:lnTo>
                  <a:pt x="19310" y="1636"/>
                </a:lnTo>
                <a:lnTo>
                  <a:pt x="19310" y="2096"/>
                </a:lnTo>
                <a:cubicBezTo>
                  <a:pt x="19529" y="1914"/>
                  <a:pt x="19756" y="1772"/>
                  <a:pt x="19990" y="1670"/>
                </a:cubicBezTo>
                <a:cubicBezTo>
                  <a:pt x="20224" y="1568"/>
                  <a:pt x="20464" y="1516"/>
                  <a:pt x="20711" y="1516"/>
                </a:cubicBezTo>
                <a:cubicBezTo>
                  <a:pt x="21162" y="1516"/>
                  <a:pt x="21505" y="1652"/>
                  <a:pt x="21742" y="1924"/>
                </a:cubicBezTo>
                <a:cubicBezTo>
                  <a:pt x="21978" y="2196"/>
                  <a:pt x="22097" y="2588"/>
                  <a:pt x="22097" y="3099"/>
                </a:cubicBezTo>
                <a:lnTo>
                  <a:pt x="22097" y="5812"/>
                </a:lnTo>
                <a:close/>
                <a:moveTo>
                  <a:pt x="24203" y="941"/>
                </a:moveTo>
                <a:lnTo>
                  <a:pt x="23411" y="941"/>
                </a:lnTo>
                <a:lnTo>
                  <a:pt x="23411" y="209"/>
                </a:lnTo>
                <a:lnTo>
                  <a:pt x="24203" y="209"/>
                </a:lnTo>
                <a:lnTo>
                  <a:pt x="24203" y="941"/>
                </a:lnTo>
                <a:moveTo>
                  <a:pt x="24158" y="5812"/>
                </a:moveTo>
                <a:lnTo>
                  <a:pt x="23456" y="5812"/>
                </a:lnTo>
                <a:lnTo>
                  <a:pt x="23456" y="1636"/>
                </a:lnTo>
                <a:lnTo>
                  <a:pt x="24158" y="1636"/>
                </a:lnTo>
                <a:lnTo>
                  <a:pt x="24158" y="5812"/>
                </a:lnTo>
                <a:close/>
                <a:moveTo>
                  <a:pt x="28790" y="5812"/>
                </a:moveTo>
                <a:lnTo>
                  <a:pt x="28091" y="5812"/>
                </a:lnTo>
                <a:lnTo>
                  <a:pt x="28091" y="5370"/>
                </a:lnTo>
                <a:cubicBezTo>
                  <a:pt x="28029" y="5413"/>
                  <a:pt x="27945" y="5472"/>
                  <a:pt x="27839" y="5548"/>
                </a:cubicBezTo>
                <a:cubicBezTo>
                  <a:pt x="27733" y="5624"/>
                  <a:pt x="27631" y="5684"/>
                  <a:pt x="27531" y="5729"/>
                </a:cubicBezTo>
                <a:cubicBezTo>
                  <a:pt x="27414" y="5787"/>
                  <a:pt x="27280" y="5835"/>
                  <a:pt x="27128" y="5873"/>
                </a:cubicBezTo>
                <a:cubicBezTo>
                  <a:pt x="26976" y="5912"/>
                  <a:pt x="26798" y="5931"/>
                  <a:pt x="26594" y="5931"/>
                </a:cubicBezTo>
                <a:cubicBezTo>
                  <a:pt x="26218" y="5931"/>
                  <a:pt x="25899" y="5807"/>
                  <a:pt x="25637" y="5557"/>
                </a:cubicBezTo>
                <a:cubicBezTo>
                  <a:pt x="25376" y="5308"/>
                  <a:pt x="25245" y="4990"/>
                  <a:pt x="25245" y="4604"/>
                </a:cubicBezTo>
                <a:cubicBezTo>
                  <a:pt x="25245" y="4287"/>
                  <a:pt x="25313" y="4031"/>
                  <a:pt x="25449" y="3835"/>
                </a:cubicBezTo>
                <a:cubicBezTo>
                  <a:pt x="25584" y="3639"/>
                  <a:pt x="25778" y="3485"/>
                  <a:pt x="26030" y="3373"/>
                </a:cubicBezTo>
                <a:cubicBezTo>
                  <a:pt x="26284" y="3261"/>
                  <a:pt x="26589" y="3185"/>
                  <a:pt x="26945" y="3145"/>
                </a:cubicBezTo>
                <a:cubicBezTo>
                  <a:pt x="27301" y="3105"/>
                  <a:pt x="27683" y="3075"/>
                  <a:pt x="28091" y="3055"/>
                </a:cubicBezTo>
                <a:lnTo>
                  <a:pt x="28091" y="2946"/>
                </a:lnTo>
                <a:cubicBezTo>
                  <a:pt x="28091" y="2785"/>
                  <a:pt x="28063" y="2652"/>
                  <a:pt x="28007" y="2547"/>
                </a:cubicBezTo>
                <a:cubicBezTo>
                  <a:pt x="27951" y="2441"/>
                  <a:pt x="27871" y="2359"/>
                  <a:pt x="27766" y="2298"/>
                </a:cubicBezTo>
                <a:cubicBezTo>
                  <a:pt x="27667" y="2240"/>
                  <a:pt x="27547" y="2202"/>
                  <a:pt x="27408" y="2182"/>
                </a:cubicBezTo>
                <a:cubicBezTo>
                  <a:pt x="27268" y="2161"/>
                  <a:pt x="27123" y="2151"/>
                  <a:pt x="26971" y="2151"/>
                </a:cubicBezTo>
                <a:cubicBezTo>
                  <a:pt x="26787" y="2151"/>
                  <a:pt x="26581" y="2176"/>
                  <a:pt x="26355" y="2226"/>
                </a:cubicBezTo>
                <a:cubicBezTo>
                  <a:pt x="26128" y="2276"/>
                  <a:pt x="25894" y="2348"/>
                  <a:pt x="25652" y="2443"/>
                </a:cubicBezTo>
                <a:lnTo>
                  <a:pt x="25615" y="2443"/>
                </a:lnTo>
                <a:lnTo>
                  <a:pt x="25615" y="1729"/>
                </a:lnTo>
                <a:cubicBezTo>
                  <a:pt x="25752" y="1692"/>
                  <a:pt x="25950" y="1651"/>
                  <a:pt x="26209" y="1606"/>
                </a:cubicBezTo>
                <a:cubicBezTo>
                  <a:pt x="26468" y="1561"/>
                  <a:pt x="26723" y="1539"/>
                  <a:pt x="26975" y="1539"/>
                </a:cubicBezTo>
                <a:cubicBezTo>
                  <a:pt x="27268" y="1539"/>
                  <a:pt x="27524" y="1563"/>
                  <a:pt x="27742" y="1612"/>
                </a:cubicBezTo>
                <a:cubicBezTo>
                  <a:pt x="27960" y="1660"/>
                  <a:pt x="28149" y="1743"/>
                  <a:pt x="28308" y="1860"/>
                </a:cubicBezTo>
                <a:cubicBezTo>
                  <a:pt x="28465" y="1975"/>
                  <a:pt x="28584" y="2123"/>
                  <a:pt x="28667" y="2305"/>
                </a:cubicBezTo>
                <a:cubicBezTo>
                  <a:pt x="28749" y="2486"/>
                  <a:pt x="28790" y="2712"/>
                  <a:pt x="28790" y="2981"/>
                </a:cubicBezTo>
                <a:lnTo>
                  <a:pt x="28790" y="5812"/>
                </a:lnTo>
                <a:moveTo>
                  <a:pt x="28091" y="4790"/>
                </a:moveTo>
                <a:lnTo>
                  <a:pt x="28091" y="3623"/>
                </a:lnTo>
                <a:cubicBezTo>
                  <a:pt x="27877" y="3636"/>
                  <a:pt x="27625" y="3654"/>
                  <a:pt x="27335" y="3679"/>
                </a:cubicBezTo>
                <a:cubicBezTo>
                  <a:pt x="27045" y="3704"/>
                  <a:pt x="26815" y="3741"/>
                  <a:pt x="26646" y="3788"/>
                </a:cubicBezTo>
                <a:cubicBezTo>
                  <a:pt x="26444" y="3846"/>
                  <a:pt x="26281" y="3935"/>
                  <a:pt x="26157" y="4056"/>
                </a:cubicBezTo>
                <a:cubicBezTo>
                  <a:pt x="26032" y="4178"/>
                  <a:pt x="25970" y="4345"/>
                  <a:pt x="25970" y="4557"/>
                </a:cubicBezTo>
                <a:cubicBezTo>
                  <a:pt x="25970" y="4797"/>
                  <a:pt x="26042" y="4978"/>
                  <a:pt x="26186" y="5099"/>
                </a:cubicBezTo>
                <a:cubicBezTo>
                  <a:pt x="26331" y="5221"/>
                  <a:pt x="26551" y="5281"/>
                  <a:pt x="26848" y="5281"/>
                </a:cubicBezTo>
                <a:cubicBezTo>
                  <a:pt x="27094" y="5281"/>
                  <a:pt x="27319" y="5233"/>
                  <a:pt x="27524" y="5137"/>
                </a:cubicBezTo>
                <a:cubicBezTo>
                  <a:pt x="27728" y="5041"/>
                  <a:pt x="27917" y="4925"/>
                  <a:pt x="28091" y="4790"/>
                </a:cubicBezTo>
                <a:close/>
                <a:moveTo>
                  <a:pt x="30852" y="5812"/>
                </a:moveTo>
                <a:lnTo>
                  <a:pt x="30150" y="5812"/>
                </a:lnTo>
                <a:lnTo>
                  <a:pt x="30150" y="0"/>
                </a:lnTo>
                <a:lnTo>
                  <a:pt x="30852" y="0"/>
                </a:lnTo>
                <a:lnTo>
                  <a:pt x="30852" y="5812"/>
                </a:lnTo>
                <a:close/>
                <a:moveTo>
                  <a:pt x="35733" y="3795"/>
                </a:moveTo>
                <a:lnTo>
                  <a:pt x="32659" y="3795"/>
                </a:lnTo>
                <a:cubicBezTo>
                  <a:pt x="32659" y="4052"/>
                  <a:pt x="32698" y="4276"/>
                  <a:pt x="32775" y="4467"/>
                </a:cubicBezTo>
                <a:cubicBezTo>
                  <a:pt x="32852" y="4658"/>
                  <a:pt x="32958" y="4815"/>
                  <a:pt x="33092" y="4937"/>
                </a:cubicBezTo>
                <a:cubicBezTo>
                  <a:pt x="33222" y="5057"/>
                  <a:pt x="33376" y="5147"/>
                  <a:pt x="33554" y="5206"/>
                </a:cubicBezTo>
                <a:cubicBezTo>
                  <a:pt x="33732" y="5266"/>
                  <a:pt x="33928" y="5296"/>
                  <a:pt x="34142" y="5296"/>
                </a:cubicBezTo>
                <a:cubicBezTo>
                  <a:pt x="34426" y="5296"/>
                  <a:pt x="34712" y="5239"/>
                  <a:pt x="34999" y="5125"/>
                </a:cubicBezTo>
                <a:cubicBezTo>
                  <a:pt x="35287" y="5011"/>
                  <a:pt x="35492" y="4899"/>
                  <a:pt x="35614" y="4788"/>
                </a:cubicBezTo>
                <a:lnTo>
                  <a:pt x="35651" y="4788"/>
                </a:lnTo>
                <a:lnTo>
                  <a:pt x="35651" y="5557"/>
                </a:lnTo>
                <a:cubicBezTo>
                  <a:pt x="35414" y="5657"/>
                  <a:pt x="35173" y="5740"/>
                  <a:pt x="34926" y="5808"/>
                </a:cubicBezTo>
                <a:cubicBezTo>
                  <a:pt x="34680" y="5875"/>
                  <a:pt x="34421" y="5909"/>
                  <a:pt x="34150" y="5909"/>
                </a:cubicBezTo>
                <a:cubicBezTo>
                  <a:pt x="33457" y="5909"/>
                  <a:pt x="32917" y="5721"/>
                  <a:pt x="32528" y="5346"/>
                </a:cubicBezTo>
                <a:cubicBezTo>
                  <a:pt x="32140" y="4970"/>
                  <a:pt x="31946" y="4437"/>
                  <a:pt x="31946" y="3746"/>
                </a:cubicBezTo>
                <a:cubicBezTo>
                  <a:pt x="31946" y="3063"/>
                  <a:pt x="32132" y="2520"/>
                  <a:pt x="32504" y="2119"/>
                </a:cubicBezTo>
                <a:cubicBezTo>
                  <a:pt x="32876" y="1717"/>
                  <a:pt x="33366" y="1516"/>
                  <a:pt x="33974" y="1516"/>
                </a:cubicBezTo>
                <a:cubicBezTo>
                  <a:pt x="34537" y="1516"/>
                  <a:pt x="34971" y="1681"/>
                  <a:pt x="35276" y="2010"/>
                </a:cubicBezTo>
                <a:cubicBezTo>
                  <a:pt x="35581" y="2340"/>
                  <a:pt x="35733" y="2807"/>
                  <a:pt x="35733" y="3413"/>
                </a:cubicBezTo>
                <a:lnTo>
                  <a:pt x="35733" y="3795"/>
                </a:lnTo>
                <a:moveTo>
                  <a:pt x="35050" y="3257"/>
                </a:moveTo>
                <a:cubicBezTo>
                  <a:pt x="35047" y="2888"/>
                  <a:pt x="34954" y="2603"/>
                  <a:pt x="34771" y="2402"/>
                </a:cubicBezTo>
                <a:cubicBezTo>
                  <a:pt x="34588" y="2200"/>
                  <a:pt x="34310" y="2099"/>
                  <a:pt x="33937" y="2099"/>
                </a:cubicBezTo>
                <a:cubicBezTo>
                  <a:pt x="33561" y="2099"/>
                  <a:pt x="33261" y="2210"/>
                  <a:pt x="33038" y="2432"/>
                </a:cubicBezTo>
                <a:cubicBezTo>
                  <a:pt x="32815" y="2653"/>
                  <a:pt x="32689" y="2928"/>
                  <a:pt x="32659" y="3257"/>
                </a:cubicBezTo>
                <a:lnTo>
                  <a:pt x="35050" y="3257"/>
                </a:lnTo>
                <a:close/>
                <a:moveTo>
                  <a:pt x="39778" y="4607"/>
                </a:moveTo>
                <a:cubicBezTo>
                  <a:pt x="39778" y="4987"/>
                  <a:pt x="39621" y="5299"/>
                  <a:pt x="39306" y="5543"/>
                </a:cubicBezTo>
                <a:cubicBezTo>
                  <a:pt x="38991" y="5787"/>
                  <a:pt x="38560" y="5909"/>
                  <a:pt x="38015" y="5909"/>
                </a:cubicBezTo>
                <a:cubicBezTo>
                  <a:pt x="37706" y="5909"/>
                  <a:pt x="37423" y="5872"/>
                  <a:pt x="37165" y="5798"/>
                </a:cubicBezTo>
                <a:cubicBezTo>
                  <a:pt x="36908" y="5725"/>
                  <a:pt x="36692" y="5644"/>
                  <a:pt x="36517" y="5557"/>
                </a:cubicBezTo>
                <a:lnTo>
                  <a:pt x="36517" y="4766"/>
                </a:lnTo>
                <a:lnTo>
                  <a:pt x="36555" y="4766"/>
                </a:lnTo>
                <a:cubicBezTo>
                  <a:pt x="36776" y="4935"/>
                  <a:pt x="37023" y="5069"/>
                  <a:pt x="37294" y="5169"/>
                </a:cubicBezTo>
                <a:cubicBezTo>
                  <a:pt x="37566" y="5269"/>
                  <a:pt x="37826" y="5319"/>
                  <a:pt x="38075" y="5319"/>
                </a:cubicBezTo>
                <a:cubicBezTo>
                  <a:pt x="38384" y="5319"/>
                  <a:pt x="38625" y="5269"/>
                  <a:pt x="38799" y="5169"/>
                </a:cubicBezTo>
                <a:cubicBezTo>
                  <a:pt x="38974" y="5069"/>
                  <a:pt x="39061" y="4911"/>
                  <a:pt x="39061" y="4696"/>
                </a:cubicBezTo>
                <a:cubicBezTo>
                  <a:pt x="39061" y="4532"/>
                  <a:pt x="39014" y="4407"/>
                  <a:pt x="38919" y="4323"/>
                </a:cubicBezTo>
                <a:cubicBezTo>
                  <a:pt x="38824" y="4238"/>
                  <a:pt x="38643" y="4166"/>
                  <a:pt x="38374" y="4106"/>
                </a:cubicBezTo>
                <a:cubicBezTo>
                  <a:pt x="38274" y="4084"/>
                  <a:pt x="38144" y="4058"/>
                  <a:pt x="37983" y="4028"/>
                </a:cubicBezTo>
                <a:cubicBezTo>
                  <a:pt x="37823" y="3998"/>
                  <a:pt x="37676" y="3966"/>
                  <a:pt x="37544" y="3931"/>
                </a:cubicBezTo>
                <a:cubicBezTo>
                  <a:pt x="37178" y="3834"/>
                  <a:pt x="36919" y="3692"/>
                  <a:pt x="36766" y="3504"/>
                </a:cubicBezTo>
                <a:cubicBezTo>
                  <a:pt x="36613" y="3316"/>
                  <a:pt x="36536" y="3085"/>
                  <a:pt x="36536" y="2811"/>
                </a:cubicBezTo>
                <a:cubicBezTo>
                  <a:pt x="36536" y="2640"/>
                  <a:pt x="36571" y="2478"/>
                  <a:pt x="36642" y="2326"/>
                </a:cubicBezTo>
                <a:cubicBezTo>
                  <a:pt x="36713" y="2175"/>
                  <a:pt x="36821" y="2039"/>
                  <a:pt x="36966" y="1919"/>
                </a:cubicBezTo>
                <a:cubicBezTo>
                  <a:pt x="37105" y="1803"/>
                  <a:pt x="37282" y="1710"/>
                  <a:pt x="37498" y="1642"/>
                </a:cubicBezTo>
                <a:cubicBezTo>
                  <a:pt x="37713" y="1573"/>
                  <a:pt x="37954" y="1539"/>
                  <a:pt x="38221" y="1539"/>
                </a:cubicBezTo>
                <a:cubicBezTo>
                  <a:pt x="38470" y="1539"/>
                  <a:pt x="38722" y="1569"/>
                  <a:pt x="38977" y="1630"/>
                </a:cubicBezTo>
                <a:cubicBezTo>
                  <a:pt x="39232" y="1691"/>
                  <a:pt x="39444" y="1765"/>
                  <a:pt x="39614" y="1852"/>
                </a:cubicBezTo>
                <a:lnTo>
                  <a:pt x="39614" y="2600"/>
                </a:lnTo>
                <a:lnTo>
                  <a:pt x="39576" y="2600"/>
                </a:lnTo>
                <a:cubicBezTo>
                  <a:pt x="39397" y="2468"/>
                  <a:pt x="39179" y="2356"/>
                  <a:pt x="38923" y="2265"/>
                </a:cubicBezTo>
                <a:cubicBezTo>
                  <a:pt x="38666" y="2174"/>
                  <a:pt x="38415" y="2129"/>
                  <a:pt x="38168" y="2129"/>
                </a:cubicBezTo>
                <a:cubicBezTo>
                  <a:pt x="37912" y="2129"/>
                  <a:pt x="37695" y="2178"/>
                  <a:pt x="37518" y="2277"/>
                </a:cubicBezTo>
                <a:cubicBezTo>
                  <a:pt x="37342" y="2376"/>
                  <a:pt x="37253" y="2523"/>
                  <a:pt x="37253" y="2718"/>
                </a:cubicBezTo>
                <a:cubicBezTo>
                  <a:pt x="37253" y="2890"/>
                  <a:pt x="37307" y="3019"/>
                  <a:pt x="37414" y="3106"/>
                </a:cubicBezTo>
                <a:cubicBezTo>
                  <a:pt x="37518" y="3193"/>
                  <a:pt x="37688" y="3264"/>
                  <a:pt x="37922" y="3319"/>
                </a:cubicBezTo>
                <a:cubicBezTo>
                  <a:pt x="38051" y="3349"/>
                  <a:pt x="38196" y="3379"/>
                  <a:pt x="38357" y="3409"/>
                </a:cubicBezTo>
                <a:cubicBezTo>
                  <a:pt x="38517" y="3438"/>
                  <a:pt x="38651" y="3466"/>
                  <a:pt x="38758" y="3491"/>
                </a:cubicBezTo>
                <a:cubicBezTo>
                  <a:pt x="39085" y="3565"/>
                  <a:pt x="39336" y="3693"/>
                  <a:pt x="39513" y="3875"/>
                </a:cubicBezTo>
                <a:cubicBezTo>
                  <a:pt x="39690" y="4059"/>
                  <a:pt x="39778" y="4303"/>
                  <a:pt x="39778" y="4607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4CB156-E9EC-446B-8BBE-1C0108C800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093" y="2184713"/>
            <a:ext cx="142441" cy="116232"/>
          </a:xfrm>
          <a:custGeom xmlns:a="http://schemas.openxmlformats.org/drawingml/2006/main">
            <a:pathLst>
              <a:path w="142441" h="116232">
                <a:moveTo>
                  <a:pt x="0" y="0"/>
                </a:moveTo>
                <a:lnTo>
                  <a:pt x="142441" y="0"/>
                </a:lnTo>
                <a:lnTo>
                  <a:pt x="142441" y="116232"/>
                </a:lnTo>
                <a:lnTo>
                  <a:pt x="0" y="1162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FFBD14-6DB8-4148-A0EB-138DE0417E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3092" y="2184716"/>
            <a:ext cx="142441" cy="116231"/>
          </a:xfrm>
          <a:custGeom xmlns:a="http://schemas.openxmlformats.org/drawingml/2006/main">
            <a:pathLst>
              <a:path w="142441" h="116231" fill="none">
                <a:moveTo>
                  <a:pt x="0" y="0"/>
                </a:moveTo>
                <a:lnTo>
                  <a:pt x="142441" y="0"/>
                </a:lnTo>
                <a:lnTo>
                  <a:pt x="142441" y="116231"/>
                </a:lnTo>
                <a:lnTo>
                  <a:pt x="0" y="1162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6B07D8-9CB8-4580-98A8-D26A705E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31" y="2184713"/>
            <a:ext cx="138777" cy="116232"/>
          </a:xfrm>
          <a:custGeom xmlns:a="http://schemas.openxmlformats.org/drawingml/2006/main">
            <a:pathLst>
              <a:path w="138777" h="116232">
                <a:moveTo>
                  <a:pt x="0" y="0"/>
                </a:moveTo>
                <a:lnTo>
                  <a:pt x="138777" y="0"/>
                </a:lnTo>
                <a:lnTo>
                  <a:pt x="138777" y="116232"/>
                </a:lnTo>
                <a:lnTo>
                  <a:pt x="0" y="1162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8ECAB6-ABAC-4EC3-AE49-DB496F78D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8032" y="2184716"/>
            <a:ext cx="138777" cy="116231"/>
          </a:xfrm>
          <a:custGeom xmlns:a="http://schemas.openxmlformats.org/drawingml/2006/main">
            <a:pathLst>
              <a:path w="138777" h="116231" fill="none">
                <a:moveTo>
                  <a:pt x="0" y="0"/>
                </a:moveTo>
                <a:lnTo>
                  <a:pt x="138777" y="0"/>
                </a:lnTo>
                <a:lnTo>
                  <a:pt x="138777" y="116231"/>
                </a:lnTo>
                <a:lnTo>
                  <a:pt x="0" y="1162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554372-3654-41F7-B18A-DA4F4CE38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2" y="2323442"/>
            <a:ext cx="127539" cy="121784"/>
          </a:xfrm>
          <a:custGeom xmlns:a="http://schemas.openxmlformats.org/drawingml/2006/main">
            <a:pathLst>
              <a:path w="127539" h="121784">
                <a:moveTo>
                  <a:pt x="0" y="0"/>
                </a:moveTo>
                <a:lnTo>
                  <a:pt x="127539" y="0"/>
                </a:lnTo>
                <a:lnTo>
                  <a:pt x="127539" y="121784"/>
                </a:lnTo>
                <a:lnTo>
                  <a:pt x="0" y="1217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4176E-5688-41EA-9624-701AE929C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3" y="2323445"/>
            <a:ext cx="127540" cy="121783"/>
          </a:xfrm>
          <a:custGeom xmlns:a="http://schemas.openxmlformats.org/drawingml/2006/main">
            <a:pathLst>
              <a:path w="127540" h="121783" fill="none">
                <a:moveTo>
                  <a:pt x="0" y="0"/>
                </a:moveTo>
                <a:lnTo>
                  <a:pt x="127540" y="0"/>
                </a:lnTo>
                <a:lnTo>
                  <a:pt x="127540" y="121783"/>
                </a:lnTo>
                <a:lnTo>
                  <a:pt x="0" y="1217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41" name="Text Oxalidales">
            <a:extLst xmlns:a="http://schemas.openxmlformats.org/drawingml/2006/main">
              <a:ext uri="{FF2B5EF4-FFF2-40B4-BE49-F238E27FC236}">
                <a16:creationId xmlns:a16="http://schemas.microsoft.com/office/drawing/2014/main" id="{179A87C6-5FDA-4643-8575-822CB48FB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845" y="2325216"/>
            <a:ext cx="36706" cy="5641"/>
          </a:xfrm>
          <a:custGeom xmlns:a="http://schemas.openxmlformats.org/drawingml/2006/main">
            <a:pathLst>
              <a:path w="36706" h="5641">
                <a:moveTo>
                  <a:pt x="4245" y="840"/>
                </a:moveTo>
                <a:cubicBezTo>
                  <a:pt x="4460" y="1077"/>
                  <a:pt x="4625" y="1368"/>
                  <a:pt x="4740" y="1712"/>
                </a:cubicBezTo>
                <a:cubicBezTo>
                  <a:pt x="4855" y="2056"/>
                  <a:pt x="4912" y="2446"/>
                  <a:pt x="4912" y="2882"/>
                </a:cubicBezTo>
                <a:cubicBezTo>
                  <a:pt x="4912" y="3319"/>
                  <a:pt x="4854" y="3710"/>
                  <a:pt x="4737" y="4055"/>
                </a:cubicBezTo>
                <a:cubicBezTo>
                  <a:pt x="4619" y="4400"/>
                  <a:pt x="4455" y="4688"/>
                  <a:pt x="4245" y="4918"/>
                </a:cubicBezTo>
                <a:cubicBezTo>
                  <a:pt x="4027" y="5158"/>
                  <a:pt x="3769" y="5338"/>
                  <a:pt x="3472" y="5459"/>
                </a:cubicBezTo>
                <a:cubicBezTo>
                  <a:pt x="3175" y="5580"/>
                  <a:pt x="2836" y="5641"/>
                  <a:pt x="2454" y="5641"/>
                </a:cubicBezTo>
                <a:cubicBezTo>
                  <a:pt x="2083" y="5641"/>
                  <a:pt x="1745" y="5579"/>
                  <a:pt x="1440" y="5456"/>
                </a:cubicBezTo>
                <a:cubicBezTo>
                  <a:pt x="1136" y="5332"/>
                  <a:pt x="877" y="5153"/>
                  <a:pt x="664" y="4918"/>
                </a:cubicBezTo>
                <a:cubicBezTo>
                  <a:pt x="451" y="4683"/>
                  <a:pt x="287" y="4395"/>
                  <a:pt x="172" y="4053"/>
                </a:cubicBezTo>
                <a:cubicBezTo>
                  <a:pt x="57" y="3712"/>
                  <a:pt x="0" y="3321"/>
                  <a:pt x="0" y="2882"/>
                </a:cubicBezTo>
                <a:cubicBezTo>
                  <a:pt x="0" y="2451"/>
                  <a:pt x="57" y="2063"/>
                  <a:pt x="170" y="1720"/>
                </a:cubicBezTo>
                <a:cubicBezTo>
                  <a:pt x="284" y="1378"/>
                  <a:pt x="450" y="1084"/>
                  <a:pt x="668" y="840"/>
                </a:cubicBezTo>
                <a:cubicBezTo>
                  <a:pt x="876" y="607"/>
                  <a:pt x="1135" y="429"/>
                  <a:pt x="1444" y="306"/>
                </a:cubicBezTo>
                <a:cubicBezTo>
                  <a:pt x="1753" y="182"/>
                  <a:pt x="2090" y="121"/>
                  <a:pt x="2454" y="121"/>
                </a:cubicBezTo>
                <a:cubicBezTo>
                  <a:pt x="2833" y="121"/>
                  <a:pt x="3174" y="183"/>
                  <a:pt x="3476" y="308"/>
                </a:cubicBezTo>
                <a:cubicBezTo>
                  <a:pt x="3778" y="432"/>
                  <a:pt x="4034" y="610"/>
                  <a:pt x="4245" y="840"/>
                </a:cubicBezTo>
                <a:moveTo>
                  <a:pt x="4181" y="2882"/>
                </a:moveTo>
                <a:cubicBezTo>
                  <a:pt x="4181" y="2195"/>
                  <a:pt x="4027" y="1665"/>
                  <a:pt x="3719" y="1292"/>
                </a:cubicBezTo>
                <a:cubicBezTo>
                  <a:pt x="3411" y="918"/>
                  <a:pt x="2991" y="732"/>
                  <a:pt x="2458" y="732"/>
                </a:cubicBezTo>
                <a:cubicBezTo>
                  <a:pt x="1920" y="732"/>
                  <a:pt x="1498" y="918"/>
                  <a:pt x="1192" y="1292"/>
                </a:cubicBezTo>
                <a:cubicBezTo>
                  <a:pt x="885" y="1665"/>
                  <a:pt x="732" y="2195"/>
                  <a:pt x="732" y="2882"/>
                </a:cubicBezTo>
                <a:cubicBezTo>
                  <a:pt x="732" y="3577"/>
                  <a:pt x="888" y="4108"/>
                  <a:pt x="1201" y="4477"/>
                </a:cubicBezTo>
                <a:cubicBezTo>
                  <a:pt x="1513" y="4845"/>
                  <a:pt x="1932" y="5030"/>
                  <a:pt x="2458" y="5030"/>
                </a:cubicBezTo>
                <a:cubicBezTo>
                  <a:pt x="2984" y="5030"/>
                  <a:pt x="3402" y="4845"/>
                  <a:pt x="3714" y="4477"/>
                </a:cubicBezTo>
                <a:cubicBezTo>
                  <a:pt x="4025" y="4108"/>
                  <a:pt x="4181" y="3577"/>
                  <a:pt x="4181" y="2882"/>
                </a:cubicBezTo>
                <a:close/>
                <a:moveTo>
                  <a:pt x="9409" y="5527"/>
                </a:moveTo>
                <a:lnTo>
                  <a:pt x="8567" y="5527"/>
                </a:lnTo>
                <a:lnTo>
                  <a:pt x="7441" y="4002"/>
                </a:lnTo>
                <a:lnTo>
                  <a:pt x="6308" y="5527"/>
                </a:lnTo>
                <a:lnTo>
                  <a:pt x="5530" y="5527"/>
                </a:lnTo>
                <a:lnTo>
                  <a:pt x="7079" y="3547"/>
                </a:lnTo>
                <a:lnTo>
                  <a:pt x="5545" y="1556"/>
                </a:lnTo>
                <a:lnTo>
                  <a:pt x="6387" y="1556"/>
                </a:lnTo>
                <a:lnTo>
                  <a:pt x="7505" y="3056"/>
                </a:lnTo>
                <a:lnTo>
                  <a:pt x="8628" y="1556"/>
                </a:lnTo>
                <a:lnTo>
                  <a:pt x="9409" y="1556"/>
                </a:lnTo>
                <a:lnTo>
                  <a:pt x="7850" y="3511"/>
                </a:lnTo>
                <a:lnTo>
                  <a:pt x="9409" y="5527"/>
                </a:lnTo>
                <a:close/>
                <a:moveTo>
                  <a:pt x="13362" y="5527"/>
                </a:moveTo>
                <a:lnTo>
                  <a:pt x="12698" y="5527"/>
                </a:lnTo>
                <a:lnTo>
                  <a:pt x="12698" y="5107"/>
                </a:lnTo>
                <a:cubicBezTo>
                  <a:pt x="12639" y="5147"/>
                  <a:pt x="12559" y="5204"/>
                  <a:pt x="12458" y="5276"/>
                </a:cubicBezTo>
                <a:cubicBezTo>
                  <a:pt x="12358" y="5348"/>
                  <a:pt x="12260" y="5406"/>
                  <a:pt x="12165" y="5449"/>
                </a:cubicBezTo>
                <a:cubicBezTo>
                  <a:pt x="12054" y="5503"/>
                  <a:pt x="11926" y="5549"/>
                  <a:pt x="11782" y="5585"/>
                </a:cubicBezTo>
                <a:cubicBezTo>
                  <a:pt x="11637" y="5622"/>
                  <a:pt x="11468" y="5641"/>
                  <a:pt x="11274" y="5641"/>
                </a:cubicBezTo>
                <a:cubicBezTo>
                  <a:pt x="10916" y="5641"/>
                  <a:pt x="10613" y="5522"/>
                  <a:pt x="10365" y="5285"/>
                </a:cubicBezTo>
                <a:cubicBezTo>
                  <a:pt x="10116" y="5048"/>
                  <a:pt x="9992" y="4745"/>
                  <a:pt x="9992" y="4378"/>
                </a:cubicBezTo>
                <a:cubicBezTo>
                  <a:pt x="9992" y="4077"/>
                  <a:pt x="10056" y="3833"/>
                  <a:pt x="10185" y="3647"/>
                </a:cubicBezTo>
                <a:cubicBezTo>
                  <a:pt x="10314" y="3461"/>
                  <a:pt x="10498" y="3315"/>
                  <a:pt x="10738" y="3208"/>
                </a:cubicBezTo>
                <a:cubicBezTo>
                  <a:pt x="10979" y="3101"/>
                  <a:pt x="11269" y="3029"/>
                  <a:pt x="11608" y="2991"/>
                </a:cubicBezTo>
                <a:cubicBezTo>
                  <a:pt x="11946" y="2953"/>
                  <a:pt x="12310" y="2924"/>
                  <a:pt x="12698" y="2906"/>
                </a:cubicBezTo>
                <a:lnTo>
                  <a:pt x="12698" y="2802"/>
                </a:lnTo>
                <a:cubicBezTo>
                  <a:pt x="12698" y="2649"/>
                  <a:pt x="12672" y="2522"/>
                  <a:pt x="12618" y="2422"/>
                </a:cubicBezTo>
                <a:cubicBezTo>
                  <a:pt x="12565" y="2322"/>
                  <a:pt x="12489" y="2243"/>
                  <a:pt x="12389" y="2186"/>
                </a:cubicBezTo>
                <a:cubicBezTo>
                  <a:pt x="12294" y="2131"/>
                  <a:pt x="12181" y="2094"/>
                  <a:pt x="12048" y="2075"/>
                </a:cubicBezTo>
                <a:cubicBezTo>
                  <a:pt x="11916" y="2055"/>
                  <a:pt x="11777" y="2046"/>
                  <a:pt x="11633" y="2046"/>
                </a:cubicBezTo>
                <a:cubicBezTo>
                  <a:pt x="11457" y="2046"/>
                  <a:pt x="11262" y="2070"/>
                  <a:pt x="11047" y="2117"/>
                </a:cubicBezTo>
                <a:cubicBezTo>
                  <a:pt x="10831" y="2164"/>
                  <a:pt x="10608" y="2233"/>
                  <a:pt x="10379" y="2323"/>
                </a:cubicBezTo>
                <a:lnTo>
                  <a:pt x="10343" y="2323"/>
                </a:lnTo>
                <a:lnTo>
                  <a:pt x="10343" y="1645"/>
                </a:lnTo>
                <a:cubicBezTo>
                  <a:pt x="10473" y="1609"/>
                  <a:pt x="10662" y="1570"/>
                  <a:pt x="10908" y="1527"/>
                </a:cubicBezTo>
                <a:cubicBezTo>
                  <a:pt x="11154" y="1485"/>
                  <a:pt x="11397" y="1463"/>
                  <a:pt x="11636" y="1463"/>
                </a:cubicBezTo>
                <a:cubicBezTo>
                  <a:pt x="11916" y="1463"/>
                  <a:pt x="12159" y="1487"/>
                  <a:pt x="12366" y="1533"/>
                </a:cubicBezTo>
                <a:cubicBezTo>
                  <a:pt x="12573" y="1579"/>
                  <a:pt x="12753" y="1658"/>
                  <a:pt x="12904" y="1769"/>
                </a:cubicBezTo>
                <a:cubicBezTo>
                  <a:pt x="13053" y="1878"/>
                  <a:pt x="13167" y="2019"/>
                  <a:pt x="13245" y="2192"/>
                </a:cubicBezTo>
                <a:cubicBezTo>
                  <a:pt x="13323" y="2364"/>
                  <a:pt x="13362" y="2579"/>
                  <a:pt x="13362" y="2834"/>
                </a:cubicBezTo>
                <a:lnTo>
                  <a:pt x="13362" y="5527"/>
                </a:lnTo>
                <a:moveTo>
                  <a:pt x="12698" y="4555"/>
                </a:moveTo>
                <a:lnTo>
                  <a:pt x="12698" y="3445"/>
                </a:lnTo>
                <a:cubicBezTo>
                  <a:pt x="12495" y="3457"/>
                  <a:pt x="12255" y="3475"/>
                  <a:pt x="11979" y="3499"/>
                </a:cubicBezTo>
                <a:cubicBezTo>
                  <a:pt x="11703" y="3523"/>
                  <a:pt x="11485" y="3557"/>
                  <a:pt x="11324" y="3602"/>
                </a:cubicBezTo>
                <a:cubicBezTo>
                  <a:pt x="11132" y="3657"/>
                  <a:pt x="10977" y="3742"/>
                  <a:pt x="10858" y="3858"/>
                </a:cubicBezTo>
                <a:cubicBezTo>
                  <a:pt x="10740" y="3973"/>
                  <a:pt x="10681" y="4132"/>
                  <a:pt x="10681" y="4334"/>
                </a:cubicBezTo>
                <a:cubicBezTo>
                  <a:pt x="10681" y="4562"/>
                  <a:pt x="10749" y="4734"/>
                  <a:pt x="10887" y="4849"/>
                </a:cubicBezTo>
                <a:cubicBezTo>
                  <a:pt x="11024" y="4965"/>
                  <a:pt x="11234" y="5022"/>
                  <a:pt x="11515" y="5022"/>
                </a:cubicBezTo>
                <a:cubicBezTo>
                  <a:pt x="11750" y="5022"/>
                  <a:pt x="11964" y="4977"/>
                  <a:pt x="12158" y="4885"/>
                </a:cubicBezTo>
                <a:cubicBezTo>
                  <a:pt x="12352" y="4794"/>
                  <a:pt x="12532" y="4684"/>
                  <a:pt x="12698" y="4555"/>
                </a:cubicBezTo>
                <a:close/>
                <a:moveTo>
                  <a:pt x="15323" y="5527"/>
                </a:moveTo>
                <a:lnTo>
                  <a:pt x="14656" y="5527"/>
                </a:lnTo>
                <a:lnTo>
                  <a:pt x="14656" y="0"/>
                </a:lnTo>
                <a:lnTo>
                  <a:pt x="15323" y="0"/>
                </a:lnTo>
                <a:lnTo>
                  <a:pt x="15323" y="5527"/>
                </a:lnTo>
                <a:close/>
                <a:moveTo>
                  <a:pt x="17362" y="895"/>
                </a:moveTo>
                <a:lnTo>
                  <a:pt x="16609" y="895"/>
                </a:lnTo>
                <a:lnTo>
                  <a:pt x="16609" y="199"/>
                </a:lnTo>
                <a:lnTo>
                  <a:pt x="17362" y="199"/>
                </a:lnTo>
                <a:lnTo>
                  <a:pt x="17362" y="895"/>
                </a:lnTo>
                <a:moveTo>
                  <a:pt x="17319" y="5527"/>
                </a:moveTo>
                <a:lnTo>
                  <a:pt x="16652" y="5527"/>
                </a:lnTo>
                <a:lnTo>
                  <a:pt x="16652" y="1556"/>
                </a:lnTo>
                <a:lnTo>
                  <a:pt x="17319" y="1556"/>
                </a:lnTo>
                <a:lnTo>
                  <a:pt x="17319" y="5527"/>
                </a:lnTo>
                <a:close/>
                <a:moveTo>
                  <a:pt x="21859" y="5527"/>
                </a:moveTo>
                <a:lnTo>
                  <a:pt x="21191" y="5527"/>
                </a:lnTo>
                <a:lnTo>
                  <a:pt x="21191" y="5114"/>
                </a:lnTo>
                <a:cubicBezTo>
                  <a:pt x="20999" y="5280"/>
                  <a:pt x="20799" y="5409"/>
                  <a:pt x="20591" y="5502"/>
                </a:cubicBezTo>
                <a:cubicBezTo>
                  <a:pt x="20382" y="5594"/>
                  <a:pt x="20156" y="5641"/>
                  <a:pt x="19912" y="5641"/>
                </a:cubicBezTo>
                <a:cubicBezTo>
                  <a:pt x="19439" y="5641"/>
                  <a:pt x="19063" y="5458"/>
                  <a:pt x="18785" y="5092"/>
                </a:cubicBezTo>
                <a:cubicBezTo>
                  <a:pt x="18506" y="4727"/>
                  <a:pt x="18367" y="4220"/>
                  <a:pt x="18367" y="3572"/>
                </a:cubicBezTo>
                <a:cubicBezTo>
                  <a:pt x="18367" y="3234"/>
                  <a:pt x="18415" y="2934"/>
                  <a:pt x="18511" y="2671"/>
                </a:cubicBezTo>
                <a:cubicBezTo>
                  <a:pt x="18607" y="2407"/>
                  <a:pt x="18737" y="2183"/>
                  <a:pt x="18900" y="1998"/>
                </a:cubicBezTo>
                <a:cubicBezTo>
                  <a:pt x="19061" y="1817"/>
                  <a:pt x="19249" y="1680"/>
                  <a:pt x="19463" y="1585"/>
                </a:cubicBezTo>
                <a:cubicBezTo>
                  <a:pt x="19677" y="1490"/>
                  <a:pt x="19899" y="1442"/>
                  <a:pt x="20129" y="1442"/>
                </a:cubicBezTo>
                <a:cubicBezTo>
                  <a:pt x="20337" y="1442"/>
                  <a:pt x="20522" y="1464"/>
                  <a:pt x="20683" y="1508"/>
                </a:cubicBezTo>
                <a:cubicBezTo>
                  <a:pt x="20844" y="1552"/>
                  <a:pt x="21013" y="1620"/>
                  <a:pt x="21191" y="1713"/>
                </a:cubicBezTo>
                <a:lnTo>
                  <a:pt x="21191" y="0"/>
                </a:lnTo>
                <a:lnTo>
                  <a:pt x="21859" y="0"/>
                </a:lnTo>
                <a:lnTo>
                  <a:pt x="21859" y="5527"/>
                </a:lnTo>
                <a:moveTo>
                  <a:pt x="21191" y="4550"/>
                </a:moveTo>
                <a:lnTo>
                  <a:pt x="21191" y="2273"/>
                </a:lnTo>
                <a:cubicBezTo>
                  <a:pt x="21011" y="2193"/>
                  <a:pt x="20850" y="2137"/>
                  <a:pt x="20708" y="2106"/>
                </a:cubicBezTo>
                <a:cubicBezTo>
                  <a:pt x="20566" y="2076"/>
                  <a:pt x="20411" y="2060"/>
                  <a:pt x="20243" y="2060"/>
                </a:cubicBezTo>
                <a:cubicBezTo>
                  <a:pt x="19868" y="2060"/>
                  <a:pt x="19577" y="2190"/>
                  <a:pt x="19369" y="2451"/>
                </a:cubicBezTo>
                <a:cubicBezTo>
                  <a:pt x="19160" y="2711"/>
                  <a:pt x="19056" y="3081"/>
                  <a:pt x="19056" y="3559"/>
                </a:cubicBezTo>
                <a:cubicBezTo>
                  <a:pt x="19056" y="4030"/>
                  <a:pt x="19137" y="4388"/>
                  <a:pt x="19298" y="4634"/>
                </a:cubicBezTo>
                <a:cubicBezTo>
                  <a:pt x="19459" y="4879"/>
                  <a:pt x="19717" y="5001"/>
                  <a:pt x="20072" y="5001"/>
                </a:cubicBezTo>
                <a:cubicBezTo>
                  <a:pt x="20262" y="5001"/>
                  <a:pt x="20453" y="4959"/>
                  <a:pt x="20648" y="4875"/>
                </a:cubicBezTo>
                <a:cubicBezTo>
                  <a:pt x="20842" y="4791"/>
                  <a:pt x="21023" y="4683"/>
                  <a:pt x="21191" y="4550"/>
                </a:cubicBezTo>
                <a:close/>
                <a:moveTo>
                  <a:pt x="26256" y="5527"/>
                </a:moveTo>
                <a:lnTo>
                  <a:pt x="25592" y="5527"/>
                </a:lnTo>
                <a:lnTo>
                  <a:pt x="25592" y="5107"/>
                </a:lnTo>
                <a:cubicBezTo>
                  <a:pt x="25533" y="5147"/>
                  <a:pt x="25453" y="5204"/>
                  <a:pt x="25352" y="5276"/>
                </a:cubicBezTo>
                <a:cubicBezTo>
                  <a:pt x="25251" y="5348"/>
                  <a:pt x="25154" y="5406"/>
                  <a:pt x="25059" y="5449"/>
                </a:cubicBezTo>
                <a:cubicBezTo>
                  <a:pt x="24948" y="5503"/>
                  <a:pt x="24820" y="5549"/>
                  <a:pt x="24675" y="5585"/>
                </a:cubicBezTo>
                <a:cubicBezTo>
                  <a:pt x="24531" y="5622"/>
                  <a:pt x="24362" y="5641"/>
                  <a:pt x="24167" y="5641"/>
                </a:cubicBezTo>
                <a:cubicBezTo>
                  <a:pt x="23810" y="5641"/>
                  <a:pt x="23507" y="5522"/>
                  <a:pt x="23258" y="5285"/>
                </a:cubicBezTo>
                <a:cubicBezTo>
                  <a:pt x="23010" y="5048"/>
                  <a:pt x="22885" y="4745"/>
                  <a:pt x="22885" y="4378"/>
                </a:cubicBezTo>
                <a:cubicBezTo>
                  <a:pt x="22885" y="4077"/>
                  <a:pt x="22950" y="3833"/>
                  <a:pt x="23079" y="3647"/>
                </a:cubicBezTo>
                <a:cubicBezTo>
                  <a:pt x="23208" y="3461"/>
                  <a:pt x="23392" y="3315"/>
                  <a:pt x="23631" y="3208"/>
                </a:cubicBezTo>
                <a:cubicBezTo>
                  <a:pt x="23873" y="3101"/>
                  <a:pt x="24163" y="3029"/>
                  <a:pt x="24501" y="2991"/>
                </a:cubicBezTo>
                <a:cubicBezTo>
                  <a:pt x="24840" y="2953"/>
                  <a:pt x="25203" y="2924"/>
                  <a:pt x="25592" y="2906"/>
                </a:cubicBezTo>
                <a:lnTo>
                  <a:pt x="25592" y="2802"/>
                </a:lnTo>
                <a:cubicBezTo>
                  <a:pt x="25592" y="2649"/>
                  <a:pt x="25565" y="2522"/>
                  <a:pt x="25512" y="2422"/>
                </a:cubicBezTo>
                <a:cubicBezTo>
                  <a:pt x="25459" y="2322"/>
                  <a:pt x="25382" y="2243"/>
                  <a:pt x="25283" y="2186"/>
                </a:cubicBezTo>
                <a:cubicBezTo>
                  <a:pt x="25188" y="2131"/>
                  <a:pt x="25074" y="2094"/>
                  <a:pt x="24942" y="2075"/>
                </a:cubicBezTo>
                <a:cubicBezTo>
                  <a:pt x="24809" y="2055"/>
                  <a:pt x="24671" y="2046"/>
                  <a:pt x="24526" y="2046"/>
                </a:cubicBezTo>
                <a:cubicBezTo>
                  <a:pt x="24351" y="2046"/>
                  <a:pt x="24156" y="2070"/>
                  <a:pt x="23940" y="2117"/>
                </a:cubicBezTo>
                <a:cubicBezTo>
                  <a:pt x="23725" y="2164"/>
                  <a:pt x="23502" y="2233"/>
                  <a:pt x="23272" y="2323"/>
                </a:cubicBezTo>
                <a:lnTo>
                  <a:pt x="23237" y="2323"/>
                </a:lnTo>
                <a:lnTo>
                  <a:pt x="23237" y="1645"/>
                </a:lnTo>
                <a:cubicBezTo>
                  <a:pt x="23367" y="1609"/>
                  <a:pt x="23555" y="1570"/>
                  <a:pt x="23802" y="1527"/>
                </a:cubicBezTo>
                <a:cubicBezTo>
                  <a:pt x="24048" y="1485"/>
                  <a:pt x="24291" y="1463"/>
                  <a:pt x="24530" y="1463"/>
                </a:cubicBezTo>
                <a:cubicBezTo>
                  <a:pt x="24809" y="1463"/>
                  <a:pt x="25053" y="1487"/>
                  <a:pt x="25260" y="1533"/>
                </a:cubicBezTo>
                <a:cubicBezTo>
                  <a:pt x="25467" y="1579"/>
                  <a:pt x="25646" y="1658"/>
                  <a:pt x="25798" y="1769"/>
                </a:cubicBezTo>
                <a:cubicBezTo>
                  <a:pt x="25947" y="1878"/>
                  <a:pt x="26061" y="2019"/>
                  <a:pt x="26139" y="2192"/>
                </a:cubicBezTo>
                <a:cubicBezTo>
                  <a:pt x="26217" y="2364"/>
                  <a:pt x="26256" y="2579"/>
                  <a:pt x="26256" y="2834"/>
                </a:cubicBezTo>
                <a:lnTo>
                  <a:pt x="26256" y="5527"/>
                </a:lnTo>
                <a:moveTo>
                  <a:pt x="25592" y="4555"/>
                </a:moveTo>
                <a:lnTo>
                  <a:pt x="25592" y="3445"/>
                </a:lnTo>
                <a:cubicBezTo>
                  <a:pt x="25388" y="3457"/>
                  <a:pt x="25148" y="3475"/>
                  <a:pt x="24873" y="3499"/>
                </a:cubicBezTo>
                <a:cubicBezTo>
                  <a:pt x="24597" y="3523"/>
                  <a:pt x="24378" y="3557"/>
                  <a:pt x="24217" y="3602"/>
                </a:cubicBezTo>
                <a:cubicBezTo>
                  <a:pt x="24025" y="3657"/>
                  <a:pt x="23870" y="3742"/>
                  <a:pt x="23752" y="3858"/>
                </a:cubicBezTo>
                <a:cubicBezTo>
                  <a:pt x="23634" y="3973"/>
                  <a:pt x="23574" y="4132"/>
                  <a:pt x="23574" y="4334"/>
                </a:cubicBezTo>
                <a:cubicBezTo>
                  <a:pt x="23574" y="4562"/>
                  <a:pt x="23643" y="4734"/>
                  <a:pt x="23780" y="4849"/>
                </a:cubicBezTo>
                <a:cubicBezTo>
                  <a:pt x="23918" y="4965"/>
                  <a:pt x="24127" y="5022"/>
                  <a:pt x="24409" y="5022"/>
                </a:cubicBezTo>
                <a:cubicBezTo>
                  <a:pt x="24643" y="5022"/>
                  <a:pt x="24858" y="4977"/>
                  <a:pt x="25052" y="4885"/>
                </a:cubicBezTo>
                <a:cubicBezTo>
                  <a:pt x="25246" y="4794"/>
                  <a:pt x="25426" y="4684"/>
                  <a:pt x="25592" y="4555"/>
                </a:cubicBezTo>
                <a:close/>
                <a:moveTo>
                  <a:pt x="28217" y="5527"/>
                </a:moveTo>
                <a:lnTo>
                  <a:pt x="27549" y="5527"/>
                </a:lnTo>
                <a:lnTo>
                  <a:pt x="27549" y="0"/>
                </a:lnTo>
                <a:lnTo>
                  <a:pt x="28217" y="0"/>
                </a:lnTo>
                <a:lnTo>
                  <a:pt x="28217" y="5527"/>
                </a:lnTo>
                <a:close/>
                <a:moveTo>
                  <a:pt x="32859" y="3609"/>
                </a:moveTo>
                <a:lnTo>
                  <a:pt x="29936" y="3609"/>
                </a:lnTo>
                <a:cubicBezTo>
                  <a:pt x="29936" y="3853"/>
                  <a:pt x="29973" y="4066"/>
                  <a:pt x="30046" y="4248"/>
                </a:cubicBezTo>
                <a:cubicBezTo>
                  <a:pt x="30119" y="4430"/>
                  <a:pt x="30220" y="4579"/>
                  <a:pt x="30348" y="4695"/>
                </a:cubicBezTo>
                <a:cubicBezTo>
                  <a:pt x="30471" y="4809"/>
                  <a:pt x="30617" y="4894"/>
                  <a:pt x="30787" y="4951"/>
                </a:cubicBezTo>
                <a:cubicBezTo>
                  <a:pt x="30956" y="5008"/>
                  <a:pt x="31142" y="5037"/>
                  <a:pt x="31346" y="5037"/>
                </a:cubicBezTo>
                <a:cubicBezTo>
                  <a:pt x="31616" y="5037"/>
                  <a:pt x="31888" y="4982"/>
                  <a:pt x="32161" y="4874"/>
                </a:cubicBezTo>
                <a:cubicBezTo>
                  <a:pt x="32435" y="4765"/>
                  <a:pt x="32629" y="4659"/>
                  <a:pt x="32745" y="4554"/>
                </a:cubicBezTo>
                <a:lnTo>
                  <a:pt x="32781" y="4554"/>
                </a:lnTo>
                <a:lnTo>
                  <a:pt x="32781" y="5284"/>
                </a:lnTo>
                <a:cubicBezTo>
                  <a:pt x="32556" y="5379"/>
                  <a:pt x="32326" y="5459"/>
                  <a:pt x="32092" y="5523"/>
                </a:cubicBezTo>
                <a:cubicBezTo>
                  <a:pt x="31857" y="5587"/>
                  <a:pt x="31611" y="5619"/>
                  <a:pt x="31353" y="5619"/>
                </a:cubicBezTo>
                <a:cubicBezTo>
                  <a:pt x="30695" y="5619"/>
                  <a:pt x="30181" y="5441"/>
                  <a:pt x="29812" y="5084"/>
                </a:cubicBezTo>
                <a:cubicBezTo>
                  <a:pt x="29442" y="4727"/>
                  <a:pt x="29257" y="4220"/>
                  <a:pt x="29257" y="3563"/>
                </a:cubicBezTo>
                <a:cubicBezTo>
                  <a:pt x="29257" y="2913"/>
                  <a:pt x="29434" y="2397"/>
                  <a:pt x="29788" y="2015"/>
                </a:cubicBezTo>
                <a:cubicBezTo>
                  <a:pt x="30142" y="1633"/>
                  <a:pt x="30608" y="1442"/>
                  <a:pt x="31186" y="1442"/>
                </a:cubicBezTo>
                <a:cubicBezTo>
                  <a:pt x="31721" y="1442"/>
                  <a:pt x="32134" y="1599"/>
                  <a:pt x="32424" y="1912"/>
                </a:cubicBezTo>
                <a:cubicBezTo>
                  <a:pt x="32714" y="2225"/>
                  <a:pt x="32859" y="2670"/>
                  <a:pt x="32859" y="3246"/>
                </a:cubicBezTo>
                <a:lnTo>
                  <a:pt x="32859" y="3609"/>
                </a:lnTo>
                <a:moveTo>
                  <a:pt x="32209" y="3097"/>
                </a:moveTo>
                <a:cubicBezTo>
                  <a:pt x="32207" y="2747"/>
                  <a:pt x="32119" y="2476"/>
                  <a:pt x="31944" y="2284"/>
                </a:cubicBezTo>
                <a:cubicBezTo>
                  <a:pt x="31770" y="2092"/>
                  <a:pt x="31506" y="1996"/>
                  <a:pt x="31151" y="1996"/>
                </a:cubicBezTo>
                <a:cubicBezTo>
                  <a:pt x="30793" y="1996"/>
                  <a:pt x="30508" y="2102"/>
                  <a:pt x="30296" y="2312"/>
                </a:cubicBezTo>
                <a:cubicBezTo>
                  <a:pt x="30084" y="2523"/>
                  <a:pt x="29964" y="2785"/>
                  <a:pt x="29936" y="3097"/>
                </a:cubicBezTo>
                <a:lnTo>
                  <a:pt x="32209" y="3097"/>
                </a:lnTo>
                <a:close/>
                <a:moveTo>
                  <a:pt x="36706" y="4381"/>
                </a:moveTo>
                <a:cubicBezTo>
                  <a:pt x="36706" y="4743"/>
                  <a:pt x="36556" y="5040"/>
                  <a:pt x="36257" y="5271"/>
                </a:cubicBezTo>
                <a:cubicBezTo>
                  <a:pt x="35957" y="5503"/>
                  <a:pt x="35548" y="5619"/>
                  <a:pt x="35030" y="5619"/>
                </a:cubicBezTo>
                <a:cubicBezTo>
                  <a:pt x="34736" y="5619"/>
                  <a:pt x="34467" y="5584"/>
                  <a:pt x="34222" y="5514"/>
                </a:cubicBezTo>
                <a:cubicBezTo>
                  <a:pt x="33976" y="5444"/>
                  <a:pt x="33771" y="5367"/>
                  <a:pt x="33605" y="5284"/>
                </a:cubicBezTo>
                <a:lnTo>
                  <a:pt x="33605" y="4532"/>
                </a:lnTo>
                <a:lnTo>
                  <a:pt x="33641" y="4532"/>
                </a:lnTo>
                <a:cubicBezTo>
                  <a:pt x="33852" y="4693"/>
                  <a:pt x="34086" y="4821"/>
                  <a:pt x="34344" y="4916"/>
                </a:cubicBezTo>
                <a:cubicBezTo>
                  <a:pt x="34602" y="5011"/>
                  <a:pt x="34850" y="5058"/>
                  <a:pt x="35086" y="5058"/>
                </a:cubicBezTo>
                <a:cubicBezTo>
                  <a:pt x="35380" y="5058"/>
                  <a:pt x="35610" y="5010"/>
                  <a:pt x="35776" y="4915"/>
                </a:cubicBezTo>
                <a:cubicBezTo>
                  <a:pt x="35941" y="4820"/>
                  <a:pt x="36024" y="4670"/>
                  <a:pt x="36024" y="4466"/>
                </a:cubicBezTo>
                <a:cubicBezTo>
                  <a:pt x="36024" y="4310"/>
                  <a:pt x="35979" y="4191"/>
                  <a:pt x="35889" y="4111"/>
                </a:cubicBezTo>
                <a:cubicBezTo>
                  <a:pt x="35799" y="4031"/>
                  <a:pt x="35626" y="3962"/>
                  <a:pt x="35371" y="3905"/>
                </a:cubicBezTo>
                <a:cubicBezTo>
                  <a:pt x="35276" y="3884"/>
                  <a:pt x="35152" y="3859"/>
                  <a:pt x="34999" y="3831"/>
                </a:cubicBezTo>
                <a:cubicBezTo>
                  <a:pt x="34847" y="3802"/>
                  <a:pt x="34708" y="3771"/>
                  <a:pt x="34582" y="3738"/>
                </a:cubicBezTo>
                <a:cubicBezTo>
                  <a:pt x="34234" y="3646"/>
                  <a:pt x="33987" y="3511"/>
                  <a:pt x="33842" y="3332"/>
                </a:cubicBezTo>
                <a:cubicBezTo>
                  <a:pt x="33696" y="3153"/>
                  <a:pt x="33623" y="2934"/>
                  <a:pt x="33623" y="2674"/>
                </a:cubicBezTo>
                <a:cubicBezTo>
                  <a:pt x="33623" y="2510"/>
                  <a:pt x="33657" y="2357"/>
                  <a:pt x="33724" y="2212"/>
                </a:cubicBezTo>
                <a:cubicBezTo>
                  <a:pt x="33792" y="2068"/>
                  <a:pt x="33894" y="1939"/>
                  <a:pt x="34032" y="1825"/>
                </a:cubicBezTo>
                <a:cubicBezTo>
                  <a:pt x="34164" y="1714"/>
                  <a:pt x="34333" y="1626"/>
                  <a:pt x="34538" y="1561"/>
                </a:cubicBezTo>
                <a:cubicBezTo>
                  <a:pt x="34743" y="1496"/>
                  <a:pt x="34972" y="1463"/>
                  <a:pt x="35225" y="1463"/>
                </a:cubicBezTo>
                <a:cubicBezTo>
                  <a:pt x="35462" y="1463"/>
                  <a:pt x="35702" y="1492"/>
                  <a:pt x="35944" y="1550"/>
                </a:cubicBezTo>
                <a:cubicBezTo>
                  <a:pt x="36187" y="1608"/>
                  <a:pt x="36389" y="1678"/>
                  <a:pt x="36550" y="1761"/>
                </a:cubicBezTo>
                <a:lnTo>
                  <a:pt x="36550" y="2472"/>
                </a:lnTo>
                <a:lnTo>
                  <a:pt x="36514" y="2472"/>
                </a:lnTo>
                <a:cubicBezTo>
                  <a:pt x="36344" y="2347"/>
                  <a:pt x="36137" y="2241"/>
                  <a:pt x="35893" y="2154"/>
                </a:cubicBezTo>
                <a:cubicBezTo>
                  <a:pt x="35649" y="2068"/>
                  <a:pt x="35410" y="2025"/>
                  <a:pt x="35175" y="2025"/>
                </a:cubicBezTo>
                <a:cubicBezTo>
                  <a:pt x="34931" y="2025"/>
                  <a:pt x="34725" y="2072"/>
                  <a:pt x="34557" y="2166"/>
                </a:cubicBezTo>
                <a:cubicBezTo>
                  <a:pt x="34389" y="2260"/>
                  <a:pt x="34305" y="2399"/>
                  <a:pt x="34305" y="2585"/>
                </a:cubicBezTo>
                <a:cubicBezTo>
                  <a:pt x="34305" y="2748"/>
                  <a:pt x="34356" y="2871"/>
                  <a:pt x="34458" y="2954"/>
                </a:cubicBezTo>
                <a:cubicBezTo>
                  <a:pt x="34557" y="3037"/>
                  <a:pt x="34718" y="3104"/>
                  <a:pt x="34941" y="3156"/>
                </a:cubicBezTo>
                <a:cubicBezTo>
                  <a:pt x="35064" y="3185"/>
                  <a:pt x="35202" y="3213"/>
                  <a:pt x="35355" y="3242"/>
                </a:cubicBezTo>
                <a:cubicBezTo>
                  <a:pt x="35507" y="3270"/>
                  <a:pt x="35635" y="3296"/>
                  <a:pt x="35736" y="3320"/>
                </a:cubicBezTo>
                <a:cubicBezTo>
                  <a:pt x="36047" y="3391"/>
                  <a:pt x="36286" y="3512"/>
                  <a:pt x="36454" y="3685"/>
                </a:cubicBezTo>
                <a:cubicBezTo>
                  <a:pt x="36622" y="3860"/>
                  <a:pt x="36706" y="4092"/>
                  <a:pt x="36706" y="4381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3933D6-FB17-4F93-86DD-ECDE19CF4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2" y="2467723"/>
            <a:ext cx="127539" cy="114677"/>
          </a:xfrm>
          <a:custGeom xmlns:a="http://schemas.openxmlformats.org/drawingml/2006/main">
            <a:pathLst>
              <a:path w="127539" h="114677">
                <a:moveTo>
                  <a:pt x="0" y="0"/>
                </a:moveTo>
                <a:lnTo>
                  <a:pt x="127539" y="0"/>
                </a:lnTo>
                <a:lnTo>
                  <a:pt x="127539" y="114677"/>
                </a:lnTo>
                <a:lnTo>
                  <a:pt x="0" y="11467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3648FE-5CB8-4C18-A5E0-37D98BFA6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3" y="2467726"/>
            <a:ext cx="127540" cy="114677"/>
          </a:xfrm>
          <a:custGeom xmlns:a="http://schemas.openxmlformats.org/drawingml/2006/main">
            <a:pathLst>
              <a:path w="127540" h="114677" fill="none">
                <a:moveTo>
                  <a:pt x="0" y="0"/>
                </a:moveTo>
                <a:lnTo>
                  <a:pt x="127540" y="0"/>
                </a:lnTo>
                <a:lnTo>
                  <a:pt x="127540" y="114677"/>
                </a:lnTo>
                <a:lnTo>
                  <a:pt x="0" y="1146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44" name="Text Arecales">
            <a:extLst xmlns:a="http://schemas.openxmlformats.org/drawingml/2006/main">
              <a:ext uri="{FF2B5EF4-FFF2-40B4-BE49-F238E27FC236}">
                <a16:creationId xmlns:a16="http://schemas.microsoft.com/office/drawing/2014/main" id="{8D791296-2C90-474B-BC64-7EED0EFDD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549" y="2469901"/>
            <a:ext cx="36858" cy="6862"/>
          </a:xfrm>
          <a:custGeom xmlns:a="http://schemas.openxmlformats.org/drawingml/2006/main">
            <a:pathLst>
              <a:path w="36858" h="6862">
                <a:moveTo>
                  <a:pt x="5825" y="6723"/>
                </a:moveTo>
                <a:lnTo>
                  <a:pt x="4913" y="6723"/>
                </a:lnTo>
                <a:lnTo>
                  <a:pt x="4282" y="4935"/>
                </a:lnTo>
                <a:lnTo>
                  <a:pt x="1499" y="4935"/>
                </a:lnTo>
                <a:lnTo>
                  <a:pt x="869" y="6723"/>
                </a:lnTo>
                <a:lnTo>
                  <a:pt x="0" y="6723"/>
                </a:lnTo>
                <a:lnTo>
                  <a:pt x="2342" y="285"/>
                </a:lnTo>
                <a:lnTo>
                  <a:pt x="3483" y="285"/>
                </a:lnTo>
                <a:lnTo>
                  <a:pt x="5825" y="6723"/>
                </a:lnTo>
                <a:moveTo>
                  <a:pt x="4018" y="4191"/>
                </a:moveTo>
                <a:lnTo>
                  <a:pt x="2891" y="1033"/>
                </a:lnTo>
                <a:lnTo>
                  <a:pt x="1759" y="4191"/>
                </a:lnTo>
                <a:lnTo>
                  <a:pt x="4018" y="4191"/>
                </a:lnTo>
                <a:close/>
                <a:moveTo>
                  <a:pt x="9748" y="2774"/>
                </a:moveTo>
                <a:lnTo>
                  <a:pt x="9705" y="2774"/>
                </a:lnTo>
                <a:cubicBezTo>
                  <a:pt x="9584" y="2747"/>
                  <a:pt x="9466" y="2727"/>
                  <a:pt x="9353" y="2715"/>
                </a:cubicBezTo>
                <a:cubicBezTo>
                  <a:pt x="9239" y="2702"/>
                  <a:pt x="9104" y="2696"/>
                  <a:pt x="8949" y="2696"/>
                </a:cubicBezTo>
                <a:cubicBezTo>
                  <a:pt x="8698" y="2696"/>
                  <a:pt x="8456" y="2752"/>
                  <a:pt x="8223" y="2863"/>
                </a:cubicBezTo>
                <a:cubicBezTo>
                  <a:pt x="7989" y="2974"/>
                  <a:pt x="7765" y="3117"/>
                  <a:pt x="7549" y="3293"/>
                </a:cubicBezTo>
                <a:lnTo>
                  <a:pt x="7549" y="6723"/>
                </a:lnTo>
                <a:lnTo>
                  <a:pt x="6736" y="6723"/>
                </a:lnTo>
                <a:lnTo>
                  <a:pt x="6736" y="1893"/>
                </a:lnTo>
                <a:lnTo>
                  <a:pt x="7549" y="1893"/>
                </a:lnTo>
                <a:lnTo>
                  <a:pt x="7549" y="2606"/>
                </a:lnTo>
                <a:cubicBezTo>
                  <a:pt x="7871" y="2347"/>
                  <a:pt x="8156" y="2163"/>
                  <a:pt x="8402" y="2055"/>
                </a:cubicBezTo>
                <a:cubicBezTo>
                  <a:pt x="8648" y="1947"/>
                  <a:pt x="8900" y="1893"/>
                  <a:pt x="9156" y="1893"/>
                </a:cubicBezTo>
                <a:cubicBezTo>
                  <a:pt x="9297" y="1893"/>
                  <a:pt x="9400" y="1896"/>
                  <a:pt x="9463" y="1903"/>
                </a:cubicBezTo>
                <a:cubicBezTo>
                  <a:pt x="9526" y="1910"/>
                  <a:pt x="9621" y="1924"/>
                  <a:pt x="9748" y="1944"/>
                </a:cubicBezTo>
                <a:lnTo>
                  <a:pt x="9748" y="2774"/>
                </a:lnTo>
                <a:close/>
                <a:moveTo>
                  <a:pt x="14553" y="4390"/>
                </a:moveTo>
                <a:lnTo>
                  <a:pt x="10997" y="4390"/>
                </a:lnTo>
                <a:cubicBezTo>
                  <a:pt x="10997" y="4688"/>
                  <a:pt x="11041" y="4947"/>
                  <a:pt x="11131" y="5168"/>
                </a:cubicBezTo>
                <a:cubicBezTo>
                  <a:pt x="11220" y="5389"/>
                  <a:pt x="11342" y="5570"/>
                  <a:pt x="11498" y="5711"/>
                </a:cubicBezTo>
                <a:cubicBezTo>
                  <a:pt x="11648" y="5850"/>
                  <a:pt x="11826" y="5954"/>
                  <a:pt x="12032" y="6023"/>
                </a:cubicBezTo>
                <a:cubicBezTo>
                  <a:pt x="12238" y="6092"/>
                  <a:pt x="12464" y="6127"/>
                  <a:pt x="12712" y="6127"/>
                </a:cubicBezTo>
                <a:cubicBezTo>
                  <a:pt x="13041" y="6127"/>
                  <a:pt x="13371" y="6061"/>
                  <a:pt x="13704" y="5929"/>
                </a:cubicBezTo>
                <a:cubicBezTo>
                  <a:pt x="14037" y="5797"/>
                  <a:pt x="14274" y="5667"/>
                  <a:pt x="14415" y="5539"/>
                </a:cubicBezTo>
                <a:lnTo>
                  <a:pt x="14458" y="5539"/>
                </a:lnTo>
                <a:lnTo>
                  <a:pt x="14458" y="6428"/>
                </a:lnTo>
                <a:cubicBezTo>
                  <a:pt x="14184" y="6544"/>
                  <a:pt x="13905" y="6641"/>
                  <a:pt x="13620" y="6719"/>
                </a:cubicBezTo>
                <a:cubicBezTo>
                  <a:pt x="13334" y="6797"/>
                  <a:pt x="13035" y="6836"/>
                  <a:pt x="12721" y="6836"/>
                </a:cubicBezTo>
                <a:cubicBezTo>
                  <a:pt x="11920" y="6836"/>
                  <a:pt x="11295" y="6619"/>
                  <a:pt x="10846" y="6184"/>
                </a:cubicBezTo>
                <a:cubicBezTo>
                  <a:pt x="10396" y="5750"/>
                  <a:pt x="10171" y="5133"/>
                  <a:pt x="10171" y="4334"/>
                </a:cubicBezTo>
                <a:cubicBezTo>
                  <a:pt x="10171" y="3543"/>
                  <a:pt x="10387" y="2916"/>
                  <a:pt x="10817" y="2451"/>
                </a:cubicBezTo>
                <a:cubicBezTo>
                  <a:pt x="11248" y="1987"/>
                  <a:pt x="11815" y="1754"/>
                  <a:pt x="12518" y="1754"/>
                </a:cubicBezTo>
                <a:cubicBezTo>
                  <a:pt x="13169" y="1754"/>
                  <a:pt x="13671" y="1945"/>
                  <a:pt x="14024" y="2326"/>
                </a:cubicBezTo>
                <a:cubicBezTo>
                  <a:pt x="14376" y="2706"/>
                  <a:pt x="14553" y="3248"/>
                  <a:pt x="14553" y="3949"/>
                </a:cubicBezTo>
                <a:lnTo>
                  <a:pt x="14553" y="4390"/>
                </a:lnTo>
                <a:moveTo>
                  <a:pt x="13762" y="3768"/>
                </a:moveTo>
                <a:cubicBezTo>
                  <a:pt x="13759" y="3342"/>
                  <a:pt x="13652" y="3012"/>
                  <a:pt x="13440" y="2778"/>
                </a:cubicBezTo>
                <a:cubicBezTo>
                  <a:pt x="13229" y="2545"/>
                  <a:pt x="12907" y="2428"/>
                  <a:pt x="12475" y="2428"/>
                </a:cubicBezTo>
                <a:cubicBezTo>
                  <a:pt x="12040" y="2428"/>
                  <a:pt x="11693" y="2557"/>
                  <a:pt x="11435" y="2813"/>
                </a:cubicBezTo>
                <a:cubicBezTo>
                  <a:pt x="11178" y="3069"/>
                  <a:pt x="11031" y="3388"/>
                  <a:pt x="10997" y="3768"/>
                </a:cubicBezTo>
                <a:lnTo>
                  <a:pt x="13762" y="3768"/>
                </a:lnTo>
                <a:close/>
                <a:moveTo>
                  <a:pt x="19353" y="6425"/>
                </a:moveTo>
                <a:cubicBezTo>
                  <a:pt x="19083" y="6555"/>
                  <a:pt x="18826" y="6656"/>
                  <a:pt x="18582" y="6728"/>
                </a:cubicBezTo>
                <a:cubicBezTo>
                  <a:pt x="18339" y="6800"/>
                  <a:pt x="18080" y="6836"/>
                  <a:pt x="17807" y="6836"/>
                </a:cubicBezTo>
                <a:cubicBezTo>
                  <a:pt x="17458" y="6836"/>
                  <a:pt x="17138" y="6785"/>
                  <a:pt x="16847" y="6682"/>
                </a:cubicBezTo>
                <a:cubicBezTo>
                  <a:pt x="16556" y="6580"/>
                  <a:pt x="16307" y="6425"/>
                  <a:pt x="16100" y="6217"/>
                </a:cubicBezTo>
                <a:cubicBezTo>
                  <a:pt x="15889" y="6009"/>
                  <a:pt x="15727" y="5746"/>
                  <a:pt x="15612" y="5429"/>
                </a:cubicBezTo>
                <a:cubicBezTo>
                  <a:pt x="15496" y="5112"/>
                  <a:pt x="15439" y="4741"/>
                  <a:pt x="15439" y="4317"/>
                </a:cubicBezTo>
                <a:cubicBezTo>
                  <a:pt x="15439" y="3526"/>
                  <a:pt x="15655" y="2906"/>
                  <a:pt x="16089" y="2456"/>
                </a:cubicBezTo>
                <a:cubicBezTo>
                  <a:pt x="16523" y="2005"/>
                  <a:pt x="17095" y="1780"/>
                  <a:pt x="17807" y="1780"/>
                </a:cubicBezTo>
                <a:cubicBezTo>
                  <a:pt x="18083" y="1780"/>
                  <a:pt x="18355" y="1819"/>
                  <a:pt x="18621" y="1897"/>
                </a:cubicBezTo>
                <a:cubicBezTo>
                  <a:pt x="18888" y="1975"/>
                  <a:pt x="19132" y="2070"/>
                  <a:pt x="19353" y="2182"/>
                </a:cubicBezTo>
                <a:lnTo>
                  <a:pt x="19353" y="3085"/>
                </a:lnTo>
                <a:lnTo>
                  <a:pt x="19310" y="3085"/>
                </a:lnTo>
                <a:cubicBezTo>
                  <a:pt x="19063" y="2894"/>
                  <a:pt x="18807" y="2746"/>
                  <a:pt x="18543" y="2643"/>
                </a:cubicBezTo>
                <a:cubicBezTo>
                  <a:pt x="18280" y="2540"/>
                  <a:pt x="18023" y="2489"/>
                  <a:pt x="17772" y="2489"/>
                </a:cubicBezTo>
                <a:cubicBezTo>
                  <a:pt x="17311" y="2489"/>
                  <a:pt x="16947" y="2644"/>
                  <a:pt x="16681" y="2953"/>
                </a:cubicBezTo>
                <a:cubicBezTo>
                  <a:pt x="16414" y="3263"/>
                  <a:pt x="16281" y="3717"/>
                  <a:pt x="16281" y="4317"/>
                </a:cubicBezTo>
                <a:cubicBezTo>
                  <a:pt x="16281" y="4899"/>
                  <a:pt x="16412" y="5346"/>
                  <a:pt x="16672" y="5658"/>
                </a:cubicBezTo>
                <a:cubicBezTo>
                  <a:pt x="16933" y="5971"/>
                  <a:pt x="17300" y="6127"/>
                  <a:pt x="17772" y="6127"/>
                </a:cubicBezTo>
                <a:cubicBezTo>
                  <a:pt x="17936" y="6127"/>
                  <a:pt x="18103" y="6106"/>
                  <a:pt x="18273" y="6063"/>
                </a:cubicBezTo>
                <a:cubicBezTo>
                  <a:pt x="18443" y="6020"/>
                  <a:pt x="18596" y="5964"/>
                  <a:pt x="18731" y="5895"/>
                </a:cubicBezTo>
                <a:cubicBezTo>
                  <a:pt x="18849" y="5835"/>
                  <a:pt x="18960" y="5772"/>
                  <a:pt x="19064" y="5705"/>
                </a:cubicBezTo>
                <a:cubicBezTo>
                  <a:pt x="19168" y="5637"/>
                  <a:pt x="19250" y="5579"/>
                  <a:pt x="19310" y="5531"/>
                </a:cubicBezTo>
                <a:lnTo>
                  <a:pt x="19353" y="5531"/>
                </a:lnTo>
                <a:lnTo>
                  <a:pt x="19353" y="6425"/>
                </a:lnTo>
                <a:close/>
                <a:moveTo>
                  <a:pt x="24146" y="6723"/>
                </a:moveTo>
                <a:lnTo>
                  <a:pt x="23338" y="6723"/>
                </a:lnTo>
                <a:lnTo>
                  <a:pt x="23338" y="6213"/>
                </a:lnTo>
                <a:cubicBezTo>
                  <a:pt x="23265" y="6262"/>
                  <a:pt x="23168" y="6330"/>
                  <a:pt x="23046" y="6418"/>
                </a:cubicBezTo>
                <a:cubicBezTo>
                  <a:pt x="22923" y="6506"/>
                  <a:pt x="22805" y="6576"/>
                  <a:pt x="22689" y="6628"/>
                </a:cubicBezTo>
                <a:cubicBezTo>
                  <a:pt x="22554" y="6694"/>
                  <a:pt x="22398" y="6750"/>
                  <a:pt x="22223" y="6795"/>
                </a:cubicBezTo>
                <a:cubicBezTo>
                  <a:pt x="22047" y="6839"/>
                  <a:pt x="21841" y="6862"/>
                  <a:pt x="21605" y="6862"/>
                </a:cubicBezTo>
                <a:cubicBezTo>
                  <a:pt x="21170" y="6862"/>
                  <a:pt x="20801" y="6717"/>
                  <a:pt x="20499" y="6429"/>
                </a:cubicBezTo>
                <a:cubicBezTo>
                  <a:pt x="20196" y="6141"/>
                  <a:pt x="20045" y="5773"/>
                  <a:pt x="20045" y="5326"/>
                </a:cubicBezTo>
                <a:cubicBezTo>
                  <a:pt x="20045" y="4959"/>
                  <a:pt x="20123" y="4663"/>
                  <a:pt x="20280" y="4437"/>
                </a:cubicBezTo>
                <a:cubicBezTo>
                  <a:pt x="20437" y="4210"/>
                  <a:pt x="20661" y="4032"/>
                  <a:pt x="20952" y="3902"/>
                </a:cubicBezTo>
                <a:cubicBezTo>
                  <a:pt x="21246" y="3773"/>
                  <a:pt x="21599" y="3685"/>
                  <a:pt x="22011" y="3638"/>
                </a:cubicBezTo>
                <a:cubicBezTo>
                  <a:pt x="22423" y="3592"/>
                  <a:pt x="22865" y="3558"/>
                  <a:pt x="23338" y="3535"/>
                </a:cubicBezTo>
                <a:lnTo>
                  <a:pt x="23338" y="3408"/>
                </a:lnTo>
                <a:cubicBezTo>
                  <a:pt x="23338" y="3222"/>
                  <a:pt x="23305" y="3068"/>
                  <a:pt x="23240" y="2946"/>
                </a:cubicBezTo>
                <a:cubicBezTo>
                  <a:pt x="23175" y="2824"/>
                  <a:pt x="23083" y="2729"/>
                  <a:pt x="22962" y="2659"/>
                </a:cubicBezTo>
                <a:cubicBezTo>
                  <a:pt x="22846" y="2592"/>
                  <a:pt x="22708" y="2547"/>
                  <a:pt x="22547" y="2524"/>
                </a:cubicBezTo>
                <a:cubicBezTo>
                  <a:pt x="22385" y="2500"/>
                  <a:pt x="22217" y="2489"/>
                  <a:pt x="22041" y="2489"/>
                </a:cubicBezTo>
                <a:cubicBezTo>
                  <a:pt x="21828" y="2489"/>
                  <a:pt x="21590" y="2518"/>
                  <a:pt x="21328" y="2575"/>
                </a:cubicBezTo>
                <a:cubicBezTo>
                  <a:pt x="21066" y="2633"/>
                  <a:pt x="20795" y="2717"/>
                  <a:pt x="20516" y="2826"/>
                </a:cubicBezTo>
                <a:lnTo>
                  <a:pt x="20473" y="2826"/>
                </a:lnTo>
                <a:lnTo>
                  <a:pt x="20473" y="2001"/>
                </a:lnTo>
                <a:cubicBezTo>
                  <a:pt x="20631" y="1957"/>
                  <a:pt x="20860" y="1910"/>
                  <a:pt x="21160" y="1858"/>
                </a:cubicBezTo>
                <a:cubicBezTo>
                  <a:pt x="21459" y="1806"/>
                  <a:pt x="21755" y="1780"/>
                  <a:pt x="22046" y="1780"/>
                </a:cubicBezTo>
                <a:cubicBezTo>
                  <a:pt x="22385" y="1780"/>
                  <a:pt x="22681" y="1808"/>
                  <a:pt x="22933" y="1864"/>
                </a:cubicBezTo>
                <a:cubicBezTo>
                  <a:pt x="23186" y="1921"/>
                  <a:pt x="23404" y="2016"/>
                  <a:pt x="23588" y="2152"/>
                </a:cubicBezTo>
                <a:cubicBezTo>
                  <a:pt x="23770" y="2284"/>
                  <a:pt x="23908" y="2456"/>
                  <a:pt x="24003" y="2666"/>
                </a:cubicBezTo>
                <a:cubicBezTo>
                  <a:pt x="24098" y="2876"/>
                  <a:pt x="24146" y="3137"/>
                  <a:pt x="24146" y="3448"/>
                </a:cubicBezTo>
                <a:lnTo>
                  <a:pt x="24146" y="6723"/>
                </a:lnTo>
                <a:moveTo>
                  <a:pt x="23338" y="5541"/>
                </a:moveTo>
                <a:lnTo>
                  <a:pt x="23338" y="4191"/>
                </a:lnTo>
                <a:cubicBezTo>
                  <a:pt x="23090" y="4206"/>
                  <a:pt x="22798" y="4228"/>
                  <a:pt x="22463" y="4257"/>
                </a:cubicBezTo>
                <a:cubicBezTo>
                  <a:pt x="22127" y="4285"/>
                  <a:pt x="21861" y="4327"/>
                  <a:pt x="21665" y="4382"/>
                </a:cubicBezTo>
                <a:cubicBezTo>
                  <a:pt x="21432" y="4449"/>
                  <a:pt x="21243" y="4552"/>
                  <a:pt x="21099" y="4693"/>
                </a:cubicBezTo>
                <a:cubicBezTo>
                  <a:pt x="20955" y="4833"/>
                  <a:pt x="20883" y="5026"/>
                  <a:pt x="20883" y="5272"/>
                </a:cubicBezTo>
                <a:cubicBezTo>
                  <a:pt x="20883" y="5550"/>
                  <a:pt x="20967" y="5759"/>
                  <a:pt x="21134" y="5899"/>
                </a:cubicBezTo>
                <a:cubicBezTo>
                  <a:pt x="21301" y="6040"/>
                  <a:pt x="21556" y="6110"/>
                  <a:pt x="21899" y="6110"/>
                </a:cubicBezTo>
                <a:cubicBezTo>
                  <a:pt x="22184" y="6110"/>
                  <a:pt x="22445" y="6054"/>
                  <a:pt x="22681" y="5943"/>
                </a:cubicBezTo>
                <a:cubicBezTo>
                  <a:pt x="22917" y="5831"/>
                  <a:pt x="23136" y="5698"/>
                  <a:pt x="23338" y="5541"/>
                </a:cubicBezTo>
                <a:close/>
                <a:moveTo>
                  <a:pt x="26531" y="6723"/>
                </a:moveTo>
                <a:lnTo>
                  <a:pt x="25718" y="6723"/>
                </a:lnTo>
                <a:lnTo>
                  <a:pt x="25718" y="0"/>
                </a:lnTo>
                <a:lnTo>
                  <a:pt x="26531" y="0"/>
                </a:lnTo>
                <a:lnTo>
                  <a:pt x="26531" y="6723"/>
                </a:lnTo>
                <a:close/>
                <a:moveTo>
                  <a:pt x="32178" y="4390"/>
                </a:moveTo>
                <a:lnTo>
                  <a:pt x="28622" y="4390"/>
                </a:lnTo>
                <a:cubicBezTo>
                  <a:pt x="28622" y="4688"/>
                  <a:pt x="28666" y="4947"/>
                  <a:pt x="28756" y="5168"/>
                </a:cubicBezTo>
                <a:cubicBezTo>
                  <a:pt x="28845" y="5389"/>
                  <a:pt x="28967" y="5570"/>
                  <a:pt x="29123" y="5711"/>
                </a:cubicBezTo>
                <a:cubicBezTo>
                  <a:pt x="29273" y="5850"/>
                  <a:pt x="29450" y="5954"/>
                  <a:pt x="29656" y="6023"/>
                </a:cubicBezTo>
                <a:cubicBezTo>
                  <a:pt x="29862" y="6092"/>
                  <a:pt x="30089" y="6127"/>
                  <a:pt x="30337" y="6127"/>
                </a:cubicBezTo>
                <a:cubicBezTo>
                  <a:pt x="30665" y="6127"/>
                  <a:pt x="30996" y="6061"/>
                  <a:pt x="31329" y="5929"/>
                </a:cubicBezTo>
                <a:cubicBezTo>
                  <a:pt x="31661" y="5797"/>
                  <a:pt x="31898" y="5667"/>
                  <a:pt x="32039" y="5539"/>
                </a:cubicBezTo>
                <a:lnTo>
                  <a:pt x="32083" y="5539"/>
                </a:lnTo>
                <a:lnTo>
                  <a:pt x="32083" y="6428"/>
                </a:lnTo>
                <a:cubicBezTo>
                  <a:pt x="31809" y="6544"/>
                  <a:pt x="31530" y="6641"/>
                  <a:pt x="31244" y="6719"/>
                </a:cubicBezTo>
                <a:cubicBezTo>
                  <a:pt x="30959" y="6797"/>
                  <a:pt x="30660" y="6836"/>
                  <a:pt x="30346" y="6836"/>
                </a:cubicBezTo>
                <a:cubicBezTo>
                  <a:pt x="29545" y="6836"/>
                  <a:pt x="28920" y="6619"/>
                  <a:pt x="28470" y="6184"/>
                </a:cubicBezTo>
                <a:cubicBezTo>
                  <a:pt x="28021" y="5750"/>
                  <a:pt x="27796" y="5133"/>
                  <a:pt x="27796" y="4334"/>
                </a:cubicBezTo>
                <a:cubicBezTo>
                  <a:pt x="27796" y="3543"/>
                  <a:pt x="28012" y="2916"/>
                  <a:pt x="28442" y="2451"/>
                </a:cubicBezTo>
                <a:cubicBezTo>
                  <a:pt x="28873" y="1987"/>
                  <a:pt x="29440" y="1754"/>
                  <a:pt x="30143" y="1754"/>
                </a:cubicBezTo>
                <a:cubicBezTo>
                  <a:pt x="30794" y="1754"/>
                  <a:pt x="31296" y="1945"/>
                  <a:pt x="31648" y="2326"/>
                </a:cubicBezTo>
                <a:cubicBezTo>
                  <a:pt x="32001" y="2706"/>
                  <a:pt x="32178" y="3248"/>
                  <a:pt x="32178" y="3949"/>
                </a:cubicBezTo>
                <a:lnTo>
                  <a:pt x="32178" y="4390"/>
                </a:lnTo>
                <a:moveTo>
                  <a:pt x="31387" y="3768"/>
                </a:moveTo>
                <a:cubicBezTo>
                  <a:pt x="31384" y="3342"/>
                  <a:pt x="31277" y="3012"/>
                  <a:pt x="31065" y="2778"/>
                </a:cubicBezTo>
                <a:cubicBezTo>
                  <a:pt x="30853" y="2545"/>
                  <a:pt x="30531" y="2428"/>
                  <a:pt x="30099" y="2428"/>
                </a:cubicBezTo>
                <a:cubicBezTo>
                  <a:pt x="29664" y="2428"/>
                  <a:pt x="29318" y="2557"/>
                  <a:pt x="29060" y="2813"/>
                </a:cubicBezTo>
                <a:cubicBezTo>
                  <a:pt x="28802" y="3069"/>
                  <a:pt x="28656" y="3388"/>
                  <a:pt x="28622" y="3768"/>
                </a:cubicBezTo>
                <a:lnTo>
                  <a:pt x="31387" y="3768"/>
                </a:lnTo>
                <a:close/>
                <a:moveTo>
                  <a:pt x="36858" y="5329"/>
                </a:moveTo>
                <a:cubicBezTo>
                  <a:pt x="36858" y="5769"/>
                  <a:pt x="36676" y="6131"/>
                  <a:pt x="36311" y="6413"/>
                </a:cubicBezTo>
                <a:cubicBezTo>
                  <a:pt x="35947" y="6695"/>
                  <a:pt x="35449" y="6836"/>
                  <a:pt x="34818" y="6836"/>
                </a:cubicBezTo>
                <a:cubicBezTo>
                  <a:pt x="34461" y="6836"/>
                  <a:pt x="34133" y="6793"/>
                  <a:pt x="33835" y="6708"/>
                </a:cubicBezTo>
                <a:cubicBezTo>
                  <a:pt x="33537" y="6623"/>
                  <a:pt x="33287" y="6529"/>
                  <a:pt x="33086" y="6428"/>
                </a:cubicBezTo>
                <a:lnTo>
                  <a:pt x="33086" y="5514"/>
                </a:lnTo>
                <a:lnTo>
                  <a:pt x="33129" y="5514"/>
                </a:lnTo>
                <a:cubicBezTo>
                  <a:pt x="33385" y="5709"/>
                  <a:pt x="33670" y="5865"/>
                  <a:pt x="33984" y="5980"/>
                </a:cubicBezTo>
                <a:cubicBezTo>
                  <a:pt x="34298" y="6095"/>
                  <a:pt x="34599" y="6153"/>
                  <a:pt x="34887" y="6153"/>
                </a:cubicBezTo>
                <a:cubicBezTo>
                  <a:pt x="35245" y="6153"/>
                  <a:pt x="35524" y="6095"/>
                  <a:pt x="35726" y="5980"/>
                </a:cubicBezTo>
                <a:cubicBezTo>
                  <a:pt x="35927" y="5864"/>
                  <a:pt x="36028" y="5681"/>
                  <a:pt x="36028" y="5433"/>
                </a:cubicBezTo>
                <a:cubicBezTo>
                  <a:pt x="36028" y="5243"/>
                  <a:pt x="35973" y="5099"/>
                  <a:pt x="35864" y="5001"/>
                </a:cubicBezTo>
                <a:cubicBezTo>
                  <a:pt x="35755" y="4903"/>
                  <a:pt x="35544" y="4820"/>
                  <a:pt x="35233" y="4750"/>
                </a:cubicBezTo>
                <a:cubicBezTo>
                  <a:pt x="35118" y="4725"/>
                  <a:pt x="34967" y="4694"/>
                  <a:pt x="34782" y="4660"/>
                </a:cubicBezTo>
                <a:cubicBezTo>
                  <a:pt x="34596" y="4625"/>
                  <a:pt x="34427" y="4588"/>
                  <a:pt x="34274" y="4548"/>
                </a:cubicBezTo>
                <a:cubicBezTo>
                  <a:pt x="33850" y="4435"/>
                  <a:pt x="33550" y="4271"/>
                  <a:pt x="33373" y="4053"/>
                </a:cubicBezTo>
                <a:cubicBezTo>
                  <a:pt x="33196" y="3836"/>
                  <a:pt x="33107" y="3569"/>
                  <a:pt x="33107" y="3252"/>
                </a:cubicBezTo>
                <a:cubicBezTo>
                  <a:pt x="33107" y="3054"/>
                  <a:pt x="33148" y="2867"/>
                  <a:pt x="33230" y="2691"/>
                </a:cubicBezTo>
                <a:cubicBezTo>
                  <a:pt x="33312" y="2516"/>
                  <a:pt x="33437" y="2359"/>
                  <a:pt x="33604" y="2221"/>
                </a:cubicBezTo>
                <a:cubicBezTo>
                  <a:pt x="33765" y="2085"/>
                  <a:pt x="33971" y="1978"/>
                  <a:pt x="34220" y="1899"/>
                </a:cubicBezTo>
                <a:cubicBezTo>
                  <a:pt x="34469" y="1820"/>
                  <a:pt x="34748" y="1780"/>
                  <a:pt x="35056" y="1780"/>
                </a:cubicBezTo>
                <a:cubicBezTo>
                  <a:pt x="35344" y="1780"/>
                  <a:pt x="35636" y="1815"/>
                  <a:pt x="35931" y="1886"/>
                </a:cubicBezTo>
                <a:cubicBezTo>
                  <a:pt x="36226" y="1956"/>
                  <a:pt x="36472" y="2041"/>
                  <a:pt x="36668" y="2142"/>
                </a:cubicBezTo>
                <a:lnTo>
                  <a:pt x="36668" y="3007"/>
                </a:lnTo>
                <a:lnTo>
                  <a:pt x="36624" y="3007"/>
                </a:lnTo>
                <a:cubicBezTo>
                  <a:pt x="36417" y="2855"/>
                  <a:pt x="36165" y="2726"/>
                  <a:pt x="35868" y="2621"/>
                </a:cubicBezTo>
                <a:cubicBezTo>
                  <a:pt x="35572" y="2516"/>
                  <a:pt x="35281" y="2463"/>
                  <a:pt x="34995" y="2463"/>
                </a:cubicBezTo>
                <a:cubicBezTo>
                  <a:pt x="34699" y="2463"/>
                  <a:pt x="34448" y="2520"/>
                  <a:pt x="34244" y="2634"/>
                </a:cubicBezTo>
                <a:cubicBezTo>
                  <a:pt x="34039" y="2749"/>
                  <a:pt x="33937" y="2919"/>
                  <a:pt x="33937" y="3144"/>
                </a:cubicBezTo>
                <a:cubicBezTo>
                  <a:pt x="33937" y="3343"/>
                  <a:pt x="33999" y="3493"/>
                  <a:pt x="34123" y="3593"/>
                </a:cubicBezTo>
                <a:cubicBezTo>
                  <a:pt x="34244" y="3694"/>
                  <a:pt x="34440" y="3776"/>
                  <a:pt x="34710" y="3840"/>
                </a:cubicBezTo>
                <a:cubicBezTo>
                  <a:pt x="34860" y="3874"/>
                  <a:pt x="35028" y="3909"/>
                  <a:pt x="35214" y="3943"/>
                </a:cubicBezTo>
                <a:cubicBezTo>
                  <a:pt x="35399" y="3978"/>
                  <a:pt x="35554" y="4009"/>
                  <a:pt x="35678" y="4038"/>
                </a:cubicBezTo>
                <a:cubicBezTo>
                  <a:pt x="36056" y="4125"/>
                  <a:pt x="36347" y="4273"/>
                  <a:pt x="36551" y="4483"/>
                </a:cubicBezTo>
                <a:cubicBezTo>
                  <a:pt x="36756" y="4696"/>
                  <a:pt x="36858" y="4978"/>
                  <a:pt x="36858" y="5329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AC6CF7-B509-4972-B11D-3FAAAE9B8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2" y="2604900"/>
            <a:ext cx="127539" cy="89768"/>
          </a:xfrm>
          <a:custGeom xmlns:a="http://schemas.openxmlformats.org/drawingml/2006/main">
            <a:pathLst>
              <a:path w="127539" h="89768">
                <a:moveTo>
                  <a:pt x="0" y="0"/>
                </a:moveTo>
                <a:lnTo>
                  <a:pt x="127539" y="0"/>
                </a:lnTo>
                <a:lnTo>
                  <a:pt x="127539" y="89768"/>
                </a:lnTo>
                <a:lnTo>
                  <a:pt x="0" y="897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483063-8C8F-4F64-BFB5-AE3169B60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4943" y="2604901"/>
            <a:ext cx="127540" cy="89768"/>
          </a:xfrm>
          <a:custGeom xmlns:a="http://schemas.openxmlformats.org/drawingml/2006/main">
            <a:pathLst>
              <a:path w="127540" h="89768" fill="none">
                <a:moveTo>
                  <a:pt x="0" y="0"/>
                </a:moveTo>
                <a:lnTo>
                  <a:pt x="127540" y="0"/>
                </a:lnTo>
                <a:lnTo>
                  <a:pt x="127540" y="89768"/>
                </a:lnTo>
                <a:lnTo>
                  <a:pt x="0" y="897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47" name="Text Santalales">
            <a:extLst xmlns:a="http://schemas.openxmlformats.org/drawingml/2006/main">
              <a:ext uri="{FF2B5EF4-FFF2-40B4-BE49-F238E27FC236}">
                <a16:creationId xmlns:a16="http://schemas.microsoft.com/office/drawing/2014/main" id="{CFE3C41C-DB66-45BD-BC36-B9DA1F55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2907" y="2606680"/>
            <a:ext cx="36510" cy="5582"/>
          </a:xfrm>
          <a:custGeom xmlns:a="http://schemas.openxmlformats.org/drawingml/2006/main">
            <a:pathLst>
              <a:path w="36510" h="5582">
                <a:moveTo>
                  <a:pt x="4036" y="3978"/>
                </a:moveTo>
                <a:cubicBezTo>
                  <a:pt x="4036" y="4182"/>
                  <a:pt x="3988" y="4384"/>
                  <a:pt x="3893" y="4583"/>
                </a:cubicBezTo>
                <a:cubicBezTo>
                  <a:pt x="3798" y="4783"/>
                  <a:pt x="3665" y="4952"/>
                  <a:pt x="3494" y="5090"/>
                </a:cubicBezTo>
                <a:cubicBezTo>
                  <a:pt x="3307" y="5240"/>
                  <a:pt x="3088" y="5357"/>
                  <a:pt x="2839" y="5442"/>
                </a:cubicBezTo>
                <a:cubicBezTo>
                  <a:pt x="2589" y="5526"/>
                  <a:pt x="2289" y="5568"/>
                  <a:pt x="1937" y="5568"/>
                </a:cubicBezTo>
                <a:cubicBezTo>
                  <a:pt x="1560" y="5568"/>
                  <a:pt x="1220" y="5533"/>
                  <a:pt x="919" y="5463"/>
                </a:cubicBezTo>
                <a:cubicBezTo>
                  <a:pt x="618" y="5392"/>
                  <a:pt x="312" y="5288"/>
                  <a:pt x="0" y="5149"/>
                </a:cubicBezTo>
                <a:lnTo>
                  <a:pt x="0" y="4275"/>
                </a:lnTo>
                <a:lnTo>
                  <a:pt x="49" y="4275"/>
                </a:lnTo>
                <a:cubicBezTo>
                  <a:pt x="314" y="4495"/>
                  <a:pt x="620" y="4665"/>
                  <a:pt x="967" y="4784"/>
                </a:cubicBezTo>
                <a:cubicBezTo>
                  <a:pt x="1314" y="4904"/>
                  <a:pt x="1639" y="4964"/>
                  <a:pt x="1944" y="4964"/>
                </a:cubicBezTo>
                <a:cubicBezTo>
                  <a:pt x="2375" y="4964"/>
                  <a:pt x="2711" y="4883"/>
                  <a:pt x="2951" y="4722"/>
                </a:cubicBezTo>
                <a:cubicBezTo>
                  <a:pt x="3191" y="4561"/>
                  <a:pt x="3311" y="4346"/>
                  <a:pt x="3311" y="4077"/>
                </a:cubicBezTo>
                <a:cubicBezTo>
                  <a:pt x="3311" y="3845"/>
                  <a:pt x="3255" y="3673"/>
                  <a:pt x="3141" y="3563"/>
                </a:cubicBezTo>
                <a:cubicBezTo>
                  <a:pt x="3027" y="3453"/>
                  <a:pt x="2854" y="3367"/>
                  <a:pt x="2622" y="3307"/>
                </a:cubicBezTo>
                <a:cubicBezTo>
                  <a:pt x="2447" y="3260"/>
                  <a:pt x="2256" y="3221"/>
                  <a:pt x="2051" y="3190"/>
                </a:cubicBezTo>
                <a:cubicBezTo>
                  <a:pt x="1846" y="3160"/>
                  <a:pt x="1629" y="3121"/>
                  <a:pt x="1399" y="3074"/>
                </a:cubicBezTo>
                <a:cubicBezTo>
                  <a:pt x="935" y="2976"/>
                  <a:pt x="591" y="2808"/>
                  <a:pt x="367" y="2570"/>
                </a:cubicBezTo>
                <a:cubicBezTo>
                  <a:pt x="144" y="2331"/>
                  <a:pt x="32" y="2021"/>
                  <a:pt x="32" y="1639"/>
                </a:cubicBezTo>
                <a:cubicBezTo>
                  <a:pt x="32" y="1201"/>
                  <a:pt x="217" y="841"/>
                  <a:pt x="587" y="561"/>
                </a:cubicBezTo>
                <a:cubicBezTo>
                  <a:pt x="957" y="281"/>
                  <a:pt x="1427" y="141"/>
                  <a:pt x="1997" y="141"/>
                </a:cubicBezTo>
                <a:cubicBezTo>
                  <a:pt x="2365" y="141"/>
                  <a:pt x="2702" y="176"/>
                  <a:pt x="3009" y="246"/>
                </a:cubicBezTo>
                <a:cubicBezTo>
                  <a:pt x="3316" y="316"/>
                  <a:pt x="3588" y="403"/>
                  <a:pt x="3825" y="506"/>
                </a:cubicBezTo>
                <a:lnTo>
                  <a:pt x="3825" y="1329"/>
                </a:lnTo>
                <a:lnTo>
                  <a:pt x="3775" y="1329"/>
                </a:lnTo>
                <a:cubicBezTo>
                  <a:pt x="3576" y="1161"/>
                  <a:pt x="3314" y="1022"/>
                  <a:pt x="2990" y="911"/>
                </a:cubicBezTo>
                <a:cubicBezTo>
                  <a:pt x="2665" y="801"/>
                  <a:pt x="2333" y="745"/>
                  <a:pt x="1993" y="745"/>
                </a:cubicBezTo>
                <a:cubicBezTo>
                  <a:pt x="1621" y="745"/>
                  <a:pt x="1321" y="822"/>
                  <a:pt x="1095" y="977"/>
                </a:cubicBezTo>
                <a:cubicBezTo>
                  <a:pt x="869" y="1131"/>
                  <a:pt x="756" y="1329"/>
                  <a:pt x="756" y="1572"/>
                </a:cubicBezTo>
                <a:cubicBezTo>
                  <a:pt x="756" y="1790"/>
                  <a:pt x="812" y="1962"/>
                  <a:pt x="925" y="2086"/>
                </a:cubicBezTo>
                <a:cubicBezTo>
                  <a:pt x="1037" y="2210"/>
                  <a:pt x="1235" y="2305"/>
                  <a:pt x="1519" y="2371"/>
                </a:cubicBezTo>
                <a:cubicBezTo>
                  <a:pt x="1669" y="2404"/>
                  <a:pt x="1882" y="2443"/>
                  <a:pt x="2158" y="2490"/>
                </a:cubicBezTo>
                <a:cubicBezTo>
                  <a:pt x="2435" y="2537"/>
                  <a:pt x="2669" y="2585"/>
                  <a:pt x="2862" y="2635"/>
                </a:cubicBezTo>
                <a:cubicBezTo>
                  <a:pt x="3251" y="2738"/>
                  <a:pt x="3543" y="2894"/>
                  <a:pt x="3740" y="3103"/>
                </a:cubicBezTo>
                <a:cubicBezTo>
                  <a:pt x="3937" y="3311"/>
                  <a:pt x="4036" y="3603"/>
                  <a:pt x="4036" y="3978"/>
                </a:cubicBezTo>
                <a:close/>
                <a:moveTo>
                  <a:pt x="8152" y="5470"/>
                </a:moveTo>
                <a:lnTo>
                  <a:pt x="7495" y="5470"/>
                </a:lnTo>
                <a:lnTo>
                  <a:pt x="7495" y="5054"/>
                </a:lnTo>
                <a:cubicBezTo>
                  <a:pt x="7436" y="5094"/>
                  <a:pt x="7357" y="5150"/>
                  <a:pt x="7257" y="5222"/>
                </a:cubicBezTo>
                <a:cubicBezTo>
                  <a:pt x="7158" y="5293"/>
                  <a:pt x="7061" y="5350"/>
                  <a:pt x="6967" y="5392"/>
                </a:cubicBezTo>
                <a:cubicBezTo>
                  <a:pt x="6857" y="5446"/>
                  <a:pt x="6731" y="5491"/>
                  <a:pt x="6588" y="5528"/>
                </a:cubicBezTo>
                <a:cubicBezTo>
                  <a:pt x="6445" y="5564"/>
                  <a:pt x="6277" y="5582"/>
                  <a:pt x="6085" y="5582"/>
                </a:cubicBezTo>
                <a:cubicBezTo>
                  <a:pt x="5731" y="5582"/>
                  <a:pt x="5431" y="5465"/>
                  <a:pt x="5185" y="5230"/>
                </a:cubicBezTo>
                <a:cubicBezTo>
                  <a:pt x="4939" y="4996"/>
                  <a:pt x="4816" y="4697"/>
                  <a:pt x="4816" y="4333"/>
                </a:cubicBezTo>
                <a:cubicBezTo>
                  <a:pt x="4816" y="4035"/>
                  <a:pt x="4880" y="3794"/>
                  <a:pt x="5008" y="3610"/>
                </a:cubicBezTo>
                <a:cubicBezTo>
                  <a:pt x="5135" y="3425"/>
                  <a:pt x="5318" y="3280"/>
                  <a:pt x="5554" y="3175"/>
                </a:cubicBezTo>
                <a:cubicBezTo>
                  <a:pt x="5793" y="3069"/>
                  <a:pt x="6080" y="2998"/>
                  <a:pt x="6416" y="2960"/>
                </a:cubicBezTo>
                <a:cubicBezTo>
                  <a:pt x="6751" y="2922"/>
                  <a:pt x="7110" y="2894"/>
                  <a:pt x="7495" y="2876"/>
                </a:cubicBezTo>
                <a:lnTo>
                  <a:pt x="7495" y="2773"/>
                </a:lnTo>
                <a:cubicBezTo>
                  <a:pt x="7495" y="2622"/>
                  <a:pt x="7468" y="2496"/>
                  <a:pt x="7416" y="2397"/>
                </a:cubicBezTo>
                <a:cubicBezTo>
                  <a:pt x="7363" y="2298"/>
                  <a:pt x="7287" y="2220"/>
                  <a:pt x="7189" y="2163"/>
                </a:cubicBezTo>
                <a:cubicBezTo>
                  <a:pt x="7095" y="2109"/>
                  <a:pt x="6983" y="2072"/>
                  <a:pt x="6851" y="2053"/>
                </a:cubicBezTo>
                <a:cubicBezTo>
                  <a:pt x="6720" y="2034"/>
                  <a:pt x="6583" y="2025"/>
                  <a:pt x="6440" y="2025"/>
                </a:cubicBezTo>
                <a:cubicBezTo>
                  <a:pt x="6267" y="2025"/>
                  <a:pt x="6073" y="2048"/>
                  <a:pt x="5860" y="2095"/>
                </a:cubicBezTo>
                <a:cubicBezTo>
                  <a:pt x="5647" y="2142"/>
                  <a:pt x="5427" y="2210"/>
                  <a:pt x="5199" y="2299"/>
                </a:cubicBezTo>
                <a:lnTo>
                  <a:pt x="5164" y="2299"/>
                </a:lnTo>
                <a:lnTo>
                  <a:pt x="5164" y="1628"/>
                </a:lnTo>
                <a:cubicBezTo>
                  <a:pt x="5293" y="1592"/>
                  <a:pt x="5479" y="1554"/>
                  <a:pt x="5723" y="1512"/>
                </a:cubicBezTo>
                <a:cubicBezTo>
                  <a:pt x="5967" y="1469"/>
                  <a:pt x="6207" y="1448"/>
                  <a:pt x="6444" y="1448"/>
                </a:cubicBezTo>
                <a:cubicBezTo>
                  <a:pt x="6720" y="1448"/>
                  <a:pt x="6961" y="1471"/>
                  <a:pt x="7166" y="1517"/>
                </a:cubicBezTo>
                <a:cubicBezTo>
                  <a:pt x="7371" y="1563"/>
                  <a:pt x="7549" y="1641"/>
                  <a:pt x="7699" y="1751"/>
                </a:cubicBezTo>
                <a:cubicBezTo>
                  <a:pt x="7846" y="1858"/>
                  <a:pt x="7959" y="1998"/>
                  <a:pt x="8036" y="2169"/>
                </a:cubicBezTo>
                <a:cubicBezTo>
                  <a:pt x="8113" y="2340"/>
                  <a:pt x="8152" y="2552"/>
                  <a:pt x="8152" y="2805"/>
                </a:cubicBezTo>
                <a:lnTo>
                  <a:pt x="8152" y="5470"/>
                </a:lnTo>
                <a:moveTo>
                  <a:pt x="7495" y="4508"/>
                </a:moveTo>
                <a:lnTo>
                  <a:pt x="7495" y="3410"/>
                </a:lnTo>
                <a:cubicBezTo>
                  <a:pt x="7293" y="3422"/>
                  <a:pt x="7056" y="3439"/>
                  <a:pt x="6783" y="3463"/>
                </a:cubicBezTo>
                <a:cubicBezTo>
                  <a:pt x="6510" y="3486"/>
                  <a:pt x="6294" y="3521"/>
                  <a:pt x="6134" y="3565"/>
                </a:cubicBezTo>
                <a:cubicBezTo>
                  <a:pt x="5944" y="3619"/>
                  <a:pt x="5791" y="3704"/>
                  <a:pt x="5674" y="3818"/>
                </a:cubicBezTo>
                <a:cubicBezTo>
                  <a:pt x="5557" y="3932"/>
                  <a:pt x="5498" y="4089"/>
                  <a:pt x="5498" y="4289"/>
                </a:cubicBezTo>
                <a:cubicBezTo>
                  <a:pt x="5498" y="4515"/>
                  <a:pt x="5566" y="4685"/>
                  <a:pt x="5702" y="4799"/>
                </a:cubicBezTo>
                <a:cubicBezTo>
                  <a:pt x="5838" y="4914"/>
                  <a:pt x="6045" y="4971"/>
                  <a:pt x="6324" y="4971"/>
                </a:cubicBezTo>
                <a:cubicBezTo>
                  <a:pt x="6556" y="4971"/>
                  <a:pt x="6768" y="4925"/>
                  <a:pt x="6960" y="4835"/>
                </a:cubicBezTo>
                <a:cubicBezTo>
                  <a:pt x="7153" y="4744"/>
                  <a:pt x="7331" y="4635"/>
                  <a:pt x="7495" y="4508"/>
                </a:cubicBezTo>
                <a:close/>
                <a:moveTo>
                  <a:pt x="12708" y="5470"/>
                </a:moveTo>
                <a:lnTo>
                  <a:pt x="12047" y="5470"/>
                </a:lnTo>
                <a:lnTo>
                  <a:pt x="12047" y="3232"/>
                </a:lnTo>
                <a:cubicBezTo>
                  <a:pt x="12047" y="3051"/>
                  <a:pt x="12037" y="2882"/>
                  <a:pt x="12016" y="2723"/>
                </a:cubicBezTo>
                <a:cubicBezTo>
                  <a:pt x="11994" y="2565"/>
                  <a:pt x="11956" y="2441"/>
                  <a:pt x="11900" y="2352"/>
                </a:cubicBezTo>
                <a:cubicBezTo>
                  <a:pt x="11841" y="2254"/>
                  <a:pt x="11757" y="2180"/>
                  <a:pt x="11646" y="2132"/>
                </a:cubicBezTo>
                <a:cubicBezTo>
                  <a:pt x="11536" y="2084"/>
                  <a:pt x="11393" y="2060"/>
                  <a:pt x="11218" y="2060"/>
                </a:cubicBezTo>
                <a:cubicBezTo>
                  <a:pt x="11037" y="2060"/>
                  <a:pt x="10848" y="2105"/>
                  <a:pt x="10652" y="2194"/>
                </a:cubicBezTo>
                <a:cubicBezTo>
                  <a:pt x="10455" y="2283"/>
                  <a:pt x="10266" y="2397"/>
                  <a:pt x="10086" y="2535"/>
                </a:cubicBezTo>
                <a:lnTo>
                  <a:pt x="10086" y="5470"/>
                </a:lnTo>
                <a:lnTo>
                  <a:pt x="9425" y="5470"/>
                </a:lnTo>
                <a:lnTo>
                  <a:pt x="9425" y="1540"/>
                </a:lnTo>
                <a:lnTo>
                  <a:pt x="10086" y="1540"/>
                </a:lnTo>
                <a:lnTo>
                  <a:pt x="10086" y="1973"/>
                </a:lnTo>
                <a:cubicBezTo>
                  <a:pt x="10292" y="1802"/>
                  <a:pt x="10505" y="1668"/>
                  <a:pt x="10725" y="1572"/>
                </a:cubicBezTo>
                <a:cubicBezTo>
                  <a:pt x="10946" y="1475"/>
                  <a:pt x="11172" y="1427"/>
                  <a:pt x="11404" y="1427"/>
                </a:cubicBezTo>
                <a:cubicBezTo>
                  <a:pt x="11828" y="1427"/>
                  <a:pt x="12151" y="1555"/>
                  <a:pt x="12374" y="1811"/>
                </a:cubicBezTo>
                <a:cubicBezTo>
                  <a:pt x="12597" y="2067"/>
                  <a:pt x="12708" y="2436"/>
                  <a:pt x="12708" y="2917"/>
                </a:cubicBezTo>
                <a:lnTo>
                  <a:pt x="12708" y="5470"/>
                </a:lnTo>
                <a:close/>
                <a:moveTo>
                  <a:pt x="16020" y="5435"/>
                </a:moveTo>
                <a:cubicBezTo>
                  <a:pt x="15895" y="5468"/>
                  <a:pt x="15760" y="5495"/>
                  <a:pt x="15614" y="5516"/>
                </a:cubicBezTo>
                <a:cubicBezTo>
                  <a:pt x="15467" y="5537"/>
                  <a:pt x="15336" y="5547"/>
                  <a:pt x="15222" y="5547"/>
                </a:cubicBezTo>
                <a:cubicBezTo>
                  <a:pt x="14821" y="5547"/>
                  <a:pt x="14516" y="5439"/>
                  <a:pt x="14308" y="5223"/>
                </a:cubicBezTo>
                <a:cubicBezTo>
                  <a:pt x="14099" y="5008"/>
                  <a:pt x="13995" y="4662"/>
                  <a:pt x="13995" y="4185"/>
                </a:cubicBezTo>
                <a:lnTo>
                  <a:pt x="13995" y="2095"/>
                </a:lnTo>
                <a:lnTo>
                  <a:pt x="13548" y="2095"/>
                </a:lnTo>
                <a:lnTo>
                  <a:pt x="13548" y="1540"/>
                </a:lnTo>
                <a:lnTo>
                  <a:pt x="13995" y="1540"/>
                </a:lnTo>
                <a:lnTo>
                  <a:pt x="13995" y="408"/>
                </a:lnTo>
                <a:lnTo>
                  <a:pt x="14656" y="408"/>
                </a:lnTo>
                <a:lnTo>
                  <a:pt x="14656" y="1540"/>
                </a:lnTo>
                <a:lnTo>
                  <a:pt x="16020" y="1540"/>
                </a:lnTo>
                <a:lnTo>
                  <a:pt x="16020" y="2095"/>
                </a:lnTo>
                <a:lnTo>
                  <a:pt x="14656" y="2095"/>
                </a:lnTo>
                <a:lnTo>
                  <a:pt x="14656" y="3889"/>
                </a:lnTo>
                <a:cubicBezTo>
                  <a:pt x="14656" y="4096"/>
                  <a:pt x="14660" y="4257"/>
                  <a:pt x="14670" y="4373"/>
                </a:cubicBezTo>
                <a:cubicBezTo>
                  <a:pt x="14679" y="4490"/>
                  <a:pt x="14712" y="4598"/>
                  <a:pt x="14768" y="4699"/>
                </a:cubicBezTo>
                <a:cubicBezTo>
                  <a:pt x="14820" y="4793"/>
                  <a:pt x="14891" y="4862"/>
                  <a:pt x="14981" y="4906"/>
                </a:cubicBezTo>
                <a:cubicBezTo>
                  <a:pt x="15071" y="4949"/>
                  <a:pt x="15209" y="4971"/>
                  <a:pt x="15394" y="4971"/>
                </a:cubicBezTo>
                <a:cubicBezTo>
                  <a:pt x="15502" y="4971"/>
                  <a:pt x="15614" y="4955"/>
                  <a:pt x="15731" y="4923"/>
                </a:cubicBezTo>
                <a:cubicBezTo>
                  <a:pt x="15849" y="4892"/>
                  <a:pt x="15933" y="4865"/>
                  <a:pt x="15984" y="4844"/>
                </a:cubicBezTo>
                <a:lnTo>
                  <a:pt x="16020" y="4844"/>
                </a:lnTo>
                <a:lnTo>
                  <a:pt x="16020" y="5435"/>
                </a:lnTo>
                <a:close/>
                <a:moveTo>
                  <a:pt x="19869" y="5470"/>
                </a:moveTo>
                <a:lnTo>
                  <a:pt x="19211" y="5470"/>
                </a:lnTo>
                <a:lnTo>
                  <a:pt x="19211" y="5054"/>
                </a:lnTo>
                <a:cubicBezTo>
                  <a:pt x="19153" y="5094"/>
                  <a:pt x="19074" y="5150"/>
                  <a:pt x="18974" y="5222"/>
                </a:cubicBezTo>
                <a:cubicBezTo>
                  <a:pt x="18874" y="5293"/>
                  <a:pt x="18778" y="5350"/>
                  <a:pt x="18684" y="5392"/>
                </a:cubicBezTo>
                <a:cubicBezTo>
                  <a:pt x="18574" y="5446"/>
                  <a:pt x="18447" y="5491"/>
                  <a:pt x="18304" y="5528"/>
                </a:cubicBezTo>
                <a:cubicBezTo>
                  <a:pt x="18161" y="5564"/>
                  <a:pt x="17994" y="5582"/>
                  <a:pt x="17802" y="5582"/>
                </a:cubicBezTo>
                <a:cubicBezTo>
                  <a:pt x="17448" y="5582"/>
                  <a:pt x="17148" y="5465"/>
                  <a:pt x="16902" y="5230"/>
                </a:cubicBezTo>
                <a:cubicBezTo>
                  <a:pt x="16656" y="4996"/>
                  <a:pt x="16533" y="4697"/>
                  <a:pt x="16533" y="4333"/>
                </a:cubicBezTo>
                <a:cubicBezTo>
                  <a:pt x="16533" y="4035"/>
                  <a:pt x="16596" y="3794"/>
                  <a:pt x="16724" y="3610"/>
                </a:cubicBezTo>
                <a:cubicBezTo>
                  <a:pt x="16852" y="3425"/>
                  <a:pt x="17034" y="3280"/>
                  <a:pt x="17271" y="3175"/>
                </a:cubicBezTo>
                <a:cubicBezTo>
                  <a:pt x="17510" y="3069"/>
                  <a:pt x="17797" y="2998"/>
                  <a:pt x="18132" y="2960"/>
                </a:cubicBezTo>
                <a:cubicBezTo>
                  <a:pt x="18467" y="2922"/>
                  <a:pt x="18827" y="2894"/>
                  <a:pt x="19211" y="2876"/>
                </a:cubicBezTo>
                <a:lnTo>
                  <a:pt x="19211" y="2773"/>
                </a:lnTo>
                <a:cubicBezTo>
                  <a:pt x="19211" y="2622"/>
                  <a:pt x="19185" y="2496"/>
                  <a:pt x="19132" y="2397"/>
                </a:cubicBezTo>
                <a:cubicBezTo>
                  <a:pt x="19079" y="2298"/>
                  <a:pt x="19004" y="2220"/>
                  <a:pt x="18905" y="2163"/>
                </a:cubicBezTo>
                <a:cubicBezTo>
                  <a:pt x="18812" y="2109"/>
                  <a:pt x="18699" y="2072"/>
                  <a:pt x="18568" y="2053"/>
                </a:cubicBezTo>
                <a:cubicBezTo>
                  <a:pt x="18437" y="2034"/>
                  <a:pt x="18300" y="2025"/>
                  <a:pt x="18157" y="2025"/>
                </a:cubicBezTo>
                <a:cubicBezTo>
                  <a:pt x="17983" y="2025"/>
                  <a:pt x="17790" y="2048"/>
                  <a:pt x="17577" y="2095"/>
                </a:cubicBezTo>
                <a:cubicBezTo>
                  <a:pt x="17363" y="2142"/>
                  <a:pt x="17143" y="2210"/>
                  <a:pt x="16916" y="2299"/>
                </a:cubicBezTo>
                <a:lnTo>
                  <a:pt x="16881" y="2299"/>
                </a:lnTo>
                <a:lnTo>
                  <a:pt x="16881" y="1628"/>
                </a:lnTo>
                <a:cubicBezTo>
                  <a:pt x="17010" y="1592"/>
                  <a:pt x="17196" y="1554"/>
                  <a:pt x="17440" y="1512"/>
                </a:cubicBezTo>
                <a:cubicBezTo>
                  <a:pt x="17683" y="1469"/>
                  <a:pt x="17924" y="1448"/>
                  <a:pt x="18160" y="1448"/>
                </a:cubicBezTo>
                <a:cubicBezTo>
                  <a:pt x="18437" y="1448"/>
                  <a:pt x="18678" y="1471"/>
                  <a:pt x="18883" y="1517"/>
                </a:cubicBezTo>
                <a:cubicBezTo>
                  <a:pt x="19088" y="1563"/>
                  <a:pt x="19265" y="1641"/>
                  <a:pt x="19415" y="1751"/>
                </a:cubicBezTo>
                <a:cubicBezTo>
                  <a:pt x="19563" y="1858"/>
                  <a:pt x="19675" y="1998"/>
                  <a:pt x="19753" y="2169"/>
                </a:cubicBezTo>
                <a:cubicBezTo>
                  <a:pt x="19830" y="2340"/>
                  <a:pt x="19869" y="2552"/>
                  <a:pt x="19869" y="2805"/>
                </a:cubicBezTo>
                <a:lnTo>
                  <a:pt x="19869" y="5470"/>
                </a:lnTo>
                <a:moveTo>
                  <a:pt x="19211" y="4508"/>
                </a:moveTo>
                <a:lnTo>
                  <a:pt x="19211" y="3410"/>
                </a:lnTo>
                <a:cubicBezTo>
                  <a:pt x="19010" y="3422"/>
                  <a:pt x="18772" y="3439"/>
                  <a:pt x="18499" y="3463"/>
                </a:cubicBezTo>
                <a:cubicBezTo>
                  <a:pt x="18226" y="3486"/>
                  <a:pt x="18010" y="3521"/>
                  <a:pt x="17851" y="3565"/>
                </a:cubicBezTo>
                <a:cubicBezTo>
                  <a:pt x="17661" y="3619"/>
                  <a:pt x="17508" y="3704"/>
                  <a:pt x="17390" y="3818"/>
                </a:cubicBezTo>
                <a:cubicBezTo>
                  <a:pt x="17273" y="3932"/>
                  <a:pt x="17215" y="4089"/>
                  <a:pt x="17215" y="4289"/>
                </a:cubicBezTo>
                <a:cubicBezTo>
                  <a:pt x="17215" y="4515"/>
                  <a:pt x="17283" y="4685"/>
                  <a:pt x="17418" y="4799"/>
                </a:cubicBezTo>
                <a:cubicBezTo>
                  <a:pt x="17554" y="4914"/>
                  <a:pt x="17762" y="4971"/>
                  <a:pt x="18041" y="4971"/>
                </a:cubicBezTo>
                <a:cubicBezTo>
                  <a:pt x="18273" y="4971"/>
                  <a:pt x="18485" y="4925"/>
                  <a:pt x="18677" y="4835"/>
                </a:cubicBezTo>
                <a:cubicBezTo>
                  <a:pt x="18869" y="4744"/>
                  <a:pt x="19047" y="4635"/>
                  <a:pt x="19211" y="4508"/>
                </a:cubicBezTo>
                <a:close/>
                <a:moveTo>
                  <a:pt x="21810" y="5470"/>
                </a:moveTo>
                <a:lnTo>
                  <a:pt x="21149" y="5470"/>
                </a:lnTo>
                <a:lnTo>
                  <a:pt x="21149" y="0"/>
                </a:lnTo>
                <a:lnTo>
                  <a:pt x="21810" y="0"/>
                </a:lnTo>
                <a:lnTo>
                  <a:pt x="21810" y="5470"/>
                </a:lnTo>
                <a:close/>
                <a:moveTo>
                  <a:pt x="26168" y="5470"/>
                </a:moveTo>
                <a:lnTo>
                  <a:pt x="25511" y="5470"/>
                </a:lnTo>
                <a:lnTo>
                  <a:pt x="25511" y="5054"/>
                </a:lnTo>
                <a:cubicBezTo>
                  <a:pt x="25452" y="5094"/>
                  <a:pt x="25373" y="5150"/>
                  <a:pt x="25274" y="5222"/>
                </a:cubicBezTo>
                <a:cubicBezTo>
                  <a:pt x="25174" y="5293"/>
                  <a:pt x="25077" y="5350"/>
                  <a:pt x="24984" y="5392"/>
                </a:cubicBezTo>
                <a:cubicBezTo>
                  <a:pt x="24874" y="5446"/>
                  <a:pt x="24747" y="5491"/>
                  <a:pt x="24604" y="5528"/>
                </a:cubicBezTo>
                <a:cubicBezTo>
                  <a:pt x="24461" y="5564"/>
                  <a:pt x="24293" y="5582"/>
                  <a:pt x="24101" y="5582"/>
                </a:cubicBezTo>
                <a:cubicBezTo>
                  <a:pt x="23747" y="5582"/>
                  <a:pt x="23447" y="5465"/>
                  <a:pt x="23201" y="5230"/>
                </a:cubicBezTo>
                <a:cubicBezTo>
                  <a:pt x="22955" y="4996"/>
                  <a:pt x="22832" y="4697"/>
                  <a:pt x="22832" y="4333"/>
                </a:cubicBezTo>
                <a:cubicBezTo>
                  <a:pt x="22832" y="4035"/>
                  <a:pt x="22896" y="3794"/>
                  <a:pt x="23024" y="3610"/>
                </a:cubicBezTo>
                <a:cubicBezTo>
                  <a:pt x="23152" y="3425"/>
                  <a:pt x="23334" y="3280"/>
                  <a:pt x="23570" y="3175"/>
                </a:cubicBezTo>
                <a:cubicBezTo>
                  <a:pt x="23810" y="3069"/>
                  <a:pt x="24097" y="2998"/>
                  <a:pt x="24432" y="2960"/>
                </a:cubicBezTo>
                <a:cubicBezTo>
                  <a:pt x="24767" y="2922"/>
                  <a:pt x="25127" y="2894"/>
                  <a:pt x="25511" y="2876"/>
                </a:cubicBezTo>
                <a:lnTo>
                  <a:pt x="25511" y="2773"/>
                </a:lnTo>
                <a:cubicBezTo>
                  <a:pt x="25511" y="2622"/>
                  <a:pt x="25485" y="2496"/>
                  <a:pt x="25432" y="2397"/>
                </a:cubicBezTo>
                <a:cubicBezTo>
                  <a:pt x="25379" y="2298"/>
                  <a:pt x="25304" y="2220"/>
                  <a:pt x="25205" y="2163"/>
                </a:cubicBezTo>
                <a:cubicBezTo>
                  <a:pt x="25111" y="2109"/>
                  <a:pt x="24999" y="2072"/>
                  <a:pt x="24868" y="2053"/>
                </a:cubicBezTo>
                <a:cubicBezTo>
                  <a:pt x="24736" y="2034"/>
                  <a:pt x="24599" y="2025"/>
                  <a:pt x="24456" y="2025"/>
                </a:cubicBezTo>
                <a:cubicBezTo>
                  <a:pt x="24283" y="2025"/>
                  <a:pt x="24090" y="2048"/>
                  <a:pt x="23876" y="2095"/>
                </a:cubicBezTo>
                <a:cubicBezTo>
                  <a:pt x="23663" y="2142"/>
                  <a:pt x="23443" y="2210"/>
                  <a:pt x="23215" y="2299"/>
                </a:cubicBezTo>
                <a:lnTo>
                  <a:pt x="23180" y="2299"/>
                </a:lnTo>
                <a:lnTo>
                  <a:pt x="23180" y="1628"/>
                </a:lnTo>
                <a:cubicBezTo>
                  <a:pt x="23309" y="1592"/>
                  <a:pt x="23495" y="1554"/>
                  <a:pt x="23739" y="1512"/>
                </a:cubicBezTo>
                <a:cubicBezTo>
                  <a:pt x="23983" y="1469"/>
                  <a:pt x="24223" y="1448"/>
                  <a:pt x="24460" y="1448"/>
                </a:cubicBezTo>
                <a:cubicBezTo>
                  <a:pt x="24736" y="1448"/>
                  <a:pt x="24977" y="1471"/>
                  <a:pt x="25182" y="1517"/>
                </a:cubicBezTo>
                <a:cubicBezTo>
                  <a:pt x="25387" y="1563"/>
                  <a:pt x="25565" y="1641"/>
                  <a:pt x="25715" y="1751"/>
                </a:cubicBezTo>
                <a:cubicBezTo>
                  <a:pt x="25863" y="1858"/>
                  <a:pt x="25975" y="1998"/>
                  <a:pt x="26052" y="2169"/>
                </a:cubicBezTo>
                <a:cubicBezTo>
                  <a:pt x="26130" y="2340"/>
                  <a:pt x="26168" y="2552"/>
                  <a:pt x="26168" y="2805"/>
                </a:cubicBezTo>
                <a:lnTo>
                  <a:pt x="26168" y="5470"/>
                </a:lnTo>
                <a:moveTo>
                  <a:pt x="25511" y="4508"/>
                </a:moveTo>
                <a:lnTo>
                  <a:pt x="25511" y="3410"/>
                </a:lnTo>
                <a:cubicBezTo>
                  <a:pt x="25309" y="3422"/>
                  <a:pt x="25072" y="3439"/>
                  <a:pt x="24799" y="3463"/>
                </a:cubicBezTo>
                <a:cubicBezTo>
                  <a:pt x="24526" y="3486"/>
                  <a:pt x="24310" y="3521"/>
                  <a:pt x="24151" y="3565"/>
                </a:cubicBezTo>
                <a:cubicBezTo>
                  <a:pt x="23961" y="3619"/>
                  <a:pt x="23807" y="3704"/>
                  <a:pt x="23690" y="3818"/>
                </a:cubicBezTo>
                <a:cubicBezTo>
                  <a:pt x="23573" y="3932"/>
                  <a:pt x="23514" y="4089"/>
                  <a:pt x="23514" y="4289"/>
                </a:cubicBezTo>
                <a:cubicBezTo>
                  <a:pt x="23514" y="4515"/>
                  <a:pt x="23582" y="4685"/>
                  <a:pt x="23718" y="4799"/>
                </a:cubicBezTo>
                <a:cubicBezTo>
                  <a:pt x="23854" y="4914"/>
                  <a:pt x="24061" y="4971"/>
                  <a:pt x="24340" y="4971"/>
                </a:cubicBezTo>
                <a:cubicBezTo>
                  <a:pt x="24572" y="4971"/>
                  <a:pt x="24784" y="4925"/>
                  <a:pt x="24977" y="4835"/>
                </a:cubicBezTo>
                <a:cubicBezTo>
                  <a:pt x="25169" y="4744"/>
                  <a:pt x="25347" y="4635"/>
                  <a:pt x="25511" y="4508"/>
                </a:cubicBezTo>
                <a:close/>
                <a:moveTo>
                  <a:pt x="28109" y="5470"/>
                </a:moveTo>
                <a:lnTo>
                  <a:pt x="27448" y="5470"/>
                </a:lnTo>
                <a:lnTo>
                  <a:pt x="27448" y="0"/>
                </a:lnTo>
                <a:lnTo>
                  <a:pt x="28109" y="0"/>
                </a:lnTo>
                <a:lnTo>
                  <a:pt x="28109" y="5470"/>
                </a:lnTo>
                <a:close/>
                <a:moveTo>
                  <a:pt x="32703" y="3572"/>
                </a:moveTo>
                <a:lnTo>
                  <a:pt x="29810" y="3572"/>
                </a:lnTo>
                <a:cubicBezTo>
                  <a:pt x="29810" y="3814"/>
                  <a:pt x="29846" y="4024"/>
                  <a:pt x="29919" y="4204"/>
                </a:cubicBezTo>
                <a:cubicBezTo>
                  <a:pt x="29992" y="4384"/>
                  <a:pt x="30091" y="4531"/>
                  <a:pt x="30218" y="4646"/>
                </a:cubicBezTo>
                <a:cubicBezTo>
                  <a:pt x="30340" y="4759"/>
                  <a:pt x="30484" y="4844"/>
                  <a:pt x="30652" y="4900"/>
                </a:cubicBezTo>
                <a:cubicBezTo>
                  <a:pt x="30820" y="4957"/>
                  <a:pt x="31004" y="4985"/>
                  <a:pt x="31206" y="4985"/>
                </a:cubicBezTo>
                <a:cubicBezTo>
                  <a:pt x="31473" y="4985"/>
                  <a:pt x="31742" y="4931"/>
                  <a:pt x="32012" y="4824"/>
                </a:cubicBezTo>
                <a:cubicBezTo>
                  <a:pt x="32283" y="4716"/>
                  <a:pt x="32476" y="4611"/>
                  <a:pt x="32591" y="4507"/>
                </a:cubicBezTo>
                <a:lnTo>
                  <a:pt x="32626" y="4507"/>
                </a:lnTo>
                <a:lnTo>
                  <a:pt x="32626" y="5230"/>
                </a:lnTo>
                <a:cubicBezTo>
                  <a:pt x="32403" y="5324"/>
                  <a:pt x="32176" y="5403"/>
                  <a:pt x="31944" y="5466"/>
                </a:cubicBezTo>
                <a:cubicBezTo>
                  <a:pt x="31712" y="5530"/>
                  <a:pt x="31468" y="5561"/>
                  <a:pt x="31213" y="5561"/>
                </a:cubicBezTo>
                <a:cubicBezTo>
                  <a:pt x="30561" y="5561"/>
                  <a:pt x="30053" y="5385"/>
                  <a:pt x="29687" y="5031"/>
                </a:cubicBezTo>
                <a:cubicBezTo>
                  <a:pt x="29321" y="4678"/>
                  <a:pt x="29139" y="4176"/>
                  <a:pt x="29139" y="3526"/>
                </a:cubicBezTo>
                <a:cubicBezTo>
                  <a:pt x="29139" y="2883"/>
                  <a:pt x="29314" y="2372"/>
                  <a:pt x="29664" y="1994"/>
                </a:cubicBezTo>
                <a:cubicBezTo>
                  <a:pt x="30015" y="1616"/>
                  <a:pt x="30476" y="1427"/>
                  <a:pt x="31047" y="1427"/>
                </a:cubicBezTo>
                <a:cubicBezTo>
                  <a:pt x="31577" y="1427"/>
                  <a:pt x="31986" y="1582"/>
                  <a:pt x="32273" y="1892"/>
                </a:cubicBezTo>
                <a:cubicBezTo>
                  <a:pt x="32560" y="2202"/>
                  <a:pt x="32703" y="2642"/>
                  <a:pt x="32703" y="3212"/>
                </a:cubicBezTo>
                <a:lnTo>
                  <a:pt x="32703" y="3572"/>
                </a:lnTo>
                <a:moveTo>
                  <a:pt x="32060" y="3065"/>
                </a:moveTo>
                <a:cubicBezTo>
                  <a:pt x="32058" y="2719"/>
                  <a:pt x="31970" y="2450"/>
                  <a:pt x="31798" y="2260"/>
                </a:cubicBezTo>
                <a:cubicBezTo>
                  <a:pt x="31626" y="2071"/>
                  <a:pt x="31364" y="1976"/>
                  <a:pt x="31012" y="1976"/>
                </a:cubicBezTo>
                <a:cubicBezTo>
                  <a:pt x="30658" y="1976"/>
                  <a:pt x="30377" y="2080"/>
                  <a:pt x="30167" y="2288"/>
                </a:cubicBezTo>
                <a:cubicBezTo>
                  <a:pt x="29957" y="2497"/>
                  <a:pt x="29838" y="2756"/>
                  <a:pt x="29810" y="3065"/>
                </a:cubicBezTo>
                <a:lnTo>
                  <a:pt x="32060" y="3065"/>
                </a:lnTo>
                <a:close/>
                <a:moveTo>
                  <a:pt x="36510" y="4336"/>
                </a:moveTo>
                <a:cubicBezTo>
                  <a:pt x="36510" y="4694"/>
                  <a:pt x="36362" y="4988"/>
                  <a:pt x="36065" y="5217"/>
                </a:cubicBezTo>
                <a:cubicBezTo>
                  <a:pt x="35769" y="5447"/>
                  <a:pt x="35364" y="5561"/>
                  <a:pt x="34851" y="5561"/>
                </a:cubicBezTo>
                <a:cubicBezTo>
                  <a:pt x="34560" y="5561"/>
                  <a:pt x="34294" y="5527"/>
                  <a:pt x="34051" y="5457"/>
                </a:cubicBezTo>
                <a:cubicBezTo>
                  <a:pt x="33809" y="5388"/>
                  <a:pt x="33605" y="5312"/>
                  <a:pt x="33441" y="5230"/>
                </a:cubicBezTo>
                <a:lnTo>
                  <a:pt x="33441" y="4486"/>
                </a:lnTo>
                <a:lnTo>
                  <a:pt x="33476" y="4486"/>
                </a:lnTo>
                <a:cubicBezTo>
                  <a:pt x="33685" y="4645"/>
                  <a:pt x="33917" y="4771"/>
                  <a:pt x="34172" y="4865"/>
                </a:cubicBezTo>
                <a:cubicBezTo>
                  <a:pt x="34428" y="4959"/>
                  <a:pt x="34673" y="5006"/>
                  <a:pt x="34907" y="5006"/>
                </a:cubicBezTo>
                <a:cubicBezTo>
                  <a:pt x="35198" y="5006"/>
                  <a:pt x="35425" y="4959"/>
                  <a:pt x="35589" y="4865"/>
                </a:cubicBezTo>
                <a:cubicBezTo>
                  <a:pt x="35753" y="4771"/>
                  <a:pt x="35835" y="4622"/>
                  <a:pt x="35835" y="4420"/>
                </a:cubicBezTo>
                <a:cubicBezTo>
                  <a:pt x="35835" y="4265"/>
                  <a:pt x="35791" y="4148"/>
                  <a:pt x="35702" y="4069"/>
                </a:cubicBezTo>
                <a:cubicBezTo>
                  <a:pt x="35613" y="3989"/>
                  <a:pt x="35441" y="3921"/>
                  <a:pt x="35188" y="3865"/>
                </a:cubicBezTo>
                <a:cubicBezTo>
                  <a:pt x="35095" y="3844"/>
                  <a:pt x="34972" y="3819"/>
                  <a:pt x="34821" y="3791"/>
                </a:cubicBezTo>
                <a:cubicBezTo>
                  <a:pt x="34670" y="3763"/>
                  <a:pt x="34532" y="3733"/>
                  <a:pt x="34408" y="3700"/>
                </a:cubicBezTo>
                <a:cubicBezTo>
                  <a:pt x="34063" y="3608"/>
                  <a:pt x="33819" y="3474"/>
                  <a:pt x="33675" y="3298"/>
                </a:cubicBezTo>
                <a:cubicBezTo>
                  <a:pt x="33531" y="3121"/>
                  <a:pt x="33459" y="2904"/>
                  <a:pt x="33459" y="2646"/>
                </a:cubicBezTo>
                <a:cubicBezTo>
                  <a:pt x="33459" y="2485"/>
                  <a:pt x="33492" y="2332"/>
                  <a:pt x="33559" y="2190"/>
                </a:cubicBezTo>
                <a:cubicBezTo>
                  <a:pt x="33626" y="2047"/>
                  <a:pt x="33727" y="1919"/>
                  <a:pt x="33863" y="1807"/>
                </a:cubicBezTo>
                <a:cubicBezTo>
                  <a:pt x="33994" y="1697"/>
                  <a:pt x="34161" y="1609"/>
                  <a:pt x="34364" y="1545"/>
                </a:cubicBezTo>
                <a:cubicBezTo>
                  <a:pt x="34567" y="1481"/>
                  <a:pt x="34793" y="1448"/>
                  <a:pt x="35044" y="1448"/>
                </a:cubicBezTo>
                <a:cubicBezTo>
                  <a:pt x="35279" y="1448"/>
                  <a:pt x="35516" y="1477"/>
                  <a:pt x="35756" y="1534"/>
                </a:cubicBezTo>
                <a:cubicBezTo>
                  <a:pt x="35996" y="1591"/>
                  <a:pt x="36196" y="1661"/>
                  <a:pt x="36355" y="1743"/>
                </a:cubicBezTo>
                <a:lnTo>
                  <a:pt x="36355" y="2447"/>
                </a:lnTo>
                <a:lnTo>
                  <a:pt x="36320" y="2447"/>
                </a:lnTo>
                <a:cubicBezTo>
                  <a:pt x="36152" y="2322"/>
                  <a:pt x="35947" y="2218"/>
                  <a:pt x="35705" y="2132"/>
                </a:cubicBezTo>
                <a:cubicBezTo>
                  <a:pt x="35464" y="2047"/>
                  <a:pt x="35227" y="2004"/>
                  <a:pt x="34995" y="2004"/>
                </a:cubicBezTo>
                <a:cubicBezTo>
                  <a:pt x="34754" y="2004"/>
                  <a:pt x="34550" y="2050"/>
                  <a:pt x="34383" y="2143"/>
                </a:cubicBezTo>
                <a:cubicBezTo>
                  <a:pt x="34217" y="2236"/>
                  <a:pt x="34134" y="2375"/>
                  <a:pt x="34134" y="2558"/>
                </a:cubicBezTo>
                <a:cubicBezTo>
                  <a:pt x="34134" y="2720"/>
                  <a:pt x="34184" y="2842"/>
                  <a:pt x="34285" y="2923"/>
                </a:cubicBezTo>
                <a:cubicBezTo>
                  <a:pt x="34383" y="3005"/>
                  <a:pt x="34543" y="3072"/>
                  <a:pt x="34763" y="3124"/>
                </a:cubicBezTo>
                <a:cubicBezTo>
                  <a:pt x="34885" y="3152"/>
                  <a:pt x="35021" y="3180"/>
                  <a:pt x="35173" y="3208"/>
                </a:cubicBezTo>
                <a:cubicBezTo>
                  <a:pt x="35324" y="3236"/>
                  <a:pt x="35450" y="3262"/>
                  <a:pt x="35550" y="3285"/>
                </a:cubicBezTo>
                <a:cubicBezTo>
                  <a:pt x="35857" y="3356"/>
                  <a:pt x="36094" y="3476"/>
                  <a:pt x="36261" y="3647"/>
                </a:cubicBezTo>
                <a:cubicBezTo>
                  <a:pt x="36427" y="3820"/>
                  <a:pt x="36510" y="4050"/>
                  <a:pt x="36510" y="4336"/>
                </a:cubicBez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896518-2E0C-4FE4-A283-35EFD90D8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981" y="2323442"/>
            <a:ext cx="106525" cy="106525"/>
          </a:xfrm>
          <a:custGeom xmlns:a="http://schemas.openxmlformats.org/drawingml/2006/main">
            <a:pathLst>
              <a:path w="106525" h="106525">
                <a:moveTo>
                  <a:pt x="0" y="0"/>
                </a:moveTo>
                <a:lnTo>
                  <a:pt x="106525" y="0"/>
                </a:lnTo>
                <a:lnTo>
                  <a:pt x="106525" y="106525"/>
                </a:lnTo>
                <a:lnTo>
                  <a:pt x="0" y="1065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B29B98-8A46-4C13-A81D-662090848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981" y="2323445"/>
            <a:ext cx="106526" cy="106523"/>
          </a:xfrm>
          <a:custGeom xmlns:a="http://schemas.openxmlformats.org/drawingml/2006/main">
            <a:pathLst>
              <a:path w="106526" h="106523" fill="none">
                <a:moveTo>
                  <a:pt x="0" y="0"/>
                </a:moveTo>
                <a:lnTo>
                  <a:pt x="106526" y="0"/>
                </a:lnTo>
                <a:lnTo>
                  <a:pt x="106526" y="106523"/>
                </a:lnTo>
                <a:lnTo>
                  <a:pt x="0" y="106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DC56F6-A737-4E94-89D0-E1853B47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006" y="2323442"/>
            <a:ext cx="102693" cy="106525"/>
          </a:xfrm>
          <a:custGeom xmlns:a="http://schemas.openxmlformats.org/drawingml/2006/main">
            <a:pathLst>
              <a:path w="102693" h="106525">
                <a:moveTo>
                  <a:pt x="0" y="0"/>
                </a:moveTo>
                <a:lnTo>
                  <a:pt x="102693" y="0"/>
                </a:lnTo>
                <a:lnTo>
                  <a:pt x="102693" y="106525"/>
                </a:lnTo>
                <a:lnTo>
                  <a:pt x="0" y="1065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8E680A-A20E-430B-B98F-BB252C15E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4005" y="2323445"/>
            <a:ext cx="102695" cy="106523"/>
          </a:xfrm>
          <a:custGeom xmlns:a="http://schemas.openxmlformats.org/drawingml/2006/main">
            <a:pathLst>
              <a:path w="102695" h="106523" fill="none">
                <a:moveTo>
                  <a:pt x="0" y="0"/>
                </a:moveTo>
                <a:lnTo>
                  <a:pt x="102695" y="0"/>
                </a:lnTo>
                <a:lnTo>
                  <a:pt x="102695" y="106523"/>
                </a:lnTo>
                <a:lnTo>
                  <a:pt x="0" y="106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8DF5E-585C-43D6-8FC8-25CF9E56A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99" y="2323442"/>
            <a:ext cx="97609" cy="106525"/>
          </a:xfrm>
          <a:custGeom xmlns:a="http://schemas.openxmlformats.org/drawingml/2006/main">
            <a:pathLst>
              <a:path w="97609" h="106525">
                <a:moveTo>
                  <a:pt x="0" y="0"/>
                </a:moveTo>
                <a:lnTo>
                  <a:pt x="97609" y="0"/>
                </a:lnTo>
                <a:lnTo>
                  <a:pt x="97609" y="106525"/>
                </a:lnTo>
                <a:lnTo>
                  <a:pt x="0" y="1065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9BA1295-2712-43D4-BBDC-362803CBC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9199" y="2323445"/>
            <a:ext cx="97610" cy="106523"/>
          </a:xfrm>
          <a:custGeom xmlns:a="http://schemas.openxmlformats.org/drawingml/2006/main">
            <a:pathLst>
              <a:path w="97610" h="106523" fill="none">
                <a:moveTo>
                  <a:pt x="0" y="0"/>
                </a:moveTo>
                <a:lnTo>
                  <a:pt x="97610" y="0"/>
                </a:lnTo>
                <a:lnTo>
                  <a:pt x="97610" y="106523"/>
                </a:lnTo>
                <a:lnTo>
                  <a:pt x="0" y="106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798C7B-C81B-4B5F-A6B6-6590CB9EA6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981" y="2452464"/>
            <a:ext cx="91534" cy="113254"/>
          </a:xfrm>
          <a:custGeom xmlns:a="http://schemas.openxmlformats.org/drawingml/2006/main">
            <a:pathLst>
              <a:path w="91534" h="113254">
                <a:moveTo>
                  <a:pt x="0" y="0"/>
                </a:moveTo>
                <a:lnTo>
                  <a:pt x="91534" y="0"/>
                </a:lnTo>
                <a:lnTo>
                  <a:pt x="91534" y="113254"/>
                </a:lnTo>
                <a:lnTo>
                  <a:pt x="0" y="1132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F7E75E-5967-4916-A0B7-32E72D2A3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981" y="2452466"/>
            <a:ext cx="91534" cy="113254"/>
          </a:xfrm>
          <a:custGeom xmlns:a="http://schemas.openxmlformats.org/drawingml/2006/main">
            <a:pathLst>
              <a:path w="91534" h="113254" fill="none">
                <a:moveTo>
                  <a:pt x="0" y="0"/>
                </a:moveTo>
                <a:lnTo>
                  <a:pt x="91534" y="0"/>
                </a:lnTo>
                <a:lnTo>
                  <a:pt x="91534" y="113254"/>
                </a:lnTo>
                <a:lnTo>
                  <a:pt x="0" y="1132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985256-5D2A-4152-8B84-731E02BCF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981" y="2588215"/>
            <a:ext cx="91534" cy="106453"/>
          </a:xfrm>
          <a:custGeom xmlns:a="http://schemas.openxmlformats.org/drawingml/2006/main">
            <a:pathLst>
              <a:path w="91534" h="106453">
                <a:moveTo>
                  <a:pt x="0" y="0"/>
                </a:moveTo>
                <a:lnTo>
                  <a:pt x="91534" y="0"/>
                </a:lnTo>
                <a:lnTo>
                  <a:pt x="91534" y="106453"/>
                </a:lnTo>
                <a:lnTo>
                  <a:pt x="0" y="106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CA67C0-7498-4189-8CD1-0F160CA21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4981" y="2588218"/>
            <a:ext cx="91534" cy="106452"/>
          </a:xfrm>
          <a:custGeom xmlns:a="http://schemas.openxmlformats.org/drawingml/2006/main">
            <a:pathLst>
              <a:path w="91534" h="106452" fill="none">
                <a:moveTo>
                  <a:pt x="0" y="0"/>
                </a:moveTo>
                <a:lnTo>
                  <a:pt x="91534" y="0"/>
                </a:lnTo>
                <a:lnTo>
                  <a:pt x="91534" y="106452"/>
                </a:lnTo>
                <a:lnTo>
                  <a:pt x="0" y="1064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7DA429-53D3-4ABA-828A-CF704B3EE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12" y="2452464"/>
            <a:ext cx="78456" cy="93429"/>
          </a:xfrm>
          <a:custGeom xmlns:a="http://schemas.openxmlformats.org/drawingml/2006/main">
            <a:pathLst>
              <a:path w="78456" h="93429">
                <a:moveTo>
                  <a:pt x="0" y="0"/>
                </a:moveTo>
                <a:lnTo>
                  <a:pt x="78456" y="0"/>
                </a:lnTo>
                <a:lnTo>
                  <a:pt x="78456" y="93429"/>
                </a:lnTo>
                <a:lnTo>
                  <a:pt x="0" y="934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161E883-BDD4-43F1-A64D-F4F0F6F1D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13" y="2452466"/>
            <a:ext cx="78455" cy="93429"/>
          </a:xfrm>
          <a:custGeom xmlns:a="http://schemas.openxmlformats.org/drawingml/2006/main">
            <a:pathLst>
              <a:path w="78455" h="93429" fill="none">
                <a:moveTo>
                  <a:pt x="0" y="0"/>
                </a:moveTo>
                <a:lnTo>
                  <a:pt x="78455" y="0"/>
                </a:lnTo>
                <a:lnTo>
                  <a:pt x="78455" y="93429"/>
                </a:lnTo>
                <a:lnTo>
                  <a:pt x="0" y="93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33E88F-BDE7-4D3C-8332-EF2A30ED2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965" y="2452464"/>
            <a:ext cx="60965" cy="93429"/>
          </a:xfrm>
          <a:custGeom xmlns:a="http://schemas.openxmlformats.org/drawingml/2006/main">
            <a:pathLst>
              <a:path w="60965" h="93429">
                <a:moveTo>
                  <a:pt x="0" y="0"/>
                </a:moveTo>
                <a:lnTo>
                  <a:pt x="60965" y="0"/>
                </a:lnTo>
                <a:lnTo>
                  <a:pt x="60965" y="93429"/>
                </a:lnTo>
                <a:lnTo>
                  <a:pt x="0" y="934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0122D0-886E-47AA-BB57-7CAAB381E8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9967" y="2452466"/>
            <a:ext cx="60963" cy="93429"/>
          </a:xfrm>
          <a:custGeom xmlns:a="http://schemas.openxmlformats.org/drawingml/2006/main">
            <a:pathLst>
              <a:path w="60963" h="93429" fill="none">
                <a:moveTo>
                  <a:pt x="0" y="0"/>
                </a:moveTo>
                <a:lnTo>
                  <a:pt x="60963" y="0"/>
                </a:lnTo>
                <a:lnTo>
                  <a:pt x="60963" y="93429"/>
                </a:lnTo>
                <a:lnTo>
                  <a:pt x="0" y="93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C3DB79-272C-4D59-B80C-65B745EA4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427" y="2452464"/>
            <a:ext cx="53381" cy="93429"/>
          </a:xfrm>
          <a:custGeom xmlns:a="http://schemas.openxmlformats.org/drawingml/2006/main">
            <a:pathLst>
              <a:path w="53381" h="93429">
                <a:moveTo>
                  <a:pt x="0" y="0"/>
                </a:moveTo>
                <a:lnTo>
                  <a:pt x="53381" y="0"/>
                </a:lnTo>
                <a:lnTo>
                  <a:pt x="53381" y="93429"/>
                </a:lnTo>
                <a:lnTo>
                  <a:pt x="0" y="934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17A98-8B31-4DA7-8163-9ACF3C966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3428" y="2452466"/>
            <a:ext cx="53381" cy="93429"/>
          </a:xfrm>
          <a:custGeom xmlns:a="http://schemas.openxmlformats.org/drawingml/2006/main">
            <a:pathLst>
              <a:path w="53381" h="93429" fill="none">
                <a:moveTo>
                  <a:pt x="0" y="0"/>
                </a:moveTo>
                <a:lnTo>
                  <a:pt x="53381" y="0"/>
                </a:lnTo>
                <a:lnTo>
                  <a:pt x="53381" y="93429"/>
                </a:lnTo>
                <a:lnTo>
                  <a:pt x="0" y="93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309BAE-06CA-47D4-B320-95DDF1342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12" y="2568392"/>
            <a:ext cx="75638" cy="52927"/>
          </a:xfrm>
          <a:custGeom xmlns:a="http://schemas.openxmlformats.org/drawingml/2006/main">
            <a:pathLst>
              <a:path w="75638" h="52927">
                <a:moveTo>
                  <a:pt x="0" y="0"/>
                </a:moveTo>
                <a:lnTo>
                  <a:pt x="75638" y="0"/>
                </a:lnTo>
                <a:lnTo>
                  <a:pt x="75638" y="52927"/>
                </a:lnTo>
                <a:lnTo>
                  <a:pt x="0" y="529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8DD388-CF90-475B-A7C0-6460226B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13" y="2568394"/>
            <a:ext cx="75636" cy="52927"/>
          </a:xfrm>
          <a:custGeom xmlns:a="http://schemas.openxmlformats.org/drawingml/2006/main">
            <a:pathLst>
              <a:path w="75636" h="52927" fill="none">
                <a:moveTo>
                  <a:pt x="0" y="0"/>
                </a:moveTo>
                <a:lnTo>
                  <a:pt x="75636" y="0"/>
                </a:lnTo>
                <a:lnTo>
                  <a:pt x="75636" y="52927"/>
                </a:lnTo>
                <a:lnTo>
                  <a:pt x="0" y="529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6834CC-6D42-4E3B-85E8-D69A036D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12" y="2643816"/>
            <a:ext cx="75638" cy="50852"/>
          </a:xfrm>
          <a:custGeom xmlns:a="http://schemas.openxmlformats.org/drawingml/2006/main">
            <a:pathLst>
              <a:path w="75638" h="50852">
                <a:moveTo>
                  <a:pt x="0" y="0"/>
                </a:moveTo>
                <a:lnTo>
                  <a:pt x="75638" y="0"/>
                </a:lnTo>
                <a:lnTo>
                  <a:pt x="75638" y="50852"/>
                </a:lnTo>
                <a:lnTo>
                  <a:pt x="0" y="508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BBE404-6E26-421E-847B-1D3D1ADA8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9013" y="2643819"/>
            <a:ext cx="75636" cy="50850"/>
          </a:xfrm>
          <a:custGeom xmlns:a="http://schemas.openxmlformats.org/drawingml/2006/main">
            <a:pathLst>
              <a:path w="75636" h="50850" fill="none">
                <a:moveTo>
                  <a:pt x="0" y="0"/>
                </a:moveTo>
                <a:lnTo>
                  <a:pt x="75636" y="0"/>
                </a:lnTo>
                <a:lnTo>
                  <a:pt x="75636" y="50850"/>
                </a:lnTo>
                <a:lnTo>
                  <a:pt x="0" y="508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18DF9D-061C-4F04-957A-FECBBD04C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148" y="2568392"/>
            <a:ext cx="34361" cy="52301"/>
          </a:xfrm>
          <a:custGeom xmlns:a="http://schemas.openxmlformats.org/drawingml/2006/main">
            <a:pathLst>
              <a:path w="34361" h="52301">
                <a:moveTo>
                  <a:pt x="0" y="0"/>
                </a:moveTo>
                <a:lnTo>
                  <a:pt x="34361" y="0"/>
                </a:lnTo>
                <a:lnTo>
                  <a:pt x="34361" y="52301"/>
                </a:lnTo>
                <a:lnTo>
                  <a:pt x="0" y="523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81A1C0-3998-4E91-9B03-3744CF69A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148" y="2568394"/>
            <a:ext cx="34360" cy="52303"/>
          </a:xfrm>
          <a:custGeom xmlns:a="http://schemas.openxmlformats.org/drawingml/2006/main">
            <a:pathLst>
              <a:path w="34360" h="52303" fill="none">
                <a:moveTo>
                  <a:pt x="0" y="0"/>
                </a:moveTo>
                <a:lnTo>
                  <a:pt x="34360" y="0"/>
                </a:lnTo>
                <a:lnTo>
                  <a:pt x="34360" y="52303"/>
                </a:lnTo>
                <a:lnTo>
                  <a:pt x="0" y="523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E46C3E-3AAA-4309-BD8D-134BC47A8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148" y="2643193"/>
            <a:ext cx="34361" cy="51475"/>
          </a:xfrm>
          <a:custGeom xmlns:a="http://schemas.openxmlformats.org/drawingml/2006/main">
            <a:pathLst>
              <a:path w="34361" h="51475">
                <a:moveTo>
                  <a:pt x="0" y="0"/>
                </a:moveTo>
                <a:lnTo>
                  <a:pt x="34361" y="0"/>
                </a:lnTo>
                <a:lnTo>
                  <a:pt x="34361" y="51475"/>
                </a:lnTo>
                <a:lnTo>
                  <a:pt x="0" y="51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442C78-A2DD-4844-9C0E-074209852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7148" y="2643195"/>
            <a:ext cx="34360" cy="51474"/>
          </a:xfrm>
          <a:custGeom xmlns:a="http://schemas.openxmlformats.org/drawingml/2006/main">
            <a:pathLst>
              <a:path w="34360" h="51474" fill="none">
                <a:moveTo>
                  <a:pt x="0" y="0"/>
                </a:moveTo>
                <a:lnTo>
                  <a:pt x="34360" y="0"/>
                </a:lnTo>
                <a:lnTo>
                  <a:pt x="34360" y="51474"/>
                </a:lnTo>
                <a:lnTo>
                  <a:pt x="0" y="514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8A369B-6AF4-4E40-924B-00004A64D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006" y="2568392"/>
            <a:ext cx="45140" cy="24072"/>
          </a:xfrm>
          <a:custGeom xmlns:a="http://schemas.openxmlformats.org/drawingml/2006/main">
            <a:pathLst>
              <a:path w="45140" h="24072">
                <a:moveTo>
                  <a:pt x="0" y="0"/>
                </a:moveTo>
                <a:lnTo>
                  <a:pt x="45140" y="0"/>
                </a:lnTo>
                <a:lnTo>
                  <a:pt x="45140" y="24072"/>
                </a:lnTo>
                <a:lnTo>
                  <a:pt x="0" y="240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99871D-D257-4E48-8BBF-82F70569E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006" y="2568394"/>
            <a:ext cx="45141" cy="24073"/>
          </a:xfrm>
          <a:custGeom xmlns:a="http://schemas.openxmlformats.org/drawingml/2006/main">
            <a:pathLst>
              <a:path w="45141" h="24073" fill="none">
                <a:moveTo>
                  <a:pt x="0" y="0"/>
                </a:moveTo>
                <a:lnTo>
                  <a:pt x="45141" y="0"/>
                </a:lnTo>
                <a:lnTo>
                  <a:pt x="45141" y="24073"/>
                </a:lnTo>
                <a:lnTo>
                  <a:pt x="0" y="240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91755-ACE7-4223-BC14-0D21E1F3B2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646" y="2568392"/>
            <a:ext cx="15162" cy="24072"/>
          </a:xfrm>
          <a:custGeom xmlns:a="http://schemas.openxmlformats.org/drawingml/2006/main">
            <a:pathLst>
              <a:path w="15162" h="24072">
                <a:moveTo>
                  <a:pt x="0" y="0"/>
                </a:moveTo>
                <a:lnTo>
                  <a:pt x="15162" y="0"/>
                </a:lnTo>
                <a:lnTo>
                  <a:pt x="15162" y="24072"/>
                </a:lnTo>
                <a:lnTo>
                  <a:pt x="0" y="240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C63F62-81EA-44F9-B15C-0F64299C7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1646" y="2568394"/>
            <a:ext cx="15163" cy="24073"/>
          </a:xfrm>
          <a:custGeom xmlns:a="http://schemas.openxmlformats.org/drawingml/2006/main">
            <a:pathLst>
              <a:path w="15163" h="24073" fill="none">
                <a:moveTo>
                  <a:pt x="0" y="0"/>
                </a:moveTo>
                <a:lnTo>
                  <a:pt x="15163" y="0"/>
                </a:lnTo>
                <a:lnTo>
                  <a:pt x="15163" y="24073"/>
                </a:lnTo>
                <a:lnTo>
                  <a:pt x="0" y="240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430505-F0BB-4029-AFF6-7084B909E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006" y="2614964"/>
            <a:ext cx="16188" cy="12270"/>
          </a:xfrm>
          <a:custGeom xmlns:a="http://schemas.openxmlformats.org/drawingml/2006/main">
            <a:pathLst>
              <a:path w="16188" h="12270">
                <a:moveTo>
                  <a:pt x="0" y="0"/>
                </a:moveTo>
                <a:lnTo>
                  <a:pt x="16188" y="0"/>
                </a:lnTo>
                <a:lnTo>
                  <a:pt x="16188" y="12270"/>
                </a:lnTo>
                <a:lnTo>
                  <a:pt x="0" y="12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A01CF7-8EF4-4FA0-AC73-CD389EB17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006" y="2614965"/>
            <a:ext cx="16188" cy="12271"/>
          </a:xfrm>
          <a:custGeom xmlns:a="http://schemas.openxmlformats.org/drawingml/2006/main">
            <a:pathLst>
              <a:path w="16188" h="12271" fill="none">
                <a:moveTo>
                  <a:pt x="0" y="0"/>
                </a:moveTo>
                <a:lnTo>
                  <a:pt x="16188" y="0"/>
                </a:lnTo>
                <a:lnTo>
                  <a:pt x="16188" y="12271"/>
                </a:lnTo>
                <a:lnTo>
                  <a:pt x="0" y="122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A4CDE3-92D8-4531-921D-BD4E4FBE1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006" y="2649734"/>
            <a:ext cx="16188" cy="11907"/>
          </a:xfrm>
          <a:custGeom xmlns:a="http://schemas.openxmlformats.org/drawingml/2006/main">
            <a:pathLst>
              <a:path w="16188" h="11907">
                <a:moveTo>
                  <a:pt x="0" y="0"/>
                </a:moveTo>
                <a:lnTo>
                  <a:pt x="16188" y="0"/>
                </a:lnTo>
                <a:lnTo>
                  <a:pt x="16188" y="11907"/>
                </a:lnTo>
                <a:lnTo>
                  <a:pt x="0" y="1190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7C4D7A-A974-4A9B-AF03-496F6B89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006" y="2649735"/>
            <a:ext cx="16188" cy="11909"/>
          </a:xfrm>
          <a:custGeom xmlns:a="http://schemas.openxmlformats.org/drawingml/2006/main">
            <a:pathLst>
              <a:path w="16188" h="11909" fill="none">
                <a:moveTo>
                  <a:pt x="0" y="0"/>
                </a:moveTo>
                <a:lnTo>
                  <a:pt x="16188" y="0"/>
                </a:lnTo>
                <a:lnTo>
                  <a:pt x="16188" y="11909"/>
                </a:lnTo>
                <a:lnTo>
                  <a:pt x="0" y="1190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1488B9-9A39-4792-B4ED-F5FA7657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006" y="2684141"/>
            <a:ext cx="16188" cy="10527"/>
          </a:xfrm>
          <a:custGeom xmlns:a="http://schemas.openxmlformats.org/drawingml/2006/main">
            <a:pathLst>
              <a:path w="16188" h="10527">
                <a:moveTo>
                  <a:pt x="0" y="0"/>
                </a:moveTo>
                <a:lnTo>
                  <a:pt x="16188" y="0"/>
                </a:lnTo>
                <a:lnTo>
                  <a:pt x="16188" y="10527"/>
                </a:lnTo>
                <a:lnTo>
                  <a:pt x="0" y="105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82671F-726D-482C-95A0-A09C1542D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4006" y="2684142"/>
            <a:ext cx="16188" cy="10527"/>
          </a:xfrm>
          <a:custGeom xmlns:a="http://schemas.openxmlformats.org/drawingml/2006/main">
            <a:pathLst>
              <a:path w="16188" h="10527" fill="none">
                <a:moveTo>
                  <a:pt x="0" y="0"/>
                </a:moveTo>
                <a:lnTo>
                  <a:pt x="16188" y="0"/>
                </a:lnTo>
                <a:lnTo>
                  <a:pt x="16188" y="10527"/>
                </a:lnTo>
                <a:lnTo>
                  <a:pt x="0" y="105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0F4A0-4438-4B48-ABD0-7F0B7626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691" y="2614964"/>
            <a:ext cx="12070" cy="11364"/>
          </a:xfrm>
          <a:custGeom xmlns:a="http://schemas.openxmlformats.org/drawingml/2006/main">
            <a:pathLst>
              <a:path w="12070" h="11364">
                <a:moveTo>
                  <a:pt x="0" y="0"/>
                </a:moveTo>
                <a:lnTo>
                  <a:pt x="12070" y="0"/>
                </a:lnTo>
                <a:lnTo>
                  <a:pt x="12070" y="11364"/>
                </a:lnTo>
                <a:lnTo>
                  <a:pt x="0" y="113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85D347-B3AB-40D2-A11A-4EBB2100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692" y="2614965"/>
            <a:ext cx="12070" cy="11365"/>
          </a:xfrm>
          <a:custGeom xmlns:a="http://schemas.openxmlformats.org/drawingml/2006/main">
            <a:pathLst>
              <a:path w="12070" h="11365" fill="none">
                <a:moveTo>
                  <a:pt x="0" y="0"/>
                </a:moveTo>
                <a:lnTo>
                  <a:pt x="12070" y="0"/>
                </a:lnTo>
                <a:lnTo>
                  <a:pt x="12070" y="11365"/>
                </a:lnTo>
                <a:lnTo>
                  <a:pt x="0" y="1136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37935F-F95D-4916-98FD-65FFAC3AC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261" y="2614964"/>
            <a:ext cx="9547" cy="11364"/>
          </a:xfrm>
          <a:custGeom xmlns:a="http://schemas.openxmlformats.org/drawingml/2006/main">
            <a:pathLst>
              <a:path w="9547" h="11364">
                <a:moveTo>
                  <a:pt x="0" y="0"/>
                </a:moveTo>
                <a:lnTo>
                  <a:pt x="9547" y="0"/>
                </a:lnTo>
                <a:lnTo>
                  <a:pt x="9547" y="11364"/>
                </a:lnTo>
                <a:lnTo>
                  <a:pt x="0" y="113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EF247A-9AB8-4C9F-BB41-65415B49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260" y="2614965"/>
            <a:ext cx="9549" cy="11365"/>
          </a:xfrm>
          <a:custGeom xmlns:a="http://schemas.openxmlformats.org/drawingml/2006/main">
            <a:pathLst>
              <a:path w="9549" h="11365" fill="none">
                <a:moveTo>
                  <a:pt x="0" y="0"/>
                </a:moveTo>
                <a:lnTo>
                  <a:pt x="9549" y="0"/>
                </a:lnTo>
                <a:lnTo>
                  <a:pt x="9549" y="11365"/>
                </a:lnTo>
                <a:lnTo>
                  <a:pt x="0" y="1136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013DDF-8E78-4C8C-98D8-36953A9A0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691" y="2648825"/>
            <a:ext cx="12162" cy="1060"/>
          </a:xfrm>
          <a:custGeom xmlns:a="http://schemas.openxmlformats.org/drawingml/2006/main">
            <a:pathLst>
              <a:path w="12162" h="1060">
                <a:moveTo>
                  <a:pt x="0" y="0"/>
                </a:moveTo>
                <a:lnTo>
                  <a:pt x="12162" y="0"/>
                </a:lnTo>
                <a:lnTo>
                  <a:pt x="12162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33126-F9A0-4D62-B34A-34F8C205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692" y="2648829"/>
            <a:ext cx="12161" cy="1059"/>
          </a:xfrm>
          <a:custGeom xmlns:a="http://schemas.openxmlformats.org/drawingml/2006/main">
            <a:pathLst>
              <a:path w="12161" h="1059" fill="none">
                <a:moveTo>
                  <a:pt x="0" y="0"/>
                </a:moveTo>
                <a:lnTo>
                  <a:pt x="12161" y="0"/>
                </a:lnTo>
                <a:lnTo>
                  <a:pt x="12161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D46E0F-05E5-4949-9C02-720FA05F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352" y="2648825"/>
            <a:ext cx="9455" cy="1060"/>
          </a:xfrm>
          <a:custGeom xmlns:a="http://schemas.openxmlformats.org/drawingml/2006/main">
            <a:pathLst>
              <a:path w="9455" h="1060">
                <a:moveTo>
                  <a:pt x="0" y="0"/>
                </a:moveTo>
                <a:lnTo>
                  <a:pt x="9455" y="0"/>
                </a:lnTo>
                <a:lnTo>
                  <a:pt x="9455" y="1060"/>
                </a:lnTo>
                <a:lnTo>
                  <a:pt x="0" y="10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E30CC-EF21-43EA-AC2A-2B0F3FA79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7351" y="2648829"/>
            <a:ext cx="9458" cy="1059"/>
          </a:xfrm>
          <a:custGeom xmlns:a="http://schemas.openxmlformats.org/drawingml/2006/main">
            <a:pathLst>
              <a:path w="9458" h="1059" fill="none">
                <a:moveTo>
                  <a:pt x="0" y="0"/>
                </a:moveTo>
                <a:lnTo>
                  <a:pt x="9458" y="0"/>
                </a:lnTo>
                <a:lnTo>
                  <a:pt x="9458" y="1059"/>
                </a:lnTo>
                <a:lnTo>
                  <a:pt x="0" y="10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3534C7-70AA-4E03-AD81-5AE45ACFF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691" y="2672383"/>
            <a:ext cx="9816" cy="51"/>
          </a:xfrm>
          <a:custGeom xmlns:a="http://schemas.openxmlformats.org/drawingml/2006/main">
            <a:pathLst>
              <a:path w="9816" h="51">
                <a:moveTo>
                  <a:pt x="0" y="0"/>
                </a:moveTo>
                <a:lnTo>
                  <a:pt x="9816" y="0"/>
                </a:lnTo>
                <a:lnTo>
                  <a:pt x="9816" y="51"/>
                </a:lnTo>
                <a:lnTo>
                  <a:pt x="0" y="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A64CAD-B3D0-4315-AF73-329B563DB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2692" y="2672385"/>
            <a:ext cx="9814" cy="50"/>
          </a:xfrm>
          <a:custGeom xmlns:a="http://schemas.openxmlformats.org/drawingml/2006/main">
            <a:pathLst>
              <a:path w="9814" h="50" fill="none">
                <a:moveTo>
                  <a:pt x="0" y="0"/>
                </a:moveTo>
                <a:lnTo>
                  <a:pt x="9814" y="0"/>
                </a:lnTo>
                <a:lnTo>
                  <a:pt x="9814" y="50"/>
                </a:lnTo>
                <a:lnTo>
                  <a:pt x="0" y="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6FD08B-FC30-4368-B5A7-227AC20B7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610533"/>
            <a:ext cx="748545" cy="540793"/>
          </a:xfrm>
          <a:custGeom xmlns:a="http://schemas.openxmlformats.org/drawingml/2006/main">
            <a:pathLst>
              <a:path w="748545" h="540793">
                <a:moveTo>
                  <a:pt x="0" y="0"/>
                </a:moveTo>
                <a:lnTo>
                  <a:pt x="748545" y="0"/>
                </a:lnTo>
                <a:lnTo>
                  <a:pt x="748545" y="540793"/>
                </a:lnTo>
                <a:lnTo>
                  <a:pt x="0" y="5407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3BA1D8-EBD8-41CD-95F4-39A0D6A68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610535"/>
            <a:ext cx="748545" cy="540795"/>
          </a:xfrm>
          <a:custGeom xmlns:a="http://schemas.openxmlformats.org/drawingml/2006/main">
            <a:pathLst>
              <a:path w="748545" h="540795" fill="none">
                <a:moveTo>
                  <a:pt x="0" y="0"/>
                </a:moveTo>
                <a:lnTo>
                  <a:pt x="748545" y="0"/>
                </a:lnTo>
                <a:lnTo>
                  <a:pt x="748545" y="540795"/>
                </a:lnTo>
                <a:lnTo>
                  <a:pt x="0" y="5407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94" name="Text Passeriformes">
            <a:extLst xmlns:a="http://schemas.openxmlformats.org/drawingml/2006/main">
              <a:ext uri="{FF2B5EF4-FFF2-40B4-BE49-F238E27FC236}">
                <a16:creationId xmlns:a16="http://schemas.microsoft.com/office/drawing/2014/main" id="{D6E6EA6A-738E-40FF-8E03-59456F250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314" y="653657"/>
            <a:ext cx="600957" cy="68171"/>
          </a:xfrm>
          <a:custGeom xmlns:a="http://schemas.openxmlformats.org/drawingml/2006/main">
            <a:pathLst>
              <a:path w="600957" h="68171">
                <a:moveTo>
                  <a:pt x="41551" y="22439"/>
                </a:moveTo>
                <a:cubicBezTo>
                  <a:pt x="41551" y="25255"/>
                  <a:pt x="41061" y="27864"/>
                  <a:pt x="40079" y="30268"/>
                </a:cubicBezTo>
                <a:cubicBezTo>
                  <a:pt x="39098" y="32671"/>
                  <a:pt x="37726" y="34754"/>
                  <a:pt x="35963" y="36517"/>
                </a:cubicBezTo>
                <a:cubicBezTo>
                  <a:pt x="33773" y="38707"/>
                  <a:pt x="31185" y="40350"/>
                  <a:pt x="28199" y="41445"/>
                </a:cubicBezTo>
                <a:cubicBezTo>
                  <a:pt x="25212" y="42540"/>
                  <a:pt x="21444" y="43087"/>
                  <a:pt x="16894" y="43087"/>
                </a:cubicBezTo>
                <a:lnTo>
                  <a:pt x="8447" y="43087"/>
                </a:lnTo>
                <a:lnTo>
                  <a:pt x="8447" y="66806"/>
                </a:lnTo>
                <a:lnTo>
                  <a:pt x="0" y="66806"/>
                </a:lnTo>
                <a:lnTo>
                  <a:pt x="0" y="3242"/>
                </a:lnTo>
                <a:lnTo>
                  <a:pt x="17235" y="3242"/>
                </a:lnTo>
                <a:cubicBezTo>
                  <a:pt x="21046" y="3242"/>
                  <a:pt x="24274" y="3562"/>
                  <a:pt x="26919" y="4202"/>
                </a:cubicBezTo>
                <a:cubicBezTo>
                  <a:pt x="29564" y="4842"/>
                  <a:pt x="31910" y="5844"/>
                  <a:pt x="33958" y="7210"/>
                </a:cubicBezTo>
                <a:cubicBezTo>
                  <a:pt x="36375" y="8831"/>
                  <a:pt x="38245" y="10850"/>
                  <a:pt x="39567" y="13267"/>
                </a:cubicBezTo>
                <a:cubicBezTo>
                  <a:pt x="40890" y="15685"/>
                  <a:pt x="41551" y="18742"/>
                  <a:pt x="41551" y="22439"/>
                </a:cubicBezTo>
                <a:moveTo>
                  <a:pt x="32763" y="22635"/>
                </a:moveTo>
                <a:cubicBezTo>
                  <a:pt x="32763" y="20464"/>
                  <a:pt x="32379" y="18575"/>
                  <a:pt x="31611" y="16968"/>
                </a:cubicBezTo>
                <a:cubicBezTo>
                  <a:pt x="30843" y="15360"/>
                  <a:pt x="29677" y="14049"/>
                  <a:pt x="28113" y="13033"/>
                </a:cubicBezTo>
                <a:cubicBezTo>
                  <a:pt x="26748" y="12159"/>
                  <a:pt x="25191" y="11532"/>
                  <a:pt x="23442" y="11152"/>
                </a:cubicBezTo>
                <a:cubicBezTo>
                  <a:pt x="21693" y="10770"/>
                  <a:pt x="19482" y="10580"/>
                  <a:pt x="16808" y="10580"/>
                </a:cubicBezTo>
                <a:lnTo>
                  <a:pt x="8447" y="10580"/>
                </a:lnTo>
                <a:lnTo>
                  <a:pt x="8447" y="35749"/>
                </a:lnTo>
                <a:lnTo>
                  <a:pt x="15571" y="35749"/>
                </a:lnTo>
                <a:cubicBezTo>
                  <a:pt x="18984" y="35749"/>
                  <a:pt x="21757" y="35446"/>
                  <a:pt x="23890" y="34840"/>
                </a:cubicBezTo>
                <a:cubicBezTo>
                  <a:pt x="26023" y="34234"/>
                  <a:pt x="27758" y="33268"/>
                  <a:pt x="29094" y="31942"/>
                </a:cubicBezTo>
                <a:cubicBezTo>
                  <a:pt x="30431" y="30588"/>
                  <a:pt x="31377" y="29165"/>
                  <a:pt x="31931" y="27671"/>
                </a:cubicBezTo>
                <a:cubicBezTo>
                  <a:pt x="32486" y="26176"/>
                  <a:pt x="32763" y="24497"/>
                  <a:pt x="32763" y="22635"/>
                </a:cubicBezTo>
                <a:close/>
                <a:moveTo>
                  <a:pt x="89072" y="66806"/>
                </a:moveTo>
                <a:lnTo>
                  <a:pt x="81095" y="66806"/>
                </a:lnTo>
                <a:lnTo>
                  <a:pt x="81095" y="61764"/>
                </a:lnTo>
                <a:cubicBezTo>
                  <a:pt x="80384" y="62249"/>
                  <a:pt x="79424" y="62925"/>
                  <a:pt x="78215" y="63793"/>
                </a:cubicBezTo>
                <a:cubicBezTo>
                  <a:pt x="77007" y="64662"/>
                  <a:pt x="75834" y="65352"/>
                  <a:pt x="74696" y="65865"/>
                </a:cubicBezTo>
                <a:cubicBezTo>
                  <a:pt x="73359" y="66520"/>
                  <a:pt x="71823" y="67068"/>
                  <a:pt x="70089" y="67509"/>
                </a:cubicBezTo>
                <a:cubicBezTo>
                  <a:pt x="68354" y="67950"/>
                  <a:pt x="66320" y="68171"/>
                  <a:pt x="63988" y="68171"/>
                </a:cubicBezTo>
                <a:cubicBezTo>
                  <a:pt x="59694" y="68171"/>
                  <a:pt x="56053" y="66747"/>
                  <a:pt x="53067" y="63900"/>
                </a:cubicBezTo>
                <a:cubicBezTo>
                  <a:pt x="50081" y="61052"/>
                  <a:pt x="48588" y="57421"/>
                  <a:pt x="48588" y="53007"/>
                </a:cubicBezTo>
                <a:cubicBezTo>
                  <a:pt x="48588" y="49390"/>
                  <a:pt x="49363" y="46465"/>
                  <a:pt x="50913" y="44229"/>
                </a:cubicBezTo>
                <a:cubicBezTo>
                  <a:pt x="52463" y="41993"/>
                  <a:pt x="54674" y="40235"/>
                  <a:pt x="57546" y="38954"/>
                </a:cubicBezTo>
                <a:cubicBezTo>
                  <a:pt x="60447" y="37673"/>
                  <a:pt x="63931" y="36804"/>
                  <a:pt x="67998" y="36348"/>
                </a:cubicBezTo>
                <a:cubicBezTo>
                  <a:pt x="72065" y="35892"/>
                  <a:pt x="76431" y="35550"/>
                  <a:pt x="81095" y="35323"/>
                </a:cubicBezTo>
                <a:lnTo>
                  <a:pt x="81095" y="34075"/>
                </a:lnTo>
                <a:cubicBezTo>
                  <a:pt x="81095" y="32240"/>
                  <a:pt x="80775" y="30720"/>
                  <a:pt x="80135" y="29516"/>
                </a:cubicBezTo>
                <a:cubicBezTo>
                  <a:pt x="79495" y="28311"/>
                  <a:pt x="78578" y="27365"/>
                  <a:pt x="77384" y="26676"/>
                </a:cubicBezTo>
                <a:cubicBezTo>
                  <a:pt x="76246" y="26017"/>
                  <a:pt x="74881" y="25572"/>
                  <a:pt x="73288" y="25343"/>
                </a:cubicBezTo>
                <a:cubicBezTo>
                  <a:pt x="71695" y="25114"/>
                  <a:pt x="70032" y="24999"/>
                  <a:pt x="68297" y="24999"/>
                </a:cubicBezTo>
                <a:cubicBezTo>
                  <a:pt x="66192" y="24999"/>
                  <a:pt x="63846" y="25284"/>
                  <a:pt x="61258" y="25854"/>
                </a:cubicBezTo>
                <a:cubicBezTo>
                  <a:pt x="58670" y="26422"/>
                  <a:pt x="55996" y="27247"/>
                  <a:pt x="53238" y="28326"/>
                </a:cubicBezTo>
                <a:lnTo>
                  <a:pt x="52811" y="28326"/>
                </a:lnTo>
                <a:lnTo>
                  <a:pt x="52811" y="20178"/>
                </a:lnTo>
                <a:cubicBezTo>
                  <a:pt x="54375" y="19752"/>
                  <a:pt x="56636" y="19282"/>
                  <a:pt x="59594" y="18771"/>
                </a:cubicBezTo>
                <a:cubicBezTo>
                  <a:pt x="62552" y="18259"/>
                  <a:pt x="65467" y="18003"/>
                  <a:pt x="68340" y="18003"/>
                </a:cubicBezTo>
                <a:cubicBezTo>
                  <a:pt x="71695" y="18003"/>
                  <a:pt x="74618" y="18280"/>
                  <a:pt x="77106" y="18835"/>
                </a:cubicBezTo>
                <a:cubicBezTo>
                  <a:pt x="79595" y="19389"/>
                  <a:pt x="81749" y="20335"/>
                  <a:pt x="83569" y="21671"/>
                </a:cubicBezTo>
                <a:cubicBezTo>
                  <a:pt x="85361" y="22980"/>
                  <a:pt x="86726" y="24672"/>
                  <a:pt x="87665" y="26748"/>
                </a:cubicBezTo>
                <a:cubicBezTo>
                  <a:pt x="88603" y="28824"/>
                  <a:pt x="89072" y="31398"/>
                  <a:pt x="89072" y="34470"/>
                </a:cubicBezTo>
                <a:lnTo>
                  <a:pt x="89072" y="66806"/>
                </a:lnTo>
                <a:moveTo>
                  <a:pt x="81095" y="55135"/>
                </a:moveTo>
                <a:lnTo>
                  <a:pt x="81095" y="41807"/>
                </a:lnTo>
                <a:cubicBezTo>
                  <a:pt x="78649" y="41950"/>
                  <a:pt x="75770" y="42165"/>
                  <a:pt x="72456" y="42451"/>
                </a:cubicBezTo>
                <a:cubicBezTo>
                  <a:pt x="69143" y="42736"/>
                  <a:pt x="66519" y="43150"/>
                  <a:pt x="64585" y="43692"/>
                </a:cubicBezTo>
                <a:cubicBezTo>
                  <a:pt x="62282" y="44350"/>
                  <a:pt x="60419" y="45372"/>
                  <a:pt x="58997" y="46757"/>
                </a:cubicBezTo>
                <a:cubicBezTo>
                  <a:pt x="57575" y="48143"/>
                  <a:pt x="56864" y="50050"/>
                  <a:pt x="56864" y="52478"/>
                </a:cubicBezTo>
                <a:cubicBezTo>
                  <a:pt x="56864" y="55220"/>
                  <a:pt x="57689" y="57284"/>
                  <a:pt x="59338" y="58670"/>
                </a:cubicBezTo>
                <a:cubicBezTo>
                  <a:pt x="60988" y="60056"/>
                  <a:pt x="63505" y="60748"/>
                  <a:pt x="66889" y="60748"/>
                </a:cubicBezTo>
                <a:cubicBezTo>
                  <a:pt x="69705" y="60748"/>
                  <a:pt x="72278" y="60199"/>
                  <a:pt x="74611" y="59099"/>
                </a:cubicBezTo>
                <a:cubicBezTo>
                  <a:pt x="76943" y="57999"/>
                  <a:pt x="79104" y="56677"/>
                  <a:pt x="81095" y="55135"/>
                </a:cubicBezTo>
                <a:close/>
                <a:moveTo>
                  <a:pt x="138560" y="53040"/>
                </a:moveTo>
                <a:cubicBezTo>
                  <a:pt x="138560" y="57388"/>
                  <a:pt x="136761" y="60954"/>
                  <a:pt x="133163" y="63739"/>
                </a:cubicBezTo>
                <a:cubicBezTo>
                  <a:pt x="129566" y="66523"/>
                  <a:pt x="124653" y="67915"/>
                  <a:pt x="118424" y="67915"/>
                </a:cubicBezTo>
                <a:cubicBezTo>
                  <a:pt x="114898" y="67915"/>
                  <a:pt x="111663" y="67494"/>
                  <a:pt x="108719" y="66653"/>
                </a:cubicBezTo>
                <a:cubicBezTo>
                  <a:pt x="105775" y="65811"/>
                  <a:pt x="103308" y="64891"/>
                  <a:pt x="101317" y="63892"/>
                </a:cubicBezTo>
                <a:lnTo>
                  <a:pt x="101317" y="54861"/>
                </a:lnTo>
                <a:lnTo>
                  <a:pt x="101744" y="54861"/>
                </a:lnTo>
                <a:cubicBezTo>
                  <a:pt x="104275" y="56793"/>
                  <a:pt x="107091" y="58328"/>
                  <a:pt x="110191" y="59467"/>
                </a:cubicBezTo>
                <a:cubicBezTo>
                  <a:pt x="113291" y="60606"/>
                  <a:pt x="116263" y="61175"/>
                  <a:pt x="119107" y="61175"/>
                </a:cubicBezTo>
                <a:cubicBezTo>
                  <a:pt x="122633" y="61175"/>
                  <a:pt x="125392" y="60604"/>
                  <a:pt x="127383" y="59462"/>
                </a:cubicBezTo>
                <a:cubicBezTo>
                  <a:pt x="129374" y="58319"/>
                  <a:pt x="130369" y="56519"/>
                  <a:pt x="130369" y="54063"/>
                </a:cubicBezTo>
                <a:cubicBezTo>
                  <a:pt x="130369" y="52187"/>
                  <a:pt x="129829" y="50767"/>
                  <a:pt x="128748" y="49801"/>
                </a:cubicBezTo>
                <a:cubicBezTo>
                  <a:pt x="127667" y="48835"/>
                  <a:pt x="125591" y="48010"/>
                  <a:pt x="122520" y="47328"/>
                </a:cubicBezTo>
                <a:cubicBezTo>
                  <a:pt x="121382" y="47073"/>
                  <a:pt x="119896" y="46774"/>
                  <a:pt x="118062" y="46433"/>
                </a:cubicBezTo>
                <a:cubicBezTo>
                  <a:pt x="116227" y="46092"/>
                  <a:pt x="114556" y="45723"/>
                  <a:pt x="113049" y="45325"/>
                </a:cubicBezTo>
                <a:cubicBezTo>
                  <a:pt x="108868" y="44217"/>
                  <a:pt x="105903" y="42590"/>
                  <a:pt x="104154" y="40445"/>
                </a:cubicBezTo>
                <a:cubicBezTo>
                  <a:pt x="102405" y="38299"/>
                  <a:pt x="101531" y="35664"/>
                  <a:pt x="101531" y="32538"/>
                </a:cubicBezTo>
                <a:cubicBezTo>
                  <a:pt x="101531" y="30577"/>
                  <a:pt x="101936" y="28730"/>
                  <a:pt x="102747" y="26997"/>
                </a:cubicBezTo>
                <a:cubicBezTo>
                  <a:pt x="103557" y="25263"/>
                  <a:pt x="104787" y="23714"/>
                  <a:pt x="106437" y="22350"/>
                </a:cubicBezTo>
                <a:cubicBezTo>
                  <a:pt x="108029" y="21015"/>
                  <a:pt x="110056" y="19957"/>
                  <a:pt x="112516" y="19176"/>
                </a:cubicBezTo>
                <a:cubicBezTo>
                  <a:pt x="114976" y="18394"/>
                  <a:pt x="117727" y="18003"/>
                  <a:pt x="120771" y="18003"/>
                </a:cubicBezTo>
                <a:cubicBezTo>
                  <a:pt x="123615" y="18003"/>
                  <a:pt x="126494" y="18350"/>
                  <a:pt x="129409" y="19044"/>
                </a:cubicBezTo>
                <a:cubicBezTo>
                  <a:pt x="132324" y="19738"/>
                  <a:pt x="134749" y="20581"/>
                  <a:pt x="136683" y="21574"/>
                </a:cubicBezTo>
                <a:lnTo>
                  <a:pt x="136683" y="30118"/>
                </a:lnTo>
                <a:lnTo>
                  <a:pt x="136256" y="30118"/>
                </a:lnTo>
                <a:cubicBezTo>
                  <a:pt x="134209" y="28611"/>
                  <a:pt x="131720" y="27338"/>
                  <a:pt x="128791" y="26300"/>
                </a:cubicBezTo>
                <a:cubicBezTo>
                  <a:pt x="125861" y="25262"/>
                  <a:pt x="122989" y="24743"/>
                  <a:pt x="120173" y="24743"/>
                </a:cubicBezTo>
                <a:cubicBezTo>
                  <a:pt x="117244" y="24743"/>
                  <a:pt x="114770" y="25307"/>
                  <a:pt x="112750" y="26436"/>
                </a:cubicBezTo>
                <a:cubicBezTo>
                  <a:pt x="110731" y="27565"/>
                  <a:pt x="109722" y="29243"/>
                  <a:pt x="109722" y="31471"/>
                </a:cubicBezTo>
                <a:cubicBezTo>
                  <a:pt x="109722" y="33432"/>
                  <a:pt x="110333" y="34910"/>
                  <a:pt x="111556" y="35904"/>
                </a:cubicBezTo>
                <a:cubicBezTo>
                  <a:pt x="112750" y="36899"/>
                  <a:pt x="114684" y="37709"/>
                  <a:pt x="117358" y="38334"/>
                </a:cubicBezTo>
                <a:cubicBezTo>
                  <a:pt x="118837" y="38676"/>
                  <a:pt x="120493" y="39017"/>
                  <a:pt x="122328" y="39358"/>
                </a:cubicBezTo>
                <a:cubicBezTo>
                  <a:pt x="124162" y="39699"/>
                  <a:pt x="125691" y="40011"/>
                  <a:pt x="126914" y="40295"/>
                </a:cubicBezTo>
                <a:cubicBezTo>
                  <a:pt x="130639" y="41148"/>
                  <a:pt x="133512" y="42611"/>
                  <a:pt x="135531" y="44685"/>
                </a:cubicBezTo>
                <a:cubicBezTo>
                  <a:pt x="137550" y="46788"/>
                  <a:pt x="138560" y="49573"/>
                  <a:pt x="138560" y="53040"/>
                </a:cubicBezTo>
                <a:close/>
                <a:moveTo>
                  <a:pt x="184080" y="53040"/>
                </a:moveTo>
                <a:cubicBezTo>
                  <a:pt x="184080" y="57388"/>
                  <a:pt x="182281" y="60954"/>
                  <a:pt x="178683" y="63739"/>
                </a:cubicBezTo>
                <a:cubicBezTo>
                  <a:pt x="175085" y="66523"/>
                  <a:pt x="170172" y="67915"/>
                  <a:pt x="163944" y="67915"/>
                </a:cubicBezTo>
                <a:cubicBezTo>
                  <a:pt x="160417" y="67915"/>
                  <a:pt x="157182" y="67494"/>
                  <a:pt x="154239" y="66653"/>
                </a:cubicBezTo>
                <a:cubicBezTo>
                  <a:pt x="151295" y="65811"/>
                  <a:pt x="148828" y="64891"/>
                  <a:pt x="146837" y="63892"/>
                </a:cubicBezTo>
                <a:lnTo>
                  <a:pt x="146837" y="54861"/>
                </a:lnTo>
                <a:lnTo>
                  <a:pt x="147264" y="54861"/>
                </a:lnTo>
                <a:cubicBezTo>
                  <a:pt x="149795" y="56793"/>
                  <a:pt x="152610" y="58328"/>
                  <a:pt x="155710" y="59467"/>
                </a:cubicBezTo>
                <a:cubicBezTo>
                  <a:pt x="158810" y="60606"/>
                  <a:pt x="161782" y="61175"/>
                  <a:pt x="164626" y="61175"/>
                </a:cubicBezTo>
                <a:cubicBezTo>
                  <a:pt x="168153" y="61175"/>
                  <a:pt x="170912" y="60604"/>
                  <a:pt x="172903" y="59462"/>
                </a:cubicBezTo>
                <a:cubicBezTo>
                  <a:pt x="174893" y="58319"/>
                  <a:pt x="175889" y="56519"/>
                  <a:pt x="175889" y="54063"/>
                </a:cubicBezTo>
                <a:cubicBezTo>
                  <a:pt x="175889" y="52187"/>
                  <a:pt x="175348" y="50767"/>
                  <a:pt x="174268" y="49801"/>
                </a:cubicBezTo>
                <a:cubicBezTo>
                  <a:pt x="173187" y="48835"/>
                  <a:pt x="171111" y="48010"/>
                  <a:pt x="168039" y="47328"/>
                </a:cubicBezTo>
                <a:cubicBezTo>
                  <a:pt x="166902" y="47073"/>
                  <a:pt x="165416" y="46774"/>
                  <a:pt x="163581" y="46433"/>
                </a:cubicBezTo>
                <a:cubicBezTo>
                  <a:pt x="161747" y="46092"/>
                  <a:pt x="160076" y="45723"/>
                  <a:pt x="158569" y="45325"/>
                </a:cubicBezTo>
                <a:cubicBezTo>
                  <a:pt x="154388" y="44217"/>
                  <a:pt x="151423" y="42590"/>
                  <a:pt x="149674" y="40445"/>
                </a:cubicBezTo>
                <a:cubicBezTo>
                  <a:pt x="147925" y="38299"/>
                  <a:pt x="147050" y="35664"/>
                  <a:pt x="147050" y="32538"/>
                </a:cubicBezTo>
                <a:cubicBezTo>
                  <a:pt x="147050" y="30577"/>
                  <a:pt x="147456" y="28730"/>
                  <a:pt x="148266" y="26997"/>
                </a:cubicBezTo>
                <a:cubicBezTo>
                  <a:pt x="149077" y="25263"/>
                  <a:pt x="150307" y="23714"/>
                  <a:pt x="151956" y="22350"/>
                </a:cubicBezTo>
                <a:cubicBezTo>
                  <a:pt x="153549" y="21015"/>
                  <a:pt x="155575" y="19957"/>
                  <a:pt x="158035" y="19176"/>
                </a:cubicBezTo>
                <a:cubicBezTo>
                  <a:pt x="160496" y="18394"/>
                  <a:pt x="163247" y="18003"/>
                  <a:pt x="166290" y="18003"/>
                </a:cubicBezTo>
                <a:cubicBezTo>
                  <a:pt x="169134" y="18003"/>
                  <a:pt x="172014" y="18350"/>
                  <a:pt x="174929" y="19044"/>
                </a:cubicBezTo>
                <a:cubicBezTo>
                  <a:pt x="177844" y="19738"/>
                  <a:pt x="180269" y="20581"/>
                  <a:pt x="182203" y="21574"/>
                </a:cubicBezTo>
                <a:lnTo>
                  <a:pt x="182203" y="30118"/>
                </a:lnTo>
                <a:lnTo>
                  <a:pt x="181776" y="30118"/>
                </a:lnTo>
                <a:cubicBezTo>
                  <a:pt x="179728" y="28611"/>
                  <a:pt x="177240" y="27338"/>
                  <a:pt x="174310" y="26300"/>
                </a:cubicBezTo>
                <a:cubicBezTo>
                  <a:pt x="171381" y="25262"/>
                  <a:pt x="168509" y="24743"/>
                  <a:pt x="165693" y="24743"/>
                </a:cubicBezTo>
                <a:cubicBezTo>
                  <a:pt x="162764" y="24743"/>
                  <a:pt x="160289" y="25307"/>
                  <a:pt x="158270" y="26436"/>
                </a:cubicBezTo>
                <a:cubicBezTo>
                  <a:pt x="156251" y="27565"/>
                  <a:pt x="155241" y="29243"/>
                  <a:pt x="155241" y="31471"/>
                </a:cubicBezTo>
                <a:cubicBezTo>
                  <a:pt x="155241" y="33432"/>
                  <a:pt x="155853" y="34910"/>
                  <a:pt x="157076" y="35904"/>
                </a:cubicBezTo>
                <a:cubicBezTo>
                  <a:pt x="158270" y="36899"/>
                  <a:pt x="160204" y="37709"/>
                  <a:pt x="162877" y="38334"/>
                </a:cubicBezTo>
                <a:cubicBezTo>
                  <a:pt x="164356" y="38676"/>
                  <a:pt x="166013" y="39017"/>
                  <a:pt x="167847" y="39358"/>
                </a:cubicBezTo>
                <a:cubicBezTo>
                  <a:pt x="169682" y="39699"/>
                  <a:pt x="171210" y="40011"/>
                  <a:pt x="172433" y="40295"/>
                </a:cubicBezTo>
                <a:cubicBezTo>
                  <a:pt x="176159" y="41148"/>
                  <a:pt x="179031" y="42611"/>
                  <a:pt x="181051" y="44685"/>
                </a:cubicBezTo>
                <a:cubicBezTo>
                  <a:pt x="183070" y="46788"/>
                  <a:pt x="184080" y="49573"/>
                  <a:pt x="184080" y="53040"/>
                </a:cubicBezTo>
                <a:close/>
                <a:moveTo>
                  <a:pt x="235443" y="43770"/>
                </a:moveTo>
                <a:lnTo>
                  <a:pt x="200333" y="43770"/>
                </a:lnTo>
                <a:cubicBezTo>
                  <a:pt x="200333" y="46706"/>
                  <a:pt x="200774" y="49265"/>
                  <a:pt x="201656" y="51446"/>
                </a:cubicBezTo>
                <a:cubicBezTo>
                  <a:pt x="202538" y="53627"/>
                  <a:pt x="203746" y="55416"/>
                  <a:pt x="205282" y="56813"/>
                </a:cubicBezTo>
                <a:cubicBezTo>
                  <a:pt x="206761" y="58182"/>
                  <a:pt x="208517" y="59208"/>
                  <a:pt x="210551" y="59892"/>
                </a:cubicBezTo>
                <a:cubicBezTo>
                  <a:pt x="212584" y="60577"/>
                  <a:pt x="214824" y="60919"/>
                  <a:pt x="217270" y="60919"/>
                </a:cubicBezTo>
                <a:cubicBezTo>
                  <a:pt x="220512" y="60919"/>
                  <a:pt x="223775" y="60267"/>
                  <a:pt x="227060" y="58963"/>
                </a:cubicBezTo>
                <a:cubicBezTo>
                  <a:pt x="230345" y="57659"/>
                  <a:pt x="232684" y="56377"/>
                  <a:pt x="234078" y="55117"/>
                </a:cubicBezTo>
                <a:lnTo>
                  <a:pt x="234504" y="55117"/>
                </a:lnTo>
                <a:lnTo>
                  <a:pt x="234504" y="63892"/>
                </a:lnTo>
                <a:cubicBezTo>
                  <a:pt x="231803" y="65033"/>
                  <a:pt x="229044" y="65989"/>
                  <a:pt x="226228" y="66759"/>
                </a:cubicBezTo>
                <a:cubicBezTo>
                  <a:pt x="223413" y="67530"/>
                  <a:pt x="220455" y="67915"/>
                  <a:pt x="217355" y="67915"/>
                </a:cubicBezTo>
                <a:cubicBezTo>
                  <a:pt x="209449" y="67915"/>
                  <a:pt x="203277" y="65772"/>
                  <a:pt x="198840" y="61484"/>
                </a:cubicBezTo>
                <a:cubicBezTo>
                  <a:pt x="194404" y="57197"/>
                  <a:pt x="192185" y="51107"/>
                  <a:pt x="192185" y="43215"/>
                </a:cubicBezTo>
                <a:cubicBezTo>
                  <a:pt x="192185" y="35410"/>
                  <a:pt x="194311" y="29214"/>
                  <a:pt x="198563" y="24627"/>
                </a:cubicBezTo>
                <a:cubicBezTo>
                  <a:pt x="202815" y="20040"/>
                  <a:pt x="208410" y="17747"/>
                  <a:pt x="215350" y="17747"/>
                </a:cubicBezTo>
                <a:cubicBezTo>
                  <a:pt x="221777" y="17747"/>
                  <a:pt x="226733" y="19627"/>
                  <a:pt x="230217" y="23387"/>
                </a:cubicBezTo>
                <a:cubicBezTo>
                  <a:pt x="233701" y="27148"/>
                  <a:pt x="235443" y="32489"/>
                  <a:pt x="235443" y="39412"/>
                </a:cubicBezTo>
                <a:lnTo>
                  <a:pt x="235443" y="43770"/>
                </a:lnTo>
                <a:moveTo>
                  <a:pt x="227636" y="37626"/>
                </a:moveTo>
                <a:cubicBezTo>
                  <a:pt x="227608" y="33417"/>
                  <a:pt x="226548" y="30161"/>
                  <a:pt x="224458" y="27857"/>
                </a:cubicBezTo>
                <a:cubicBezTo>
                  <a:pt x="222368" y="25554"/>
                  <a:pt x="219189" y="24402"/>
                  <a:pt x="214923" y="24402"/>
                </a:cubicBezTo>
                <a:cubicBezTo>
                  <a:pt x="210629" y="24402"/>
                  <a:pt x="207209" y="25667"/>
                  <a:pt x="204663" y="28199"/>
                </a:cubicBezTo>
                <a:cubicBezTo>
                  <a:pt x="202118" y="30730"/>
                  <a:pt x="200675" y="33872"/>
                  <a:pt x="200333" y="37626"/>
                </a:cubicBezTo>
                <a:lnTo>
                  <a:pt x="227636" y="37626"/>
                </a:lnTo>
                <a:close/>
                <a:moveTo>
                  <a:pt x="277335" y="27815"/>
                </a:moveTo>
                <a:lnTo>
                  <a:pt x="276909" y="27815"/>
                </a:lnTo>
                <a:cubicBezTo>
                  <a:pt x="275714" y="27545"/>
                  <a:pt x="274555" y="27350"/>
                  <a:pt x="273432" y="27229"/>
                </a:cubicBezTo>
                <a:cubicBezTo>
                  <a:pt x="272308" y="27108"/>
                  <a:pt x="270979" y="27047"/>
                  <a:pt x="269443" y="27047"/>
                </a:cubicBezTo>
                <a:cubicBezTo>
                  <a:pt x="266969" y="27047"/>
                  <a:pt x="264580" y="27595"/>
                  <a:pt x="262276" y="28692"/>
                </a:cubicBezTo>
                <a:cubicBezTo>
                  <a:pt x="259972" y="29788"/>
                  <a:pt x="257754" y="31204"/>
                  <a:pt x="255621" y="32940"/>
                </a:cubicBezTo>
                <a:lnTo>
                  <a:pt x="255621" y="66806"/>
                </a:lnTo>
                <a:lnTo>
                  <a:pt x="247601" y="66806"/>
                </a:lnTo>
                <a:lnTo>
                  <a:pt x="247601" y="19112"/>
                </a:lnTo>
                <a:lnTo>
                  <a:pt x="255621" y="19112"/>
                </a:lnTo>
                <a:lnTo>
                  <a:pt x="255621" y="26157"/>
                </a:lnTo>
                <a:cubicBezTo>
                  <a:pt x="258806" y="23595"/>
                  <a:pt x="261615" y="21780"/>
                  <a:pt x="264046" y="20713"/>
                </a:cubicBezTo>
                <a:cubicBezTo>
                  <a:pt x="266478" y="19646"/>
                  <a:pt x="268959" y="19112"/>
                  <a:pt x="271491" y="19112"/>
                </a:cubicBezTo>
                <a:cubicBezTo>
                  <a:pt x="272884" y="19112"/>
                  <a:pt x="273894" y="19147"/>
                  <a:pt x="274520" y="19218"/>
                </a:cubicBezTo>
                <a:cubicBezTo>
                  <a:pt x="275145" y="19289"/>
                  <a:pt x="276084" y="19423"/>
                  <a:pt x="277335" y="19621"/>
                </a:cubicBezTo>
                <a:lnTo>
                  <a:pt x="277335" y="27815"/>
                </a:lnTo>
                <a:close/>
                <a:moveTo>
                  <a:pt x="293504" y="11177"/>
                </a:moveTo>
                <a:lnTo>
                  <a:pt x="284460" y="11177"/>
                </a:lnTo>
                <a:lnTo>
                  <a:pt x="284460" y="2816"/>
                </a:lnTo>
                <a:lnTo>
                  <a:pt x="293504" y="2816"/>
                </a:lnTo>
                <a:lnTo>
                  <a:pt x="293504" y="11177"/>
                </a:lnTo>
                <a:moveTo>
                  <a:pt x="292992" y="66806"/>
                </a:moveTo>
                <a:lnTo>
                  <a:pt x="284972" y="66806"/>
                </a:lnTo>
                <a:lnTo>
                  <a:pt x="284972" y="19112"/>
                </a:lnTo>
                <a:lnTo>
                  <a:pt x="292992" y="19112"/>
                </a:lnTo>
                <a:lnTo>
                  <a:pt x="292992" y="66806"/>
                </a:lnTo>
                <a:close/>
                <a:moveTo>
                  <a:pt x="334500" y="8191"/>
                </a:moveTo>
                <a:lnTo>
                  <a:pt x="334074" y="8191"/>
                </a:lnTo>
                <a:cubicBezTo>
                  <a:pt x="333192" y="7935"/>
                  <a:pt x="332040" y="7672"/>
                  <a:pt x="330618" y="7402"/>
                </a:cubicBezTo>
                <a:cubicBezTo>
                  <a:pt x="329196" y="7131"/>
                  <a:pt x="327945" y="6996"/>
                  <a:pt x="326864" y="6996"/>
                </a:cubicBezTo>
                <a:cubicBezTo>
                  <a:pt x="323423" y="6996"/>
                  <a:pt x="320927" y="7754"/>
                  <a:pt x="319377" y="9271"/>
                </a:cubicBezTo>
                <a:cubicBezTo>
                  <a:pt x="317827" y="10787"/>
                  <a:pt x="317052" y="13529"/>
                  <a:pt x="317052" y="17496"/>
                </a:cubicBezTo>
                <a:lnTo>
                  <a:pt x="317052" y="19112"/>
                </a:lnTo>
                <a:lnTo>
                  <a:pt x="331514" y="19112"/>
                </a:lnTo>
                <a:lnTo>
                  <a:pt x="331514" y="25852"/>
                </a:lnTo>
                <a:lnTo>
                  <a:pt x="317308" y="25852"/>
                </a:lnTo>
                <a:lnTo>
                  <a:pt x="317308" y="66806"/>
                </a:lnTo>
                <a:lnTo>
                  <a:pt x="309288" y="66806"/>
                </a:lnTo>
                <a:lnTo>
                  <a:pt x="309288" y="25852"/>
                </a:lnTo>
                <a:lnTo>
                  <a:pt x="303870" y="25852"/>
                </a:lnTo>
                <a:lnTo>
                  <a:pt x="303870" y="19112"/>
                </a:lnTo>
                <a:lnTo>
                  <a:pt x="309288" y="19112"/>
                </a:lnTo>
                <a:lnTo>
                  <a:pt x="309288" y="17537"/>
                </a:lnTo>
                <a:cubicBezTo>
                  <a:pt x="309288" y="11890"/>
                  <a:pt x="310696" y="7556"/>
                  <a:pt x="313511" y="4534"/>
                </a:cubicBezTo>
                <a:cubicBezTo>
                  <a:pt x="316327" y="1511"/>
                  <a:pt x="320394" y="0"/>
                  <a:pt x="325712" y="0"/>
                </a:cubicBezTo>
                <a:cubicBezTo>
                  <a:pt x="327504" y="0"/>
                  <a:pt x="329118" y="85"/>
                  <a:pt x="330554" y="256"/>
                </a:cubicBezTo>
                <a:cubicBezTo>
                  <a:pt x="331990" y="427"/>
                  <a:pt x="333306" y="626"/>
                  <a:pt x="334500" y="853"/>
                </a:cubicBezTo>
                <a:lnTo>
                  <a:pt x="334500" y="8191"/>
                </a:lnTo>
                <a:close/>
                <a:moveTo>
                  <a:pt x="380192" y="42980"/>
                </a:moveTo>
                <a:cubicBezTo>
                  <a:pt x="380192" y="50764"/>
                  <a:pt x="378202" y="56908"/>
                  <a:pt x="374220" y="61414"/>
                </a:cubicBezTo>
                <a:cubicBezTo>
                  <a:pt x="370238" y="65919"/>
                  <a:pt x="364906" y="68171"/>
                  <a:pt x="358222" y="68171"/>
                </a:cubicBezTo>
                <a:cubicBezTo>
                  <a:pt x="351482" y="68171"/>
                  <a:pt x="346128" y="65919"/>
                  <a:pt x="342161" y="61414"/>
                </a:cubicBezTo>
                <a:cubicBezTo>
                  <a:pt x="338193" y="56908"/>
                  <a:pt x="336210" y="50764"/>
                  <a:pt x="336210" y="42980"/>
                </a:cubicBezTo>
                <a:cubicBezTo>
                  <a:pt x="336210" y="35197"/>
                  <a:pt x="338193" y="29045"/>
                  <a:pt x="342161" y="24526"/>
                </a:cubicBezTo>
                <a:cubicBezTo>
                  <a:pt x="346128" y="20006"/>
                  <a:pt x="351482" y="17747"/>
                  <a:pt x="358222" y="17747"/>
                </a:cubicBezTo>
                <a:cubicBezTo>
                  <a:pt x="364906" y="17747"/>
                  <a:pt x="370238" y="20006"/>
                  <a:pt x="374220" y="24526"/>
                </a:cubicBezTo>
                <a:cubicBezTo>
                  <a:pt x="378202" y="29045"/>
                  <a:pt x="380192" y="35197"/>
                  <a:pt x="380192" y="42980"/>
                </a:cubicBezTo>
                <a:moveTo>
                  <a:pt x="371916" y="42980"/>
                </a:moveTo>
                <a:cubicBezTo>
                  <a:pt x="371916" y="36816"/>
                  <a:pt x="370708" y="32235"/>
                  <a:pt x="368290" y="29238"/>
                </a:cubicBezTo>
                <a:cubicBezTo>
                  <a:pt x="365873" y="26241"/>
                  <a:pt x="362517" y="24743"/>
                  <a:pt x="358222" y="24743"/>
                </a:cubicBezTo>
                <a:cubicBezTo>
                  <a:pt x="353871" y="24743"/>
                  <a:pt x="350494" y="26241"/>
                  <a:pt x="348091" y="29238"/>
                </a:cubicBezTo>
                <a:cubicBezTo>
                  <a:pt x="345687" y="32235"/>
                  <a:pt x="344486" y="36816"/>
                  <a:pt x="344486" y="42980"/>
                </a:cubicBezTo>
                <a:cubicBezTo>
                  <a:pt x="344486" y="48946"/>
                  <a:pt x="345694" y="53469"/>
                  <a:pt x="348112" y="56552"/>
                </a:cubicBezTo>
                <a:cubicBezTo>
                  <a:pt x="350529" y="59634"/>
                  <a:pt x="353899" y="61175"/>
                  <a:pt x="358222" y="61175"/>
                </a:cubicBezTo>
                <a:cubicBezTo>
                  <a:pt x="362488" y="61175"/>
                  <a:pt x="365837" y="59648"/>
                  <a:pt x="368269" y="56594"/>
                </a:cubicBezTo>
                <a:cubicBezTo>
                  <a:pt x="370701" y="53541"/>
                  <a:pt x="371916" y="49003"/>
                  <a:pt x="371916" y="42980"/>
                </a:cubicBezTo>
                <a:close/>
                <a:moveTo>
                  <a:pt x="422338" y="27815"/>
                </a:moveTo>
                <a:lnTo>
                  <a:pt x="421911" y="27815"/>
                </a:lnTo>
                <a:cubicBezTo>
                  <a:pt x="420716" y="27545"/>
                  <a:pt x="419557" y="27350"/>
                  <a:pt x="418434" y="27229"/>
                </a:cubicBezTo>
                <a:cubicBezTo>
                  <a:pt x="417311" y="27108"/>
                  <a:pt x="415981" y="27047"/>
                  <a:pt x="414445" y="27047"/>
                </a:cubicBezTo>
                <a:cubicBezTo>
                  <a:pt x="411971" y="27047"/>
                  <a:pt x="409582" y="27595"/>
                  <a:pt x="407278" y="28692"/>
                </a:cubicBezTo>
                <a:cubicBezTo>
                  <a:pt x="404975" y="29788"/>
                  <a:pt x="402756" y="31204"/>
                  <a:pt x="400623" y="32940"/>
                </a:cubicBezTo>
                <a:lnTo>
                  <a:pt x="400623" y="66806"/>
                </a:lnTo>
                <a:lnTo>
                  <a:pt x="392603" y="66806"/>
                </a:lnTo>
                <a:lnTo>
                  <a:pt x="392603" y="19112"/>
                </a:lnTo>
                <a:lnTo>
                  <a:pt x="400623" y="19112"/>
                </a:lnTo>
                <a:lnTo>
                  <a:pt x="400623" y="26157"/>
                </a:lnTo>
                <a:cubicBezTo>
                  <a:pt x="403809" y="23595"/>
                  <a:pt x="406617" y="21780"/>
                  <a:pt x="409049" y="20713"/>
                </a:cubicBezTo>
                <a:cubicBezTo>
                  <a:pt x="411480" y="19646"/>
                  <a:pt x="413962" y="19112"/>
                  <a:pt x="416493" y="19112"/>
                </a:cubicBezTo>
                <a:cubicBezTo>
                  <a:pt x="417887" y="19112"/>
                  <a:pt x="418896" y="19147"/>
                  <a:pt x="419522" y="19218"/>
                </a:cubicBezTo>
                <a:cubicBezTo>
                  <a:pt x="420148" y="19289"/>
                  <a:pt x="421086" y="19423"/>
                  <a:pt x="422338" y="19621"/>
                </a:cubicBezTo>
                <a:lnTo>
                  <a:pt x="422338" y="27815"/>
                </a:lnTo>
                <a:close/>
                <a:moveTo>
                  <a:pt x="499425" y="66806"/>
                </a:moveTo>
                <a:lnTo>
                  <a:pt x="491405" y="66806"/>
                </a:lnTo>
                <a:lnTo>
                  <a:pt x="491405" y="39646"/>
                </a:lnTo>
                <a:cubicBezTo>
                  <a:pt x="491405" y="37597"/>
                  <a:pt x="491312" y="35618"/>
                  <a:pt x="491127" y="33711"/>
                </a:cubicBezTo>
                <a:cubicBezTo>
                  <a:pt x="490943" y="31803"/>
                  <a:pt x="490552" y="30280"/>
                  <a:pt x="489954" y="29141"/>
                </a:cubicBezTo>
                <a:cubicBezTo>
                  <a:pt x="489300" y="27916"/>
                  <a:pt x="488362" y="26991"/>
                  <a:pt x="487139" y="26365"/>
                </a:cubicBezTo>
                <a:cubicBezTo>
                  <a:pt x="485916" y="25739"/>
                  <a:pt x="484152" y="25426"/>
                  <a:pt x="481849" y="25426"/>
                </a:cubicBezTo>
                <a:cubicBezTo>
                  <a:pt x="479602" y="25426"/>
                  <a:pt x="477355" y="25988"/>
                  <a:pt x="475108" y="27113"/>
                </a:cubicBezTo>
                <a:cubicBezTo>
                  <a:pt x="472862" y="28238"/>
                  <a:pt x="470615" y="29668"/>
                  <a:pt x="468368" y="31405"/>
                </a:cubicBezTo>
                <a:cubicBezTo>
                  <a:pt x="468453" y="32059"/>
                  <a:pt x="468525" y="32820"/>
                  <a:pt x="468581" y="33688"/>
                </a:cubicBezTo>
                <a:cubicBezTo>
                  <a:pt x="468638" y="34557"/>
                  <a:pt x="468667" y="35418"/>
                  <a:pt x="468667" y="36272"/>
                </a:cubicBezTo>
                <a:lnTo>
                  <a:pt x="468667" y="66806"/>
                </a:lnTo>
                <a:lnTo>
                  <a:pt x="460647" y="66806"/>
                </a:lnTo>
                <a:lnTo>
                  <a:pt x="460647" y="39646"/>
                </a:lnTo>
                <a:cubicBezTo>
                  <a:pt x="460647" y="37540"/>
                  <a:pt x="460554" y="35540"/>
                  <a:pt x="460369" y="33647"/>
                </a:cubicBezTo>
                <a:cubicBezTo>
                  <a:pt x="460184" y="31753"/>
                  <a:pt x="459793" y="30237"/>
                  <a:pt x="459196" y="29098"/>
                </a:cubicBezTo>
                <a:cubicBezTo>
                  <a:pt x="458542" y="27874"/>
                  <a:pt x="457603" y="26956"/>
                  <a:pt x="456381" y="26344"/>
                </a:cubicBezTo>
                <a:cubicBezTo>
                  <a:pt x="455158" y="25732"/>
                  <a:pt x="453394" y="25426"/>
                  <a:pt x="451091" y="25426"/>
                </a:cubicBezTo>
                <a:cubicBezTo>
                  <a:pt x="448901" y="25426"/>
                  <a:pt x="446704" y="25967"/>
                  <a:pt x="444500" y="27049"/>
                </a:cubicBezTo>
                <a:cubicBezTo>
                  <a:pt x="442296" y="28131"/>
                  <a:pt x="440099" y="29511"/>
                  <a:pt x="437909" y="31190"/>
                </a:cubicBezTo>
                <a:lnTo>
                  <a:pt x="437909" y="66806"/>
                </a:lnTo>
                <a:lnTo>
                  <a:pt x="429888" y="66806"/>
                </a:lnTo>
                <a:lnTo>
                  <a:pt x="429888" y="19112"/>
                </a:lnTo>
                <a:lnTo>
                  <a:pt x="437909" y="19112"/>
                </a:lnTo>
                <a:lnTo>
                  <a:pt x="437909" y="24407"/>
                </a:lnTo>
                <a:cubicBezTo>
                  <a:pt x="440411" y="22316"/>
                  <a:pt x="442907" y="20683"/>
                  <a:pt x="445396" y="19509"/>
                </a:cubicBezTo>
                <a:cubicBezTo>
                  <a:pt x="447884" y="18334"/>
                  <a:pt x="450536" y="17747"/>
                  <a:pt x="453352" y="17747"/>
                </a:cubicBezTo>
                <a:cubicBezTo>
                  <a:pt x="456594" y="17747"/>
                  <a:pt x="459345" y="18434"/>
                  <a:pt x="461606" y="19808"/>
                </a:cubicBezTo>
                <a:cubicBezTo>
                  <a:pt x="463867" y="21181"/>
                  <a:pt x="465553" y="23084"/>
                  <a:pt x="466662" y="25516"/>
                </a:cubicBezTo>
                <a:cubicBezTo>
                  <a:pt x="469904" y="22769"/>
                  <a:pt x="472862" y="20788"/>
                  <a:pt x="475535" y="19572"/>
                </a:cubicBezTo>
                <a:cubicBezTo>
                  <a:pt x="478208" y="18355"/>
                  <a:pt x="481067" y="17747"/>
                  <a:pt x="484110" y="17747"/>
                </a:cubicBezTo>
                <a:cubicBezTo>
                  <a:pt x="489343" y="17747"/>
                  <a:pt x="493204" y="19335"/>
                  <a:pt x="495692" y="22511"/>
                </a:cubicBezTo>
                <a:cubicBezTo>
                  <a:pt x="498181" y="25688"/>
                  <a:pt x="499425" y="30125"/>
                  <a:pt x="499425" y="35824"/>
                </a:cubicBezTo>
                <a:lnTo>
                  <a:pt x="499425" y="66806"/>
                </a:lnTo>
                <a:close/>
                <a:moveTo>
                  <a:pt x="554755" y="43770"/>
                </a:moveTo>
                <a:lnTo>
                  <a:pt x="519646" y="43770"/>
                </a:lnTo>
                <a:cubicBezTo>
                  <a:pt x="519646" y="46706"/>
                  <a:pt x="520087" y="49265"/>
                  <a:pt x="520968" y="51446"/>
                </a:cubicBezTo>
                <a:cubicBezTo>
                  <a:pt x="521850" y="53627"/>
                  <a:pt x="523059" y="55416"/>
                  <a:pt x="524595" y="56813"/>
                </a:cubicBezTo>
                <a:cubicBezTo>
                  <a:pt x="526073" y="58182"/>
                  <a:pt x="527830" y="59208"/>
                  <a:pt x="529863" y="59892"/>
                </a:cubicBezTo>
                <a:cubicBezTo>
                  <a:pt x="531897" y="60577"/>
                  <a:pt x="534136" y="60919"/>
                  <a:pt x="536582" y="60919"/>
                </a:cubicBezTo>
                <a:cubicBezTo>
                  <a:pt x="539824" y="60919"/>
                  <a:pt x="543088" y="60267"/>
                  <a:pt x="546373" y="58963"/>
                </a:cubicBezTo>
                <a:cubicBezTo>
                  <a:pt x="549657" y="57659"/>
                  <a:pt x="551997" y="56377"/>
                  <a:pt x="553390" y="55117"/>
                </a:cubicBezTo>
                <a:lnTo>
                  <a:pt x="553817" y="55117"/>
                </a:lnTo>
                <a:lnTo>
                  <a:pt x="553817" y="63892"/>
                </a:lnTo>
                <a:cubicBezTo>
                  <a:pt x="551115" y="65033"/>
                  <a:pt x="548356" y="65989"/>
                  <a:pt x="545541" y="66759"/>
                </a:cubicBezTo>
                <a:cubicBezTo>
                  <a:pt x="542725" y="67530"/>
                  <a:pt x="539767" y="67915"/>
                  <a:pt x="536667" y="67915"/>
                </a:cubicBezTo>
                <a:cubicBezTo>
                  <a:pt x="528761" y="67915"/>
                  <a:pt x="522589" y="65772"/>
                  <a:pt x="518153" y="61484"/>
                </a:cubicBezTo>
                <a:cubicBezTo>
                  <a:pt x="513716" y="57197"/>
                  <a:pt x="511498" y="51107"/>
                  <a:pt x="511498" y="43215"/>
                </a:cubicBezTo>
                <a:cubicBezTo>
                  <a:pt x="511498" y="35410"/>
                  <a:pt x="513624" y="29214"/>
                  <a:pt x="517876" y="24627"/>
                </a:cubicBezTo>
                <a:cubicBezTo>
                  <a:pt x="522127" y="20040"/>
                  <a:pt x="527723" y="17747"/>
                  <a:pt x="534662" y="17747"/>
                </a:cubicBezTo>
                <a:cubicBezTo>
                  <a:pt x="541090" y="17747"/>
                  <a:pt x="546046" y="19627"/>
                  <a:pt x="549530" y="23387"/>
                </a:cubicBezTo>
                <a:cubicBezTo>
                  <a:pt x="553013" y="27148"/>
                  <a:pt x="554755" y="32489"/>
                  <a:pt x="554755" y="39412"/>
                </a:cubicBezTo>
                <a:lnTo>
                  <a:pt x="554755" y="43770"/>
                </a:lnTo>
                <a:moveTo>
                  <a:pt x="546949" y="37626"/>
                </a:moveTo>
                <a:cubicBezTo>
                  <a:pt x="546920" y="33417"/>
                  <a:pt x="545861" y="30161"/>
                  <a:pt x="543770" y="27857"/>
                </a:cubicBezTo>
                <a:cubicBezTo>
                  <a:pt x="541680" y="25554"/>
                  <a:pt x="538502" y="24402"/>
                  <a:pt x="534236" y="24402"/>
                </a:cubicBezTo>
                <a:cubicBezTo>
                  <a:pt x="529941" y="24402"/>
                  <a:pt x="526521" y="25667"/>
                  <a:pt x="523976" y="28199"/>
                </a:cubicBezTo>
                <a:cubicBezTo>
                  <a:pt x="521431" y="30730"/>
                  <a:pt x="519987" y="33872"/>
                  <a:pt x="519646" y="37626"/>
                </a:cubicBezTo>
                <a:lnTo>
                  <a:pt x="546949" y="37626"/>
                </a:lnTo>
                <a:close/>
                <a:moveTo>
                  <a:pt x="600957" y="53040"/>
                </a:moveTo>
                <a:cubicBezTo>
                  <a:pt x="600957" y="57388"/>
                  <a:pt x="599158" y="60954"/>
                  <a:pt x="595560" y="63739"/>
                </a:cubicBezTo>
                <a:cubicBezTo>
                  <a:pt x="591962" y="66523"/>
                  <a:pt x="587049" y="67915"/>
                  <a:pt x="580821" y="67915"/>
                </a:cubicBezTo>
                <a:cubicBezTo>
                  <a:pt x="577294" y="67915"/>
                  <a:pt x="574059" y="67494"/>
                  <a:pt x="571116" y="66653"/>
                </a:cubicBezTo>
                <a:cubicBezTo>
                  <a:pt x="568172" y="65811"/>
                  <a:pt x="565705" y="64891"/>
                  <a:pt x="563714" y="63892"/>
                </a:cubicBezTo>
                <a:lnTo>
                  <a:pt x="563714" y="54861"/>
                </a:lnTo>
                <a:lnTo>
                  <a:pt x="564141" y="54861"/>
                </a:lnTo>
                <a:cubicBezTo>
                  <a:pt x="566672" y="56793"/>
                  <a:pt x="569487" y="58328"/>
                  <a:pt x="572587" y="59467"/>
                </a:cubicBezTo>
                <a:cubicBezTo>
                  <a:pt x="575687" y="60606"/>
                  <a:pt x="578659" y="61175"/>
                  <a:pt x="581503" y="61175"/>
                </a:cubicBezTo>
                <a:cubicBezTo>
                  <a:pt x="585030" y="61175"/>
                  <a:pt x="587789" y="60604"/>
                  <a:pt x="589780" y="59462"/>
                </a:cubicBezTo>
                <a:cubicBezTo>
                  <a:pt x="591770" y="58319"/>
                  <a:pt x="592766" y="56519"/>
                  <a:pt x="592766" y="54063"/>
                </a:cubicBezTo>
                <a:cubicBezTo>
                  <a:pt x="592766" y="52187"/>
                  <a:pt x="592225" y="50767"/>
                  <a:pt x="591145" y="49801"/>
                </a:cubicBezTo>
                <a:cubicBezTo>
                  <a:pt x="590064" y="48835"/>
                  <a:pt x="587988" y="48010"/>
                  <a:pt x="584916" y="47328"/>
                </a:cubicBezTo>
                <a:cubicBezTo>
                  <a:pt x="583779" y="47073"/>
                  <a:pt x="582293" y="46774"/>
                  <a:pt x="580458" y="46433"/>
                </a:cubicBezTo>
                <a:cubicBezTo>
                  <a:pt x="578624" y="46092"/>
                  <a:pt x="576953" y="45723"/>
                  <a:pt x="575446" y="45325"/>
                </a:cubicBezTo>
                <a:cubicBezTo>
                  <a:pt x="571265" y="44217"/>
                  <a:pt x="568300" y="42590"/>
                  <a:pt x="566551" y="40445"/>
                </a:cubicBezTo>
                <a:cubicBezTo>
                  <a:pt x="564802" y="38299"/>
                  <a:pt x="563927" y="35664"/>
                  <a:pt x="563927" y="32538"/>
                </a:cubicBezTo>
                <a:cubicBezTo>
                  <a:pt x="563927" y="30577"/>
                  <a:pt x="564333" y="28730"/>
                  <a:pt x="565143" y="26997"/>
                </a:cubicBezTo>
                <a:cubicBezTo>
                  <a:pt x="565954" y="25263"/>
                  <a:pt x="567184" y="23714"/>
                  <a:pt x="568833" y="22350"/>
                </a:cubicBezTo>
                <a:cubicBezTo>
                  <a:pt x="570426" y="21015"/>
                  <a:pt x="572452" y="19957"/>
                  <a:pt x="574912" y="19176"/>
                </a:cubicBezTo>
                <a:cubicBezTo>
                  <a:pt x="577373" y="18394"/>
                  <a:pt x="580124" y="18003"/>
                  <a:pt x="583167" y="18003"/>
                </a:cubicBezTo>
                <a:cubicBezTo>
                  <a:pt x="586011" y="18003"/>
                  <a:pt x="588891" y="18350"/>
                  <a:pt x="591806" y="19044"/>
                </a:cubicBezTo>
                <a:cubicBezTo>
                  <a:pt x="594721" y="19738"/>
                  <a:pt x="597146" y="20581"/>
                  <a:pt x="599080" y="21574"/>
                </a:cubicBezTo>
                <a:lnTo>
                  <a:pt x="599080" y="30118"/>
                </a:lnTo>
                <a:lnTo>
                  <a:pt x="598653" y="30118"/>
                </a:lnTo>
                <a:cubicBezTo>
                  <a:pt x="596605" y="28611"/>
                  <a:pt x="594117" y="27338"/>
                  <a:pt x="591187" y="26300"/>
                </a:cubicBezTo>
                <a:cubicBezTo>
                  <a:pt x="588258" y="25262"/>
                  <a:pt x="585386" y="24743"/>
                  <a:pt x="582570" y="24743"/>
                </a:cubicBezTo>
                <a:cubicBezTo>
                  <a:pt x="579641" y="24743"/>
                  <a:pt x="577166" y="25307"/>
                  <a:pt x="575147" y="26436"/>
                </a:cubicBezTo>
                <a:cubicBezTo>
                  <a:pt x="573128" y="27565"/>
                  <a:pt x="572118" y="29243"/>
                  <a:pt x="572118" y="31471"/>
                </a:cubicBezTo>
                <a:cubicBezTo>
                  <a:pt x="572118" y="33432"/>
                  <a:pt x="572730" y="34910"/>
                  <a:pt x="573953" y="35904"/>
                </a:cubicBezTo>
                <a:cubicBezTo>
                  <a:pt x="575147" y="36899"/>
                  <a:pt x="577081" y="37709"/>
                  <a:pt x="579754" y="38334"/>
                </a:cubicBezTo>
                <a:cubicBezTo>
                  <a:pt x="581233" y="38676"/>
                  <a:pt x="582890" y="39017"/>
                  <a:pt x="584724" y="39358"/>
                </a:cubicBezTo>
                <a:cubicBezTo>
                  <a:pt x="586559" y="39699"/>
                  <a:pt x="588087" y="40011"/>
                  <a:pt x="589310" y="40295"/>
                </a:cubicBezTo>
                <a:cubicBezTo>
                  <a:pt x="593036" y="41148"/>
                  <a:pt x="595908" y="42611"/>
                  <a:pt x="597928" y="44685"/>
                </a:cubicBezTo>
                <a:cubicBezTo>
                  <a:pt x="599947" y="46788"/>
                  <a:pt x="600957" y="49573"/>
                  <a:pt x="600957" y="5304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6C877A-4E94-4BAB-8D72-B10EB7593B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329" y="610533"/>
            <a:ext cx="195062" cy="343529"/>
          </a:xfrm>
          <a:custGeom xmlns:a="http://schemas.openxmlformats.org/drawingml/2006/main">
            <a:pathLst>
              <a:path w="195062" h="343529">
                <a:moveTo>
                  <a:pt x="0" y="0"/>
                </a:moveTo>
                <a:lnTo>
                  <a:pt x="195062" y="0"/>
                </a:lnTo>
                <a:lnTo>
                  <a:pt x="195062" y="343529"/>
                </a:lnTo>
                <a:lnTo>
                  <a:pt x="0" y="3435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70836-1D2E-4858-8525-A75B7FC41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330" y="610535"/>
            <a:ext cx="195062" cy="343529"/>
          </a:xfrm>
          <a:custGeom xmlns:a="http://schemas.openxmlformats.org/drawingml/2006/main">
            <a:pathLst>
              <a:path w="195062" h="343529" fill="none">
                <a:moveTo>
                  <a:pt x="0" y="0"/>
                </a:moveTo>
                <a:lnTo>
                  <a:pt x="195062" y="0"/>
                </a:lnTo>
                <a:lnTo>
                  <a:pt x="195062" y="343529"/>
                </a:lnTo>
                <a:lnTo>
                  <a:pt x="0" y="3435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397" name="Text Charadriiformes">
            <a:extLst xmlns:a="http://schemas.openxmlformats.org/drawingml/2006/main">
              <a:ext uri="{FF2B5EF4-FFF2-40B4-BE49-F238E27FC236}">
                <a16:creationId xmlns:a16="http://schemas.microsoft.com/office/drawing/2014/main" id="{FD8B5545-1C6A-4ACD-A65A-F541BCFC3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8243" y="634831"/>
            <a:ext cx="58913" cy="5793"/>
          </a:xfrm>
          <a:custGeom xmlns:a="http://schemas.openxmlformats.org/drawingml/2006/main">
            <a:pathLst>
              <a:path w="58913" h="5793">
                <a:moveTo>
                  <a:pt x="4477" y="5288"/>
                </a:moveTo>
                <a:cubicBezTo>
                  <a:pt x="4344" y="5346"/>
                  <a:pt x="4224" y="5401"/>
                  <a:pt x="4116" y="5451"/>
                </a:cubicBezTo>
                <a:cubicBezTo>
                  <a:pt x="4009" y="5502"/>
                  <a:pt x="3868" y="5556"/>
                  <a:pt x="3694" y="5611"/>
                </a:cubicBezTo>
                <a:cubicBezTo>
                  <a:pt x="3547" y="5657"/>
                  <a:pt x="3387" y="5697"/>
                  <a:pt x="3214" y="5730"/>
                </a:cubicBezTo>
                <a:cubicBezTo>
                  <a:pt x="3041" y="5762"/>
                  <a:pt x="2851" y="5779"/>
                  <a:pt x="2643" y="5779"/>
                </a:cubicBezTo>
                <a:cubicBezTo>
                  <a:pt x="2251" y="5779"/>
                  <a:pt x="1895" y="5724"/>
                  <a:pt x="1575" y="5614"/>
                </a:cubicBezTo>
                <a:cubicBezTo>
                  <a:pt x="1255" y="5503"/>
                  <a:pt x="976" y="5331"/>
                  <a:pt x="740" y="5097"/>
                </a:cubicBezTo>
                <a:cubicBezTo>
                  <a:pt x="508" y="4867"/>
                  <a:pt x="326" y="4575"/>
                  <a:pt x="196" y="4221"/>
                </a:cubicBezTo>
                <a:cubicBezTo>
                  <a:pt x="65" y="3866"/>
                  <a:pt x="0" y="3455"/>
                  <a:pt x="0" y="2985"/>
                </a:cubicBezTo>
                <a:cubicBezTo>
                  <a:pt x="0" y="2540"/>
                  <a:pt x="63" y="2143"/>
                  <a:pt x="189" y="1792"/>
                </a:cubicBezTo>
                <a:cubicBezTo>
                  <a:pt x="314" y="1441"/>
                  <a:pt x="495" y="1145"/>
                  <a:pt x="732" y="903"/>
                </a:cubicBezTo>
                <a:cubicBezTo>
                  <a:pt x="962" y="669"/>
                  <a:pt x="1239" y="490"/>
                  <a:pt x="1564" y="366"/>
                </a:cubicBezTo>
                <a:cubicBezTo>
                  <a:pt x="1889" y="243"/>
                  <a:pt x="2250" y="181"/>
                  <a:pt x="2646" y="181"/>
                </a:cubicBezTo>
                <a:cubicBezTo>
                  <a:pt x="2936" y="181"/>
                  <a:pt x="3226" y="216"/>
                  <a:pt x="3515" y="286"/>
                </a:cubicBezTo>
                <a:cubicBezTo>
                  <a:pt x="3803" y="356"/>
                  <a:pt x="4124" y="480"/>
                  <a:pt x="4477" y="656"/>
                </a:cubicBezTo>
                <a:lnTo>
                  <a:pt x="4477" y="1508"/>
                </a:lnTo>
                <a:lnTo>
                  <a:pt x="4423" y="1508"/>
                </a:lnTo>
                <a:cubicBezTo>
                  <a:pt x="4125" y="1263"/>
                  <a:pt x="3831" y="1084"/>
                  <a:pt x="3538" y="973"/>
                </a:cubicBezTo>
                <a:cubicBezTo>
                  <a:pt x="3246" y="861"/>
                  <a:pt x="2933" y="805"/>
                  <a:pt x="2599" y="805"/>
                </a:cubicBezTo>
                <a:cubicBezTo>
                  <a:pt x="2326" y="805"/>
                  <a:pt x="2080" y="849"/>
                  <a:pt x="1862" y="937"/>
                </a:cubicBezTo>
                <a:cubicBezTo>
                  <a:pt x="1643" y="1025"/>
                  <a:pt x="1448" y="1162"/>
                  <a:pt x="1276" y="1347"/>
                </a:cubicBezTo>
                <a:cubicBezTo>
                  <a:pt x="1109" y="1528"/>
                  <a:pt x="979" y="1756"/>
                  <a:pt x="886" y="2033"/>
                </a:cubicBezTo>
                <a:cubicBezTo>
                  <a:pt x="793" y="2309"/>
                  <a:pt x="747" y="2627"/>
                  <a:pt x="747" y="2989"/>
                </a:cubicBezTo>
                <a:cubicBezTo>
                  <a:pt x="747" y="3367"/>
                  <a:pt x="798" y="3693"/>
                  <a:pt x="901" y="3965"/>
                </a:cubicBezTo>
                <a:cubicBezTo>
                  <a:pt x="1004" y="4238"/>
                  <a:pt x="1136" y="4460"/>
                  <a:pt x="1298" y="4631"/>
                </a:cubicBezTo>
                <a:cubicBezTo>
                  <a:pt x="1467" y="4809"/>
                  <a:pt x="1665" y="4941"/>
                  <a:pt x="1891" y="5027"/>
                </a:cubicBezTo>
                <a:cubicBezTo>
                  <a:pt x="2117" y="5112"/>
                  <a:pt x="2355" y="5155"/>
                  <a:pt x="2607" y="5155"/>
                </a:cubicBezTo>
                <a:cubicBezTo>
                  <a:pt x="2952" y="5155"/>
                  <a:pt x="3276" y="5096"/>
                  <a:pt x="3578" y="4977"/>
                </a:cubicBezTo>
                <a:cubicBezTo>
                  <a:pt x="3880" y="4859"/>
                  <a:pt x="4163" y="4681"/>
                  <a:pt x="4426" y="4445"/>
                </a:cubicBezTo>
                <a:lnTo>
                  <a:pt x="4477" y="4445"/>
                </a:lnTo>
                <a:lnTo>
                  <a:pt x="4477" y="5288"/>
                </a:lnTo>
                <a:close/>
                <a:moveTo>
                  <a:pt x="8824" y="5677"/>
                </a:moveTo>
                <a:lnTo>
                  <a:pt x="8142" y="5677"/>
                </a:lnTo>
                <a:lnTo>
                  <a:pt x="8142" y="3369"/>
                </a:lnTo>
                <a:cubicBezTo>
                  <a:pt x="8142" y="3183"/>
                  <a:pt x="8131" y="3008"/>
                  <a:pt x="8109" y="2845"/>
                </a:cubicBezTo>
                <a:cubicBezTo>
                  <a:pt x="8088" y="2681"/>
                  <a:pt x="8048" y="2554"/>
                  <a:pt x="7990" y="2462"/>
                </a:cubicBezTo>
                <a:cubicBezTo>
                  <a:pt x="7929" y="2360"/>
                  <a:pt x="7842" y="2285"/>
                  <a:pt x="7729" y="2235"/>
                </a:cubicBezTo>
                <a:cubicBezTo>
                  <a:pt x="7615" y="2185"/>
                  <a:pt x="7468" y="2161"/>
                  <a:pt x="7286" y="2161"/>
                </a:cubicBezTo>
                <a:cubicBezTo>
                  <a:pt x="7100" y="2161"/>
                  <a:pt x="6906" y="2207"/>
                  <a:pt x="6703" y="2299"/>
                </a:cubicBezTo>
                <a:cubicBezTo>
                  <a:pt x="6500" y="2391"/>
                  <a:pt x="6305" y="2508"/>
                  <a:pt x="6119" y="2650"/>
                </a:cubicBezTo>
                <a:lnTo>
                  <a:pt x="6119" y="5677"/>
                </a:lnTo>
                <a:lnTo>
                  <a:pt x="5438" y="5677"/>
                </a:lnTo>
                <a:lnTo>
                  <a:pt x="5438" y="36"/>
                </a:lnTo>
                <a:lnTo>
                  <a:pt x="6119" y="36"/>
                </a:lnTo>
                <a:lnTo>
                  <a:pt x="6119" y="2071"/>
                </a:lnTo>
                <a:cubicBezTo>
                  <a:pt x="6332" y="1894"/>
                  <a:pt x="6552" y="1756"/>
                  <a:pt x="6779" y="1657"/>
                </a:cubicBezTo>
                <a:cubicBezTo>
                  <a:pt x="7006" y="1558"/>
                  <a:pt x="7239" y="1508"/>
                  <a:pt x="7479" y="1508"/>
                </a:cubicBezTo>
                <a:cubicBezTo>
                  <a:pt x="7916" y="1508"/>
                  <a:pt x="8250" y="1640"/>
                  <a:pt x="8479" y="1904"/>
                </a:cubicBezTo>
                <a:cubicBezTo>
                  <a:pt x="8709" y="2168"/>
                  <a:pt x="8824" y="2548"/>
                  <a:pt x="8824" y="3044"/>
                </a:cubicBezTo>
                <a:lnTo>
                  <a:pt x="8824" y="5677"/>
                </a:lnTo>
                <a:close/>
                <a:moveTo>
                  <a:pt x="13283" y="5677"/>
                </a:moveTo>
                <a:lnTo>
                  <a:pt x="12605" y="5677"/>
                </a:lnTo>
                <a:lnTo>
                  <a:pt x="12605" y="5249"/>
                </a:lnTo>
                <a:cubicBezTo>
                  <a:pt x="12544" y="5290"/>
                  <a:pt x="12463" y="5347"/>
                  <a:pt x="12360" y="5421"/>
                </a:cubicBezTo>
                <a:cubicBezTo>
                  <a:pt x="12257" y="5495"/>
                  <a:pt x="12158" y="5554"/>
                  <a:pt x="12061" y="5597"/>
                </a:cubicBezTo>
                <a:cubicBezTo>
                  <a:pt x="11948" y="5653"/>
                  <a:pt x="11817" y="5699"/>
                  <a:pt x="11670" y="5737"/>
                </a:cubicBezTo>
                <a:cubicBezTo>
                  <a:pt x="11522" y="5774"/>
                  <a:pt x="11349" y="5793"/>
                  <a:pt x="11151" y="5793"/>
                </a:cubicBezTo>
                <a:cubicBezTo>
                  <a:pt x="10786" y="5793"/>
                  <a:pt x="10477" y="5672"/>
                  <a:pt x="10223" y="5430"/>
                </a:cubicBezTo>
                <a:cubicBezTo>
                  <a:pt x="9969" y="5188"/>
                  <a:pt x="9843" y="4880"/>
                  <a:pt x="9843" y="4504"/>
                </a:cubicBezTo>
                <a:cubicBezTo>
                  <a:pt x="9843" y="4197"/>
                  <a:pt x="9908" y="3949"/>
                  <a:pt x="10040" y="3759"/>
                </a:cubicBezTo>
                <a:cubicBezTo>
                  <a:pt x="10172" y="3569"/>
                  <a:pt x="10360" y="3419"/>
                  <a:pt x="10604" y="3310"/>
                </a:cubicBezTo>
                <a:cubicBezTo>
                  <a:pt x="10850" y="3201"/>
                  <a:pt x="11146" y="3128"/>
                  <a:pt x="11492" y="3089"/>
                </a:cubicBezTo>
                <a:cubicBezTo>
                  <a:pt x="11838" y="3050"/>
                  <a:pt x="12209" y="3021"/>
                  <a:pt x="12605" y="3002"/>
                </a:cubicBezTo>
                <a:lnTo>
                  <a:pt x="12605" y="2896"/>
                </a:lnTo>
                <a:cubicBezTo>
                  <a:pt x="12605" y="2740"/>
                  <a:pt x="12578" y="2611"/>
                  <a:pt x="12523" y="2508"/>
                </a:cubicBezTo>
                <a:cubicBezTo>
                  <a:pt x="12469" y="2406"/>
                  <a:pt x="12391" y="2325"/>
                  <a:pt x="12290" y="2267"/>
                </a:cubicBezTo>
                <a:cubicBezTo>
                  <a:pt x="12193" y="2211"/>
                  <a:pt x="12077" y="2173"/>
                  <a:pt x="11942" y="2154"/>
                </a:cubicBezTo>
                <a:cubicBezTo>
                  <a:pt x="11806" y="2134"/>
                  <a:pt x="11665" y="2124"/>
                  <a:pt x="11517" y="2124"/>
                </a:cubicBezTo>
                <a:cubicBezTo>
                  <a:pt x="11339" y="2124"/>
                  <a:pt x="11139" y="2149"/>
                  <a:pt x="10919" y="2197"/>
                </a:cubicBezTo>
                <a:cubicBezTo>
                  <a:pt x="10699" y="2245"/>
                  <a:pt x="10472" y="2315"/>
                  <a:pt x="10238" y="2407"/>
                </a:cubicBezTo>
                <a:lnTo>
                  <a:pt x="10201" y="2407"/>
                </a:lnTo>
                <a:lnTo>
                  <a:pt x="10201" y="1715"/>
                </a:lnTo>
                <a:cubicBezTo>
                  <a:pt x="10334" y="1678"/>
                  <a:pt x="10526" y="1639"/>
                  <a:pt x="10778" y="1595"/>
                </a:cubicBezTo>
                <a:cubicBezTo>
                  <a:pt x="11029" y="1552"/>
                  <a:pt x="11277" y="1530"/>
                  <a:pt x="11521" y="1530"/>
                </a:cubicBezTo>
                <a:cubicBezTo>
                  <a:pt x="11806" y="1530"/>
                  <a:pt x="12054" y="1553"/>
                  <a:pt x="12266" y="1601"/>
                </a:cubicBezTo>
                <a:cubicBezTo>
                  <a:pt x="12477" y="1648"/>
                  <a:pt x="12661" y="1728"/>
                  <a:pt x="12815" y="1842"/>
                </a:cubicBezTo>
                <a:cubicBezTo>
                  <a:pt x="12967" y="1953"/>
                  <a:pt x="13083" y="2097"/>
                  <a:pt x="13163" y="2273"/>
                </a:cubicBezTo>
                <a:cubicBezTo>
                  <a:pt x="13243" y="2449"/>
                  <a:pt x="13283" y="2668"/>
                  <a:pt x="13283" y="2929"/>
                </a:cubicBezTo>
                <a:lnTo>
                  <a:pt x="13283" y="5677"/>
                </a:lnTo>
                <a:moveTo>
                  <a:pt x="12605" y="4685"/>
                </a:moveTo>
                <a:lnTo>
                  <a:pt x="12605" y="3553"/>
                </a:lnTo>
                <a:cubicBezTo>
                  <a:pt x="12397" y="3565"/>
                  <a:pt x="12152" y="3583"/>
                  <a:pt x="11871" y="3607"/>
                </a:cubicBezTo>
                <a:cubicBezTo>
                  <a:pt x="11589" y="3632"/>
                  <a:pt x="11366" y="3667"/>
                  <a:pt x="11202" y="3713"/>
                </a:cubicBezTo>
                <a:cubicBezTo>
                  <a:pt x="11006" y="3769"/>
                  <a:pt x="10848" y="3856"/>
                  <a:pt x="10727" y="3973"/>
                </a:cubicBezTo>
                <a:cubicBezTo>
                  <a:pt x="10606" y="4091"/>
                  <a:pt x="10546" y="4253"/>
                  <a:pt x="10546" y="4459"/>
                </a:cubicBezTo>
                <a:cubicBezTo>
                  <a:pt x="10546" y="4693"/>
                  <a:pt x="10616" y="4868"/>
                  <a:pt x="10756" y="4986"/>
                </a:cubicBezTo>
                <a:cubicBezTo>
                  <a:pt x="10896" y="5103"/>
                  <a:pt x="11110" y="5162"/>
                  <a:pt x="11398" y="5162"/>
                </a:cubicBezTo>
                <a:cubicBezTo>
                  <a:pt x="11637" y="5162"/>
                  <a:pt x="11856" y="5116"/>
                  <a:pt x="12054" y="5022"/>
                </a:cubicBezTo>
                <a:cubicBezTo>
                  <a:pt x="12252" y="4929"/>
                  <a:pt x="12436" y="4816"/>
                  <a:pt x="12605" y="4685"/>
                </a:cubicBezTo>
                <a:close/>
                <a:moveTo>
                  <a:pt x="17122" y="2364"/>
                </a:moveTo>
                <a:lnTo>
                  <a:pt x="17086" y="2364"/>
                </a:lnTo>
                <a:cubicBezTo>
                  <a:pt x="16984" y="2341"/>
                  <a:pt x="16886" y="2324"/>
                  <a:pt x="16790" y="2314"/>
                </a:cubicBezTo>
                <a:cubicBezTo>
                  <a:pt x="16695" y="2304"/>
                  <a:pt x="16582" y="2298"/>
                  <a:pt x="16451" y="2298"/>
                </a:cubicBezTo>
                <a:cubicBezTo>
                  <a:pt x="16241" y="2298"/>
                  <a:pt x="16038" y="2345"/>
                  <a:pt x="15842" y="2438"/>
                </a:cubicBezTo>
                <a:cubicBezTo>
                  <a:pt x="15646" y="2531"/>
                  <a:pt x="15458" y="2652"/>
                  <a:pt x="15277" y="2799"/>
                </a:cubicBezTo>
                <a:lnTo>
                  <a:pt x="15277" y="5677"/>
                </a:lnTo>
                <a:lnTo>
                  <a:pt x="14595" y="5677"/>
                </a:lnTo>
                <a:lnTo>
                  <a:pt x="14595" y="1624"/>
                </a:lnTo>
                <a:lnTo>
                  <a:pt x="15277" y="1624"/>
                </a:lnTo>
                <a:lnTo>
                  <a:pt x="15277" y="2223"/>
                </a:lnTo>
                <a:cubicBezTo>
                  <a:pt x="15547" y="2005"/>
                  <a:pt x="15786" y="1851"/>
                  <a:pt x="15993" y="1760"/>
                </a:cubicBezTo>
                <a:cubicBezTo>
                  <a:pt x="16199" y="1669"/>
                  <a:pt x="16410" y="1624"/>
                  <a:pt x="16625" y="1624"/>
                </a:cubicBezTo>
                <a:cubicBezTo>
                  <a:pt x="16744" y="1624"/>
                  <a:pt x="16829" y="1627"/>
                  <a:pt x="16882" y="1633"/>
                </a:cubicBezTo>
                <a:cubicBezTo>
                  <a:pt x="16936" y="1639"/>
                  <a:pt x="17015" y="1651"/>
                  <a:pt x="17122" y="1667"/>
                </a:cubicBezTo>
                <a:lnTo>
                  <a:pt x="17122" y="2364"/>
                </a:lnTo>
                <a:close/>
                <a:moveTo>
                  <a:pt x="20910" y="5677"/>
                </a:moveTo>
                <a:lnTo>
                  <a:pt x="20232" y="5677"/>
                </a:lnTo>
                <a:lnTo>
                  <a:pt x="20232" y="5249"/>
                </a:lnTo>
                <a:cubicBezTo>
                  <a:pt x="20172" y="5290"/>
                  <a:pt x="20090" y="5347"/>
                  <a:pt x="19988" y="5421"/>
                </a:cubicBezTo>
                <a:cubicBezTo>
                  <a:pt x="19885" y="5495"/>
                  <a:pt x="19785" y="5554"/>
                  <a:pt x="19689" y="5597"/>
                </a:cubicBezTo>
                <a:cubicBezTo>
                  <a:pt x="19575" y="5653"/>
                  <a:pt x="19445" y="5699"/>
                  <a:pt x="19297" y="5737"/>
                </a:cubicBezTo>
                <a:cubicBezTo>
                  <a:pt x="19150" y="5774"/>
                  <a:pt x="18977" y="5793"/>
                  <a:pt x="18779" y="5793"/>
                </a:cubicBezTo>
                <a:cubicBezTo>
                  <a:pt x="18414" y="5793"/>
                  <a:pt x="18104" y="5672"/>
                  <a:pt x="17851" y="5430"/>
                </a:cubicBezTo>
                <a:cubicBezTo>
                  <a:pt x="17597" y="5188"/>
                  <a:pt x="17470" y="4880"/>
                  <a:pt x="17470" y="4504"/>
                </a:cubicBezTo>
                <a:cubicBezTo>
                  <a:pt x="17470" y="4197"/>
                  <a:pt x="17536" y="3949"/>
                  <a:pt x="17668" y="3759"/>
                </a:cubicBezTo>
                <a:cubicBezTo>
                  <a:pt x="17799" y="3569"/>
                  <a:pt x="17987" y="3419"/>
                  <a:pt x="18231" y="3310"/>
                </a:cubicBezTo>
                <a:cubicBezTo>
                  <a:pt x="18478" y="3201"/>
                  <a:pt x="18774" y="3128"/>
                  <a:pt x="19119" y="3089"/>
                </a:cubicBezTo>
                <a:cubicBezTo>
                  <a:pt x="19465" y="3050"/>
                  <a:pt x="19836" y="3021"/>
                  <a:pt x="20232" y="3002"/>
                </a:cubicBezTo>
                <a:lnTo>
                  <a:pt x="20232" y="2896"/>
                </a:lnTo>
                <a:cubicBezTo>
                  <a:pt x="20232" y="2740"/>
                  <a:pt x="20205" y="2611"/>
                  <a:pt x="20151" y="2508"/>
                </a:cubicBezTo>
                <a:cubicBezTo>
                  <a:pt x="20096" y="2406"/>
                  <a:pt x="20019" y="2325"/>
                  <a:pt x="19917" y="2267"/>
                </a:cubicBezTo>
                <a:cubicBezTo>
                  <a:pt x="19820" y="2211"/>
                  <a:pt x="19704" y="2173"/>
                  <a:pt x="19569" y="2154"/>
                </a:cubicBezTo>
                <a:cubicBezTo>
                  <a:pt x="19434" y="2134"/>
                  <a:pt x="19292" y="2124"/>
                  <a:pt x="19145" y="2124"/>
                </a:cubicBezTo>
                <a:cubicBezTo>
                  <a:pt x="18966" y="2124"/>
                  <a:pt x="18767" y="2149"/>
                  <a:pt x="18547" y="2197"/>
                </a:cubicBezTo>
                <a:cubicBezTo>
                  <a:pt x="18327" y="2245"/>
                  <a:pt x="18100" y="2315"/>
                  <a:pt x="17865" y="2407"/>
                </a:cubicBezTo>
                <a:lnTo>
                  <a:pt x="17829" y="2407"/>
                </a:lnTo>
                <a:lnTo>
                  <a:pt x="17829" y="1715"/>
                </a:lnTo>
                <a:cubicBezTo>
                  <a:pt x="17962" y="1678"/>
                  <a:pt x="18154" y="1639"/>
                  <a:pt x="18405" y="1595"/>
                </a:cubicBezTo>
                <a:cubicBezTo>
                  <a:pt x="18657" y="1552"/>
                  <a:pt x="18904" y="1530"/>
                  <a:pt x="19149" y="1530"/>
                </a:cubicBezTo>
                <a:cubicBezTo>
                  <a:pt x="19434" y="1530"/>
                  <a:pt x="19682" y="1553"/>
                  <a:pt x="19893" y="1601"/>
                </a:cubicBezTo>
                <a:cubicBezTo>
                  <a:pt x="20105" y="1648"/>
                  <a:pt x="20288" y="1728"/>
                  <a:pt x="20443" y="1842"/>
                </a:cubicBezTo>
                <a:cubicBezTo>
                  <a:pt x="20595" y="1953"/>
                  <a:pt x="20711" y="2097"/>
                  <a:pt x="20791" y="2273"/>
                </a:cubicBezTo>
                <a:cubicBezTo>
                  <a:pt x="20870" y="2449"/>
                  <a:pt x="20910" y="2668"/>
                  <a:pt x="20910" y="2929"/>
                </a:cubicBezTo>
                <a:lnTo>
                  <a:pt x="20910" y="5677"/>
                </a:lnTo>
                <a:moveTo>
                  <a:pt x="20232" y="4685"/>
                </a:moveTo>
                <a:lnTo>
                  <a:pt x="20232" y="3553"/>
                </a:lnTo>
                <a:cubicBezTo>
                  <a:pt x="20025" y="3565"/>
                  <a:pt x="19780" y="3583"/>
                  <a:pt x="19498" y="3607"/>
                </a:cubicBezTo>
                <a:cubicBezTo>
                  <a:pt x="19217" y="3632"/>
                  <a:pt x="18994" y="3667"/>
                  <a:pt x="18829" y="3713"/>
                </a:cubicBezTo>
                <a:cubicBezTo>
                  <a:pt x="18634" y="3769"/>
                  <a:pt x="18475" y="3856"/>
                  <a:pt x="18355" y="3973"/>
                </a:cubicBezTo>
                <a:cubicBezTo>
                  <a:pt x="18234" y="4091"/>
                  <a:pt x="18173" y="4253"/>
                  <a:pt x="18173" y="4459"/>
                </a:cubicBezTo>
                <a:cubicBezTo>
                  <a:pt x="18173" y="4693"/>
                  <a:pt x="18243" y="4868"/>
                  <a:pt x="18384" y="4986"/>
                </a:cubicBezTo>
                <a:cubicBezTo>
                  <a:pt x="18524" y="5103"/>
                  <a:pt x="18738" y="5162"/>
                  <a:pt x="19025" y="5162"/>
                </a:cubicBezTo>
                <a:cubicBezTo>
                  <a:pt x="19265" y="5162"/>
                  <a:pt x="19483" y="5116"/>
                  <a:pt x="19681" y="5022"/>
                </a:cubicBezTo>
                <a:cubicBezTo>
                  <a:pt x="19880" y="4929"/>
                  <a:pt x="20063" y="4816"/>
                  <a:pt x="20232" y="4685"/>
                </a:cubicBezTo>
                <a:close/>
                <a:moveTo>
                  <a:pt x="25507" y="5677"/>
                </a:moveTo>
                <a:lnTo>
                  <a:pt x="24825" y="5677"/>
                </a:lnTo>
                <a:lnTo>
                  <a:pt x="24825" y="5255"/>
                </a:lnTo>
                <a:cubicBezTo>
                  <a:pt x="24629" y="5425"/>
                  <a:pt x="24425" y="5557"/>
                  <a:pt x="24212" y="5651"/>
                </a:cubicBezTo>
                <a:cubicBezTo>
                  <a:pt x="24000" y="5746"/>
                  <a:pt x="23769" y="5793"/>
                  <a:pt x="23520" y="5793"/>
                </a:cubicBezTo>
                <a:cubicBezTo>
                  <a:pt x="23037" y="5793"/>
                  <a:pt x="22653" y="5607"/>
                  <a:pt x="22369" y="5233"/>
                </a:cubicBezTo>
                <a:cubicBezTo>
                  <a:pt x="22085" y="4860"/>
                  <a:pt x="21943" y="4343"/>
                  <a:pt x="21943" y="3682"/>
                </a:cubicBezTo>
                <a:cubicBezTo>
                  <a:pt x="21943" y="3337"/>
                  <a:pt x="21992" y="3031"/>
                  <a:pt x="22090" y="2762"/>
                </a:cubicBezTo>
                <a:cubicBezTo>
                  <a:pt x="22188" y="2493"/>
                  <a:pt x="22320" y="2264"/>
                  <a:pt x="22487" y="2075"/>
                </a:cubicBezTo>
                <a:cubicBezTo>
                  <a:pt x="22651" y="1891"/>
                  <a:pt x="22843" y="1750"/>
                  <a:pt x="23061" y="1654"/>
                </a:cubicBezTo>
                <a:cubicBezTo>
                  <a:pt x="23280" y="1557"/>
                  <a:pt x="23507" y="1508"/>
                  <a:pt x="23741" y="1508"/>
                </a:cubicBezTo>
                <a:cubicBezTo>
                  <a:pt x="23954" y="1508"/>
                  <a:pt x="24142" y="1531"/>
                  <a:pt x="24307" y="1575"/>
                </a:cubicBezTo>
                <a:cubicBezTo>
                  <a:pt x="24471" y="1620"/>
                  <a:pt x="24644" y="1690"/>
                  <a:pt x="24825" y="1784"/>
                </a:cubicBezTo>
                <a:lnTo>
                  <a:pt x="24825" y="36"/>
                </a:lnTo>
                <a:lnTo>
                  <a:pt x="25507" y="36"/>
                </a:lnTo>
                <a:lnTo>
                  <a:pt x="25507" y="5677"/>
                </a:lnTo>
                <a:moveTo>
                  <a:pt x="24825" y="4680"/>
                </a:moveTo>
                <a:lnTo>
                  <a:pt x="24825" y="2356"/>
                </a:lnTo>
                <a:cubicBezTo>
                  <a:pt x="24641" y="2274"/>
                  <a:pt x="24477" y="2217"/>
                  <a:pt x="24332" y="2186"/>
                </a:cubicBezTo>
                <a:cubicBezTo>
                  <a:pt x="24187" y="2155"/>
                  <a:pt x="24029" y="2139"/>
                  <a:pt x="23857" y="2139"/>
                </a:cubicBezTo>
                <a:cubicBezTo>
                  <a:pt x="23475" y="2139"/>
                  <a:pt x="23178" y="2272"/>
                  <a:pt x="22965" y="2538"/>
                </a:cubicBezTo>
                <a:cubicBezTo>
                  <a:pt x="22753" y="2804"/>
                  <a:pt x="22646" y="3181"/>
                  <a:pt x="22646" y="3669"/>
                </a:cubicBezTo>
                <a:cubicBezTo>
                  <a:pt x="22646" y="4150"/>
                  <a:pt x="22729" y="4515"/>
                  <a:pt x="22893" y="4765"/>
                </a:cubicBezTo>
                <a:cubicBezTo>
                  <a:pt x="23057" y="5015"/>
                  <a:pt x="23321" y="5141"/>
                  <a:pt x="23683" y="5141"/>
                </a:cubicBezTo>
                <a:cubicBezTo>
                  <a:pt x="23877" y="5141"/>
                  <a:pt x="24072" y="5098"/>
                  <a:pt x="24270" y="5012"/>
                </a:cubicBezTo>
                <a:cubicBezTo>
                  <a:pt x="24469" y="4926"/>
                  <a:pt x="24654" y="4815"/>
                  <a:pt x="24825" y="4680"/>
                </a:cubicBezTo>
                <a:close/>
                <a:moveTo>
                  <a:pt x="29375" y="2364"/>
                </a:moveTo>
                <a:lnTo>
                  <a:pt x="29338" y="2364"/>
                </a:lnTo>
                <a:cubicBezTo>
                  <a:pt x="29237" y="2341"/>
                  <a:pt x="29138" y="2324"/>
                  <a:pt x="29043" y="2314"/>
                </a:cubicBezTo>
                <a:cubicBezTo>
                  <a:pt x="28948" y="2304"/>
                  <a:pt x="28835" y="2298"/>
                  <a:pt x="28704" y="2298"/>
                </a:cubicBezTo>
                <a:cubicBezTo>
                  <a:pt x="28494" y="2298"/>
                  <a:pt x="28291" y="2345"/>
                  <a:pt x="28095" y="2438"/>
                </a:cubicBezTo>
                <a:cubicBezTo>
                  <a:pt x="27899" y="2531"/>
                  <a:pt x="27711" y="2652"/>
                  <a:pt x="27529" y="2799"/>
                </a:cubicBezTo>
                <a:lnTo>
                  <a:pt x="27529" y="5677"/>
                </a:lnTo>
                <a:lnTo>
                  <a:pt x="26848" y="5677"/>
                </a:lnTo>
                <a:lnTo>
                  <a:pt x="26848" y="1624"/>
                </a:lnTo>
                <a:lnTo>
                  <a:pt x="27529" y="1624"/>
                </a:lnTo>
                <a:lnTo>
                  <a:pt x="27529" y="2223"/>
                </a:lnTo>
                <a:cubicBezTo>
                  <a:pt x="27800" y="2005"/>
                  <a:pt x="28039" y="1851"/>
                  <a:pt x="28245" y="1760"/>
                </a:cubicBezTo>
                <a:cubicBezTo>
                  <a:pt x="28452" y="1669"/>
                  <a:pt x="28663" y="1624"/>
                  <a:pt x="28878" y="1624"/>
                </a:cubicBezTo>
                <a:cubicBezTo>
                  <a:pt x="28996" y="1624"/>
                  <a:pt x="29082" y="1627"/>
                  <a:pt x="29135" y="1633"/>
                </a:cubicBezTo>
                <a:cubicBezTo>
                  <a:pt x="29189" y="1639"/>
                  <a:pt x="29268" y="1651"/>
                  <a:pt x="29375" y="1667"/>
                </a:cubicBezTo>
                <a:lnTo>
                  <a:pt x="29375" y="2364"/>
                </a:lnTo>
                <a:close/>
                <a:moveTo>
                  <a:pt x="30749" y="950"/>
                </a:moveTo>
                <a:lnTo>
                  <a:pt x="29980" y="950"/>
                </a:lnTo>
                <a:lnTo>
                  <a:pt x="29980" y="239"/>
                </a:lnTo>
                <a:lnTo>
                  <a:pt x="30749" y="239"/>
                </a:lnTo>
                <a:lnTo>
                  <a:pt x="30749" y="950"/>
                </a:lnTo>
                <a:moveTo>
                  <a:pt x="30705" y="5677"/>
                </a:moveTo>
                <a:lnTo>
                  <a:pt x="30024" y="5677"/>
                </a:lnTo>
                <a:lnTo>
                  <a:pt x="30024" y="1624"/>
                </a:lnTo>
                <a:lnTo>
                  <a:pt x="30705" y="1624"/>
                </a:lnTo>
                <a:lnTo>
                  <a:pt x="30705" y="5677"/>
                </a:lnTo>
                <a:close/>
                <a:moveTo>
                  <a:pt x="32786" y="950"/>
                </a:moveTo>
                <a:lnTo>
                  <a:pt x="32018" y="950"/>
                </a:lnTo>
                <a:lnTo>
                  <a:pt x="32018" y="239"/>
                </a:lnTo>
                <a:lnTo>
                  <a:pt x="32786" y="239"/>
                </a:lnTo>
                <a:lnTo>
                  <a:pt x="32786" y="950"/>
                </a:lnTo>
                <a:moveTo>
                  <a:pt x="32743" y="5677"/>
                </a:moveTo>
                <a:lnTo>
                  <a:pt x="32061" y="5677"/>
                </a:lnTo>
                <a:lnTo>
                  <a:pt x="32061" y="1624"/>
                </a:lnTo>
                <a:lnTo>
                  <a:pt x="32743" y="1624"/>
                </a:lnTo>
                <a:lnTo>
                  <a:pt x="32743" y="5677"/>
                </a:lnTo>
                <a:close/>
                <a:moveTo>
                  <a:pt x="36270" y="696"/>
                </a:moveTo>
                <a:lnTo>
                  <a:pt x="36234" y="696"/>
                </a:lnTo>
                <a:cubicBezTo>
                  <a:pt x="36159" y="674"/>
                  <a:pt x="36061" y="652"/>
                  <a:pt x="35940" y="629"/>
                </a:cubicBezTo>
                <a:cubicBezTo>
                  <a:pt x="35819" y="606"/>
                  <a:pt x="35713" y="595"/>
                  <a:pt x="35621" y="595"/>
                </a:cubicBezTo>
                <a:cubicBezTo>
                  <a:pt x="35329" y="595"/>
                  <a:pt x="35116" y="659"/>
                  <a:pt x="34985" y="788"/>
                </a:cubicBezTo>
                <a:cubicBezTo>
                  <a:pt x="34853" y="917"/>
                  <a:pt x="34787" y="1150"/>
                  <a:pt x="34787" y="1487"/>
                </a:cubicBezTo>
                <a:lnTo>
                  <a:pt x="34787" y="1624"/>
                </a:lnTo>
                <a:lnTo>
                  <a:pt x="36016" y="1624"/>
                </a:lnTo>
                <a:lnTo>
                  <a:pt x="36016" y="2197"/>
                </a:lnTo>
                <a:lnTo>
                  <a:pt x="34809" y="2197"/>
                </a:lnTo>
                <a:lnTo>
                  <a:pt x="34809" y="5677"/>
                </a:lnTo>
                <a:lnTo>
                  <a:pt x="34127" y="5677"/>
                </a:lnTo>
                <a:lnTo>
                  <a:pt x="34127" y="2197"/>
                </a:lnTo>
                <a:lnTo>
                  <a:pt x="33667" y="2197"/>
                </a:lnTo>
                <a:lnTo>
                  <a:pt x="33667" y="1624"/>
                </a:lnTo>
                <a:lnTo>
                  <a:pt x="34127" y="1624"/>
                </a:lnTo>
                <a:lnTo>
                  <a:pt x="34127" y="1490"/>
                </a:lnTo>
                <a:cubicBezTo>
                  <a:pt x="34127" y="1010"/>
                  <a:pt x="34247" y="642"/>
                  <a:pt x="34486" y="385"/>
                </a:cubicBezTo>
                <a:cubicBezTo>
                  <a:pt x="34726" y="128"/>
                  <a:pt x="35071" y="0"/>
                  <a:pt x="35523" y="0"/>
                </a:cubicBezTo>
                <a:cubicBezTo>
                  <a:pt x="35675" y="0"/>
                  <a:pt x="35813" y="7"/>
                  <a:pt x="35935" y="22"/>
                </a:cubicBezTo>
                <a:cubicBezTo>
                  <a:pt x="36057" y="36"/>
                  <a:pt x="36168" y="53"/>
                  <a:pt x="36270" y="73"/>
                </a:cubicBezTo>
                <a:lnTo>
                  <a:pt x="36270" y="696"/>
                </a:lnTo>
                <a:close/>
                <a:moveTo>
                  <a:pt x="40152" y="3652"/>
                </a:moveTo>
                <a:cubicBezTo>
                  <a:pt x="40152" y="4314"/>
                  <a:pt x="39983" y="4836"/>
                  <a:pt x="39645" y="5219"/>
                </a:cubicBezTo>
                <a:cubicBezTo>
                  <a:pt x="39306" y="5602"/>
                  <a:pt x="38853" y="5793"/>
                  <a:pt x="38285" y="5793"/>
                </a:cubicBezTo>
                <a:cubicBezTo>
                  <a:pt x="37713" y="5793"/>
                  <a:pt x="37258" y="5602"/>
                  <a:pt x="36921" y="5219"/>
                </a:cubicBezTo>
                <a:cubicBezTo>
                  <a:pt x="36583" y="4836"/>
                  <a:pt x="36415" y="4314"/>
                  <a:pt x="36415" y="3652"/>
                </a:cubicBezTo>
                <a:cubicBezTo>
                  <a:pt x="36415" y="2991"/>
                  <a:pt x="36583" y="2468"/>
                  <a:pt x="36921" y="2084"/>
                </a:cubicBezTo>
                <a:cubicBezTo>
                  <a:pt x="37258" y="1700"/>
                  <a:pt x="37713" y="1508"/>
                  <a:pt x="38285" y="1508"/>
                </a:cubicBezTo>
                <a:cubicBezTo>
                  <a:pt x="38853" y="1508"/>
                  <a:pt x="39306" y="1700"/>
                  <a:pt x="39645" y="2084"/>
                </a:cubicBezTo>
                <a:cubicBezTo>
                  <a:pt x="39983" y="2468"/>
                  <a:pt x="40152" y="2991"/>
                  <a:pt x="40152" y="3652"/>
                </a:cubicBezTo>
                <a:moveTo>
                  <a:pt x="39449" y="3652"/>
                </a:moveTo>
                <a:cubicBezTo>
                  <a:pt x="39449" y="3129"/>
                  <a:pt x="39346" y="2739"/>
                  <a:pt x="39141" y="2485"/>
                </a:cubicBezTo>
                <a:cubicBezTo>
                  <a:pt x="38936" y="2230"/>
                  <a:pt x="38650" y="2103"/>
                  <a:pt x="38285" y="2103"/>
                </a:cubicBezTo>
                <a:cubicBezTo>
                  <a:pt x="37916" y="2103"/>
                  <a:pt x="37629" y="2230"/>
                  <a:pt x="37424" y="2485"/>
                </a:cubicBezTo>
                <a:cubicBezTo>
                  <a:pt x="37220" y="2739"/>
                  <a:pt x="37118" y="3129"/>
                  <a:pt x="37118" y="3652"/>
                </a:cubicBezTo>
                <a:cubicBezTo>
                  <a:pt x="37118" y="4159"/>
                  <a:pt x="37221" y="4544"/>
                  <a:pt x="37426" y="4806"/>
                </a:cubicBezTo>
                <a:cubicBezTo>
                  <a:pt x="37632" y="5068"/>
                  <a:pt x="37918" y="5199"/>
                  <a:pt x="38285" y="5199"/>
                </a:cubicBezTo>
                <a:cubicBezTo>
                  <a:pt x="38648" y="5199"/>
                  <a:pt x="38932" y="5069"/>
                  <a:pt x="39139" y="4809"/>
                </a:cubicBezTo>
                <a:cubicBezTo>
                  <a:pt x="39346" y="4550"/>
                  <a:pt x="39449" y="4164"/>
                  <a:pt x="39449" y="3652"/>
                </a:cubicBezTo>
                <a:close/>
                <a:moveTo>
                  <a:pt x="43734" y="2364"/>
                </a:moveTo>
                <a:lnTo>
                  <a:pt x="43698" y="2364"/>
                </a:lnTo>
                <a:cubicBezTo>
                  <a:pt x="43596" y="2341"/>
                  <a:pt x="43498" y="2324"/>
                  <a:pt x="43403" y="2314"/>
                </a:cubicBezTo>
                <a:cubicBezTo>
                  <a:pt x="43307" y="2304"/>
                  <a:pt x="43194" y="2298"/>
                  <a:pt x="43064" y="2298"/>
                </a:cubicBezTo>
                <a:cubicBezTo>
                  <a:pt x="42853" y="2298"/>
                  <a:pt x="42650" y="2345"/>
                  <a:pt x="42455" y="2438"/>
                </a:cubicBezTo>
                <a:cubicBezTo>
                  <a:pt x="42259" y="2531"/>
                  <a:pt x="42070" y="2652"/>
                  <a:pt x="41889" y="2799"/>
                </a:cubicBezTo>
                <a:lnTo>
                  <a:pt x="41889" y="5677"/>
                </a:lnTo>
                <a:lnTo>
                  <a:pt x="41207" y="5677"/>
                </a:lnTo>
                <a:lnTo>
                  <a:pt x="41207" y="1624"/>
                </a:lnTo>
                <a:lnTo>
                  <a:pt x="41889" y="1624"/>
                </a:lnTo>
                <a:lnTo>
                  <a:pt x="41889" y="2223"/>
                </a:lnTo>
                <a:cubicBezTo>
                  <a:pt x="42160" y="2005"/>
                  <a:pt x="42398" y="1851"/>
                  <a:pt x="42605" y="1760"/>
                </a:cubicBezTo>
                <a:cubicBezTo>
                  <a:pt x="42812" y="1669"/>
                  <a:pt x="43022" y="1624"/>
                  <a:pt x="43238" y="1624"/>
                </a:cubicBezTo>
                <a:cubicBezTo>
                  <a:pt x="43356" y="1624"/>
                  <a:pt x="43442" y="1627"/>
                  <a:pt x="43495" y="1633"/>
                </a:cubicBezTo>
                <a:cubicBezTo>
                  <a:pt x="43548" y="1639"/>
                  <a:pt x="43628" y="1651"/>
                  <a:pt x="43734" y="1667"/>
                </a:cubicBezTo>
                <a:lnTo>
                  <a:pt x="43734" y="2364"/>
                </a:lnTo>
                <a:close/>
                <a:moveTo>
                  <a:pt x="50285" y="5677"/>
                </a:moveTo>
                <a:lnTo>
                  <a:pt x="49604" y="5677"/>
                </a:lnTo>
                <a:lnTo>
                  <a:pt x="49604" y="3369"/>
                </a:lnTo>
                <a:cubicBezTo>
                  <a:pt x="49604" y="3195"/>
                  <a:pt x="49596" y="3027"/>
                  <a:pt x="49580" y="2865"/>
                </a:cubicBezTo>
                <a:cubicBezTo>
                  <a:pt x="49564" y="2703"/>
                  <a:pt x="49531" y="2573"/>
                  <a:pt x="49480" y="2476"/>
                </a:cubicBezTo>
                <a:cubicBezTo>
                  <a:pt x="49425" y="2372"/>
                  <a:pt x="49345" y="2294"/>
                  <a:pt x="49241" y="2240"/>
                </a:cubicBezTo>
                <a:cubicBezTo>
                  <a:pt x="49137" y="2187"/>
                  <a:pt x="48987" y="2161"/>
                  <a:pt x="48792" y="2161"/>
                </a:cubicBezTo>
                <a:cubicBezTo>
                  <a:pt x="48601" y="2161"/>
                  <a:pt x="48410" y="2208"/>
                  <a:pt x="48219" y="2304"/>
                </a:cubicBezTo>
                <a:cubicBezTo>
                  <a:pt x="48028" y="2400"/>
                  <a:pt x="47837" y="2521"/>
                  <a:pt x="47646" y="2669"/>
                </a:cubicBezTo>
                <a:cubicBezTo>
                  <a:pt x="47653" y="2724"/>
                  <a:pt x="47659" y="2789"/>
                  <a:pt x="47664" y="2863"/>
                </a:cubicBezTo>
                <a:cubicBezTo>
                  <a:pt x="47669" y="2937"/>
                  <a:pt x="47671" y="3010"/>
                  <a:pt x="47671" y="3082"/>
                </a:cubicBezTo>
                <a:lnTo>
                  <a:pt x="47671" y="5677"/>
                </a:lnTo>
                <a:lnTo>
                  <a:pt x="46990" y="5677"/>
                </a:lnTo>
                <a:lnTo>
                  <a:pt x="46990" y="3369"/>
                </a:lnTo>
                <a:cubicBezTo>
                  <a:pt x="46990" y="3190"/>
                  <a:pt x="46982" y="3020"/>
                  <a:pt x="46966" y="2859"/>
                </a:cubicBezTo>
                <a:cubicBezTo>
                  <a:pt x="46951" y="2698"/>
                  <a:pt x="46917" y="2569"/>
                  <a:pt x="46867" y="2473"/>
                </a:cubicBezTo>
                <a:cubicBezTo>
                  <a:pt x="46811" y="2369"/>
                  <a:pt x="46731" y="2291"/>
                  <a:pt x="46627" y="2239"/>
                </a:cubicBezTo>
                <a:cubicBezTo>
                  <a:pt x="46523" y="2187"/>
                  <a:pt x="46374" y="2161"/>
                  <a:pt x="46178" y="2161"/>
                </a:cubicBezTo>
                <a:cubicBezTo>
                  <a:pt x="45992" y="2161"/>
                  <a:pt x="45805" y="2207"/>
                  <a:pt x="45618" y="2299"/>
                </a:cubicBezTo>
                <a:cubicBezTo>
                  <a:pt x="45430" y="2391"/>
                  <a:pt x="45244" y="2508"/>
                  <a:pt x="45058" y="2650"/>
                </a:cubicBezTo>
                <a:lnTo>
                  <a:pt x="45058" y="5677"/>
                </a:lnTo>
                <a:lnTo>
                  <a:pt x="44376" y="5677"/>
                </a:lnTo>
                <a:lnTo>
                  <a:pt x="44376" y="1624"/>
                </a:lnTo>
                <a:lnTo>
                  <a:pt x="45058" y="1624"/>
                </a:lnTo>
                <a:lnTo>
                  <a:pt x="45058" y="2074"/>
                </a:lnTo>
                <a:cubicBezTo>
                  <a:pt x="45270" y="1896"/>
                  <a:pt x="45482" y="1758"/>
                  <a:pt x="45694" y="1658"/>
                </a:cubicBezTo>
                <a:cubicBezTo>
                  <a:pt x="45905" y="1558"/>
                  <a:pt x="46131" y="1508"/>
                  <a:pt x="46370" y="1508"/>
                </a:cubicBezTo>
                <a:cubicBezTo>
                  <a:pt x="46646" y="1508"/>
                  <a:pt x="46879" y="1566"/>
                  <a:pt x="47071" y="1683"/>
                </a:cubicBezTo>
                <a:cubicBezTo>
                  <a:pt x="47264" y="1800"/>
                  <a:pt x="47407" y="1962"/>
                  <a:pt x="47501" y="2168"/>
                </a:cubicBezTo>
                <a:cubicBezTo>
                  <a:pt x="47777" y="1935"/>
                  <a:pt x="48028" y="1766"/>
                  <a:pt x="48255" y="1663"/>
                </a:cubicBezTo>
                <a:cubicBezTo>
                  <a:pt x="48482" y="1560"/>
                  <a:pt x="48725" y="1508"/>
                  <a:pt x="48984" y="1508"/>
                </a:cubicBezTo>
                <a:cubicBezTo>
                  <a:pt x="49428" y="1508"/>
                  <a:pt x="49757" y="1643"/>
                  <a:pt x="49968" y="1913"/>
                </a:cubicBezTo>
                <a:cubicBezTo>
                  <a:pt x="50180" y="2183"/>
                  <a:pt x="50285" y="2560"/>
                  <a:pt x="50285" y="3044"/>
                </a:cubicBezTo>
                <a:lnTo>
                  <a:pt x="50285" y="5677"/>
                </a:lnTo>
                <a:close/>
                <a:moveTo>
                  <a:pt x="54987" y="3719"/>
                </a:moveTo>
                <a:lnTo>
                  <a:pt x="52003" y="3719"/>
                </a:lnTo>
                <a:cubicBezTo>
                  <a:pt x="52003" y="3969"/>
                  <a:pt x="52041" y="4186"/>
                  <a:pt x="52116" y="4372"/>
                </a:cubicBezTo>
                <a:cubicBezTo>
                  <a:pt x="52191" y="4557"/>
                  <a:pt x="52293" y="4709"/>
                  <a:pt x="52424" y="4828"/>
                </a:cubicBezTo>
                <a:cubicBezTo>
                  <a:pt x="52550" y="4944"/>
                  <a:pt x="52699" y="5031"/>
                  <a:pt x="52872" y="5090"/>
                </a:cubicBezTo>
                <a:cubicBezTo>
                  <a:pt x="53044" y="5148"/>
                  <a:pt x="53235" y="5177"/>
                  <a:pt x="53443" y="5177"/>
                </a:cubicBezTo>
                <a:cubicBezTo>
                  <a:pt x="53718" y="5177"/>
                  <a:pt x="53995" y="5121"/>
                  <a:pt x="54275" y="5011"/>
                </a:cubicBezTo>
                <a:cubicBezTo>
                  <a:pt x="54554" y="4900"/>
                  <a:pt x="54752" y="4791"/>
                  <a:pt x="54871" y="4684"/>
                </a:cubicBezTo>
                <a:lnTo>
                  <a:pt x="54907" y="4684"/>
                </a:lnTo>
                <a:lnTo>
                  <a:pt x="54907" y="5429"/>
                </a:lnTo>
                <a:cubicBezTo>
                  <a:pt x="54678" y="5526"/>
                  <a:pt x="54443" y="5608"/>
                  <a:pt x="54204" y="5673"/>
                </a:cubicBezTo>
                <a:cubicBezTo>
                  <a:pt x="53965" y="5739"/>
                  <a:pt x="53713" y="5771"/>
                  <a:pt x="53450" y="5771"/>
                </a:cubicBezTo>
                <a:cubicBezTo>
                  <a:pt x="52778" y="5771"/>
                  <a:pt x="52253" y="5589"/>
                  <a:pt x="51876" y="5225"/>
                </a:cubicBezTo>
                <a:cubicBezTo>
                  <a:pt x="51499" y="4861"/>
                  <a:pt x="51311" y="4343"/>
                  <a:pt x="51311" y="3672"/>
                </a:cubicBezTo>
                <a:cubicBezTo>
                  <a:pt x="51311" y="3009"/>
                  <a:pt x="51492" y="2483"/>
                  <a:pt x="51853" y="2093"/>
                </a:cubicBezTo>
                <a:cubicBezTo>
                  <a:pt x="52214" y="1703"/>
                  <a:pt x="52690" y="1508"/>
                  <a:pt x="53279" y="1508"/>
                </a:cubicBezTo>
                <a:cubicBezTo>
                  <a:pt x="53826" y="1508"/>
                  <a:pt x="54247" y="1668"/>
                  <a:pt x="54543" y="1987"/>
                </a:cubicBezTo>
                <a:cubicBezTo>
                  <a:pt x="54839" y="2307"/>
                  <a:pt x="54987" y="2761"/>
                  <a:pt x="54987" y="3349"/>
                </a:cubicBezTo>
                <a:lnTo>
                  <a:pt x="54987" y="3719"/>
                </a:lnTo>
                <a:moveTo>
                  <a:pt x="54323" y="3197"/>
                </a:moveTo>
                <a:cubicBezTo>
                  <a:pt x="54321" y="2840"/>
                  <a:pt x="54231" y="2563"/>
                  <a:pt x="54053" y="2367"/>
                </a:cubicBezTo>
                <a:cubicBezTo>
                  <a:pt x="53876" y="2172"/>
                  <a:pt x="53606" y="2074"/>
                  <a:pt x="53243" y="2074"/>
                </a:cubicBezTo>
                <a:cubicBezTo>
                  <a:pt x="52878" y="2074"/>
                  <a:pt x="52588" y="2181"/>
                  <a:pt x="52371" y="2396"/>
                </a:cubicBezTo>
                <a:cubicBezTo>
                  <a:pt x="52155" y="2611"/>
                  <a:pt x="52032" y="2878"/>
                  <a:pt x="52003" y="3197"/>
                </a:cubicBezTo>
                <a:lnTo>
                  <a:pt x="54323" y="3197"/>
                </a:lnTo>
                <a:close/>
                <a:moveTo>
                  <a:pt x="58913" y="4507"/>
                </a:moveTo>
                <a:cubicBezTo>
                  <a:pt x="58913" y="4877"/>
                  <a:pt x="58760" y="5180"/>
                  <a:pt x="58454" y="5416"/>
                </a:cubicBezTo>
                <a:cubicBezTo>
                  <a:pt x="58148" y="5653"/>
                  <a:pt x="57731" y="5771"/>
                  <a:pt x="57202" y="5771"/>
                </a:cubicBezTo>
                <a:cubicBezTo>
                  <a:pt x="56902" y="5771"/>
                  <a:pt x="56627" y="5736"/>
                  <a:pt x="56377" y="5664"/>
                </a:cubicBezTo>
                <a:cubicBezTo>
                  <a:pt x="56127" y="5593"/>
                  <a:pt x="55917" y="5514"/>
                  <a:pt x="55748" y="5429"/>
                </a:cubicBezTo>
                <a:lnTo>
                  <a:pt x="55748" y="4662"/>
                </a:lnTo>
                <a:lnTo>
                  <a:pt x="55784" y="4662"/>
                </a:lnTo>
                <a:cubicBezTo>
                  <a:pt x="55999" y="4826"/>
                  <a:pt x="56239" y="4957"/>
                  <a:pt x="56502" y="5053"/>
                </a:cubicBezTo>
                <a:cubicBezTo>
                  <a:pt x="56765" y="5150"/>
                  <a:pt x="57018" y="5199"/>
                  <a:pt x="57260" y="5199"/>
                </a:cubicBezTo>
                <a:cubicBezTo>
                  <a:pt x="57559" y="5199"/>
                  <a:pt x="57794" y="5150"/>
                  <a:pt x="57963" y="5053"/>
                </a:cubicBezTo>
                <a:cubicBezTo>
                  <a:pt x="58132" y="4956"/>
                  <a:pt x="58217" y="4803"/>
                  <a:pt x="58217" y="4594"/>
                </a:cubicBezTo>
                <a:cubicBezTo>
                  <a:pt x="58217" y="4435"/>
                  <a:pt x="58171" y="4314"/>
                  <a:pt x="58079" y="4232"/>
                </a:cubicBezTo>
                <a:cubicBezTo>
                  <a:pt x="57987" y="4150"/>
                  <a:pt x="57811" y="4080"/>
                  <a:pt x="57550" y="4022"/>
                </a:cubicBezTo>
                <a:cubicBezTo>
                  <a:pt x="57453" y="4000"/>
                  <a:pt x="57327" y="3975"/>
                  <a:pt x="57171" y="3946"/>
                </a:cubicBezTo>
                <a:cubicBezTo>
                  <a:pt x="57015" y="3917"/>
                  <a:pt x="56873" y="3885"/>
                  <a:pt x="56745" y="3852"/>
                </a:cubicBezTo>
                <a:cubicBezTo>
                  <a:pt x="56390" y="3757"/>
                  <a:pt x="56138" y="3619"/>
                  <a:pt x="55989" y="3437"/>
                </a:cubicBezTo>
                <a:cubicBezTo>
                  <a:pt x="55840" y="3255"/>
                  <a:pt x="55766" y="3031"/>
                  <a:pt x="55766" y="2765"/>
                </a:cubicBezTo>
                <a:cubicBezTo>
                  <a:pt x="55766" y="2598"/>
                  <a:pt x="55801" y="2441"/>
                  <a:pt x="55869" y="2294"/>
                </a:cubicBezTo>
                <a:cubicBezTo>
                  <a:pt x="55938" y="2147"/>
                  <a:pt x="56043" y="2015"/>
                  <a:pt x="56183" y="1899"/>
                </a:cubicBezTo>
                <a:cubicBezTo>
                  <a:pt x="56318" y="1786"/>
                  <a:pt x="56491" y="1696"/>
                  <a:pt x="56700" y="1630"/>
                </a:cubicBezTo>
                <a:cubicBezTo>
                  <a:pt x="56909" y="1563"/>
                  <a:pt x="57142" y="1530"/>
                  <a:pt x="57401" y="1530"/>
                </a:cubicBezTo>
                <a:cubicBezTo>
                  <a:pt x="57643" y="1530"/>
                  <a:pt x="57887" y="1559"/>
                  <a:pt x="58135" y="1618"/>
                </a:cubicBezTo>
                <a:cubicBezTo>
                  <a:pt x="58383" y="1677"/>
                  <a:pt x="58589" y="1749"/>
                  <a:pt x="58753" y="1833"/>
                </a:cubicBezTo>
                <a:lnTo>
                  <a:pt x="58753" y="2559"/>
                </a:lnTo>
                <a:lnTo>
                  <a:pt x="58717" y="2559"/>
                </a:lnTo>
                <a:cubicBezTo>
                  <a:pt x="58543" y="2431"/>
                  <a:pt x="58332" y="2323"/>
                  <a:pt x="58083" y="2235"/>
                </a:cubicBezTo>
                <a:cubicBezTo>
                  <a:pt x="57834" y="2147"/>
                  <a:pt x="57590" y="2103"/>
                  <a:pt x="57350" y="2103"/>
                </a:cubicBezTo>
                <a:cubicBezTo>
                  <a:pt x="57101" y="2103"/>
                  <a:pt x="56891" y="2151"/>
                  <a:pt x="56720" y="2247"/>
                </a:cubicBezTo>
                <a:cubicBezTo>
                  <a:pt x="56548" y="2342"/>
                  <a:pt x="56462" y="2485"/>
                  <a:pt x="56462" y="2674"/>
                </a:cubicBezTo>
                <a:cubicBezTo>
                  <a:pt x="56462" y="2841"/>
                  <a:pt x="56514" y="2967"/>
                  <a:pt x="56618" y="3051"/>
                </a:cubicBezTo>
                <a:cubicBezTo>
                  <a:pt x="56720" y="3136"/>
                  <a:pt x="56884" y="3204"/>
                  <a:pt x="57111" y="3258"/>
                </a:cubicBezTo>
                <a:cubicBezTo>
                  <a:pt x="57237" y="3287"/>
                  <a:pt x="57378" y="3316"/>
                  <a:pt x="57533" y="3345"/>
                </a:cubicBezTo>
                <a:cubicBezTo>
                  <a:pt x="57689" y="3374"/>
                  <a:pt x="57819" y="3400"/>
                  <a:pt x="57923" y="3424"/>
                </a:cubicBezTo>
                <a:cubicBezTo>
                  <a:pt x="58240" y="3497"/>
                  <a:pt x="58484" y="3621"/>
                  <a:pt x="58655" y="3797"/>
                </a:cubicBezTo>
                <a:cubicBezTo>
                  <a:pt x="58827" y="3976"/>
                  <a:pt x="58913" y="4213"/>
                  <a:pt x="58913" y="450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2FB39A-3352-4A43-A54B-4BCD28DBE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329" y="976559"/>
            <a:ext cx="195062" cy="174768"/>
          </a:xfrm>
          <a:custGeom xmlns:a="http://schemas.openxmlformats.org/drawingml/2006/main">
            <a:pathLst>
              <a:path w="195062" h="174768">
                <a:moveTo>
                  <a:pt x="0" y="0"/>
                </a:moveTo>
                <a:lnTo>
                  <a:pt x="195062" y="0"/>
                </a:lnTo>
                <a:lnTo>
                  <a:pt x="195062" y="174768"/>
                </a:lnTo>
                <a:lnTo>
                  <a:pt x="0" y="1747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C3A55A-F849-40B1-B30B-EEA4BD537C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0330" y="976562"/>
            <a:ext cx="195062" cy="174768"/>
          </a:xfrm>
          <a:custGeom xmlns:a="http://schemas.openxmlformats.org/drawingml/2006/main">
            <a:pathLst>
              <a:path w="195062" h="174768" fill="none">
                <a:moveTo>
                  <a:pt x="0" y="0"/>
                </a:moveTo>
                <a:lnTo>
                  <a:pt x="195062" y="0"/>
                </a:lnTo>
                <a:lnTo>
                  <a:pt x="195062" y="174768"/>
                </a:lnTo>
                <a:lnTo>
                  <a:pt x="0" y="1747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00" name="Text Anseriformes">
            <a:extLst xmlns:a="http://schemas.openxmlformats.org/drawingml/2006/main">
              <a:ext uri="{FF2B5EF4-FFF2-40B4-BE49-F238E27FC236}">
                <a16:creationId xmlns:a16="http://schemas.microsoft.com/office/drawing/2014/main" id="{75AB79EE-FDED-4860-A85A-A1D41C864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941" y="1001207"/>
            <a:ext cx="59483" cy="7080"/>
          </a:xfrm>
          <a:custGeom xmlns:a="http://schemas.openxmlformats.org/drawingml/2006/main">
            <a:pathLst>
              <a:path w="59483" h="7080">
                <a:moveTo>
                  <a:pt x="5973" y="6939"/>
                </a:moveTo>
                <a:lnTo>
                  <a:pt x="5038" y="6939"/>
                </a:lnTo>
                <a:lnTo>
                  <a:pt x="4391" y="5104"/>
                </a:lnTo>
                <a:lnTo>
                  <a:pt x="1537" y="5104"/>
                </a:lnTo>
                <a:lnTo>
                  <a:pt x="891" y="6939"/>
                </a:lnTo>
                <a:lnTo>
                  <a:pt x="0" y="6939"/>
                </a:lnTo>
                <a:lnTo>
                  <a:pt x="2402" y="337"/>
                </a:lnTo>
                <a:lnTo>
                  <a:pt x="3571" y="337"/>
                </a:lnTo>
                <a:lnTo>
                  <a:pt x="5973" y="6939"/>
                </a:lnTo>
                <a:moveTo>
                  <a:pt x="4121" y="4342"/>
                </a:moveTo>
                <a:lnTo>
                  <a:pt x="2964" y="1104"/>
                </a:lnTo>
                <a:lnTo>
                  <a:pt x="1803" y="4342"/>
                </a:lnTo>
                <a:lnTo>
                  <a:pt x="4121" y="4342"/>
                </a:lnTo>
                <a:close/>
                <a:moveTo>
                  <a:pt x="11046" y="6939"/>
                </a:moveTo>
                <a:lnTo>
                  <a:pt x="10213" y="6939"/>
                </a:lnTo>
                <a:lnTo>
                  <a:pt x="10213" y="4118"/>
                </a:lnTo>
                <a:cubicBezTo>
                  <a:pt x="10213" y="3890"/>
                  <a:pt x="10200" y="3676"/>
                  <a:pt x="10173" y="3477"/>
                </a:cubicBezTo>
                <a:cubicBezTo>
                  <a:pt x="10147" y="3277"/>
                  <a:pt x="10098" y="3121"/>
                  <a:pt x="10027" y="3009"/>
                </a:cubicBezTo>
                <a:cubicBezTo>
                  <a:pt x="9953" y="2885"/>
                  <a:pt x="9847" y="2792"/>
                  <a:pt x="9708" y="2732"/>
                </a:cubicBezTo>
                <a:cubicBezTo>
                  <a:pt x="9569" y="2671"/>
                  <a:pt x="9389" y="2641"/>
                  <a:pt x="9168" y="2641"/>
                </a:cubicBezTo>
                <a:cubicBezTo>
                  <a:pt x="8940" y="2641"/>
                  <a:pt x="8702" y="2697"/>
                  <a:pt x="8454" y="2809"/>
                </a:cubicBezTo>
                <a:cubicBezTo>
                  <a:pt x="8206" y="2922"/>
                  <a:pt x="7968" y="3065"/>
                  <a:pt x="7741" y="3239"/>
                </a:cubicBezTo>
                <a:lnTo>
                  <a:pt x="7741" y="6939"/>
                </a:lnTo>
                <a:lnTo>
                  <a:pt x="6908" y="6939"/>
                </a:lnTo>
                <a:lnTo>
                  <a:pt x="6908" y="1985"/>
                </a:lnTo>
                <a:lnTo>
                  <a:pt x="7741" y="1985"/>
                </a:lnTo>
                <a:lnTo>
                  <a:pt x="7741" y="2531"/>
                </a:lnTo>
                <a:cubicBezTo>
                  <a:pt x="8001" y="2315"/>
                  <a:pt x="8270" y="2147"/>
                  <a:pt x="8547" y="2025"/>
                </a:cubicBezTo>
                <a:cubicBezTo>
                  <a:pt x="8825" y="1904"/>
                  <a:pt x="9110" y="1843"/>
                  <a:pt x="9402" y="1843"/>
                </a:cubicBezTo>
                <a:cubicBezTo>
                  <a:pt x="9937" y="1843"/>
                  <a:pt x="10345" y="2004"/>
                  <a:pt x="10625" y="2327"/>
                </a:cubicBezTo>
                <a:cubicBezTo>
                  <a:pt x="10906" y="2650"/>
                  <a:pt x="11046" y="3114"/>
                  <a:pt x="11046" y="3721"/>
                </a:cubicBezTo>
                <a:lnTo>
                  <a:pt x="11046" y="6939"/>
                </a:lnTo>
                <a:close/>
                <a:moveTo>
                  <a:pt x="16186" y="5509"/>
                </a:moveTo>
                <a:cubicBezTo>
                  <a:pt x="16186" y="5960"/>
                  <a:pt x="15999" y="6331"/>
                  <a:pt x="15626" y="6620"/>
                </a:cubicBezTo>
                <a:cubicBezTo>
                  <a:pt x="15252" y="6909"/>
                  <a:pt x="14742" y="7054"/>
                  <a:pt x="14095" y="7054"/>
                </a:cubicBezTo>
                <a:cubicBezTo>
                  <a:pt x="13728" y="7054"/>
                  <a:pt x="13392" y="7010"/>
                  <a:pt x="13087" y="6923"/>
                </a:cubicBezTo>
                <a:cubicBezTo>
                  <a:pt x="12781" y="6835"/>
                  <a:pt x="12525" y="6740"/>
                  <a:pt x="12318" y="6636"/>
                </a:cubicBezTo>
                <a:lnTo>
                  <a:pt x="12318" y="5698"/>
                </a:lnTo>
                <a:lnTo>
                  <a:pt x="12362" y="5698"/>
                </a:lnTo>
                <a:cubicBezTo>
                  <a:pt x="12625" y="5899"/>
                  <a:pt x="12918" y="6058"/>
                  <a:pt x="13240" y="6176"/>
                </a:cubicBezTo>
                <a:cubicBezTo>
                  <a:pt x="13562" y="6295"/>
                  <a:pt x="13870" y="6354"/>
                  <a:pt x="14166" y="6354"/>
                </a:cubicBezTo>
                <a:cubicBezTo>
                  <a:pt x="14532" y="6354"/>
                  <a:pt x="14818" y="6294"/>
                  <a:pt x="15025" y="6176"/>
                </a:cubicBezTo>
                <a:cubicBezTo>
                  <a:pt x="15232" y="6057"/>
                  <a:pt x="15335" y="5870"/>
                  <a:pt x="15335" y="5615"/>
                </a:cubicBezTo>
                <a:cubicBezTo>
                  <a:pt x="15335" y="5420"/>
                  <a:pt x="15279" y="5273"/>
                  <a:pt x="15167" y="5172"/>
                </a:cubicBezTo>
                <a:cubicBezTo>
                  <a:pt x="15055" y="5072"/>
                  <a:pt x="14839" y="4986"/>
                  <a:pt x="14520" y="4916"/>
                </a:cubicBezTo>
                <a:cubicBezTo>
                  <a:pt x="14402" y="4889"/>
                  <a:pt x="14248" y="4858"/>
                  <a:pt x="14057" y="4823"/>
                </a:cubicBezTo>
                <a:cubicBezTo>
                  <a:pt x="13867" y="4787"/>
                  <a:pt x="13693" y="4749"/>
                  <a:pt x="13536" y="4708"/>
                </a:cubicBezTo>
                <a:cubicBezTo>
                  <a:pt x="13102" y="4592"/>
                  <a:pt x="12794" y="4424"/>
                  <a:pt x="12613" y="4201"/>
                </a:cubicBezTo>
                <a:cubicBezTo>
                  <a:pt x="12431" y="3978"/>
                  <a:pt x="12340" y="3704"/>
                  <a:pt x="12340" y="3379"/>
                </a:cubicBezTo>
                <a:cubicBezTo>
                  <a:pt x="12340" y="3176"/>
                  <a:pt x="12382" y="2984"/>
                  <a:pt x="12466" y="2804"/>
                </a:cubicBezTo>
                <a:cubicBezTo>
                  <a:pt x="12551" y="2624"/>
                  <a:pt x="12678" y="2463"/>
                  <a:pt x="12850" y="2321"/>
                </a:cubicBezTo>
                <a:cubicBezTo>
                  <a:pt x="13015" y="2183"/>
                  <a:pt x="13226" y="2073"/>
                  <a:pt x="13481" y="1992"/>
                </a:cubicBezTo>
                <a:cubicBezTo>
                  <a:pt x="13737" y="1910"/>
                  <a:pt x="14022" y="1870"/>
                  <a:pt x="14338" y="1870"/>
                </a:cubicBezTo>
                <a:cubicBezTo>
                  <a:pt x="14634" y="1870"/>
                  <a:pt x="14933" y="1906"/>
                  <a:pt x="15236" y="1978"/>
                </a:cubicBezTo>
                <a:cubicBezTo>
                  <a:pt x="15538" y="2050"/>
                  <a:pt x="15790" y="2138"/>
                  <a:pt x="15991" y="2241"/>
                </a:cubicBezTo>
                <a:lnTo>
                  <a:pt x="15991" y="3128"/>
                </a:lnTo>
                <a:lnTo>
                  <a:pt x="15947" y="3128"/>
                </a:lnTo>
                <a:cubicBezTo>
                  <a:pt x="15734" y="2972"/>
                  <a:pt x="15476" y="2839"/>
                  <a:pt x="15171" y="2732"/>
                </a:cubicBezTo>
                <a:cubicBezTo>
                  <a:pt x="14867" y="2624"/>
                  <a:pt x="14569" y="2570"/>
                  <a:pt x="14276" y="2570"/>
                </a:cubicBezTo>
                <a:cubicBezTo>
                  <a:pt x="13972" y="2570"/>
                  <a:pt x="13715" y="2628"/>
                  <a:pt x="13505" y="2746"/>
                </a:cubicBezTo>
                <a:cubicBezTo>
                  <a:pt x="13296" y="2863"/>
                  <a:pt x="13191" y="3037"/>
                  <a:pt x="13191" y="3269"/>
                </a:cubicBezTo>
                <a:cubicBezTo>
                  <a:pt x="13191" y="3472"/>
                  <a:pt x="13254" y="3626"/>
                  <a:pt x="13381" y="3729"/>
                </a:cubicBezTo>
                <a:cubicBezTo>
                  <a:pt x="13505" y="3832"/>
                  <a:pt x="13706" y="3917"/>
                  <a:pt x="13984" y="3982"/>
                </a:cubicBezTo>
                <a:cubicBezTo>
                  <a:pt x="14138" y="4017"/>
                  <a:pt x="14310" y="4052"/>
                  <a:pt x="14500" y="4088"/>
                </a:cubicBezTo>
                <a:cubicBezTo>
                  <a:pt x="14691" y="4123"/>
                  <a:pt x="14849" y="4156"/>
                  <a:pt x="14976" y="4185"/>
                </a:cubicBezTo>
                <a:cubicBezTo>
                  <a:pt x="15363" y="4274"/>
                  <a:pt x="15662" y="4426"/>
                  <a:pt x="15871" y="4641"/>
                </a:cubicBezTo>
                <a:cubicBezTo>
                  <a:pt x="16081" y="4860"/>
                  <a:pt x="16186" y="5149"/>
                  <a:pt x="16186" y="5509"/>
                </a:cubicBezTo>
                <a:close/>
                <a:moveTo>
                  <a:pt x="21520" y="4546"/>
                </a:moveTo>
                <a:lnTo>
                  <a:pt x="17874" y="4546"/>
                </a:lnTo>
                <a:cubicBezTo>
                  <a:pt x="17874" y="4851"/>
                  <a:pt x="17919" y="5117"/>
                  <a:pt x="18011" y="5343"/>
                </a:cubicBezTo>
                <a:cubicBezTo>
                  <a:pt x="18103" y="5570"/>
                  <a:pt x="18228" y="5756"/>
                  <a:pt x="18388" y="5901"/>
                </a:cubicBezTo>
                <a:cubicBezTo>
                  <a:pt x="18541" y="6043"/>
                  <a:pt x="18724" y="6150"/>
                  <a:pt x="18935" y="6221"/>
                </a:cubicBezTo>
                <a:cubicBezTo>
                  <a:pt x="19146" y="6292"/>
                  <a:pt x="19379" y="6327"/>
                  <a:pt x="19633" y="6327"/>
                </a:cubicBezTo>
                <a:cubicBezTo>
                  <a:pt x="19969" y="6327"/>
                  <a:pt x="20308" y="6260"/>
                  <a:pt x="20650" y="6124"/>
                </a:cubicBezTo>
                <a:cubicBezTo>
                  <a:pt x="20991" y="5989"/>
                  <a:pt x="21234" y="5856"/>
                  <a:pt x="21378" y="5725"/>
                </a:cubicBezTo>
                <a:lnTo>
                  <a:pt x="21423" y="5725"/>
                </a:lnTo>
                <a:lnTo>
                  <a:pt x="21423" y="6636"/>
                </a:lnTo>
                <a:cubicBezTo>
                  <a:pt x="21142" y="6755"/>
                  <a:pt x="20856" y="6854"/>
                  <a:pt x="20563" y="6934"/>
                </a:cubicBezTo>
                <a:cubicBezTo>
                  <a:pt x="20271" y="7014"/>
                  <a:pt x="19964" y="7054"/>
                  <a:pt x="19642" y="7054"/>
                </a:cubicBezTo>
                <a:cubicBezTo>
                  <a:pt x="18820" y="7054"/>
                  <a:pt x="18179" y="6831"/>
                  <a:pt x="17719" y="6386"/>
                </a:cubicBezTo>
                <a:cubicBezTo>
                  <a:pt x="17258" y="5941"/>
                  <a:pt x="17027" y="5308"/>
                  <a:pt x="17027" y="4488"/>
                </a:cubicBezTo>
                <a:cubicBezTo>
                  <a:pt x="17027" y="3678"/>
                  <a:pt x="17248" y="3034"/>
                  <a:pt x="17690" y="2558"/>
                </a:cubicBezTo>
                <a:cubicBezTo>
                  <a:pt x="18131" y="2081"/>
                  <a:pt x="18713" y="1843"/>
                  <a:pt x="19433" y="1843"/>
                </a:cubicBezTo>
                <a:cubicBezTo>
                  <a:pt x="20101" y="1843"/>
                  <a:pt x="20616" y="2039"/>
                  <a:pt x="20977" y="2429"/>
                </a:cubicBezTo>
                <a:cubicBezTo>
                  <a:pt x="21339" y="2820"/>
                  <a:pt x="21520" y="3374"/>
                  <a:pt x="21520" y="4093"/>
                </a:cubicBezTo>
                <a:lnTo>
                  <a:pt x="21520" y="4546"/>
                </a:lnTo>
                <a:moveTo>
                  <a:pt x="20709" y="3908"/>
                </a:moveTo>
                <a:cubicBezTo>
                  <a:pt x="20706" y="3471"/>
                  <a:pt x="20596" y="3133"/>
                  <a:pt x="20379" y="2893"/>
                </a:cubicBezTo>
                <a:cubicBezTo>
                  <a:pt x="20162" y="2654"/>
                  <a:pt x="19832" y="2534"/>
                  <a:pt x="19389" y="2534"/>
                </a:cubicBezTo>
                <a:cubicBezTo>
                  <a:pt x="18943" y="2534"/>
                  <a:pt x="18588" y="2666"/>
                  <a:pt x="18323" y="2929"/>
                </a:cubicBezTo>
                <a:cubicBezTo>
                  <a:pt x="18059" y="3192"/>
                  <a:pt x="17909" y="3518"/>
                  <a:pt x="17874" y="3908"/>
                </a:cubicBezTo>
                <a:lnTo>
                  <a:pt x="20709" y="3908"/>
                </a:lnTo>
                <a:close/>
                <a:moveTo>
                  <a:pt x="25872" y="2889"/>
                </a:moveTo>
                <a:lnTo>
                  <a:pt x="25827" y="2889"/>
                </a:lnTo>
                <a:cubicBezTo>
                  <a:pt x="25703" y="2861"/>
                  <a:pt x="25583" y="2841"/>
                  <a:pt x="25466" y="2828"/>
                </a:cubicBezTo>
                <a:cubicBezTo>
                  <a:pt x="25349" y="2815"/>
                  <a:pt x="25211" y="2809"/>
                  <a:pt x="25052" y="2809"/>
                </a:cubicBezTo>
                <a:cubicBezTo>
                  <a:pt x="24795" y="2809"/>
                  <a:pt x="24547" y="2866"/>
                  <a:pt x="24307" y="2980"/>
                </a:cubicBezTo>
                <a:cubicBezTo>
                  <a:pt x="24068" y="3094"/>
                  <a:pt x="23838" y="3241"/>
                  <a:pt x="23616" y="3421"/>
                </a:cubicBezTo>
                <a:lnTo>
                  <a:pt x="23616" y="6939"/>
                </a:lnTo>
                <a:lnTo>
                  <a:pt x="22783" y="6939"/>
                </a:lnTo>
                <a:lnTo>
                  <a:pt x="22783" y="1985"/>
                </a:lnTo>
                <a:lnTo>
                  <a:pt x="23616" y="1985"/>
                </a:lnTo>
                <a:lnTo>
                  <a:pt x="23616" y="2717"/>
                </a:lnTo>
                <a:cubicBezTo>
                  <a:pt x="23947" y="2451"/>
                  <a:pt x="24239" y="2262"/>
                  <a:pt x="24491" y="2151"/>
                </a:cubicBezTo>
                <a:cubicBezTo>
                  <a:pt x="24744" y="2040"/>
                  <a:pt x="25002" y="1985"/>
                  <a:pt x="25265" y="1985"/>
                </a:cubicBezTo>
                <a:cubicBezTo>
                  <a:pt x="25409" y="1985"/>
                  <a:pt x="25514" y="1989"/>
                  <a:pt x="25579" y="1996"/>
                </a:cubicBezTo>
                <a:cubicBezTo>
                  <a:pt x="25644" y="2003"/>
                  <a:pt x="25742" y="2017"/>
                  <a:pt x="25872" y="2038"/>
                </a:cubicBezTo>
                <a:lnTo>
                  <a:pt x="25872" y="2889"/>
                </a:lnTo>
                <a:close/>
                <a:moveTo>
                  <a:pt x="27551" y="1161"/>
                </a:moveTo>
                <a:lnTo>
                  <a:pt x="26611" y="1161"/>
                </a:lnTo>
                <a:lnTo>
                  <a:pt x="26611" y="292"/>
                </a:lnTo>
                <a:lnTo>
                  <a:pt x="27551" y="292"/>
                </a:lnTo>
                <a:lnTo>
                  <a:pt x="27551" y="1161"/>
                </a:lnTo>
                <a:moveTo>
                  <a:pt x="27498" y="6939"/>
                </a:moveTo>
                <a:lnTo>
                  <a:pt x="26665" y="6939"/>
                </a:lnTo>
                <a:lnTo>
                  <a:pt x="26665" y="1985"/>
                </a:lnTo>
                <a:lnTo>
                  <a:pt x="27498" y="1985"/>
                </a:lnTo>
                <a:lnTo>
                  <a:pt x="27498" y="6939"/>
                </a:lnTo>
                <a:close/>
                <a:moveTo>
                  <a:pt x="31808" y="851"/>
                </a:moveTo>
                <a:lnTo>
                  <a:pt x="31764" y="851"/>
                </a:lnTo>
                <a:cubicBezTo>
                  <a:pt x="31673" y="824"/>
                  <a:pt x="31553" y="797"/>
                  <a:pt x="31405" y="769"/>
                </a:cubicBezTo>
                <a:cubicBezTo>
                  <a:pt x="31258" y="741"/>
                  <a:pt x="31128" y="727"/>
                  <a:pt x="31015" y="727"/>
                </a:cubicBezTo>
                <a:cubicBezTo>
                  <a:pt x="30658" y="727"/>
                  <a:pt x="30399" y="805"/>
                  <a:pt x="30238" y="963"/>
                </a:cubicBezTo>
                <a:cubicBezTo>
                  <a:pt x="30077" y="1120"/>
                  <a:pt x="29996" y="1405"/>
                  <a:pt x="29996" y="1817"/>
                </a:cubicBezTo>
                <a:lnTo>
                  <a:pt x="29996" y="1985"/>
                </a:lnTo>
                <a:lnTo>
                  <a:pt x="31498" y="1985"/>
                </a:lnTo>
                <a:lnTo>
                  <a:pt x="31498" y="2685"/>
                </a:lnTo>
                <a:lnTo>
                  <a:pt x="30023" y="2685"/>
                </a:lnTo>
                <a:lnTo>
                  <a:pt x="30023" y="6939"/>
                </a:lnTo>
                <a:lnTo>
                  <a:pt x="29190" y="6939"/>
                </a:lnTo>
                <a:lnTo>
                  <a:pt x="29190" y="2685"/>
                </a:lnTo>
                <a:lnTo>
                  <a:pt x="28627" y="2685"/>
                </a:lnTo>
                <a:lnTo>
                  <a:pt x="28627" y="1985"/>
                </a:lnTo>
                <a:lnTo>
                  <a:pt x="29190" y="1985"/>
                </a:lnTo>
                <a:lnTo>
                  <a:pt x="29190" y="1821"/>
                </a:lnTo>
                <a:cubicBezTo>
                  <a:pt x="29190" y="1235"/>
                  <a:pt x="29336" y="785"/>
                  <a:pt x="29628" y="471"/>
                </a:cubicBezTo>
                <a:cubicBezTo>
                  <a:pt x="29921" y="157"/>
                  <a:pt x="30343" y="0"/>
                  <a:pt x="30896" y="0"/>
                </a:cubicBezTo>
                <a:cubicBezTo>
                  <a:pt x="31082" y="0"/>
                  <a:pt x="31249" y="9"/>
                  <a:pt x="31399" y="27"/>
                </a:cubicBezTo>
                <a:cubicBezTo>
                  <a:pt x="31548" y="44"/>
                  <a:pt x="31684" y="65"/>
                  <a:pt x="31808" y="89"/>
                </a:cubicBezTo>
                <a:lnTo>
                  <a:pt x="31808" y="851"/>
                </a:lnTo>
                <a:close/>
                <a:moveTo>
                  <a:pt x="36554" y="4464"/>
                </a:moveTo>
                <a:cubicBezTo>
                  <a:pt x="36554" y="5272"/>
                  <a:pt x="36348" y="5911"/>
                  <a:pt x="35934" y="6379"/>
                </a:cubicBezTo>
                <a:cubicBezTo>
                  <a:pt x="35520" y="6846"/>
                  <a:pt x="34967" y="7080"/>
                  <a:pt x="34272" y="7080"/>
                </a:cubicBezTo>
                <a:cubicBezTo>
                  <a:pt x="33572" y="7080"/>
                  <a:pt x="33016" y="6846"/>
                  <a:pt x="32604" y="6379"/>
                </a:cubicBezTo>
                <a:cubicBezTo>
                  <a:pt x="32192" y="5911"/>
                  <a:pt x="31986" y="5272"/>
                  <a:pt x="31986" y="4464"/>
                </a:cubicBezTo>
                <a:cubicBezTo>
                  <a:pt x="31986" y="3656"/>
                  <a:pt x="32192" y="3017"/>
                  <a:pt x="32604" y="2547"/>
                </a:cubicBezTo>
                <a:cubicBezTo>
                  <a:pt x="33016" y="2078"/>
                  <a:pt x="33572" y="1843"/>
                  <a:pt x="34272" y="1843"/>
                </a:cubicBezTo>
                <a:cubicBezTo>
                  <a:pt x="34967" y="1843"/>
                  <a:pt x="35520" y="2078"/>
                  <a:pt x="35934" y="2547"/>
                </a:cubicBezTo>
                <a:cubicBezTo>
                  <a:pt x="36348" y="3017"/>
                  <a:pt x="36554" y="3656"/>
                  <a:pt x="36554" y="4464"/>
                </a:cubicBezTo>
                <a:moveTo>
                  <a:pt x="35695" y="4464"/>
                </a:moveTo>
                <a:cubicBezTo>
                  <a:pt x="35695" y="3824"/>
                  <a:pt x="35569" y="3348"/>
                  <a:pt x="35318" y="3037"/>
                </a:cubicBezTo>
                <a:cubicBezTo>
                  <a:pt x="35067" y="2726"/>
                  <a:pt x="34718" y="2570"/>
                  <a:pt x="34272" y="2570"/>
                </a:cubicBezTo>
                <a:cubicBezTo>
                  <a:pt x="33820" y="2570"/>
                  <a:pt x="33470" y="2726"/>
                  <a:pt x="33220" y="3037"/>
                </a:cubicBezTo>
                <a:cubicBezTo>
                  <a:pt x="32971" y="3348"/>
                  <a:pt x="32846" y="3824"/>
                  <a:pt x="32846" y="4464"/>
                </a:cubicBezTo>
                <a:cubicBezTo>
                  <a:pt x="32846" y="5084"/>
                  <a:pt x="32971" y="5553"/>
                  <a:pt x="33222" y="5874"/>
                </a:cubicBezTo>
                <a:cubicBezTo>
                  <a:pt x="33473" y="6194"/>
                  <a:pt x="33823" y="6354"/>
                  <a:pt x="34272" y="6354"/>
                </a:cubicBezTo>
                <a:cubicBezTo>
                  <a:pt x="34716" y="6354"/>
                  <a:pt x="35063" y="6195"/>
                  <a:pt x="35316" y="5878"/>
                </a:cubicBezTo>
                <a:cubicBezTo>
                  <a:pt x="35568" y="5561"/>
                  <a:pt x="35695" y="5090"/>
                  <a:pt x="35695" y="4464"/>
                </a:cubicBezTo>
                <a:close/>
                <a:moveTo>
                  <a:pt x="40932" y="2889"/>
                </a:moveTo>
                <a:lnTo>
                  <a:pt x="40887" y="2889"/>
                </a:lnTo>
                <a:cubicBezTo>
                  <a:pt x="40763" y="2861"/>
                  <a:pt x="40643" y="2841"/>
                  <a:pt x="40526" y="2828"/>
                </a:cubicBezTo>
                <a:cubicBezTo>
                  <a:pt x="40410" y="2815"/>
                  <a:pt x="40272" y="2809"/>
                  <a:pt x="40112" y="2809"/>
                </a:cubicBezTo>
                <a:cubicBezTo>
                  <a:pt x="39855" y="2809"/>
                  <a:pt x="39607" y="2866"/>
                  <a:pt x="39368" y="2980"/>
                </a:cubicBezTo>
                <a:cubicBezTo>
                  <a:pt x="39128" y="3094"/>
                  <a:pt x="38898" y="3241"/>
                  <a:pt x="38676" y="3421"/>
                </a:cubicBezTo>
                <a:lnTo>
                  <a:pt x="38676" y="6939"/>
                </a:lnTo>
                <a:lnTo>
                  <a:pt x="37843" y="6939"/>
                </a:lnTo>
                <a:lnTo>
                  <a:pt x="37843" y="1985"/>
                </a:lnTo>
                <a:lnTo>
                  <a:pt x="38676" y="1985"/>
                </a:lnTo>
                <a:lnTo>
                  <a:pt x="38676" y="2717"/>
                </a:lnTo>
                <a:cubicBezTo>
                  <a:pt x="39007" y="2451"/>
                  <a:pt x="39299" y="2262"/>
                  <a:pt x="39552" y="2151"/>
                </a:cubicBezTo>
                <a:cubicBezTo>
                  <a:pt x="39804" y="2040"/>
                  <a:pt x="40062" y="1985"/>
                  <a:pt x="40325" y="1985"/>
                </a:cubicBezTo>
                <a:cubicBezTo>
                  <a:pt x="40469" y="1985"/>
                  <a:pt x="40574" y="1989"/>
                  <a:pt x="40639" y="1996"/>
                </a:cubicBezTo>
                <a:cubicBezTo>
                  <a:pt x="40704" y="2003"/>
                  <a:pt x="40802" y="2017"/>
                  <a:pt x="40932" y="2038"/>
                </a:cubicBezTo>
                <a:lnTo>
                  <a:pt x="40932" y="2889"/>
                </a:lnTo>
                <a:close/>
                <a:moveTo>
                  <a:pt x="48938" y="6939"/>
                </a:moveTo>
                <a:lnTo>
                  <a:pt x="48105" y="6939"/>
                </a:lnTo>
                <a:lnTo>
                  <a:pt x="48105" y="4118"/>
                </a:lnTo>
                <a:cubicBezTo>
                  <a:pt x="48105" y="3905"/>
                  <a:pt x="48095" y="3699"/>
                  <a:pt x="48076" y="3501"/>
                </a:cubicBezTo>
                <a:cubicBezTo>
                  <a:pt x="48057" y="3303"/>
                  <a:pt x="48016" y="3145"/>
                  <a:pt x="47954" y="3027"/>
                </a:cubicBezTo>
                <a:cubicBezTo>
                  <a:pt x="47886" y="2899"/>
                  <a:pt x="47789" y="2803"/>
                  <a:pt x="47662" y="2738"/>
                </a:cubicBezTo>
                <a:cubicBezTo>
                  <a:pt x="47535" y="2673"/>
                  <a:pt x="47352" y="2641"/>
                  <a:pt x="47112" y="2641"/>
                </a:cubicBezTo>
                <a:cubicBezTo>
                  <a:pt x="46879" y="2641"/>
                  <a:pt x="46646" y="2699"/>
                  <a:pt x="46412" y="2816"/>
                </a:cubicBezTo>
                <a:cubicBezTo>
                  <a:pt x="46179" y="2933"/>
                  <a:pt x="45946" y="3081"/>
                  <a:pt x="45712" y="3262"/>
                </a:cubicBezTo>
                <a:cubicBezTo>
                  <a:pt x="45721" y="3330"/>
                  <a:pt x="45728" y="3409"/>
                  <a:pt x="45734" y="3499"/>
                </a:cubicBezTo>
                <a:cubicBezTo>
                  <a:pt x="45740" y="3589"/>
                  <a:pt x="45743" y="3679"/>
                  <a:pt x="45743" y="3767"/>
                </a:cubicBezTo>
                <a:lnTo>
                  <a:pt x="45743" y="6939"/>
                </a:lnTo>
                <a:lnTo>
                  <a:pt x="44910" y="6939"/>
                </a:lnTo>
                <a:lnTo>
                  <a:pt x="44910" y="4118"/>
                </a:lnTo>
                <a:cubicBezTo>
                  <a:pt x="44910" y="3899"/>
                  <a:pt x="44901" y="3691"/>
                  <a:pt x="44881" y="3495"/>
                </a:cubicBezTo>
                <a:cubicBezTo>
                  <a:pt x="44862" y="3298"/>
                  <a:pt x="44822" y="3140"/>
                  <a:pt x="44760" y="3022"/>
                </a:cubicBezTo>
                <a:cubicBezTo>
                  <a:pt x="44692" y="2895"/>
                  <a:pt x="44594" y="2800"/>
                  <a:pt x="44467" y="2736"/>
                </a:cubicBezTo>
                <a:cubicBezTo>
                  <a:pt x="44340" y="2673"/>
                  <a:pt x="44157" y="2641"/>
                  <a:pt x="43918" y="2641"/>
                </a:cubicBezTo>
                <a:cubicBezTo>
                  <a:pt x="43690" y="2641"/>
                  <a:pt x="43462" y="2697"/>
                  <a:pt x="43233" y="2809"/>
                </a:cubicBezTo>
                <a:cubicBezTo>
                  <a:pt x="43004" y="2922"/>
                  <a:pt x="42776" y="3065"/>
                  <a:pt x="42549" y="3239"/>
                </a:cubicBezTo>
                <a:lnTo>
                  <a:pt x="42549" y="6939"/>
                </a:lnTo>
                <a:lnTo>
                  <a:pt x="41716" y="6939"/>
                </a:lnTo>
                <a:lnTo>
                  <a:pt x="41716" y="1985"/>
                </a:lnTo>
                <a:lnTo>
                  <a:pt x="42549" y="1985"/>
                </a:lnTo>
                <a:lnTo>
                  <a:pt x="42549" y="2535"/>
                </a:lnTo>
                <a:cubicBezTo>
                  <a:pt x="42809" y="2318"/>
                  <a:pt x="43068" y="2148"/>
                  <a:pt x="43326" y="2026"/>
                </a:cubicBezTo>
                <a:cubicBezTo>
                  <a:pt x="43585" y="1904"/>
                  <a:pt x="43860" y="1843"/>
                  <a:pt x="44153" y="1843"/>
                </a:cubicBezTo>
                <a:cubicBezTo>
                  <a:pt x="44489" y="1843"/>
                  <a:pt x="44775" y="1915"/>
                  <a:pt x="45010" y="2057"/>
                </a:cubicBezTo>
                <a:cubicBezTo>
                  <a:pt x="45245" y="2200"/>
                  <a:pt x="45420" y="2398"/>
                  <a:pt x="45535" y="2650"/>
                </a:cubicBezTo>
                <a:cubicBezTo>
                  <a:pt x="45872" y="2365"/>
                  <a:pt x="46179" y="2159"/>
                  <a:pt x="46457" y="2033"/>
                </a:cubicBezTo>
                <a:cubicBezTo>
                  <a:pt x="46734" y="1906"/>
                  <a:pt x="47031" y="1843"/>
                  <a:pt x="47347" y="1843"/>
                </a:cubicBezTo>
                <a:cubicBezTo>
                  <a:pt x="47891" y="1843"/>
                  <a:pt x="48292" y="2008"/>
                  <a:pt x="48550" y="2338"/>
                </a:cubicBezTo>
                <a:cubicBezTo>
                  <a:pt x="48809" y="2668"/>
                  <a:pt x="48938" y="3129"/>
                  <a:pt x="48938" y="3721"/>
                </a:cubicBezTo>
                <a:lnTo>
                  <a:pt x="48938" y="6939"/>
                </a:lnTo>
                <a:close/>
                <a:moveTo>
                  <a:pt x="54685" y="4546"/>
                </a:moveTo>
                <a:lnTo>
                  <a:pt x="51038" y="4546"/>
                </a:lnTo>
                <a:cubicBezTo>
                  <a:pt x="51038" y="4851"/>
                  <a:pt x="51084" y="5117"/>
                  <a:pt x="51176" y="5343"/>
                </a:cubicBezTo>
                <a:cubicBezTo>
                  <a:pt x="51267" y="5570"/>
                  <a:pt x="51393" y="5756"/>
                  <a:pt x="51552" y="5901"/>
                </a:cubicBezTo>
                <a:cubicBezTo>
                  <a:pt x="51706" y="6043"/>
                  <a:pt x="51888" y="6150"/>
                  <a:pt x="52100" y="6221"/>
                </a:cubicBezTo>
                <a:cubicBezTo>
                  <a:pt x="52311" y="6292"/>
                  <a:pt x="52543" y="6327"/>
                  <a:pt x="52797" y="6327"/>
                </a:cubicBezTo>
                <a:cubicBezTo>
                  <a:pt x="53134" y="6327"/>
                  <a:pt x="53473" y="6260"/>
                  <a:pt x="53814" y="6124"/>
                </a:cubicBezTo>
                <a:cubicBezTo>
                  <a:pt x="54155" y="5989"/>
                  <a:pt x="54398" y="5856"/>
                  <a:pt x="54543" y="5725"/>
                </a:cubicBezTo>
                <a:lnTo>
                  <a:pt x="54587" y="5725"/>
                </a:lnTo>
                <a:lnTo>
                  <a:pt x="54587" y="6636"/>
                </a:lnTo>
                <a:cubicBezTo>
                  <a:pt x="54307" y="6755"/>
                  <a:pt x="54020" y="6854"/>
                  <a:pt x="53728" y="6934"/>
                </a:cubicBezTo>
                <a:cubicBezTo>
                  <a:pt x="53435" y="7014"/>
                  <a:pt x="53128" y="7054"/>
                  <a:pt x="52806" y="7054"/>
                </a:cubicBezTo>
                <a:cubicBezTo>
                  <a:pt x="51985" y="7054"/>
                  <a:pt x="51344" y="6831"/>
                  <a:pt x="50883" y="6386"/>
                </a:cubicBezTo>
                <a:cubicBezTo>
                  <a:pt x="50423" y="5941"/>
                  <a:pt x="50192" y="5308"/>
                  <a:pt x="50192" y="4488"/>
                </a:cubicBezTo>
                <a:cubicBezTo>
                  <a:pt x="50192" y="3678"/>
                  <a:pt x="50413" y="3034"/>
                  <a:pt x="50855" y="2558"/>
                </a:cubicBezTo>
                <a:cubicBezTo>
                  <a:pt x="51296" y="2081"/>
                  <a:pt x="51877" y="1843"/>
                  <a:pt x="52598" y="1843"/>
                </a:cubicBezTo>
                <a:cubicBezTo>
                  <a:pt x="53266" y="1843"/>
                  <a:pt x="53780" y="2039"/>
                  <a:pt x="54142" y="2429"/>
                </a:cubicBezTo>
                <a:cubicBezTo>
                  <a:pt x="54504" y="2820"/>
                  <a:pt x="54685" y="3374"/>
                  <a:pt x="54685" y="4093"/>
                </a:cubicBezTo>
                <a:lnTo>
                  <a:pt x="54685" y="4546"/>
                </a:lnTo>
                <a:moveTo>
                  <a:pt x="53874" y="3908"/>
                </a:moveTo>
                <a:cubicBezTo>
                  <a:pt x="53871" y="3471"/>
                  <a:pt x="53761" y="3133"/>
                  <a:pt x="53544" y="2893"/>
                </a:cubicBezTo>
                <a:cubicBezTo>
                  <a:pt x="53327" y="2654"/>
                  <a:pt x="52997" y="2534"/>
                  <a:pt x="52554" y="2534"/>
                </a:cubicBezTo>
                <a:cubicBezTo>
                  <a:pt x="52108" y="2534"/>
                  <a:pt x="51753" y="2666"/>
                  <a:pt x="51488" y="2929"/>
                </a:cubicBezTo>
                <a:cubicBezTo>
                  <a:pt x="51224" y="3192"/>
                  <a:pt x="51074" y="3518"/>
                  <a:pt x="51038" y="3908"/>
                </a:cubicBezTo>
                <a:lnTo>
                  <a:pt x="53874" y="3908"/>
                </a:lnTo>
                <a:close/>
                <a:moveTo>
                  <a:pt x="59483" y="5509"/>
                </a:moveTo>
                <a:cubicBezTo>
                  <a:pt x="59483" y="5960"/>
                  <a:pt x="59296" y="6331"/>
                  <a:pt x="58923" y="6620"/>
                </a:cubicBezTo>
                <a:cubicBezTo>
                  <a:pt x="58549" y="6909"/>
                  <a:pt x="58039" y="7054"/>
                  <a:pt x="57392" y="7054"/>
                </a:cubicBezTo>
                <a:cubicBezTo>
                  <a:pt x="57026" y="7054"/>
                  <a:pt x="56690" y="7010"/>
                  <a:pt x="56384" y="6923"/>
                </a:cubicBezTo>
                <a:cubicBezTo>
                  <a:pt x="56078" y="6835"/>
                  <a:pt x="55822" y="6740"/>
                  <a:pt x="55615" y="6636"/>
                </a:cubicBezTo>
                <a:lnTo>
                  <a:pt x="55615" y="5698"/>
                </a:lnTo>
                <a:lnTo>
                  <a:pt x="55659" y="5698"/>
                </a:lnTo>
                <a:cubicBezTo>
                  <a:pt x="55922" y="5899"/>
                  <a:pt x="56215" y="6058"/>
                  <a:pt x="56537" y="6176"/>
                </a:cubicBezTo>
                <a:cubicBezTo>
                  <a:pt x="56859" y="6295"/>
                  <a:pt x="57167" y="6354"/>
                  <a:pt x="57463" y="6354"/>
                </a:cubicBezTo>
                <a:cubicBezTo>
                  <a:pt x="57829" y="6354"/>
                  <a:pt x="58116" y="6294"/>
                  <a:pt x="58322" y="6176"/>
                </a:cubicBezTo>
                <a:cubicBezTo>
                  <a:pt x="58529" y="6057"/>
                  <a:pt x="58632" y="5870"/>
                  <a:pt x="58632" y="5615"/>
                </a:cubicBezTo>
                <a:cubicBezTo>
                  <a:pt x="58632" y="5420"/>
                  <a:pt x="58576" y="5273"/>
                  <a:pt x="58464" y="5172"/>
                </a:cubicBezTo>
                <a:cubicBezTo>
                  <a:pt x="58352" y="5072"/>
                  <a:pt x="58136" y="4986"/>
                  <a:pt x="57817" y="4916"/>
                </a:cubicBezTo>
                <a:cubicBezTo>
                  <a:pt x="57699" y="4889"/>
                  <a:pt x="57545" y="4858"/>
                  <a:pt x="57354" y="4823"/>
                </a:cubicBezTo>
                <a:cubicBezTo>
                  <a:pt x="57164" y="4787"/>
                  <a:pt x="56990" y="4749"/>
                  <a:pt x="56834" y="4708"/>
                </a:cubicBezTo>
                <a:cubicBezTo>
                  <a:pt x="56399" y="4592"/>
                  <a:pt x="56091" y="4424"/>
                  <a:pt x="55910" y="4201"/>
                </a:cubicBezTo>
                <a:cubicBezTo>
                  <a:pt x="55728" y="3978"/>
                  <a:pt x="55637" y="3704"/>
                  <a:pt x="55637" y="3379"/>
                </a:cubicBezTo>
                <a:cubicBezTo>
                  <a:pt x="55637" y="3176"/>
                  <a:pt x="55679" y="2984"/>
                  <a:pt x="55764" y="2804"/>
                </a:cubicBezTo>
                <a:cubicBezTo>
                  <a:pt x="55848" y="2624"/>
                  <a:pt x="55975" y="2463"/>
                  <a:pt x="56147" y="2321"/>
                </a:cubicBezTo>
                <a:cubicBezTo>
                  <a:pt x="56312" y="2183"/>
                  <a:pt x="56523" y="2073"/>
                  <a:pt x="56778" y="1992"/>
                </a:cubicBezTo>
                <a:cubicBezTo>
                  <a:pt x="57034" y="1910"/>
                  <a:pt x="57319" y="1870"/>
                  <a:pt x="57636" y="1870"/>
                </a:cubicBezTo>
                <a:cubicBezTo>
                  <a:pt x="57931" y="1870"/>
                  <a:pt x="58230" y="1906"/>
                  <a:pt x="58533" y="1978"/>
                </a:cubicBezTo>
                <a:cubicBezTo>
                  <a:pt x="58836" y="2050"/>
                  <a:pt x="59087" y="2138"/>
                  <a:pt x="59288" y="2241"/>
                </a:cubicBezTo>
                <a:lnTo>
                  <a:pt x="59288" y="3128"/>
                </a:lnTo>
                <a:lnTo>
                  <a:pt x="59244" y="3128"/>
                </a:lnTo>
                <a:cubicBezTo>
                  <a:pt x="59031" y="2972"/>
                  <a:pt x="58773" y="2839"/>
                  <a:pt x="58469" y="2732"/>
                </a:cubicBezTo>
                <a:cubicBezTo>
                  <a:pt x="58164" y="2624"/>
                  <a:pt x="57866" y="2570"/>
                  <a:pt x="57574" y="2570"/>
                </a:cubicBezTo>
                <a:cubicBezTo>
                  <a:pt x="57269" y="2570"/>
                  <a:pt x="57012" y="2628"/>
                  <a:pt x="56803" y="2746"/>
                </a:cubicBezTo>
                <a:cubicBezTo>
                  <a:pt x="56593" y="2863"/>
                  <a:pt x="56488" y="3037"/>
                  <a:pt x="56488" y="3269"/>
                </a:cubicBezTo>
                <a:cubicBezTo>
                  <a:pt x="56488" y="3472"/>
                  <a:pt x="56551" y="3626"/>
                  <a:pt x="56678" y="3729"/>
                </a:cubicBezTo>
                <a:cubicBezTo>
                  <a:pt x="56803" y="3832"/>
                  <a:pt x="57003" y="3917"/>
                  <a:pt x="57281" y="3982"/>
                </a:cubicBezTo>
                <a:cubicBezTo>
                  <a:pt x="57435" y="4017"/>
                  <a:pt x="57607" y="4052"/>
                  <a:pt x="57797" y="4088"/>
                </a:cubicBezTo>
                <a:cubicBezTo>
                  <a:pt x="57988" y="4123"/>
                  <a:pt x="58147" y="4156"/>
                  <a:pt x="58274" y="4185"/>
                </a:cubicBezTo>
                <a:cubicBezTo>
                  <a:pt x="58661" y="4274"/>
                  <a:pt x="58959" y="4426"/>
                  <a:pt x="59169" y="4641"/>
                </a:cubicBezTo>
                <a:cubicBezTo>
                  <a:pt x="59378" y="4860"/>
                  <a:pt x="59483" y="5149"/>
                  <a:pt x="59483" y="5509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4C8FB-50CB-49B1-A5C7-7D55AE760E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91" y="610533"/>
            <a:ext cx="202660" cy="159231"/>
          </a:xfrm>
          <a:custGeom xmlns:a="http://schemas.openxmlformats.org/drawingml/2006/main">
            <a:pathLst>
              <a:path w="202660" h="159231">
                <a:moveTo>
                  <a:pt x="0" y="0"/>
                </a:moveTo>
                <a:lnTo>
                  <a:pt x="202660" y="0"/>
                </a:lnTo>
                <a:lnTo>
                  <a:pt x="202660" y="159231"/>
                </a:lnTo>
                <a:lnTo>
                  <a:pt x="0" y="1592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B04A9F-B65D-40D0-A625-D3854322F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91" y="610535"/>
            <a:ext cx="202660" cy="159233"/>
          </a:xfrm>
          <a:custGeom xmlns:a="http://schemas.openxmlformats.org/drawingml/2006/main">
            <a:pathLst>
              <a:path w="202660" h="159233" fill="none">
                <a:moveTo>
                  <a:pt x="0" y="0"/>
                </a:moveTo>
                <a:lnTo>
                  <a:pt x="202660" y="0"/>
                </a:lnTo>
                <a:lnTo>
                  <a:pt x="202660" y="159233"/>
                </a:lnTo>
                <a:lnTo>
                  <a:pt x="0" y="1592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03" name="Text Accipitriformes">
            <a:extLst xmlns:a="http://schemas.openxmlformats.org/drawingml/2006/main">
              <a:ext uri="{FF2B5EF4-FFF2-40B4-BE49-F238E27FC236}">
                <a16:creationId xmlns:a16="http://schemas.microsoft.com/office/drawing/2014/main" id="{D807FE8E-FFBB-4185-A133-8B95A1CFB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5499" y="635210"/>
            <a:ext cx="66716" cy="8692"/>
          </a:xfrm>
          <a:custGeom xmlns:a="http://schemas.openxmlformats.org/drawingml/2006/main">
            <a:pathLst>
              <a:path w="66716" h="8692">
                <a:moveTo>
                  <a:pt x="5923" y="6881"/>
                </a:moveTo>
                <a:lnTo>
                  <a:pt x="4996" y="6881"/>
                </a:lnTo>
                <a:lnTo>
                  <a:pt x="4355" y="5062"/>
                </a:lnTo>
                <a:lnTo>
                  <a:pt x="1525" y="5062"/>
                </a:lnTo>
                <a:lnTo>
                  <a:pt x="883" y="6881"/>
                </a:lnTo>
                <a:lnTo>
                  <a:pt x="0" y="6881"/>
                </a:lnTo>
                <a:lnTo>
                  <a:pt x="2382" y="334"/>
                </a:lnTo>
                <a:lnTo>
                  <a:pt x="3542" y="334"/>
                </a:lnTo>
                <a:lnTo>
                  <a:pt x="5923" y="6881"/>
                </a:lnTo>
                <a:moveTo>
                  <a:pt x="4087" y="4306"/>
                </a:moveTo>
                <a:lnTo>
                  <a:pt x="2940" y="1095"/>
                </a:lnTo>
                <a:lnTo>
                  <a:pt x="1788" y="4306"/>
                </a:lnTo>
                <a:lnTo>
                  <a:pt x="4087" y="4306"/>
                </a:lnTo>
                <a:close/>
                <a:moveTo>
                  <a:pt x="10480" y="6578"/>
                </a:moveTo>
                <a:cubicBezTo>
                  <a:pt x="10205" y="6710"/>
                  <a:pt x="9943" y="6812"/>
                  <a:pt x="9696" y="6886"/>
                </a:cubicBezTo>
                <a:cubicBezTo>
                  <a:pt x="9448" y="6959"/>
                  <a:pt x="9185" y="6996"/>
                  <a:pt x="8907" y="6996"/>
                </a:cubicBezTo>
                <a:cubicBezTo>
                  <a:pt x="8553" y="6996"/>
                  <a:pt x="8227" y="6943"/>
                  <a:pt x="7932" y="6839"/>
                </a:cubicBezTo>
                <a:cubicBezTo>
                  <a:pt x="7636" y="6735"/>
                  <a:pt x="7382" y="6577"/>
                  <a:pt x="7171" y="6366"/>
                </a:cubicBezTo>
                <a:cubicBezTo>
                  <a:pt x="6958" y="6155"/>
                  <a:pt x="6792" y="5888"/>
                  <a:pt x="6675" y="5565"/>
                </a:cubicBezTo>
                <a:cubicBezTo>
                  <a:pt x="6558" y="5242"/>
                  <a:pt x="6499" y="4865"/>
                  <a:pt x="6499" y="4434"/>
                </a:cubicBezTo>
                <a:cubicBezTo>
                  <a:pt x="6499" y="3630"/>
                  <a:pt x="6719" y="2999"/>
                  <a:pt x="7160" y="2541"/>
                </a:cubicBezTo>
                <a:cubicBezTo>
                  <a:pt x="7601" y="2083"/>
                  <a:pt x="8183" y="1854"/>
                  <a:pt x="8907" y="1854"/>
                </a:cubicBezTo>
                <a:cubicBezTo>
                  <a:pt x="9188" y="1854"/>
                  <a:pt x="9464" y="1894"/>
                  <a:pt x="9735" y="1973"/>
                </a:cubicBezTo>
                <a:cubicBezTo>
                  <a:pt x="10006" y="2052"/>
                  <a:pt x="10255" y="2149"/>
                  <a:pt x="10480" y="2263"/>
                </a:cubicBezTo>
                <a:lnTo>
                  <a:pt x="10480" y="3181"/>
                </a:lnTo>
                <a:lnTo>
                  <a:pt x="10436" y="3181"/>
                </a:lnTo>
                <a:cubicBezTo>
                  <a:pt x="10184" y="2987"/>
                  <a:pt x="9924" y="2837"/>
                  <a:pt x="9656" y="2732"/>
                </a:cubicBezTo>
                <a:cubicBezTo>
                  <a:pt x="9388" y="2627"/>
                  <a:pt x="9127" y="2575"/>
                  <a:pt x="8872" y="2575"/>
                </a:cubicBezTo>
                <a:cubicBezTo>
                  <a:pt x="8403" y="2575"/>
                  <a:pt x="8033" y="2732"/>
                  <a:pt x="7762" y="3047"/>
                </a:cubicBezTo>
                <a:cubicBezTo>
                  <a:pt x="7491" y="3362"/>
                  <a:pt x="7356" y="3824"/>
                  <a:pt x="7356" y="4434"/>
                </a:cubicBezTo>
                <a:cubicBezTo>
                  <a:pt x="7356" y="5026"/>
                  <a:pt x="7488" y="5480"/>
                  <a:pt x="7754" y="5798"/>
                </a:cubicBezTo>
                <a:cubicBezTo>
                  <a:pt x="8019" y="6116"/>
                  <a:pt x="8391" y="6275"/>
                  <a:pt x="8872" y="6275"/>
                </a:cubicBezTo>
                <a:cubicBezTo>
                  <a:pt x="9039" y="6275"/>
                  <a:pt x="9209" y="6253"/>
                  <a:pt x="9382" y="6210"/>
                </a:cubicBezTo>
                <a:cubicBezTo>
                  <a:pt x="9554" y="6166"/>
                  <a:pt x="9710" y="6109"/>
                  <a:pt x="9847" y="6039"/>
                </a:cubicBezTo>
                <a:cubicBezTo>
                  <a:pt x="9968" y="5978"/>
                  <a:pt x="10080" y="5914"/>
                  <a:pt x="10186" y="5845"/>
                </a:cubicBezTo>
                <a:cubicBezTo>
                  <a:pt x="10291" y="5777"/>
                  <a:pt x="10375" y="5718"/>
                  <a:pt x="10436" y="5669"/>
                </a:cubicBezTo>
                <a:lnTo>
                  <a:pt x="10480" y="5669"/>
                </a:lnTo>
                <a:lnTo>
                  <a:pt x="10480" y="6578"/>
                </a:lnTo>
                <a:close/>
                <a:moveTo>
                  <a:pt x="15169" y="6578"/>
                </a:moveTo>
                <a:cubicBezTo>
                  <a:pt x="14893" y="6710"/>
                  <a:pt x="14632" y="6812"/>
                  <a:pt x="14384" y="6886"/>
                </a:cubicBezTo>
                <a:cubicBezTo>
                  <a:pt x="14137" y="6959"/>
                  <a:pt x="13874" y="6996"/>
                  <a:pt x="13595" y="6996"/>
                </a:cubicBezTo>
                <a:cubicBezTo>
                  <a:pt x="13241" y="6996"/>
                  <a:pt x="12916" y="6943"/>
                  <a:pt x="12620" y="6839"/>
                </a:cubicBezTo>
                <a:cubicBezTo>
                  <a:pt x="12324" y="6735"/>
                  <a:pt x="12071" y="6577"/>
                  <a:pt x="11860" y="6366"/>
                </a:cubicBezTo>
                <a:cubicBezTo>
                  <a:pt x="11646" y="6155"/>
                  <a:pt x="11480" y="5888"/>
                  <a:pt x="11363" y="5565"/>
                </a:cubicBezTo>
                <a:cubicBezTo>
                  <a:pt x="11246" y="5242"/>
                  <a:pt x="11187" y="4865"/>
                  <a:pt x="11187" y="4434"/>
                </a:cubicBezTo>
                <a:cubicBezTo>
                  <a:pt x="11187" y="3630"/>
                  <a:pt x="11408" y="2999"/>
                  <a:pt x="11849" y="2541"/>
                </a:cubicBezTo>
                <a:cubicBezTo>
                  <a:pt x="12290" y="2083"/>
                  <a:pt x="12872" y="1854"/>
                  <a:pt x="13595" y="1854"/>
                </a:cubicBezTo>
                <a:cubicBezTo>
                  <a:pt x="13877" y="1854"/>
                  <a:pt x="14153" y="1894"/>
                  <a:pt x="14424" y="1973"/>
                </a:cubicBezTo>
                <a:cubicBezTo>
                  <a:pt x="14695" y="2052"/>
                  <a:pt x="14943" y="2149"/>
                  <a:pt x="15169" y="2263"/>
                </a:cubicBezTo>
                <a:lnTo>
                  <a:pt x="15169" y="3181"/>
                </a:lnTo>
                <a:lnTo>
                  <a:pt x="15125" y="3181"/>
                </a:lnTo>
                <a:cubicBezTo>
                  <a:pt x="14873" y="2987"/>
                  <a:pt x="14613" y="2837"/>
                  <a:pt x="14345" y="2732"/>
                </a:cubicBezTo>
                <a:cubicBezTo>
                  <a:pt x="14077" y="2627"/>
                  <a:pt x="13815" y="2575"/>
                  <a:pt x="13560" y="2575"/>
                </a:cubicBezTo>
                <a:cubicBezTo>
                  <a:pt x="13092" y="2575"/>
                  <a:pt x="12722" y="2732"/>
                  <a:pt x="12451" y="3047"/>
                </a:cubicBezTo>
                <a:cubicBezTo>
                  <a:pt x="12180" y="3362"/>
                  <a:pt x="12044" y="3824"/>
                  <a:pt x="12044" y="4434"/>
                </a:cubicBezTo>
                <a:cubicBezTo>
                  <a:pt x="12044" y="5026"/>
                  <a:pt x="12177" y="5480"/>
                  <a:pt x="12442" y="5798"/>
                </a:cubicBezTo>
                <a:cubicBezTo>
                  <a:pt x="12707" y="6116"/>
                  <a:pt x="13080" y="6275"/>
                  <a:pt x="13560" y="6275"/>
                </a:cubicBezTo>
                <a:cubicBezTo>
                  <a:pt x="13727" y="6275"/>
                  <a:pt x="13897" y="6253"/>
                  <a:pt x="14070" y="6210"/>
                </a:cubicBezTo>
                <a:cubicBezTo>
                  <a:pt x="14243" y="6166"/>
                  <a:pt x="14398" y="6109"/>
                  <a:pt x="14536" y="6039"/>
                </a:cubicBezTo>
                <a:cubicBezTo>
                  <a:pt x="14656" y="5978"/>
                  <a:pt x="14769" y="5914"/>
                  <a:pt x="14874" y="5845"/>
                </a:cubicBezTo>
                <a:cubicBezTo>
                  <a:pt x="14980" y="5777"/>
                  <a:pt x="15063" y="5718"/>
                  <a:pt x="15125" y="5669"/>
                </a:cubicBezTo>
                <a:lnTo>
                  <a:pt x="15169" y="5669"/>
                </a:lnTo>
                <a:lnTo>
                  <a:pt x="15169" y="6578"/>
                </a:lnTo>
                <a:close/>
                <a:moveTo>
                  <a:pt x="17115" y="1151"/>
                </a:moveTo>
                <a:lnTo>
                  <a:pt x="16184" y="1151"/>
                </a:lnTo>
                <a:lnTo>
                  <a:pt x="16184" y="290"/>
                </a:lnTo>
                <a:lnTo>
                  <a:pt x="17115" y="290"/>
                </a:lnTo>
                <a:lnTo>
                  <a:pt x="17115" y="1151"/>
                </a:lnTo>
                <a:moveTo>
                  <a:pt x="17062" y="6881"/>
                </a:moveTo>
                <a:lnTo>
                  <a:pt x="16236" y="6881"/>
                </a:lnTo>
                <a:lnTo>
                  <a:pt x="16236" y="1969"/>
                </a:lnTo>
                <a:lnTo>
                  <a:pt x="17062" y="1969"/>
                </a:lnTo>
                <a:lnTo>
                  <a:pt x="17062" y="6881"/>
                </a:lnTo>
                <a:close/>
                <a:moveTo>
                  <a:pt x="23017" y="4363"/>
                </a:moveTo>
                <a:cubicBezTo>
                  <a:pt x="23017" y="4762"/>
                  <a:pt x="22960" y="5127"/>
                  <a:pt x="22845" y="5457"/>
                </a:cubicBezTo>
                <a:cubicBezTo>
                  <a:pt x="22731" y="5787"/>
                  <a:pt x="22570" y="6067"/>
                  <a:pt x="22362" y="6296"/>
                </a:cubicBezTo>
                <a:cubicBezTo>
                  <a:pt x="22169" y="6513"/>
                  <a:pt x="21941" y="6681"/>
                  <a:pt x="21679" y="6800"/>
                </a:cubicBezTo>
                <a:cubicBezTo>
                  <a:pt x="21416" y="6919"/>
                  <a:pt x="21139" y="6978"/>
                  <a:pt x="20846" y="6978"/>
                </a:cubicBezTo>
                <a:cubicBezTo>
                  <a:pt x="20591" y="6978"/>
                  <a:pt x="20360" y="6950"/>
                  <a:pt x="20154" y="6894"/>
                </a:cubicBezTo>
                <a:cubicBezTo>
                  <a:pt x="19947" y="6839"/>
                  <a:pt x="19737" y="6752"/>
                  <a:pt x="19523" y="6635"/>
                </a:cubicBezTo>
                <a:lnTo>
                  <a:pt x="19523" y="8692"/>
                </a:lnTo>
                <a:lnTo>
                  <a:pt x="18697" y="8692"/>
                </a:lnTo>
                <a:lnTo>
                  <a:pt x="18697" y="1969"/>
                </a:lnTo>
                <a:lnTo>
                  <a:pt x="19523" y="1969"/>
                </a:lnTo>
                <a:lnTo>
                  <a:pt x="19523" y="2479"/>
                </a:lnTo>
                <a:cubicBezTo>
                  <a:pt x="19743" y="2295"/>
                  <a:pt x="19990" y="2140"/>
                  <a:pt x="20264" y="2015"/>
                </a:cubicBezTo>
                <a:cubicBezTo>
                  <a:pt x="20538" y="1890"/>
                  <a:pt x="20830" y="1828"/>
                  <a:pt x="21140" y="1828"/>
                </a:cubicBezTo>
                <a:cubicBezTo>
                  <a:pt x="21732" y="1828"/>
                  <a:pt x="22193" y="2052"/>
                  <a:pt x="22522" y="2499"/>
                </a:cubicBezTo>
                <a:cubicBezTo>
                  <a:pt x="22852" y="2947"/>
                  <a:pt x="23017" y="3568"/>
                  <a:pt x="23017" y="4363"/>
                </a:cubicBezTo>
                <a:moveTo>
                  <a:pt x="22164" y="4385"/>
                </a:moveTo>
                <a:cubicBezTo>
                  <a:pt x="22164" y="3794"/>
                  <a:pt x="22063" y="3351"/>
                  <a:pt x="21861" y="3058"/>
                </a:cubicBezTo>
                <a:cubicBezTo>
                  <a:pt x="21659" y="2765"/>
                  <a:pt x="21348" y="2619"/>
                  <a:pt x="20929" y="2619"/>
                </a:cubicBezTo>
                <a:cubicBezTo>
                  <a:pt x="20692" y="2619"/>
                  <a:pt x="20453" y="2670"/>
                  <a:pt x="20213" y="2773"/>
                </a:cubicBezTo>
                <a:cubicBezTo>
                  <a:pt x="19973" y="2875"/>
                  <a:pt x="19743" y="3010"/>
                  <a:pt x="19523" y="3177"/>
                </a:cubicBezTo>
                <a:lnTo>
                  <a:pt x="19523" y="5959"/>
                </a:lnTo>
                <a:cubicBezTo>
                  <a:pt x="19758" y="6064"/>
                  <a:pt x="19959" y="6136"/>
                  <a:pt x="20128" y="6174"/>
                </a:cubicBezTo>
                <a:cubicBezTo>
                  <a:pt x="20296" y="6212"/>
                  <a:pt x="20487" y="6231"/>
                  <a:pt x="20701" y="6231"/>
                </a:cubicBezTo>
                <a:cubicBezTo>
                  <a:pt x="21161" y="6231"/>
                  <a:pt x="21520" y="6076"/>
                  <a:pt x="21778" y="5765"/>
                </a:cubicBezTo>
                <a:cubicBezTo>
                  <a:pt x="22035" y="5455"/>
                  <a:pt x="22164" y="4995"/>
                  <a:pt x="22164" y="4385"/>
                </a:cubicBezTo>
                <a:close/>
                <a:moveTo>
                  <a:pt x="25192" y="1151"/>
                </a:moveTo>
                <a:lnTo>
                  <a:pt x="24260" y="1151"/>
                </a:lnTo>
                <a:lnTo>
                  <a:pt x="24260" y="290"/>
                </a:lnTo>
                <a:lnTo>
                  <a:pt x="25192" y="290"/>
                </a:lnTo>
                <a:lnTo>
                  <a:pt x="25192" y="1151"/>
                </a:lnTo>
                <a:moveTo>
                  <a:pt x="25139" y="6881"/>
                </a:moveTo>
                <a:lnTo>
                  <a:pt x="24313" y="6881"/>
                </a:lnTo>
                <a:lnTo>
                  <a:pt x="24313" y="1969"/>
                </a:lnTo>
                <a:lnTo>
                  <a:pt x="25139" y="1969"/>
                </a:lnTo>
                <a:lnTo>
                  <a:pt x="25139" y="6881"/>
                </a:lnTo>
                <a:close/>
                <a:moveTo>
                  <a:pt x="29322" y="6838"/>
                </a:moveTo>
                <a:cubicBezTo>
                  <a:pt x="29167" y="6879"/>
                  <a:pt x="28998" y="6912"/>
                  <a:pt x="28815" y="6939"/>
                </a:cubicBezTo>
                <a:cubicBezTo>
                  <a:pt x="28632" y="6965"/>
                  <a:pt x="28468" y="6978"/>
                  <a:pt x="28325" y="6978"/>
                </a:cubicBezTo>
                <a:cubicBezTo>
                  <a:pt x="27824" y="6978"/>
                  <a:pt x="27443" y="6843"/>
                  <a:pt x="27182" y="6573"/>
                </a:cubicBezTo>
                <a:cubicBezTo>
                  <a:pt x="26922" y="6304"/>
                  <a:pt x="26791" y="5871"/>
                  <a:pt x="26791" y="5276"/>
                </a:cubicBezTo>
                <a:lnTo>
                  <a:pt x="26791" y="2663"/>
                </a:lnTo>
                <a:lnTo>
                  <a:pt x="26233" y="2663"/>
                </a:lnTo>
                <a:lnTo>
                  <a:pt x="26233" y="1969"/>
                </a:lnTo>
                <a:lnTo>
                  <a:pt x="26791" y="1969"/>
                </a:lnTo>
                <a:lnTo>
                  <a:pt x="26791" y="554"/>
                </a:lnTo>
                <a:lnTo>
                  <a:pt x="27617" y="554"/>
                </a:lnTo>
                <a:lnTo>
                  <a:pt x="27617" y="1969"/>
                </a:lnTo>
                <a:lnTo>
                  <a:pt x="29322" y="1969"/>
                </a:lnTo>
                <a:lnTo>
                  <a:pt x="29322" y="2663"/>
                </a:lnTo>
                <a:lnTo>
                  <a:pt x="27617" y="2663"/>
                </a:lnTo>
                <a:lnTo>
                  <a:pt x="27617" y="4905"/>
                </a:lnTo>
                <a:cubicBezTo>
                  <a:pt x="27617" y="5163"/>
                  <a:pt x="27623" y="5365"/>
                  <a:pt x="27635" y="5511"/>
                </a:cubicBezTo>
                <a:cubicBezTo>
                  <a:pt x="27647" y="5656"/>
                  <a:pt x="27688" y="5792"/>
                  <a:pt x="27758" y="5918"/>
                </a:cubicBezTo>
                <a:cubicBezTo>
                  <a:pt x="27822" y="6036"/>
                  <a:pt x="27911" y="6122"/>
                  <a:pt x="28024" y="6176"/>
                </a:cubicBezTo>
                <a:cubicBezTo>
                  <a:pt x="28137" y="6230"/>
                  <a:pt x="28309" y="6257"/>
                  <a:pt x="28540" y="6257"/>
                </a:cubicBezTo>
                <a:cubicBezTo>
                  <a:pt x="28675" y="6257"/>
                  <a:pt x="28815" y="6238"/>
                  <a:pt x="28962" y="6198"/>
                </a:cubicBezTo>
                <a:cubicBezTo>
                  <a:pt x="29108" y="6158"/>
                  <a:pt x="29214" y="6126"/>
                  <a:pt x="29278" y="6099"/>
                </a:cubicBezTo>
                <a:lnTo>
                  <a:pt x="29322" y="6099"/>
                </a:lnTo>
                <a:lnTo>
                  <a:pt x="29322" y="6838"/>
                </a:lnTo>
                <a:close/>
                <a:moveTo>
                  <a:pt x="33383" y="2865"/>
                </a:moveTo>
                <a:lnTo>
                  <a:pt x="33339" y="2865"/>
                </a:lnTo>
                <a:cubicBezTo>
                  <a:pt x="33216" y="2837"/>
                  <a:pt x="33096" y="2817"/>
                  <a:pt x="32980" y="2805"/>
                </a:cubicBezTo>
                <a:cubicBezTo>
                  <a:pt x="32865" y="2792"/>
                  <a:pt x="32728" y="2786"/>
                  <a:pt x="32570" y="2786"/>
                </a:cubicBezTo>
                <a:cubicBezTo>
                  <a:pt x="32315" y="2786"/>
                  <a:pt x="32069" y="2842"/>
                  <a:pt x="31831" y="2955"/>
                </a:cubicBezTo>
                <a:cubicBezTo>
                  <a:pt x="31594" y="3068"/>
                  <a:pt x="31366" y="3214"/>
                  <a:pt x="31146" y="3393"/>
                </a:cubicBezTo>
                <a:lnTo>
                  <a:pt x="31146" y="6881"/>
                </a:lnTo>
                <a:lnTo>
                  <a:pt x="30320" y="6881"/>
                </a:lnTo>
                <a:lnTo>
                  <a:pt x="30320" y="1969"/>
                </a:lnTo>
                <a:lnTo>
                  <a:pt x="31146" y="1969"/>
                </a:lnTo>
                <a:lnTo>
                  <a:pt x="31146" y="2694"/>
                </a:lnTo>
                <a:cubicBezTo>
                  <a:pt x="31474" y="2430"/>
                  <a:pt x="31763" y="2243"/>
                  <a:pt x="32014" y="2134"/>
                </a:cubicBezTo>
                <a:cubicBezTo>
                  <a:pt x="32264" y="2024"/>
                  <a:pt x="32520" y="1969"/>
                  <a:pt x="32781" y="1969"/>
                </a:cubicBezTo>
                <a:cubicBezTo>
                  <a:pt x="32924" y="1969"/>
                  <a:pt x="33028" y="1972"/>
                  <a:pt x="33093" y="1980"/>
                </a:cubicBezTo>
                <a:cubicBezTo>
                  <a:pt x="33157" y="1987"/>
                  <a:pt x="33254" y="2001"/>
                  <a:pt x="33383" y="2021"/>
                </a:cubicBezTo>
                <a:lnTo>
                  <a:pt x="33383" y="2865"/>
                </a:lnTo>
                <a:close/>
                <a:moveTo>
                  <a:pt x="35048" y="1151"/>
                </a:moveTo>
                <a:lnTo>
                  <a:pt x="34116" y="1151"/>
                </a:lnTo>
                <a:lnTo>
                  <a:pt x="34116" y="290"/>
                </a:lnTo>
                <a:lnTo>
                  <a:pt x="35048" y="290"/>
                </a:lnTo>
                <a:lnTo>
                  <a:pt x="35048" y="1151"/>
                </a:lnTo>
                <a:moveTo>
                  <a:pt x="34995" y="6881"/>
                </a:moveTo>
                <a:lnTo>
                  <a:pt x="34169" y="6881"/>
                </a:lnTo>
                <a:lnTo>
                  <a:pt x="34169" y="1969"/>
                </a:lnTo>
                <a:lnTo>
                  <a:pt x="34995" y="1969"/>
                </a:lnTo>
                <a:lnTo>
                  <a:pt x="34995" y="6881"/>
                </a:lnTo>
                <a:close/>
                <a:moveTo>
                  <a:pt x="39270" y="844"/>
                </a:moveTo>
                <a:lnTo>
                  <a:pt x="39226" y="844"/>
                </a:lnTo>
                <a:cubicBezTo>
                  <a:pt x="39136" y="817"/>
                  <a:pt x="39017" y="790"/>
                  <a:pt x="38870" y="762"/>
                </a:cubicBezTo>
                <a:cubicBezTo>
                  <a:pt x="38724" y="735"/>
                  <a:pt x="38595" y="721"/>
                  <a:pt x="38484" y="721"/>
                </a:cubicBezTo>
                <a:cubicBezTo>
                  <a:pt x="38129" y="721"/>
                  <a:pt x="37872" y="799"/>
                  <a:pt x="37713" y="955"/>
                </a:cubicBezTo>
                <a:cubicBezTo>
                  <a:pt x="37553" y="1111"/>
                  <a:pt x="37473" y="1394"/>
                  <a:pt x="37473" y="1802"/>
                </a:cubicBezTo>
                <a:lnTo>
                  <a:pt x="37473" y="1969"/>
                </a:lnTo>
                <a:lnTo>
                  <a:pt x="38963" y="1969"/>
                </a:lnTo>
                <a:lnTo>
                  <a:pt x="38963" y="2663"/>
                </a:lnTo>
                <a:lnTo>
                  <a:pt x="37500" y="2663"/>
                </a:lnTo>
                <a:lnTo>
                  <a:pt x="37500" y="6881"/>
                </a:lnTo>
                <a:lnTo>
                  <a:pt x="36673" y="6881"/>
                </a:lnTo>
                <a:lnTo>
                  <a:pt x="36673" y="2663"/>
                </a:lnTo>
                <a:lnTo>
                  <a:pt x="36115" y="2663"/>
                </a:lnTo>
                <a:lnTo>
                  <a:pt x="36115" y="1969"/>
                </a:lnTo>
                <a:lnTo>
                  <a:pt x="36673" y="1969"/>
                </a:lnTo>
                <a:lnTo>
                  <a:pt x="36673" y="1806"/>
                </a:lnTo>
                <a:cubicBezTo>
                  <a:pt x="36673" y="1225"/>
                  <a:pt x="36818" y="778"/>
                  <a:pt x="37108" y="467"/>
                </a:cubicBezTo>
                <a:cubicBezTo>
                  <a:pt x="37398" y="156"/>
                  <a:pt x="37817" y="0"/>
                  <a:pt x="38365" y="0"/>
                </a:cubicBezTo>
                <a:cubicBezTo>
                  <a:pt x="38550" y="0"/>
                  <a:pt x="38716" y="9"/>
                  <a:pt x="38864" y="26"/>
                </a:cubicBezTo>
                <a:cubicBezTo>
                  <a:pt x="39012" y="44"/>
                  <a:pt x="39147" y="64"/>
                  <a:pt x="39270" y="88"/>
                </a:cubicBezTo>
                <a:lnTo>
                  <a:pt x="39270" y="844"/>
                </a:lnTo>
                <a:close/>
                <a:moveTo>
                  <a:pt x="43976" y="4427"/>
                </a:moveTo>
                <a:cubicBezTo>
                  <a:pt x="43976" y="5229"/>
                  <a:pt x="43771" y="5862"/>
                  <a:pt x="43361" y="6326"/>
                </a:cubicBezTo>
                <a:cubicBezTo>
                  <a:pt x="42951" y="6790"/>
                  <a:pt x="42402" y="7022"/>
                  <a:pt x="41713" y="7022"/>
                </a:cubicBezTo>
                <a:cubicBezTo>
                  <a:pt x="41019" y="7022"/>
                  <a:pt x="40468" y="6790"/>
                  <a:pt x="40059" y="6326"/>
                </a:cubicBezTo>
                <a:cubicBezTo>
                  <a:pt x="39650" y="5862"/>
                  <a:pt x="39446" y="5229"/>
                  <a:pt x="39446" y="4427"/>
                </a:cubicBezTo>
                <a:cubicBezTo>
                  <a:pt x="39446" y="3625"/>
                  <a:pt x="39650" y="2992"/>
                  <a:pt x="40059" y="2526"/>
                </a:cubicBezTo>
                <a:cubicBezTo>
                  <a:pt x="40468" y="2061"/>
                  <a:pt x="41019" y="1828"/>
                  <a:pt x="41713" y="1828"/>
                </a:cubicBezTo>
                <a:cubicBezTo>
                  <a:pt x="42402" y="1828"/>
                  <a:pt x="42951" y="2061"/>
                  <a:pt x="43361" y="2526"/>
                </a:cubicBezTo>
                <a:cubicBezTo>
                  <a:pt x="43771" y="2992"/>
                  <a:pt x="43976" y="3625"/>
                  <a:pt x="43976" y="4427"/>
                </a:cubicBezTo>
                <a:moveTo>
                  <a:pt x="43124" y="4427"/>
                </a:moveTo>
                <a:cubicBezTo>
                  <a:pt x="43124" y="3792"/>
                  <a:pt x="42999" y="3320"/>
                  <a:pt x="42750" y="3012"/>
                </a:cubicBezTo>
                <a:cubicBezTo>
                  <a:pt x="42501" y="2703"/>
                  <a:pt x="42156" y="2549"/>
                  <a:pt x="41713" y="2549"/>
                </a:cubicBezTo>
                <a:cubicBezTo>
                  <a:pt x="41265" y="2549"/>
                  <a:pt x="40917" y="2703"/>
                  <a:pt x="40670" y="3012"/>
                </a:cubicBezTo>
                <a:cubicBezTo>
                  <a:pt x="40422" y="3320"/>
                  <a:pt x="40298" y="3792"/>
                  <a:pt x="40298" y="4427"/>
                </a:cubicBezTo>
                <a:cubicBezTo>
                  <a:pt x="40298" y="5042"/>
                  <a:pt x="40423" y="5508"/>
                  <a:pt x="40672" y="5825"/>
                </a:cubicBezTo>
                <a:cubicBezTo>
                  <a:pt x="40921" y="6143"/>
                  <a:pt x="41268" y="6301"/>
                  <a:pt x="41713" y="6301"/>
                </a:cubicBezTo>
                <a:cubicBezTo>
                  <a:pt x="42153" y="6301"/>
                  <a:pt x="42498" y="6144"/>
                  <a:pt x="42748" y="5829"/>
                </a:cubicBezTo>
                <a:cubicBezTo>
                  <a:pt x="42999" y="5515"/>
                  <a:pt x="43124" y="5047"/>
                  <a:pt x="43124" y="4427"/>
                </a:cubicBezTo>
                <a:close/>
                <a:moveTo>
                  <a:pt x="48318" y="2865"/>
                </a:moveTo>
                <a:lnTo>
                  <a:pt x="48274" y="2865"/>
                </a:lnTo>
                <a:cubicBezTo>
                  <a:pt x="48151" y="2837"/>
                  <a:pt x="48032" y="2817"/>
                  <a:pt x="47916" y="2805"/>
                </a:cubicBezTo>
                <a:cubicBezTo>
                  <a:pt x="47800" y="2792"/>
                  <a:pt x="47663" y="2786"/>
                  <a:pt x="47505" y="2786"/>
                </a:cubicBezTo>
                <a:cubicBezTo>
                  <a:pt x="47250" y="2786"/>
                  <a:pt x="47004" y="2842"/>
                  <a:pt x="46767" y="2955"/>
                </a:cubicBezTo>
                <a:cubicBezTo>
                  <a:pt x="46529" y="3068"/>
                  <a:pt x="46301" y="3214"/>
                  <a:pt x="46081" y="3393"/>
                </a:cubicBezTo>
                <a:lnTo>
                  <a:pt x="46081" y="6881"/>
                </a:lnTo>
                <a:lnTo>
                  <a:pt x="45255" y="6881"/>
                </a:lnTo>
                <a:lnTo>
                  <a:pt x="45255" y="1969"/>
                </a:lnTo>
                <a:lnTo>
                  <a:pt x="46081" y="1969"/>
                </a:lnTo>
                <a:lnTo>
                  <a:pt x="46081" y="2694"/>
                </a:lnTo>
                <a:cubicBezTo>
                  <a:pt x="46409" y="2430"/>
                  <a:pt x="46699" y="2243"/>
                  <a:pt x="46949" y="2134"/>
                </a:cubicBezTo>
                <a:cubicBezTo>
                  <a:pt x="47200" y="2024"/>
                  <a:pt x="47455" y="1969"/>
                  <a:pt x="47716" y="1969"/>
                </a:cubicBezTo>
                <a:cubicBezTo>
                  <a:pt x="47859" y="1969"/>
                  <a:pt x="47963" y="1972"/>
                  <a:pt x="48028" y="1980"/>
                </a:cubicBezTo>
                <a:cubicBezTo>
                  <a:pt x="48092" y="1987"/>
                  <a:pt x="48189" y="2001"/>
                  <a:pt x="48318" y="2021"/>
                </a:cubicBezTo>
                <a:lnTo>
                  <a:pt x="48318" y="2865"/>
                </a:lnTo>
                <a:close/>
                <a:moveTo>
                  <a:pt x="56258" y="6881"/>
                </a:moveTo>
                <a:lnTo>
                  <a:pt x="55432" y="6881"/>
                </a:lnTo>
                <a:lnTo>
                  <a:pt x="55432" y="4084"/>
                </a:lnTo>
                <a:cubicBezTo>
                  <a:pt x="55432" y="3873"/>
                  <a:pt x="55423" y="3669"/>
                  <a:pt x="55403" y="3472"/>
                </a:cubicBezTo>
                <a:cubicBezTo>
                  <a:pt x="55384" y="3276"/>
                  <a:pt x="55344" y="3119"/>
                  <a:pt x="55283" y="3002"/>
                </a:cubicBezTo>
                <a:cubicBezTo>
                  <a:pt x="55215" y="2876"/>
                  <a:pt x="55119" y="2780"/>
                  <a:pt x="54993" y="2716"/>
                </a:cubicBezTo>
                <a:cubicBezTo>
                  <a:pt x="54867" y="2651"/>
                  <a:pt x="54685" y="2619"/>
                  <a:pt x="54448" y="2619"/>
                </a:cubicBezTo>
                <a:cubicBezTo>
                  <a:pt x="54216" y="2619"/>
                  <a:pt x="53985" y="2677"/>
                  <a:pt x="53753" y="2793"/>
                </a:cubicBezTo>
                <a:cubicBezTo>
                  <a:pt x="53522" y="2909"/>
                  <a:pt x="53291" y="3056"/>
                  <a:pt x="53059" y="3235"/>
                </a:cubicBezTo>
                <a:cubicBezTo>
                  <a:pt x="53068" y="3302"/>
                  <a:pt x="53075" y="3381"/>
                  <a:pt x="53081" y="3470"/>
                </a:cubicBezTo>
                <a:cubicBezTo>
                  <a:pt x="53087" y="3559"/>
                  <a:pt x="53090" y="3648"/>
                  <a:pt x="53090" y="3736"/>
                </a:cubicBezTo>
                <a:lnTo>
                  <a:pt x="53090" y="6881"/>
                </a:lnTo>
                <a:lnTo>
                  <a:pt x="52264" y="6881"/>
                </a:lnTo>
                <a:lnTo>
                  <a:pt x="52264" y="4084"/>
                </a:lnTo>
                <a:cubicBezTo>
                  <a:pt x="52264" y="3867"/>
                  <a:pt x="52254" y="3661"/>
                  <a:pt x="52235" y="3466"/>
                </a:cubicBezTo>
                <a:cubicBezTo>
                  <a:pt x="52216" y="3271"/>
                  <a:pt x="52176" y="3115"/>
                  <a:pt x="52114" y="2997"/>
                </a:cubicBezTo>
                <a:cubicBezTo>
                  <a:pt x="52047" y="2871"/>
                  <a:pt x="51950" y="2777"/>
                  <a:pt x="51824" y="2714"/>
                </a:cubicBezTo>
                <a:cubicBezTo>
                  <a:pt x="51698" y="2650"/>
                  <a:pt x="51517" y="2619"/>
                  <a:pt x="51280" y="2619"/>
                </a:cubicBezTo>
                <a:cubicBezTo>
                  <a:pt x="51054" y="2619"/>
                  <a:pt x="50828" y="2675"/>
                  <a:pt x="50601" y="2786"/>
                </a:cubicBezTo>
                <a:cubicBezTo>
                  <a:pt x="50374" y="2898"/>
                  <a:pt x="50147" y="3040"/>
                  <a:pt x="49922" y="3213"/>
                </a:cubicBezTo>
                <a:lnTo>
                  <a:pt x="49922" y="6881"/>
                </a:lnTo>
                <a:lnTo>
                  <a:pt x="49096" y="6881"/>
                </a:lnTo>
                <a:lnTo>
                  <a:pt x="49096" y="1969"/>
                </a:lnTo>
                <a:lnTo>
                  <a:pt x="49922" y="1969"/>
                </a:lnTo>
                <a:lnTo>
                  <a:pt x="49922" y="2514"/>
                </a:lnTo>
                <a:cubicBezTo>
                  <a:pt x="50179" y="2299"/>
                  <a:pt x="50437" y="2130"/>
                  <a:pt x="50693" y="2010"/>
                </a:cubicBezTo>
                <a:cubicBezTo>
                  <a:pt x="50949" y="1889"/>
                  <a:pt x="51222" y="1828"/>
                  <a:pt x="51512" y="1828"/>
                </a:cubicBezTo>
                <a:cubicBezTo>
                  <a:pt x="51846" y="1828"/>
                  <a:pt x="52130" y="1899"/>
                  <a:pt x="52363" y="2040"/>
                </a:cubicBezTo>
                <a:cubicBezTo>
                  <a:pt x="52596" y="2182"/>
                  <a:pt x="52769" y="2378"/>
                  <a:pt x="52883" y="2628"/>
                </a:cubicBezTo>
                <a:cubicBezTo>
                  <a:pt x="53217" y="2345"/>
                  <a:pt x="53522" y="2141"/>
                  <a:pt x="53797" y="2016"/>
                </a:cubicBezTo>
                <a:cubicBezTo>
                  <a:pt x="54073" y="1891"/>
                  <a:pt x="54367" y="1828"/>
                  <a:pt x="54681" y="1828"/>
                </a:cubicBezTo>
                <a:cubicBezTo>
                  <a:pt x="55220" y="1828"/>
                  <a:pt x="55617" y="1992"/>
                  <a:pt x="55874" y="2319"/>
                </a:cubicBezTo>
                <a:cubicBezTo>
                  <a:pt x="56130" y="2646"/>
                  <a:pt x="56258" y="3103"/>
                  <a:pt x="56258" y="3690"/>
                </a:cubicBezTo>
                <a:lnTo>
                  <a:pt x="56258" y="6881"/>
                </a:lnTo>
                <a:close/>
                <a:moveTo>
                  <a:pt x="61957" y="4508"/>
                </a:moveTo>
                <a:lnTo>
                  <a:pt x="58341" y="4508"/>
                </a:lnTo>
                <a:cubicBezTo>
                  <a:pt x="58341" y="4811"/>
                  <a:pt x="58386" y="5074"/>
                  <a:pt x="58477" y="5299"/>
                </a:cubicBezTo>
                <a:cubicBezTo>
                  <a:pt x="58568" y="5524"/>
                  <a:pt x="58692" y="5708"/>
                  <a:pt x="58851" y="5852"/>
                </a:cubicBezTo>
                <a:cubicBezTo>
                  <a:pt x="59003" y="5993"/>
                  <a:pt x="59184" y="6099"/>
                  <a:pt x="59393" y="6169"/>
                </a:cubicBezTo>
                <a:cubicBezTo>
                  <a:pt x="59603" y="6240"/>
                  <a:pt x="59833" y="6275"/>
                  <a:pt x="60085" y="6275"/>
                </a:cubicBezTo>
                <a:cubicBezTo>
                  <a:pt x="60419" y="6275"/>
                  <a:pt x="60755" y="6208"/>
                  <a:pt x="61094" y="6073"/>
                </a:cubicBezTo>
                <a:cubicBezTo>
                  <a:pt x="61432" y="5939"/>
                  <a:pt x="61673" y="5807"/>
                  <a:pt x="61817" y="5677"/>
                </a:cubicBezTo>
                <a:lnTo>
                  <a:pt x="61861" y="5677"/>
                </a:lnTo>
                <a:lnTo>
                  <a:pt x="61861" y="6581"/>
                </a:lnTo>
                <a:cubicBezTo>
                  <a:pt x="61582" y="6699"/>
                  <a:pt x="61298" y="6797"/>
                  <a:pt x="61008" y="6877"/>
                </a:cubicBezTo>
                <a:cubicBezTo>
                  <a:pt x="60718" y="6956"/>
                  <a:pt x="60413" y="6996"/>
                  <a:pt x="60094" y="6996"/>
                </a:cubicBezTo>
                <a:cubicBezTo>
                  <a:pt x="59280" y="6996"/>
                  <a:pt x="58644" y="6775"/>
                  <a:pt x="58187" y="6333"/>
                </a:cubicBezTo>
                <a:cubicBezTo>
                  <a:pt x="57730" y="5892"/>
                  <a:pt x="57502" y="5264"/>
                  <a:pt x="57502" y="4451"/>
                </a:cubicBezTo>
                <a:cubicBezTo>
                  <a:pt x="57502" y="3647"/>
                  <a:pt x="57721" y="3009"/>
                  <a:pt x="58158" y="2537"/>
                </a:cubicBezTo>
                <a:cubicBezTo>
                  <a:pt x="58596" y="2064"/>
                  <a:pt x="59173" y="1828"/>
                  <a:pt x="59888" y="1828"/>
                </a:cubicBezTo>
                <a:cubicBezTo>
                  <a:pt x="60550" y="1828"/>
                  <a:pt x="61060" y="2022"/>
                  <a:pt x="61419" y="2409"/>
                </a:cubicBezTo>
                <a:cubicBezTo>
                  <a:pt x="61778" y="2796"/>
                  <a:pt x="61957" y="3347"/>
                  <a:pt x="61957" y="4060"/>
                </a:cubicBezTo>
                <a:lnTo>
                  <a:pt x="61957" y="4508"/>
                </a:lnTo>
                <a:moveTo>
                  <a:pt x="61153" y="3876"/>
                </a:moveTo>
                <a:cubicBezTo>
                  <a:pt x="61150" y="3442"/>
                  <a:pt x="61041" y="3107"/>
                  <a:pt x="60826" y="2869"/>
                </a:cubicBezTo>
                <a:cubicBezTo>
                  <a:pt x="60610" y="2632"/>
                  <a:pt x="60283" y="2513"/>
                  <a:pt x="59844" y="2513"/>
                </a:cubicBezTo>
                <a:cubicBezTo>
                  <a:pt x="59401" y="2513"/>
                  <a:pt x="59049" y="2644"/>
                  <a:pt x="58787" y="2905"/>
                </a:cubicBezTo>
                <a:cubicBezTo>
                  <a:pt x="58525" y="3165"/>
                  <a:pt x="58376" y="3489"/>
                  <a:pt x="58341" y="3876"/>
                </a:cubicBezTo>
                <a:lnTo>
                  <a:pt x="61153" y="3876"/>
                </a:lnTo>
                <a:close/>
                <a:moveTo>
                  <a:pt x="66716" y="5463"/>
                </a:moveTo>
                <a:cubicBezTo>
                  <a:pt x="66716" y="5911"/>
                  <a:pt x="66531" y="6279"/>
                  <a:pt x="66160" y="6565"/>
                </a:cubicBezTo>
                <a:cubicBezTo>
                  <a:pt x="65790" y="6852"/>
                  <a:pt x="65284" y="6996"/>
                  <a:pt x="64642" y="6996"/>
                </a:cubicBezTo>
                <a:cubicBezTo>
                  <a:pt x="64279" y="6996"/>
                  <a:pt x="63946" y="6952"/>
                  <a:pt x="63642" y="6866"/>
                </a:cubicBezTo>
                <a:cubicBezTo>
                  <a:pt x="63339" y="6779"/>
                  <a:pt x="63085" y="6684"/>
                  <a:pt x="62880" y="6581"/>
                </a:cubicBezTo>
                <a:lnTo>
                  <a:pt x="62880" y="5651"/>
                </a:lnTo>
                <a:lnTo>
                  <a:pt x="62924" y="5651"/>
                </a:lnTo>
                <a:cubicBezTo>
                  <a:pt x="63185" y="5850"/>
                  <a:pt x="63475" y="6008"/>
                  <a:pt x="63794" y="6125"/>
                </a:cubicBezTo>
                <a:cubicBezTo>
                  <a:pt x="64113" y="6243"/>
                  <a:pt x="64420" y="6301"/>
                  <a:pt x="64712" y="6301"/>
                </a:cubicBezTo>
                <a:cubicBezTo>
                  <a:pt x="65076" y="6301"/>
                  <a:pt x="65360" y="6242"/>
                  <a:pt x="65565" y="6125"/>
                </a:cubicBezTo>
                <a:cubicBezTo>
                  <a:pt x="65770" y="6007"/>
                  <a:pt x="65873" y="5822"/>
                  <a:pt x="65873" y="5569"/>
                </a:cubicBezTo>
                <a:cubicBezTo>
                  <a:pt x="65873" y="5376"/>
                  <a:pt x="65817" y="5229"/>
                  <a:pt x="65706" y="5130"/>
                </a:cubicBezTo>
                <a:cubicBezTo>
                  <a:pt x="65594" y="5030"/>
                  <a:pt x="65380" y="4945"/>
                  <a:pt x="65064" y="4875"/>
                </a:cubicBezTo>
                <a:cubicBezTo>
                  <a:pt x="64947" y="4849"/>
                  <a:pt x="64794" y="4818"/>
                  <a:pt x="64605" y="4783"/>
                </a:cubicBezTo>
                <a:cubicBezTo>
                  <a:pt x="64416" y="4748"/>
                  <a:pt x="64244" y="4710"/>
                  <a:pt x="64088" y="4669"/>
                </a:cubicBezTo>
                <a:cubicBezTo>
                  <a:pt x="63658" y="4555"/>
                  <a:pt x="63352" y="4387"/>
                  <a:pt x="63172" y="4166"/>
                </a:cubicBezTo>
                <a:cubicBezTo>
                  <a:pt x="62992" y="3945"/>
                  <a:pt x="62902" y="3674"/>
                  <a:pt x="62902" y="3352"/>
                </a:cubicBezTo>
                <a:cubicBezTo>
                  <a:pt x="62902" y="3150"/>
                  <a:pt x="62944" y="2959"/>
                  <a:pt x="63027" y="2781"/>
                </a:cubicBezTo>
                <a:cubicBezTo>
                  <a:pt x="63111" y="2602"/>
                  <a:pt x="63237" y="2443"/>
                  <a:pt x="63407" y="2302"/>
                </a:cubicBezTo>
                <a:cubicBezTo>
                  <a:pt x="63571" y="2165"/>
                  <a:pt x="63780" y="2056"/>
                  <a:pt x="64034" y="1975"/>
                </a:cubicBezTo>
                <a:cubicBezTo>
                  <a:pt x="64287" y="1895"/>
                  <a:pt x="64570" y="1854"/>
                  <a:pt x="64884" y="1854"/>
                </a:cubicBezTo>
                <a:cubicBezTo>
                  <a:pt x="65177" y="1854"/>
                  <a:pt x="65473" y="1890"/>
                  <a:pt x="65774" y="1962"/>
                </a:cubicBezTo>
                <a:cubicBezTo>
                  <a:pt x="66074" y="2033"/>
                  <a:pt x="66324" y="2120"/>
                  <a:pt x="66523" y="2222"/>
                </a:cubicBezTo>
                <a:lnTo>
                  <a:pt x="66523" y="3102"/>
                </a:lnTo>
                <a:lnTo>
                  <a:pt x="66479" y="3102"/>
                </a:lnTo>
                <a:cubicBezTo>
                  <a:pt x="66268" y="2947"/>
                  <a:pt x="66012" y="2816"/>
                  <a:pt x="65710" y="2709"/>
                </a:cubicBezTo>
                <a:cubicBezTo>
                  <a:pt x="65408" y="2602"/>
                  <a:pt x="65112" y="2549"/>
                  <a:pt x="64822" y="2549"/>
                </a:cubicBezTo>
                <a:cubicBezTo>
                  <a:pt x="64521" y="2549"/>
                  <a:pt x="64266" y="2607"/>
                  <a:pt x="64058" y="2723"/>
                </a:cubicBezTo>
                <a:cubicBezTo>
                  <a:pt x="63850" y="2839"/>
                  <a:pt x="63746" y="3012"/>
                  <a:pt x="63746" y="3242"/>
                </a:cubicBezTo>
                <a:cubicBezTo>
                  <a:pt x="63746" y="3444"/>
                  <a:pt x="63809" y="3596"/>
                  <a:pt x="63935" y="3698"/>
                </a:cubicBezTo>
                <a:cubicBezTo>
                  <a:pt x="64058" y="3801"/>
                  <a:pt x="64257" y="3884"/>
                  <a:pt x="64532" y="3949"/>
                </a:cubicBezTo>
                <a:cubicBezTo>
                  <a:pt x="64685" y="3984"/>
                  <a:pt x="64855" y="4019"/>
                  <a:pt x="65044" y="4054"/>
                </a:cubicBezTo>
                <a:cubicBezTo>
                  <a:pt x="65233" y="4089"/>
                  <a:pt x="65391" y="4121"/>
                  <a:pt x="65517" y="4151"/>
                </a:cubicBezTo>
                <a:cubicBezTo>
                  <a:pt x="65900" y="4238"/>
                  <a:pt x="66196" y="4389"/>
                  <a:pt x="66404" y="4603"/>
                </a:cubicBezTo>
                <a:cubicBezTo>
                  <a:pt x="66612" y="4819"/>
                  <a:pt x="66716" y="5106"/>
                  <a:pt x="66716" y="546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872F9-CC2E-4A7F-AC0C-DAEE9A4AD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48" y="610533"/>
            <a:ext cx="145238" cy="159231"/>
          </a:xfrm>
          <a:custGeom xmlns:a="http://schemas.openxmlformats.org/drawingml/2006/main">
            <a:pathLst>
              <a:path w="145238" h="159231">
                <a:moveTo>
                  <a:pt x="0" y="0"/>
                </a:moveTo>
                <a:lnTo>
                  <a:pt x="145238" y="0"/>
                </a:lnTo>
                <a:lnTo>
                  <a:pt x="145238" y="159231"/>
                </a:lnTo>
                <a:lnTo>
                  <a:pt x="0" y="1592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BA66A8-F04F-41AA-86BD-8AC132E4A2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3048" y="610535"/>
            <a:ext cx="145239" cy="159233"/>
          </a:xfrm>
          <a:custGeom xmlns:a="http://schemas.openxmlformats.org/drawingml/2006/main">
            <a:pathLst>
              <a:path w="145239" h="159233" fill="none">
                <a:moveTo>
                  <a:pt x="0" y="0"/>
                </a:moveTo>
                <a:lnTo>
                  <a:pt x="145239" y="0"/>
                </a:lnTo>
                <a:lnTo>
                  <a:pt x="145239" y="159233"/>
                </a:lnTo>
                <a:lnTo>
                  <a:pt x="0" y="1592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6BA40B-994E-4345-B3B8-031C122CC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86" y="610533"/>
            <a:ext cx="142281" cy="159231"/>
          </a:xfrm>
          <a:custGeom xmlns:a="http://schemas.openxmlformats.org/drawingml/2006/main">
            <a:pathLst>
              <a:path w="142281" h="159231">
                <a:moveTo>
                  <a:pt x="0" y="0"/>
                </a:moveTo>
                <a:lnTo>
                  <a:pt x="142281" y="0"/>
                </a:lnTo>
                <a:lnTo>
                  <a:pt x="142281" y="159231"/>
                </a:lnTo>
                <a:lnTo>
                  <a:pt x="0" y="1592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75AF0F-3784-4E88-8417-4D2301FB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785" y="610535"/>
            <a:ext cx="142280" cy="159233"/>
          </a:xfrm>
          <a:custGeom xmlns:a="http://schemas.openxmlformats.org/drawingml/2006/main">
            <a:pathLst>
              <a:path w="142280" h="159233" fill="none">
                <a:moveTo>
                  <a:pt x="0" y="0"/>
                </a:moveTo>
                <a:lnTo>
                  <a:pt x="142280" y="0"/>
                </a:lnTo>
                <a:lnTo>
                  <a:pt x="142280" y="159233"/>
                </a:lnTo>
                <a:lnTo>
                  <a:pt x="0" y="15923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DCE8F7-4A42-4C8A-ADE1-990DBC5D2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91" y="792265"/>
            <a:ext cx="140426" cy="119078"/>
          </a:xfrm>
          <a:custGeom xmlns:a="http://schemas.openxmlformats.org/drawingml/2006/main">
            <a:pathLst>
              <a:path w="140426" h="119078">
                <a:moveTo>
                  <a:pt x="0" y="0"/>
                </a:moveTo>
                <a:lnTo>
                  <a:pt x="140426" y="0"/>
                </a:lnTo>
                <a:lnTo>
                  <a:pt x="140426" y="119078"/>
                </a:lnTo>
                <a:lnTo>
                  <a:pt x="0" y="1190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6A8835-ED81-491E-8E38-81468FF35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91" y="792266"/>
            <a:ext cx="140427" cy="119079"/>
          </a:xfrm>
          <a:custGeom xmlns:a="http://schemas.openxmlformats.org/drawingml/2006/main">
            <a:pathLst>
              <a:path w="140427" h="119079" fill="none">
                <a:moveTo>
                  <a:pt x="0" y="0"/>
                </a:moveTo>
                <a:lnTo>
                  <a:pt x="140427" y="0"/>
                </a:lnTo>
                <a:lnTo>
                  <a:pt x="140427" y="119079"/>
                </a:lnTo>
                <a:lnTo>
                  <a:pt x="0" y="1190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8F001A-A410-42FB-8704-B25341097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91" y="933842"/>
            <a:ext cx="140426" cy="98735"/>
          </a:xfrm>
          <a:custGeom xmlns:a="http://schemas.openxmlformats.org/drawingml/2006/main">
            <a:pathLst>
              <a:path w="140426" h="98735">
                <a:moveTo>
                  <a:pt x="0" y="0"/>
                </a:moveTo>
                <a:lnTo>
                  <a:pt x="140426" y="0"/>
                </a:lnTo>
                <a:lnTo>
                  <a:pt x="140426" y="98735"/>
                </a:lnTo>
                <a:lnTo>
                  <a:pt x="0" y="987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DB485D-C979-4726-8314-57D75226E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91" y="933843"/>
            <a:ext cx="140427" cy="98737"/>
          </a:xfrm>
          <a:custGeom xmlns:a="http://schemas.openxmlformats.org/drawingml/2006/main">
            <a:pathLst>
              <a:path w="140427" h="98737" fill="none">
                <a:moveTo>
                  <a:pt x="0" y="0"/>
                </a:moveTo>
                <a:lnTo>
                  <a:pt x="140427" y="0"/>
                </a:lnTo>
                <a:lnTo>
                  <a:pt x="140427" y="98737"/>
                </a:lnTo>
                <a:lnTo>
                  <a:pt x="0" y="987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7943E9-7F18-4C00-B385-BC25E763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91" y="1055078"/>
            <a:ext cx="140426" cy="96249"/>
          </a:xfrm>
          <a:custGeom xmlns:a="http://schemas.openxmlformats.org/drawingml/2006/main">
            <a:pathLst>
              <a:path w="140426" h="96249">
                <a:moveTo>
                  <a:pt x="0" y="0"/>
                </a:moveTo>
                <a:lnTo>
                  <a:pt x="140426" y="0"/>
                </a:lnTo>
                <a:lnTo>
                  <a:pt x="140426" y="96249"/>
                </a:lnTo>
                <a:lnTo>
                  <a:pt x="0" y="962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04934-3AB2-4E3F-BBCC-D23F0457D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891" y="1055079"/>
            <a:ext cx="140427" cy="96252"/>
          </a:xfrm>
          <a:custGeom xmlns:a="http://schemas.openxmlformats.org/drawingml/2006/main">
            <a:pathLst>
              <a:path w="140427" h="96252" fill="none">
                <a:moveTo>
                  <a:pt x="0" y="0"/>
                </a:moveTo>
                <a:lnTo>
                  <a:pt x="140427" y="0"/>
                </a:lnTo>
                <a:lnTo>
                  <a:pt x="140427" y="96252"/>
                </a:lnTo>
                <a:lnTo>
                  <a:pt x="0" y="962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89C268-F742-486D-A13C-A4D477DEF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817" y="792265"/>
            <a:ext cx="101561" cy="116735"/>
          </a:xfrm>
          <a:custGeom xmlns:a="http://schemas.openxmlformats.org/drawingml/2006/main">
            <a:pathLst>
              <a:path w="101561" h="116735">
                <a:moveTo>
                  <a:pt x="0" y="0"/>
                </a:moveTo>
                <a:lnTo>
                  <a:pt x="101561" y="0"/>
                </a:lnTo>
                <a:lnTo>
                  <a:pt x="101561" y="116735"/>
                </a:lnTo>
                <a:lnTo>
                  <a:pt x="0" y="1167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E45FAC-CD24-4B71-8812-34D543CA5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816" y="792266"/>
            <a:ext cx="101563" cy="116735"/>
          </a:xfrm>
          <a:custGeom xmlns:a="http://schemas.openxmlformats.org/drawingml/2006/main">
            <a:pathLst>
              <a:path w="101563" h="116735" fill="none">
                <a:moveTo>
                  <a:pt x="0" y="0"/>
                </a:moveTo>
                <a:lnTo>
                  <a:pt x="101563" y="0"/>
                </a:lnTo>
                <a:lnTo>
                  <a:pt x="101563" y="116735"/>
                </a:lnTo>
                <a:lnTo>
                  <a:pt x="0" y="1167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67C233-FB67-43BF-9CDE-1A05913E1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817" y="931496"/>
            <a:ext cx="101561" cy="105470"/>
          </a:xfrm>
          <a:custGeom xmlns:a="http://schemas.openxmlformats.org/drawingml/2006/main">
            <a:pathLst>
              <a:path w="101561" h="105470">
                <a:moveTo>
                  <a:pt x="0" y="0"/>
                </a:moveTo>
                <a:lnTo>
                  <a:pt x="101561" y="0"/>
                </a:lnTo>
                <a:lnTo>
                  <a:pt x="101561" y="105470"/>
                </a:lnTo>
                <a:lnTo>
                  <a:pt x="0" y="1054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C5DDDD-66CA-4FA4-9242-4BC6ECC0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816" y="931499"/>
            <a:ext cx="101563" cy="105470"/>
          </a:xfrm>
          <a:custGeom xmlns:a="http://schemas.openxmlformats.org/drawingml/2006/main">
            <a:pathLst>
              <a:path w="101563" h="105470" fill="none">
                <a:moveTo>
                  <a:pt x="0" y="0"/>
                </a:moveTo>
                <a:lnTo>
                  <a:pt x="101563" y="0"/>
                </a:lnTo>
                <a:lnTo>
                  <a:pt x="101563" y="105470"/>
                </a:lnTo>
                <a:lnTo>
                  <a:pt x="0" y="1054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C9D2C-0F68-4E6F-B626-73987F61F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817" y="1059464"/>
            <a:ext cx="101561" cy="91863"/>
          </a:xfrm>
          <a:custGeom xmlns:a="http://schemas.openxmlformats.org/drawingml/2006/main">
            <a:pathLst>
              <a:path w="101561" h="91863">
                <a:moveTo>
                  <a:pt x="0" y="0"/>
                </a:moveTo>
                <a:lnTo>
                  <a:pt x="101561" y="0"/>
                </a:lnTo>
                <a:lnTo>
                  <a:pt x="101561" y="91863"/>
                </a:lnTo>
                <a:lnTo>
                  <a:pt x="0" y="918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67E906-D161-4241-A759-FE7E16F09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0816" y="1059467"/>
            <a:ext cx="101563" cy="91863"/>
          </a:xfrm>
          <a:custGeom xmlns:a="http://schemas.openxmlformats.org/drawingml/2006/main">
            <a:pathLst>
              <a:path w="101563" h="91863" fill="none">
                <a:moveTo>
                  <a:pt x="0" y="0"/>
                </a:moveTo>
                <a:lnTo>
                  <a:pt x="101563" y="0"/>
                </a:lnTo>
                <a:lnTo>
                  <a:pt x="101563" y="91863"/>
                </a:lnTo>
                <a:lnTo>
                  <a:pt x="0" y="918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EA9799-D56A-457D-B813-5D96F353E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8" y="792265"/>
            <a:ext cx="113388" cy="77641"/>
          </a:xfrm>
          <a:custGeom xmlns:a="http://schemas.openxmlformats.org/drawingml/2006/main">
            <a:pathLst>
              <a:path w="113388" h="77641">
                <a:moveTo>
                  <a:pt x="0" y="0"/>
                </a:moveTo>
                <a:lnTo>
                  <a:pt x="113388" y="0"/>
                </a:lnTo>
                <a:lnTo>
                  <a:pt x="113388" y="77641"/>
                </a:lnTo>
                <a:lnTo>
                  <a:pt x="0" y="776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827249-4986-4749-8E0F-63050357D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8" y="792266"/>
            <a:ext cx="113390" cy="77643"/>
          </a:xfrm>
          <a:custGeom xmlns:a="http://schemas.openxmlformats.org/drawingml/2006/main">
            <a:pathLst>
              <a:path w="113390" h="77643" fill="none">
                <a:moveTo>
                  <a:pt x="0" y="0"/>
                </a:moveTo>
                <a:lnTo>
                  <a:pt x="113390" y="0"/>
                </a:lnTo>
                <a:lnTo>
                  <a:pt x="113390" y="77643"/>
                </a:lnTo>
                <a:lnTo>
                  <a:pt x="0" y="776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22AEAF-D371-422F-8605-9D2C435E1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767" y="792265"/>
            <a:ext cx="112300" cy="77641"/>
          </a:xfrm>
          <a:custGeom xmlns:a="http://schemas.openxmlformats.org/drawingml/2006/main">
            <a:pathLst>
              <a:path w="112300" h="77641">
                <a:moveTo>
                  <a:pt x="0" y="0"/>
                </a:moveTo>
                <a:lnTo>
                  <a:pt x="112300" y="0"/>
                </a:lnTo>
                <a:lnTo>
                  <a:pt x="112300" y="77641"/>
                </a:lnTo>
                <a:lnTo>
                  <a:pt x="0" y="776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49F9E5-64AE-4A8B-8F72-DF0BF71AE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0766" y="792266"/>
            <a:ext cx="112300" cy="77643"/>
          </a:xfrm>
          <a:custGeom xmlns:a="http://schemas.openxmlformats.org/drawingml/2006/main">
            <a:pathLst>
              <a:path w="112300" h="77643" fill="none">
                <a:moveTo>
                  <a:pt x="0" y="0"/>
                </a:moveTo>
                <a:lnTo>
                  <a:pt x="112300" y="0"/>
                </a:lnTo>
                <a:lnTo>
                  <a:pt x="112300" y="77643"/>
                </a:lnTo>
                <a:lnTo>
                  <a:pt x="0" y="776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0CB0C8-79C2-4E3D-A8E2-15ACE089B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8" y="892406"/>
            <a:ext cx="90414" cy="90151"/>
          </a:xfrm>
          <a:custGeom xmlns:a="http://schemas.openxmlformats.org/drawingml/2006/main">
            <a:pathLst>
              <a:path w="90414" h="90151">
                <a:moveTo>
                  <a:pt x="0" y="0"/>
                </a:moveTo>
                <a:lnTo>
                  <a:pt x="90414" y="0"/>
                </a:lnTo>
                <a:lnTo>
                  <a:pt x="90414" y="90151"/>
                </a:lnTo>
                <a:lnTo>
                  <a:pt x="0" y="901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8A8238-7FEB-4D24-B417-9ADB4AE69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8" y="892407"/>
            <a:ext cx="90415" cy="90153"/>
          </a:xfrm>
          <a:custGeom xmlns:a="http://schemas.openxmlformats.org/drawingml/2006/main">
            <a:pathLst>
              <a:path w="90415" h="90153" fill="none">
                <a:moveTo>
                  <a:pt x="0" y="0"/>
                </a:moveTo>
                <a:lnTo>
                  <a:pt x="90415" y="0"/>
                </a:lnTo>
                <a:lnTo>
                  <a:pt x="90415" y="90153"/>
                </a:lnTo>
                <a:lnTo>
                  <a:pt x="0" y="901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401CFB-ABD5-4CF2-B7F4-6A3BB43FE0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789" y="892406"/>
            <a:ext cx="58607" cy="90151"/>
          </a:xfrm>
          <a:custGeom xmlns:a="http://schemas.openxmlformats.org/drawingml/2006/main">
            <a:pathLst>
              <a:path w="58607" h="90151">
                <a:moveTo>
                  <a:pt x="0" y="0"/>
                </a:moveTo>
                <a:lnTo>
                  <a:pt x="58607" y="0"/>
                </a:lnTo>
                <a:lnTo>
                  <a:pt x="58607" y="90151"/>
                </a:lnTo>
                <a:lnTo>
                  <a:pt x="0" y="901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D07554-3FC6-46A5-84BA-B2D280E2A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7791" y="892407"/>
            <a:ext cx="58607" cy="90153"/>
          </a:xfrm>
          <a:custGeom xmlns:a="http://schemas.openxmlformats.org/drawingml/2006/main">
            <a:pathLst>
              <a:path w="58607" h="90153" fill="none">
                <a:moveTo>
                  <a:pt x="0" y="0"/>
                </a:moveTo>
                <a:lnTo>
                  <a:pt x="58607" y="0"/>
                </a:lnTo>
                <a:lnTo>
                  <a:pt x="58607" y="90153"/>
                </a:lnTo>
                <a:lnTo>
                  <a:pt x="0" y="901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11D81C-EAC5-4D38-8432-2D6552E1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897" y="892406"/>
            <a:ext cx="54170" cy="90151"/>
          </a:xfrm>
          <a:custGeom xmlns:a="http://schemas.openxmlformats.org/drawingml/2006/main">
            <a:pathLst>
              <a:path w="54170" h="90151">
                <a:moveTo>
                  <a:pt x="0" y="0"/>
                </a:moveTo>
                <a:lnTo>
                  <a:pt x="54170" y="0"/>
                </a:lnTo>
                <a:lnTo>
                  <a:pt x="54170" y="90151"/>
                </a:lnTo>
                <a:lnTo>
                  <a:pt x="0" y="901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29A3D1-EC8E-44D1-A395-051CE9F73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88896" y="892407"/>
            <a:ext cx="54169" cy="90153"/>
          </a:xfrm>
          <a:custGeom xmlns:a="http://schemas.openxmlformats.org/drawingml/2006/main">
            <a:pathLst>
              <a:path w="54169" h="90153" fill="none">
                <a:moveTo>
                  <a:pt x="0" y="0"/>
                </a:moveTo>
                <a:lnTo>
                  <a:pt x="54169" y="0"/>
                </a:lnTo>
                <a:lnTo>
                  <a:pt x="54169" y="90153"/>
                </a:lnTo>
                <a:lnTo>
                  <a:pt x="0" y="901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68CC4-BB55-4A60-9A6E-567C8696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8" y="1005057"/>
            <a:ext cx="51058" cy="71843"/>
          </a:xfrm>
          <a:custGeom xmlns:a="http://schemas.openxmlformats.org/drawingml/2006/main">
            <a:pathLst>
              <a:path w="51058" h="71843">
                <a:moveTo>
                  <a:pt x="0" y="0"/>
                </a:moveTo>
                <a:lnTo>
                  <a:pt x="51058" y="0"/>
                </a:lnTo>
                <a:lnTo>
                  <a:pt x="51058" y="71843"/>
                </a:lnTo>
                <a:lnTo>
                  <a:pt x="0" y="718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BBC555-5F25-42CE-94AD-F23394F18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8" y="1005059"/>
            <a:ext cx="51058" cy="71842"/>
          </a:xfrm>
          <a:custGeom xmlns:a="http://schemas.openxmlformats.org/drawingml/2006/main">
            <a:pathLst>
              <a:path w="51058" h="71842" fill="none">
                <a:moveTo>
                  <a:pt x="0" y="0"/>
                </a:moveTo>
                <a:lnTo>
                  <a:pt x="51058" y="0"/>
                </a:lnTo>
                <a:lnTo>
                  <a:pt x="51058" y="71842"/>
                </a:lnTo>
                <a:lnTo>
                  <a:pt x="0" y="718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BAC79-6C75-4921-82C7-8741F2A9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8" y="1099397"/>
            <a:ext cx="51058" cy="51929"/>
          </a:xfrm>
          <a:custGeom xmlns:a="http://schemas.openxmlformats.org/drawingml/2006/main">
            <a:pathLst>
              <a:path w="51058" h="51929">
                <a:moveTo>
                  <a:pt x="0" y="0"/>
                </a:moveTo>
                <a:lnTo>
                  <a:pt x="51058" y="0"/>
                </a:lnTo>
                <a:lnTo>
                  <a:pt x="51058" y="51929"/>
                </a:lnTo>
                <a:lnTo>
                  <a:pt x="0" y="519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F402BDF-118C-448B-BC35-D9BF50BD9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878" y="1099399"/>
            <a:ext cx="51058" cy="51931"/>
          </a:xfrm>
          <a:custGeom xmlns:a="http://schemas.openxmlformats.org/drawingml/2006/main">
            <a:pathLst>
              <a:path w="51058" h="51931" fill="none">
                <a:moveTo>
                  <a:pt x="0" y="0"/>
                </a:moveTo>
                <a:lnTo>
                  <a:pt x="51058" y="0"/>
                </a:lnTo>
                <a:lnTo>
                  <a:pt x="51058" y="51931"/>
                </a:lnTo>
                <a:lnTo>
                  <a:pt x="0" y="519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26E4AE-6869-412A-AF93-927573B4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433" y="1005057"/>
            <a:ext cx="36350" cy="63351"/>
          </a:xfrm>
          <a:custGeom xmlns:a="http://schemas.openxmlformats.org/drawingml/2006/main">
            <a:pathLst>
              <a:path w="36350" h="63351">
                <a:moveTo>
                  <a:pt x="0" y="0"/>
                </a:moveTo>
                <a:lnTo>
                  <a:pt x="36350" y="0"/>
                </a:lnTo>
                <a:lnTo>
                  <a:pt x="36350" y="63351"/>
                </a:lnTo>
                <a:lnTo>
                  <a:pt x="0" y="633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8B3CD-4512-4914-A8A3-05B40D409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434" y="1005059"/>
            <a:ext cx="36349" cy="63350"/>
          </a:xfrm>
          <a:custGeom xmlns:a="http://schemas.openxmlformats.org/drawingml/2006/main">
            <a:pathLst>
              <a:path w="36349" h="63350" fill="none">
                <a:moveTo>
                  <a:pt x="0" y="0"/>
                </a:moveTo>
                <a:lnTo>
                  <a:pt x="36349" y="0"/>
                </a:lnTo>
                <a:lnTo>
                  <a:pt x="36349" y="63350"/>
                </a:lnTo>
                <a:lnTo>
                  <a:pt x="0" y="633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1DEA45-6174-4B7C-8C5F-B61A392D2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433" y="1090905"/>
            <a:ext cx="36350" cy="60422"/>
          </a:xfrm>
          <a:custGeom xmlns:a="http://schemas.openxmlformats.org/drawingml/2006/main">
            <a:pathLst>
              <a:path w="36350" h="60422">
                <a:moveTo>
                  <a:pt x="0" y="0"/>
                </a:moveTo>
                <a:lnTo>
                  <a:pt x="36350" y="0"/>
                </a:lnTo>
                <a:lnTo>
                  <a:pt x="36350" y="60422"/>
                </a:lnTo>
                <a:lnTo>
                  <a:pt x="0" y="604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BB1D10-3D99-4032-825C-33F82B075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8434" y="1090907"/>
            <a:ext cx="36349" cy="60423"/>
          </a:xfrm>
          <a:custGeom xmlns:a="http://schemas.openxmlformats.org/drawingml/2006/main">
            <a:pathLst>
              <a:path w="36349" h="60423" fill="none">
                <a:moveTo>
                  <a:pt x="0" y="0"/>
                </a:moveTo>
                <a:lnTo>
                  <a:pt x="36349" y="0"/>
                </a:lnTo>
                <a:lnTo>
                  <a:pt x="36349" y="60423"/>
                </a:lnTo>
                <a:lnTo>
                  <a:pt x="0" y="604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D18CDC-983E-4950-B754-2A1C81ED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280" y="1005057"/>
            <a:ext cx="47097" cy="33127"/>
          </a:xfrm>
          <a:custGeom xmlns:a="http://schemas.openxmlformats.org/drawingml/2006/main">
            <a:pathLst>
              <a:path w="47097" h="33127">
                <a:moveTo>
                  <a:pt x="0" y="0"/>
                </a:moveTo>
                <a:lnTo>
                  <a:pt x="47097" y="0"/>
                </a:lnTo>
                <a:lnTo>
                  <a:pt x="47097" y="33127"/>
                </a:lnTo>
                <a:lnTo>
                  <a:pt x="0" y="331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A46CD4-7141-4355-9F5E-2308A687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281" y="1005059"/>
            <a:ext cx="47096" cy="33128"/>
          </a:xfrm>
          <a:custGeom xmlns:a="http://schemas.openxmlformats.org/drawingml/2006/main">
            <a:pathLst>
              <a:path w="47096" h="33128" fill="none">
                <a:moveTo>
                  <a:pt x="0" y="0"/>
                </a:moveTo>
                <a:lnTo>
                  <a:pt x="47096" y="0"/>
                </a:lnTo>
                <a:lnTo>
                  <a:pt x="47096" y="33128"/>
                </a:lnTo>
                <a:lnTo>
                  <a:pt x="0" y="331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FFEC6BE-23D6-4765-AB62-8E5BD1B16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875" y="1005057"/>
            <a:ext cx="46191" cy="33127"/>
          </a:xfrm>
          <a:custGeom xmlns:a="http://schemas.openxmlformats.org/drawingml/2006/main">
            <a:pathLst>
              <a:path w="46191" h="33127">
                <a:moveTo>
                  <a:pt x="0" y="0"/>
                </a:moveTo>
                <a:lnTo>
                  <a:pt x="46191" y="0"/>
                </a:lnTo>
                <a:lnTo>
                  <a:pt x="46191" y="33127"/>
                </a:lnTo>
                <a:lnTo>
                  <a:pt x="0" y="331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197ECC-0194-4FA9-B192-95C0C8ADA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876" y="1005059"/>
            <a:ext cx="46190" cy="33128"/>
          </a:xfrm>
          <a:custGeom xmlns:a="http://schemas.openxmlformats.org/drawingml/2006/main">
            <a:pathLst>
              <a:path w="46190" h="33128" fill="none">
                <a:moveTo>
                  <a:pt x="0" y="0"/>
                </a:moveTo>
                <a:lnTo>
                  <a:pt x="46190" y="0"/>
                </a:lnTo>
                <a:lnTo>
                  <a:pt x="46190" y="33128"/>
                </a:lnTo>
                <a:lnTo>
                  <a:pt x="0" y="331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DB7321-2E0E-41C4-B469-17E9E643B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280" y="1060684"/>
            <a:ext cx="20808" cy="39631"/>
          </a:xfrm>
          <a:custGeom xmlns:a="http://schemas.openxmlformats.org/drawingml/2006/main">
            <a:pathLst>
              <a:path w="20808" h="39631">
                <a:moveTo>
                  <a:pt x="0" y="0"/>
                </a:moveTo>
                <a:lnTo>
                  <a:pt x="20808" y="0"/>
                </a:lnTo>
                <a:lnTo>
                  <a:pt x="20808" y="39631"/>
                </a:lnTo>
                <a:lnTo>
                  <a:pt x="0" y="396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FB005C-B4F3-48BC-A35A-263DC704A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281" y="1060685"/>
            <a:ext cx="20808" cy="39632"/>
          </a:xfrm>
          <a:custGeom xmlns:a="http://schemas.openxmlformats.org/drawingml/2006/main">
            <a:pathLst>
              <a:path w="20808" h="39632" fill="none">
                <a:moveTo>
                  <a:pt x="0" y="0"/>
                </a:moveTo>
                <a:lnTo>
                  <a:pt x="20808" y="0"/>
                </a:lnTo>
                <a:lnTo>
                  <a:pt x="20808" y="39632"/>
                </a:lnTo>
                <a:lnTo>
                  <a:pt x="0" y="396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80CB0FA-3238-4698-9190-A1C18C065D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280" y="1122815"/>
            <a:ext cx="20808" cy="28512"/>
          </a:xfrm>
          <a:custGeom xmlns:a="http://schemas.openxmlformats.org/drawingml/2006/main">
            <a:pathLst>
              <a:path w="20808" h="28512">
                <a:moveTo>
                  <a:pt x="0" y="0"/>
                </a:moveTo>
                <a:lnTo>
                  <a:pt x="20808" y="0"/>
                </a:lnTo>
                <a:lnTo>
                  <a:pt x="20808" y="28512"/>
                </a:lnTo>
                <a:lnTo>
                  <a:pt x="0" y="285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65E516-2FDB-4A4E-8CA2-4FB2224CD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7281" y="1122816"/>
            <a:ext cx="20808" cy="28514"/>
          </a:xfrm>
          <a:custGeom xmlns:a="http://schemas.openxmlformats.org/drawingml/2006/main">
            <a:pathLst>
              <a:path w="20808" h="28514" fill="none">
                <a:moveTo>
                  <a:pt x="0" y="0"/>
                </a:moveTo>
                <a:lnTo>
                  <a:pt x="20808" y="0"/>
                </a:lnTo>
                <a:lnTo>
                  <a:pt x="20808" y="28514"/>
                </a:lnTo>
                <a:lnTo>
                  <a:pt x="0" y="285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FD09E-466A-41A3-B2BD-B46A47C28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86" y="1060684"/>
            <a:ext cx="26718" cy="12539"/>
          </a:xfrm>
          <a:custGeom xmlns:a="http://schemas.openxmlformats.org/drawingml/2006/main">
            <a:pathLst>
              <a:path w="26718" h="12539">
                <a:moveTo>
                  <a:pt x="0" y="0"/>
                </a:moveTo>
                <a:lnTo>
                  <a:pt x="26718" y="0"/>
                </a:lnTo>
                <a:lnTo>
                  <a:pt x="26718" y="12539"/>
                </a:lnTo>
                <a:lnTo>
                  <a:pt x="0" y="125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E50A2B-477D-4441-997F-94945841C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87" y="1060685"/>
            <a:ext cx="26717" cy="12538"/>
          </a:xfrm>
          <a:custGeom xmlns:a="http://schemas.openxmlformats.org/drawingml/2006/main">
            <a:pathLst>
              <a:path w="26717" h="12538" fill="none">
                <a:moveTo>
                  <a:pt x="0" y="0"/>
                </a:moveTo>
                <a:lnTo>
                  <a:pt x="26717" y="0"/>
                </a:lnTo>
                <a:lnTo>
                  <a:pt x="26717" y="12538"/>
                </a:lnTo>
                <a:lnTo>
                  <a:pt x="0" y="1253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0FD279-D197-4BED-80A0-BA162191F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01" y="1060684"/>
            <a:ext cx="23266" cy="12539"/>
          </a:xfrm>
          <a:custGeom xmlns:a="http://schemas.openxmlformats.org/drawingml/2006/main">
            <a:pathLst>
              <a:path w="23266" h="12539">
                <a:moveTo>
                  <a:pt x="0" y="0"/>
                </a:moveTo>
                <a:lnTo>
                  <a:pt x="23266" y="0"/>
                </a:lnTo>
                <a:lnTo>
                  <a:pt x="23266" y="12539"/>
                </a:lnTo>
                <a:lnTo>
                  <a:pt x="0" y="125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8BDDA3-790C-4F51-99AD-590105016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9802" y="1060685"/>
            <a:ext cx="23263" cy="12538"/>
          </a:xfrm>
          <a:custGeom xmlns:a="http://schemas.openxmlformats.org/drawingml/2006/main">
            <a:pathLst>
              <a:path w="23263" h="12538" fill="none">
                <a:moveTo>
                  <a:pt x="0" y="0"/>
                </a:moveTo>
                <a:lnTo>
                  <a:pt x="23263" y="0"/>
                </a:lnTo>
                <a:lnTo>
                  <a:pt x="23263" y="12538"/>
                </a:lnTo>
                <a:lnTo>
                  <a:pt x="0" y="1253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F2546B-2B16-4008-8151-21207A37D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86" y="1095720"/>
            <a:ext cx="13930" cy="10810"/>
          </a:xfrm>
          <a:custGeom xmlns:a="http://schemas.openxmlformats.org/drawingml/2006/main">
            <a:pathLst>
              <a:path w="13930" h="10810">
                <a:moveTo>
                  <a:pt x="0" y="0"/>
                </a:moveTo>
                <a:lnTo>
                  <a:pt x="13930" y="0"/>
                </a:lnTo>
                <a:lnTo>
                  <a:pt x="13930" y="10810"/>
                </a:lnTo>
                <a:lnTo>
                  <a:pt x="0" y="108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F3747F-63F9-4FA7-AAC4-FEF865C4E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87" y="1095722"/>
            <a:ext cx="13930" cy="10811"/>
          </a:xfrm>
          <a:custGeom xmlns:a="http://schemas.openxmlformats.org/drawingml/2006/main">
            <a:pathLst>
              <a:path w="13930" h="10811" fill="none">
                <a:moveTo>
                  <a:pt x="0" y="0"/>
                </a:moveTo>
                <a:lnTo>
                  <a:pt x="13930" y="0"/>
                </a:lnTo>
                <a:lnTo>
                  <a:pt x="13930" y="10811"/>
                </a:lnTo>
                <a:lnTo>
                  <a:pt x="0" y="108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78296C-9FD3-4838-9D97-FD46AAD3F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86" y="1129030"/>
            <a:ext cx="13930" cy="291"/>
          </a:xfrm>
          <a:custGeom xmlns:a="http://schemas.openxmlformats.org/drawingml/2006/main">
            <a:pathLst>
              <a:path w="13930" h="291">
                <a:moveTo>
                  <a:pt x="0" y="0"/>
                </a:moveTo>
                <a:lnTo>
                  <a:pt x="13930" y="0"/>
                </a:lnTo>
                <a:lnTo>
                  <a:pt x="13930" y="291"/>
                </a:lnTo>
                <a:lnTo>
                  <a:pt x="0" y="2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E09617-FC68-4EFC-8ACF-DFAF918E8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0587" y="1129031"/>
            <a:ext cx="13930" cy="292"/>
          </a:xfrm>
          <a:custGeom xmlns:a="http://schemas.openxmlformats.org/drawingml/2006/main">
            <a:pathLst>
              <a:path w="13930" h="292" fill="none">
                <a:moveTo>
                  <a:pt x="0" y="0"/>
                </a:moveTo>
                <a:lnTo>
                  <a:pt x="13930" y="0"/>
                </a:lnTo>
                <a:lnTo>
                  <a:pt x="13930" y="292"/>
                </a:lnTo>
                <a:lnTo>
                  <a:pt x="0" y="2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4E29EF-E2E8-4B5D-AAEE-579F731D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016" y="1095720"/>
            <a:ext cx="7695" cy="3495"/>
          </a:xfrm>
          <a:custGeom xmlns:a="http://schemas.openxmlformats.org/drawingml/2006/main">
            <a:pathLst>
              <a:path w="7695" h="3495">
                <a:moveTo>
                  <a:pt x="0" y="0"/>
                </a:moveTo>
                <a:lnTo>
                  <a:pt x="7695" y="0"/>
                </a:lnTo>
                <a:lnTo>
                  <a:pt x="7695" y="3495"/>
                </a:lnTo>
                <a:lnTo>
                  <a:pt x="0" y="34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2B5D42-0677-44A7-A9FC-E1CC666B2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7016" y="1095722"/>
            <a:ext cx="7697" cy="3494"/>
          </a:xfrm>
          <a:custGeom xmlns:a="http://schemas.openxmlformats.org/drawingml/2006/main">
            <a:pathLst>
              <a:path w="7697" h="3494" fill="none">
                <a:moveTo>
                  <a:pt x="0" y="0"/>
                </a:moveTo>
                <a:lnTo>
                  <a:pt x="7697" y="0"/>
                </a:lnTo>
                <a:lnTo>
                  <a:pt x="7697" y="3494"/>
                </a:lnTo>
                <a:lnTo>
                  <a:pt x="0" y="34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299948-677B-41C9-A865-2B0292D55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11" y="1095720"/>
            <a:ext cx="5855" cy="3495"/>
          </a:xfrm>
          <a:custGeom xmlns:a="http://schemas.openxmlformats.org/drawingml/2006/main">
            <a:pathLst>
              <a:path w="5855" h="3495">
                <a:moveTo>
                  <a:pt x="0" y="0"/>
                </a:moveTo>
                <a:lnTo>
                  <a:pt x="5855" y="0"/>
                </a:lnTo>
                <a:lnTo>
                  <a:pt x="5855" y="3495"/>
                </a:lnTo>
                <a:lnTo>
                  <a:pt x="0" y="34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9B0808-00B9-47C6-9BC6-6331974C5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211" y="1095722"/>
            <a:ext cx="5854" cy="3494"/>
          </a:xfrm>
          <a:custGeom xmlns:a="http://schemas.openxmlformats.org/drawingml/2006/main">
            <a:pathLst>
              <a:path w="5854" h="3494" fill="none">
                <a:moveTo>
                  <a:pt x="0" y="0"/>
                </a:moveTo>
                <a:lnTo>
                  <a:pt x="5854" y="0"/>
                </a:lnTo>
                <a:lnTo>
                  <a:pt x="5854" y="3494"/>
                </a:lnTo>
                <a:lnTo>
                  <a:pt x="0" y="34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4F2D3-D1B6-44E5-B21B-25C136F1D5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1511300"/>
            <a:ext cx="332230" cy="384605"/>
          </a:xfrm>
          <a:custGeom xmlns:a="http://schemas.openxmlformats.org/drawingml/2006/main">
            <a:pathLst>
              <a:path w="332230" h="384605">
                <a:moveTo>
                  <a:pt x="0" y="0"/>
                </a:moveTo>
                <a:lnTo>
                  <a:pt x="332230" y="0"/>
                </a:lnTo>
                <a:lnTo>
                  <a:pt x="332230" y="384605"/>
                </a:lnTo>
                <a:lnTo>
                  <a:pt x="0" y="3846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3BAA88-A145-458C-B8AD-BF382FF93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1511303"/>
            <a:ext cx="332230" cy="384604"/>
          </a:xfrm>
          <a:custGeom xmlns:a="http://schemas.openxmlformats.org/drawingml/2006/main">
            <a:pathLst>
              <a:path w="332230" h="384604" fill="none">
                <a:moveTo>
                  <a:pt x="0" y="0"/>
                </a:moveTo>
                <a:lnTo>
                  <a:pt x="332230" y="0"/>
                </a:lnTo>
                <a:lnTo>
                  <a:pt x="332230" y="384604"/>
                </a:lnTo>
                <a:lnTo>
                  <a:pt x="0" y="3846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60" name="Text Squamata">
            <a:extLst xmlns:a="http://schemas.openxmlformats.org/drawingml/2006/main">
              <a:ext uri="{FF2B5EF4-FFF2-40B4-BE49-F238E27FC236}">
                <a16:creationId xmlns:a16="http://schemas.microsoft.com/office/drawing/2014/main" id="{FC9377D1-058B-4031-B576-C13458290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9304" y="1543874"/>
            <a:ext cx="191042" cy="36288"/>
          </a:xfrm>
          <a:custGeom xmlns:a="http://schemas.openxmlformats.org/drawingml/2006/main">
            <a:pathLst>
              <a:path w="191042" h="36288">
                <a:moveTo>
                  <a:pt x="21607" y="20548"/>
                </a:moveTo>
                <a:cubicBezTo>
                  <a:pt x="21607" y="21641"/>
                  <a:pt x="21353" y="22720"/>
                  <a:pt x="20845" y="23788"/>
                </a:cubicBezTo>
                <a:cubicBezTo>
                  <a:pt x="20337" y="24855"/>
                  <a:pt x="19625" y="25759"/>
                  <a:pt x="18709" y="26499"/>
                </a:cubicBezTo>
                <a:cubicBezTo>
                  <a:pt x="17705" y="27303"/>
                  <a:pt x="16535" y="27931"/>
                  <a:pt x="15199" y="28383"/>
                </a:cubicBezTo>
                <a:cubicBezTo>
                  <a:pt x="13862" y="28835"/>
                  <a:pt x="12253" y="29061"/>
                  <a:pt x="10371" y="29061"/>
                </a:cubicBezTo>
                <a:cubicBezTo>
                  <a:pt x="8351" y="29061"/>
                  <a:pt x="6534" y="28872"/>
                  <a:pt x="4922" y="28495"/>
                </a:cubicBezTo>
                <a:cubicBezTo>
                  <a:pt x="3310" y="28117"/>
                  <a:pt x="1669" y="27558"/>
                  <a:pt x="0" y="26815"/>
                </a:cubicBezTo>
                <a:lnTo>
                  <a:pt x="0" y="22134"/>
                </a:lnTo>
                <a:lnTo>
                  <a:pt x="264" y="22134"/>
                </a:lnTo>
                <a:cubicBezTo>
                  <a:pt x="1681" y="23314"/>
                  <a:pt x="3319" y="24224"/>
                  <a:pt x="5176" y="24864"/>
                </a:cubicBezTo>
                <a:cubicBezTo>
                  <a:pt x="7033" y="25504"/>
                  <a:pt x="8777" y="25824"/>
                  <a:pt x="10408" y="25824"/>
                </a:cubicBezTo>
                <a:cubicBezTo>
                  <a:pt x="12717" y="25824"/>
                  <a:pt x="14515" y="25392"/>
                  <a:pt x="15801" y="24529"/>
                </a:cubicBezTo>
                <a:cubicBezTo>
                  <a:pt x="17087" y="23666"/>
                  <a:pt x="17730" y="22514"/>
                  <a:pt x="17730" y="21075"/>
                </a:cubicBezTo>
                <a:cubicBezTo>
                  <a:pt x="17730" y="19832"/>
                  <a:pt x="17426" y="18916"/>
                  <a:pt x="16817" y="18325"/>
                </a:cubicBezTo>
                <a:cubicBezTo>
                  <a:pt x="16209" y="17735"/>
                  <a:pt x="15283" y="17277"/>
                  <a:pt x="14041" y="16951"/>
                </a:cubicBezTo>
                <a:cubicBezTo>
                  <a:pt x="13100" y="16699"/>
                  <a:pt x="12080" y="16492"/>
                  <a:pt x="10983" y="16329"/>
                </a:cubicBezTo>
                <a:cubicBezTo>
                  <a:pt x="9885" y="16166"/>
                  <a:pt x="8721" y="15959"/>
                  <a:pt x="7491" y="15707"/>
                </a:cubicBezTo>
                <a:cubicBezTo>
                  <a:pt x="5007" y="15180"/>
                  <a:pt x="3165" y="14279"/>
                  <a:pt x="1967" y="13005"/>
                </a:cubicBezTo>
                <a:cubicBezTo>
                  <a:pt x="769" y="11730"/>
                  <a:pt x="169" y="10070"/>
                  <a:pt x="169" y="8023"/>
                </a:cubicBezTo>
                <a:cubicBezTo>
                  <a:pt x="169" y="5675"/>
                  <a:pt x="1161" y="3751"/>
                  <a:pt x="3143" y="2251"/>
                </a:cubicBezTo>
                <a:cubicBezTo>
                  <a:pt x="5126" y="750"/>
                  <a:pt x="7642" y="0"/>
                  <a:pt x="10691" y="0"/>
                </a:cubicBezTo>
                <a:cubicBezTo>
                  <a:pt x="12661" y="0"/>
                  <a:pt x="14468" y="188"/>
                  <a:pt x="16111" y="565"/>
                </a:cubicBezTo>
                <a:cubicBezTo>
                  <a:pt x="17755" y="941"/>
                  <a:pt x="19211" y="1405"/>
                  <a:pt x="20478" y="1957"/>
                </a:cubicBezTo>
                <a:lnTo>
                  <a:pt x="20478" y="6362"/>
                </a:lnTo>
                <a:lnTo>
                  <a:pt x="20215" y="6362"/>
                </a:lnTo>
                <a:cubicBezTo>
                  <a:pt x="19148" y="5464"/>
                  <a:pt x="17746" y="4719"/>
                  <a:pt x="16008" y="4126"/>
                </a:cubicBezTo>
                <a:cubicBezTo>
                  <a:pt x="14270" y="3534"/>
                  <a:pt x="12491" y="3237"/>
                  <a:pt x="10672" y="3237"/>
                </a:cubicBezTo>
                <a:cubicBezTo>
                  <a:pt x="8677" y="3237"/>
                  <a:pt x="7074" y="3650"/>
                  <a:pt x="5863" y="4476"/>
                </a:cubicBezTo>
                <a:cubicBezTo>
                  <a:pt x="4652" y="5301"/>
                  <a:pt x="4047" y="6365"/>
                  <a:pt x="4047" y="7665"/>
                </a:cubicBezTo>
                <a:cubicBezTo>
                  <a:pt x="4047" y="8833"/>
                  <a:pt x="4348" y="9750"/>
                  <a:pt x="4950" y="10415"/>
                </a:cubicBezTo>
                <a:cubicBezTo>
                  <a:pt x="5552" y="11080"/>
                  <a:pt x="6613" y="11589"/>
                  <a:pt x="8131" y="11941"/>
                </a:cubicBezTo>
                <a:cubicBezTo>
                  <a:pt x="8934" y="12116"/>
                  <a:pt x="10076" y="12330"/>
                  <a:pt x="11557" y="12581"/>
                </a:cubicBezTo>
                <a:cubicBezTo>
                  <a:pt x="13037" y="12832"/>
                  <a:pt x="14292" y="13090"/>
                  <a:pt x="15321" y="13354"/>
                </a:cubicBezTo>
                <a:cubicBezTo>
                  <a:pt x="17404" y="13906"/>
                  <a:pt x="18972" y="14741"/>
                  <a:pt x="20026" y="15859"/>
                </a:cubicBezTo>
                <a:cubicBezTo>
                  <a:pt x="21080" y="16976"/>
                  <a:pt x="21607" y="18539"/>
                  <a:pt x="21607" y="20548"/>
                </a:cubicBezTo>
                <a:close/>
                <a:moveTo>
                  <a:pt x="44364" y="36288"/>
                </a:moveTo>
                <a:lnTo>
                  <a:pt x="40825" y="36288"/>
                </a:lnTo>
                <a:lnTo>
                  <a:pt x="40825" y="26158"/>
                </a:lnTo>
                <a:cubicBezTo>
                  <a:pt x="39733" y="27100"/>
                  <a:pt x="38648" y="27801"/>
                  <a:pt x="37569" y="28260"/>
                </a:cubicBezTo>
                <a:cubicBezTo>
                  <a:pt x="36490" y="28719"/>
                  <a:pt x="35323" y="28948"/>
                  <a:pt x="34068" y="28948"/>
                </a:cubicBezTo>
                <a:cubicBezTo>
                  <a:pt x="31571" y="28948"/>
                  <a:pt x="29579" y="27983"/>
                  <a:pt x="28092" y="26054"/>
                </a:cubicBezTo>
                <a:cubicBezTo>
                  <a:pt x="26605" y="24124"/>
                  <a:pt x="25862" y="21463"/>
                  <a:pt x="25862" y="18069"/>
                </a:cubicBezTo>
                <a:cubicBezTo>
                  <a:pt x="25862" y="16259"/>
                  <a:pt x="26122" y="14660"/>
                  <a:pt x="26643" y="13271"/>
                </a:cubicBezTo>
                <a:cubicBezTo>
                  <a:pt x="27163" y="11882"/>
                  <a:pt x="27850" y="10716"/>
                  <a:pt x="28704" y="9773"/>
                </a:cubicBezTo>
                <a:cubicBezTo>
                  <a:pt x="29532" y="8856"/>
                  <a:pt x="30504" y="8146"/>
                  <a:pt x="31621" y="7643"/>
                </a:cubicBezTo>
                <a:cubicBezTo>
                  <a:pt x="32738" y="7140"/>
                  <a:pt x="33917" y="6889"/>
                  <a:pt x="35160" y="6889"/>
                </a:cubicBezTo>
                <a:cubicBezTo>
                  <a:pt x="36289" y="6889"/>
                  <a:pt x="37290" y="7014"/>
                  <a:pt x="38162" y="7266"/>
                </a:cubicBezTo>
                <a:cubicBezTo>
                  <a:pt x="39034" y="7517"/>
                  <a:pt x="39922" y="7888"/>
                  <a:pt x="40825" y="8378"/>
                </a:cubicBezTo>
                <a:lnTo>
                  <a:pt x="41051" y="7491"/>
                </a:lnTo>
                <a:lnTo>
                  <a:pt x="44364" y="7491"/>
                </a:lnTo>
                <a:lnTo>
                  <a:pt x="44364" y="36288"/>
                </a:lnTo>
                <a:moveTo>
                  <a:pt x="40825" y="23170"/>
                </a:moveTo>
                <a:lnTo>
                  <a:pt x="40825" y="11274"/>
                </a:lnTo>
                <a:cubicBezTo>
                  <a:pt x="39846" y="10835"/>
                  <a:pt x="38980" y="10528"/>
                  <a:pt x="38228" y="10352"/>
                </a:cubicBezTo>
                <a:cubicBezTo>
                  <a:pt x="37475" y="10176"/>
                  <a:pt x="36659" y="10089"/>
                  <a:pt x="35781" y="10089"/>
                </a:cubicBezTo>
                <a:cubicBezTo>
                  <a:pt x="33735" y="10089"/>
                  <a:pt x="32180" y="10782"/>
                  <a:pt x="31113" y="12168"/>
                </a:cubicBezTo>
                <a:cubicBezTo>
                  <a:pt x="30046" y="13555"/>
                  <a:pt x="29513" y="15465"/>
                  <a:pt x="29513" y="17900"/>
                </a:cubicBezTo>
                <a:cubicBezTo>
                  <a:pt x="29513" y="20359"/>
                  <a:pt x="29943" y="22251"/>
                  <a:pt x="30802" y="23574"/>
                </a:cubicBezTo>
                <a:cubicBezTo>
                  <a:pt x="31662" y="24898"/>
                  <a:pt x="33014" y="25560"/>
                  <a:pt x="34858" y="25560"/>
                </a:cubicBezTo>
                <a:cubicBezTo>
                  <a:pt x="35887" y="25560"/>
                  <a:pt x="36916" y="25337"/>
                  <a:pt x="37945" y="24892"/>
                </a:cubicBezTo>
                <a:cubicBezTo>
                  <a:pt x="38974" y="24446"/>
                  <a:pt x="39934" y="23872"/>
                  <a:pt x="40825" y="23170"/>
                </a:cubicBezTo>
                <a:close/>
                <a:moveTo>
                  <a:pt x="68756" y="28534"/>
                </a:moveTo>
                <a:lnTo>
                  <a:pt x="65218" y="28534"/>
                </a:lnTo>
                <a:lnTo>
                  <a:pt x="65218" y="26214"/>
                </a:lnTo>
                <a:cubicBezTo>
                  <a:pt x="64026" y="27156"/>
                  <a:pt x="62884" y="27879"/>
                  <a:pt x="61792" y="28382"/>
                </a:cubicBezTo>
                <a:cubicBezTo>
                  <a:pt x="60701" y="28885"/>
                  <a:pt x="59496" y="29136"/>
                  <a:pt x="58178" y="29136"/>
                </a:cubicBezTo>
                <a:cubicBezTo>
                  <a:pt x="55970" y="29136"/>
                  <a:pt x="54251" y="28461"/>
                  <a:pt x="53021" y="27109"/>
                </a:cubicBezTo>
                <a:cubicBezTo>
                  <a:pt x="51792" y="25758"/>
                  <a:pt x="51177" y="23775"/>
                  <a:pt x="51177" y="21160"/>
                </a:cubicBezTo>
                <a:lnTo>
                  <a:pt x="51177" y="7491"/>
                </a:lnTo>
                <a:lnTo>
                  <a:pt x="54715" y="7491"/>
                </a:lnTo>
                <a:lnTo>
                  <a:pt x="54715" y="19474"/>
                </a:lnTo>
                <a:cubicBezTo>
                  <a:pt x="54715" y="20542"/>
                  <a:pt x="54765" y="21456"/>
                  <a:pt x="54866" y="22216"/>
                </a:cubicBezTo>
                <a:cubicBezTo>
                  <a:pt x="54966" y="22976"/>
                  <a:pt x="55180" y="23626"/>
                  <a:pt x="55506" y="24165"/>
                </a:cubicBezTo>
                <a:cubicBezTo>
                  <a:pt x="55845" y="24718"/>
                  <a:pt x="56284" y="25120"/>
                  <a:pt x="56823" y="25372"/>
                </a:cubicBezTo>
                <a:cubicBezTo>
                  <a:pt x="57363" y="25623"/>
                  <a:pt x="58147" y="25748"/>
                  <a:pt x="59176" y="25748"/>
                </a:cubicBezTo>
                <a:cubicBezTo>
                  <a:pt x="60092" y="25748"/>
                  <a:pt x="61093" y="25510"/>
                  <a:pt x="62178" y="25032"/>
                </a:cubicBezTo>
                <a:cubicBezTo>
                  <a:pt x="63264" y="24555"/>
                  <a:pt x="64277" y="23946"/>
                  <a:pt x="65218" y="23205"/>
                </a:cubicBezTo>
                <a:lnTo>
                  <a:pt x="65218" y="7491"/>
                </a:lnTo>
                <a:lnTo>
                  <a:pt x="68756" y="7491"/>
                </a:lnTo>
                <a:lnTo>
                  <a:pt x="68756" y="28534"/>
                </a:lnTo>
                <a:close/>
                <a:moveTo>
                  <a:pt x="92058" y="28534"/>
                </a:moveTo>
                <a:lnTo>
                  <a:pt x="88538" y="28534"/>
                </a:lnTo>
                <a:lnTo>
                  <a:pt x="88538" y="26309"/>
                </a:lnTo>
                <a:cubicBezTo>
                  <a:pt x="88225" y="26523"/>
                  <a:pt x="87801" y="26822"/>
                  <a:pt x="87268" y="27205"/>
                </a:cubicBezTo>
                <a:cubicBezTo>
                  <a:pt x="86735" y="27588"/>
                  <a:pt x="86217" y="27892"/>
                  <a:pt x="85715" y="28119"/>
                </a:cubicBezTo>
                <a:cubicBezTo>
                  <a:pt x="85125" y="28408"/>
                  <a:pt x="84448" y="28649"/>
                  <a:pt x="83682" y="28844"/>
                </a:cubicBezTo>
                <a:cubicBezTo>
                  <a:pt x="82917" y="29039"/>
                  <a:pt x="82020" y="29136"/>
                  <a:pt x="80991" y="29136"/>
                </a:cubicBezTo>
                <a:cubicBezTo>
                  <a:pt x="79096" y="29136"/>
                  <a:pt x="77490" y="28508"/>
                  <a:pt x="76172" y="27252"/>
                </a:cubicBezTo>
                <a:cubicBezTo>
                  <a:pt x="74855" y="25995"/>
                  <a:pt x="74196" y="24393"/>
                  <a:pt x="74196" y="22446"/>
                </a:cubicBezTo>
                <a:cubicBezTo>
                  <a:pt x="74196" y="20850"/>
                  <a:pt x="74538" y="19559"/>
                  <a:pt x="75222" y="18573"/>
                </a:cubicBezTo>
                <a:cubicBezTo>
                  <a:pt x="75906" y="17586"/>
                  <a:pt x="76881" y="16811"/>
                  <a:pt x="78149" y="16246"/>
                </a:cubicBezTo>
                <a:cubicBezTo>
                  <a:pt x="79429" y="15680"/>
                  <a:pt x="80966" y="15297"/>
                  <a:pt x="82760" y="15096"/>
                </a:cubicBezTo>
                <a:cubicBezTo>
                  <a:pt x="84554" y="14895"/>
                  <a:pt x="86480" y="14744"/>
                  <a:pt x="88538" y="14643"/>
                </a:cubicBezTo>
                <a:lnTo>
                  <a:pt x="88538" y="14093"/>
                </a:lnTo>
                <a:cubicBezTo>
                  <a:pt x="88538" y="13283"/>
                  <a:pt x="88397" y="12613"/>
                  <a:pt x="88115" y="12081"/>
                </a:cubicBezTo>
                <a:cubicBezTo>
                  <a:pt x="87833" y="11550"/>
                  <a:pt x="87428" y="11132"/>
                  <a:pt x="86901" y="10828"/>
                </a:cubicBezTo>
                <a:cubicBezTo>
                  <a:pt x="86399" y="10537"/>
                  <a:pt x="85797" y="10341"/>
                  <a:pt x="85094" y="10240"/>
                </a:cubicBezTo>
                <a:cubicBezTo>
                  <a:pt x="84391" y="10139"/>
                  <a:pt x="83657" y="10089"/>
                  <a:pt x="82892" y="10089"/>
                </a:cubicBezTo>
                <a:cubicBezTo>
                  <a:pt x="81963" y="10089"/>
                  <a:pt x="80928" y="10214"/>
                  <a:pt x="79786" y="10466"/>
                </a:cubicBezTo>
                <a:cubicBezTo>
                  <a:pt x="78644" y="10716"/>
                  <a:pt x="77465" y="11080"/>
                  <a:pt x="76248" y="11557"/>
                </a:cubicBezTo>
                <a:lnTo>
                  <a:pt x="76059" y="11557"/>
                </a:lnTo>
                <a:lnTo>
                  <a:pt x="76059" y="7962"/>
                </a:lnTo>
                <a:cubicBezTo>
                  <a:pt x="76750" y="7773"/>
                  <a:pt x="77747" y="7566"/>
                  <a:pt x="79052" y="7341"/>
                </a:cubicBezTo>
                <a:cubicBezTo>
                  <a:pt x="80357" y="7115"/>
                  <a:pt x="81643" y="7002"/>
                  <a:pt x="82911" y="7002"/>
                </a:cubicBezTo>
                <a:cubicBezTo>
                  <a:pt x="84391" y="7002"/>
                  <a:pt x="85681" y="7124"/>
                  <a:pt x="86779" y="7369"/>
                </a:cubicBezTo>
                <a:cubicBezTo>
                  <a:pt x="87876" y="7613"/>
                  <a:pt x="88827" y="8031"/>
                  <a:pt x="89630" y="8620"/>
                </a:cubicBezTo>
                <a:cubicBezTo>
                  <a:pt x="90421" y="9198"/>
                  <a:pt x="91023" y="9944"/>
                  <a:pt x="91437" y="10860"/>
                </a:cubicBezTo>
                <a:cubicBezTo>
                  <a:pt x="91851" y="11776"/>
                  <a:pt x="92058" y="12912"/>
                  <a:pt x="92058" y="14267"/>
                </a:cubicBezTo>
                <a:lnTo>
                  <a:pt x="92058" y="28534"/>
                </a:lnTo>
                <a:moveTo>
                  <a:pt x="88538" y="23384"/>
                </a:moveTo>
                <a:lnTo>
                  <a:pt x="88538" y="17504"/>
                </a:lnTo>
                <a:cubicBezTo>
                  <a:pt x="87459" y="17567"/>
                  <a:pt x="86189" y="17662"/>
                  <a:pt x="84727" y="17788"/>
                </a:cubicBezTo>
                <a:cubicBezTo>
                  <a:pt x="83265" y="17914"/>
                  <a:pt x="82108" y="18097"/>
                  <a:pt x="81254" y="18336"/>
                </a:cubicBezTo>
                <a:cubicBezTo>
                  <a:pt x="80238" y="18626"/>
                  <a:pt x="79416" y="19077"/>
                  <a:pt x="78789" y="19688"/>
                </a:cubicBezTo>
                <a:cubicBezTo>
                  <a:pt x="78161" y="20300"/>
                  <a:pt x="77848" y="21141"/>
                  <a:pt x="77848" y="22212"/>
                </a:cubicBezTo>
                <a:cubicBezTo>
                  <a:pt x="77848" y="23422"/>
                  <a:pt x="78211" y="24333"/>
                  <a:pt x="78939" y="24944"/>
                </a:cubicBezTo>
                <a:cubicBezTo>
                  <a:pt x="79667" y="25556"/>
                  <a:pt x="80777" y="25861"/>
                  <a:pt x="82271" y="25861"/>
                </a:cubicBezTo>
                <a:cubicBezTo>
                  <a:pt x="83513" y="25861"/>
                  <a:pt x="84649" y="25619"/>
                  <a:pt x="85677" y="25134"/>
                </a:cubicBezTo>
                <a:cubicBezTo>
                  <a:pt x="86706" y="24648"/>
                  <a:pt x="87660" y="24065"/>
                  <a:pt x="88538" y="23384"/>
                </a:cubicBezTo>
                <a:close/>
                <a:moveTo>
                  <a:pt x="129551" y="28534"/>
                </a:moveTo>
                <a:lnTo>
                  <a:pt x="126012" y="28534"/>
                </a:lnTo>
                <a:lnTo>
                  <a:pt x="126012" y="16551"/>
                </a:lnTo>
                <a:cubicBezTo>
                  <a:pt x="126012" y="15647"/>
                  <a:pt x="125971" y="14774"/>
                  <a:pt x="125890" y="13932"/>
                </a:cubicBezTo>
                <a:cubicBezTo>
                  <a:pt x="125808" y="13090"/>
                  <a:pt x="125636" y="12418"/>
                  <a:pt x="125372" y="11916"/>
                </a:cubicBezTo>
                <a:cubicBezTo>
                  <a:pt x="125084" y="11376"/>
                  <a:pt x="124669" y="10967"/>
                  <a:pt x="124130" y="10691"/>
                </a:cubicBezTo>
                <a:cubicBezTo>
                  <a:pt x="123590" y="10415"/>
                  <a:pt x="122812" y="10277"/>
                  <a:pt x="121796" y="10277"/>
                </a:cubicBezTo>
                <a:cubicBezTo>
                  <a:pt x="120805" y="10277"/>
                  <a:pt x="119813" y="10525"/>
                  <a:pt x="118822" y="11021"/>
                </a:cubicBezTo>
                <a:cubicBezTo>
                  <a:pt x="117831" y="11517"/>
                  <a:pt x="116840" y="12149"/>
                  <a:pt x="115848" y="12915"/>
                </a:cubicBezTo>
                <a:cubicBezTo>
                  <a:pt x="115886" y="13203"/>
                  <a:pt x="115917" y="13539"/>
                  <a:pt x="115942" y="13922"/>
                </a:cubicBezTo>
                <a:cubicBezTo>
                  <a:pt x="115968" y="14305"/>
                  <a:pt x="115980" y="14685"/>
                  <a:pt x="115980" y="15062"/>
                </a:cubicBezTo>
                <a:lnTo>
                  <a:pt x="115980" y="28534"/>
                </a:lnTo>
                <a:lnTo>
                  <a:pt x="112442" y="28534"/>
                </a:lnTo>
                <a:lnTo>
                  <a:pt x="112442" y="16551"/>
                </a:lnTo>
                <a:cubicBezTo>
                  <a:pt x="112442" y="15622"/>
                  <a:pt x="112401" y="14739"/>
                  <a:pt x="112319" y="13904"/>
                </a:cubicBezTo>
                <a:cubicBezTo>
                  <a:pt x="112238" y="13068"/>
                  <a:pt x="112065" y="12399"/>
                  <a:pt x="111802" y="11897"/>
                </a:cubicBezTo>
                <a:cubicBezTo>
                  <a:pt x="111513" y="11357"/>
                  <a:pt x="111099" y="10952"/>
                  <a:pt x="110559" y="10682"/>
                </a:cubicBezTo>
                <a:cubicBezTo>
                  <a:pt x="110020" y="10412"/>
                  <a:pt x="109242" y="10277"/>
                  <a:pt x="108225" y="10277"/>
                </a:cubicBezTo>
                <a:cubicBezTo>
                  <a:pt x="107259" y="10277"/>
                  <a:pt x="106290" y="10516"/>
                  <a:pt x="105317" y="10993"/>
                </a:cubicBezTo>
                <a:cubicBezTo>
                  <a:pt x="104345" y="11470"/>
                  <a:pt x="103376" y="12079"/>
                  <a:pt x="102410" y="12820"/>
                </a:cubicBezTo>
                <a:lnTo>
                  <a:pt x="102410" y="28534"/>
                </a:lnTo>
                <a:lnTo>
                  <a:pt x="98871" y="28534"/>
                </a:lnTo>
                <a:lnTo>
                  <a:pt x="98871" y="7491"/>
                </a:lnTo>
                <a:lnTo>
                  <a:pt x="102410" y="7491"/>
                </a:lnTo>
                <a:lnTo>
                  <a:pt x="102410" y="9827"/>
                </a:lnTo>
                <a:cubicBezTo>
                  <a:pt x="103514" y="8905"/>
                  <a:pt x="104615" y="8184"/>
                  <a:pt x="105713" y="7666"/>
                </a:cubicBezTo>
                <a:cubicBezTo>
                  <a:pt x="106811" y="7148"/>
                  <a:pt x="107981" y="6889"/>
                  <a:pt x="109223" y="6889"/>
                </a:cubicBezTo>
                <a:cubicBezTo>
                  <a:pt x="110653" y="6889"/>
                  <a:pt x="111867" y="7192"/>
                  <a:pt x="112865" y="7798"/>
                </a:cubicBezTo>
                <a:cubicBezTo>
                  <a:pt x="113863" y="8404"/>
                  <a:pt x="114606" y="9243"/>
                  <a:pt x="115095" y="10317"/>
                </a:cubicBezTo>
                <a:cubicBezTo>
                  <a:pt x="116526" y="9105"/>
                  <a:pt x="117831" y="8230"/>
                  <a:pt x="119010" y="7694"/>
                </a:cubicBezTo>
                <a:cubicBezTo>
                  <a:pt x="120190" y="7157"/>
                  <a:pt x="121451" y="6889"/>
                  <a:pt x="122794" y="6889"/>
                </a:cubicBezTo>
                <a:cubicBezTo>
                  <a:pt x="125102" y="6889"/>
                  <a:pt x="126806" y="7590"/>
                  <a:pt x="127904" y="8991"/>
                </a:cubicBezTo>
                <a:cubicBezTo>
                  <a:pt x="129002" y="10392"/>
                  <a:pt x="129551" y="12350"/>
                  <a:pt x="129551" y="14865"/>
                </a:cubicBezTo>
                <a:lnTo>
                  <a:pt x="129551" y="28534"/>
                </a:lnTo>
                <a:close/>
                <a:moveTo>
                  <a:pt x="152702" y="28534"/>
                </a:moveTo>
                <a:lnTo>
                  <a:pt x="149182" y="28534"/>
                </a:lnTo>
                <a:lnTo>
                  <a:pt x="149182" y="26309"/>
                </a:lnTo>
                <a:cubicBezTo>
                  <a:pt x="148868" y="26523"/>
                  <a:pt x="148445" y="26822"/>
                  <a:pt x="147911" y="27205"/>
                </a:cubicBezTo>
                <a:cubicBezTo>
                  <a:pt x="147378" y="27588"/>
                  <a:pt x="146861" y="27892"/>
                  <a:pt x="146359" y="28119"/>
                </a:cubicBezTo>
                <a:cubicBezTo>
                  <a:pt x="145769" y="28408"/>
                  <a:pt x="145091" y="28649"/>
                  <a:pt x="144326" y="28844"/>
                </a:cubicBezTo>
                <a:cubicBezTo>
                  <a:pt x="143560" y="29039"/>
                  <a:pt x="142663" y="29136"/>
                  <a:pt x="141634" y="29136"/>
                </a:cubicBezTo>
                <a:cubicBezTo>
                  <a:pt x="139740" y="29136"/>
                  <a:pt x="138134" y="28508"/>
                  <a:pt x="136816" y="27252"/>
                </a:cubicBezTo>
                <a:cubicBezTo>
                  <a:pt x="135498" y="25995"/>
                  <a:pt x="134840" y="24393"/>
                  <a:pt x="134840" y="22446"/>
                </a:cubicBezTo>
                <a:cubicBezTo>
                  <a:pt x="134840" y="20850"/>
                  <a:pt x="135182" y="19559"/>
                  <a:pt x="135865" y="18573"/>
                </a:cubicBezTo>
                <a:cubicBezTo>
                  <a:pt x="136549" y="17586"/>
                  <a:pt x="137525" y="16811"/>
                  <a:pt x="138792" y="16246"/>
                </a:cubicBezTo>
                <a:cubicBezTo>
                  <a:pt x="140072" y="15680"/>
                  <a:pt x="141609" y="15297"/>
                  <a:pt x="143404" y="15096"/>
                </a:cubicBezTo>
                <a:cubicBezTo>
                  <a:pt x="145198" y="14895"/>
                  <a:pt x="147124" y="14744"/>
                  <a:pt x="149182" y="14643"/>
                </a:cubicBezTo>
                <a:lnTo>
                  <a:pt x="149182" y="14093"/>
                </a:lnTo>
                <a:cubicBezTo>
                  <a:pt x="149182" y="13283"/>
                  <a:pt x="149041" y="12613"/>
                  <a:pt x="148758" y="12081"/>
                </a:cubicBezTo>
                <a:cubicBezTo>
                  <a:pt x="148476" y="11550"/>
                  <a:pt x="148071" y="11132"/>
                  <a:pt x="147544" y="10828"/>
                </a:cubicBezTo>
                <a:cubicBezTo>
                  <a:pt x="147043" y="10537"/>
                  <a:pt x="146440" y="10341"/>
                  <a:pt x="145738" y="10240"/>
                </a:cubicBezTo>
                <a:cubicBezTo>
                  <a:pt x="145035" y="10139"/>
                  <a:pt x="144301" y="10089"/>
                  <a:pt x="143535" y="10089"/>
                </a:cubicBezTo>
                <a:cubicBezTo>
                  <a:pt x="142607" y="10089"/>
                  <a:pt x="141572" y="10214"/>
                  <a:pt x="140430" y="10466"/>
                </a:cubicBezTo>
                <a:cubicBezTo>
                  <a:pt x="139288" y="10716"/>
                  <a:pt x="138108" y="11080"/>
                  <a:pt x="136891" y="11557"/>
                </a:cubicBezTo>
                <a:lnTo>
                  <a:pt x="136703" y="11557"/>
                </a:lnTo>
                <a:lnTo>
                  <a:pt x="136703" y="7962"/>
                </a:lnTo>
                <a:cubicBezTo>
                  <a:pt x="137393" y="7773"/>
                  <a:pt x="138391" y="7566"/>
                  <a:pt x="139696" y="7341"/>
                </a:cubicBezTo>
                <a:cubicBezTo>
                  <a:pt x="141001" y="7115"/>
                  <a:pt x="142287" y="7002"/>
                  <a:pt x="143554" y="7002"/>
                </a:cubicBezTo>
                <a:cubicBezTo>
                  <a:pt x="145035" y="7002"/>
                  <a:pt x="146324" y="7124"/>
                  <a:pt x="147422" y="7369"/>
                </a:cubicBezTo>
                <a:cubicBezTo>
                  <a:pt x="148520" y="7613"/>
                  <a:pt x="149471" y="8031"/>
                  <a:pt x="150274" y="8620"/>
                </a:cubicBezTo>
                <a:cubicBezTo>
                  <a:pt x="151064" y="9198"/>
                  <a:pt x="151666" y="9944"/>
                  <a:pt x="152080" y="10860"/>
                </a:cubicBezTo>
                <a:cubicBezTo>
                  <a:pt x="152495" y="11776"/>
                  <a:pt x="152702" y="12912"/>
                  <a:pt x="152702" y="14267"/>
                </a:cubicBezTo>
                <a:lnTo>
                  <a:pt x="152702" y="28534"/>
                </a:lnTo>
                <a:moveTo>
                  <a:pt x="149182" y="23384"/>
                </a:moveTo>
                <a:lnTo>
                  <a:pt x="149182" y="17504"/>
                </a:lnTo>
                <a:cubicBezTo>
                  <a:pt x="148103" y="17567"/>
                  <a:pt x="146832" y="17662"/>
                  <a:pt x="145371" y="17788"/>
                </a:cubicBezTo>
                <a:cubicBezTo>
                  <a:pt x="143909" y="17914"/>
                  <a:pt x="142751" y="18097"/>
                  <a:pt x="141898" y="18336"/>
                </a:cubicBezTo>
                <a:cubicBezTo>
                  <a:pt x="140882" y="18626"/>
                  <a:pt x="140060" y="19077"/>
                  <a:pt x="139432" y="19688"/>
                </a:cubicBezTo>
                <a:cubicBezTo>
                  <a:pt x="138805" y="20300"/>
                  <a:pt x="138491" y="21141"/>
                  <a:pt x="138491" y="22212"/>
                </a:cubicBezTo>
                <a:cubicBezTo>
                  <a:pt x="138491" y="23422"/>
                  <a:pt x="138855" y="24333"/>
                  <a:pt x="139583" y="24944"/>
                </a:cubicBezTo>
                <a:cubicBezTo>
                  <a:pt x="140311" y="25556"/>
                  <a:pt x="141421" y="25861"/>
                  <a:pt x="142914" y="25861"/>
                </a:cubicBezTo>
                <a:cubicBezTo>
                  <a:pt x="144157" y="25861"/>
                  <a:pt x="145292" y="25619"/>
                  <a:pt x="146321" y="25134"/>
                </a:cubicBezTo>
                <a:cubicBezTo>
                  <a:pt x="147350" y="24648"/>
                  <a:pt x="148304" y="24065"/>
                  <a:pt x="149182" y="23384"/>
                </a:cubicBezTo>
                <a:close/>
                <a:moveTo>
                  <a:pt x="170432" y="28349"/>
                </a:moveTo>
                <a:cubicBezTo>
                  <a:pt x="169766" y="28524"/>
                  <a:pt x="169042" y="28667"/>
                  <a:pt x="168258" y="28779"/>
                </a:cubicBezTo>
                <a:cubicBezTo>
                  <a:pt x="167473" y="28892"/>
                  <a:pt x="166774" y="28948"/>
                  <a:pt x="166159" y="28948"/>
                </a:cubicBezTo>
                <a:cubicBezTo>
                  <a:pt x="164013" y="28948"/>
                  <a:pt x="162382" y="28370"/>
                  <a:pt x="161265" y="27215"/>
                </a:cubicBezTo>
                <a:cubicBezTo>
                  <a:pt x="160149" y="26059"/>
                  <a:pt x="159590" y="24206"/>
                  <a:pt x="159590" y="21656"/>
                </a:cubicBezTo>
                <a:lnTo>
                  <a:pt x="159590" y="10465"/>
                </a:lnTo>
                <a:lnTo>
                  <a:pt x="157200" y="10465"/>
                </a:lnTo>
                <a:lnTo>
                  <a:pt x="157200" y="7491"/>
                </a:lnTo>
                <a:lnTo>
                  <a:pt x="159590" y="7491"/>
                </a:lnTo>
                <a:lnTo>
                  <a:pt x="159590" y="1430"/>
                </a:lnTo>
                <a:lnTo>
                  <a:pt x="163129" y="1430"/>
                </a:lnTo>
                <a:lnTo>
                  <a:pt x="163129" y="7491"/>
                </a:lnTo>
                <a:lnTo>
                  <a:pt x="170432" y="7491"/>
                </a:lnTo>
                <a:lnTo>
                  <a:pt x="170432" y="10465"/>
                </a:lnTo>
                <a:lnTo>
                  <a:pt x="163129" y="10465"/>
                </a:lnTo>
                <a:lnTo>
                  <a:pt x="163129" y="20069"/>
                </a:lnTo>
                <a:cubicBezTo>
                  <a:pt x="163129" y="21176"/>
                  <a:pt x="163154" y="22041"/>
                  <a:pt x="163204" y="22663"/>
                </a:cubicBezTo>
                <a:cubicBezTo>
                  <a:pt x="163254" y="23286"/>
                  <a:pt x="163430" y="23868"/>
                  <a:pt x="163731" y="24408"/>
                </a:cubicBezTo>
                <a:cubicBezTo>
                  <a:pt x="164007" y="24911"/>
                  <a:pt x="164387" y="25279"/>
                  <a:pt x="164870" y="25512"/>
                </a:cubicBezTo>
                <a:cubicBezTo>
                  <a:pt x="165353" y="25745"/>
                  <a:pt x="166090" y="25861"/>
                  <a:pt x="167081" y="25861"/>
                </a:cubicBezTo>
                <a:cubicBezTo>
                  <a:pt x="167658" y="25861"/>
                  <a:pt x="168261" y="25776"/>
                  <a:pt x="168888" y="25607"/>
                </a:cubicBezTo>
                <a:cubicBezTo>
                  <a:pt x="169516" y="25438"/>
                  <a:pt x="169967" y="25297"/>
                  <a:pt x="170243" y="25184"/>
                </a:cubicBezTo>
                <a:lnTo>
                  <a:pt x="170432" y="25184"/>
                </a:lnTo>
                <a:lnTo>
                  <a:pt x="170432" y="28349"/>
                </a:lnTo>
                <a:close/>
                <a:moveTo>
                  <a:pt x="191042" y="28534"/>
                </a:moveTo>
                <a:lnTo>
                  <a:pt x="187522" y="28534"/>
                </a:lnTo>
                <a:lnTo>
                  <a:pt x="187522" y="26309"/>
                </a:lnTo>
                <a:cubicBezTo>
                  <a:pt x="187208" y="26523"/>
                  <a:pt x="186785" y="26822"/>
                  <a:pt x="186252" y="27205"/>
                </a:cubicBezTo>
                <a:cubicBezTo>
                  <a:pt x="185718" y="27588"/>
                  <a:pt x="185201" y="27892"/>
                  <a:pt x="184699" y="28119"/>
                </a:cubicBezTo>
                <a:cubicBezTo>
                  <a:pt x="184109" y="28408"/>
                  <a:pt x="183432" y="28649"/>
                  <a:pt x="182666" y="28844"/>
                </a:cubicBezTo>
                <a:cubicBezTo>
                  <a:pt x="181901" y="29039"/>
                  <a:pt x="181004" y="29136"/>
                  <a:pt x="179975" y="29136"/>
                </a:cubicBezTo>
                <a:cubicBezTo>
                  <a:pt x="178080" y="29136"/>
                  <a:pt x="176474" y="28508"/>
                  <a:pt x="175156" y="27252"/>
                </a:cubicBezTo>
                <a:cubicBezTo>
                  <a:pt x="173839" y="25995"/>
                  <a:pt x="173180" y="24393"/>
                  <a:pt x="173180" y="22446"/>
                </a:cubicBezTo>
                <a:cubicBezTo>
                  <a:pt x="173180" y="20850"/>
                  <a:pt x="173522" y="19559"/>
                  <a:pt x="174206" y="18573"/>
                </a:cubicBezTo>
                <a:cubicBezTo>
                  <a:pt x="174890" y="17586"/>
                  <a:pt x="175865" y="16811"/>
                  <a:pt x="177133" y="16246"/>
                </a:cubicBezTo>
                <a:cubicBezTo>
                  <a:pt x="178412" y="15680"/>
                  <a:pt x="179950" y="15297"/>
                  <a:pt x="181744" y="15096"/>
                </a:cubicBezTo>
                <a:cubicBezTo>
                  <a:pt x="183538" y="14895"/>
                  <a:pt x="185464" y="14744"/>
                  <a:pt x="187522" y="14643"/>
                </a:cubicBezTo>
                <a:lnTo>
                  <a:pt x="187522" y="14093"/>
                </a:lnTo>
                <a:cubicBezTo>
                  <a:pt x="187522" y="13283"/>
                  <a:pt x="187381" y="12613"/>
                  <a:pt x="187099" y="12081"/>
                </a:cubicBezTo>
                <a:cubicBezTo>
                  <a:pt x="186816" y="11550"/>
                  <a:pt x="186412" y="11132"/>
                  <a:pt x="185885" y="10828"/>
                </a:cubicBezTo>
                <a:cubicBezTo>
                  <a:pt x="185383" y="10537"/>
                  <a:pt x="184780" y="10341"/>
                  <a:pt x="184078" y="10240"/>
                </a:cubicBezTo>
                <a:cubicBezTo>
                  <a:pt x="183375" y="10139"/>
                  <a:pt x="182641" y="10089"/>
                  <a:pt x="181876" y="10089"/>
                </a:cubicBezTo>
                <a:cubicBezTo>
                  <a:pt x="180947" y="10089"/>
                  <a:pt x="179912" y="10214"/>
                  <a:pt x="178770" y="10466"/>
                </a:cubicBezTo>
                <a:cubicBezTo>
                  <a:pt x="177628" y="10716"/>
                  <a:pt x="176449" y="11080"/>
                  <a:pt x="175231" y="11557"/>
                </a:cubicBezTo>
                <a:lnTo>
                  <a:pt x="175043" y="11557"/>
                </a:lnTo>
                <a:lnTo>
                  <a:pt x="175043" y="7962"/>
                </a:lnTo>
                <a:cubicBezTo>
                  <a:pt x="175733" y="7773"/>
                  <a:pt x="176731" y="7566"/>
                  <a:pt x="178036" y="7341"/>
                </a:cubicBezTo>
                <a:cubicBezTo>
                  <a:pt x="179341" y="7115"/>
                  <a:pt x="180627" y="7002"/>
                  <a:pt x="181894" y="7002"/>
                </a:cubicBezTo>
                <a:cubicBezTo>
                  <a:pt x="183375" y="7002"/>
                  <a:pt x="184664" y="7124"/>
                  <a:pt x="185762" y="7369"/>
                </a:cubicBezTo>
                <a:cubicBezTo>
                  <a:pt x="186860" y="7613"/>
                  <a:pt x="187811" y="8031"/>
                  <a:pt x="188614" y="8620"/>
                </a:cubicBezTo>
                <a:cubicBezTo>
                  <a:pt x="189404" y="9198"/>
                  <a:pt x="190007" y="9944"/>
                  <a:pt x="190421" y="10860"/>
                </a:cubicBezTo>
                <a:cubicBezTo>
                  <a:pt x="190835" y="11776"/>
                  <a:pt x="191042" y="12912"/>
                  <a:pt x="191042" y="14267"/>
                </a:cubicBezTo>
                <a:lnTo>
                  <a:pt x="191042" y="28534"/>
                </a:lnTo>
                <a:moveTo>
                  <a:pt x="187522" y="23384"/>
                </a:moveTo>
                <a:lnTo>
                  <a:pt x="187522" y="17504"/>
                </a:lnTo>
                <a:cubicBezTo>
                  <a:pt x="186443" y="17567"/>
                  <a:pt x="185173" y="17662"/>
                  <a:pt x="183711" y="17788"/>
                </a:cubicBezTo>
                <a:cubicBezTo>
                  <a:pt x="182249" y="17914"/>
                  <a:pt x="181091" y="18097"/>
                  <a:pt x="180238" y="18336"/>
                </a:cubicBezTo>
                <a:cubicBezTo>
                  <a:pt x="179222" y="18626"/>
                  <a:pt x="178400" y="19077"/>
                  <a:pt x="177772" y="19688"/>
                </a:cubicBezTo>
                <a:cubicBezTo>
                  <a:pt x="177145" y="20300"/>
                  <a:pt x="176831" y="21141"/>
                  <a:pt x="176831" y="22212"/>
                </a:cubicBezTo>
                <a:cubicBezTo>
                  <a:pt x="176831" y="23422"/>
                  <a:pt x="177195" y="24333"/>
                  <a:pt x="177923" y="24944"/>
                </a:cubicBezTo>
                <a:cubicBezTo>
                  <a:pt x="178651" y="25556"/>
                  <a:pt x="179761" y="25861"/>
                  <a:pt x="181254" y="25861"/>
                </a:cubicBezTo>
                <a:cubicBezTo>
                  <a:pt x="182497" y="25861"/>
                  <a:pt x="183632" y="25619"/>
                  <a:pt x="184661" y="25134"/>
                </a:cubicBezTo>
                <a:cubicBezTo>
                  <a:pt x="185690" y="24648"/>
                  <a:pt x="186644" y="24065"/>
                  <a:pt x="187522" y="23384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A8EA8-4D5B-4A86-B996-5130FA013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1918403"/>
            <a:ext cx="278478" cy="34944"/>
          </a:xfrm>
          <a:custGeom xmlns:a="http://schemas.openxmlformats.org/drawingml/2006/main">
            <a:pathLst>
              <a:path w="278478" h="34944">
                <a:moveTo>
                  <a:pt x="0" y="0"/>
                </a:moveTo>
                <a:lnTo>
                  <a:pt x="278478" y="0"/>
                </a:lnTo>
                <a:lnTo>
                  <a:pt x="278478" y="34944"/>
                </a:lnTo>
                <a:lnTo>
                  <a:pt x="0" y="34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4DDAE-7004-4AB0-919B-F6F02927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1918405"/>
            <a:ext cx="278477" cy="34945"/>
          </a:xfrm>
          <a:custGeom xmlns:a="http://schemas.openxmlformats.org/drawingml/2006/main">
            <a:pathLst>
              <a:path w="278477" h="34945" fill="none">
                <a:moveTo>
                  <a:pt x="0" y="0"/>
                </a:moveTo>
                <a:lnTo>
                  <a:pt x="278477" y="0"/>
                </a:lnTo>
                <a:lnTo>
                  <a:pt x="278477" y="34945"/>
                </a:lnTo>
                <a:lnTo>
                  <a:pt x="0" y="3494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63" name="Text Testudines">
            <a:extLst xmlns:a="http://schemas.openxmlformats.org/drawingml/2006/main">
              <a:ext uri="{FF2B5EF4-FFF2-40B4-BE49-F238E27FC236}">
                <a16:creationId xmlns:a16="http://schemas.microsoft.com/office/drawing/2014/main" id="{3DA7CADE-33BC-47F9-AD20-C0029AEC7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781" y="1925286"/>
            <a:ext cx="153314" cy="22155"/>
          </a:xfrm>
          <a:custGeom xmlns:a="http://schemas.openxmlformats.org/drawingml/2006/main">
            <a:pathLst>
              <a:path w="153314" h="22155">
                <a:moveTo>
                  <a:pt x="17607" y="3376"/>
                </a:moveTo>
                <a:lnTo>
                  <a:pt x="10185" y="3376"/>
                </a:lnTo>
                <a:lnTo>
                  <a:pt x="10185" y="21709"/>
                </a:lnTo>
                <a:lnTo>
                  <a:pt x="7422" y="21709"/>
                </a:lnTo>
                <a:lnTo>
                  <a:pt x="7422" y="3376"/>
                </a:lnTo>
                <a:lnTo>
                  <a:pt x="0" y="3376"/>
                </a:lnTo>
                <a:lnTo>
                  <a:pt x="0" y="921"/>
                </a:lnTo>
                <a:lnTo>
                  <a:pt x="17607" y="921"/>
                </a:lnTo>
                <a:lnTo>
                  <a:pt x="17607" y="3376"/>
                </a:lnTo>
                <a:close/>
                <a:moveTo>
                  <a:pt x="33233" y="14175"/>
                </a:moveTo>
                <a:lnTo>
                  <a:pt x="21751" y="14175"/>
                </a:lnTo>
                <a:cubicBezTo>
                  <a:pt x="21751" y="15135"/>
                  <a:pt x="21895" y="15972"/>
                  <a:pt x="22183" y="16685"/>
                </a:cubicBezTo>
                <a:cubicBezTo>
                  <a:pt x="22472" y="17399"/>
                  <a:pt x="22867" y="17984"/>
                  <a:pt x="23369" y="18441"/>
                </a:cubicBezTo>
                <a:cubicBezTo>
                  <a:pt x="23853" y="18888"/>
                  <a:pt x="24427" y="19224"/>
                  <a:pt x="25092" y="19448"/>
                </a:cubicBezTo>
                <a:cubicBezTo>
                  <a:pt x="25757" y="19671"/>
                  <a:pt x="26490" y="19783"/>
                  <a:pt x="27289" y="19783"/>
                </a:cubicBezTo>
                <a:cubicBezTo>
                  <a:pt x="28350" y="19783"/>
                  <a:pt x="29417" y="19570"/>
                  <a:pt x="30491" y="19144"/>
                </a:cubicBezTo>
                <a:cubicBezTo>
                  <a:pt x="31566" y="18717"/>
                  <a:pt x="32331" y="18298"/>
                  <a:pt x="32786" y="17886"/>
                </a:cubicBezTo>
                <a:lnTo>
                  <a:pt x="32926" y="17886"/>
                </a:lnTo>
                <a:lnTo>
                  <a:pt x="32926" y="20756"/>
                </a:lnTo>
                <a:cubicBezTo>
                  <a:pt x="32042" y="21129"/>
                  <a:pt x="31140" y="21441"/>
                  <a:pt x="30219" y="21693"/>
                </a:cubicBezTo>
                <a:cubicBezTo>
                  <a:pt x="29298" y="21945"/>
                  <a:pt x="28331" y="22071"/>
                  <a:pt x="27317" y="22071"/>
                </a:cubicBezTo>
                <a:cubicBezTo>
                  <a:pt x="24732" y="22071"/>
                  <a:pt x="22713" y="21370"/>
                  <a:pt x="21262" y="19968"/>
                </a:cubicBezTo>
                <a:cubicBezTo>
                  <a:pt x="19811" y="18566"/>
                  <a:pt x="19086" y="16574"/>
                  <a:pt x="19086" y="13993"/>
                </a:cubicBezTo>
                <a:cubicBezTo>
                  <a:pt x="19086" y="11441"/>
                  <a:pt x="19781" y="9415"/>
                  <a:pt x="21172" y="7914"/>
                </a:cubicBezTo>
                <a:cubicBezTo>
                  <a:pt x="22562" y="6414"/>
                  <a:pt x="24392" y="5664"/>
                  <a:pt x="26662" y="5664"/>
                </a:cubicBezTo>
                <a:cubicBezTo>
                  <a:pt x="28764" y="5664"/>
                  <a:pt x="30384" y="6279"/>
                  <a:pt x="31524" y="7509"/>
                </a:cubicBezTo>
                <a:cubicBezTo>
                  <a:pt x="32663" y="8739"/>
                  <a:pt x="33233" y="10486"/>
                  <a:pt x="33233" y="12750"/>
                </a:cubicBezTo>
                <a:lnTo>
                  <a:pt x="33233" y="14175"/>
                </a:lnTo>
                <a:moveTo>
                  <a:pt x="30680" y="12166"/>
                </a:moveTo>
                <a:cubicBezTo>
                  <a:pt x="30670" y="10789"/>
                  <a:pt x="30324" y="9724"/>
                  <a:pt x="29640" y="8971"/>
                </a:cubicBezTo>
                <a:cubicBezTo>
                  <a:pt x="28957" y="8217"/>
                  <a:pt x="27917" y="7841"/>
                  <a:pt x="26522" y="7841"/>
                </a:cubicBezTo>
                <a:cubicBezTo>
                  <a:pt x="25118" y="7841"/>
                  <a:pt x="23999" y="8255"/>
                  <a:pt x="23167" y="9082"/>
                </a:cubicBezTo>
                <a:cubicBezTo>
                  <a:pt x="22334" y="9910"/>
                  <a:pt x="21862" y="10938"/>
                  <a:pt x="21751" y="12166"/>
                </a:cubicBezTo>
                <a:lnTo>
                  <a:pt x="30680" y="12166"/>
                </a:lnTo>
                <a:close/>
                <a:moveTo>
                  <a:pt x="48342" y="17207"/>
                </a:moveTo>
                <a:cubicBezTo>
                  <a:pt x="48342" y="18629"/>
                  <a:pt x="47754" y="19795"/>
                  <a:pt x="46578" y="20705"/>
                </a:cubicBezTo>
                <a:cubicBezTo>
                  <a:pt x="45401" y="21616"/>
                  <a:pt x="43794" y="22071"/>
                  <a:pt x="41757" y="22071"/>
                </a:cubicBezTo>
                <a:cubicBezTo>
                  <a:pt x="40604" y="22071"/>
                  <a:pt x="39546" y="21934"/>
                  <a:pt x="38583" y="21659"/>
                </a:cubicBezTo>
                <a:cubicBezTo>
                  <a:pt x="37621" y="21383"/>
                  <a:pt x="36814" y="21082"/>
                  <a:pt x="36163" y="20756"/>
                </a:cubicBezTo>
                <a:lnTo>
                  <a:pt x="36163" y="17802"/>
                </a:lnTo>
                <a:lnTo>
                  <a:pt x="36302" y="17802"/>
                </a:lnTo>
                <a:cubicBezTo>
                  <a:pt x="37130" y="18434"/>
                  <a:pt x="38051" y="18936"/>
                  <a:pt x="39065" y="19309"/>
                </a:cubicBezTo>
                <a:cubicBezTo>
                  <a:pt x="40078" y="19681"/>
                  <a:pt x="41050" y="19867"/>
                  <a:pt x="41981" y="19867"/>
                </a:cubicBezTo>
                <a:cubicBezTo>
                  <a:pt x="43134" y="19867"/>
                  <a:pt x="44036" y="19680"/>
                  <a:pt x="44687" y="19307"/>
                </a:cubicBezTo>
                <a:cubicBezTo>
                  <a:pt x="45338" y="18933"/>
                  <a:pt x="45664" y="18344"/>
                  <a:pt x="45664" y="17541"/>
                </a:cubicBezTo>
                <a:cubicBezTo>
                  <a:pt x="45664" y="16928"/>
                  <a:pt x="45487" y="16463"/>
                  <a:pt x="45134" y="16147"/>
                </a:cubicBezTo>
                <a:cubicBezTo>
                  <a:pt x="44780" y="15831"/>
                  <a:pt x="44101" y="15562"/>
                  <a:pt x="43097" y="15338"/>
                </a:cubicBezTo>
                <a:cubicBezTo>
                  <a:pt x="42725" y="15255"/>
                  <a:pt x="42239" y="15158"/>
                  <a:pt x="41639" y="15046"/>
                </a:cubicBezTo>
                <a:cubicBezTo>
                  <a:pt x="41039" y="14934"/>
                  <a:pt x="40492" y="14814"/>
                  <a:pt x="39999" y="14684"/>
                </a:cubicBezTo>
                <a:cubicBezTo>
                  <a:pt x="38632" y="14321"/>
                  <a:pt x="37663" y="13789"/>
                  <a:pt x="37090" y="13087"/>
                </a:cubicBezTo>
                <a:cubicBezTo>
                  <a:pt x="36518" y="12386"/>
                  <a:pt x="36232" y="11524"/>
                  <a:pt x="36232" y="10502"/>
                </a:cubicBezTo>
                <a:cubicBezTo>
                  <a:pt x="36232" y="9860"/>
                  <a:pt x="36365" y="9256"/>
                  <a:pt x="36630" y="8690"/>
                </a:cubicBezTo>
                <a:cubicBezTo>
                  <a:pt x="36895" y="8123"/>
                  <a:pt x="37297" y="7616"/>
                  <a:pt x="37837" y="7170"/>
                </a:cubicBezTo>
                <a:cubicBezTo>
                  <a:pt x="38358" y="6733"/>
                  <a:pt x="39020" y="6387"/>
                  <a:pt x="39825" y="6132"/>
                </a:cubicBezTo>
                <a:cubicBezTo>
                  <a:pt x="40630" y="5876"/>
                  <a:pt x="41529" y="5748"/>
                  <a:pt x="42525" y="5748"/>
                </a:cubicBezTo>
                <a:cubicBezTo>
                  <a:pt x="43455" y="5748"/>
                  <a:pt x="44396" y="5862"/>
                  <a:pt x="45350" y="6089"/>
                </a:cubicBezTo>
                <a:cubicBezTo>
                  <a:pt x="46303" y="6316"/>
                  <a:pt x="47096" y="6591"/>
                  <a:pt x="47729" y="6916"/>
                </a:cubicBezTo>
                <a:lnTo>
                  <a:pt x="47729" y="9710"/>
                </a:lnTo>
                <a:lnTo>
                  <a:pt x="47589" y="9710"/>
                </a:lnTo>
                <a:cubicBezTo>
                  <a:pt x="46919" y="9217"/>
                  <a:pt x="46106" y="8801"/>
                  <a:pt x="45148" y="8462"/>
                </a:cubicBezTo>
                <a:cubicBezTo>
                  <a:pt x="44190" y="8122"/>
                  <a:pt x="43250" y="7952"/>
                  <a:pt x="42329" y="7952"/>
                </a:cubicBezTo>
                <a:cubicBezTo>
                  <a:pt x="41371" y="7952"/>
                  <a:pt x="40562" y="8137"/>
                  <a:pt x="39902" y="8506"/>
                </a:cubicBezTo>
                <a:cubicBezTo>
                  <a:pt x="39241" y="8875"/>
                  <a:pt x="38911" y="9424"/>
                  <a:pt x="38911" y="10153"/>
                </a:cubicBezTo>
                <a:cubicBezTo>
                  <a:pt x="38911" y="10794"/>
                  <a:pt x="39111" y="11277"/>
                  <a:pt x="39511" y="11602"/>
                </a:cubicBezTo>
                <a:cubicBezTo>
                  <a:pt x="39902" y="11928"/>
                  <a:pt x="40534" y="12193"/>
                  <a:pt x="41409" y="12397"/>
                </a:cubicBezTo>
                <a:cubicBezTo>
                  <a:pt x="41892" y="12509"/>
                  <a:pt x="42434" y="12621"/>
                  <a:pt x="43034" y="12732"/>
                </a:cubicBezTo>
                <a:cubicBezTo>
                  <a:pt x="43634" y="12843"/>
                  <a:pt x="44134" y="12946"/>
                  <a:pt x="44534" y="13039"/>
                </a:cubicBezTo>
                <a:cubicBezTo>
                  <a:pt x="45752" y="13317"/>
                  <a:pt x="46692" y="13796"/>
                  <a:pt x="47352" y="14474"/>
                </a:cubicBezTo>
                <a:cubicBezTo>
                  <a:pt x="48012" y="15162"/>
                  <a:pt x="48342" y="16073"/>
                  <a:pt x="48342" y="17207"/>
                </a:cubicBezTo>
                <a:close/>
                <a:moveTo>
                  <a:pt x="60187" y="21571"/>
                </a:moveTo>
                <a:cubicBezTo>
                  <a:pt x="59694" y="21701"/>
                  <a:pt x="59157" y="21807"/>
                  <a:pt x="58576" y="21890"/>
                </a:cubicBezTo>
                <a:cubicBezTo>
                  <a:pt x="57994" y="21974"/>
                  <a:pt x="57476" y="22016"/>
                  <a:pt x="57020" y="22016"/>
                </a:cubicBezTo>
                <a:cubicBezTo>
                  <a:pt x="55430" y="22016"/>
                  <a:pt x="54221" y="21587"/>
                  <a:pt x="53393" y="20731"/>
                </a:cubicBezTo>
                <a:cubicBezTo>
                  <a:pt x="52565" y="19874"/>
                  <a:pt x="52151" y="18501"/>
                  <a:pt x="52151" y="16611"/>
                </a:cubicBezTo>
                <a:lnTo>
                  <a:pt x="52151" y="8315"/>
                </a:lnTo>
                <a:lnTo>
                  <a:pt x="50379" y="8315"/>
                </a:lnTo>
                <a:lnTo>
                  <a:pt x="50379" y="6111"/>
                </a:lnTo>
                <a:lnTo>
                  <a:pt x="52151" y="6111"/>
                </a:lnTo>
                <a:lnTo>
                  <a:pt x="52151" y="1618"/>
                </a:lnTo>
                <a:lnTo>
                  <a:pt x="54774" y="1618"/>
                </a:lnTo>
                <a:lnTo>
                  <a:pt x="54774" y="6111"/>
                </a:lnTo>
                <a:lnTo>
                  <a:pt x="60187" y="6111"/>
                </a:lnTo>
                <a:lnTo>
                  <a:pt x="60187" y="8315"/>
                </a:lnTo>
                <a:lnTo>
                  <a:pt x="54774" y="8315"/>
                </a:lnTo>
                <a:lnTo>
                  <a:pt x="54774" y="15434"/>
                </a:lnTo>
                <a:cubicBezTo>
                  <a:pt x="54774" y="16254"/>
                  <a:pt x="54793" y="16896"/>
                  <a:pt x="54830" y="17357"/>
                </a:cubicBezTo>
                <a:cubicBezTo>
                  <a:pt x="54867" y="17819"/>
                  <a:pt x="54997" y="18250"/>
                  <a:pt x="55220" y="18651"/>
                </a:cubicBezTo>
                <a:cubicBezTo>
                  <a:pt x="55425" y="19024"/>
                  <a:pt x="55706" y="19296"/>
                  <a:pt x="56064" y="19469"/>
                </a:cubicBezTo>
                <a:cubicBezTo>
                  <a:pt x="56423" y="19641"/>
                  <a:pt x="56969" y="19728"/>
                  <a:pt x="57704" y="19728"/>
                </a:cubicBezTo>
                <a:cubicBezTo>
                  <a:pt x="58132" y="19728"/>
                  <a:pt x="58578" y="19665"/>
                  <a:pt x="59043" y="19539"/>
                </a:cubicBezTo>
                <a:cubicBezTo>
                  <a:pt x="59508" y="19414"/>
                  <a:pt x="59843" y="19309"/>
                  <a:pt x="60048" y="19225"/>
                </a:cubicBezTo>
                <a:lnTo>
                  <a:pt x="60187" y="19225"/>
                </a:lnTo>
                <a:lnTo>
                  <a:pt x="60187" y="21571"/>
                </a:lnTo>
                <a:close/>
                <a:moveTo>
                  <a:pt x="76273" y="21709"/>
                </a:moveTo>
                <a:lnTo>
                  <a:pt x="73650" y="21709"/>
                </a:lnTo>
                <a:lnTo>
                  <a:pt x="73650" y="19989"/>
                </a:lnTo>
                <a:cubicBezTo>
                  <a:pt x="72767" y="20687"/>
                  <a:pt x="71920" y="21223"/>
                  <a:pt x="71111" y="21596"/>
                </a:cubicBezTo>
                <a:cubicBezTo>
                  <a:pt x="70302" y="21969"/>
                  <a:pt x="69409" y="22155"/>
                  <a:pt x="68432" y="22155"/>
                </a:cubicBezTo>
                <a:cubicBezTo>
                  <a:pt x="66795" y="22155"/>
                  <a:pt x="65521" y="21654"/>
                  <a:pt x="64610" y="20653"/>
                </a:cubicBezTo>
                <a:cubicBezTo>
                  <a:pt x="63698" y="19651"/>
                  <a:pt x="63242" y="18181"/>
                  <a:pt x="63242" y="16243"/>
                </a:cubicBezTo>
                <a:lnTo>
                  <a:pt x="63242" y="6111"/>
                </a:lnTo>
                <a:lnTo>
                  <a:pt x="65865" y="6111"/>
                </a:lnTo>
                <a:lnTo>
                  <a:pt x="65865" y="14993"/>
                </a:lnTo>
                <a:cubicBezTo>
                  <a:pt x="65865" y="15785"/>
                  <a:pt x="65903" y="16462"/>
                  <a:pt x="65977" y="17025"/>
                </a:cubicBezTo>
                <a:cubicBezTo>
                  <a:pt x="66051" y="17589"/>
                  <a:pt x="66209" y="18070"/>
                  <a:pt x="66451" y="18471"/>
                </a:cubicBezTo>
                <a:cubicBezTo>
                  <a:pt x="66702" y="18880"/>
                  <a:pt x="67028" y="19178"/>
                  <a:pt x="67428" y="19365"/>
                </a:cubicBezTo>
                <a:cubicBezTo>
                  <a:pt x="67828" y="19551"/>
                  <a:pt x="68409" y="19644"/>
                  <a:pt x="69172" y="19644"/>
                </a:cubicBezTo>
                <a:cubicBezTo>
                  <a:pt x="69851" y="19644"/>
                  <a:pt x="70593" y="19467"/>
                  <a:pt x="71397" y="19113"/>
                </a:cubicBezTo>
                <a:cubicBezTo>
                  <a:pt x="72202" y="18759"/>
                  <a:pt x="72953" y="18308"/>
                  <a:pt x="73650" y="17759"/>
                </a:cubicBezTo>
                <a:lnTo>
                  <a:pt x="73650" y="6111"/>
                </a:lnTo>
                <a:lnTo>
                  <a:pt x="76273" y="6111"/>
                </a:lnTo>
                <a:lnTo>
                  <a:pt x="76273" y="21709"/>
                </a:lnTo>
                <a:close/>
                <a:moveTo>
                  <a:pt x="94076" y="21709"/>
                </a:moveTo>
                <a:lnTo>
                  <a:pt x="91453" y="21709"/>
                </a:lnTo>
                <a:lnTo>
                  <a:pt x="91453" y="20085"/>
                </a:lnTo>
                <a:cubicBezTo>
                  <a:pt x="90699" y="20738"/>
                  <a:pt x="89913" y="21246"/>
                  <a:pt x="89095" y="21610"/>
                </a:cubicBezTo>
                <a:cubicBezTo>
                  <a:pt x="88276" y="21973"/>
                  <a:pt x="87388" y="22155"/>
                  <a:pt x="86430" y="22155"/>
                </a:cubicBezTo>
                <a:cubicBezTo>
                  <a:pt x="84570" y="22155"/>
                  <a:pt x="83093" y="21437"/>
                  <a:pt x="82001" y="20001"/>
                </a:cubicBezTo>
                <a:cubicBezTo>
                  <a:pt x="80908" y="18565"/>
                  <a:pt x="80361" y="16574"/>
                  <a:pt x="80361" y="14029"/>
                </a:cubicBezTo>
                <a:cubicBezTo>
                  <a:pt x="80361" y="12705"/>
                  <a:pt x="80550" y="11525"/>
                  <a:pt x="80926" y="10490"/>
                </a:cubicBezTo>
                <a:cubicBezTo>
                  <a:pt x="81303" y="9455"/>
                  <a:pt x="81812" y="8574"/>
                  <a:pt x="82454" y="7846"/>
                </a:cubicBezTo>
                <a:cubicBezTo>
                  <a:pt x="83086" y="7138"/>
                  <a:pt x="83824" y="6597"/>
                  <a:pt x="84665" y="6224"/>
                </a:cubicBezTo>
                <a:cubicBezTo>
                  <a:pt x="85507" y="5851"/>
                  <a:pt x="86379" y="5664"/>
                  <a:pt x="87281" y="5664"/>
                </a:cubicBezTo>
                <a:cubicBezTo>
                  <a:pt x="88100" y="5664"/>
                  <a:pt x="88825" y="5751"/>
                  <a:pt x="89458" y="5923"/>
                </a:cubicBezTo>
                <a:cubicBezTo>
                  <a:pt x="90090" y="6096"/>
                  <a:pt x="90755" y="6364"/>
                  <a:pt x="91453" y="6727"/>
                </a:cubicBezTo>
                <a:lnTo>
                  <a:pt x="91453" y="0"/>
                </a:lnTo>
                <a:lnTo>
                  <a:pt x="94076" y="0"/>
                </a:lnTo>
                <a:lnTo>
                  <a:pt x="94076" y="21709"/>
                </a:lnTo>
                <a:moveTo>
                  <a:pt x="91453" y="17872"/>
                </a:moveTo>
                <a:lnTo>
                  <a:pt x="91453" y="8929"/>
                </a:lnTo>
                <a:cubicBezTo>
                  <a:pt x="90746" y="8613"/>
                  <a:pt x="90113" y="8394"/>
                  <a:pt x="89555" y="8273"/>
                </a:cubicBezTo>
                <a:cubicBezTo>
                  <a:pt x="88997" y="8152"/>
                  <a:pt x="88388" y="8092"/>
                  <a:pt x="87728" y="8092"/>
                </a:cubicBezTo>
                <a:cubicBezTo>
                  <a:pt x="86258" y="8092"/>
                  <a:pt x="85114" y="8603"/>
                  <a:pt x="84296" y="9627"/>
                </a:cubicBezTo>
                <a:cubicBezTo>
                  <a:pt x="83477" y="10650"/>
                  <a:pt x="83068" y="12101"/>
                  <a:pt x="83068" y="13979"/>
                </a:cubicBezTo>
                <a:cubicBezTo>
                  <a:pt x="83068" y="15830"/>
                  <a:pt x="83384" y="17237"/>
                  <a:pt x="84017" y="18200"/>
                </a:cubicBezTo>
                <a:cubicBezTo>
                  <a:pt x="84649" y="19163"/>
                  <a:pt x="85663" y="19644"/>
                  <a:pt x="87058" y="19644"/>
                </a:cubicBezTo>
                <a:cubicBezTo>
                  <a:pt x="87802" y="19644"/>
                  <a:pt x="88555" y="19479"/>
                  <a:pt x="89318" y="19149"/>
                </a:cubicBezTo>
                <a:cubicBezTo>
                  <a:pt x="90081" y="18818"/>
                  <a:pt x="90792" y="18393"/>
                  <a:pt x="91453" y="17872"/>
                </a:cubicBezTo>
                <a:close/>
                <a:moveTo>
                  <a:pt x="102056" y="3516"/>
                </a:moveTo>
                <a:lnTo>
                  <a:pt x="99098" y="3516"/>
                </a:lnTo>
                <a:lnTo>
                  <a:pt x="99098" y="781"/>
                </a:lnTo>
                <a:lnTo>
                  <a:pt x="102056" y="781"/>
                </a:lnTo>
                <a:lnTo>
                  <a:pt x="102056" y="3516"/>
                </a:lnTo>
                <a:moveTo>
                  <a:pt x="101888" y="21709"/>
                </a:moveTo>
                <a:lnTo>
                  <a:pt x="99266" y="21709"/>
                </a:lnTo>
                <a:lnTo>
                  <a:pt x="99266" y="6111"/>
                </a:lnTo>
                <a:lnTo>
                  <a:pt x="101888" y="6111"/>
                </a:lnTo>
                <a:lnTo>
                  <a:pt x="101888" y="21709"/>
                </a:lnTo>
                <a:close/>
                <a:moveTo>
                  <a:pt x="120109" y="21709"/>
                </a:moveTo>
                <a:lnTo>
                  <a:pt x="117486" y="21709"/>
                </a:lnTo>
                <a:lnTo>
                  <a:pt x="117486" y="12826"/>
                </a:lnTo>
                <a:cubicBezTo>
                  <a:pt x="117486" y="12109"/>
                  <a:pt x="117444" y="11437"/>
                  <a:pt x="117361" y="10808"/>
                </a:cubicBezTo>
                <a:cubicBezTo>
                  <a:pt x="117277" y="10180"/>
                  <a:pt x="117124" y="9689"/>
                  <a:pt x="116900" y="9335"/>
                </a:cubicBezTo>
                <a:cubicBezTo>
                  <a:pt x="116668" y="8944"/>
                  <a:pt x="116333" y="8653"/>
                  <a:pt x="115896" y="8462"/>
                </a:cubicBezTo>
                <a:cubicBezTo>
                  <a:pt x="115459" y="8271"/>
                  <a:pt x="114891" y="8176"/>
                  <a:pt x="114194" y="8176"/>
                </a:cubicBezTo>
                <a:cubicBezTo>
                  <a:pt x="113478" y="8176"/>
                  <a:pt x="112729" y="8353"/>
                  <a:pt x="111947" y="8707"/>
                </a:cubicBezTo>
                <a:cubicBezTo>
                  <a:pt x="111166" y="9060"/>
                  <a:pt x="110417" y="9512"/>
                  <a:pt x="109701" y="10061"/>
                </a:cubicBezTo>
                <a:lnTo>
                  <a:pt x="109701" y="21709"/>
                </a:lnTo>
                <a:lnTo>
                  <a:pt x="107078" y="21709"/>
                </a:lnTo>
                <a:lnTo>
                  <a:pt x="107078" y="6111"/>
                </a:lnTo>
                <a:lnTo>
                  <a:pt x="109701" y="6111"/>
                </a:lnTo>
                <a:lnTo>
                  <a:pt x="109701" y="7831"/>
                </a:lnTo>
                <a:cubicBezTo>
                  <a:pt x="110520" y="7151"/>
                  <a:pt x="111366" y="6620"/>
                  <a:pt x="112240" y="6238"/>
                </a:cubicBezTo>
                <a:cubicBezTo>
                  <a:pt x="113115" y="5855"/>
                  <a:pt x="114012" y="5664"/>
                  <a:pt x="114933" y="5664"/>
                </a:cubicBezTo>
                <a:cubicBezTo>
                  <a:pt x="116617" y="5664"/>
                  <a:pt x="117900" y="6172"/>
                  <a:pt x="118784" y="7188"/>
                </a:cubicBezTo>
                <a:cubicBezTo>
                  <a:pt x="119667" y="8203"/>
                  <a:pt x="120109" y="9666"/>
                  <a:pt x="120109" y="11576"/>
                </a:cubicBezTo>
                <a:lnTo>
                  <a:pt x="120109" y="21709"/>
                </a:lnTo>
                <a:close/>
                <a:moveTo>
                  <a:pt x="138204" y="14175"/>
                </a:moveTo>
                <a:lnTo>
                  <a:pt x="126722" y="14175"/>
                </a:lnTo>
                <a:cubicBezTo>
                  <a:pt x="126722" y="15135"/>
                  <a:pt x="126866" y="15972"/>
                  <a:pt x="127155" y="16685"/>
                </a:cubicBezTo>
                <a:cubicBezTo>
                  <a:pt x="127443" y="17399"/>
                  <a:pt x="127838" y="17984"/>
                  <a:pt x="128340" y="18441"/>
                </a:cubicBezTo>
                <a:cubicBezTo>
                  <a:pt x="128824" y="18888"/>
                  <a:pt x="129398" y="19224"/>
                  <a:pt x="130063" y="19448"/>
                </a:cubicBezTo>
                <a:cubicBezTo>
                  <a:pt x="130729" y="19671"/>
                  <a:pt x="131461" y="19783"/>
                  <a:pt x="132261" y="19783"/>
                </a:cubicBezTo>
                <a:cubicBezTo>
                  <a:pt x="133321" y="19783"/>
                  <a:pt x="134388" y="19570"/>
                  <a:pt x="135463" y="19144"/>
                </a:cubicBezTo>
                <a:cubicBezTo>
                  <a:pt x="136537" y="18717"/>
                  <a:pt x="137302" y="18298"/>
                  <a:pt x="137758" y="17886"/>
                </a:cubicBezTo>
                <a:lnTo>
                  <a:pt x="137897" y="17886"/>
                </a:lnTo>
                <a:lnTo>
                  <a:pt x="137897" y="20756"/>
                </a:lnTo>
                <a:cubicBezTo>
                  <a:pt x="137014" y="21129"/>
                  <a:pt x="136112" y="21441"/>
                  <a:pt x="135191" y="21693"/>
                </a:cubicBezTo>
                <a:cubicBezTo>
                  <a:pt x="134270" y="21945"/>
                  <a:pt x="133303" y="22071"/>
                  <a:pt x="132289" y="22071"/>
                </a:cubicBezTo>
                <a:cubicBezTo>
                  <a:pt x="129703" y="22071"/>
                  <a:pt x="127685" y="21370"/>
                  <a:pt x="126234" y="19968"/>
                </a:cubicBezTo>
                <a:cubicBezTo>
                  <a:pt x="124783" y="18566"/>
                  <a:pt x="124057" y="16574"/>
                  <a:pt x="124057" y="13993"/>
                </a:cubicBezTo>
                <a:cubicBezTo>
                  <a:pt x="124057" y="11441"/>
                  <a:pt x="124753" y="9415"/>
                  <a:pt x="126143" y="7914"/>
                </a:cubicBezTo>
                <a:cubicBezTo>
                  <a:pt x="127534" y="6414"/>
                  <a:pt x="129364" y="5664"/>
                  <a:pt x="131633" y="5664"/>
                </a:cubicBezTo>
                <a:cubicBezTo>
                  <a:pt x="133735" y="5664"/>
                  <a:pt x="135356" y="6279"/>
                  <a:pt x="136495" y="7509"/>
                </a:cubicBezTo>
                <a:cubicBezTo>
                  <a:pt x="137635" y="8739"/>
                  <a:pt x="138204" y="10486"/>
                  <a:pt x="138204" y="12750"/>
                </a:cubicBezTo>
                <a:lnTo>
                  <a:pt x="138204" y="14175"/>
                </a:lnTo>
                <a:moveTo>
                  <a:pt x="135651" y="12166"/>
                </a:moveTo>
                <a:cubicBezTo>
                  <a:pt x="135642" y="10789"/>
                  <a:pt x="135295" y="9724"/>
                  <a:pt x="134612" y="8971"/>
                </a:cubicBezTo>
                <a:cubicBezTo>
                  <a:pt x="133928" y="8217"/>
                  <a:pt x="132889" y="7841"/>
                  <a:pt x="131494" y="7841"/>
                </a:cubicBezTo>
                <a:cubicBezTo>
                  <a:pt x="130089" y="7841"/>
                  <a:pt x="128971" y="8255"/>
                  <a:pt x="128138" y="9082"/>
                </a:cubicBezTo>
                <a:cubicBezTo>
                  <a:pt x="127306" y="9910"/>
                  <a:pt x="126834" y="10938"/>
                  <a:pt x="126722" y="12166"/>
                </a:cubicBezTo>
                <a:lnTo>
                  <a:pt x="135651" y="12166"/>
                </a:lnTo>
                <a:close/>
                <a:moveTo>
                  <a:pt x="153314" y="17207"/>
                </a:moveTo>
                <a:cubicBezTo>
                  <a:pt x="153314" y="18629"/>
                  <a:pt x="152726" y="19795"/>
                  <a:pt x="151549" y="20705"/>
                </a:cubicBezTo>
                <a:cubicBezTo>
                  <a:pt x="150372" y="21616"/>
                  <a:pt x="148766" y="22071"/>
                  <a:pt x="146729" y="22071"/>
                </a:cubicBezTo>
                <a:cubicBezTo>
                  <a:pt x="145575" y="22071"/>
                  <a:pt x="144517" y="21934"/>
                  <a:pt x="143555" y="21659"/>
                </a:cubicBezTo>
                <a:cubicBezTo>
                  <a:pt x="142592" y="21383"/>
                  <a:pt x="141785" y="21082"/>
                  <a:pt x="141134" y="20756"/>
                </a:cubicBezTo>
                <a:lnTo>
                  <a:pt x="141134" y="17802"/>
                </a:lnTo>
                <a:lnTo>
                  <a:pt x="141274" y="17802"/>
                </a:lnTo>
                <a:cubicBezTo>
                  <a:pt x="142101" y="18434"/>
                  <a:pt x="143022" y="18936"/>
                  <a:pt x="144036" y="19309"/>
                </a:cubicBezTo>
                <a:cubicBezTo>
                  <a:pt x="145050" y="19681"/>
                  <a:pt x="146022" y="19867"/>
                  <a:pt x="146952" y="19867"/>
                </a:cubicBezTo>
                <a:cubicBezTo>
                  <a:pt x="148105" y="19867"/>
                  <a:pt x="149007" y="19680"/>
                  <a:pt x="149659" y="19307"/>
                </a:cubicBezTo>
                <a:cubicBezTo>
                  <a:pt x="150310" y="18933"/>
                  <a:pt x="150635" y="18344"/>
                  <a:pt x="150635" y="17541"/>
                </a:cubicBezTo>
                <a:cubicBezTo>
                  <a:pt x="150635" y="16928"/>
                  <a:pt x="150458" y="16463"/>
                  <a:pt x="150105" y="16147"/>
                </a:cubicBezTo>
                <a:cubicBezTo>
                  <a:pt x="149752" y="15831"/>
                  <a:pt x="149073" y="15562"/>
                  <a:pt x="148068" y="15338"/>
                </a:cubicBezTo>
                <a:cubicBezTo>
                  <a:pt x="147696" y="15255"/>
                  <a:pt x="147210" y="15158"/>
                  <a:pt x="146610" y="15046"/>
                </a:cubicBezTo>
                <a:cubicBezTo>
                  <a:pt x="146010" y="14934"/>
                  <a:pt x="145464" y="14814"/>
                  <a:pt x="144971" y="14684"/>
                </a:cubicBezTo>
                <a:cubicBezTo>
                  <a:pt x="143604" y="14321"/>
                  <a:pt x="142634" y="13789"/>
                  <a:pt x="142062" y="13087"/>
                </a:cubicBezTo>
                <a:cubicBezTo>
                  <a:pt x="141490" y="12386"/>
                  <a:pt x="141204" y="11524"/>
                  <a:pt x="141204" y="10502"/>
                </a:cubicBezTo>
                <a:cubicBezTo>
                  <a:pt x="141204" y="9860"/>
                  <a:pt x="141336" y="9256"/>
                  <a:pt x="141602" y="8690"/>
                </a:cubicBezTo>
                <a:cubicBezTo>
                  <a:pt x="141867" y="8123"/>
                  <a:pt x="142269" y="7616"/>
                  <a:pt x="142808" y="7170"/>
                </a:cubicBezTo>
                <a:cubicBezTo>
                  <a:pt x="143329" y="6733"/>
                  <a:pt x="143992" y="6387"/>
                  <a:pt x="144796" y="6132"/>
                </a:cubicBezTo>
                <a:cubicBezTo>
                  <a:pt x="145601" y="5876"/>
                  <a:pt x="146501" y="5748"/>
                  <a:pt x="147496" y="5748"/>
                </a:cubicBezTo>
                <a:cubicBezTo>
                  <a:pt x="148426" y="5748"/>
                  <a:pt x="149368" y="5862"/>
                  <a:pt x="150321" y="6089"/>
                </a:cubicBezTo>
                <a:cubicBezTo>
                  <a:pt x="151275" y="6316"/>
                  <a:pt x="152068" y="6591"/>
                  <a:pt x="152700" y="6916"/>
                </a:cubicBezTo>
                <a:lnTo>
                  <a:pt x="152700" y="9710"/>
                </a:lnTo>
                <a:lnTo>
                  <a:pt x="152560" y="9710"/>
                </a:lnTo>
                <a:cubicBezTo>
                  <a:pt x="151891" y="9217"/>
                  <a:pt x="151077" y="8801"/>
                  <a:pt x="150119" y="8462"/>
                </a:cubicBezTo>
                <a:cubicBezTo>
                  <a:pt x="149161" y="8122"/>
                  <a:pt x="148222" y="7952"/>
                  <a:pt x="147301" y="7952"/>
                </a:cubicBezTo>
                <a:cubicBezTo>
                  <a:pt x="146343" y="7952"/>
                  <a:pt x="145534" y="8137"/>
                  <a:pt x="144873" y="8506"/>
                </a:cubicBezTo>
                <a:cubicBezTo>
                  <a:pt x="144213" y="8875"/>
                  <a:pt x="143883" y="9424"/>
                  <a:pt x="143883" y="10153"/>
                </a:cubicBezTo>
                <a:cubicBezTo>
                  <a:pt x="143883" y="10794"/>
                  <a:pt x="144083" y="11277"/>
                  <a:pt x="144483" y="11602"/>
                </a:cubicBezTo>
                <a:cubicBezTo>
                  <a:pt x="144873" y="11928"/>
                  <a:pt x="145506" y="12193"/>
                  <a:pt x="146380" y="12397"/>
                </a:cubicBezTo>
                <a:cubicBezTo>
                  <a:pt x="146864" y="12509"/>
                  <a:pt x="147405" y="12621"/>
                  <a:pt x="148005" y="12732"/>
                </a:cubicBezTo>
                <a:cubicBezTo>
                  <a:pt x="148605" y="12843"/>
                  <a:pt x="149105" y="12946"/>
                  <a:pt x="149505" y="13039"/>
                </a:cubicBezTo>
                <a:cubicBezTo>
                  <a:pt x="150724" y="13317"/>
                  <a:pt x="151663" y="13796"/>
                  <a:pt x="152323" y="14474"/>
                </a:cubicBezTo>
                <a:cubicBezTo>
                  <a:pt x="152984" y="15162"/>
                  <a:pt x="153314" y="16073"/>
                  <a:pt x="153314" y="17207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3DA18D-11D4-4D88-90D4-3A33AFA90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262" y="1918403"/>
            <a:ext cx="31255" cy="5284"/>
          </a:xfrm>
          <a:custGeom xmlns:a="http://schemas.openxmlformats.org/drawingml/2006/main">
            <a:pathLst>
              <a:path w="31255" h="5284">
                <a:moveTo>
                  <a:pt x="0" y="0"/>
                </a:moveTo>
                <a:lnTo>
                  <a:pt x="31255" y="0"/>
                </a:lnTo>
                <a:lnTo>
                  <a:pt x="31255" y="5284"/>
                </a:lnTo>
                <a:lnTo>
                  <a:pt x="0" y="52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8258F3F-1C09-4B86-B322-96D321463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263" y="1918405"/>
            <a:ext cx="31253" cy="5283"/>
          </a:xfrm>
          <a:custGeom xmlns:a="http://schemas.openxmlformats.org/drawingml/2006/main">
            <a:pathLst>
              <a:path w="31253" h="5283" fill="none">
                <a:moveTo>
                  <a:pt x="0" y="0"/>
                </a:moveTo>
                <a:lnTo>
                  <a:pt x="31253" y="0"/>
                </a:lnTo>
                <a:lnTo>
                  <a:pt x="31253" y="5283"/>
                </a:lnTo>
                <a:lnTo>
                  <a:pt x="0" y="52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2E80B-0CF2-46F7-AA1A-6840FDD84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262" y="1946183"/>
            <a:ext cx="18525" cy="7164"/>
          </a:xfrm>
          <a:custGeom xmlns:a="http://schemas.openxmlformats.org/drawingml/2006/main">
            <a:pathLst>
              <a:path w="18525" h="7164">
                <a:moveTo>
                  <a:pt x="0" y="0"/>
                </a:moveTo>
                <a:lnTo>
                  <a:pt x="18525" y="0"/>
                </a:lnTo>
                <a:lnTo>
                  <a:pt x="18525" y="7164"/>
                </a:lnTo>
                <a:lnTo>
                  <a:pt x="0" y="71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7EFB68-3F33-4A1B-92FA-F10BD179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0263" y="1946186"/>
            <a:ext cx="18523" cy="7164"/>
          </a:xfrm>
          <a:custGeom xmlns:a="http://schemas.openxmlformats.org/drawingml/2006/main">
            <a:pathLst>
              <a:path w="18523" h="7164" fill="none">
                <a:moveTo>
                  <a:pt x="0" y="0"/>
                </a:moveTo>
                <a:lnTo>
                  <a:pt x="18523" y="0"/>
                </a:lnTo>
                <a:lnTo>
                  <a:pt x="18523" y="7164"/>
                </a:lnTo>
                <a:lnTo>
                  <a:pt x="0" y="71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2BE684-EDD9-4C6B-897A-B979440A7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006" y="1511300"/>
            <a:ext cx="137697" cy="172644"/>
          </a:xfrm>
          <a:custGeom xmlns:a="http://schemas.openxmlformats.org/drawingml/2006/main">
            <a:pathLst>
              <a:path w="137697" h="172644">
                <a:moveTo>
                  <a:pt x="0" y="0"/>
                </a:moveTo>
                <a:lnTo>
                  <a:pt x="137697" y="0"/>
                </a:lnTo>
                <a:lnTo>
                  <a:pt x="137697" y="172644"/>
                </a:lnTo>
                <a:lnTo>
                  <a:pt x="0" y="1726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96CF2A-242A-457F-8D8C-FE36EC36E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005" y="1511303"/>
            <a:ext cx="137697" cy="172645"/>
          </a:xfrm>
          <a:custGeom xmlns:a="http://schemas.openxmlformats.org/drawingml/2006/main">
            <a:pathLst>
              <a:path w="137697" h="172645" fill="none">
                <a:moveTo>
                  <a:pt x="0" y="0"/>
                </a:moveTo>
                <a:lnTo>
                  <a:pt x="137697" y="0"/>
                </a:lnTo>
                <a:lnTo>
                  <a:pt x="137697" y="172645"/>
                </a:lnTo>
                <a:lnTo>
                  <a:pt x="0" y="17264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BE5733-EDBD-47C8-9225-84C7FD97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00" y="1511300"/>
            <a:ext cx="134485" cy="172644"/>
          </a:xfrm>
          <a:custGeom xmlns:a="http://schemas.openxmlformats.org/drawingml/2006/main">
            <a:pathLst>
              <a:path w="134485" h="172644">
                <a:moveTo>
                  <a:pt x="0" y="0"/>
                </a:moveTo>
                <a:lnTo>
                  <a:pt x="134485" y="0"/>
                </a:lnTo>
                <a:lnTo>
                  <a:pt x="134485" y="172644"/>
                </a:lnTo>
                <a:lnTo>
                  <a:pt x="0" y="1726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F3B522-EA80-4681-AE57-A47AF9A6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00" y="1511303"/>
            <a:ext cx="134484" cy="172645"/>
          </a:xfrm>
          <a:custGeom xmlns:a="http://schemas.openxmlformats.org/drawingml/2006/main">
            <a:pathLst>
              <a:path w="134484" h="172645" fill="none">
                <a:moveTo>
                  <a:pt x="0" y="0"/>
                </a:moveTo>
                <a:lnTo>
                  <a:pt x="134484" y="0"/>
                </a:lnTo>
                <a:lnTo>
                  <a:pt x="134484" y="172645"/>
                </a:lnTo>
                <a:lnTo>
                  <a:pt x="0" y="17264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72" name="Text Carnivora">
            <a:extLst xmlns:a="http://schemas.openxmlformats.org/drawingml/2006/main">
              <a:ext uri="{FF2B5EF4-FFF2-40B4-BE49-F238E27FC236}">
                <a16:creationId xmlns:a16="http://schemas.microsoft.com/office/drawing/2014/main" id="{6C8C9E88-C4FF-4DE8-83FE-27667A25C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7208" y="1513683"/>
            <a:ext cx="43150" cy="6916"/>
          </a:xfrm>
          <a:custGeom xmlns:a="http://schemas.openxmlformats.org/drawingml/2006/main">
            <a:pathLst>
              <a:path w="43150" h="6916">
                <a:moveTo>
                  <a:pt x="5517" y="6293"/>
                </a:moveTo>
                <a:cubicBezTo>
                  <a:pt x="5353" y="6365"/>
                  <a:pt x="5205" y="6432"/>
                  <a:pt x="5073" y="6495"/>
                </a:cubicBezTo>
                <a:cubicBezTo>
                  <a:pt x="4940" y="6557"/>
                  <a:pt x="4767" y="6623"/>
                  <a:pt x="4552" y="6692"/>
                </a:cubicBezTo>
                <a:cubicBezTo>
                  <a:pt x="4371" y="6748"/>
                  <a:pt x="4173" y="6797"/>
                  <a:pt x="3960" y="6837"/>
                </a:cubicBezTo>
                <a:cubicBezTo>
                  <a:pt x="3747" y="6878"/>
                  <a:pt x="3513" y="6898"/>
                  <a:pt x="3257" y="6898"/>
                </a:cubicBezTo>
                <a:cubicBezTo>
                  <a:pt x="2774" y="6898"/>
                  <a:pt x="2336" y="6830"/>
                  <a:pt x="1941" y="6694"/>
                </a:cubicBezTo>
                <a:cubicBezTo>
                  <a:pt x="1546" y="6559"/>
                  <a:pt x="1203" y="6346"/>
                  <a:pt x="911" y="6057"/>
                </a:cubicBezTo>
                <a:cubicBezTo>
                  <a:pt x="625" y="5774"/>
                  <a:pt x="402" y="5414"/>
                  <a:pt x="241" y="4978"/>
                </a:cubicBezTo>
                <a:cubicBezTo>
                  <a:pt x="80" y="4541"/>
                  <a:pt x="0" y="4034"/>
                  <a:pt x="0" y="3456"/>
                </a:cubicBezTo>
                <a:cubicBezTo>
                  <a:pt x="0" y="2907"/>
                  <a:pt x="77" y="2417"/>
                  <a:pt x="232" y="1985"/>
                </a:cubicBezTo>
                <a:cubicBezTo>
                  <a:pt x="387" y="1553"/>
                  <a:pt x="611" y="1188"/>
                  <a:pt x="902" y="890"/>
                </a:cubicBezTo>
                <a:cubicBezTo>
                  <a:pt x="1185" y="600"/>
                  <a:pt x="1527" y="380"/>
                  <a:pt x="1928" y="228"/>
                </a:cubicBezTo>
                <a:cubicBezTo>
                  <a:pt x="2328" y="76"/>
                  <a:pt x="2773" y="0"/>
                  <a:pt x="3261" y="0"/>
                </a:cubicBezTo>
                <a:cubicBezTo>
                  <a:pt x="3619" y="0"/>
                  <a:pt x="3975" y="43"/>
                  <a:pt x="4331" y="130"/>
                </a:cubicBezTo>
                <a:cubicBezTo>
                  <a:pt x="4687" y="216"/>
                  <a:pt x="5082" y="368"/>
                  <a:pt x="5517" y="585"/>
                </a:cubicBezTo>
                <a:lnTo>
                  <a:pt x="5517" y="1635"/>
                </a:lnTo>
                <a:lnTo>
                  <a:pt x="5450" y="1635"/>
                </a:lnTo>
                <a:cubicBezTo>
                  <a:pt x="5084" y="1333"/>
                  <a:pt x="4721" y="1113"/>
                  <a:pt x="4360" y="975"/>
                </a:cubicBezTo>
                <a:cubicBezTo>
                  <a:pt x="4000" y="837"/>
                  <a:pt x="3614" y="768"/>
                  <a:pt x="3203" y="768"/>
                </a:cubicBezTo>
                <a:cubicBezTo>
                  <a:pt x="2867" y="768"/>
                  <a:pt x="2564" y="823"/>
                  <a:pt x="2294" y="931"/>
                </a:cubicBezTo>
                <a:cubicBezTo>
                  <a:pt x="2024" y="1039"/>
                  <a:pt x="1784" y="1208"/>
                  <a:pt x="1573" y="1437"/>
                </a:cubicBezTo>
                <a:cubicBezTo>
                  <a:pt x="1367" y="1660"/>
                  <a:pt x="1207" y="1941"/>
                  <a:pt x="1092" y="2281"/>
                </a:cubicBezTo>
                <a:cubicBezTo>
                  <a:pt x="978" y="2622"/>
                  <a:pt x="920" y="3014"/>
                  <a:pt x="920" y="3460"/>
                </a:cubicBezTo>
                <a:cubicBezTo>
                  <a:pt x="920" y="3926"/>
                  <a:pt x="984" y="4327"/>
                  <a:pt x="1110" y="4663"/>
                </a:cubicBezTo>
                <a:cubicBezTo>
                  <a:pt x="1237" y="4999"/>
                  <a:pt x="1400" y="5272"/>
                  <a:pt x="1599" y="5483"/>
                </a:cubicBezTo>
                <a:cubicBezTo>
                  <a:pt x="1808" y="5703"/>
                  <a:pt x="2051" y="5866"/>
                  <a:pt x="2330" y="5971"/>
                </a:cubicBezTo>
                <a:cubicBezTo>
                  <a:pt x="2608" y="6077"/>
                  <a:pt x="2902" y="6129"/>
                  <a:pt x="3212" y="6129"/>
                </a:cubicBezTo>
                <a:cubicBezTo>
                  <a:pt x="3638" y="6129"/>
                  <a:pt x="4037" y="6056"/>
                  <a:pt x="4409" y="5910"/>
                </a:cubicBezTo>
                <a:cubicBezTo>
                  <a:pt x="4782" y="5764"/>
                  <a:pt x="5130" y="5546"/>
                  <a:pt x="5455" y="5254"/>
                </a:cubicBezTo>
                <a:lnTo>
                  <a:pt x="5517" y="5254"/>
                </a:lnTo>
                <a:lnTo>
                  <a:pt x="5517" y="6293"/>
                </a:lnTo>
                <a:close/>
                <a:moveTo>
                  <a:pt x="10579" y="6773"/>
                </a:moveTo>
                <a:lnTo>
                  <a:pt x="9744" y="6773"/>
                </a:lnTo>
                <a:lnTo>
                  <a:pt x="9744" y="6245"/>
                </a:lnTo>
                <a:cubicBezTo>
                  <a:pt x="9669" y="6295"/>
                  <a:pt x="9569" y="6366"/>
                  <a:pt x="9442" y="6457"/>
                </a:cubicBezTo>
                <a:cubicBezTo>
                  <a:pt x="9315" y="6548"/>
                  <a:pt x="9193" y="6620"/>
                  <a:pt x="9073" y="6674"/>
                </a:cubicBezTo>
                <a:cubicBezTo>
                  <a:pt x="8933" y="6743"/>
                  <a:pt x="8773" y="6800"/>
                  <a:pt x="8591" y="6846"/>
                </a:cubicBezTo>
                <a:cubicBezTo>
                  <a:pt x="8409" y="6892"/>
                  <a:pt x="8196" y="6916"/>
                  <a:pt x="7952" y="6916"/>
                </a:cubicBezTo>
                <a:cubicBezTo>
                  <a:pt x="7502" y="6916"/>
                  <a:pt x="7121" y="6766"/>
                  <a:pt x="6808" y="6468"/>
                </a:cubicBezTo>
                <a:cubicBezTo>
                  <a:pt x="6496" y="6170"/>
                  <a:pt x="6339" y="5790"/>
                  <a:pt x="6339" y="5328"/>
                </a:cubicBezTo>
                <a:cubicBezTo>
                  <a:pt x="6339" y="4949"/>
                  <a:pt x="6421" y="4642"/>
                  <a:pt x="6583" y="4408"/>
                </a:cubicBezTo>
                <a:cubicBezTo>
                  <a:pt x="6745" y="4174"/>
                  <a:pt x="6977" y="3990"/>
                  <a:pt x="7278" y="3856"/>
                </a:cubicBezTo>
                <a:cubicBezTo>
                  <a:pt x="7581" y="3722"/>
                  <a:pt x="7946" y="3631"/>
                  <a:pt x="8372" y="3583"/>
                </a:cubicBezTo>
                <a:cubicBezTo>
                  <a:pt x="8798" y="3535"/>
                  <a:pt x="9255" y="3499"/>
                  <a:pt x="9744" y="3476"/>
                </a:cubicBezTo>
                <a:lnTo>
                  <a:pt x="9744" y="3345"/>
                </a:lnTo>
                <a:cubicBezTo>
                  <a:pt x="9744" y="3153"/>
                  <a:pt x="9710" y="2994"/>
                  <a:pt x="9643" y="2868"/>
                </a:cubicBezTo>
                <a:cubicBezTo>
                  <a:pt x="9576" y="2741"/>
                  <a:pt x="9480" y="2642"/>
                  <a:pt x="9355" y="2570"/>
                </a:cubicBezTo>
                <a:cubicBezTo>
                  <a:pt x="9236" y="2501"/>
                  <a:pt x="9093" y="2455"/>
                  <a:pt x="8926" y="2431"/>
                </a:cubicBezTo>
                <a:cubicBezTo>
                  <a:pt x="8759" y="2407"/>
                  <a:pt x="8585" y="2395"/>
                  <a:pt x="8403" y="2395"/>
                </a:cubicBezTo>
                <a:cubicBezTo>
                  <a:pt x="8183" y="2395"/>
                  <a:pt x="7937" y="2424"/>
                  <a:pt x="7666" y="2484"/>
                </a:cubicBezTo>
                <a:cubicBezTo>
                  <a:pt x="7395" y="2544"/>
                  <a:pt x="7115" y="2630"/>
                  <a:pt x="6826" y="2743"/>
                </a:cubicBezTo>
                <a:lnTo>
                  <a:pt x="6782" y="2743"/>
                </a:lnTo>
                <a:lnTo>
                  <a:pt x="6782" y="1890"/>
                </a:lnTo>
                <a:cubicBezTo>
                  <a:pt x="6945" y="1845"/>
                  <a:pt x="7182" y="1796"/>
                  <a:pt x="7492" y="1742"/>
                </a:cubicBezTo>
                <a:cubicBezTo>
                  <a:pt x="7802" y="1689"/>
                  <a:pt x="8107" y="1662"/>
                  <a:pt x="8408" y="1662"/>
                </a:cubicBezTo>
                <a:cubicBezTo>
                  <a:pt x="8759" y="1662"/>
                  <a:pt x="9065" y="1691"/>
                  <a:pt x="9326" y="1749"/>
                </a:cubicBezTo>
                <a:cubicBezTo>
                  <a:pt x="9586" y="1807"/>
                  <a:pt x="9812" y="1906"/>
                  <a:pt x="10003" y="2046"/>
                </a:cubicBezTo>
                <a:cubicBezTo>
                  <a:pt x="10190" y="2183"/>
                  <a:pt x="10333" y="2360"/>
                  <a:pt x="10432" y="2578"/>
                </a:cubicBezTo>
                <a:cubicBezTo>
                  <a:pt x="10530" y="2795"/>
                  <a:pt x="10579" y="3065"/>
                  <a:pt x="10579" y="3386"/>
                </a:cubicBezTo>
                <a:lnTo>
                  <a:pt x="10579" y="6773"/>
                </a:lnTo>
                <a:moveTo>
                  <a:pt x="9744" y="5550"/>
                </a:moveTo>
                <a:lnTo>
                  <a:pt x="9744" y="4155"/>
                </a:lnTo>
                <a:cubicBezTo>
                  <a:pt x="9487" y="4170"/>
                  <a:pt x="9186" y="4192"/>
                  <a:pt x="8839" y="4222"/>
                </a:cubicBezTo>
                <a:cubicBezTo>
                  <a:pt x="8492" y="4252"/>
                  <a:pt x="8217" y="4295"/>
                  <a:pt x="8015" y="4352"/>
                </a:cubicBezTo>
                <a:cubicBezTo>
                  <a:pt x="7773" y="4421"/>
                  <a:pt x="7578" y="4528"/>
                  <a:pt x="7429" y="4673"/>
                </a:cubicBezTo>
                <a:cubicBezTo>
                  <a:pt x="7281" y="4818"/>
                  <a:pt x="7206" y="5018"/>
                  <a:pt x="7206" y="5272"/>
                </a:cubicBezTo>
                <a:cubicBezTo>
                  <a:pt x="7206" y="5559"/>
                  <a:pt x="7292" y="5776"/>
                  <a:pt x="7465" y="5921"/>
                </a:cubicBezTo>
                <a:cubicBezTo>
                  <a:pt x="7638" y="6066"/>
                  <a:pt x="7901" y="6138"/>
                  <a:pt x="8256" y="6138"/>
                </a:cubicBezTo>
                <a:cubicBezTo>
                  <a:pt x="8551" y="6138"/>
                  <a:pt x="8820" y="6081"/>
                  <a:pt x="9065" y="5966"/>
                </a:cubicBezTo>
                <a:cubicBezTo>
                  <a:pt x="9309" y="5850"/>
                  <a:pt x="9535" y="5712"/>
                  <a:pt x="9744" y="5550"/>
                </a:cubicBezTo>
                <a:close/>
                <a:moveTo>
                  <a:pt x="15310" y="2689"/>
                </a:moveTo>
                <a:lnTo>
                  <a:pt x="15265" y="2689"/>
                </a:lnTo>
                <a:cubicBezTo>
                  <a:pt x="15140" y="2661"/>
                  <a:pt x="15019" y="2641"/>
                  <a:pt x="14901" y="2628"/>
                </a:cubicBezTo>
                <a:cubicBezTo>
                  <a:pt x="14783" y="2615"/>
                  <a:pt x="14644" y="2609"/>
                  <a:pt x="14483" y="2609"/>
                </a:cubicBezTo>
                <a:cubicBezTo>
                  <a:pt x="14224" y="2609"/>
                  <a:pt x="13974" y="2666"/>
                  <a:pt x="13733" y="2781"/>
                </a:cubicBezTo>
                <a:cubicBezTo>
                  <a:pt x="13491" y="2896"/>
                  <a:pt x="13259" y="3044"/>
                  <a:pt x="13036" y="3226"/>
                </a:cubicBezTo>
                <a:lnTo>
                  <a:pt x="13036" y="6773"/>
                </a:lnTo>
                <a:lnTo>
                  <a:pt x="12196" y="6773"/>
                </a:lnTo>
                <a:lnTo>
                  <a:pt x="12196" y="1778"/>
                </a:lnTo>
                <a:lnTo>
                  <a:pt x="13036" y="1778"/>
                </a:lnTo>
                <a:lnTo>
                  <a:pt x="13036" y="2516"/>
                </a:lnTo>
                <a:cubicBezTo>
                  <a:pt x="13369" y="2248"/>
                  <a:pt x="13663" y="2057"/>
                  <a:pt x="13918" y="1946"/>
                </a:cubicBezTo>
                <a:cubicBezTo>
                  <a:pt x="14173" y="1834"/>
                  <a:pt x="14433" y="1778"/>
                  <a:pt x="14698" y="1778"/>
                </a:cubicBezTo>
                <a:cubicBezTo>
                  <a:pt x="14844" y="1778"/>
                  <a:pt x="14949" y="1782"/>
                  <a:pt x="15015" y="1789"/>
                </a:cubicBezTo>
                <a:cubicBezTo>
                  <a:pt x="15080" y="1797"/>
                  <a:pt x="15179" y="1811"/>
                  <a:pt x="15310" y="1831"/>
                </a:cubicBezTo>
                <a:lnTo>
                  <a:pt x="15310" y="2689"/>
                </a:lnTo>
                <a:close/>
                <a:moveTo>
                  <a:pt x="20273" y="6773"/>
                </a:moveTo>
                <a:lnTo>
                  <a:pt x="19433" y="6773"/>
                </a:lnTo>
                <a:lnTo>
                  <a:pt x="19433" y="3928"/>
                </a:lnTo>
                <a:cubicBezTo>
                  <a:pt x="19433" y="3699"/>
                  <a:pt x="19420" y="3483"/>
                  <a:pt x="19393" y="3282"/>
                </a:cubicBezTo>
                <a:cubicBezTo>
                  <a:pt x="19366" y="3081"/>
                  <a:pt x="19317" y="2924"/>
                  <a:pt x="19245" y="2810"/>
                </a:cubicBezTo>
                <a:cubicBezTo>
                  <a:pt x="19171" y="2685"/>
                  <a:pt x="19064" y="2592"/>
                  <a:pt x="18924" y="2531"/>
                </a:cubicBezTo>
                <a:cubicBezTo>
                  <a:pt x="18784" y="2470"/>
                  <a:pt x="18602" y="2439"/>
                  <a:pt x="18379" y="2439"/>
                </a:cubicBezTo>
                <a:cubicBezTo>
                  <a:pt x="18149" y="2439"/>
                  <a:pt x="17910" y="2496"/>
                  <a:pt x="17660" y="2609"/>
                </a:cubicBezTo>
                <a:cubicBezTo>
                  <a:pt x="17409" y="2723"/>
                  <a:pt x="17170" y="2867"/>
                  <a:pt x="16940" y="3043"/>
                </a:cubicBezTo>
                <a:lnTo>
                  <a:pt x="16940" y="6773"/>
                </a:lnTo>
                <a:lnTo>
                  <a:pt x="16100" y="6773"/>
                </a:lnTo>
                <a:lnTo>
                  <a:pt x="16100" y="1778"/>
                </a:lnTo>
                <a:lnTo>
                  <a:pt x="16940" y="1778"/>
                </a:lnTo>
                <a:lnTo>
                  <a:pt x="16940" y="2329"/>
                </a:lnTo>
                <a:cubicBezTo>
                  <a:pt x="17202" y="2111"/>
                  <a:pt x="17473" y="1941"/>
                  <a:pt x="17753" y="1819"/>
                </a:cubicBezTo>
                <a:cubicBezTo>
                  <a:pt x="18033" y="1696"/>
                  <a:pt x="18321" y="1635"/>
                  <a:pt x="18616" y="1635"/>
                </a:cubicBezTo>
                <a:cubicBezTo>
                  <a:pt x="19155" y="1635"/>
                  <a:pt x="19566" y="1798"/>
                  <a:pt x="19849" y="2123"/>
                </a:cubicBezTo>
                <a:cubicBezTo>
                  <a:pt x="20132" y="2448"/>
                  <a:pt x="20273" y="2916"/>
                  <a:pt x="20273" y="3528"/>
                </a:cubicBezTo>
                <a:lnTo>
                  <a:pt x="20273" y="6773"/>
                </a:lnTo>
                <a:close/>
                <a:moveTo>
                  <a:pt x="22792" y="947"/>
                </a:moveTo>
                <a:lnTo>
                  <a:pt x="21845" y="947"/>
                </a:lnTo>
                <a:lnTo>
                  <a:pt x="21845" y="71"/>
                </a:lnTo>
                <a:lnTo>
                  <a:pt x="22792" y="71"/>
                </a:lnTo>
                <a:lnTo>
                  <a:pt x="22792" y="947"/>
                </a:lnTo>
                <a:moveTo>
                  <a:pt x="22739" y="6773"/>
                </a:moveTo>
                <a:lnTo>
                  <a:pt x="21899" y="6773"/>
                </a:lnTo>
                <a:lnTo>
                  <a:pt x="21899" y="1778"/>
                </a:lnTo>
                <a:lnTo>
                  <a:pt x="22739" y="1778"/>
                </a:lnTo>
                <a:lnTo>
                  <a:pt x="22739" y="6773"/>
                </a:lnTo>
                <a:close/>
                <a:moveTo>
                  <a:pt x="28716" y="1778"/>
                </a:moveTo>
                <a:lnTo>
                  <a:pt x="26697" y="6773"/>
                </a:lnTo>
                <a:lnTo>
                  <a:pt x="25853" y="6773"/>
                </a:lnTo>
                <a:lnTo>
                  <a:pt x="23847" y="1778"/>
                </a:lnTo>
                <a:lnTo>
                  <a:pt x="24758" y="1778"/>
                </a:lnTo>
                <a:lnTo>
                  <a:pt x="26304" y="5753"/>
                </a:lnTo>
                <a:lnTo>
                  <a:pt x="27836" y="1778"/>
                </a:lnTo>
                <a:lnTo>
                  <a:pt x="28716" y="1778"/>
                </a:lnTo>
                <a:close/>
                <a:moveTo>
                  <a:pt x="34068" y="4278"/>
                </a:moveTo>
                <a:cubicBezTo>
                  <a:pt x="34068" y="5093"/>
                  <a:pt x="33860" y="5736"/>
                  <a:pt x="33443" y="6208"/>
                </a:cubicBezTo>
                <a:cubicBezTo>
                  <a:pt x="33026" y="6680"/>
                  <a:pt x="32467" y="6916"/>
                  <a:pt x="31767" y="6916"/>
                </a:cubicBezTo>
                <a:cubicBezTo>
                  <a:pt x="31061" y="6916"/>
                  <a:pt x="30501" y="6680"/>
                  <a:pt x="30085" y="6208"/>
                </a:cubicBezTo>
                <a:cubicBezTo>
                  <a:pt x="29670" y="5736"/>
                  <a:pt x="29462" y="5093"/>
                  <a:pt x="29462" y="4278"/>
                </a:cubicBezTo>
                <a:cubicBezTo>
                  <a:pt x="29462" y="3462"/>
                  <a:pt x="29670" y="2818"/>
                  <a:pt x="30085" y="2345"/>
                </a:cubicBezTo>
                <a:cubicBezTo>
                  <a:pt x="30501" y="1872"/>
                  <a:pt x="31061" y="1635"/>
                  <a:pt x="31767" y="1635"/>
                </a:cubicBezTo>
                <a:cubicBezTo>
                  <a:pt x="32467" y="1635"/>
                  <a:pt x="33026" y="1872"/>
                  <a:pt x="33443" y="2345"/>
                </a:cubicBezTo>
                <a:cubicBezTo>
                  <a:pt x="33860" y="2818"/>
                  <a:pt x="34068" y="3462"/>
                  <a:pt x="34068" y="4278"/>
                </a:cubicBezTo>
                <a:moveTo>
                  <a:pt x="33201" y="4278"/>
                </a:moveTo>
                <a:cubicBezTo>
                  <a:pt x="33201" y="3632"/>
                  <a:pt x="33075" y="3152"/>
                  <a:pt x="32822" y="2838"/>
                </a:cubicBezTo>
                <a:cubicBezTo>
                  <a:pt x="32568" y="2525"/>
                  <a:pt x="32217" y="2368"/>
                  <a:pt x="31767" y="2368"/>
                </a:cubicBezTo>
                <a:cubicBezTo>
                  <a:pt x="31312" y="2368"/>
                  <a:pt x="30958" y="2525"/>
                  <a:pt x="30706" y="2838"/>
                </a:cubicBezTo>
                <a:cubicBezTo>
                  <a:pt x="30455" y="3152"/>
                  <a:pt x="30329" y="3632"/>
                  <a:pt x="30329" y="4278"/>
                </a:cubicBezTo>
                <a:cubicBezTo>
                  <a:pt x="30329" y="4902"/>
                  <a:pt x="30455" y="5376"/>
                  <a:pt x="30708" y="5699"/>
                </a:cubicBezTo>
                <a:cubicBezTo>
                  <a:pt x="30962" y="6022"/>
                  <a:pt x="31315" y="6183"/>
                  <a:pt x="31767" y="6183"/>
                </a:cubicBezTo>
                <a:cubicBezTo>
                  <a:pt x="32214" y="6183"/>
                  <a:pt x="32565" y="6023"/>
                  <a:pt x="32819" y="5703"/>
                </a:cubicBezTo>
                <a:cubicBezTo>
                  <a:pt x="33074" y="5383"/>
                  <a:pt x="33201" y="4908"/>
                  <a:pt x="33201" y="4278"/>
                </a:cubicBezTo>
                <a:close/>
                <a:moveTo>
                  <a:pt x="38482" y="2689"/>
                </a:moveTo>
                <a:lnTo>
                  <a:pt x="38437" y="2689"/>
                </a:lnTo>
                <a:cubicBezTo>
                  <a:pt x="38312" y="2661"/>
                  <a:pt x="38191" y="2641"/>
                  <a:pt x="38073" y="2628"/>
                </a:cubicBezTo>
                <a:cubicBezTo>
                  <a:pt x="37956" y="2615"/>
                  <a:pt x="37816" y="2609"/>
                  <a:pt x="37656" y="2609"/>
                </a:cubicBezTo>
                <a:cubicBezTo>
                  <a:pt x="37396" y="2609"/>
                  <a:pt x="37146" y="2666"/>
                  <a:pt x="36905" y="2781"/>
                </a:cubicBezTo>
                <a:cubicBezTo>
                  <a:pt x="36664" y="2896"/>
                  <a:pt x="36431" y="3044"/>
                  <a:pt x="36208" y="3226"/>
                </a:cubicBezTo>
                <a:lnTo>
                  <a:pt x="36208" y="6773"/>
                </a:lnTo>
                <a:lnTo>
                  <a:pt x="35368" y="6773"/>
                </a:lnTo>
                <a:lnTo>
                  <a:pt x="35368" y="1778"/>
                </a:lnTo>
                <a:lnTo>
                  <a:pt x="36208" y="1778"/>
                </a:lnTo>
                <a:lnTo>
                  <a:pt x="36208" y="2516"/>
                </a:lnTo>
                <a:cubicBezTo>
                  <a:pt x="36542" y="2248"/>
                  <a:pt x="36836" y="2057"/>
                  <a:pt x="37090" y="1946"/>
                </a:cubicBezTo>
                <a:cubicBezTo>
                  <a:pt x="37345" y="1834"/>
                  <a:pt x="37605" y="1778"/>
                  <a:pt x="37870" y="1778"/>
                </a:cubicBezTo>
                <a:cubicBezTo>
                  <a:pt x="38016" y="1778"/>
                  <a:pt x="38122" y="1782"/>
                  <a:pt x="38187" y="1789"/>
                </a:cubicBezTo>
                <a:cubicBezTo>
                  <a:pt x="38253" y="1797"/>
                  <a:pt x="38351" y="1811"/>
                  <a:pt x="38482" y="1831"/>
                </a:cubicBezTo>
                <a:lnTo>
                  <a:pt x="38482" y="2689"/>
                </a:lnTo>
                <a:close/>
                <a:moveTo>
                  <a:pt x="43150" y="6773"/>
                </a:moveTo>
                <a:lnTo>
                  <a:pt x="42315" y="6773"/>
                </a:lnTo>
                <a:lnTo>
                  <a:pt x="42315" y="6245"/>
                </a:lnTo>
                <a:cubicBezTo>
                  <a:pt x="42241" y="6295"/>
                  <a:pt x="42140" y="6366"/>
                  <a:pt x="42014" y="6457"/>
                </a:cubicBezTo>
                <a:cubicBezTo>
                  <a:pt x="41887" y="6548"/>
                  <a:pt x="41764" y="6620"/>
                  <a:pt x="41645" y="6674"/>
                </a:cubicBezTo>
                <a:cubicBezTo>
                  <a:pt x="41505" y="6743"/>
                  <a:pt x="41344" y="6800"/>
                  <a:pt x="41162" y="6846"/>
                </a:cubicBezTo>
                <a:cubicBezTo>
                  <a:pt x="40981" y="6892"/>
                  <a:pt x="40768" y="6916"/>
                  <a:pt x="40524" y="6916"/>
                </a:cubicBezTo>
                <a:cubicBezTo>
                  <a:pt x="40074" y="6916"/>
                  <a:pt x="39693" y="6766"/>
                  <a:pt x="39380" y="6468"/>
                </a:cubicBezTo>
                <a:cubicBezTo>
                  <a:pt x="39067" y="6170"/>
                  <a:pt x="38911" y="5790"/>
                  <a:pt x="38911" y="5328"/>
                </a:cubicBezTo>
                <a:cubicBezTo>
                  <a:pt x="38911" y="4949"/>
                  <a:pt x="38992" y="4642"/>
                  <a:pt x="39154" y="4408"/>
                </a:cubicBezTo>
                <a:cubicBezTo>
                  <a:pt x="39317" y="4174"/>
                  <a:pt x="39548" y="3990"/>
                  <a:pt x="39849" y="3856"/>
                </a:cubicBezTo>
                <a:cubicBezTo>
                  <a:pt x="40153" y="3722"/>
                  <a:pt x="40518" y="3631"/>
                  <a:pt x="40944" y="3583"/>
                </a:cubicBezTo>
                <a:cubicBezTo>
                  <a:pt x="41369" y="3535"/>
                  <a:pt x="41827" y="3499"/>
                  <a:pt x="42315" y="3476"/>
                </a:cubicBezTo>
                <a:lnTo>
                  <a:pt x="42315" y="3345"/>
                </a:lnTo>
                <a:cubicBezTo>
                  <a:pt x="42315" y="3153"/>
                  <a:pt x="42282" y="2994"/>
                  <a:pt x="42215" y="2868"/>
                </a:cubicBezTo>
                <a:cubicBezTo>
                  <a:pt x="42148" y="2741"/>
                  <a:pt x="42051" y="2642"/>
                  <a:pt x="41926" y="2570"/>
                </a:cubicBezTo>
                <a:cubicBezTo>
                  <a:pt x="41807" y="2501"/>
                  <a:pt x="41664" y="2455"/>
                  <a:pt x="41498" y="2431"/>
                </a:cubicBezTo>
                <a:cubicBezTo>
                  <a:pt x="41331" y="2407"/>
                  <a:pt x="41157" y="2395"/>
                  <a:pt x="40975" y="2395"/>
                </a:cubicBezTo>
                <a:cubicBezTo>
                  <a:pt x="40754" y="2395"/>
                  <a:pt x="40509" y="2424"/>
                  <a:pt x="40238" y="2484"/>
                </a:cubicBezTo>
                <a:cubicBezTo>
                  <a:pt x="39967" y="2544"/>
                  <a:pt x="39687" y="2630"/>
                  <a:pt x="39398" y="2743"/>
                </a:cubicBezTo>
                <a:lnTo>
                  <a:pt x="39353" y="2743"/>
                </a:lnTo>
                <a:lnTo>
                  <a:pt x="39353" y="1890"/>
                </a:lnTo>
                <a:cubicBezTo>
                  <a:pt x="39517" y="1845"/>
                  <a:pt x="39754" y="1796"/>
                  <a:pt x="40063" y="1742"/>
                </a:cubicBezTo>
                <a:cubicBezTo>
                  <a:pt x="40373" y="1689"/>
                  <a:pt x="40678" y="1662"/>
                  <a:pt x="40979" y="1662"/>
                </a:cubicBezTo>
                <a:cubicBezTo>
                  <a:pt x="41331" y="1662"/>
                  <a:pt x="41637" y="1691"/>
                  <a:pt x="41897" y="1749"/>
                </a:cubicBezTo>
                <a:cubicBezTo>
                  <a:pt x="42158" y="1807"/>
                  <a:pt x="42384" y="1906"/>
                  <a:pt x="42574" y="2046"/>
                </a:cubicBezTo>
                <a:cubicBezTo>
                  <a:pt x="42762" y="2183"/>
                  <a:pt x="42905" y="2360"/>
                  <a:pt x="43003" y="2578"/>
                </a:cubicBezTo>
                <a:cubicBezTo>
                  <a:pt x="43101" y="2795"/>
                  <a:pt x="43150" y="3065"/>
                  <a:pt x="43150" y="3386"/>
                </a:cubicBezTo>
                <a:lnTo>
                  <a:pt x="43150" y="6773"/>
                </a:lnTo>
                <a:moveTo>
                  <a:pt x="42315" y="5550"/>
                </a:moveTo>
                <a:lnTo>
                  <a:pt x="42315" y="4155"/>
                </a:lnTo>
                <a:cubicBezTo>
                  <a:pt x="42059" y="4170"/>
                  <a:pt x="41757" y="4192"/>
                  <a:pt x="41410" y="4222"/>
                </a:cubicBezTo>
                <a:cubicBezTo>
                  <a:pt x="41063" y="4252"/>
                  <a:pt x="40789" y="4295"/>
                  <a:pt x="40586" y="4352"/>
                </a:cubicBezTo>
                <a:cubicBezTo>
                  <a:pt x="40345" y="4421"/>
                  <a:pt x="40150" y="4528"/>
                  <a:pt x="40001" y="4673"/>
                </a:cubicBezTo>
                <a:cubicBezTo>
                  <a:pt x="39852" y="4818"/>
                  <a:pt x="39778" y="5018"/>
                  <a:pt x="39778" y="5272"/>
                </a:cubicBezTo>
                <a:cubicBezTo>
                  <a:pt x="39778" y="5559"/>
                  <a:pt x="39864" y="5776"/>
                  <a:pt x="40037" y="5921"/>
                </a:cubicBezTo>
                <a:cubicBezTo>
                  <a:pt x="40209" y="6066"/>
                  <a:pt x="40473" y="6138"/>
                  <a:pt x="40827" y="6138"/>
                </a:cubicBezTo>
                <a:cubicBezTo>
                  <a:pt x="41122" y="6138"/>
                  <a:pt x="41392" y="6081"/>
                  <a:pt x="41636" y="5966"/>
                </a:cubicBezTo>
                <a:cubicBezTo>
                  <a:pt x="41880" y="5850"/>
                  <a:pt x="42107" y="5712"/>
                  <a:pt x="42315" y="5550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A7AB4B-4E95-4266-B183-C72A79A0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006" y="1706445"/>
            <a:ext cx="141683" cy="155837"/>
          </a:xfrm>
          <a:custGeom xmlns:a="http://schemas.openxmlformats.org/drawingml/2006/main">
            <a:pathLst>
              <a:path w="141683" h="155837">
                <a:moveTo>
                  <a:pt x="0" y="0"/>
                </a:moveTo>
                <a:lnTo>
                  <a:pt x="141683" y="0"/>
                </a:lnTo>
                <a:lnTo>
                  <a:pt x="141683" y="155837"/>
                </a:lnTo>
                <a:lnTo>
                  <a:pt x="0" y="1558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9ACF2-D357-409C-9732-D78301130A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005" y="1706446"/>
            <a:ext cx="141685" cy="155837"/>
          </a:xfrm>
          <a:custGeom xmlns:a="http://schemas.openxmlformats.org/drawingml/2006/main">
            <a:pathLst>
              <a:path w="141685" h="155837" fill="none">
                <a:moveTo>
                  <a:pt x="0" y="0"/>
                </a:moveTo>
                <a:lnTo>
                  <a:pt x="141685" y="0"/>
                </a:lnTo>
                <a:lnTo>
                  <a:pt x="141685" y="155837"/>
                </a:lnTo>
                <a:lnTo>
                  <a:pt x="0" y="1558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65600A-C3B9-4F69-BA73-F9FA1C2F9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006" y="1884778"/>
            <a:ext cx="141683" cy="68569"/>
          </a:xfrm>
          <a:custGeom xmlns:a="http://schemas.openxmlformats.org/drawingml/2006/main">
            <a:pathLst>
              <a:path w="141683" h="68569">
                <a:moveTo>
                  <a:pt x="0" y="0"/>
                </a:moveTo>
                <a:lnTo>
                  <a:pt x="141683" y="0"/>
                </a:lnTo>
                <a:lnTo>
                  <a:pt x="141683" y="68569"/>
                </a:lnTo>
                <a:lnTo>
                  <a:pt x="0" y="685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99DAE3-C374-48D5-ACDC-AB9F65021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9005" y="1884781"/>
            <a:ext cx="141685" cy="68569"/>
          </a:xfrm>
          <a:custGeom xmlns:a="http://schemas.openxmlformats.org/drawingml/2006/main">
            <a:pathLst>
              <a:path w="141685" h="68569" fill="none">
                <a:moveTo>
                  <a:pt x="0" y="0"/>
                </a:moveTo>
                <a:lnTo>
                  <a:pt x="141685" y="0"/>
                </a:lnTo>
                <a:lnTo>
                  <a:pt x="141685" y="68569"/>
                </a:lnTo>
                <a:lnTo>
                  <a:pt x="0" y="6856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EFFC04-BB60-4725-BB4C-451F3626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86" y="1706445"/>
            <a:ext cx="70377" cy="69760"/>
          </a:xfrm>
          <a:custGeom xmlns:a="http://schemas.openxmlformats.org/drawingml/2006/main">
            <a:pathLst>
              <a:path w="70377" h="69760">
                <a:moveTo>
                  <a:pt x="0" y="0"/>
                </a:moveTo>
                <a:lnTo>
                  <a:pt x="70377" y="0"/>
                </a:lnTo>
                <a:lnTo>
                  <a:pt x="70377" y="69760"/>
                </a:lnTo>
                <a:lnTo>
                  <a:pt x="0" y="697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13B75B3-286A-4CC5-AC3A-AC6208BD3D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88" y="1706446"/>
            <a:ext cx="70375" cy="69761"/>
          </a:xfrm>
          <a:custGeom xmlns:a="http://schemas.openxmlformats.org/drawingml/2006/main">
            <a:pathLst>
              <a:path w="70375" h="69761" fill="none">
                <a:moveTo>
                  <a:pt x="0" y="0"/>
                </a:moveTo>
                <a:lnTo>
                  <a:pt x="70375" y="0"/>
                </a:lnTo>
                <a:lnTo>
                  <a:pt x="70375" y="69761"/>
                </a:lnTo>
                <a:lnTo>
                  <a:pt x="0" y="697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9E62E0-A42E-4D69-9E7A-21D3EF336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61" y="1706445"/>
            <a:ext cx="37625" cy="69760"/>
          </a:xfrm>
          <a:custGeom xmlns:a="http://schemas.openxmlformats.org/drawingml/2006/main">
            <a:pathLst>
              <a:path w="37625" h="69760">
                <a:moveTo>
                  <a:pt x="0" y="0"/>
                </a:moveTo>
                <a:lnTo>
                  <a:pt x="37625" y="0"/>
                </a:lnTo>
                <a:lnTo>
                  <a:pt x="37625" y="69760"/>
                </a:lnTo>
                <a:lnTo>
                  <a:pt x="0" y="697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E79494-0D10-4E9D-9F22-120B20A5E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6061" y="1706446"/>
            <a:ext cx="37624" cy="69761"/>
          </a:xfrm>
          <a:custGeom xmlns:a="http://schemas.openxmlformats.org/drawingml/2006/main">
            <a:pathLst>
              <a:path w="37624" h="69761" fill="none">
                <a:moveTo>
                  <a:pt x="0" y="0"/>
                </a:moveTo>
                <a:lnTo>
                  <a:pt x="37624" y="0"/>
                </a:lnTo>
                <a:lnTo>
                  <a:pt x="37624" y="69761"/>
                </a:lnTo>
                <a:lnTo>
                  <a:pt x="0" y="697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262C3-454E-4009-AB58-51CE63916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86" y="1798705"/>
            <a:ext cx="54647" cy="36362"/>
          </a:xfrm>
          <a:custGeom xmlns:a="http://schemas.openxmlformats.org/drawingml/2006/main">
            <a:pathLst>
              <a:path w="54647" h="36362">
                <a:moveTo>
                  <a:pt x="0" y="0"/>
                </a:moveTo>
                <a:lnTo>
                  <a:pt x="54647" y="0"/>
                </a:lnTo>
                <a:lnTo>
                  <a:pt x="54647" y="36362"/>
                </a:lnTo>
                <a:lnTo>
                  <a:pt x="0" y="363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28B316-B947-4D4C-A01C-3608CBDCD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88" y="1798705"/>
            <a:ext cx="54645" cy="36362"/>
          </a:xfrm>
          <a:custGeom xmlns:a="http://schemas.openxmlformats.org/drawingml/2006/main">
            <a:pathLst>
              <a:path w="54645" h="36362" fill="none">
                <a:moveTo>
                  <a:pt x="0" y="0"/>
                </a:moveTo>
                <a:lnTo>
                  <a:pt x="54645" y="0"/>
                </a:lnTo>
                <a:lnTo>
                  <a:pt x="54645" y="36362"/>
                </a:lnTo>
                <a:lnTo>
                  <a:pt x="0" y="363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1107B5E-345E-4022-A3FB-4C2688A6E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330" y="1798705"/>
            <a:ext cx="53355" cy="36362"/>
          </a:xfrm>
          <a:custGeom xmlns:a="http://schemas.openxmlformats.org/drawingml/2006/main">
            <a:pathLst>
              <a:path w="53355" h="36362">
                <a:moveTo>
                  <a:pt x="0" y="0"/>
                </a:moveTo>
                <a:lnTo>
                  <a:pt x="53355" y="0"/>
                </a:lnTo>
                <a:lnTo>
                  <a:pt x="53355" y="36362"/>
                </a:lnTo>
                <a:lnTo>
                  <a:pt x="0" y="3636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4686E-B3C2-493D-98B3-80564DD3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50331" y="1798705"/>
            <a:ext cx="53354" cy="36362"/>
          </a:xfrm>
          <a:custGeom xmlns:a="http://schemas.openxmlformats.org/drawingml/2006/main">
            <a:pathLst>
              <a:path w="53354" h="36362" fill="none">
                <a:moveTo>
                  <a:pt x="0" y="0"/>
                </a:moveTo>
                <a:lnTo>
                  <a:pt x="53354" y="0"/>
                </a:lnTo>
                <a:lnTo>
                  <a:pt x="53354" y="36362"/>
                </a:lnTo>
                <a:lnTo>
                  <a:pt x="0" y="363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8F181B-DB9F-4D9E-95DC-A9C8A2421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86" y="1857564"/>
            <a:ext cx="37342" cy="51935"/>
          </a:xfrm>
          <a:custGeom xmlns:a="http://schemas.openxmlformats.org/drawingml/2006/main">
            <a:pathLst>
              <a:path w="37342" h="51935">
                <a:moveTo>
                  <a:pt x="0" y="0"/>
                </a:moveTo>
                <a:lnTo>
                  <a:pt x="37342" y="0"/>
                </a:lnTo>
                <a:lnTo>
                  <a:pt x="37342" y="51935"/>
                </a:lnTo>
                <a:lnTo>
                  <a:pt x="0" y="519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5F95C0-084C-4814-8F00-45397A21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88" y="1857566"/>
            <a:ext cx="37340" cy="51936"/>
          </a:xfrm>
          <a:custGeom xmlns:a="http://schemas.openxmlformats.org/drawingml/2006/main">
            <a:pathLst>
              <a:path w="37340" h="51936" fill="none">
                <a:moveTo>
                  <a:pt x="0" y="0"/>
                </a:moveTo>
                <a:lnTo>
                  <a:pt x="37340" y="0"/>
                </a:lnTo>
                <a:lnTo>
                  <a:pt x="37340" y="51936"/>
                </a:lnTo>
                <a:lnTo>
                  <a:pt x="0" y="519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18982B-2D91-47CE-B280-2528F511D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86" y="1931999"/>
            <a:ext cx="37342" cy="21348"/>
          </a:xfrm>
          <a:custGeom xmlns:a="http://schemas.openxmlformats.org/drawingml/2006/main">
            <a:pathLst>
              <a:path w="37342" h="21348">
                <a:moveTo>
                  <a:pt x="0" y="0"/>
                </a:moveTo>
                <a:lnTo>
                  <a:pt x="37342" y="0"/>
                </a:lnTo>
                <a:lnTo>
                  <a:pt x="37342" y="21348"/>
                </a:lnTo>
                <a:lnTo>
                  <a:pt x="0" y="213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AD2E0-CF17-4B5F-A01A-A2C8945FA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3188" y="1932000"/>
            <a:ext cx="37340" cy="21351"/>
          </a:xfrm>
          <a:custGeom xmlns:a="http://schemas.openxmlformats.org/drawingml/2006/main">
            <a:pathLst>
              <a:path w="37340" h="21351" fill="none">
                <a:moveTo>
                  <a:pt x="0" y="0"/>
                </a:moveTo>
                <a:lnTo>
                  <a:pt x="37340" y="0"/>
                </a:lnTo>
                <a:lnTo>
                  <a:pt x="37340" y="21351"/>
                </a:lnTo>
                <a:lnTo>
                  <a:pt x="0" y="213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4F938-547A-467A-AA1E-B8322643E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25" y="1857564"/>
            <a:ext cx="35567" cy="11976"/>
          </a:xfrm>
          <a:custGeom xmlns:a="http://schemas.openxmlformats.org/drawingml/2006/main">
            <a:pathLst>
              <a:path w="35567" h="11976">
                <a:moveTo>
                  <a:pt x="0" y="0"/>
                </a:moveTo>
                <a:lnTo>
                  <a:pt x="35567" y="0"/>
                </a:lnTo>
                <a:lnTo>
                  <a:pt x="35567" y="11976"/>
                </a:lnTo>
                <a:lnTo>
                  <a:pt x="0" y="119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E7DC6-0FD8-4595-85AC-55DED7EEF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26" y="1857566"/>
            <a:ext cx="35566" cy="11976"/>
          </a:xfrm>
          <a:custGeom xmlns:a="http://schemas.openxmlformats.org/drawingml/2006/main">
            <a:pathLst>
              <a:path w="35566" h="11976" fill="none">
                <a:moveTo>
                  <a:pt x="0" y="0"/>
                </a:moveTo>
                <a:lnTo>
                  <a:pt x="35566" y="0"/>
                </a:lnTo>
                <a:lnTo>
                  <a:pt x="35566" y="11976"/>
                </a:lnTo>
                <a:lnTo>
                  <a:pt x="0" y="119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8B530-0ABB-470A-8BF1-EC7361CDB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090" y="1857564"/>
            <a:ext cx="12596" cy="11976"/>
          </a:xfrm>
          <a:custGeom xmlns:a="http://schemas.openxmlformats.org/drawingml/2006/main">
            <a:pathLst>
              <a:path w="12596" h="11976">
                <a:moveTo>
                  <a:pt x="0" y="0"/>
                </a:moveTo>
                <a:lnTo>
                  <a:pt x="12596" y="0"/>
                </a:lnTo>
                <a:lnTo>
                  <a:pt x="12596" y="11976"/>
                </a:lnTo>
                <a:lnTo>
                  <a:pt x="0" y="119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C160BD-C27D-4A56-AFC2-5546307D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090" y="1857566"/>
            <a:ext cx="12595" cy="11976"/>
          </a:xfrm>
          <a:custGeom xmlns:a="http://schemas.openxmlformats.org/drawingml/2006/main">
            <a:pathLst>
              <a:path w="12595" h="11976" fill="none">
                <a:moveTo>
                  <a:pt x="0" y="0"/>
                </a:moveTo>
                <a:lnTo>
                  <a:pt x="12595" y="0"/>
                </a:lnTo>
                <a:lnTo>
                  <a:pt x="12595" y="11976"/>
                </a:lnTo>
                <a:lnTo>
                  <a:pt x="0" y="119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E2EEEB-2B48-4116-9ED9-83A2E18DC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25" y="1892039"/>
            <a:ext cx="5635" cy="19868"/>
          </a:xfrm>
          <a:custGeom xmlns:a="http://schemas.openxmlformats.org/drawingml/2006/main">
            <a:pathLst>
              <a:path w="5635" h="19868">
                <a:moveTo>
                  <a:pt x="0" y="0"/>
                </a:moveTo>
                <a:lnTo>
                  <a:pt x="5635" y="0"/>
                </a:lnTo>
                <a:lnTo>
                  <a:pt x="5635" y="19868"/>
                </a:lnTo>
                <a:lnTo>
                  <a:pt x="0" y="198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51A55C-9806-492B-8AE3-2227844B4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26" y="1892040"/>
            <a:ext cx="5636" cy="19871"/>
          </a:xfrm>
          <a:custGeom xmlns:a="http://schemas.openxmlformats.org/drawingml/2006/main">
            <a:pathLst>
              <a:path w="5636" h="19871" fill="none">
                <a:moveTo>
                  <a:pt x="0" y="0"/>
                </a:moveTo>
                <a:lnTo>
                  <a:pt x="5636" y="0"/>
                </a:lnTo>
                <a:lnTo>
                  <a:pt x="5636" y="19871"/>
                </a:lnTo>
                <a:lnTo>
                  <a:pt x="0" y="1987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6FC125-DCF3-401E-AAB9-2C1E8BAE8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25" y="1934407"/>
            <a:ext cx="5635" cy="18940"/>
          </a:xfrm>
          <a:custGeom xmlns:a="http://schemas.openxmlformats.org/drawingml/2006/main">
            <a:pathLst>
              <a:path w="5635" h="18940">
                <a:moveTo>
                  <a:pt x="0" y="0"/>
                </a:moveTo>
                <a:lnTo>
                  <a:pt x="5635" y="0"/>
                </a:lnTo>
                <a:lnTo>
                  <a:pt x="5635" y="18940"/>
                </a:lnTo>
                <a:lnTo>
                  <a:pt x="0" y="189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17D92-6F92-49B5-AE23-C3B0C8C20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3026" y="1934409"/>
            <a:ext cx="5636" cy="18941"/>
          </a:xfrm>
          <a:custGeom xmlns:a="http://schemas.openxmlformats.org/drawingml/2006/main">
            <a:pathLst>
              <a:path w="5636" h="18941" fill="none">
                <a:moveTo>
                  <a:pt x="0" y="0"/>
                </a:moveTo>
                <a:lnTo>
                  <a:pt x="5636" y="0"/>
                </a:lnTo>
                <a:lnTo>
                  <a:pt x="5636" y="18941"/>
                </a:lnTo>
                <a:lnTo>
                  <a:pt x="0" y="189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993F26-58EF-4333-8D49-BFE5E9435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160" y="1913839"/>
            <a:ext cx="5886" cy="10"/>
          </a:xfrm>
          <a:custGeom xmlns:a="http://schemas.openxmlformats.org/drawingml/2006/main">
            <a:pathLst>
              <a:path w="5886" h="3">
                <a:moveTo>
                  <a:pt x="0" y="0"/>
                </a:moveTo>
                <a:lnTo>
                  <a:pt x="5886" y="0"/>
                </a:lnTo>
                <a:lnTo>
                  <a:pt x="5886" y="3"/>
                </a:lnTo>
                <a:lnTo>
                  <a:pt x="0" y="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4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904AE0-A5C4-4BA7-8275-93E9CAE4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61160" y="1913841"/>
            <a:ext cx="5887" cy="10"/>
          </a:xfrm>
          <a:custGeom xmlns:a="http://schemas.openxmlformats.org/drawingml/2006/main">
            <a:pathLst>
              <a:path w="5887" h="4" fill="none">
                <a:moveTo>
                  <a:pt x="0" y="0"/>
                </a:moveTo>
                <a:lnTo>
                  <a:pt x="5887" y="0"/>
                </a:lnTo>
                <a:lnTo>
                  <a:pt x="5887" y="4"/>
                </a:lnTo>
                <a:lnTo>
                  <a:pt x="0" y="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4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A5325A-92A0-48DF-B94E-B47B106D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174" y="1511300"/>
            <a:ext cx="116495" cy="83928"/>
          </a:xfrm>
          <a:custGeom xmlns:a="http://schemas.openxmlformats.org/drawingml/2006/main">
            <a:pathLst>
              <a:path w="116495" h="83928">
                <a:moveTo>
                  <a:pt x="0" y="0"/>
                </a:moveTo>
                <a:lnTo>
                  <a:pt x="116495" y="0"/>
                </a:lnTo>
                <a:lnTo>
                  <a:pt x="116495" y="83928"/>
                </a:lnTo>
                <a:lnTo>
                  <a:pt x="0" y="839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65A79A-AEFD-4FD7-B11B-4D8754533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1173" y="1511303"/>
            <a:ext cx="116495" cy="83928"/>
          </a:xfrm>
          <a:custGeom xmlns:a="http://schemas.openxmlformats.org/drawingml/2006/main">
            <a:pathLst>
              <a:path w="116495" h="83928" fill="none">
                <a:moveTo>
                  <a:pt x="0" y="0"/>
                </a:moveTo>
                <a:lnTo>
                  <a:pt x="116495" y="0"/>
                </a:lnTo>
                <a:lnTo>
                  <a:pt x="116495" y="83928"/>
                </a:lnTo>
                <a:lnTo>
                  <a:pt x="0" y="839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01" name="Text Perciformes">
            <a:extLst xmlns:a="http://schemas.openxmlformats.org/drawingml/2006/main">
              <a:ext uri="{FF2B5EF4-FFF2-40B4-BE49-F238E27FC236}">
                <a16:creationId xmlns:a16="http://schemas.microsoft.com/office/drawing/2014/main" id="{7630DE2E-DE0B-4123-97FE-F8929DB183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9100" y="1512412"/>
            <a:ext cx="25471" cy="3452"/>
          </a:xfrm>
          <a:custGeom xmlns:a="http://schemas.openxmlformats.org/drawingml/2006/main">
            <a:pathLst>
              <a:path w="25471" h="3452">
                <a:moveTo>
                  <a:pt x="2104" y="1136"/>
                </a:moveTo>
                <a:cubicBezTo>
                  <a:pt x="2104" y="1279"/>
                  <a:pt x="2079" y="1411"/>
                  <a:pt x="2030" y="1533"/>
                </a:cubicBezTo>
                <a:cubicBezTo>
                  <a:pt x="1980" y="1655"/>
                  <a:pt x="1911" y="1760"/>
                  <a:pt x="1821" y="1849"/>
                </a:cubicBezTo>
                <a:cubicBezTo>
                  <a:pt x="1710" y="1960"/>
                  <a:pt x="1579" y="2043"/>
                  <a:pt x="1428" y="2099"/>
                </a:cubicBezTo>
                <a:cubicBezTo>
                  <a:pt x="1277" y="2154"/>
                  <a:pt x="1086" y="2182"/>
                  <a:pt x="856" y="2182"/>
                </a:cubicBezTo>
                <a:lnTo>
                  <a:pt x="428" y="2182"/>
                </a:lnTo>
                <a:lnTo>
                  <a:pt x="428" y="3383"/>
                </a:lnTo>
                <a:lnTo>
                  <a:pt x="0" y="3383"/>
                </a:lnTo>
                <a:lnTo>
                  <a:pt x="0" y="164"/>
                </a:lnTo>
                <a:lnTo>
                  <a:pt x="873" y="164"/>
                </a:lnTo>
                <a:cubicBezTo>
                  <a:pt x="1066" y="164"/>
                  <a:pt x="1229" y="180"/>
                  <a:pt x="1363" y="213"/>
                </a:cubicBezTo>
                <a:cubicBezTo>
                  <a:pt x="1497" y="245"/>
                  <a:pt x="1616" y="296"/>
                  <a:pt x="1720" y="365"/>
                </a:cubicBezTo>
                <a:cubicBezTo>
                  <a:pt x="1842" y="447"/>
                  <a:pt x="1937" y="549"/>
                  <a:pt x="2004" y="672"/>
                </a:cubicBezTo>
                <a:cubicBezTo>
                  <a:pt x="2071" y="794"/>
                  <a:pt x="2104" y="949"/>
                  <a:pt x="2104" y="1136"/>
                </a:cubicBezTo>
                <a:moveTo>
                  <a:pt x="1659" y="1146"/>
                </a:moveTo>
                <a:cubicBezTo>
                  <a:pt x="1659" y="1036"/>
                  <a:pt x="1640" y="941"/>
                  <a:pt x="1601" y="859"/>
                </a:cubicBezTo>
                <a:cubicBezTo>
                  <a:pt x="1562" y="778"/>
                  <a:pt x="1503" y="711"/>
                  <a:pt x="1424" y="660"/>
                </a:cubicBezTo>
                <a:cubicBezTo>
                  <a:pt x="1355" y="616"/>
                  <a:pt x="1276" y="584"/>
                  <a:pt x="1187" y="565"/>
                </a:cubicBezTo>
                <a:cubicBezTo>
                  <a:pt x="1099" y="545"/>
                  <a:pt x="987" y="536"/>
                  <a:pt x="851" y="536"/>
                </a:cubicBezTo>
                <a:lnTo>
                  <a:pt x="428" y="536"/>
                </a:lnTo>
                <a:lnTo>
                  <a:pt x="428" y="1810"/>
                </a:lnTo>
                <a:lnTo>
                  <a:pt x="789" y="1810"/>
                </a:lnTo>
                <a:cubicBezTo>
                  <a:pt x="961" y="1810"/>
                  <a:pt x="1102" y="1795"/>
                  <a:pt x="1210" y="1764"/>
                </a:cubicBezTo>
                <a:cubicBezTo>
                  <a:pt x="1318" y="1734"/>
                  <a:pt x="1406" y="1685"/>
                  <a:pt x="1473" y="1618"/>
                </a:cubicBezTo>
                <a:cubicBezTo>
                  <a:pt x="1541" y="1549"/>
                  <a:pt x="1589" y="1477"/>
                  <a:pt x="1617" y="1401"/>
                </a:cubicBezTo>
                <a:cubicBezTo>
                  <a:pt x="1645" y="1326"/>
                  <a:pt x="1659" y="1241"/>
                  <a:pt x="1659" y="1146"/>
                </a:cubicBezTo>
                <a:close/>
                <a:moveTo>
                  <a:pt x="4656" y="2217"/>
                </a:moveTo>
                <a:lnTo>
                  <a:pt x="2878" y="2217"/>
                </a:lnTo>
                <a:cubicBezTo>
                  <a:pt x="2878" y="2365"/>
                  <a:pt x="2900" y="2495"/>
                  <a:pt x="2945" y="2605"/>
                </a:cubicBezTo>
                <a:cubicBezTo>
                  <a:pt x="2989" y="2716"/>
                  <a:pt x="3050" y="2806"/>
                  <a:pt x="3128" y="2877"/>
                </a:cubicBezTo>
                <a:cubicBezTo>
                  <a:pt x="3203" y="2947"/>
                  <a:pt x="3292" y="2999"/>
                  <a:pt x="3395" y="3033"/>
                </a:cubicBezTo>
                <a:cubicBezTo>
                  <a:pt x="3498" y="3068"/>
                  <a:pt x="3611" y="3085"/>
                  <a:pt x="3735" y="3085"/>
                </a:cubicBezTo>
                <a:cubicBezTo>
                  <a:pt x="3900" y="3085"/>
                  <a:pt x="4065" y="3052"/>
                  <a:pt x="4231" y="2986"/>
                </a:cubicBezTo>
                <a:cubicBezTo>
                  <a:pt x="4398" y="2920"/>
                  <a:pt x="4516" y="2855"/>
                  <a:pt x="4587" y="2791"/>
                </a:cubicBezTo>
                <a:lnTo>
                  <a:pt x="4608" y="2791"/>
                </a:lnTo>
                <a:lnTo>
                  <a:pt x="4608" y="3236"/>
                </a:lnTo>
                <a:cubicBezTo>
                  <a:pt x="4471" y="3294"/>
                  <a:pt x="4332" y="3342"/>
                  <a:pt x="4189" y="3381"/>
                </a:cubicBezTo>
                <a:cubicBezTo>
                  <a:pt x="4046" y="3420"/>
                  <a:pt x="3897" y="3439"/>
                  <a:pt x="3740" y="3439"/>
                </a:cubicBezTo>
                <a:cubicBezTo>
                  <a:pt x="3339" y="3439"/>
                  <a:pt x="3027" y="3331"/>
                  <a:pt x="2802" y="3114"/>
                </a:cubicBezTo>
                <a:cubicBezTo>
                  <a:pt x="2577" y="2897"/>
                  <a:pt x="2465" y="2588"/>
                  <a:pt x="2465" y="2189"/>
                </a:cubicBezTo>
                <a:cubicBezTo>
                  <a:pt x="2465" y="1793"/>
                  <a:pt x="2573" y="1480"/>
                  <a:pt x="2788" y="1247"/>
                </a:cubicBezTo>
                <a:cubicBezTo>
                  <a:pt x="3003" y="1015"/>
                  <a:pt x="3287" y="899"/>
                  <a:pt x="3638" y="899"/>
                </a:cubicBezTo>
                <a:cubicBezTo>
                  <a:pt x="3964" y="899"/>
                  <a:pt x="4215" y="994"/>
                  <a:pt x="4391" y="1184"/>
                </a:cubicBezTo>
                <a:cubicBezTo>
                  <a:pt x="4567" y="1375"/>
                  <a:pt x="4656" y="1645"/>
                  <a:pt x="4656" y="1996"/>
                </a:cubicBezTo>
                <a:lnTo>
                  <a:pt x="4656" y="2217"/>
                </a:lnTo>
                <a:moveTo>
                  <a:pt x="4260" y="1906"/>
                </a:moveTo>
                <a:cubicBezTo>
                  <a:pt x="4259" y="1692"/>
                  <a:pt x="4205" y="1527"/>
                  <a:pt x="4099" y="1411"/>
                </a:cubicBezTo>
                <a:cubicBezTo>
                  <a:pt x="3994" y="1294"/>
                  <a:pt x="3833" y="1236"/>
                  <a:pt x="3616" y="1236"/>
                </a:cubicBezTo>
                <a:cubicBezTo>
                  <a:pt x="3399" y="1236"/>
                  <a:pt x="3226" y="1300"/>
                  <a:pt x="3097" y="1428"/>
                </a:cubicBezTo>
                <a:cubicBezTo>
                  <a:pt x="2968" y="1556"/>
                  <a:pt x="2895" y="1715"/>
                  <a:pt x="2878" y="1906"/>
                </a:cubicBezTo>
                <a:lnTo>
                  <a:pt x="4260" y="1906"/>
                </a:lnTo>
                <a:close/>
                <a:moveTo>
                  <a:pt x="6777" y="1409"/>
                </a:moveTo>
                <a:lnTo>
                  <a:pt x="6756" y="1409"/>
                </a:lnTo>
                <a:cubicBezTo>
                  <a:pt x="6695" y="1395"/>
                  <a:pt x="6636" y="1385"/>
                  <a:pt x="6580" y="1379"/>
                </a:cubicBezTo>
                <a:cubicBezTo>
                  <a:pt x="6523" y="1373"/>
                  <a:pt x="6455" y="1370"/>
                  <a:pt x="6378" y="1370"/>
                </a:cubicBezTo>
                <a:cubicBezTo>
                  <a:pt x="6252" y="1370"/>
                  <a:pt x="6131" y="1398"/>
                  <a:pt x="6015" y="1453"/>
                </a:cubicBezTo>
                <a:cubicBezTo>
                  <a:pt x="5898" y="1509"/>
                  <a:pt x="5786" y="1580"/>
                  <a:pt x="5678" y="1668"/>
                </a:cubicBezTo>
                <a:lnTo>
                  <a:pt x="5678" y="3383"/>
                </a:lnTo>
                <a:lnTo>
                  <a:pt x="5271" y="3383"/>
                </a:lnTo>
                <a:lnTo>
                  <a:pt x="5271" y="968"/>
                </a:lnTo>
                <a:lnTo>
                  <a:pt x="5678" y="968"/>
                </a:lnTo>
                <a:lnTo>
                  <a:pt x="5678" y="1325"/>
                </a:lnTo>
                <a:cubicBezTo>
                  <a:pt x="5839" y="1195"/>
                  <a:pt x="5981" y="1103"/>
                  <a:pt x="6104" y="1049"/>
                </a:cubicBezTo>
                <a:cubicBezTo>
                  <a:pt x="6227" y="995"/>
                  <a:pt x="6353" y="968"/>
                  <a:pt x="6481" y="968"/>
                </a:cubicBezTo>
                <a:cubicBezTo>
                  <a:pt x="6552" y="968"/>
                  <a:pt x="6603" y="970"/>
                  <a:pt x="6635" y="973"/>
                </a:cubicBezTo>
                <a:cubicBezTo>
                  <a:pt x="6666" y="977"/>
                  <a:pt x="6714" y="984"/>
                  <a:pt x="6777" y="994"/>
                </a:cubicBezTo>
                <a:lnTo>
                  <a:pt x="6777" y="1409"/>
                </a:lnTo>
                <a:close/>
                <a:moveTo>
                  <a:pt x="8944" y="3234"/>
                </a:moveTo>
                <a:cubicBezTo>
                  <a:pt x="8809" y="3299"/>
                  <a:pt x="8681" y="3349"/>
                  <a:pt x="8559" y="3385"/>
                </a:cubicBezTo>
                <a:cubicBezTo>
                  <a:pt x="8437" y="3421"/>
                  <a:pt x="8308" y="3439"/>
                  <a:pt x="8171" y="3439"/>
                </a:cubicBezTo>
                <a:cubicBezTo>
                  <a:pt x="7997" y="3439"/>
                  <a:pt x="7837" y="3414"/>
                  <a:pt x="7691" y="3363"/>
                </a:cubicBezTo>
                <a:cubicBezTo>
                  <a:pt x="7546" y="3311"/>
                  <a:pt x="7421" y="3234"/>
                  <a:pt x="7318" y="3130"/>
                </a:cubicBezTo>
                <a:cubicBezTo>
                  <a:pt x="7212" y="3026"/>
                  <a:pt x="7131" y="2895"/>
                  <a:pt x="7074" y="2736"/>
                </a:cubicBezTo>
                <a:cubicBezTo>
                  <a:pt x="7016" y="2577"/>
                  <a:pt x="6987" y="2392"/>
                  <a:pt x="6987" y="2180"/>
                </a:cubicBezTo>
                <a:cubicBezTo>
                  <a:pt x="6987" y="1785"/>
                  <a:pt x="7095" y="1474"/>
                  <a:pt x="7312" y="1249"/>
                </a:cubicBezTo>
                <a:cubicBezTo>
                  <a:pt x="7529" y="1024"/>
                  <a:pt x="7815" y="912"/>
                  <a:pt x="8171" y="912"/>
                </a:cubicBezTo>
                <a:cubicBezTo>
                  <a:pt x="8309" y="912"/>
                  <a:pt x="8445" y="931"/>
                  <a:pt x="8578" y="970"/>
                </a:cubicBezTo>
                <a:cubicBezTo>
                  <a:pt x="8712" y="1009"/>
                  <a:pt x="8834" y="1056"/>
                  <a:pt x="8944" y="1113"/>
                </a:cubicBezTo>
                <a:lnTo>
                  <a:pt x="8944" y="1564"/>
                </a:lnTo>
                <a:lnTo>
                  <a:pt x="8923" y="1564"/>
                </a:lnTo>
                <a:cubicBezTo>
                  <a:pt x="8799" y="1468"/>
                  <a:pt x="8671" y="1395"/>
                  <a:pt x="8539" y="1343"/>
                </a:cubicBezTo>
                <a:cubicBezTo>
                  <a:pt x="8408" y="1292"/>
                  <a:pt x="8279" y="1266"/>
                  <a:pt x="8154" y="1266"/>
                </a:cubicBezTo>
                <a:cubicBezTo>
                  <a:pt x="7923" y="1266"/>
                  <a:pt x="7741" y="1343"/>
                  <a:pt x="7608" y="1498"/>
                </a:cubicBezTo>
                <a:cubicBezTo>
                  <a:pt x="7475" y="1653"/>
                  <a:pt x="7408" y="1880"/>
                  <a:pt x="7408" y="2180"/>
                </a:cubicBezTo>
                <a:cubicBezTo>
                  <a:pt x="7408" y="2471"/>
                  <a:pt x="7474" y="2694"/>
                  <a:pt x="7604" y="2851"/>
                </a:cubicBezTo>
                <a:cubicBezTo>
                  <a:pt x="7734" y="3007"/>
                  <a:pt x="7918" y="3085"/>
                  <a:pt x="8154" y="3085"/>
                </a:cubicBezTo>
                <a:cubicBezTo>
                  <a:pt x="8236" y="3085"/>
                  <a:pt x="8319" y="3074"/>
                  <a:pt x="8404" y="3053"/>
                </a:cubicBezTo>
                <a:cubicBezTo>
                  <a:pt x="8489" y="3032"/>
                  <a:pt x="8566" y="3004"/>
                  <a:pt x="8633" y="2969"/>
                </a:cubicBezTo>
                <a:cubicBezTo>
                  <a:pt x="8692" y="2939"/>
                  <a:pt x="8748" y="2907"/>
                  <a:pt x="8800" y="2874"/>
                </a:cubicBezTo>
                <a:cubicBezTo>
                  <a:pt x="8852" y="2840"/>
                  <a:pt x="8893" y="2811"/>
                  <a:pt x="8923" y="2787"/>
                </a:cubicBezTo>
                <a:lnTo>
                  <a:pt x="8944" y="2787"/>
                </a:lnTo>
                <a:lnTo>
                  <a:pt x="8944" y="3234"/>
                </a:lnTo>
                <a:close/>
                <a:moveTo>
                  <a:pt x="9901" y="566"/>
                </a:moveTo>
                <a:lnTo>
                  <a:pt x="9443" y="566"/>
                </a:lnTo>
                <a:lnTo>
                  <a:pt x="9443" y="143"/>
                </a:lnTo>
                <a:lnTo>
                  <a:pt x="9901" y="143"/>
                </a:lnTo>
                <a:lnTo>
                  <a:pt x="9901" y="566"/>
                </a:lnTo>
                <a:moveTo>
                  <a:pt x="9876" y="3383"/>
                </a:moveTo>
                <a:lnTo>
                  <a:pt x="9469" y="3383"/>
                </a:lnTo>
                <a:lnTo>
                  <a:pt x="9469" y="968"/>
                </a:lnTo>
                <a:lnTo>
                  <a:pt x="9876" y="968"/>
                </a:lnTo>
                <a:lnTo>
                  <a:pt x="9876" y="3383"/>
                </a:lnTo>
                <a:close/>
                <a:moveTo>
                  <a:pt x="11977" y="415"/>
                </a:moveTo>
                <a:lnTo>
                  <a:pt x="11956" y="415"/>
                </a:lnTo>
                <a:cubicBezTo>
                  <a:pt x="11911" y="402"/>
                  <a:pt x="11853" y="389"/>
                  <a:pt x="11781" y="375"/>
                </a:cubicBezTo>
                <a:cubicBezTo>
                  <a:pt x="11709" y="361"/>
                  <a:pt x="11645" y="354"/>
                  <a:pt x="11591" y="354"/>
                </a:cubicBezTo>
                <a:cubicBezTo>
                  <a:pt x="11416" y="354"/>
                  <a:pt x="11290" y="393"/>
                  <a:pt x="11211" y="470"/>
                </a:cubicBezTo>
                <a:cubicBezTo>
                  <a:pt x="11133" y="546"/>
                  <a:pt x="11094" y="685"/>
                  <a:pt x="11094" y="886"/>
                </a:cubicBezTo>
                <a:lnTo>
                  <a:pt x="11094" y="968"/>
                </a:lnTo>
                <a:lnTo>
                  <a:pt x="11826" y="968"/>
                </a:lnTo>
                <a:lnTo>
                  <a:pt x="11826" y="1309"/>
                </a:lnTo>
                <a:lnTo>
                  <a:pt x="11107" y="1309"/>
                </a:lnTo>
                <a:lnTo>
                  <a:pt x="11107" y="3383"/>
                </a:lnTo>
                <a:lnTo>
                  <a:pt x="10701" y="3383"/>
                </a:lnTo>
                <a:lnTo>
                  <a:pt x="10701" y="1309"/>
                </a:lnTo>
                <a:lnTo>
                  <a:pt x="10426" y="1309"/>
                </a:lnTo>
                <a:lnTo>
                  <a:pt x="10426" y="968"/>
                </a:lnTo>
                <a:lnTo>
                  <a:pt x="10701" y="968"/>
                </a:lnTo>
                <a:lnTo>
                  <a:pt x="10701" y="888"/>
                </a:lnTo>
                <a:cubicBezTo>
                  <a:pt x="10701" y="602"/>
                  <a:pt x="10772" y="383"/>
                  <a:pt x="10914" y="230"/>
                </a:cubicBezTo>
                <a:cubicBezTo>
                  <a:pt x="11057" y="77"/>
                  <a:pt x="11263" y="0"/>
                  <a:pt x="11532" y="0"/>
                </a:cubicBezTo>
                <a:cubicBezTo>
                  <a:pt x="11623" y="0"/>
                  <a:pt x="11705" y="4"/>
                  <a:pt x="11778" y="13"/>
                </a:cubicBezTo>
                <a:cubicBezTo>
                  <a:pt x="11850" y="22"/>
                  <a:pt x="11917" y="32"/>
                  <a:pt x="11977" y="43"/>
                </a:cubicBezTo>
                <a:lnTo>
                  <a:pt x="11977" y="415"/>
                </a:lnTo>
                <a:close/>
                <a:moveTo>
                  <a:pt x="14291" y="2177"/>
                </a:moveTo>
                <a:cubicBezTo>
                  <a:pt x="14291" y="2571"/>
                  <a:pt x="14191" y="2882"/>
                  <a:pt x="13989" y="3110"/>
                </a:cubicBezTo>
                <a:cubicBezTo>
                  <a:pt x="13787" y="3338"/>
                  <a:pt x="13517" y="3452"/>
                  <a:pt x="13179" y="3452"/>
                </a:cubicBezTo>
                <a:cubicBezTo>
                  <a:pt x="12837" y="3452"/>
                  <a:pt x="12566" y="3338"/>
                  <a:pt x="12365" y="3110"/>
                </a:cubicBezTo>
                <a:cubicBezTo>
                  <a:pt x="12164" y="2882"/>
                  <a:pt x="12064" y="2571"/>
                  <a:pt x="12064" y="2177"/>
                </a:cubicBezTo>
                <a:cubicBezTo>
                  <a:pt x="12064" y="1782"/>
                  <a:pt x="12164" y="1471"/>
                  <a:pt x="12365" y="1242"/>
                </a:cubicBezTo>
                <a:cubicBezTo>
                  <a:pt x="12566" y="1013"/>
                  <a:pt x="12837" y="899"/>
                  <a:pt x="13179" y="899"/>
                </a:cubicBezTo>
                <a:cubicBezTo>
                  <a:pt x="13517" y="899"/>
                  <a:pt x="13787" y="1013"/>
                  <a:pt x="13989" y="1242"/>
                </a:cubicBezTo>
                <a:cubicBezTo>
                  <a:pt x="14191" y="1471"/>
                  <a:pt x="14291" y="1782"/>
                  <a:pt x="14291" y="2177"/>
                </a:cubicBezTo>
                <a:moveTo>
                  <a:pt x="13872" y="2177"/>
                </a:moveTo>
                <a:cubicBezTo>
                  <a:pt x="13872" y="1864"/>
                  <a:pt x="13811" y="1633"/>
                  <a:pt x="13689" y="1481"/>
                </a:cubicBezTo>
                <a:cubicBezTo>
                  <a:pt x="13566" y="1329"/>
                  <a:pt x="13396" y="1253"/>
                  <a:pt x="13179" y="1253"/>
                </a:cubicBezTo>
                <a:cubicBezTo>
                  <a:pt x="12958" y="1253"/>
                  <a:pt x="12787" y="1329"/>
                  <a:pt x="12666" y="1481"/>
                </a:cubicBezTo>
                <a:cubicBezTo>
                  <a:pt x="12544" y="1633"/>
                  <a:pt x="12483" y="1864"/>
                  <a:pt x="12483" y="2177"/>
                </a:cubicBezTo>
                <a:cubicBezTo>
                  <a:pt x="12483" y="2479"/>
                  <a:pt x="12544" y="2708"/>
                  <a:pt x="12667" y="2864"/>
                </a:cubicBezTo>
                <a:cubicBezTo>
                  <a:pt x="12789" y="3020"/>
                  <a:pt x="12960" y="3098"/>
                  <a:pt x="13179" y="3098"/>
                </a:cubicBezTo>
                <a:cubicBezTo>
                  <a:pt x="13395" y="3098"/>
                  <a:pt x="13564" y="3021"/>
                  <a:pt x="13687" y="2866"/>
                </a:cubicBezTo>
                <a:cubicBezTo>
                  <a:pt x="13811" y="2711"/>
                  <a:pt x="13872" y="2482"/>
                  <a:pt x="13872" y="2177"/>
                </a:cubicBezTo>
                <a:close/>
                <a:moveTo>
                  <a:pt x="16426" y="1409"/>
                </a:moveTo>
                <a:lnTo>
                  <a:pt x="16404" y="1409"/>
                </a:lnTo>
                <a:cubicBezTo>
                  <a:pt x="16344" y="1395"/>
                  <a:pt x="16285" y="1385"/>
                  <a:pt x="16228" y="1379"/>
                </a:cubicBezTo>
                <a:cubicBezTo>
                  <a:pt x="16171" y="1373"/>
                  <a:pt x="16104" y="1370"/>
                  <a:pt x="16026" y="1370"/>
                </a:cubicBezTo>
                <a:cubicBezTo>
                  <a:pt x="15901" y="1370"/>
                  <a:pt x="15780" y="1398"/>
                  <a:pt x="15663" y="1453"/>
                </a:cubicBezTo>
                <a:cubicBezTo>
                  <a:pt x="15546" y="1509"/>
                  <a:pt x="15434" y="1580"/>
                  <a:pt x="15326" y="1668"/>
                </a:cubicBezTo>
                <a:lnTo>
                  <a:pt x="15326" y="3383"/>
                </a:lnTo>
                <a:lnTo>
                  <a:pt x="14920" y="3383"/>
                </a:lnTo>
                <a:lnTo>
                  <a:pt x="14920" y="968"/>
                </a:lnTo>
                <a:lnTo>
                  <a:pt x="15326" y="968"/>
                </a:lnTo>
                <a:lnTo>
                  <a:pt x="15326" y="1325"/>
                </a:lnTo>
                <a:cubicBezTo>
                  <a:pt x="15487" y="1195"/>
                  <a:pt x="15629" y="1103"/>
                  <a:pt x="15753" y="1049"/>
                </a:cubicBezTo>
                <a:cubicBezTo>
                  <a:pt x="15876" y="995"/>
                  <a:pt x="16001" y="968"/>
                  <a:pt x="16130" y="968"/>
                </a:cubicBezTo>
                <a:cubicBezTo>
                  <a:pt x="16200" y="968"/>
                  <a:pt x="16251" y="970"/>
                  <a:pt x="16283" y="973"/>
                </a:cubicBezTo>
                <a:cubicBezTo>
                  <a:pt x="16315" y="977"/>
                  <a:pt x="16362" y="984"/>
                  <a:pt x="16426" y="994"/>
                </a:cubicBezTo>
                <a:lnTo>
                  <a:pt x="16426" y="1409"/>
                </a:lnTo>
                <a:close/>
                <a:moveTo>
                  <a:pt x="20330" y="3383"/>
                </a:moveTo>
                <a:lnTo>
                  <a:pt x="19923" y="3383"/>
                </a:lnTo>
                <a:lnTo>
                  <a:pt x="19923" y="2008"/>
                </a:lnTo>
                <a:cubicBezTo>
                  <a:pt x="19923" y="1904"/>
                  <a:pt x="19919" y="1804"/>
                  <a:pt x="19909" y="1707"/>
                </a:cubicBezTo>
                <a:cubicBezTo>
                  <a:pt x="19900" y="1611"/>
                  <a:pt x="19880" y="1533"/>
                  <a:pt x="19850" y="1476"/>
                </a:cubicBezTo>
                <a:cubicBezTo>
                  <a:pt x="19817" y="1414"/>
                  <a:pt x="19769" y="1367"/>
                  <a:pt x="19707" y="1335"/>
                </a:cubicBezTo>
                <a:cubicBezTo>
                  <a:pt x="19645" y="1304"/>
                  <a:pt x="19556" y="1288"/>
                  <a:pt x="19439" y="1288"/>
                </a:cubicBezTo>
                <a:cubicBezTo>
                  <a:pt x="19326" y="1288"/>
                  <a:pt x="19212" y="1316"/>
                  <a:pt x="19098" y="1373"/>
                </a:cubicBezTo>
                <a:cubicBezTo>
                  <a:pt x="18984" y="1430"/>
                  <a:pt x="18871" y="1503"/>
                  <a:pt x="18757" y="1590"/>
                </a:cubicBezTo>
                <a:cubicBezTo>
                  <a:pt x="18761" y="1624"/>
                  <a:pt x="18765" y="1662"/>
                  <a:pt x="18768" y="1706"/>
                </a:cubicBezTo>
                <a:cubicBezTo>
                  <a:pt x="18770" y="1750"/>
                  <a:pt x="18772" y="1794"/>
                  <a:pt x="18772" y="1837"/>
                </a:cubicBezTo>
                <a:lnTo>
                  <a:pt x="18772" y="3383"/>
                </a:lnTo>
                <a:lnTo>
                  <a:pt x="18366" y="3383"/>
                </a:lnTo>
                <a:lnTo>
                  <a:pt x="18366" y="2008"/>
                </a:lnTo>
                <a:cubicBezTo>
                  <a:pt x="18366" y="1901"/>
                  <a:pt x="18361" y="1800"/>
                  <a:pt x="18352" y="1704"/>
                </a:cubicBezTo>
                <a:cubicBezTo>
                  <a:pt x="18342" y="1608"/>
                  <a:pt x="18322" y="1531"/>
                  <a:pt x="18292" y="1474"/>
                </a:cubicBezTo>
                <a:cubicBezTo>
                  <a:pt x="18259" y="1412"/>
                  <a:pt x="18212" y="1365"/>
                  <a:pt x="18150" y="1334"/>
                </a:cubicBezTo>
                <a:cubicBezTo>
                  <a:pt x="18088" y="1303"/>
                  <a:pt x="17998" y="1288"/>
                  <a:pt x="17882" y="1288"/>
                </a:cubicBezTo>
                <a:cubicBezTo>
                  <a:pt x="17771" y="1288"/>
                  <a:pt x="17660" y="1315"/>
                  <a:pt x="17548" y="1370"/>
                </a:cubicBezTo>
                <a:cubicBezTo>
                  <a:pt x="17436" y="1425"/>
                  <a:pt x="17325" y="1495"/>
                  <a:pt x="17214" y="1580"/>
                </a:cubicBezTo>
                <a:lnTo>
                  <a:pt x="17214" y="3383"/>
                </a:lnTo>
                <a:lnTo>
                  <a:pt x="16808" y="3383"/>
                </a:lnTo>
                <a:lnTo>
                  <a:pt x="16808" y="968"/>
                </a:lnTo>
                <a:lnTo>
                  <a:pt x="17214" y="968"/>
                </a:lnTo>
                <a:lnTo>
                  <a:pt x="17214" y="1236"/>
                </a:lnTo>
                <a:cubicBezTo>
                  <a:pt x="17341" y="1130"/>
                  <a:pt x="17467" y="1047"/>
                  <a:pt x="17593" y="988"/>
                </a:cubicBezTo>
                <a:cubicBezTo>
                  <a:pt x="17719" y="929"/>
                  <a:pt x="17854" y="899"/>
                  <a:pt x="17996" y="899"/>
                </a:cubicBezTo>
                <a:cubicBezTo>
                  <a:pt x="18160" y="899"/>
                  <a:pt x="18300" y="934"/>
                  <a:pt x="18414" y="1003"/>
                </a:cubicBezTo>
                <a:cubicBezTo>
                  <a:pt x="18529" y="1073"/>
                  <a:pt x="18614" y="1169"/>
                  <a:pt x="18670" y="1292"/>
                </a:cubicBezTo>
                <a:cubicBezTo>
                  <a:pt x="18835" y="1153"/>
                  <a:pt x="18984" y="1053"/>
                  <a:pt x="19120" y="991"/>
                </a:cubicBezTo>
                <a:cubicBezTo>
                  <a:pt x="19255" y="930"/>
                  <a:pt x="19400" y="899"/>
                  <a:pt x="19554" y="899"/>
                </a:cubicBezTo>
                <a:cubicBezTo>
                  <a:pt x="19819" y="899"/>
                  <a:pt x="20014" y="979"/>
                  <a:pt x="20141" y="1140"/>
                </a:cubicBezTo>
                <a:cubicBezTo>
                  <a:pt x="20267" y="1301"/>
                  <a:pt x="20330" y="1526"/>
                  <a:pt x="20330" y="1814"/>
                </a:cubicBezTo>
                <a:lnTo>
                  <a:pt x="20330" y="3383"/>
                </a:lnTo>
                <a:close/>
                <a:moveTo>
                  <a:pt x="23132" y="2217"/>
                </a:moveTo>
                <a:lnTo>
                  <a:pt x="21354" y="2217"/>
                </a:lnTo>
                <a:cubicBezTo>
                  <a:pt x="21354" y="2365"/>
                  <a:pt x="21376" y="2495"/>
                  <a:pt x="21421" y="2605"/>
                </a:cubicBezTo>
                <a:cubicBezTo>
                  <a:pt x="21465" y="2716"/>
                  <a:pt x="21526" y="2806"/>
                  <a:pt x="21604" y="2877"/>
                </a:cubicBezTo>
                <a:cubicBezTo>
                  <a:pt x="21679" y="2947"/>
                  <a:pt x="21768" y="2999"/>
                  <a:pt x="21871" y="3033"/>
                </a:cubicBezTo>
                <a:cubicBezTo>
                  <a:pt x="21974" y="3068"/>
                  <a:pt x="22087" y="3085"/>
                  <a:pt x="22211" y="3085"/>
                </a:cubicBezTo>
                <a:cubicBezTo>
                  <a:pt x="22376" y="3085"/>
                  <a:pt x="22541" y="3052"/>
                  <a:pt x="22707" y="2986"/>
                </a:cubicBezTo>
                <a:cubicBezTo>
                  <a:pt x="22874" y="2920"/>
                  <a:pt x="22992" y="2855"/>
                  <a:pt x="23063" y="2791"/>
                </a:cubicBezTo>
                <a:lnTo>
                  <a:pt x="23084" y="2791"/>
                </a:lnTo>
                <a:lnTo>
                  <a:pt x="23084" y="3236"/>
                </a:lnTo>
                <a:cubicBezTo>
                  <a:pt x="22947" y="3294"/>
                  <a:pt x="22808" y="3342"/>
                  <a:pt x="22665" y="3381"/>
                </a:cubicBezTo>
                <a:cubicBezTo>
                  <a:pt x="22522" y="3420"/>
                  <a:pt x="22373" y="3439"/>
                  <a:pt x="22216" y="3439"/>
                </a:cubicBezTo>
                <a:cubicBezTo>
                  <a:pt x="21815" y="3439"/>
                  <a:pt x="21503" y="3331"/>
                  <a:pt x="21278" y="3114"/>
                </a:cubicBezTo>
                <a:cubicBezTo>
                  <a:pt x="21053" y="2897"/>
                  <a:pt x="20941" y="2588"/>
                  <a:pt x="20941" y="2189"/>
                </a:cubicBezTo>
                <a:cubicBezTo>
                  <a:pt x="20941" y="1793"/>
                  <a:pt x="21049" y="1480"/>
                  <a:pt x="21264" y="1247"/>
                </a:cubicBezTo>
                <a:cubicBezTo>
                  <a:pt x="21479" y="1015"/>
                  <a:pt x="21763" y="899"/>
                  <a:pt x="22114" y="899"/>
                </a:cubicBezTo>
                <a:cubicBezTo>
                  <a:pt x="22440" y="899"/>
                  <a:pt x="22691" y="994"/>
                  <a:pt x="22867" y="1184"/>
                </a:cubicBezTo>
                <a:cubicBezTo>
                  <a:pt x="23043" y="1375"/>
                  <a:pt x="23132" y="1645"/>
                  <a:pt x="23132" y="1996"/>
                </a:cubicBezTo>
                <a:lnTo>
                  <a:pt x="23132" y="2217"/>
                </a:lnTo>
                <a:moveTo>
                  <a:pt x="22736" y="1906"/>
                </a:moveTo>
                <a:cubicBezTo>
                  <a:pt x="22735" y="1692"/>
                  <a:pt x="22681" y="1527"/>
                  <a:pt x="22575" y="1411"/>
                </a:cubicBezTo>
                <a:cubicBezTo>
                  <a:pt x="22470" y="1294"/>
                  <a:pt x="22309" y="1236"/>
                  <a:pt x="22093" y="1236"/>
                </a:cubicBezTo>
                <a:cubicBezTo>
                  <a:pt x="21875" y="1236"/>
                  <a:pt x="21702" y="1300"/>
                  <a:pt x="21573" y="1428"/>
                </a:cubicBezTo>
                <a:cubicBezTo>
                  <a:pt x="21444" y="1556"/>
                  <a:pt x="21371" y="1715"/>
                  <a:pt x="21354" y="1906"/>
                </a:cubicBezTo>
                <a:lnTo>
                  <a:pt x="22736" y="1906"/>
                </a:lnTo>
                <a:close/>
                <a:moveTo>
                  <a:pt x="25471" y="2686"/>
                </a:moveTo>
                <a:cubicBezTo>
                  <a:pt x="25471" y="2906"/>
                  <a:pt x="25380" y="3087"/>
                  <a:pt x="25198" y="3228"/>
                </a:cubicBezTo>
                <a:cubicBezTo>
                  <a:pt x="25016" y="3369"/>
                  <a:pt x="24767" y="3439"/>
                  <a:pt x="24452" y="3439"/>
                </a:cubicBezTo>
                <a:cubicBezTo>
                  <a:pt x="24273" y="3439"/>
                  <a:pt x="24109" y="3418"/>
                  <a:pt x="23960" y="3376"/>
                </a:cubicBezTo>
                <a:cubicBezTo>
                  <a:pt x="23811" y="3333"/>
                  <a:pt x="23686" y="3286"/>
                  <a:pt x="23585" y="3236"/>
                </a:cubicBezTo>
                <a:lnTo>
                  <a:pt x="23585" y="2778"/>
                </a:lnTo>
                <a:lnTo>
                  <a:pt x="23607" y="2778"/>
                </a:lnTo>
                <a:cubicBezTo>
                  <a:pt x="23735" y="2876"/>
                  <a:pt x="23878" y="2954"/>
                  <a:pt x="24035" y="3012"/>
                </a:cubicBezTo>
                <a:cubicBezTo>
                  <a:pt x="24192" y="3069"/>
                  <a:pt x="24342" y="3098"/>
                  <a:pt x="24486" y="3098"/>
                </a:cubicBezTo>
                <a:cubicBezTo>
                  <a:pt x="24665" y="3098"/>
                  <a:pt x="24805" y="3069"/>
                  <a:pt x="24905" y="3011"/>
                </a:cubicBezTo>
                <a:cubicBezTo>
                  <a:pt x="25006" y="2953"/>
                  <a:pt x="25057" y="2862"/>
                  <a:pt x="25057" y="2738"/>
                </a:cubicBezTo>
                <a:cubicBezTo>
                  <a:pt x="25057" y="2643"/>
                  <a:pt x="25029" y="2571"/>
                  <a:pt x="24975" y="2522"/>
                </a:cubicBezTo>
                <a:cubicBezTo>
                  <a:pt x="24920" y="2473"/>
                  <a:pt x="24815" y="2431"/>
                  <a:pt x="24659" y="2397"/>
                </a:cubicBezTo>
                <a:cubicBezTo>
                  <a:pt x="24602" y="2384"/>
                  <a:pt x="24526" y="2369"/>
                  <a:pt x="24433" y="2352"/>
                </a:cubicBezTo>
                <a:cubicBezTo>
                  <a:pt x="24340" y="2334"/>
                  <a:pt x="24256" y="2316"/>
                  <a:pt x="24180" y="2295"/>
                </a:cubicBezTo>
                <a:cubicBezTo>
                  <a:pt x="23968" y="2239"/>
                  <a:pt x="23818" y="2157"/>
                  <a:pt x="23729" y="2048"/>
                </a:cubicBezTo>
                <a:cubicBezTo>
                  <a:pt x="23640" y="1940"/>
                  <a:pt x="23596" y="1806"/>
                  <a:pt x="23596" y="1648"/>
                </a:cubicBezTo>
                <a:cubicBezTo>
                  <a:pt x="23596" y="1549"/>
                  <a:pt x="23617" y="1455"/>
                  <a:pt x="23658" y="1367"/>
                </a:cubicBezTo>
                <a:cubicBezTo>
                  <a:pt x="23699" y="1279"/>
                  <a:pt x="23761" y="1201"/>
                  <a:pt x="23845" y="1132"/>
                </a:cubicBezTo>
                <a:cubicBezTo>
                  <a:pt x="23925" y="1064"/>
                  <a:pt x="24028" y="1011"/>
                  <a:pt x="24153" y="971"/>
                </a:cubicBezTo>
                <a:cubicBezTo>
                  <a:pt x="24277" y="932"/>
                  <a:pt x="24416" y="912"/>
                  <a:pt x="24571" y="912"/>
                </a:cubicBezTo>
                <a:cubicBezTo>
                  <a:pt x="24715" y="912"/>
                  <a:pt x="24860" y="929"/>
                  <a:pt x="25008" y="964"/>
                </a:cubicBezTo>
                <a:cubicBezTo>
                  <a:pt x="25156" y="1000"/>
                  <a:pt x="25278" y="1042"/>
                  <a:pt x="25376" y="1093"/>
                </a:cubicBezTo>
                <a:lnTo>
                  <a:pt x="25376" y="1525"/>
                </a:lnTo>
                <a:lnTo>
                  <a:pt x="25355" y="1525"/>
                </a:lnTo>
                <a:cubicBezTo>
                  <a:pt x="25251" y="1449"/>
                  <a:pt x="25125" y="1385"/>
                  <a:pt x="24977" y="1332"/>
                </a:cubicBezTo>
                <a:cubicBezTo>
                  <a:pt x="24828" y="1279"/>
                  <a:pt x="24683" y="1253"/>
                  <a:pt x="24540" y="1253"/>
                </a:cubicBezTo>
                <a:cubicBezTo>
                  <a:pt x="24392" y="1253"/>
                  <a:pt x="24267" y="1282"/>
                  <a:pt x="24164" y="1339"/>
                </a:cubicBezTo>
                <a:cubicBezTo>
                  <a:pt x="24062" y="1396"/>
                  <a:pt x="24011" y="1481"/>
                  <a:pt x="24011" y="1594"/>
                </a:cubicBezTo>
                <a:cubicBezTo>
                  <a:pt x="24011" y="1693"/>
                  <a:pt x="24042" y="1768"/>
                  <a:pt x="24104" y="1818"/>
                </a:cubicBezTo>
                <a:cubicBezTo>
                  <a:pt x="24164" y="1869"/>
                  <a:pt x="24262" y="1910"/>
                  <a:pt x="24398" y="1941"/>
                </a:cubicBezTo>
                <a:cubicBezTo>
                  <a:pt x="24473" y="1959"/>
                  <a:pt x="24557" y="1976"/>
                  <a:pt x="24649" y="1993"/>
                </a:cubicBezTo>
                <a:cubicBezTo>
                  <a:pt x="24742" y="2010"/>
                  <a:pt x="24820" y="2026"/>
                  <a:pt x="24882" y="2041"/>
                </a:cubicBezTo>
                <a:cubicBezTo>
                  <a:pt x="25070" y="2084"/>
                  <a:pt x="25216" y="2158"/>
                  <a:pt x="25318" y="2263"/>
                </a:cubicBezTo>
                <a:cubicBezTo>
                  <a:pt x="25420" y="2370"/>
                  <a:pt x="25471" y="2511"/>
                  <a:pt x="25471" y="2686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2D7295-5E77-4D5E-A10E-3E4BAB09C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165" y="1511300"/>
            <a:ext cx="64039" cy="35559"/>
          </a:xfrm>
          <a:custGeom xmlns:a="http://schemas.openxmlformats.org/drawingml/2006/main">
            <a:pathLst>
              <a:path w="64039" h="35559">
                <a:moveTo>
                  <a:pt x="0" y="0"/>
                </a:moveTo>
                <a:lnTo>
                  <a:pt x="64039" y="0"/>
                </a:lnTo>
                <a:lnTo>
                  <a:pt x="64039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4EFB75-417B-4BA3-A465-3EFBEE7E4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166" y="1511303"/>
            <a:ext cx="64038" cy="35559"/>
          </a:xfrm>
          <a:custGeom xmlns:a="http://schemas.openxmlformats.org/drawingml/2006/main">
            <a:pathLst>
              <a:path w="64038" h="35559" fill="none">
                <a:moveTo>
                  <a:pt x="0" y="0"/>
                </a:moveTo>
                <a:lnTo>
                  <a:pt x="64038" y="0"/>
                </a:lnTo>
                <a:lnTo>
                  <a:pt x="64038" y="35559"/>
                </a:lnTo>
                <a:lnTo>
                  <a:pt x="0" y="355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96DBDC-73D5-42EC-87E1-A641C149A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165" y="1569359"/>
            <a:ext cx="64039" cy="25869"/>
          </a:xfrm>
          <a:custGeom xmlns:a="http://schemas.openxmlformats.org/drawingml/2006/main">
            <a:pathLst>
              <a:path w="64039" h="25869">
                <a:moveTo>
                  <a:pt x="0" y="0"/>
                </a:moveTo>
                <a:lnTo>
                  <a:pt x="64039" y="0"/>
                </a:lnTo>
                <a:lnTo>
                  <a:pt x="64039" y="25869"/>
                </a:lnTo>
                <a:lnTo>
                  <a:pt x="0" y="258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6A0C76-9C28-4460-8792-705019EB7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00166" y="1569360"/>
            <a:ext cx="64038" cy="25872"/>
          </a:xfrm>
          <a:custGeom xmlns:a="http://schemas.openxmlformats.org/drawingml/2006/main">
            <a:pathLst>
              <a:path w="64038" h="25872" fill="none">
                <a:moveTo>
                  <a:pt x="0" y="0"/>
                </a:moveTo>
                <a:lnTo>
                  <a:pt x="64038" y="0"/>
                </a:lnTo>
                <a:lnTo>
                  <a:pt x="64038" y="25872"/>
                </a:lnTo>
                <a:lnTo>
                  <a:pt x="0" y="258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E97908-988C-4C72-A9A1-79FD5057F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02" y="1511300"/>
            <a:ext cx="43074" cy="31804"/>
          </a:xfrm>
          <a:custGeom xmlns:a="http://schemas.openxmlformats.org/drawingml/2006/main">
            <a:pathLst>
              <a:path w="43074" h="31804">
                <a:moveTo>
                  <a:pt x="0" y="0"/>
                </a:moveTo>
                <a:lnTo>
                  <a:pt x="43074" y="0"/>
                </a:lnTo>
                <a:lnTo>
                  <a:pt x="43074" y="31804"/>
                </a:lnTo>
                <a:lnTo>
                  <a:pt x="0" y="3180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AA0D0F-2E7E-49C1-A950-CB266E518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03" y="1511303"/>
            <a:ext cx="43075" cy="31802"/>
          </a:xfrm>
          <a:custGeom xmlns:a="http://schemas.openxmlformats.org/drawingml/2006/main">
            <a:pathLst>
              <a:path w="43075" h="31802" fill="none">
                <a:moveTo>
                  <a:pt x="0" y="0"/>
                </a:moveTo>
                <a:lnTo>
                  <a:pt x="43075" y="0"/>
                </a:lnTo>
                <a:lnTo>
                  <a:pt x="43075" y="31802"/>
                </a:lnTo>
                <a:lnTo>
                  <a:pt x="0" y="318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2DA4B-A266-45CF-ACE6-BECC7CF6F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02" y="1565601"/>
            <a:ext cx="43074" cy="29627"/>
          </a:xfrm>
          <a:custGeom xmlns:a="http://schemas.openxmlformats.org/drawingml/2006/main">
            <a:pathLst>
              <a:path w="43074" h="29627">
                <a:moveTo>
                  <a:pt x="0" y="0"/>
                </a:moveTo>
                <a:lnTo>
                  <a:pt x="43074" y="0"/>
                </a:lnTo>
                <a:lnTo>
                  <a:pt x="43074" y="29627"/>
                </a:lnTo>
                <a:lnTo>
                  <a:pt x="0" y="296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27CD2E-935E-4CE3-8E95-AD01F244C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6703" y="1565603"/>
            <a:ext cx="43075" cy="29628"/>
          </a:xfrm>
          <a:custGeom xmlns:a="http://schemas.openxmlformats.org/drawingml/2006/main">
            <a:pathLst>
              <a:path w="43075" h="29628" fill="none">
                <a:moveTo>
                  <a:pt x="0" y="0"/>
                </a:moveTo>
                <a:lnTo>
                  <a:pt x="43075" y="0"/>
                </a:lnTo>
                <a:lnTo>
                  <a:pt x="43075" y="29628"/>
                </a:lnTo>
                <a:lnTo>
                  <a:pt x="0" y="2962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A83240-C060-4E31-8D74-5FA5596BF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276" y="1511300"/>
            <a:ext cx="28061" cy="33473"/>
          </a:xfrm>
          <a:custGeom xmlns:a="http://schemas.openxmlformats.org/drawingml/2006/main">
            <a:pathLst>
              <a:path w="28061" h="33473">
                <a:moveTo>
                  <a:pt x="0" y="0"/>
                </a:moveTo>
                <a:lnTo>
                  <a:pt x="28061" y="0"/>
                </a:lnTo>
                <a:lnTo>
                  <a:pt x="28061" y="33473"/>
                </a:lnTo>
                <a:lnTo>
                  <a:pt x="0" y="334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D9C74E-3B36-48F3-BC17-A97FEA8BC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275" y="1511303"/>
            <a:ext cx="28061" cy="33473"/>
          </a:xfrm>
          <a:custGeom xmlns:a="http://schemas.openxmlformats.org/drawingml/2006/main">
            <a:pathLst>
              <a:path w="28061" h="33473" fill="none">
                <a:moveTo>
                  <a:pt x="0" y="0"/>
                </a:moveTo>
                <a:lnTo>
                  <a:pt x="28061" y="0"/>
                </a:lnTo>
                <a:lnTo>
                  <a:pt x="28061" y="33473"/>
                </a:lnTo>
                <a:lnTo>
                  <a:pt x="0" y="334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CF2F07-CB03-4E7D-BEF0-6D7A161776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276" y="1567273"/>
            <a:ext cx="28061" cy="27955"/>
          </a:xfrm>
          <a:custGeom xmlns:a="http://schemas.openxmlformats.org/drawingml/2006/main">
            <a:pathLst>
              <a:path w="28061" h="27955">
                <a:moveTo>
                  <a:pt x="0" y="0"/>
                </a:moveTo>
                <a:lnTo>
                  <a:pt x="28061" y="0"/>
                </a:lnTo>
                <a:lnTo>
                  <a:pt x="28061" y="27955"/>
                </a:lnTo>
                <a:lnTo>
                  <a:pt x="0" y="279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7D69F1-EF3E-4228-AD2C-5D3409270B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2275" y="1567274"/>
            <a:ext cx="28061" cy="27957"/>
          </a:xfrm>
          <a:custGeom xmlns:a="http://schemas.openxmlformats.org/drawingml/2006/main">
            <a:pathLst>
              <a:path w="28061" h="27957" fill="none">
                <a:moveTo>
                  <a:pt x="0" y="0"/>
                </a:moveTo>
                <a:lnTo>
                  <a:pt x="28061" y="0"/>
                </a:lnTo>
                <a:lnTo>
                  <a:pt x="28061" y="27957"/>
                </a:lnTo>
                <a:lnTo>
                  <a:pt x="0" y="2795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35F1494-A70C-4749-84C6-7AE45115D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833" y="1511300"/>
            <a:ext cx="14293" cy="34196"/>
          </a:xfrm>
          <a:custGeom xmlns:a="http://schemas.openxmlformats.org/drawingml/2006/main">
            <a:pathLst>
              <a:path w="14293" h="34196">
                <a:moveTo>
                  <a:pt x="0" y="0"/>
                </a:moveTo>
                <a:lnTo>
                  <a:pt x="14293" y="0"/>
                </a:lnTo>
                <a:lnTo>
                  <a:pt x="14293" y="34196"/>
                </a:lnTo>
                <a:lnTo>
                  <a:pt x="0" y="341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E35EF7-53D0-4437-8566-62833F089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835" y="1511303"/>
            <a:ext cx="14292" cy="34194"/>
          </a:xfrm>
          <a:custGeom xmlns:a="http://schemas.openxmlformats.org/drawingml/2006/main">
            <a:pathLst>
              <a:path w="14292" h="34194" fill="none">
                <a:moveTo>
                  <a:pt x="0" y="0"/>
                </a:moveTo>
                <a:lnTo>
                  <a:pt x="14292" y="0"/>
                </a:lnTo>
                <a:lnTo>
                  <a:pt x="14292" y="34194"/>
                </a:lnTo>
                <a:lnTo>
                  <a:pt x="0" y="341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C0E61F-C6E0-44B7-A6F4-BCF54EBF33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833" y="1567993"/>
            <a:ext cx="14293" cy="27235"/>
          </a:xfrm>
          <a:custGeom xmlns:a="http://schemas.openxmlformats.org/drawingml/2006/main">
            <a:pathLst>
              <a:path w="14293" h="27235">
                <a:moveTo>
                  <a:pt x="0" y="0"/>
                </a:moveTo>
                <a:lnTo>
                  <a:pt x="14293" y="0"/>
                </a:lnTo>
                <a:lnTo>
                  <a:pt x="14293" y="27235"/>
                </a:lnTo>
                <a:lnTo>
                  <a:pt x="0" y="272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840C12-2B3B-4B3F-875A-CBA46852A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2835" y="1567995"/>
            <a:ext cx="14292" cy="27236"/>
          </a:xfrm>
          <a:custGeom xmlns:a="http://schemas.openxmlformats.org/drawingml/2006/main">
            <a:pathLst>
              <a:path w="14292" h="27236" fill="none">
                <a:moveTo>
                  <a:pt x="0" y="0"/>
                </a:moveTo>
                <a:lnTo>
                  <a:pt x="14292" y="0"/>
                </a:lnTo>
                <a:lnTo>
                  <a:pt x="14292" y="27236"/>
                </a:lnTo>
                <a:lnTo>
                  <a:pt x="0" y="272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5BE39B-0FB0-43CE-94F1-D11C5C54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24" y="1511300"/>
            <a:ext cx="16671" cy="13827"/>
          </a:xfrm>
          <a:custGeom xmlns:a="http://schemas.openxmlformats.org/drawingml/2006/main">
            <a:pathLst>
              <a:path w="16671" h="13827">
                <a:moveTo>
                  <a:pt x="0" y="0"/>
                </a:moveTo>
                <a:lnTo>
                  <a:pt x="16671" y="0"/>
                </a:lnTo>
                <a:lnTo>
                  <a:pt x="16671" y="13827"/>
                </a:lnTo>
                <a:lnTo>
                  <a:pt x="0" y="138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6BA8A6-CB67-43F7-92CC-E16FF7112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25" y="1511303"/>
            <a:ext cx="16669" cy="13827"/>
          </a:xfrm>
          <a:custGeom xmlns:a="http://schemas.openxmlformats.org/drawingml/2006/main">
            <a:pathLst>
              <a:path w="16669" h="13827" fill="none">
                <a:moveTo>
                  <a:pt x="0" y="0"/>
                </a:moveTo>
                <a:lnTo>
                  <a:pt x="16669" y="0"/>
                </a:lnTo>
                <a:lnTo>
                  <a:pt x="16669" y="13827"/>
                </a:lnTo>
                <a:lnTo>
                  <a:pt x="0" y="138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39870D-F8AF-432B-BE2F-D15E86A5E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24" y="1547628"/>
            <a:ext cx="16671" cy="13270"/>
          </a:xfrm>
          <a:custGeom xmlns:a="http://schemas.openxmlformats.org/drawingml/2006/main">
            <a:pathLst>
              <a:path w="16671" h="13270">
                <a:moveTo>
                  <a:pt x="0" y="0"/>
                </a:moveTo>
                <a:lnTo>
                  <a:pt x="16671" y="0"/>
                </a:lnTo>
                <a:lnTo>
                  <a:pt x="16671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709CC-1F0F-40F3-99D6-CB50E070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25" y="1547629"/>
            <a:ext cx="16669" cy="13273"/>
          </a:xfrm>
          <a:custGeom xmlns:a="http://schemas.openxmlformats.org/drawingml/2006/main">
            <a:pathLst>
              <a:path w="16669" h="13273" fill="none">
                <a:moveTo>
                  <a:pt x="0" y="0"/>
                </a:moveTo>
                <a:lnTo>
                  <a:pt x="16669" y="0"/>
                </a:lnTo>
                <a:lnTo>
                  <a:pt x="16669" y="13273"/>
                </a:lnTo>
                <a:lnTo>
                  <a:pt x="0" y="132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C14094-BF2C-4ED7-944B-AA519298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24" y="1583398"/>
            <a:ext cx="16671" cy="11830"/>
          </a:xfrm>
          <a:custGeom xmlns:a="http://schemas.openxmlformats.org/drawingml/2006/main">
            <a:pathLst>
              <a:path w="16671" h="11830">
                <a:moveTo>
                  <a:pt x="0" y="0"/>
                </a:moveTo>
                <a:lnTo>
                  <a:pt x="16671" y="0"/>
                </a:lnTo>
                <a:lnTo>
                  <a:pt x="16671" y="11830"/>
                </a:lnTo>
                <a:lnTo>
                  <a:pt x="0" y="118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E09E0-566A-4EF5-ACEA-76B8DBD53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9625" y="1583400"/>
            <a:ext cx="16669" cy="11832"/>
          </a:xfrm>
          <a:custGeom xmlns:a="http://schemas.openxmlformats.org/drawingml/2006/main">
            <a:pathLst>
              <a:path w="16669" h="11832" fill="none">
                <a:moveTo>
                  <a:pt x="0" y="0"/>
                </a:moveTo>
                <a:lnTo>
                  <a:pt x="16669" y="0"/>
                </a:lnTo>
                <a:lnTo>
                  <a:pt x="16669" y="11832"/>
                </a:lnTo>
                <a:lnTo>
                  <a:pt x="0" y="118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D0DA11-7C2F-487A-8E21-37EBC1466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92" y="1511300"/>
            <a:ext cx="13773" cy="13887"/>
          </a:xfrm>
          <a:custGeom xmlns:a="http://schemas.openxmlformats.org/drawingml/2006/main">
            <a:pathLst>
              <a:path w="13773" h="13887">
                <a:moveTo>
                  <a:pt x="0" y="0"/>
                </a:moveTo>
                <a:lnTo>
                  <a:pt x="13773" y="0"/>
                </a:lnTo>
                <a:lnTo>
                  <a:pt x="13773" y="13887"/>
                </a:lnTo>
                <a:lnTo>
                  <a:pt x="0" y="138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E60BCA-652A-442B-BB26-C9958E9EB7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92" y="1511303"/>
            <a:ext cx="13773" cy="13887"/>
          </a:xfrm>
          <a:custGeom xmlns:a="http://schemas.openxmlformats.org/drawingml/2006/main">
            <a:pathLst>
              <a:path w="13773" h="13887" fill="none">
                <a:moveTo>
                  <a:pt x="0" y="0"/>
                </a:moveTo>
                <a:lnTo>
                  <a:pt x="13773" y="0"/>
                </a:lnTo>
                <a:lnTo>
                  <a:pt x="13773" y="13887"/>
                </a:lnTo>
                <a:lnTo>
                  <a:pt x="0" y="138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0BCFDAD-26C7-436C-A833-3B5E19C81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92" y="1547688"/>
            <a:ext cx="13773" cy="13382"/>
          </a:xfrm>
          <a:custGeom xmlns:a="http://schemas.openxmlformats.org/drawingml/2006/main">
            <a:pathLst>
              <a:path w="13773" h="13382">
                <a:moveTo>
                  <a:pt x="0" y="0"/>
                </a:moveTo>
                <a:lnTo>
                  <a:pt x="13773" y="0"/>
                </a:lnTo>
                <a:lnTo>
                  <a:pt x="13773" y="13382"/>
                </a:lnTo>
                <a:lnTo>
                  <a:pt x="0" y="133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CD99C9-A3DB-4791-A2EF-F39E32E23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92" y="1547689"/>
            <a:ext cx="13773" cy="13383"/>
          </a:xfrm>
          <a:custGeom xmlns:a="http://schemas.openxmlformats.org/drawingml/2006/main">
            <a:pathLst>
              <a:path w="13773" h="13383" fill="none">
                <a:moveTo>
                  <a:pt x="0" y="0"/>
                </a:moveTo>
                <a:lnTo>
                  <a:pt x="13773" y="0"/>
                </a:lnTo>
                <a:lnTo>
                  <a:pt x="13773" y="13383"/>
                </a:lnTo>
                <a:lnTo>
                  <a:pt x="0" y="133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2B7894-B052-412C-8F4E-0910C905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92" y="1583566"/>
            <a:ext cx="13773" cy="11661"/>
          </a:xfrm>
          <a:custGeom xmlns:a="http://schemas.openxmlformats.org/drawingml/2006/main">
            <a:pathLst>
              <a:path w="13773" h="11661">
                <a:moveTo>
                  <a:pt x="0" y="0"/>
                </a:moveTo>
                <a:lnTo>
                  <a:pt x="13773" y="0"/>
                </a:lnTo>
                <a:lnTo>
                  <a:pt x="13773" y="11661"/>
                </a:lnTo>
                <a:lnTo>
                  <a:pt x="0" y="116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5B1C05-FEC6-43DB-87B2-2190071D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8792" y="1583570"/>
            <a:ext cx="13773" cy="11662"/>
          </a:xfrm>
          <a:custGeom xmlns:a="http://schemas.openxmlformats.org/drawingml/2006/main">
            <a:pathLst>
              <a:path w="13773" h="11662" fill="none">
                <a:moveTo>
                  <a:pt x="0" y="0"/>
                </a:moveTo>
                <a:lnTo>
                  <a:pt x="13773" y="0"/>
                </a:lnTo>
                <a:lnTo>
                  <a:pt x="13773" y="11662"/>
                </a:lnTo>
                <a:lnTo>
                  <a:pt x="0" y="1166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E2BDB2-3742-4529-A57D-A51147B6B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62" y="1511300"/>
            <a:ext cx="9247" cy="14916"/>
          </a:xfrm>
          <a:custGeom xmlns:a="http://schemas.openxmlformats.org/drawingml/2006/main">
            <a:pathLst>
              <a:path w="9247" h="14916">
                <a:moveTo>
                  <a:pt x="0" y="0"/>
                </a:moveTo>
                <a:lnTo>
                  <a:pt x="9247" y="0"/>
                </a:lnTo>
                <a:lnTo>
                  <a:pt x="9247" y="14916"/>
                </a:lnTo>
                <a:lnTo>
                  <a:pt x="0" y="14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5B09F8-DDA2-4AB6-8ACE-987D2F204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64" y="1511303"/>
            <a:ext cx="9246" cy="14916"/>
          </a:xfrm>
          <a:custGeom xmlns:a="http://schemas.openxmlformats.org/drawingml/2006/main">
            <a:pathLst>
              <a:path w="9246" h="14916" fill="none">
                <a:moveTo>
                  <a:pt x="0" y="0"/>
                </a:moveTo>
                <a:lnTo>
                  <a:pt x="9246" y="0"/>
                </a:lnTo>
                <a:lnTo>
                  <a:pt x="9246" y="14916"/>
                </a:lnTo>
                <a:lnTo>
                  <a:pt x="0" y="149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B1D11C-3E92-40D3-9061-F66C552A3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62" y="1548716"/>
            <a:ext cx="9247" cy="13382"/>
          </a:xfrm>
          <a:custGeom xmlns:a="http://schemas.openxmlformats.org/drawingml/2006/main">
            <a:pathLst>
              <a:path w="9247" h="13382">
                <a:moveTo>
                  <a:pt x="0" y="0"/>
                </a:moveTo>
                <a:lnTo>
                  <a:pt x="9247" y="0"/>
                </a:lnTo>
                <a:lnTo>
                  <a:pt x="9247" y="13382"/>
                </a:lnTo>
                <a:lnTo>
                  <a:pt x="0" y="133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0D488B-1D75-4377-814C-F012C29DC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64" y="1548718"/>
            <a:ext cx="9246" cy="13383"/>
          </a:xfrm>
          <a:custGeom xmlns:a="http://schemas.openxmlformats.org/drawingml/2006/main">
            <a:pathLst>
              <a:path w="9246" h="13383" fill="none">
                <a:moveTo>
                  <a:pt x="0" y="0"/>
                </a:moveTo>
                <a:lnTo>
                  <a:pt x="9246" y="0"/>
                </a:lnTo>
                <a:lnTo>
                  <a:pt x="9246" y="13383"/>
                </a:lnTo>
                <a:lnTo>
                  <a:pt x="0" y="133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178771-618B-4404-8CF7-FC76C58A5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62" y="1584598"/>
            <a:ext cx="9247" cy="10630"/>
          </a:xfrm>
          <a:custGeom xmlns:a="http://schemas.openxmlformats.org/drawingml/2006/main">
            <a:pathLst>
              <a:path w="9247" h="10630">
                <a:moveTo>
                  <a:pt x="0" y="0"/>
                </a:moveTo>
                <a:lnTo>
                  <a:pt x="9247" y="0"/>
                </a:lnTo>
                <a:lnTo>
                  <a:pt x="9247" y="10630"/>
                </a:lnTo>
                <a:lnTo>
                  <a:pt x="0" y="106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7058C0-EDC1-414A-8775-E0BCE517A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5064" y="1584600"/>
            <a:ext cx="9246" cy="10632"/>
          </a:xfrm>
          <a:custGeom xmlns:a="http://schemas.openxmlformats.org/drawingml/2006/main">
            <a:pathLst>
              <a:path w="9246" h="10632" fill="none">
                <a:moveTo>
                  <a:pt x="0" y="0"/>
                </a:moveTo>
                <a:lnTo>
                  <a:pt x="9246" y="0"/>
                </a:lnTo>
                <a:lnTo>
                  <a:pt x="9246" y="10632"/>
                </a:lnTo>
                <a:lnTo>
                  <a:pt x="0" y="106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858BF5-5FFC-40AA-B646-5A4B3CC04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809" y="1511300"/>
            <a:ext cx="4381" cy="13922"/>
          </a:xfrm>
          <a:custGeom xmlns:a="http://schemas.openxmlformats.org/drawingml/2006/main">
            <a:pathLst>
              <a:path w="4381" h="13922">
                <a:moveTo>
                  <a:pt x="0" y="0"/>
                </a:moveTo>
                <a:lnTo>
                  <a:pt x="4381" y="0"/>
                </a:lnTo>
                <a:lnTo>
                  <a:pt x="4381" y="13922"/>
                </a:lnTo>
                <a:lnTo>
                  <a:pt x="0" y="139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BD845-7894-411E-AAF8-01FA98EDA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808" y="1511303"/>
            <a:ext cx="4383" cy="13921"/>
          </a:xfrm>
          <a:custGeom xmlns:a="http://schemas.openxmlformats.org/drawingml/2006/main">
            <a:pathLst>
              <a:path w="4383" h="13921" fill="none">
                <a:moveTo>
                  <a:pt x="0" y="0"/>
                </a:moveTo>
                <a:lnTo>
                  <a:pt x="4383" y="0"/>
                </a:lnTo>
                <a:lnTo>
                  <a:pt x="4383" y="13921"/>
                </a:lnTo>
                <a:lnTo>
                  <a:pt x="0" y="1392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A33435-1D7C-40E0-9911-84F35B2D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809" y="1547722"/>
            <a:ext cx="4381" cy="12622"/>
          </a:xfrm>
          <a:custGeom xmlns:a="http://schemas.openxmlformats.org/drawingml/2006/main">
            <a:pathLst>
              <a:path w="4381" h="12622">
                <a:moveTo>
                  <a:pt x="0" y="0"/>
                </a:moveTo>
                <a:lnTo>
                  <a:pt x="4381" y="0"/>
                </a:lnTo>
                <a:lnTo>
                  <a:pt x="4381" y="12622"/>
                </a:lnTo>
                <a:lnTo>
                  <a:pt x="0" y="126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AA2C68-B378-48C7-AA34-5E3997184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808" y="1547723"/>
            <a:ext cx="4383" cy="12622"/>
          </a:xfrm>
          <a:custGeom xmlns:a="http://schemas.openxmlformats.org/drawingml/2006/main">
            <a:pathLst>
              <a:path w="4383" h="12622" fill="none">
                <a:moveTo>
                  <a:pt x="0" y="0"/>
                </a:moveTo>
                <a:lnTo>
                  <a:pt x="4383" y="0"/>
                </a:lnTo>
                <a:lnTo>
                  <a:pt x="4383" y="12622"/>
                </a:lnTo>
                <a:lnTo>
                  <a:pt x="0" y="126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76A18-664E-48C1-AABE-E8F96F0B4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809" y="1582841"/>
            <a:ext cx="4381" cy="12387"/>
          </a:xfrm>
          <a:custGeom xmlns:a="http://schemas.openxmlformats.org/drawingml/2006/main">
            <a:pathLst>
              <a:path w="4381" h="12387">
                <a:moveTo>
                  <a:pt x="0" y="0"/>
                </a:moveTo>
                <a:lnTo>
                  <a:pt x="4381" y="0"/>
                </a:lnTo>
                <a:lnTo>
                  <a:pt x="4381" y="12387"/>
                </a:lnTo>
                <a:lnTo>
                  <a:pt x="0" y="12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B9F26-8C5B-4735-91D0-F753BD9E50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808" y="1582843"/>
            <a:ext cx="4383" cy="12388"/>
          </a:xfrm>
          <a:custGeom xmlns:a="http://schemas.openxmlformats.org/drawingml/2006/main">
            <a:pathLst>
              <a:path w="4383" h="12388" fill="none">
                <a:moveTo>
                  <a:pt x="0" y="0"/>
                </a:moveTo>
                <a:lnTo>
                  <a:pt x="4383" y="0"/>
                </a:lnTo>
                <a:lnTo>
                  <a:pt x="4383" y="12388"/>
                </a:lnTo>
                <a:lnTo>
                  <a:pt x="0" y="123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8E8F9-932A-432A-B034-F2B8F3E1F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689" y="1511300"/>
            <a:ext cx="9370" cy="1386"/>
          </a:xfrm>
          <a:custGeom xmlns:a="http://schemas.openxmlformats.org/drawingml/2006/main">
            <a:pathLst>
              <a:path w="9370" h="1386">
                <a:moveTo>
                  <a:pt x="0" y="0"/>
                </a:moveTo>
                <a:lnTo>
                  <a:pt x="9370" y="0"/>
                </a:lnTo>
                <a:lnTo>
                  <a:pt x="9370" y="1386"/>
                </a:lnTo>
                <a:lnTo>
                  <a:pt x="0" y="1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C7252-7319-4768-BF24-60A306895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689" y="1511303"/>
            <a:ext cx="9370" cy="1384"/>
          </a:xfrm>
          <a:custGeom xmlns:a="http://schemas.openxmlformats.org/drawingml/2006/main">
            <a:pathLst>
              <a:path w="9370" h="1384" fill="none">
                <a:moveTo>
                  <a:pt x="0" y="0"/>
                </a:moveTo>
                <a:lnTo>
                  <a:pt x="9370" y="0"/>
                </a:lnTo>
                <a:lnTo>
                  <a:pt x="9370" y="1384"/>
                </a:lnTo>
                <a:lnTo>
                  <a:pt x="0" y="13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BBDAD-274F-433D-9363-CFC9D63A5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56" y="1511300"/>
            <a:ext cx="9358" cy="1386"/>
          </a:xfrm>
          <a:custGeom xmlns:a="http://schemas.openxmlformats.org/drawingml/2006/main">
            <a:pathLst>
              <a:path w="9358" h="1386">
                <a:moveTo>
                  <a:pt x="0" y="0"/>
                </a:moveTo>
                <a:lnTo>
                  <a:pt x="9358" y="0"/>
                </a:lnTo>
                <a:lnTo>
                  <a:pt x="9358" y="1386"/>
                </a:lnTo>
                <a:lnTo>
                  <a:pt x="0" y="1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379BB3-0922-4FB6-B42E-E3497F4DD6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05557" y="1511303"/>
            <a:ext cx="9357" cy="1384"/>
          </a:xfrm>
          <a:custGeom xmlns:a="http://schemas.openxmlformats.org/drawingml/2006/main">
            <a:pathLst>
              <a:path w="9357" h="1384" fill="none">
                <a:moveTo>
                  <a:pt x="0" y="0"/>
                </a:moveTo>
                <a:lnTo>
                  <a:pt x="9357" y="0"/>
                </a:lnTo>
                <a:lnTo>
                  <a:pt x="9357" y="1384"/>
                </a:lnTo>
                <a:lnTo>
                  <a:pt x="0" y="13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12F298-B10E-454B-9461-BCAB2BA1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411" y="1511300"/>
            <a:ext cx="5655" cy="1386"/>
          </a:xfrm>
          <a:custGeom xmlns:a="http://schemas.openxmlformats.org/drawingml/2006/main">
            <a:pathLst>
              <a:path w="5655" h="1386">
                <a:moveTo>
                  <a:pt x="0" y="0"/>
                </a:moveTo>
                <a:lnTo>
                  <a:pt x="5655" y="0"/>
                </a:lnTo>
                <a:lnTo>
                  <a:pt x="5655" y="1386"/>
                </a:lnTo>
                <a:lnTo>
                  <a:pt x="0" y="1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38944D-D170-4BFE-8439-4C64F2502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7412" y="1511303"/>
            <a:ext cx="5653" cy="1384"/>
          </a:xfrm>
          <a:custGeom xmlns:a="http://schemas.openxmlformats.org/drawingml/2006/main">
            <a:pathLst>
              <a:path w="5653" h="1384" fill="none">
                <a:moveTo>
                  <a:pt x="0" y="0"/>
                </a:moveTo>
                <a:lnTo>
                  <a:pt x="5653" y="0"/>
                </a:lnTo>
                <a:lnTo>
                  <a:pt x="5653" y="1384"/>
                </a:lnTo>
                <a:lnTo>
                  <a:pt x="0" y="13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83B5FE-A673-45EB-B17A-63EE97E00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2650797"/>
            <a:ext cx="87885" cy="175485"/>
          </a:xfrm>
          <a:custGeom xmlns:a="http://schemas.openxmlformats.org/drawingml/2006/main">
            <a:pathLst>
              <a:path w="87885" h="175485">
                <a:moveTo>
                  <a:pt x="0" y="0"/>
                </a:moveTo>
                <a:lnTo>
                  <a:pt x="87885" y="0"/>
                </a:lnTo>
                <a:lnTo>
                  <a:pt x="87885" y="175485"/>
                </a:lnTo>
                <a:lnTo>
                  <a:pt x="0" y="17548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0E2916-A5A6-47F3-B196-7EEB44318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287" y="2650798"/>
            <a:ext cx="87886" cy="175485"/>
          </a:xfrm>
          <a:custGeom xmlns:a="http://schemas.openxmlformats.org/drawingml/2006/main">
            <a:pathLst>
              <a:path w="87886" h="175485" fill="none">
                <a:moveTo>
                  <a:pt x="0" y="0"/>
                </a:moveTo>
                <a:lnTo>
                  <a:pt x="87886" y="0"/>
                </a:lnTo>
                <a:lnTo>
                  <a:pt x="87886" y="175485"/>
                </a:lnTo>
                <a:lnTo>
                  <a:pt x="0" y="1754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D717B5-7DA6-441E-8CBC-5B11A3AE08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670" y="2650797"/>
            <a:ext cx="92866" cy="83728"/>
          </a:xfrm>
          <a:custGeom xmlns:a="http://schemas.openxmlformats.org/drawingml/2006/main">
            <a:pathLst>
              <a:path w="92866" h="83728">
                <a:moveTo>
                  <a:pt x="0" y="0"/>
                </a:moveTo>
                <a:lnTo>
                  <a:pt x="92866" y="0"/>
                </a:lnTo>
                <a:lnTo>
                  <a:pt x="92866" y="83728"/>
                </a:lnTo>
                <a:lnTo>
                  <a:pt x="0" y="837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DF6EA8-D9E9-42C1-BDC9-C9CCAA781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671" y="2650798"/>
            <a:ext cx="92866" cy="83727"/>
          </a:xfrm>
          <a:custGeom xmlns:a="http://schemas.openxmlformats.org/drawingml/2006/main">
            <a:pathLst>
              <a:path w="92866" h="83727" fill="none">
                <a:moveTo>
                  <a:pt x="0" y="0"/>
                </a:moveTo>
                <a:lnTo>
                  <a:pt x="92866" y="0"/>
                </a:lnTo>
                <a:lnTo>
                  <a:pt x="92866" y="83727"/>
                </a:lnTo>
                <a:lnTo>
                  <a:pt x="0" y="837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D50B1F-6FFE-4413-9B46-353242511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670" y="2757022"/>
            <a:ext cx="92866" cy="69260"/>
          </a:xfrm>
          <a:custGeom xmlns:a="http://schemas.openxmlformats.org/drawingml/2006/main">
            <a:pathLst>
              <a:path w="92866" h="69260">
                <a:moveTo>
                  <a:pt x="0" y="0"/>
                </a:moveTo>
                <a:lnTo>
                  <a:pt x="92866" y="0"/>
                </a:lnTo>
                <a:lnTo>
                  <a:pt x="92866" y="69260"/>
                </a:lnTo>
                <a:lnTo>
                  <a:pt x="0" y="6926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39B185-8A3B-4B35-8995-CAC617547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9671" y="2757024"/>
            <a:ext cx="92866" cy="69260"/>
          </a:xfrm>
          <a:custGeom xmlns:a="http://schemas.openxmlformats.org/drawingml/2006/main">
            <a:pathLst>
              <a:path w="92866" h="69260" fill="none">
                <a:moveTo>
                  <a:pt x="0" y="0"/>
                </a:moveTo>
                <a:lnTo>
                  <a:pt x="92866" y="0"/>
                </a:lnTo>
                <a:lnTo>
                  <a:pt x="92866" y="69260"/>
                </a:lnTo>
                <a:lnTo>
                  <a:pt x="0" y="692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35F394-52FC-447F-9668-CAC1D12A2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36" y="2650797"/>
            <a:ext cx="112140" cy="44611"/>
          </a:xfrm>
          <a:custGeom xmlns:a="http://schemas.openxmlformats.org/drawingml/2006/main">
            <a:pathLst>
              <a:path w="112140" h="44611">
                <a:moveTo>
                  <a:pt x="0" y="0"/>
                </a:moveTo>
                <a:lnTo>
                  <a:pt x="112140" y="0"/>
                </a:lnTo>
                <a:lnTo>
                  <a:pt x="112140" y="44611"/>
                </a:lnTo>
                <a:lnTo>
                  <a:pt x="0" y="446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545864-A7A6-4C88-A446-CCA3018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35" y="2650798"/>
            <a:ext cx="112140" cy="44611"/>
          </a:xfrm>
          <a:custGeom xmlns:a="http://schemas.openxmlformats.org/drawingml/2006/main">
            <a:pathLst>
              <a:path w="112140" h="44611" fill="none">
                <a:moveTo>
                  <a:pt x="0" y="0"/>
                </a:moveTo>
                <a:lnTo>
                  <a:pt x="112140" y="0"/>
                </a:lnTo>
                <a:lnTo>
                  <a:pt x="112140" y="44611"/>
                </a:lnTo>
                <a:lnTo>
                  <a:pt x="0" y="446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5A558-C21B-4740-8FAB-03B423EB9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36" y="2717905"/>
            <a:ext cx="32921" cy="45400"/>
          </a:xfrm>
          <a:custGeom xmlns:a="http://schemas.openxmlformats.org/drawingml/2006/main">
            <a:pathLst>
              <a:path w="32921" h="45400">
                <a:moveTo>
                  <a:pt x="0" y="0"/>
                </a:moveTo>
                <a:lnTo>
                  <a:pt x="32921" y="0"/>
                </a:lnTo>
                <a:lnTo>
                  <a:pt x="32921" y="45400"/>
                </a:lnTo>
                <a:lnTo>
                  <a:pt x="0" y="454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C6222-547C-41B8-83C6-F790D695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35" y="2717908"/>
            <a:ext cx="32922" cy="45400"/>
          </a:xfrm>
          <a:custGeom xmlns:a="http://schemas.openxmlformats.org/drawingml/2006/main">
            <a:pathLst>
              <a:path w="32922" h="45400" fill="none">
                <a:moveTo>
                  <a:pt x="0" y="0"/>
                </a:moveTo>
                <a:lnTo>
                  <a:pt x="32922" y="0"/>
                </a:lnTo>
                <a:lnTo>
                  <a:pt x="32922" y="45400"/>
                </a:lnTo>
                <a:lnTo>
                  <a:pt x="0" y="454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47207F-1448-48FE-871B-F5DDA9EB9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36" y="2785802"/>
            <a:ext cx="32921" cy="40479"/>
          </a:xfrm>
          <a:custGeom xmlns:a="http://schemas.openxmlformats.org/drawingml/2006/main">
            <a:pathLst>
              <a:path w="32921" h="40479">
                <a:moveTo>
                  <a:pt x="0" y="0"/>
                </a:moveTo>
                <a:lnTo>
                  <a:pt x="32921" y="0"/>
                </a:lnTo>
                <a:lnTo>
                  <a:pt x="32921" y="40479"/>
                </a:lnTo>
                <a:lnTo>
                  <a:pt x="0" y="4047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E4476-34B2-467B-8914-010899A85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035" y="2785806"/>
            <a:ext cx="32922" cy="40477"/>
          </a:xfrm>
          <a:custGeom xmlns:a="http://schemas.openxmlformats.org/drawingml/2006/main">
            <a:pathLst>
              <a:path w="32922" h="40477" fill="none">
                <a:moveTo>
                  <a:pt x="0" y="0"/>
                </a:moveTo>
                <a:lnTo>
                  <a:pt x="32922" y="0"/>
                </a:lnTo>
                <a:lnTo>
                  <a:pt x="32922" y="40477"/>
                </a:lnTo>
                <a:lnTo>
                  <a:pt x="0" y="404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8BAC7F-C02F-4895-9192-33404E980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54" y="2717905"/>
            <a:ext cx="24092" cy="7650"/>
          </a:xfrm>
          <a:custGeom xmlns:a="http://schemas.openxmlformats.org/drawingml/2006/main">
            <a:pathLst>
              <a:path w="24092" h="7650">
                <a:moveTo>
                  <a:pt x="0" y="0"/>
                </a:moveTo>
                <a:lnTo>
                  <a:pt x="24092" y="0"/>
                </a:lnTo>
                <a:lnTo>
                  <a:pt x="24092" y="7650"/>
                </a:lnTo>
                <a:lnTo>
                  <a:pt x="0" y="76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BC3970-8BD0-4896-806C-49D6E2D2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54" y="2717908"/>
            <a:ext cx="24093" cy="7649"/>
          </a:xfrm>
          <a:custGeom xmlns:a="http://schemas.openxmlformats.org/drawingml/2006/main">
            <a:pathLst>
              <a:path w="24093" h="7649" fill="none">
                <a:moveTo>
                  <a:pt x="0" y="0"/>
                </a:moveTo>
                <a:lnTo>
                  <a:pt x="24093" y="0"/>
                </a:lnTo>
                <a:lnTo>
                  <a:pt x="24093" y="7649"/>
                </a:lnTo>
                <a:lnTo>
                  <a:pt x="0" y="76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CF9EFC-F1C9-4877-9819-1B0E80A9B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045" y="2717905"/>
            <a:ext cx="10130" cy="7650"/>
          </a:xfrm>
          <a:custGeom xmlns:a="http://schemas.openxmlformats.org/drawingml/2006/main">
            <a:pathLst>
              <a:path w="10130" h="7650">
                <a:moveTo>
                  <a:pt x="0" y="0"/>
                </a:moveTo>
                <a:lnTo>
                  <a:pt x="10130" y="0"/>
                </a:lnTo>
                <a:lnTo>
                  <a:pt x="10130" y="7650"/>
                </a:lnTo>
                <a:lnTo>
                  <a:pt x="0" y="765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63816-A214-40D4-AC46-511E141B7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045" y="2717908"/>
            <a:ext cx="10129" cy="7649"/>
          </a:xfrm>
          <a:custGeom xmlns:a="http://schemas.openxmlformats.org/drawingml/2006/main">
            <a:pathLst>
              <a:path w="10129" h="7649" fill="none">
                <a:moveTo>
                  <a:pt x="0" y="0"/>
                </a:moveTo>
                <a:lnTo>
                  <a:pt x="10129" y="0"/>
                </a:lnTo>
                <a:lnTo>
                  <a:pt x="10129" y="7649"/>
                </a:lnTo>
                <a:lnTo>
                  <a:pt x="0" y="76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81A5D7-1AFA-4CA6-907C-B614377D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54" y="2748052"/>
            <a:ext cx="5866" cy="11464"/>
          </a:xfrm>
          <a:custGeom xmlns:a="http://schemas.openxmlformats.org/drawingml/2006/main">
            <a:pathLst>
              <a:path w="5866" h="11464">
                <a:moveTo>
                  <a:pt x="0" y="0"/>
                </a:moveTo>
                <a:lnTo>
                  <a:pt x="5866" y="0"/>
                </a:lnTo>
                <a:lnTo>
                  <a:pt x="5866" y="11464"/>
                </a:lnTo>
                <a:lnTo>
                  <a:pt x="0" y="114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647647-739A-4FF6-9E99-ADC9107A8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54" y="2748055"/>
            <a:ext cx="5866" cy="11464"/>
          </a:xfrm>
          <a:custGeom xmlns:a="http://schemas.openxmlformats.org/drawingml/2006/main">
            <a:pathLst>
              <a:path w="5866" h="11464" fill="none">
                <a:moveTo>
                  <a:pt x="0" y="0"/>
                </a:moveTo>
                <a:lnTo>
                  <a:pt x="5866" y="0"/>
                </a:lnTo>
                <a:lnTo>
                  <a:pt x="5866" y="11464"/>
                </a:lnTo>
                <a:lnTo>
                  <a:pt x="0" y="11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C9B7B5-7AD5-4FAE-A051-D2FA82376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817" y="2748052"/>
            <a:ext cx="5521" cy="11464"/>
          </a:xfrm>
          <a:custGeom xmlns:a="http://schemas.openxmlformats.org/drawingml/2006/main">
            <a:pathLst>
              <a:path w="5521" h="11464">
                <a:moveTo>
                  <a:pt x="0" y="0"/>
                </a:moveTo>
                <a:lnTo>
                  <a:pt x="5521" y="0"/>
                </a:lnTo>
                <a:lnTo>
                  <a:pt x="5521" y="11464"/>
                </a:lnTo>
                <a:lnTo>
                  <a:pt x="0" y="114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5EF123-63F2-4F45-A43F-F6459D35D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28819" y="2748055"/>
            <a:ext cx="5520" cy="11464"/>
          </a:xfrm>
          <a:custGeom xmlns:a="http://schemas.openxmlformats.org/drawingml/2006/main">
            <a:pathLst>
              <a:path w="5520" h="11464" fill="none">
                <a:moveTo>
                  <a:pt x="0" y="0"/>
                </a:moveTo>
                <a:lnTo>
                  <a:pt x="5520" y="0"/>
                </a:lnTo>
                <a:lnTo>
                  <a:pt x="5520" y="11464"/>
                </a:lnTo>
                <a:lnTo>
                  <a:pt x="0" y="11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48B8B-5569-4EB9-8715-D19A14875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835" y="2748052"/>
            <a:ext cx="340" cy="11464"/>
          </a:xfrm>
          <a:custGeom xmlns:a="http://schemas.openxmlformats.org/drawingml/2006/main">
            <a:pathLst>
              <a:path w="340" h="11464">
                <a:moveTo>
                  <a:pt x="0" y="0"/>
                </a:moveTo>
                <a:lnTo>
                  <a:pt x="340" y="0"/>
                </a:lnTo>
                <a:lnTo>
                  <a:pt x="340" y="11464"/>
                </a:lnTo>
                <a:lnTo>
                  <a:pt x="0" y="114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5949FF-892B-478D-846E-D458C326A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6837" y="2748055"/>
            <a:ext cx="338" cy="11464"/>
          </a:xfrm>
          <a:custGeom xmlns:a="http://schemas.openxmlformats.org/drawingml/2006/main">
            <a:pathLst>
              <a:path w="338" h="11464" fill="none">
                <a:moveTo>
                  <a:pt x="0" y="0"/>
                </a:moveTo>
                <a:lnTo>
                  <a:pt x="338" y="0"/>
                </a:lnTo>
                <a:lnTo>
                  <a:pt x="338" y="11464"/>
                </a:lnTo>
                <a:lnTo>
                  <a:pt x="0" y="114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B69F5A-A666-4A0B-A429-7246D77CC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54" y="2782016"/>
            <a:ext cx="6055" cy="609"/>
          </a:xfrm>
          <a:custGeom xmlns:a="http://schemas.openxmlformats.org/drawingml/2006/main">
            <a:pathLst>
              <a:path w="6055" h="609">
                <a:moveTo>
                  <a:pt x="0" y="0"/>
                </a:moveTo>
                <a:lnTo>
                  <a:pt x="6055" y="0"/>
                </a:lnTo>
                <a:lnTo>
                  <a:pt x="6055" y="609"/>
                </a:lnTo>
                <a:lnTo>
                  <a:pt x="0" y="6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E3A340A-11CE-44C3-9241-A69BDE8B5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54" y="2782018"/>
            <a:ext cx="6055" cy="608"/>
          </a:xfrm>
          <a:custGeom xmlns:a="http://schemas.openxmlformats.org/drawingml/2006/main">
            <a:pathLst>
              <a:path w="6055" h="608" fill="none">
                <a:moveTo>
                  <a:pt x="0" y="0"/>
                </a:moveTo>
                <a:lnTo>
                  <a:pt x="6055" y="0"/>
                </a:lnTo>
                <a:lnTo>
                  <a:pt x="6055" y="608"/>
                </a:lnTo>
                <a:lnTo>
                  <a:pt x="0" y="6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C08193-7BD9-44E4-A49E-2948F3C55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54" y="2805122"/>
            <a:ext cx="6055" cy="600"/>
          </a:xfrm>
          <a:custGeom xmlns:a="http://schemas.openxmlformats.org/drawingml/2006/main">
            <a:pathLst>
              <a:path w="6055" h="600">
                <a:moveTo>
                  <a:pt x="0" y="0"/>
                </a:moveTo>
                <a:lnTo>
                  <a:pt x="6055" y="0"/>
                </a:lnTo>
                <a:lnTo>
                  <a:pt x="6055" y="600"/>
                </a:lnTo>
                <a:lnTo>
                  <a:pt x="0" y="6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3969AC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B14D87-DBFF-4F9E-9C6E-331FBC824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00454" y="2805125"/>
            <a:ext cx="6055" cy="599"/>
          </a:xfrm>
          <a:custGeom xmlns:a="http://schemas.openxmlformats.org/drawingml/2006/main">
            <a:pathLst>
              <a:path w="6055" h="599" fill="none">
                <a:moveTo>
                  <a:pt x="0" y="0"/>
                </a:moveTo>
                <a:lnTo>
                  <a:pt x="6055" y="0"/>
                </a:lnTo>
                <a:lnTo>
                  <a:pt x="6055" y="599"/>
                </a:lnTo>
                <a:lnTo>
                  <a:pt x="0" y="5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19674-0B1B-4D5A-A959-67A8A00F4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52" y="2650797"/>
            <a:ext cx="226051" cy="144589"/>
          </a:xfrm>
          <a:custGeom xmlns:a="http://schemas.openxmlformats.org/drawingml/2006/main">
            <a:pathLst>
              <a:path w="226051" h="144589">
                <a:moveTo>
                  <a:pt x="0" y="0"/>
                </a:moveTo>
                <a:lnTo>
                  <a:pt x="226051" y="0"/>
                </a:lnTo>
                <a:lnTo>
                  <a:pt x="226051" y="144589"/>
                </a:lnTo>
                <a:lnTo>
                  <a:pt x="0" y="1445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B883AE-17EA-412B-9699-929A14EEC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53" y="2650798"/>
            <a:ext cx="226051" cy="144589"/>
          </a:xfrm>
          <a:custGeom xmlns:a="http://schemas.openxmlformats.org/drawingml/2006/main">
            <a:pathLst>
              <a:path w="226051" h="144589" fill="none">
                <a:moveTo>
                  <a:pt x="0" y="0"/>
                </a:moveTo>
                <a:lnTo>
                  <a:pt x="226051" y="0"/>
                </a:lnTo>
                <a:lnTo>
                  <a:pt x="226051" y="144589"/>
                </a:lnTo>
                <a:lnTo>
                  <a:pt x="0" y="1445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76" name="Text Agaricales">
            <a:extLst xmlns:a="http://schemas.openxmlformats.org/drawingml/2006/main">
              <a:ext uri="{FF2B5EF4-FFF2-40B4-BE49-F238E27FC236}">
                <a16:creationId xmlns:a16="http://schemas.microsoft.com/office/drawing/2014/main" id="{DDFA0BC4-68F9-4D93-B5D8-28C1726B7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7374" y="2677569"/>
            <a:ext cx="90066" cy="17184"/>
          </a:xfrm>
          <a:custGeom xmlns:a="http://schemas.openxmlformats.org/drawingml/2006/main">
            <a:pathLst>
              <a:path w="90066" h="17184">
                <a:moveTo>
                  <a:pt x="11699" y="13504"/>
                </a:moveTo>
                <a:lnTo>
                  <a:pt x="9868" y="13504"/>
                </a:lnTo>
                <a:lnTo>
                  <a:pt x="8600" y="9911"/>
                </a:lnTo>
                <a:lnTo>
                  <a:pt x="3011" y="9911"/>
                </a:lnTo>
                <a:lnTo>
                  <a:pt x="1744" y="13504"/>
                </a:lnTo>
                <a:lnTo>
                  <a:pt x="0" y="13504"/>
                </a:lnTo>
                <a:lnTo>
                  <a:pt x="4704" y="573"/>
                </a:lnTo>
                <a:lnTo>
                  <a:pt x="6995" y="573"/>
                </a:lnTo>
                <a:lnTo>
                  <a:pt x="11699" y="13504"/>
                </a:lnTo>
                <a:moveTo>
                  <a:pt x="8071" y="8418"/>
                </a:moveTo>
                <a:lnTo>
                  <a:pt x="5806" y="2075"/>
                </a:lnTo>
                <a:lnTo>
                  <a:pt x="3532" y="8418"/>
                </a:lnTo>
                <a:lnTo>
                  <a:pt x="8071" y="8418"/>
                </a:lnTo>
                <a:close/>
                <a:moveTo>
                  <a:pt x="21392" y="12404"/>
                </a:moveTo>
                <a:cubicBezTo>
                  <a:pt x="21392" y="14049"/>
                  <a:pt x="21019" y="15257"/>
                  <a:pt x="20273" y="16028"/>
                </a:cubicBezTo>
                <a:cubicBezTo>
                  <a:pt x="19526" y="16798"/>
                  <a:pt x="18378" y="17184"/>
                  <a:pt x="16827" y="17184"/>
                </a:cubicBezTo>
                <a:cubicBezTo>
                  <a:pt x="16312" y="17184"/>
                  <a:pt x="15810" y="17147"/>
                  <a:pt x="15322" y="17075"/>
                </a:cubicBezTo>
                <a:cubicBezTo>
                  <a:pt x="14833" y="17003"/>
                  <a:pt x="14351" y="16900"/>
                  <a:pt x="13877" y="16767"/>
                </a:cubicBezTo>
                <a:lnTo>
                  <a:pt x="13877" y="15101"/>
                </a:lnTo>
                <a:lnTo>
                  <a:pt x="13963" y="15101"/>
                </a:lnTo>
                <a:cubicBezTo>
                  <a:pt x="14229" y="15203"/>
                  <a:pt x="14652" y="15330"/>
                  <a:pt x="15230" y="15481"/>
                </a:cubicBezTo>
                <a:cubicBezTo>
                  <a:pt x="15809" y="15633"/>
                  <a:pt x="16388" y="15708"/>
                  <a:pt x="16966" y="15708"/>
                </a:cubicBezTo>
                <a:cubicBezTo>
                  <a:pt x="17522" y="15708"/>
                  <a:pt x="17982" y="15642"/>
                  <a:pt x="18346" y="15509"/>
                </a:cubicBezTo>
                <a:cubicBezTo>
                  <a:pt x="18711" y="15376"/>
                  <a:pt x="18994" y="15191"/>
                  <a:pt x="19197" y="14954"/>
                </a:cubicBezTo>
                <a:cubicBezTo>
                  <a:pt x="19399" y="14729"/>
                  <a:pt x="19544" y="14458"/>
                  <a:pt x="19630" y="14140"/>
                </a:cubicBezTo>
                <a:cubicBezTo>
                  <a:pt x="19717" y="13822"/>
                  <a:pt x="19761" y="13467"/>
                  <a:pt x="19761" y="13074"/>
                </a:cubicBezTo>
                <a:lnTo>
                  <a:pt x="19761" y="12190"/>
                </a:lnTo>
                <a:cubicBezTo>
                  <a:pt x="19269" y="12585"/>
                  <a:pt x="18799" y="12879"/>
                  <a:pt x="18350" y="13074"/>
                </a:cubicBezTo>
                <a:cubicBezTo>
                  <a:pt x="17902" y="13268"/>
                  <a:pt x="17331" y="13365"/>
                  <a:pt x="16636" y="13365"/>
                </a:cubicBezTo>
                <a:cubicBezTo>
                  <a:pt x="15479" y="13365"/>
                  <a:pt x="14561" y="12946"/>
                  <a:pt x="13881" y="12108"/>
                </a:cubicBezTo>
                <a:cubicBezTo>
                  <a:pt x="13201" y="11269"/>
                  <a:pt x="12861" y="10087"/>
                  <a:pt x="12861" y="8562"/>
                </a:cubicBezTo>
                <a:cubicBezTo>
                  <a:pt x="12861" y="7726"/>
                  <a:pt x="12978" y="7006"/>
                  <a:pt x="13213" y="6399"/>
                </a:cubicBezTo>
                <a:cubicBezTo>
                  <a:pt x="13447" y="5793"/>
                  <a:pt x="13767" y="5270"/>
                  <a:pt x="14172" y="4829"/>
                </a:cubicBezTo>
                <a:cubicBezTo>
                  <a:pt x="14548" y="4417"/>
                  <a:pt x="15005" y="4096"/>
                  <a:pt x="15543" y="3867"/>
                </a:cubicBezTo>
                <a:cubicBezTo>
                  <a:pt x="16081" y="3638"/>
                  <a:pt x="16616" y="3523"/>
                  <a:pt x="17148" y="3523"/>
                </a:cubicBezTo>
                <a:cubicBezTo>
                  <a:pt x="17710" y="3523"/>
                  <a:pt x="18180" y="3580"/>
                  <a:pt x="18559" y="3693"/>
                </a:cubicBezTo>
                <a:cubicBezTo>
                  <a:pt x="18938" y="3806"/>
                  <a:pt x="19338" y="3979"/>
                  <a:pt x="19761" y="4211"/>
                </a:cubicBezTo>
                <a:lnTo>
                  <a:pt x="19865" y="3801"/>
                </a:lnTo>
                <a:lnTo>
                  <a:pt x="21392" y="3801"/>
                </a:lnTo>
                <a:lnTo>
                  <a:pt x="21392" y="12404"/>
                </a:lnTo>
                <a:moveTo>
                  <a:pt x="19761" y="10846"/>
                </a:moveTo>
                <a:lnTo>
                  <a:pt x="19761" y="5547"/>
                </a:lnTo>
                <a:cubicBezTo>
                  <a:pt x="19327" y="5350"/>
                  <a:pt x="18923" y="5209"/>
                  <a:pt x="18550" y="5125"/>
                </a:cubicBezTo>
                <a:cubicBezTo>
                  <a:pt x="18177" y="5041"/>
                  <a:pt x="17805" y="4999"/>
                  <a:pt x="17435" y="4999"/>
                </a:cubicBezTo>
                <a:cubicBezTo>
                  <a:pt x="16538" y="4999"/>
                  <a:pt x="15832" y="5301"/>
                  <a:pt x="15317" y="5904"/>
                </a:cubicBezTo>
                <a:cubicBezTo>
                  <a:pt x="14802" y="6507"/>
                  <a:pt x="14545" y="7383"/>
                  <a:pt x="14545" y="8531"/>
                </a:cubicBezTo>
                <a:cubicBezTo>
                  <a:pt x="14545" y="9622"/>
                  <a:pt x="14736" y="10448"/>
                  <a:pt x="15118" y="11011"/>
                </a:cubicBezTo>
                <a:cubicBezTo>
                  <a:pt x="15499" y="11574"/>
                  <a:pt x="16133" y="11855"/>
                  <a:pt x="17018" y="11855"/>
                </a:cubicBezTo>
                <a:cubicBezTo>
                  <a:pt x="17493" y="11855"/>
                  <a:pt x="17968" y="11764"/>
                  <a:pt x="18446" y="11581"/>
                </a:cubicBezTo>
                <a:cubicBezTo>
                  <a:pt x="18923" y="11398"/>
                  <a:pt x="19361" y="11153"/>
                  <a:pt x="19761" y="10846"/>
                </a:cubicBezTo>
                <a:close/>
                <a:moveTo>
                  <a:pt x="32137" y="13504"/>
                </a:moveTo>
                <a:lnTo>
                  <a:pt x="30514" y="13504"/>
                </a:lnTo>
                <a:lnTo>
                  <a:pt x="30514" y="12478"/>
                </a:lnTo>
                <a:cubicBezTo>
                  <a:pt x="30369" y="12577"/>
                  <a:pt x="30174" y="12714"/>
                  <a:pt x="29928" y="12891"/>
                </a:cubicBezTo>
                <a:cubicBezTo>
                  <a:pt x="29682" y="13068"/>
                  <a:pt x="29443" y="13208"/>
                  <a:pt x="29212" y="13312"/>
                </a:cubicBezTo>
                <a:cubicBezTo>
                  <a:pt x="28940" y="13446"/>
                  <a:pt x="28628" y="13557"/>
                  <a:pt x="28275" y="13647"/>
                </a:cubicBezTo>
                <a:cubicBezTo>
                  <a:pt x="27922" y="13737"/>
                  <a:pt x="27508" y="13782"/>
                  <a:pt x="27034" y="13782"/>
                </a:cubicBezTo>
                <a:cubicBezTo>
                  <a:pt x="26160" y="13782"/>
                  <a:pt x="25419" y="13492"/>
                  <a:pt x="24812" y="12913"/>
                </a:cubicBezTo>
                <a:cubicBezTo>
                  <a:pt x="24204" y="12333"/>
                  <a:pt x="23901" y="11595"/>
                  <a:pt x="23901" y="10697"/>
                </a:cubicBezTo>
                <a:cubicBezTo>
                  <a:pt x="23901" y="9961"/>
                  <a:pt x="24058" y="9366"/>
                  <a:pt x="24374" y="8911"/>
                </a:cubicBezTo>
                <a:cubicBezTo>
                  <a:pt x="24689" y="8456"/>
                  <a:pt x="25139" y="8098"/>
                  <a:pt x="25723" y="7838"/>
                </a:cubicBezTo>
                <a:cubicBezTo>
                  <a:pt x="26313" y="7577"/>
                  <a:pt x="27022" y="7400"/>
                  <a:pt x="27849" y="7308"/>
                </a:cubicBezTo>
                <a:cubicBezTo>
                  <a:pt x="28677" y="7215"/>
                  <a:pt x="29565" y="7145"/>
                  <a:pt x="30514" y="7099"/>
                </a:cubicBezTo>
                <a:lnTo>
                  <a:pt x="30514" y="6845"/>
                </a:lnTo>
                <a:cubicBezTo>
                  <a:pt x="30514" y="6472"/>
                  <a:pt x="30449" y="6163"/>
                  <a:pt x="30318" y="5918"/>
                </a:cubicBezTo>
                <a:cubicBezTo>
                  <a:pt x="30188" y="5673"/>
                  <a:pt x="30002" y="5480"/>
                  <a:pt x="29759" y="5340"/>
                </a:cubicBezTo>
                <a:cubicBezTo>
                  <a:pt x="29527" y="5206"/>
                  <a:pt x="29250" y="5115"/>
                  <a:pt x="28926" y="5069"/>
                </a:cubicBezTo>
                <a:cubicBezTo>
                  <a:pt x="28602" y="5022"/>
                  <a:pt x="28263" y="4999"/>
                  <a:pt x="27910" y="4999"/>
                </a:cubicBezTo>
                <a:cubicBezTo>
                  <a:pt x="27482" y="4999"/>
                  <a:pt x="27005" y="5057"/>
                  <a:pt x="26478" y="5173"/>
                </a:cubicBezTo>
                <a:cubicBezTo>
                  <a:pt x="25952" y="5288"/>
                  <a:pt x="25408" y="5456"/>
                  <a:pt x="24847" y="5676"/>
                </a:cubicBezTo>
                <a:lnTo>
                  <a:pt x="24760" y="5676"/>
                </a:lnTo>
                <a:lnTo>
                  <a:pt x="24760" y="4018"/>
                </a:lnTo>
                <a:cubicBezTo>
                  <a:pt x="25078" y="3931"/>
                  <a:pt x="25538" y="3836"/>
                  <a:pt x="26140" y="3732"/>
                </a:cubicBezTo>
                <a:cubicBezTo>
                  <a:pt x="26741" y="3628"/>
                  <a:pt x="27334" y="3576"/>
                  <a:pt x="27919" y="3576"/>
                </a:cubicBezTo>
                <a:cubicBezTo>
                  <a:pt x="28602" y="3576"/>
                  <a:pt x="29196" y="3632"/>
                  <a:pt x="29702" y="3745"/>
                </a:cubicBezTo>
                <a:cubicBezTo>
                  <a:pt x="30209" y="3858"/>
                  <a:pt x="30647" y="4050"/>
                  <a:pt x="31017" y="4322"/>
                </a:cubicBezTo>
                <a:cubicBezTo>
                  <a:pt x="31382" y="4588"/>
                  <a:pt x="31659" y="4932"/>
                  <a:pt x="31850" y="5355"/>
                </a:cubicBezTo>
                <a:cubicBezTo>
                  <a:pt x="32041" y="5777"/>
                  <a:pt x="32137" y="6301"/>
                  <a:pt x="32137" y="6925"/>
                </a:cubicBezTo>
                <a:lnTo>
                  <a:pt x="32137" y="13504"/>
                </a:lnTo>
                <a:moveTo>
                  <a:pt x="30514" y="11129"/>
                </a:moveTo>
                <a:lnTo>
                  <a:pt x="30514" y="8418"/>
                </a:lnTo>
                <a:cubicBezTo>
                  <a:pt x="30016" y="8447"/>
                  <a:pt x="29430" y="8491"/>
                  <a:pt x="28756" y="8549"/>
                </a:cubicBezTo>
                <a:cubicBezTo>
                  <a:pt x="28082" y="8607"/>
                  <a:pt x="27549" y="8691"/>
                  <a:pt x="27155" y="8802"/>
                </a:cubicBezTo>
                <a:cubicBezTo>
                  <a:pt x="26687" y="8935"/>
                  <a:pt x="26308" y="9143"/>
                  <a:pt x="26018" y="9425"/>
                </a:cubicBezTo>
                <a:cubicBezTo>
                  <a:pt x="25729" y="9707"/>
                  <a:pt x="25584" y="10095"/>
                  <a:pt x="25584" y="10589"/>
                </a:cubicBezTo>
                <a:cubicBezTo>
                  <a:pt x="25584" y="11147"/>
                  <a:pt x="25752" y="11567"/>
                  <a:pt x="26088" y="11849"/>
                </a:cubicBezTo>
                <a:cubicBezTo>
                  <a:pt x="26423" y="12131"/>
                  <a:pt x="26935" y="12271"/>
                  <a:pt x="27624" y="12271"/>
                </a:cubicBezTo>
                <a:cubicBezTo>
                  <a:pt x="28197" y="12271"/>
                  <a:pt x="28720" y="12160"/>
                  <a:pt x="29195" y="11936"/>
                </a:cubicBezTo>
                <a:cubicBezTo>
                  <a:pt x="29669" y="11712"/>
                  <a:pt x="30109" y="11443"/>
                  <a:pt x="30514" y="11129"/>
                </a:cubicBezTo>
                <a:close/>
                <a:moveTo>
                  <a:pt x="41327" y="5572"/>
                </a:moveTo>
                <a:lnTo>
                  <a:pt x="41240" y="5572"/>
                </a:lnTo>
                <a:cubicBezTo>
                  <a:pt x="40997" y="5517"/>
                  <a:pt x="40762" y="5477"/>
                  <a:pt x="40533" y="5453"/>
                </a:cubicBezTo>
                <a:cubicBezTo>
                  <a:pt x="40304" y="5428"/>
                  <a:pt x="40034" y="5415"/>
                  <a:pt x="39722" y="5415"/>
                </a:cubicBezTo>
                <a:cubicBezTo>
                  <a:pt x="39218" y="5415"/>
                  <a:pt x="38732" y="5527"/>
                  <a:pt x="38264" y="5750"/>
                </a:cubicBezTo>
                <a:cubicBezTo>
                  <a:pt x="37795" y="5973"/>
                  <a:pt x="37344" y="6261"/>
                  <a:pt x="36910" y="6614"/>
                </a:cubicBezTo>
                <a:lnTo>
                  <a:pt x="36910" y="13504"/>
                </a:lnTo>
                <a:lnTo>
                  <a:pt x="35278" y="13504"/>
                </a:lnTo>
                <a:lnTo>
                  <a:pt x="35278" y="3801"/>
                </a:lnTo>
                <a:lnTo>
                  <a:pt x="36910" y="3801"/>
                </a:lnTo>
                <a:lnTo>
                  <a:pt x="36910" y="5235"/>
                </a:lnTo>
                <a:cubicBezTo>
                  <a:pt x="37558" y="4713"/>
                  <a:pt x="38129" y="4344"/>
                  <a:pt x="38624" y="4127"/>
                </a:cubicBezTo>
                <a:cubicBezTo>
                  <a:pt x="39118" y="3910"/>
                  <a:pt x="39623" y="3801"/>
                  <a:pt x="40138" y="3801"/>
                </a:cubicBezTo>
                <a:cubicBezTo>
                  <a:pt x="40422" y="3801"/>
                  <a:pt x="40627" y="3808"/>
                  <a:pt x="40754" y="3823"/>
                </a:cubicBezTo>
                <a:cubicBezTo>
                  <a:pt x="40882" y="3837"/>
                  <a:pt x="41073" y="3864"/>
                  <a:pt x="41327" y="3905"/>
                </a:cubicBezTo>
                <a:lnTo>
                  <a:pt x="41327" y="5572"/>
                </a:lnTo>
                <a:close/>
                <a:moveTo>
                  <a:pt x="44616" y="2187"/>
                </a:moveTo>
                <a:lnTo>
                  <a:pt x="42776" y="2187"/>
                </a:lnTo>
                <a:lnTo>
                  <a:pt x="42776" y="486"/>
                </a:lnTo>
                <a:lnTo>
                  <a:pt x="44616" y="486"/>
                </a:lnTo>
                <a:lnTo>
                  <a:pt x="44616" y="2187"/>
                </a:lnTo>
                <a:moveTo>
                  <a:pt x="44512" y="13504"/>
                </a:moveTo>
                <a:lnTo>
                  <a:pt x="42880" y="13504"/>
                </a:lnTo>
                <a:lnTo>
                  <a:pt x="42880" y="3801"/>
                </a:lnTo>
                <a:lnTo>
                  <a:pt x="44512" y="3801"/>
                </a:lnTo>
                <a:lnTo>
                  <a:pt x="44512" y="13504"/>
                </a:lnTo>
                <a:close/>
                <a:moveTo>
                  <a:pt x="54909" y="12905"/>
                </a:moveTo>
                <a:cubicBezTo>
                  <a:pt x="54365" y="13165"/>
                  <a:pt x="53849" y="13368"/>
                  <a:pt x="53360" y="13512"/>
                </a:cubicBezTo>
                <a:cubicBezTo>
                  <a:pt x="52871" y="13657"/>
                  <a:pt x="52352" y="13729"/>
                  <a:pt x="51802" y="13729"/>
                </a:cubicBezTo>
                <a:cubicBezTo>
                  <a:pt x="51102" y="13729"/>
                  <a:pt x="50460" y="13627"/>
                  <a:pt x="49875" y="13421"/>
                </a:cubicBezTo>
                <a:cubicBezTo>
                  <a:pt x="49291" y="13215"/>
                  <a:pt x="48791" y="12904"/>
                  <a:pt x="48374" y="12486"/>
                </a:cubicBezTo>
                <a:cubicBezTo>
                  <a:pt x="47952" y="12069"/>
                  <a:pt x="47625" y="11542"/>
                  <a:pt x="47393" y="10904"/>
                </a:cubicBezTo>
                <a:cubicBezTo>
                  <a:pt x="47162" y="10267"/>
                  <a:pt x="47046" y="9522"/>
                  <a:pt x="47046" y="8670"/>
                </a:cubicBezTo>
                <a:cubicBezTo>
                  <a:pt x="47046" y="7082"/>
                  <a:pt x="47482" y="5836"/>
                  <a:pt x="48352" y="4932"/>
                </a:cubicBezTo>
                <a:cubicBezTo>
                  <a:pt x="49223" y="4028"/>
                  <a:pt x="50373" y="3576"/>
                  <a:pt x="51802" y="3576"/>
                </a:cubicBezTo>
                <a:cubicBezTo>
                  <a:pt x="52358" y="3576"/>
                  <a:pt x="52903" y="3654"/>
                  <a:pt x="53438" y="3810"/>
                </a:cubicBezTo>
                <a:cubicBezTo>
                  <a:pt x="53973" y="3966"/>
                  <a:pt x="54464" y="4157"/>
                  <a:pt x="54909" y="4383"/>
                </a:cubicBezTo>
                <a:lnTo>
                  <a:pt x="54909" y="6196"/>
                </a:lnTo>
                <a:lnTo>
                  <a:pt x="54822" y="6196"/>
                </a:lnTo>
                <a:cubicBezTo>
                  <a:pt x="54325" y="5812"/>
                  <a:pt x="53811" y="5516"/>
                  <a:pt x="53282" y="5309"/>
                </a:cubicBezTo>
                <a:cubicBezTo>
                  <a:pt x="52752" y="5102"/>
                  <a:pt x="52236" y="4999"/>
                  <a:pt x="51733" y="4999"/>
                </a:cubicBezTo>
                <a:cubicBezTo>
                  <a:pt x="50807" y="4999"/>
                  <a:pt x="50077" y="5310"/>
                  <a:pt x="49541" y="5932"/>
                </a:cubicBezTo>
                <a:cubicBezTo>
                  <a:pt x="49006" y="6554"/>
                  <a:pt x="48739" y="7466"/>
                  <a:pt x="48739" y="8670"/>
                </a:cubicBezTo>
                <a:cubicBezTo>
                  <a:pt x="48739" y="9839"/>
                  <a:pt x="49000" y="10737"/>
                  <a:pt x="49524" y="11365"/>
                </a:cubicBezTo>
                <a:cubicBezTo>
                  <a:pt x="50048" y="11992"/>
                  <a:pt x="50784" y="12306"/>
                  <a:pt x="51733" y="12306"/>
                </a:cubicBezTo>
                <a:cubicBezTo>
                  <a:pt x="52062" y="12306"/>
                  <a:pt x="52398" y="12263"/>
                  <a:pt x="52739" y="12177"/>
                </a:cubicBezTo>
                <a:cubicBezTo>
                  <a:pt x="53081" y="12091"/>
                  <a:pt x="53387" y="11979"/>
                  <a:pt x="53659" y="11841"/>
                </a:cubicBezTo>
                <a:cubicBezTo>
                  <a:pt x="53897" y="11720"/>
                  <a:pt x="54119" y="11592"/>
                  <a:pt x="54328" y="11458"/>
                </a:cubicBezTo>
                <a:cubicBezTo>
                  <a:pt x="54536" y="11323"/>
                  <a:pt x="54701" y="11206"/>
                  <a:pt x="54822" y="11109"/>
                </a:cubicBezTo>
                <a:lnTo>
                  <a:pt x="54909" y="11109"/>
                </a:lnTo>
                <a:lnTo>
                  <a:pt x="54909" y="12905"/>
                </a:lnTo>
                <a:close/>
                <a:moveTo>
                  <a:pt x="64533" y="13504"/>
                </a:moveTo>
                <a:lnTo>
                  <a:pt x="62910" y="13504"/>
                </a:lnTo>
                <a:lnTo>
                  <a:pt x="62910" y="12478"/>
                </a:lnTo>
                <a:cubicBezTo>
                  <a:pt x="62766" y="12577"/>
                  <a:pt x="62570" y="12714"/>
                  <a:pt x="62325" y="12891"/>
                </a:cubicBezTo>
                <a:cubicBezTo>
                  <a:pt x="62079" y="13068"/>
                  <a:pt x="61840" y="13208"/>
                  <a:pt x="61609" y="13312"/>
                </a:cubicBezTo>
                <a:cubicBezTo>
                  <a:pt x="61337" y="13446"/>
                  <a:pt x="61024" y="13557"/>
                  <a:pt x="60671" y="13647"/>
                </a:cubicBezTo>
                <a:cubicBezTo>
                  <a:pt x="60318" y="13737"/>
                  <a:pt x="59905" y="13782"/>
                  <a:pt x="59430" y="13782"/>
                </a:cubicBezTo>
                <a:cubicBezTo>
                  <a:pt x="58557" y="13782"/>
                  <a:pt x="57816" y="13492"/>
                  <a:pt x="57209" y="12913"/>
                </a:cubicBezTo>
                <a:cubicBezTo>
                  <a:pt x="56601" y="12333"/>
                  <a:pt x="56297" y="11595"/>
                  <a:pt x="56297" y="10697"/>
                </a:cubicBezTo>
                <a:cubicBezTo>
                  <a:pt x="56297" y="9961"/>
                  <a:pt x="56455" y="9366"/>
                  <a:pt x="56770" y="8911"/>
                </a:cubicBezTo>
                <a:cubicBezTo>
                  <a:pt x="57086" y="8456"/>
                  <a:pt x="57535" y="8098"/>
                  <a:pt x="58120" y="7838"/>
                </a:cubicBezTo>
                <a:cubicBezTo>
                  <a:pt x="58710" y="7577"/>
                  <a:pt x="59419" y="7400"/>
                  <a:pt x="60246" y="7308"/>
                </a:cubicBezTo>
                <a:cubicBezTo>
                  <a:pt x="61073" y="7215"/>
                  <a:pt x="61962" y="7145"/>
                  <a:pt x="62910" y="7099"/>
                </a:cubicBezTo>
                <a:lnTo>
                  <a:pt x="62910" y="6845"/>
                </a:lnTo>
                <a:cubicBezTo>
                  <a:pt x="62910" y="6472"/>
                  <a:pt x="62845" y="6163"/>
                  <a:pt x="62715" y="5918"/>
                </a:cubicBezTo>
                <a:cubicBezTo>
                  <a:pt x="62585" y="5673"/>
                  <a:pt x="62398" y="5480"/>
                  <a:pt x="62155" y="5340"/>
                </a:cubicBezTo>
                <a:cubicBezTo>
                  <a:pt x="61924" y="5206"/>
                  <a:pt x="61646" y="5115"/>
                  <a:pt x="61322" y="5069"/>
                </a:cubicBezTo>
                <a:cubicBezTo>
                  <a:pt x="60998" y="5022"/>
                  <a:pt x="60660" y="4999"/>
                  <a:pt x="60307" y="4999"/>
                </a:cubicBezTo>
                <a:cubicBezTo>
                  <a:pt x="59879" y="4999"/>
                  <a:pt x="59401" y="5057"/>
                  <a:pt x="58875" y="5173"/>
                </a:cubicBezTo>
                <a:cubicBezTo>
                  <a:pt x="58348" y="5288"/>
                  <a:pt x="57804" y="5456"/>
                  <a:pt x="57243" y="5676"/>
                </a:cubicBezTo>
                <a:lnTo>
                  <a:pt x="57156" y="5676"/>
                </a:lnTo>
                <a:lnTo>
                  <a:pt x="57156" y="4018"/>
                </a:lnTo>
                <a:cubicBezTo>
                  <a:pt x="57475" y="3931"/>
                  <a:pt x="57935" y="3836"/>
                  <a:pt x="58536" y="3732"/>
                </a:cubicBezTo>
                <a:cubicBezTo>
                  <a:pt x="59138" y="3628"/>
                  <a:pt x="59731" y="3576"/>
                  <a:pt x="60315" y="3576"/>
                </a:cubicBezTo>
                <a:cubicBezTo>
                  <a:pt x="60998" y="3576"/>
                  <a:pt x="61593" y="3632"/>
                  <a:pt x="62099" y="3745"/>
                </a:cubicBezTo>
                <a:cubicBezTo>
                  <a:pt x="62605" y="3858"/>
                  <a:pt x="63043" y="4050"/>
                  <a:pt x="63414" y="4322"/>
                </a:cubicBezTo>
                <a:cubicBezTo>
                  <a:pt x="63778" y="4588"/>
                  <a:pt x="64056" y="4932"/>
                  <a:pt x="64247" y="5355"/>
                </a:cubicBezTo>
                <a:cubicBezTo>
                  <a:pt x="64438" y="5777"/>
                  <a:pt x="64533" y="6301"/>
                  <a:pt x="64533" y="6925"/>
                </a:cubicBezTo>
                <a:lnTo>
                  <a:pt x="64533" y="13504"/>
                </a:lnTo>
                <a:moveTo>
                  <a:pt x="62910" y="11129"/>
                </a:moveTo>
                <a:lnTo>
                  <a:pt x="62910" y="8418"/>
                </a:lnTo>
                <a:cubicBezTo>
                  <a:pt x="62413" y="8447"/>
                  <a:pt x="61827" y="8491"/>
                  <a:pt x="61153" y="8549"/>
                </a:cubicBezTo>
                <a:cubicBezTo>
                  <a:pt x="60479" y="8607"/>
                  <a:pt x="59945" y="8691"/>
                  <a:pt x="59552" y="8802"/>
                </a:cubicBezTo>
                <a:cubicBezTo>
                  <a:pt x="59083" y="8935"/>
                  <a:pt x="58704" y="9143"/>
                  <a:pt x="58415" y="9425"/>
                </a:cubicBezTo>
                <a:cubicBezTo>
                  <a:pt x="58126" y="9707"/>
                  <a:pt x="57981" y="10095"/>
                  <a:pt x="57981" y="10589"/>
                </a:cubicBezTo>
                <a:cubicBezTo>
                  <a:pt x="57981" y="11147"/>
                  <a:pt x="58149" y="11567"/>
                  <a:pt x="58484" y="11849"/>
                </a:cubicBezTo>
                <a:cubicBezTo>
                  <a:pt x="58820" y="12131"/>
                  <a:pt x="59332" y="12271"/>
                  <a:pt x="60020" y="12271"/>
                </a:cubicBezTo>
                <a:cubicBezTo>
                  <a:pt x="60593" y="12271"/>
                  <a:pt x="61117" y="12160"/>
                  <a:pt x="61591" y="11936"/>
                </a:cubicBezTo>
                <a:cubicBezTo>
                  <a:pt x="62066" y="11712"/>
                  <a:pt x="62505" y="11443"/>
                  <a:pt x="62910" y="11129"/>
                </a:cubicBezTo>
                <a:close/>
                <a:moveTo>
                  <a:pt x="69324" y="13504"/>
                </a:moveTo>
                <a:lnTo>
                  <a:pt x="67692" y="13504"/>
                </a:lnTo>
                <a:lnTo>
                  <a:pt x="67692" y="0"/>
                </a:lnTo>
                <a:lnTo>
                  <a:pt x="69324" y="0"/>
                </a:lnTo>
                <a:lnTo>
                  <a:pt x="69324" y="13504"/>
                </a:lnTo>
                <a:close/>
                <a:moveTo>
                  <a:pt x="80667" y="8817"/>
                </a:moveTo>
                <a:lnTo>
                  <a:pt x="73524" y="8817"/>
                </a:lnTo>
                <a:cubicBezTo>
                  <a:pt x="73524" y="9415"/>
                  <a:pt x="73614" y="9935"/>
                  <a:pt x="73793" y="10379"/>
                </a:cubicBezTo>
                <a:cubicBezTo>
                  <a:pt x="73973" y="10823"/>
                  <a:pt x="74218" y="11187"/>
                  <a:pt x="74531" y="11471"/>
                </a:cubicBezTo>
                <a:cubicBezTo>
                  <a:pt x="74832" y="11749"/>
                  <a:pt x="75189" y="11958"/>
                  <a:pt x="75603" y="12097"/>
                </a:cubicBezTo>
                <a:cubicBezTo>
                  <a:pt x="76016" y="12237"/>
                  <a:pt x="76472" y="12306"/>
                  <a:pt x="76970" y="12306"/>
                </a:cubicBezTo>
                <a:cubicBezTo>
                  <a:pt x="77629" y="12306"/>
                  <a:pt x="78293" y="12174"/>
                  <a:pt x="78961" y="11908"/>
                </a:cubicBezTo>
                <a:cubicBezTo>
                  <a:pt x="79630" y="11643"/>
                  <a:pt x="80105" y="11382"/>
                  <a:pt x="80389" y="11126"/>
                </a:cubicBezTo>
                <a:lnTo>
                  <a:pt x="80476" y="11126"/>
                </a:lnTo>
                <a:lnTo>
                  <a:pt x="80476" y="12911"/>
                </a:lnTo>
                <a:cubicBezTo>
                  <a:pt x="79926" y="13143"/>
                  <a:pt x="79365" y="13338"/>
                  <a:pt x="78792" y="13494"/>
                </a:cubicBezTo>
                <a:cubicBezTo>
                  <a:pt x="78219" y="13651"/>
                  <a:pt x="77618" y="13729"/>
                  <a:pt x="76987" y="13729"/>
                </a:cubicBezTo>
                <a:cubicBezTo>
                  <a:pt x="75379" y="13729"/>
                  <a:pt x="74123" y="13293"/>
                  <a:pt x="73220" y="12421"/>
                </a:cubicBezTo>
                <a:cubicBezTo>
                  <a:pt x="72318" y="11549"/>
                  <a:pt x="71867" y="10310"/>
                  <a:pt x="71867" y="8705"/>
                </a:cubicBezTo>
                <a:cubicBezTo>
                  <a:pt x="71867" y="7117"/>
                  <a:pt x="72299" y="5856"/>
                  <a:pt x="73164" y="4923"/>
                </a:cubicBezTo>
                <a:cubicBezTo>
                  <a:pt x="74029" y="3990"/>
                  <a:pt x="75167" y="3523"/>
                  <a:pt x="76579" y="3523"/>
                </a:cubicBezTo>
                <a:cubicBezTo>
                  <a:pt x="77887" y="3523"/>
                  <a:pt x="78895" y="3906"/>
                  <a:pt x="79604" y="4671"/>
                </a:cubicBezTo>
                <a:cubicBezTo>
                  <a:pt x="80312" y="5436"/>
                  <a:pt x="80667" y="6523"/>
                  <a:pt x="80667" y="7931"/>
                </a:cubicBezTo>
                <a:lnTo>
                  <a:pt x="80667" y="8817"/>
                </a:lnTo>
                <a:moveTo>
                  <a:pt x="79078" y="7568"/>
                </a:moveTo>
                <a:cubicBezTo>
                  <a:pt x="79073" y="6711"/>
                  <a:pt x="78857" y="6049"/>
                  <a:pt x="78432" y="5580"/>
                </a:cubicBezTo>
                <a:cubicBezTo>
                  <a:pt x="78007" y="5112"/>
                  <a:pt x="77360" y="4877"/>
                  <a:pt x="76492" y="4877"/>
                </a:cubicBezTo>
                <a:cubicBezTo>
                  <a:pt x="75619" y="4877"/>
                  <a:pt x="74923" y="5135"/>
                  <a:pt x="74405" y="5650"/>
                </a:cubicBezTo>
                <a:cubicBezTo>
                  <a:pt x="73887" y="6165"/>
                  <a:pt x="73594" y="6804"/>
                  <a:pt x="73524" y="7568"/>
                </a:cubicBezTo>
                <a:lnTo>
                  <a:pt x="79078" y="7568"/>
                </a:lnTo>
                <a:close/>
                <a:moveTo>
                  <a:pt x="90066" y="10703"/>
                </a:moveTo>
                <a:cubicBezTo>
                  <a:pt x="90066" y="11588"/>
                  <a:pt x="89700" y="12313"/>
                  <a:pt x="88968" y="12880"/>
                </a:cubicBezTo>
                <a:cubicBezTo>
                  <a:pt x="88236" y="13446"/>
                  <a:pt x="87236" y="13729"/>
                  <a:pt x="85969" y="13729"/>
                </a:cubicBezTo>
                <a:cubicBezTo>
                  <a:pt x="85252" y="13729"/>
                  <a:pt x="84594" y="13644"/>
                  <a:pt x="83995" y="13473"/>
                </a:cubicBezTo>
                <a:cubicBezTo>
                  <a:pt x="83396" y="13301"/>
                  <a:pt x="82894" y="13114"/>
                  <a:pt x="82489" y="12911"/>
                </a:cubicBezTo>
                <a:lnTo>
                  <a:pt x="82489" y="11074"/>
                </a:lnTo>
                <a:lnTo>
                  <a:pt x="82576" y="11074"/>
                </a:lnTo>
                <a:cubicBezTo>
                  <a:pt x="83091" y="11467"/>
                  <a:pt x="83664" y="11779"/>
                  <a:pt x="84294" y="12011"/>
                </a:cubicBezTo>
                <a:cubicBezTo>
                  <a:pt x="84925" y="12242"/>
                  <a:pt x="85530" y="12358"/>
                  <a:pt x="86108" y="12358"/>
                </a:cubicBezTo>
                <a:cubicBezTo>
                  <a:pt x="86826" y="12358"/>
                  <a:pt x="87387" y="12242"/>
                  <a:pt x="87792" y="12010"/>
                </a:cubicBezTo>
                <a:cubicBezTo>
                  <a:pt x="88197" y="11777"/>
                  <a:pt x="88399" y="11411"/>
                  <a:pt x="88399" y="10911"/>
                </a:cubicBezTo>
                <a:cubicBezTo>
                  <a:pt x="88399" y="10530"/>
                  <a:pt x="88289" y="10241"/>
                  <a:pt x="88070" y="10044"/>
                </a:cubicBezTo>
                <a:cubicBezTo>
                  <a:pt x="87850" y="9848"/>
                  <a:pt x="87427" y="9680"/>
                  <a:pt x="86802" y="9541"/>
                </a:cubicBezTo>
                <a:cubicBezTo>
                  <a:pt x="86571" y="9489"/>
                  <a:pt x="86269" y="9429"/>
                  <a:pt x="85896" y="9359"/>
                </a:cubicBezTo>
                <a:cubicBezTo>
                  <a:pt x="85522" y="9290"/>
                  <a:pt x="85182" y="9215"/>
                  <a:pt x="84876" y="9134"/>
                </a:cubicBezTo>
                <a:cubicBezTo>
                  <a:pt x="84025" y="8908"/>
                  <a:pt x="83422" y="8577"/>
                  <a:pt x="83066" y="8141"/>
                </a:cubicBezTo>
                <a:cubicBezTo>
                  <a:pt x="82711" y="7705"/>
                  <a:pt x="82533" y="7168"/>
                  <a:pt x="82533" y="6533"/>
                </a:cubicBezTo>
                <a:cubicBezTo>
                  <a:pt x="82533" y="6134"/>
                  <a:pt x="82615" y="5758"/>
                  <a:pt x="82780" y="5405"/>
                </a:cubicBezTo>
                <a:cubicBezTo>
                  <a:pt x="82945" y="5053"/>
                  <a:pt x="83195" y="4737"/>
                  <a:pt x="83531" y="4460"/>
                </a:cubicBezTo>
                <a:cubicBezTo>
                  <a:pt x="83855" y="4188"/>
                  <a:pt x="84267" y="3973"/>
                  <a:pt x="84767" y="3814"/>
                </a:cubicBezTo>
                <a:cubicBezTo>
                  <a:pt x="85268" y="3655"/>
                  <a:pt x="85828" y="3576"/>
                  <a:pt x="86447" y="3576"/>
                </a:cubicBezTo>
                <a:cubicBezTo>
                  <a:pt x="87025" y="3576"/>
                  <a:pt x="87611" y="3646"/>
                  <a:pt x="88204" y="3787"/>
                </a:cubicBezTo>
                <a:cubicBezTo>
                  <a:pt x="88797" y="3929"/>
                  <a:pt x="89290" y="4100"/>
                  <a:pt x="89684" y="4302"/>
                </a:cubicBezTo>
                <a:lnTo>
                  <a:pt x="89684" y="6040"/>
                </a:lnTo>
                <a:lnTo>
                  <a:pt x="89597" y="6040"/>
                </a:lnTo>
                <a:cubicBezTo>
                  <a:pt x="89180" y="5734"/>
                  <a:pt x="88674" y="5475"/>
                  <a:pt x="88078" y="5264"/>
                </a:cubicBezTo>
                <a:cubicBezTo>
                  <a:pt x="87482" y="5052"/>
                  <a:pt x="86898" y="4947"/>
                  <a:pt x="86325" y="4947"/>
                </a:cubicBezTo>
                <a:cubicBezTo>
                  <a:pt x="85729" y="4947"/>
                  <a:pt x="85226" y="5062"/>
                  <a:pt x="84815" y="5291"/>
                </a:cubicBezTo>
                <a:cubicBezTo>
                  <a:pt x="84404" y="5521"/>
                  <a:pt x="84199" y="5862"/>
                  <a:pt x="84199" y="6316"/>
                </a:cubicBezTo>
                <a:cubicBezTo>
                  <a:pt x="84199" y="6714"/>
                  <a:pt x="84323" y="7015"/>
                  <a:pt x="84572" y="7217"/>
                </a:cubicBezTo>
                <a:cubicBezTo>
                  <a:pt x="84815" y="7420"/>
                  <a:pt x="85208" y="7584"/>
                  <a:pt x="85752" y="7712"/>
                </a:cubicBezTo>
                <a:cubicBezTo>
                  <a:pt x="86053" y="7781"/>
                  <a:pt x="86390" y="7851"/>
                  <a:pt x="86763" y="7920"/>
                </a:cubicBezTo>
                <a:cubicBezTo>
                  <a:pt x="87137" y="7989"/>
                  <a:pt x="87448" y="8053"/>
                  <a:pt x="87696" y="8111"/>
                </a:cubicBezTo>
                <a:cubicBezTo>
                  <a:pt x="88454" y="8284"/>
                  <a:pt x="89039" y="8582"/>
                  <a:pt x="89449" y="9004"/>
                </a:cubicBezTo>
                <a:cubicBezTo>
                  <a:pt x="89860" y="9432"/>
                  <a:pt x="90066" y="9998"/>
                  <a:pt x="90066" y="10703"/>
                </a:cubicBez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71E929-3F8E-4BA6-AD6B-89E69B88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52" y="2817884"/>
            <a:ext cx="49452" cy="110111"/>
          </a:xfrm>
          <a:custGeom xmlns:a="http://schemas.openxmlformats.org/drawingml/2006/main">
            <a:pathLst>
              <a:path w="49452" h="110111">
                <a:moveTo>
                  <a:pt x="0" y="0"/>
                </a:moveTo>
                <a:lnTo>
                  <a:pt x="49452" y="0"/>
                </a:lnTo>
                <a:lnTo>
                  <a:pt x="49452" y="110111"/>
                </a:lnTo>
                <a:lnTo>
                  <a:pt x="0" y="1101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2DCCD-C588-41BD-AC77-2584BBDC7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49653" y="2817886"/>
            <a:ext cx="49452" cy="110112"/>
          </a:xfrm>
          <a:custGeom xmlns:a="http://schemas.openxmlformats.org/drawingml/2006/main">
            <a:pathLst>
              <a:path w="49452" h="110112" fill="none">
                <a:moveTo>
                  <a:pt x="0" y="0"/>
                </a:moveTo>
                <a:lnTo>
                  <a:pt x="49452" y="0"/>
                </a:lnTo>
                <a:lnTo>
                  <a:pt x="49452" y="110112"/>
                </a:lnTo>
                <a:lnTo>
                  <a:pt x="0" y="1101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1364C1-6DCD-4249-9920-3AF90454F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604" y="2817884"/>
            <a:ext cx="84636" cy="49869"/>
          </a:xfrm>
          <a:custGeom xmlns:a="http://schemas.openxmlformats.org/drawingml/2006/main">
            <a:pathLst>
              <a:path w="84636" h="49869">
                <a:moveTo>
                  <a:pt x="0" y="0"/>
                </a:moveTo>
                <a:lnTo>
                  <a:pt x="84636" y="0"/>
                </a:lnTo>
                <a:lnTo>
                  <a:pt x="84636" y="49869"/>
                </a:lnTo>
                <a:lnTo>
                  <a:pt x="0" y="498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B69093-E7DF-4659-8B07-4A237D2E4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603" y="2817886"/>
            <a:ext cx="84636" cy="49868"/>
          </a:xfrm>
          <a:custGeom xmlns:a="http://schemas.openxmlformats.org/drawingml/2006/main">
            <a:pathLst>
              <a:path w="84636" h="49868" fill="none">
                <a:moveTo>
                  <a:pt x="0" y="0"/>
                </a:moveTo>
                <a:lnTo>
                  <a:pt x="84636" y="0"/>
                </a:lnTo>
                <a:lnTo>
                  <a:pt x="84636" y="49868"/>
                </a:lnTo>
                <a:lnTo>
                  <a:pt x="0" y="498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C0D637-F7D9-4BDE-865B-220B260E3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604" y="2890250"/>
            <a:ext cx="84636" cy="37745"/>
          </a:xfrm>
          <a:custGeom xmlns:a="http://schemas.openxmlformats.org/drawingml/2006/main">
            <a:pathLst>
              <a:path w="84636" h="37745">
                <a:moveTo>
                  <a:pt x="0" y="0"/>
                </a:moveTo>
                <a:lnTo>
                  <a:pt x="84636" y="0"/>
                </a:lnTo>
                <a:lnTo>
                  <a:pt x="84636" y="37745"/>
                </a:lnTo>
                <a:lnTo>
                  <a:pt x="0" y="377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F0C6F0-F38D-4ED1-B610-02346F962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21603" y="2890252"/>
            <a:ext cx="84636" cy="37745"/>
          </a:xfrm>
          <a:custGeom xmlns:a="http://schemas.openxmlformats.org/drawingml/2006/main">
            <a:pathLst>
              <a:path w="84636" h="37745" fill="none">
                <a:moveTo>
                  <a:pt x="0" y="0"/>
                </a:moveTo>
                <a:lnTo>
                  <a:pt x="84636" y="0"/>
                </a:lnTo>
                <a:lnTo>
                  <a:pt x="84636" y="37745"/>
                </a:lnTo>
                <a:lnTo>
                  <a:pt x="0" y="3774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6BEA63-DC7E-4BEF-BEA3-37BE45A0C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737" y="2817884"/>
            <a:ext cx="13290" cy="27898"/>
          </a:xfrm>
          <a:custGeom xmlns:a="http://schemas.openxmlformats.org/drawingml/2006/main">
            <a:pathLst>
              <a:path w="13290" h="27898">
                <a:moveTo>
                  <a:pt x="0" y="0"/>
                </a:moveTo>
                <a:lnTo>
                  <a:pt x="13290" y="0"/>
                </a:lnTo>
                <a:lnTo>
                  <a:pt x="13290" y="27898"/>
                </a:lnTo>
                <a:lnTo>
                  <a:pt x="0" y="278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D8C28A-040D-42B8-AF67-A9F3A9A0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738" y="2817886"/>
            <a:ext cx="13289" cy="27899"/>
          </a:xfrm>
          <a:custGeom xmlns:a="http://schemas.openxmlformats.org/drawingml/2006/main">
            <a:pathLst>
              <a:path w="13289" h="27899" fill="none">
                <a:moveTo>
                  <a:pt x="0" y="0"/>
                </a:moveTo>
                <a:lnTo>
                  <a:pt x="13289" y="0"/>
                </a:lnTo>
                <a:lnTo>
                  <a:pt x="13289" y="27899"/>
                </a:lnTo>
                <a:lnTo>
                  <a:pt x="0" y="278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9DDC53-2915-4E3E-B565-F3200D6B9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524" y="2817884"/>
            <a:ext cx="11179" cy="27898"/>
          </a:xfrm>
          <a:custGeom xmlns:a="http://schemas.openxmlformats.org/drawingml/2006/main">
            <a:pathLst>
              <a:path w="11179" h="27898">
                <a:moveTo>
                  <a:pt x="0" y="0"/>
                </a:moveTo>
                <a:lnTo>
                  <a:pt x="11179" y="0"/>
                </a:lnTo>
                <a:lnTo>
                  <a:pt x="11179" y="27898"/>
                </a:lnTo>
                <a:lnTo>
                  <a:pt x="0" y="278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C2C4D3A-1037-40BE-964C-DFBFE0ECD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4525" y="2817886"/>
            <a:ext cx="11179" cy="27899"/>
          </a:xfrm>
          <a:custGeom xmlns:a="http://schemas.openxmlformats.org/drawingml/2006/main">
            <a:pathLst>
              <a:path w="11179" h="27899" fill="none">
                <a:moveTo>
                  <a:pt x="0" y="0"/>
                </a:moveTo>
                <a:lnTo>
                  <a:pt x="11179" y="0"/>
                </a:lnTo>
                <a:lnTo>
                  <a:pt x="11179" y="27899"/>
                </a:lnTo>
                <a:lnTo>
                  <a:pt x="0" y="278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DC17C1F-A0F6-40EC-824B-22C9053D2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737" y="2868281"/>
            <a:ext cx="20848" cy="15845"/>
          </a:xfrm>
          <a:custGeom xmlns:a="http://schemas.openxmlformats.org/drawingml/2006/main">
            <a:pathLst>
              <a:path w="20848" h="15845">
                <a:moveTo>
                  <a:pt x="0" y="0"/>
                </a:moveTo>
                <a:lnTo>
                  <a:pt x="20848" y="0"/>
                </a:lnTo>
                <a:lnTo>
                  <a:pt x="20848" y="15845"/>
                </a:lnTo>
                <a:lnTo>
                  <a:pt x="0" y="158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7B515D-654B-4116-A199-CDB5FFD7E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738" y="2868283"/>
            <a:ext cx="20848" cy="15847"/>
          </a:xfrm>
          <a:custGeom xmlns:a="http://schemas.openxmlformats.org/drawingml/2006/main">
            <a:pathLst>
              <a:path w="20848" h="15847" fill="none">
                <a:moveTo>
                  <a:pt x="0" y="0"/>
                </a:moveTo>
                <a:lnTo>
                  <a:pt x="20848" y="0"/>
                </a:lnTo>
                <a:lnTo>
                  <a:pt x="20848" y="15847"/>
                </a:lnTo>
                <a:lnTo>
                  <a:pt x="0" y="158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FB0D7E-0E47-4234-89B2-11F3CE84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085" y="2868281"/>
            <a:ext cx="3618" cy="15845"/>
          </a:xfrm>
          <a:custGeom xmlns:a="http://schemas.openxmlformats.org/drawingml/2006/main">
            <a:pathLst>
              <a:path w="3618" h="15845">
                <a:moveTo>
                  <a:pt x="0" y="0"/>
                </a:moveTo>
                <a:lnTo>
                  <a:pt x="3618" y="0"/>
                </a:lnTo>
                <a:lnTo>
                  <a:pt x="3618" y="15845"/>
                </a:lnTo>
                <a:lnTo>
                  <a:pt x="0" y="158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73D5EC-B007-4BD6-BE0D-7C72AC799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72085" y="2868283"/>
            <a:ext cx="3619" cy="15847"/>
          </a:xfrm>
          <a:custGeom xmlns:a="http://schemas.openxmlformats.org/drawingml/2006/main">
            <a:pathLst>
              <a:path w="3619" h="15847" fill="none">
                <a:moveTo>
                  <a:pt x="0" y="0"/>
                </a:moveTo>
                <a:lnTo>
                  <a:pt x="3619" y="0"/>
                </a:lnTo>
                <a:lnTo>
                  <a:pt x="3619" y="15847"/>
                </a:lnTo>
                <a:lnTo>
                  <a:pt x="0" y="158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D12E44-98DF-4EC2-B25A-79D35A43B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737" y="2906626"/>
            <a:ext cx="14896" cy="1775"/>
          </a:xfrm>
          <a:custGeom xmlns:a="http://schemas.openxmlformats.org/drawingml/2006/main">
            <a:pathLst>
              <a:path w="14896" h="1775">
                <a:moveTo>
                  <a:pt x="0" y="0"/>
                </a:moveTo>
                <a:lnTo>
                  <a:pt x="14896" y="0"/>
                </a:lnTo>
                <a:lnTo>
                  <a:pt x="14896" y="1775"/>
                </a:lnTo>
                <a:lnTo>
                  <a:pt x="0" y="17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E73F7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24D759-577E-4A19-950E-735677AF6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8738" y="2906628"/>
            <a:ext cx="14896" cy="1774"/>
          </a:xfrm>
          <a:custGeom xmlns:a="http://schemas.openxmlformats.org/drawingml/2006/main">
            <a:pathLst>
              <a:path w="14896" h="1774" fill="none">
                <a:moveTo>
                  <a:pt x="0" y="0"/>
                </a:moveTo>
                <a:lnTo>
                  <a:pt x="14896" y="0"/>
                </a:lnTo>
                <a:lnTo>
                  <a:pt x="14896" y="1774"/>
                </a:lnTo>
                <a:lnTo>
                  <a:pt x="0" y="17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3B9F0D-0A4E-4A59-B813-FC648C0D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36" y="880513"/>
            <a:ext cx="473451" cy="464178"/>
          </a:xfrm>
          <a:custGeom xmlns:a="http://schemas.openxmlformats.org/drawingml/2006/main">
            <a:pathLst>
              <a:path w="473451" h="464178">
                <a:moveTo>
                  <a:pt x="0" y="0"/>
                </a:moveTo>
                <a:lnTo>
                  <a:pt x="473451" y="0"/>
                </a:lnTo>
                <a:lnTo>
                  <a:pt x="473451" y="464178"/>
                </a:lnTo>
                <a:lnTo>
                  <a:pt x="0" y="4641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C4B43-59E6-4709-8D1D-53D75569B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36" y="880515"/>
            <a:ext cx="473450" cy="464177"/>
          </a:xfrm>
          <a:custGeom xmlns:a="http://schemas.openxmlformats.org/drawingml/2006/main">
            <a:pathLst>
              <a:path w="473450" h="464177" fill="none">
                <a:moveTo>
                  <a:pt x="0" y="0"/>
                </a:moveTo>
                <a:lnTo>
                  <a:pt x="473450" y="0"/>
                </a:lnTo>
                <a:lnTo>
                  <a:pt x="473450" y="464177"/>
                </a:lnTo>
                <a:lnTo>
                  <a:pt x="0" y="46417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95" name="Text Cecidomyiidae">
            <a:extLst xmlns:a="http://schemas.openxmlformats.org/drawingml/2006/main">
              <a:ext uri="{FF2B5EF4-FFF2-40B4-BE49-F238E27FC236}">
                <a16:creationId xmlns:a16="http://schemas.microsoft.com/office/drawing/2014/main" id="{AF3AF26E-12CC-444F-991C-EF0B8E7B3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850" y="917245"/>
            <a:ext cx="421818" cy="56715"/>
          </a:xfrm>
          <a:custGeom xmlns:a="http://schemas.openxmlformats.org/drawingml/2006/main">
            <a:pathLst>
              <a:path w="421818" h="56715">
                <a:moveTo>
                  <a:pt x="35591" y="41747"/>
                </a:moveTo>
                <a:cubicBezTo>
                  <a:pt x="34534" y="42210"/>
                  <a:pt x="33579" y="42643"/>
                  <a:pt x="32724" y="43048"/>
                </a:cubicBezTo>
                <a:cubicBezTo>
                  <a:pt x="31869" y="43453"/>
                  <a:pt x="30749" y="43876"/>
                  <a:pt x="29366" y="44319"/>
                </a:cubicBezTo>
                <a:cubicBezTo>
                  <a:pt x="28194" y="44686"/>
                  <a:pt x="26921" y="44999"/>
                  <a:pt x="25548" y="45259"/>
                </a:cubicBezTo>
                <a:cubicBezTo>
                  <a:pt x="24174" y="45519"/>
                  <a:pt x="22661" y="45649"/>
                  <a:pt x="21009" y="45649"/>
                </a:cubicBezTo>
                <a:cubicBezTo>
                  <a:pt x="17896" y="45649"/>
                  <a:pt x="15067" y="45211"/>
                  <a:pt x="12522" y="44337"/>
                </a:cubicBezTo>
                <a:cubicBezTo>
                  <a:pt x="9976" y="43462"/>
                  <a:pt x="7762" y="42092"/>
                  <a:pt x="5879" y="40227"/>
                </a:cubicBezTo>
                <a:cubicBezTo>
                  <a:pt x="4035" y="38401"/>
                  <a:pt x="2594" y="36079"/>
                  <a:pt x="1556" y="33263"/>
                </a:cubicBezTo>
                <a:cubicBezTo>
                  <a:pt x="519" y="30447"/>
                  <a:pt x="0" y="27174"/>
                  <a:pt x="0" y="23444"/>
                </a:cubicBezTo>
                <a:cubicBezTo>
                  <a:pt x="0" y="19906"/>
                  <a:pt x="500" y="16744"/>
                  <a:pt x="1499" y="13956"/>
                </a:cubicBezTo>
                <a:cubicBezTo>
                  <a:pt x="2498" y="11169"/>
                  <a:pt x="3939" y="8814"/>
                  <a:pt x="5821" y="6891"/>
                </a:cubicBezTo>
                <a:cubicBezTo>
                  <a:pt x="7647" y="5026"/>
                  <a:pt x="9851" y="3604"/>
                  <a:pt x="12435" y="2623"/>
                </a:cubicBezTo>
                <a:cubicBezTo>
                  <a:pt x="15019" y="1643"/>
                  <a:pt x="17887" y="1153"/>
                  <a:pt x="21038" y="1153"/>
                </a:cubicBezTo>
                <a:cubicBezTo>
                  <a:pt x="23343" y="1153"/>
                  <a:pt x="25644" y="1431"/>
                  <a:pt x="27940" y="1988"/>
                </a:cubicBezTo>
                <a:cubicBezTo>
                  <a:pt x="30236" y="2546"/>
                  <a:pt x="32786" y="3525"/>
                  <a:pt x="35591" y="4928"/>
                </a:cubicBezTo>
                <a:lnTo>
                  <a:pt x="35591" y="11700"/>
                </a:lnTo>
                <a:lnTo>
                  <a:pt x="35159" y="11700"/>
                </a:lnTo>
                <a:cubicBezTo>
                  <a:pt x="32796" y="9752"/>
                  <a:pt x="30452" y="8332"/>
                  <a:pt x="28127" y="7443"/>
                </a:cubicBezTo>
                <a:cubicBezTo>
                  <a:pt x="25802" y="6554"/>
                  <a:pt x="23314" y="6110"/>
                  <a:pt x="20663" y="6110"/>
                </a:cubicBezTo>
                <a:cubicBezTo>
                  <a:pt x="18492" y="6110"/>
                  <a:pt x="16537" y="6459"/>
                  <a:pt x="14798" y="7159"/>
                </a:cubicBezTo>
                <a:cubicBezTo>
                  <a:pt x="13060" y="7858"/>
                  <a:pt x="11508" y="8946"/>
                  <a:pt x="10144" y="10422"/>
                </a:cubicBezTo>
                <a:cubicBezTo>
                  <a:pt x="8819" y="11859"/>
                  <a:pt x="7786" y="13675"/>
                  <a:pt x="7046" y="15869"/>
                </a:cubicBezTo>
                <a:cubicBezTo>
                  <a:pt x="6306" y="18064"/>
                  <a:pt x="5937" y="20598"/>
                  <a:pt x="5937" y="23473"/>
                </a:cubicBezTo>
                <a:cubicBezTo>
                  <a:pt x="5937" y="26481"/>
                  <a:pt x="6345" y="29068"/>
                  <a:pt x="7161" y="31234"/>
                </a:cubicBezTo>
                <a:cubicBezTo>
                  <a:pt x="7978" y="33400"/>
                  <a:pt x="9030" y="35163"/>
                  <a:pt x="10317" y="36524"/>
                </a:cubicBezTo>
                <a:cubicBezTo>
                  <a:pt x="11662" y="37942"/>
                  <a:pt x="13233" y="38991"/>
                  <a:pt x="15029" y="39672"/>
                </a:cubicBezTo>
                <a:cubicBezTo>
                  <a:pt x="16825" y="40352"/>
                  <a:pt x="18723" y="40692"/>
                  <a:pt x="20721" y="40692"/>
                </a:cubicBezTo>
                <a:cubicBezTo>
                  <a:pt x="23468" y="40692"/>
                  <a:pt x="26042" y="40221"/>
                  <a:pt x="28444" y="39280"/>
                </a:cubicBezTo>
                <a:cubicBezTo>
                  <a:pt x="30846" y="38338"/>
                  <a:pt x="33093" y="36926"/>
                  <a:pt x="35188" y="35043"/>
                </a:cubicBezTo>
                <a:lnTo>
                  <a:pt x="35591" y="35043"/>
                </a:lnTo>
                <a:lnTo>
                  <a:pt x="35591" y="41747"/>
                </a:lnTo>
                <a:close/>
                <a:moveTo>
                  <a:pt x="70173" y="29280"/>
                </a:moveTo>
                <a:lnTo>
                  <a:pt x="46456" y="29280"/>
                </a:lnTo>
                <a:cubicBezTo>
                  <a:pt x="46456" y="31263"/>
                  <a:pt x="46753" y="32992"/>
                  <a:pt x="47349" y="34465"/>
                </a:cubicBezTo>
                <a:cubicBezTo>
                  <a:pt x="47945" y="35939"/>
                  <a:pt x="48761" y="37147"/>
                  <a:pt x="49799" y="38091"/>
                </a:cubicBezTo>
                <a:cubicBezTo>
                  <a:pt x="50798" y="39016"/>
                  <a:pt x="51984" y="39709"/>
                  <a:pt x="53358" y="40171"/>
                </a:cubicBezTo>
                <a:cubicBezTo>
                  <a:pt x="54731" y="40634"/>
                  <a:pt x="56244" y="40865"/>
                  <a:pt x="57897" y="40865"/>
                </a:cubicBezTo>
                <a:cubicBezTo>
                  <a:pt x="60087" y="40865"/>
                  <a:pt x="62291" y="40424"/>
                  <a:pt x="64511" y="39544"/>
                </a:cubicBezTo>
                <a:cubicBezTo>
                  <a:pt x="66730" y="38663"/>
                  <a:pt x="68310" y="37797"/>
                  <a:pt x="69251" y="36945"/>
                </a:cubicBezTo>
                <a:lnTo>
                  <a:pt x="69539" y="36945"/>
                </a:lnTo>
                <a:lnTo>
                  <a:pt x="69539" y="42873"/>
                </a:lnTo>
                <a:cubicBezTo>
                  <a:pt x="67714" y="43644"/>
                  <a:pt x="65851" y="44290"/>
                  <a:pt x="63949" y="44810"/>
                </a:cubicBezTo>
                <a:cubicBezTo>
                  <a:pt x="62047" y="45331"/>
                  <a:pt x="60048" y="45591"/>
                  <a:pt x="57954" y="45591"/>
                </a:cubicBezTo>
                <a:cubicBezTo>
                  <a:pt x="52613" y="45591"/>
                  <a:pt x="48444" y="44143"/>
                  <a:pt x="45447" y="41247"/>
                </a:cubicBezTo>
                <a:cubicBezTo>
                  <a:pt x="42450" y="38350"/>
                  <a:pt x="40951" y="34237"/>
                  <a:pt x="40951" y="28905"/>
                </a:cubicBezTo>
                <a:cubicBezTo>
                  <a:pt x="40951" y="23632"/>
                  <a:pt x="42387" y="19447"/>
                  <a:pt x="45260" y="16348"/>
                </a:cubicBezTo>
                <a:cubicBezTo>
                  <a:pt x="48132" y="13250"/>
                  <a:pt x="51912" y="11700"/>
                  <a:pt x="56600" y="11700"/>
                </a:cubicBezTo>
                <a:cubicBezTo>
                  <a:pt x="60942" y="11700"/>
                  <a:pt x="64290" y="12970"/>
                  <a:pt x="66643" y="15511"/>
                </a:cubicBezTo>
                <a:cubicBezTo>
                  <a:pt x="68997" y="18051"/>
                  <a:pt x="70173" y="21659"/>
                  <a:pt x="70173" y="26336"/>
                </a:cubicBezTo>
                <a:lnTo>
                  <a:pt x="70173" y="29280"/>
                </a:lnTo>
                <a:moveTo>
                  <a:pt x="64900" y="25130"/>
                </a:moveTo>
                <a:cubicBezTo>
                  <a:pt x="64880" y="22286"/>
                  <a:pt x="64165" y="20087"/>
                  <a:pt x="62753" y="18530"/>
                </a:cubicBezTo>
                <a:cubicBezTo>
                  <a:pt x="61340" y="16974"/>
                  <a:pt x="59193" y="16196"/>
                  <a:pt x="56312" y="16196"/>
                </a:cubicBezTo>
                <a:cubicBezTo>
                  <a:pt x="53411" y="16196"/>
                  <a:pt x="51100" y="17051"/>
                  <a:pt x="49381" y="18761"/>
                </a:cubicBezTo>
                <a:cubicBezTo>
                  <a:pt x="47661" y="20471"/>
                  <a:pt x="46686" y="22594"/>
                  <a:pt x="46456" y="25130"/>
                </a:cubicBezTo>
                <a:lnTo>
                  <a:pt x="64900" y="25130"/>
                </a:lnTo>
                <a:close/>
                <a:moveTo>
                  <a:pt x="102191" y="42853"/>
                </a:moveTo>
                <a:cubicBezTo>
                  <a:pt x="100385" y="43718"/>
                  <a:pt x="98670" y="44390"/>
                  <a:pt x="97047" y="44871"/>
                </a:cubicBezTo>
                <a:cubicBezTo>
                  <a:pt x="95423" y="45351"/>
                  <a:pt x="93699" y="45591"/>
                  <a:pt x="91874" y="45591"/>
                </a:cubicBezTo>
                <a:cubicBezTo>
                  <a:pt x="89549" y="45591"/>
                  <a:pt x="87416" y="45249"/>
                  <a:pt x="85476" y="44566"/>
                </a:cubicBezTo>
                <a:cubicBezTo>
                  <a:pt x="83535" y="43883"/>
                  <a:pt x="81874" y="42849"/>
                  <a:pt x="80490" y="41463"/>
                </a:cubicBezTo>
                <a:cubicBezTo>
                  <a:pt x="79088" y="40077"/>
                  <a:pt x="78002" y="38326"/>
                  <a:pt x="77234" y="36209"/>
                </a:cubicBezTo>
                <a:cubicBezTo>
                  <a:pt x="76465" y="34092"/>
                  <a:pt x="76081" y="31619"/>
                  <a:pt x="76081" y="28790"/>
                </a:cubicBezTo>
                <a:cubicBezTo>
                  <a:pt x="76081" y="23517"/>
                  <a:pt x="77527" y="19379"/>
                  <a:pt x="80418" y="16377"/>
                </a:cubicBezTo>
                <a:cubicBezTo>
                  <a:pt x="83310" y="13375"/>
                  <a:pt x="87128" y="11873"/>
                  <a:pt x="91874" y="11873"/>
                </a:cubicBezTo>
                <a:cubicBezTo>
                  <a:pt x="93718" y="11873"/>
                  <a:pt x="95529" y="12133"/>
                  <a:pt x="97306" y="12651"/>
                </a:cubicBezTo>
                <a:cubicBezTo>
                  <a:pt x="99083" y="13170"/>
                  <a:pt x="100711" y="13804"/>
                  <a:pt x="102191" y="14553"/>
                </a:cubicBezTo>
                <a:lnTo>
                  <a:pt x="102191" y="20577"/>
                </a:lnTo>
                <a:lnTo>
                  <a:pt x="101903" y="20577"/>
                </a:lnTo>
                <a:cubicBezTo>
                  <a:pt x="100250" y="19298"/>
                  <a:pt x="98545" y="18316"/>
                  <a:pt x="96787" y="17630"/>
                </a:cubicBezTo>
                <a:cubicBezTo>
                  <a:pt x="95029" y="16943"/>
                  <a:pt x="93315" y="16600"/>
                  <a:pt x="91643" y="16600"/>
                </a:cubicBezTo>
                <a:cubicBezTo>
                  <a:pt x="88569" y="16600"/>
                  <a:pt x="86144" y="17632"/>
                  <a:pt x="84366" y="19698"/>
                </a:cubicBezTo>
                <a:cubicBezTo>
                  <a:pt x="82589" y="21763"/>
                  <a:pt x="81701" y="24794"/>
                  <a:pt x="81701" y="28790"/>
                </a:cubicBezTo>
                <a:cubicBezTo>
                  <a:pt x="81701" y="32671"/>
                  <a:pt x="82570" y="35653"/>
                  <a:pt x="84309" y="37738"/>
                </a:cubicBezTo>
                <a:cubicBezTo>
                  <a:pt x="86047" y="39823"/>
                  <a:pt x="88492" y="40865"/>
                  <a:pt x="91643" y="40865"/>
                </a:cubicBezTo>
                <a:cubicBezTo>
                  <a:pt x="92738" y="40865"/>
                  <a:pt x="93853" y="40722"/>
                  <a:pt x="94986" y="40436"/>
                </a:cubicBezTo>
                <a:cubicBezTo>
                  <a:pt x="96120" y="40150"/>
                  <a:pt x="97138" y="39778"/>
                  <a:pt x="98041" y="39319"/>
                </a:cubicBezTo>
                <a:cubicBezTo>
                  <a:pt x="98829" y="38919"/>
                  <a:pt x="99568" y="38495"/>
                  <a:pt x="100260" y="38047"/>
                </a:cubicBezTo>
                <a:cubicBezTo>
                  <a:pt x="100952" y="37598"/>
                  <a:pt x="101499" y="37212"/>
                  <a:pt x="101903" y="36888"/>
                </a:cubicBezTo>
                <a:lnTo>
                  <a:pt x="102191" y="36888"/>
                </a:lnTo>
                <a:lnTo>
                  <a:pt x="102191" y="42853"/>
                </a:lnTo>
                <a:close/>
                <a:moveTo>
                  <a:pt x="114957" y="7262"/>
                </a:moveTo>
                <a:lnTo>
                  <a:pt x="108848" y="7262"/>
                </a:lnTo>
                <a:lnTo>
                  <a:pt x="108848" y="1614"/>
                </a:lnTo>
                <a:lnTo>
                  <a:pt x="114957" y="1614"/>
                </a:lnTo>
                <a:lnTo>
                  <a:pt x="114957" y="7262"/>
                </a:lnTo>
                <a:moveTo>
                  <a:pt x="114612" y="44842"/>
                </a:moveTo>
                <a:lnTo>
                  <a:pt x="109194" y="44842"/>
                </a:lnTo>
                <a:lnTo>
                  <a:pt x="109194" y="12623"/>
                </a:lnTo>
                <a:lnTo>
                  <a:pt x="114612" y="12623"/>
                </a:lnTo>
                <a:lnTo>
                  <a:pt x="114612" y="44842"/>
                </a:lnTo>
                <a:close/>
                <a:moveTo>
                  <a:pt x="151442" y="44842"/>
                </a:moveTo>
                <a:lnTo>
                  <a:pt x="146024" y="44842"/>
                </a:lnTo>
                <a:lnTo>
                  <a:pt x="146024" y="41488"/>
                </a:lnTo>
                <a:cubicBezTo>
                  <a:pt x="144468" y="42837"/>
                  <a:pt x="142844" y="43886"/>
                  <a:pt x="141154" y="44637"/>
                </a:cubicBezTo>
                <a:cubicBezTo>
                  <a:pt x="139463" y="45388"/>
                  <a:pt x="137628" y="45764"/>
                  <a:pt x="135649" y="45764"/>
                </a:cubicBezTo>
                <a:cubicBezTo>
                  <a:pt x="131807" y="45764"/>
                  <a:pt x="128757" y="44281"/>
                  <a:pt x="126499" y="41315"/>
                </a:cubicBezTo>
                <a:cubicBezTo>
                  <a:pt x="124242" y="38349"/>
                  <a:pt x="123113" y="34236"/>
                  <a:pt x="123113" y="28978"/>
                </a:cubicBezTo>
                <a:cubicBezTo>
                  <a:pt x="123113" y="26243"/>
                  <a:pt x="123502" y="23806"/>
                  <a:pt x="124280" y="21668"/>
                </a:cubicBezTo>
                <a:cubicBezTo>
                  <a:pt x="125058" y="19530"/>
                  <a:pt x="126110" y="17710"/>
                  <a:pt x="127436" y="16208"/>
                </a:cubicBezTo>
                <a:cubicBezTo>
                  <a:pt x="128742" y="14744"/>
                  <a:pt x="130265" y="13627"/>
                  <a:pt x="132004" y="12857"/>
                </a:cubicBezTo>
                <a:cubicBezTo>
                  <a:pt x="133742" y="12086"/>
                  <a:pt x="135544" y="11700"/>
                  <a:pt x="137407" y="11700"/>
                </a:cubicBezTo>
                <a:cubicBezTo>
                  <a:pt x="139098" y="11700"/>
                  <a:pt x="140596" y="11879"/>
                  <a:pt x="141903" y="12235"/>
                </a:cubicBezTo>
                <a:cubicBezTo>
                  <a:pt x="143209" y="12591"/>
                  <a:pt x="144583" y="13145"/>
                  <a:pt x="146024" y="13896"/>
                </a:cubicBezTo>
                <a:lnTo>
                  <a:pt x="146024" y="0"/>
                </a:lnTo>
                <a:lnTo>
                  <a:pt x="151442" y="0"/>
                </a:lnTo>
                <a:lnTo>
                  <a:pt x="151442" y="44842"/>
                </a:lnTo>
                <a:moveTo>
                  <a:pt x="146024" y="36917"/>
                </a:moveTo>
                <a:lnTo>
                  <a:pt x="146024" y="18444"/>
                </a:lnTo>
                <a:cubicBezTo>
                  <a:pt x="144564" y="17791"/>
                  <a:pt x="143257" y="17339"/>
                  <a:pt x="142105" y="17089"/>
                </a:cubicBezTo>
                <a:cubicBezTo>
                  <a:pt x="140952" y="16840"/>
                  <a:pt x="139693" y="16715"/>
                  <a:pt x="138329" y="16715"/>
                </a:cubicBezTo>
                <a:cubicBezTo>
                  <a:pt x="135294" y="16715"/>
                  <a:pt x="132931" y="17771"/>
                  <a:pt x="131240" y="19885"/>
                </a:cubicBezTo>
                <a:cubicBezTo>
                  <a:pt x="129549" y="21998"/>
                  <a:pt x="128704" y="24995"/>
                  <a:pt x="128704" y="28876"/>
                </a:cubicBezTo>
                <a:cubicBezTo>
                  <a:pt x="128704" y="32700"/>
                  <a:pt x="129357" y="35605"/>
                  <a:pt x="130664" y="37594"/>
                </a:cubicBezTo>
                <a:cubicBezTo>
                  <a:pt x="131970" y="39582"/>
                  <a:pt x="134064" y="40577"/>
                  <a:pt x="136946" y="40577"/>
                </a:cubicBezTo>
                <a:cubicBezTo>
                  <a:pt x="138483" y="40577"/>
                  <a:pt x="140039" y="40236"/>
                  <a:pt x="141615" y="39554"/>
                </a:cubicBezTo>
                <a:cubicBezTo>
                  <a:pt x="143190" y="38872"/>
                  <a:pt x="144660" y="37993"/>
                  <a:pt x="146024" y="36917"/>
                </a:cubicBezTo>
                <a:close/>
                <a:moveTo>
                  <a:pt x="189540" y="28747"/>
                </a:moveTo>
                <a:cubicBezTo>
                  <a:pt x="189540" y="34005"/>
                  <a:pt x="188195" y="38156"/>
                  <a:pt x="185505" y="41199"/>
                </a:cubicBezTo>
                <a:cubicBezTo>
                  <a:pt x="182816" y="44242"/>
                  <a:pt x="179213" y="45764"/>
                  <a:pt x="174698" y="45764"/>
                </a:cubicBezTo>
                <a:cubicBezTo>
                  <a:pt x="170145" y="45764"/>
                  <a:pt x="166528" y="44242"/>
                  <a:pt x="163848" y="41199"/>
                </a:cubicBezTo>
                <a:cubicBezTo>
                  <a:pt x="161168" y="38156"/>
                  <a:pt x="159828" y="34005"/>
                  <a:pt x="159828" y="28747"/>
                </a:cubicBezTo>
                <a:cubicBezTo>
                  <a:pt x="159828" y="23488"/>
                  <a:pt x="161168" y="19333"/>
                  <a:pt x="163848" y="16280"/>
                </a:cubicBezTo>
                <a:cubicBezTo>
                  <a:pt x="166528" y="13227"/>
                  <a:pt x="170145" y="11700"/>
                  <a:pt x="174698" y="11700"/>
                </a:cubicBezTo>
                <a:cubicBezTo>
                  <a:pt x="179213" y="11700"/>
                  <a:pt x="182816" y="13227"/>
                  <a:pt x="185505" y="16280"/>
                </a:cubicBezTo>
                <a:cubicBezTo>
                  <a:pt x="188195" y="19333"/>
                  <a:pt x="189540" y="23488"/>
                  <a:pt x="189540" y="28747"/>
                </a:cubicBezTo>
                <a:moveTo>
                  <a:pt x="183949" y="28747"/>
                </a:moveTo>
                <a:cubicBezTo>
                  <a:pt x="183949" y="24582"/>
                  <a:pt x="183133" y="21488"/>
                  <a:pt x="181500" y="19463"/>
                </a:cubicBezTo>
                <a:cubicBezTo>
                  <a:pt x="179866" y="17439"/>
                  <a:pt x="177599" y="16427"/>
                  <a:pt x="174698" y="16427"/>
                </a:cubicBezTo>
                <a:cubicBezTo>
                  <a:pt x="171759" y="16427"/>
                  <a:pt x="169477" y="17439"/>
                  <a:pt x="167854" y="19463"/>
                </a:cubicBezTo>
                <a:cubicBezTo>
                  <a:pt x="166230" y="21488"/>
                  <a:pt x="165419" y="24582"/>
                  <a:pt x="165419" y="28747"/>
                </a:cubicBezTo>
                <a:cubicBezTo>
                  <a:pt x="165419" y="32776"/>
                  <a:pt x="166235" y="35832"/>
                  <a:pt x="167868" y="37915"/>
                </a:cubicBezTo>
                <a:cubicBezTo>
                  <a:pt x="169501" y="39997"/>
                  <a:pt x="171778" y="41038"/>
                  <a:pt x="174698" y="41038"/>
                </a:cubicBezTo>
                <a:cubicBezTo>
                  <a:pt x="177580" y="41038"/>
                  <a:pt x="179842" y="40006"/>
                  <a:pt x="181485" y="37943"/>
                </a:cubicBezTo>
                <a:cubicBezTo>
                  <a:pt x="183128" y="35880"/>
                  <a:pt x="183949" y="32815"/>
                  <a:pt x="183949" y="28747"/>
                </a:cubicBezTo>
                <a:close/>
                <a:moveTo>
                  <a:pt x="244901" y="44842"/>
                </a:moveTo>
                <a:lnTo>
                  <a:pt x="239483" y="44842"/>
                </a:lnTo>
                <a:lnTo>
                  <a:pt x="239483" y="26494"/>
                </a:lnTo>
                <a:cubicBezTo>
                  <a:pt x="239483" y="25110"/>
                  <a:pt x="239420" y="23773"/>
                  <a:pt x="239295" y="22485"/>
                </a:cubicBezTo>
                <a:cubicBezTo>
                  <a:pt x="239170" y="21196"/>
                  <a:pt x="238906" y="20167"/>
                  <a:pt x="238503" y="19398"/>
                </a:cubicBezTo>
                <a:cubicBezTo>
                  <a:pt x="238061" y="18570"/>
                  <a:pt x="237427" y="17945"/>
                  <a:pt x="236601" y="17523"/>
                </a:cubicBezTo>
                <a:cubicBezTo>
                  <a:pt x="235775" y="17099"/>
                  <a:pt x="234583" y="16888"/>
                  <a:pt x="233027" y="16888"/>
                </a:cubicBezTo>
                <a:cubicBezTo>
                  <a:pt x="231509" y="16888"/>
                  <a:pt x="229992" y="17268"/>
                  <a:pt x="228474" y="18028"/>
                </a:cubicBezTo>
                <a:cubicBezTo>
                  <a:pt x="226956" y="18787"/>
                  <a:pt x="225438" y="19754"/>
                  <a:pt x="223921" y="20927"/>
                </a:cubicBezTo>
                <a:cubicBezTo>
                  <a:pt x="223978" y="21369"/>
                  <a:pt x="224026" y="21883"/>
                  <a:pt x="224065" y="22470"/>
                </a:cubicBezTo>
                <a:cubicBezTo>
                  <a:pt x="224103" y="23056"/>
                  <a:pt x="224122" y="23638"/>
                  <a:pt x="224122" y="24215"/>
                </a:cubicBezTo>
                <a:lnTo>
                  <a:pt x="224122" y="44842"/>
                </a:lnTo>
                <a:lnTo>
                  <a:pt x="218704" y="44842"/>
                </a:lnTo>
                <a:lnTo>
                  <a:pt x="218704" y="26494"/>
                </a:lnTo>
                <a:cubicBezTo>
                  <a:pt x="218704" y="25071"/>
                  <a:pt x="218642" y="23720"/>
                  <a:pt x="218517" y="22442"/>
                </a:cubicBezTo>
                <a:cubicBezTo>
                  <a:pt x="218392" y="21162"/>
                  <a:pt x="218128" y="20138"/>
                  <a:pt x="217725" y="19369"/>
                </a:cubicBezTo>
                <a:cubicBezTo>
                  <a:pt x="217283" y="18541"/>
                  <a:pt x="216649" y="17921"/>
                  <a:pt x="215823" y="17508"/>
                </a:cubicBezTo>
                <a:cubicBezTo>
                  <a:pt x="214996" y="17095"/>
                  <a:pt x="213805" y="16888"/>
                  <a:pt x="212249" y="16888"/>
                </a:cubicBezTo>
                <a:cubicBezTo>
                  <a:pt x="210770" y="16888"/>
                  <a:pt x="209286" y="17253"/>
                  <a:pt x="207797" y="17985"/>
                </a:cubicBezTo>
                <a:cubicBezTo>
                  <a:pt x="206308" y="18715"/>
                  <a:pt x="204823" y="19648"/>
                  <a:pt x="203344" y="20782"/>
                </a:cubicBezTo>
                <a:lnTo>
                  <a:pt x="203344" y="44842"/>
                </a:lnTo>
                <a:lnTo>
                  <a:pt x="197926" y="44842"/>
                </a:lnTo>
                <a:lnTo>
                  <a:pt x="197926" y="12623"/>
                </a:lnTo>
                <a:lnTo>
                  <a:pt x="203344" y="12623"/>
                </a:lnTo>
                <a:lnTo>
                  <a:pt x="203344" y="16200"/>
                </a:lnTo>
                <a:cubicBezTo>
                  <a:pt x="205035" y="14787"/>
                  <a:pt x="206721" y="13684"/>
                  <a:pt x="208402" y="12891"/>
                </a:cubicBezTo>
                <a:cubicBezTo>
                  <a:pt x="210083" y="12097"/>
                  <a:pt x="211874" y="11700"/>
                  <a:pt x="213776" y="11700"/>
                </a:cubicBezTo>
                <a:cubicBezTo>
                  <a:pt x="215967" y="11700"/>
                  <a:pt x="217825" y="12164"/>
                  <a:pt x="219353" y="13093"/>
                </a:cubicBezTo>
                <a:cubicBezTo>
                  <a:pt x="220880" y="14020"/>
                  <a:pt x="222019" y="15306"/>
                  <a:pt x="222768" y="16949"/>
                </a:cubicBezTo>
                <a:cubicBezTo>
                  <a:pt x="224958" y="15093"/>
                  <a:pt x="226956" y="13755"/>
                  <a:pt x="228762" y="12933"/>
                </a:cubicBezTo>
                <a:cubicBezTo>
                  <a:pt x="230568" y="12111"/>
                  <a:pt x="232499" y="11700"/>
                  <a:pt x="234555" y="11700"/>
                </a:cubicBezTo>
                <a:cubicBezTo>
                  <a:pt x="238090" y="11700"/>
                  <a:pt x="240698" y="12773"/>
                  <a:pt x="242379" y="14919"/>
                </a:cubicBezTo>
                <a:cubicBezTo>
                  <a:pt x="244060" y="17065"/>
                  <a:pt x="244901" y="20063"/>
                  <a:pt x="244901" y="23912"/>
                </a:cubicBezTo>
                <a:lnTo>
                  <a:pt x="244901" y="44842"/>
                </a:lnTo>
                <a:close/>
                <a:moveTo>
                  <a:pt x="283172" y="12623"/>
                </a:moveTo>
                <a:lnTo>
                  <a:pt x="264382" y="56715"/>
                </a:lnTo>
                <a:lnTo>
                  <a:pt x="258589" y="56715"/>
                </a:lnTo>
                <a:lnTo>
                  <a:pt x="264584" y="43277"/>
                </a:lnTo>
                <a:lnTo>
                  <a:pt x="251759" y="12623"/>
                </a:lnTo>
                <a:lnTo>
                  <a:pt x="257638" y="12623"/>
                </a:lnTo>
                <a:lnTo>
                  <a:pt x="267523" y="36484"/>
                </a:lnTo>
                <a:lnTo>
                  <a:pt x="277494" y="12623"/>
                </a:lnTo>
                <a:lnTo>
                  <a:pt x="283172" y="12623"/>
                </a:lnTo>
                <a:close/>
                <a:moveTo>
                  <a:pt x="296082" y="7262"/>
                </a:moveTo>
                <a:lnTo>
                  <a:pt x="289973" y="7262"/>
                </a:lnTo>
                <a:lnTo>
                  <a:pt x="289973" y="1614"/>
                </a:lnTo>
                <a:lnTo>
                  <a:pt x="296082" y="1614"/>
                </a:lnTo>
                <a:lnTo>
                  <a:pt x="296082" y="7262"/>
                </a:lnTo>
                <a:moveTo>
                  <a:pt x="295737" y="44842"/>
                </a:moveTo>
                <a:lnTo>
                  <a:pt x="290319" y="44842"/>
                </a:lnTo>
                <a:lnTo>
                  <a:pt x="290319" y="12623"/>
                </a:lnTo>
                <a:lnTo>
                  <a:pt x="295737" y="12623"/>
                </a:lnTo>
                <a:lnTo>
                  <a:pt x="295737" y="44842"/>
                </a:lnTo>
                <a:close/>
                <a:moveTo>
                  <a:pt x="312278" y="7262"/>
                </a:moveTo>
                <a:lnTo>
                  <a:pt x="306169" y="7262"/>
                </a:lnTo>
                <a:lnTo>
                  <a:pt x="306169" y="1614"/>
                </a:lnTo>
                <a:lnTo>
                  <a:pt x="312278" y="1614"/>
                </a:lnTo>
                <a:lnTo>
                  <a:pt x="312278" y="7262"/>
                </a:lnTo>
                <a:moveTo>
                  <a:pt x="311933" y="44842"/>
                </a:moveTo>
                <a:lnTo>
                  <a:pt x="306515" y="44842"/>
                </a:lnTo>
                <a:lnTo>
                  <a:pt x="306515" y="12623"/>
                </a:lnTo>
                <a:lnTo>
                  <a:pt x="311933" y="12623"/>
                </a:lnTo>
                <a:lnTo>
                  <a:pt x="311933" y="44842"/>
                </a:lnTo>
                <a:close/>
                <a:moveTo>
                  <a:pt x="348763" y="44842"/>
                </a:moveTo>
                <a:lnTo>
                  <a:pt x="343345" y="44842"/>
                </a:lnTo>
                <a:lnTo>
                  <a:pt x="343345" y="41488"/>
                </a:lnTo>
                <a:cubicBezTo>
                  <a:pt x="341789" y="42837"/>
                  <a:pt x="340165" y="43886"/>
                  <a:pt x="338475" y="44637"/>
                </a:cubicBezTo>
                <a:cubicBezTo>
                  <a:pt x="336784" y="45388"/>
                  <a:pt x="334949" y="45764"/>
                  <a:pt x="332970" y="45764"/>
                </a:cubicBezTo>
                <a:cubicBezTo>
                  <a:pt x="329128" y="45764"/>
                  <a:pt x="326078" y="44281"/>
                  <a:pt x="323820" y="41315"/>
                </a:cubicBezTo>
                <a:cubicBezTo>
                  <a:pt x="321563" y="38349"/>
                  <a:pt x="320434" y="34236"/>
                  <a:pt x="320434" y="28978"/>
                </a:cubicBezTo>
                <a:cubicBezTo>
                  <a:pt x="320434" y="26243"/>
                  <a:pt x="320823" y="23806"/>
                  <a:pt x="321601" y="21668"/>
                </a:cubicBezTo>
                <a:cubicBezTo>
                  <a:pt x="322379" y="19530"/>
                  <a:pt x="323431" y="17710"/>
                  <a:pt x="324757" y="16208"/>
                </a:cubicBezTo>
                <a:cubicBezTo>
                  <a:pt x="326063" y="14744"/>
                  <a:pt x="327586" y="13627"/>
                  <a:pt x="329325" y="12857"/>
                </a:cubicBezTo>
                <a:cubicBezTo>
                  <a:pt x="331063" y="12086"/>
                  <a:pt x="332865" y="11700"/>
                  <a:pt x="334728" y="11700"/>
                </a:cubicBezTo>
                <a:cubicBezTo>
                  <a:pt x="336419" y="11700"/>
                  <a:pt x="337917" y="11879"/>
                  <a:pt x="339224" y="12235"/>
                </a:cubicBezTo>
                <a:cubicBezTo>
                  <a:pt x="340530" y="12591"/>
                  <a:pt x="341904" y="13145"/>
                  <a:pt x="343345" y="13896"/>
                </a:cubicBezTo>
                <a:lnTo>
                  <a:pt x="343345" y="0"/>
                </a:lnTo>
                <a:lnTo>
                  <a:pt x="348763" y="0"/>
                </a:lnTo>
                <a:lnTo>
                  <a:pt x="348763" y="44842"/>
                </a:lnTo>
                <a:moveTo>
                  <a:pt x="343345" y="36917"/>
                </a:moveTo>
                <a:lnTo>
                  <a:pt x="343345" y="18444"/>
                </a:lnTo>
                <a:cubicBezTo>
                  <a:pt x="341885" y="17791"/>
                  <a:pt x="340578" y="17339"/>
                  <a:pt x="339426" y="17089"/>
                </a:cubicBezTo>
                <a:cubicBezTo>
                  <a:pt x="338273" y="16840"/>
                  <a:pt x="337014" y="16715"/>
                  <a:pt x="335650" y="16715"/>
                </a:cubicBezTo>
                <a:cubicBezTo>
                  <a:pt x="332615" y="16715"/>
                  <a:pt x="330252" y="17771"/>
                  <a:pt x="328561" y="19885"/>
                </a:cubicBezTo>
                <a:cubicBezTo>
                  <a:pt x="326870" y="21998"/>
                  <a:pt x="326025" y="24995"/>
                  <a:pt x="326025" y="28876"/>
                </a:cubicBezTo>
                <a:cubicBezTo>
                  <a:pt x="326025" y="32700"/>
                  <a:pt x="326678" y="35605"/>
                  <a:pt x="327985" y="37594"/>
                </a:cubicBezTo>
                <a:cubicBezTo>
                  <a:pt x="329291" y="39582"/>
                  <a:pt x="331385" y="40577"/>
                  <a:pt x="334267" y="40577"/>
                </a:cubicBezTo>
                <a:cubicBezTo>
                  <a:pt x="335804" y="40577"/>
                  <a:pt x="337360" y="40236"/>
                  <a:pt x="338936" y="39554"/>
                </a:cubicBezTo>
                <a:cubicBezTo>
                  <a:pt x="340511" y="38872"/>
                  <a:pt x="341981" y="37993"/>
                  <a:pt x="343345" y="36917"/>
                </a:cubicBezTo>
                <a:close/>
                <a:moveTo>
                  <a:pt x="384440" y="44842"/>
                </a:moveTo>
                <a:lnTo>
                  <a:pt x="379051" y="44842"/>
                </a:lnTo>
                <a:lnTo>
                  <a:pt x="379051" y="41436"/>
                </a:lnTo>
                <a:cubicBezTo>
                  <a:pt x="378571" y="41763"/>
                  <a:pt x="377922" y="42220"/>
                  <a:pt x="377106" y="42806"/>
                </a:cubicBezTo>
                <a:cubicBezTo>
                  <a:pt x="376289" y="43393"/>
                  <a:pt x="375497" y="43860"/>
                  <a:pt x="374728" y="44206"/>
                </a:cubicBezTo>
                <a:cubicBezTo>
                  <a:pt x="373825" y="44648"/>
                  <a:pt x="372788" y="45019"/>
                  <a:pt x="371616" y="45316"/>
                </a:cubicBezTo>
                <a:cubicBezTo>
                  <a:pt x="370444" y="45615"/>
                  <a:pt x="369070" y="45764"/>
                  <a:pt x="367495" y="45764"/>
                </a:cubicBezTo>
                <a:cubicBezTo>
                  <a:pt x="364594" y="45764"/>
                  <a:pt x="362135" y="44802"/>
                  <a:pt x="360117" y="42879"/>
                </a:cubicBezTo>
                <a:cubicBezTo>
                  <a:pt x="358100" y="40955"/>
                  <a:pt x="357091" y="38502"/>
                  <a:pt x="357091" y="35520"/>
                </a:cubicBezTo>
                <a:cubicBezTo>
                  <a:pt x="357091" y="33077"/>
                  <a:pt x="357615" y="31100"/>
                  <a:pt x="358662" y="29590"/>
                </a:cubicBezTo>
                <a:cubicBezTo>
                  <a:pt x="359709" y="28080"/>
                  <a:pt x="361203" y="26892"/>
                  <a:pt x="363143" y="26027"/>
                </a:cubicBezTo>
                <a:cubicBezTo>
                  <a:pt x="365103" y="25161"/>
                  <a:pt x="367456" y="24574"/>
                  <a:pt x="370204" y="24266"/>
                </a:cubicBezTo>
                <a:cubicBezTo>
                  <a:pt x="372951" y="23958"/>
                  <a:pt x="375900" y="23727"/>
                  <a:pt x="379051" y="23574"/>
                </a:cubicBezTo>
                <a:lnTo>
                  <a:pt x="379051" y="22731"/>
                </a:lnTo>
                <a:cubicBezTo>
                  <a:pt x="379051" y="21491"/>
                  <a:pt x="378835" y="20464"/>
                  <a:pt x="378403" y="19651"/>
                </a:cubicBezTo>
                <a:cubicBezTo>
                  <a:pt x="377970" y="18837"/>
                  <a:pt x="377351" y="18198"/>
                  <a:pt x="376544" y="17732"/>
                </a:cubicBezTo>
                <a:cubicBezTo>
                  <a:pt x="375775" y="17287"/>
                  <a:pt x="374853" y="16987"/>
                  <a:pt x="373777" y="16832"/>
                </a:cubicBezTo>
                <a:cubicBezTo>
                  <a:pt x="372701" y="16677"/>
                  <a:pt x="371578" y="16600"/>
                  <a:pt x="370406" y="16600"/>
                </a:cubicBezTo>
                <a:cubicBezTo>
                  <a:pt x="368984" y="16600"/>
                  <a:pt x="367399" y="16792"/>
                  <a:pt x="365650" y="17177"/>
                </a:cubicBezTo>
                <a:cubicBezTo>
                  <a:pt x="363902" y="17561"/>
                  <a:pt x="362096" y="18118"/>
                  <a:pt x="360233" y="18847"/>
                </a:cubicBezTo>
                <a:lnTo>
                  <a:pt x="359944" y="18847"/>
                </a:lnTo>
                <a:lnTo>
                  <a:pt x="359944" y="13343"/>
                </a:lnTo>
                <a:cubicBezTo>
                  <a:pt x="361001" y="13055"/>
                  <a:pt x="362528" y="12738"/>
                  <a:pt x="364527" y="12392"/>
                </a:cubicBezTo>
                <a:cubicBezTo>
                  <a:pt x="366525" y="12046"/>
                  <a:pt x="368494" y="11873"/>
                  <a:pt x="370434" y="11873"/>
                </a:cubicBezTo>
                <a:cubicBezTo>
                  <a:pt x="372701" y="11873"/>
                  <a:pt x="374676" y="12061"/>
                  <a:pt x="376357" y="12435"/>
                </a:cubicBezTo>
                <a:cubicBezTo>
                  <a:pt x="378038" y="12810"/>
                  <a:pt x="379493" y="13449"/>
                  <a:pt x="380723" y="14352"/>
                </a:cubicBezTo>
                <a:cubicBezTo>
                  <a:pt x="381933" y="15235"/>
                  <a:pt x="382855" y="16379"/>
                  <a:pt x="383489" y="17781"/>
                </a:cubicBezTo>
                <a:cubicBezTo>
                  <a:pt x="384123" y="19184"/>
                  <a:pt x="384440" y="20922"/>
                  <a:pt x="384440" y="22997"/>
                </a:cubicBezTo>
                <a:lnTo>
                  <a:pt x="384440" y="44842"/>
                </a:lnTo>
                <a:moveTo>
                  <a:pt x="379051" y="36957"/>
                </a:moveTo>
                <a:lnTo>
                  <a:pt x="379051" y="27954"/>
                </a:lnTo>
                <a:cubicBezTo>
                  <a:pt x="377399" y="28051"/>
                  <a:pt x="375454" y="28196"/>
                  <a:pt x="373215" y="28389"/>
                </a:cubicBezTo>
                <a:cubicBezTo>
                  <a:pt x="370977" y="28582"/>
                  <a:pt x="369205" y="28861"/>
                  <a:pt x="367898" y="29228"/>
                </a:cubicBezTo>
                <a:cubicBezTo>
                  <a:pt x="366342" y="29672"/>
                  <a:pt x="365084" y="30362"/>
                  <a:pt x="364123" y="31298"/>
                </a:cubicBezTo>
                <a:cubicBezTo>
                  <a:pt x="363162" y="32234"/>
                  <a:pt x="362682" y="33522"/>
                  <a:pt x="362682" y="35162"/>
                </a:cubicBezTo>
                <a:cubicBezTo>
                  <a:pt x="362682" y="37015"/>
                  <a:pt x="363239" y="38410"/>
                  <a:pt x="364354" y="39346"/>
                </a:cubicBezTo>
                <a:cubicBezTo>
                  <a:pt x="365468" y="40282"/>
                  <a:pt x="367168" y="40750"/>
                  <a:pt x="369455" y="40750"/>
                </a:cubicBezTo>
                <a:cubicBezTo>
                  <a:pt x="371357" y="40750"/>
                  <a:pt x="373095" y="40378"/>
                  <a:pt x="374671" y="39636"/>
                </a:cubicBezTo>
                <a:cubicBezTo>
                  <a:pt x="376246" y="38892"/>
                  <a:pt x="377706" y="37999"/>
                  <a:pt x="379051" y="36957"/>
                </a:cubicBezTo>
                <a:close/>
                <a:moveTo>
                  <a:pt x="421818" y="29280"/>
                </a:moveTo>
                <a:lnTo>
                  <a:pt x="398100" y="29280"/>
                </a:lnTo>
                <a:cubicBezTo>
                  <a:pt x="398100" y="31263"/>
                  <a:pt x="398398" y="32992"/>
                  <a:pt x="398994" y="34465"/>
                </a:cubicBezTo>
                <a:cubicBezTo>
                  <a:pt x="399589" y="35939"/>
                  <a:pt x="400406" y="37147"/>
                  <a:pt x="401443" y="38091"/>
                </a:cubicBezTo>
                <a:cubicBezTo>
                  <a:pt x="402442" y="39016"/>
                  <a:pt x="403629" y="39709"/>
                  <a:pt x="405002" y="40171"/>
                </a:cubicBezTo>
                <a:cubicBezTo>
                  <a:pt x="406376" y="40634"/>
                  <a:pt x="407889" y="40865"/>
                  <a:pt x="409541" y="40865"/>
                </a:cubicBezTo>
                <a:cubicBezTo>
                  <a:pt x="411731" y="40865"/>
                  <a:pt x="413936" y="40424"/>
                  <a:pt x="416155" y="39544"/>
                </a:cubicBezTo>
                <a:cubicBezTo>
                  <a:pt x="418374" y="38663"/>
                  <a:pt x="419954" y="37797"/>
                  <a:pt x="420896" y="36945"/>
                </a:cubicBezTo>
                <a:lnTo>
                  <a:pt x="421184" y="36945"/>
                </a:lnTo>
                <a:lnTo>
                  <a:pt x="421184" y="42873"/>
                </a:lnTo>
                <a:cubicBezTo>
                  <a:pt x="419359" y="43644"/>
                  <a:pt x="417495" y="44290"/>
                  <a:pt x="415593" y="44810"/>
                </a:cubicBezTo>
                <a:cubicBezTo>
                  <a:pt x="413691" y="45331"/>
                  <a:pt x="411693" y="45591"/>
                  <a:pt x="409599" y="45591"/>
                </a:cubicBezTo>
                <a:cubicBezTo>
                  <a:pt x="404258" y="45591"/>
                  <a:pt x="400089" y="44143"/>
                  <a:pt x="397092" y="41247"/>
                </a:cubicBezTo>
                <a:cubicBezTo>
                  <a:pt x="394094" y="38350"/>
                  <a:pt x="392596" y="34237"/>
                  <a:pt x="392596" y="28905"/>
                </a:cubicBezTo>
                <a:cubicBezTo>
                  <a:pt x="392596" y="23632"/>
                  <a:pt x="394032" y="19447"/>
                  <a:pt x="396904" y="16348"/>
                </a:cubicBezTo>
                <a:cubicBezTo>
                  <a:pt x="399777" y="13250"/>
                  <a:pt x="403557" y="11700"/>
                  <a:pt x="408244" y="11700"/>
                </a:cubicBezTo>
                <a:cubicBezTo>
                  <a:pt x="412586" y="11700"/>
                  <a:pt x="415934" y="12970"/>
                  <a:pt x="418288" y="15511"/>
                </a:cubicBezTo>
                <a:cubicBezTo>
                  <a:pt x="420641" y="18051"/>
                  <a:pt x="421818" y="21659"/>
                  <a:pt x="421818" y="26336"/>
                </a:cubicBezTo>
                <a:lnTo>
                  <a:pt x="421818" y="29280"/>
                </a:lnTo>
                <a:moveTo>
                  <a:pt x="416544" y="25130"/>
                </a:moveTo>
                <a:cubicBezTo>
                  <a:pt x="416525" y="22286"/>
                  <a:pt x="415809" y="20087"/>
                  <a:pt x="414397" y="18530"/>
                </a:cubicBezTo>
                <a:cubicBezTo>
                  <a:pt x="412985" y="16974"/>
                  <a:pt x="410838" y="16196"/>
                  <a:pt x="407956" y="16196"/>
                </a:cubicBezTo>
                <a:cubicBezTo>
                  <a:pt x="405055" y="16196"/>
                  <a:pt x="402745" y="17051"/>
                  <a:pt x="401025" y="18761"/>
                </a:cubicBezTo>
                <a:cubicBezTo>
                  <a:pt x="399306" y="20471"/>
                  <a:pt x="398331" y="22594"/>
                  <a:pt x="398100" y="25130"/>
                </a:cubicBezTo>
                <a:lnTo>
                  <a:pt x="416544" y="2513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4FF200-8AE0-4EC1-9F76-3278E4FD9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36" y="1367188"/>
            <a:ext cx="473451" cy="258867"/>
          </a:xfrm>
          <a:custGeom xmlns:a="http://schemas.openxmlformats.org/drawingml/2006/main">
            <a:pathLst>
              <a:path w="473451" h="258867">
                <a:moveTo>
                  <a:pt x="0" y="0"/>
                </a:moveTo>
                <a:lnTo>
                  <a:pt x="473451" y="0"/>
                </a:lnTo>
                <a:lnTo>
                  <a:pt x="473451" y="258867"/>
                </a:lnTo>
                <a:lnTo>
                  <a:pt x="0" y="2588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174F49-7405-471E-B195-3D75C8DA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36" y="1367190"/>
            <a:ext cx="473450" cy="258866"/>
          </a:xfrm>
          <a:custGeom xmlns:a="http://schemas.openxmlformats.org/drawingml/2006/main">
            <a:pathLst>
              <a:path w="473450" h="258866" fill="none">
                <a:moveTo>
                  <a:pt x="0" y="0"/>
                </a:moveTo>
                <a:lnTo>
                  <a:pt x="473450" y="0"/>
                </a:lnTo>
                <a:lnTo>
                  <a:pt x="473450" y="258866"/>
                </a:lnTo>
                <a:lnTo>
                  <a:pt x="0" y="2588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598" name="Text Chironomidae">
            <a:extLst xmlns:a="http://schemas.openxmlformats.org/drawingml/2006/main">
              <a:ext uri="{FF2B5EF4-FFF2-40B4-BE49-F238E27FC236}">
                <a16:creationId xmlns:a16="http://schemas.microsoft.com/office/drawing/2014/main" id="{8F3A454A-BA3A-4862-975A-87BD8C23C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998" y="1404540"/>
            <a:ext cx="421674" cy="47799"/>
          </a:xfrm>
          <a:custGeom xmlns:a="http://schemas.openxmlformats.org/drawingml/2006/main">
            <a:pathLst>
              <a:path w="421674" h="47799">
                <a:moveTo>
                  <a:pt x="37174" y="43604"/>
                </a:moveTo>
                <a:cubicBezTo>
                  <a:pt x="36070" y="44087"/>
                  <a:pt x="35072" y="44540"/>
                  <a:pt x="34179" y="44962"/>
                </a:cubicBezTo>
                <a:cubicBezTo>
                  <a:pt x="33286" y="45385"/>
                  <a:pt x="32117" y="45828"/>
                  <a:pt x="30672" y="46290"/>
                </a:cubicBezTo>
                <a:cubicBezTo>
                  <a:pt x="29448" y="46673"/>
                  <a:pt x="28119" y="47000"/>
                  <a:pt x="26684" y="47272"/>
                </a:cubicBezTo>
                <a:cubicBezTo>
                  <a:pt x="25249" y="47543"/>
                  <a:pt x="23669" y="47679"/>
                  <a:pt x="21943" y="47679"/>
                </a:cubicBezTo>
                <a:cubicBezTo>
                  <a:pt x="18692" y="47679"/>
                  <a:pt x="15737" y="47222"/>
                  <a:pt x="13079" y="46308"/>
                </a:cubicBezTo>
                <a:cubicBezTo>
                  <a:pt x="10420" y="45395"/>
                  <a:pt x="8107" y="43964"/>
                  <a:pt x="6140" y="42016"/>
                </a:cubicBezTo>
                <a:cubicBezTo>
                  <a:pt x="4214" y="40109"/>
                  <a:pt x="2709" y="37684"/>
                  <a:pt x="1625" y="34742"/>
                </a:cubicBezTo>
                <a:cubicBezTo>
                  <a:pt x="542" y="31801"/>
                  <a:pt x="0" y="28382"/>
                  <a:pt x="0" y="24487"/>
                </a:cubicBezTo>
                <a:cubicBezTo>
                  <a:pt x="0" y="20792"/>
                  <a:pt x="522" y="17489"/>
                  <a:pt x="1565" y="14577"/>
                </a:cubicBezTo>
                <a:cubicBezTo>
                  <a:pt x="2609" y="11665"/>
                  <a:pt x="4114" y="9206"/>
                  <a:pt x="6080" y="7198"/>
                </a:cubicBezTo>
                <a:cubicBezTo>
                  <a:pt x="7987" y="5250"/>
                  <a:pt x="10289" y="3764"/>
                  <a:pt x="12988" y="2740"/>
                </a:cubicBezTo>
                <a:cubicBezTo>
                  <a:pt x="15687" y="1716"/>
                  <a:pt x="18682" y="1204"/>
                  <a:pt x="21973" y="1204"/>
                </a:cubicBezTo>
                <a:cubicBezTo>
                  <a:pt x="24381" y="1204"/>
                  <a:pt x="26784" y="1495"/>
                  <a:pt x="29182" y="2077"/>
                </a:cubicBezTo>
                <a:cubicBezTo>
                  <a:pt x="31580" y="2659"/>
                  <a:pt x="34244" y="3682"/>
                  <a:pt x="37174" y="5147"/>
                </a:cubicBezTo>
                <a:lnTo>
                  <a:pt x="37174" y="12221"/>
                </a:lnTo>
                <a:lnTo>
                  <a:pt x="36722" y="12221"/>
                </a:lnTo>
                <a:cubicBezTo>
                  <a:pt x="34254" y="10185"/>
                  <a:pt x="31806" y="8703"/>
                  <a:pt x="29378" y="7774"/>
                </a:cubicBezTo>
                <a:cubicBezTo>
                  <a:pt x="26950" y="6846"/>
                  <a:pt x="24351" y="6381"/>
                  <a:pt x="21582" y="6381"/>
                </a:cubicBezTo>
                <a:cubicBezTo>
                  <a:pt x="19314" y="6381"/>
                  <a:pt x="17273" y="6747"/>
                  <a:pt x="15456" y="7477"/>
                </a:cubicBezTo>
                <a:cubicBezTo>
                  <a:pt x="13640" y="8208"/>
                  <a:pt x="12020" y="9344"/>
                  <a:pt x="10595" y="10885"/>
                </a:cubicBezTo>
                <a:cubicBezTo>
                  <a:pt x="9211" y="12386"/>
                  <a:pt x="8132" y="14283"/>
                  <a:pt x="7360" y="16575"/>
                </a:cubicBezTo>
                <a:cubicBezTo>
                  <a:pt x="6587" y="18867"/>
                  <a:pt x="6201" y="21514"/>
                  <a:pt x="6201" y="24517"/>
                </a:cubicBezTo>
                <a:cubicBezTo>
                  <a:pt x="6201" y="27659"/>
                  <a:pt x="6627" y="30361"/>
                  <a:pt x="7480" y="32623"/>
                </a:cubicBezTo>
                <a:cubicBezTo>
                  <a:pt x="8333" y="34885"/>
                  <a:pt x="9431" y="36727"/>
                  <a:pt x="10776" y="38148"/>
                </a:cubicBezTo>
                <a:cubicBezTo>
                  <a:pt x="12181" y="39630"/>
                  <a:pt x="13821" y="40725"/>
                  <a:pt x="15697" y="41436"/>
                </a:cubicBezTo>
                <a:cubicBezTo>
                  <a:pt x="17574" y="42146"/>
                  <a:pt x="19555" y="42502"/>
                  <a:pt x="21642" y="42502"/>
                </a:cubicBezTo>
                <a:cubicBezTo>
                  <a:pt x="24512" y="42502"/>
                  <a:pt x="27201" y="42010"/>
                  <a:pt x="29709" y="41027"/>
                </a:cubicBezTo>
                <a:cubicBezTo>
                  <a:pt x="32217" y="40043"/>
                  <a:pt x="34565" y="38568"/>
                  <a:pt x="36752" y="36602"/>
                </a:cubicBezTo>
                <a:lnTo>
                  <a:pt x="37174" y="36602"/>
                </a:lnTo>
                <a:lnTo>
                  <a:pt x="37174" y="43604"/>
                </a:lnTo>
                <a:close/>
                <a:moveTo>
                  <a:pt x="73264" y="46836"/>
                </a:moveTo>
                <a:lnTo>
                  <a:pt x="67605" y="46836"/>
                </a:lnTo>
                <a:lnTo>
                  <a:pt x="67605" y="27673"/>
                </a:lnTo>
                <a:cubicBezTo>
                  <a:pt x="67605" y="26125"/>
                  <a:pt x="67515" y="24674"/>
                  <a:pt x="67334" y="23318"/>
                </a:cubicBezTo>
                <a:cubicBezTo>
                  <a:pt x="67154" y="21963"/>
                  <a:pt x="66823" y="20903"/>
                  <a:pt x="66341" y="20140"/>
                </a:cubicBezTo>
                <a:cubicBezTo>
                  <a:pt x="65839" y="19296"/>
                  <a:pt x="65117" y="18668"/>
                  <a:pt x="64174" y="18257"/>
                </a:cubicBezTo>
                <a:cubicBezTo>
                  <a:pt x="63231" y="17845"/>
                  <a:pt x="62007" y="17639"/>
                  <a:pt x="60502" y="17639"/>
                </a:cubicBezTo>
                <a:cubicBezTo>
                  <a:pt x="58956" y="17639"/>
                  <a:pt x="57341" y="18021"/>
                  <a:pt x="55655" y="18784"/>
                </a:cubicBezTo>
                <a:cubicBezTo>
                  <a:pt x="53970" y="19548"/>
                  <a:pt x="52354" y="20521"/>
                  <a:pt x="50809" y="21706"/>
                </a:cubicBezTo>
                <a:lnTo>
                  <a:pt x="50809" y="46836"/>
                </a:lnTo>
                <a:lnTo>
                  <a:pt x="45150" y="46836"/>
                </a:lnTo>
                <a:lnTo>
                  <a:pt x="45150" y="0"/>
                </a:lnTo>
                <a:lnTo>
                  <a:pt x="50809" y="0"/>
                </a:lnTo>
                <a:lnTo>
                  <a:pt x="50809" y="16895"/>
                </a:lnTo>
                <a:cubicBezTo>
                  <a:pt x="52575" y="15427"/>
                  <a:pt x="54401" y="14282"/>
                  <a:pt x="56288" y="13458"/>
                </a:cubicBezTo>
                <a:cubicBezTo>
                  <a:pt x="58174" y="12633"/>
                  <a:pt x="60110" y="12221"/>
                  <a:pt x="62097" y="12221"/>
                </a:cubicBezTo>
                <a:cubicBezTo>
                  <a:pt x="65729" y="12221"/>
                  <a:pt x="68498" y="13316"/>
                  <a:pt x="70405" y="15507"/>
                </a:cubicBezTo>
                <a:cubicBezTo>
                  <a:pt x="72311" y="17698"/>
                  <a:pt x="73264" y="20854"/>
                  <a:pt x="73264" y="24976"/>
                </a:cubicBezTo>
                <a:lnTo>
                  <a:pt x="73264" y="46836"/>
                </a:lnTo>
                <a:close/>
                <a:moveTo>
                  <a:pt x="90241" y="7585"/>
                </a:moveTo>
                <a:lnTo>
                  <a:pt x="83859" y="7585"/>
                </a:lnTo>
                <a:lnTo>
                  <a:pt x="83859" y="1686"/>
                </a:lnTo>
                <a:lnTo>
                  <a:pt x="90241" y="1686"/>
                </a:lnTo>
                <a:lnTo>
                  <a:pt x="90241" y="7585"/>
                </a:lnTo>
                <a:moveTo>
                  <a:pt x="89879" y="46836"/>
                </a:moveTo>
                <a:lnTo>
                  <a:pt x="84220" y="46836"/>
                </a:lnTo>
                <a:lnTo>
                  <a:pt x="84220" y="13184"/>
                </a:lnTo>
                <a:lnTo>
                  <a:pt x="89879" y="13184"/>
                </a:lnTo>
                <a:lnTo>
                  <a:pt x="89879" y="46836"/>
                </a:lnTo>
                <a:close/>
                <a:moveTo>
                  <a:pt x="122056" y="19324"/>
                </a:moveTo>
                <a:lnTo>
                  <a:pt x="121755" y="19324"/>
                </a:lnTo>
                <a:cubicBezTo>
                  <a:pt x="120913" y="19134"/>
                  <a:pt x="120095" y="18997"/>
                  <a:pt x="119302" y="18911"/>
                </a:cubicBezTo>
                <a:cubicBezTo>
                  <a:pt x="118510" y="18826"/>
                  <a:pt x="117572" y="18783"/>
                  <a:pt x="116488" y="18783"/>
                </a:cubicBezTo>
                <a:cubicBezTo>
                  <a:pt x="114742" y="18783"/>
                  <a:pt x="113056" y="19169"/>
                  <a:pt x="111431" y="19943"/>
                </a:cubicBezTo>
                <a:cubicBezTo>
                  <a:pt x="109806" y="20717"/>
                  <a:pt x="108240" y="21716"/>
                  <a:pt x="106735" y="22941"/>
                </a:cubicBezTo>
                <a:lnTo>
                  <a:pt x="106735" y="46836"/>
                </a:lnTo>
                <a:lnTo>
                  <a:pt x="101077" y="46836"/>
                </a:lnTo>
                <a:lnTo>
                  <a:pt x="101077" y="13184"/>
                </a:lnTo>
                <a:lnTo>
                  <a:pt x="106735" y="13184"/>
                </a:lnTo>
                <a:lnTo>
                  <a:pt x="106735" y="18155"/>
                </a:lnTo>
                <a:cubicBezTo>
                  <a:pt x="108983" y="16347"/>
                  <a:pt x="110965" y="15067"/>
                  <a:pt x="112680" y="14314"/>
                </a:cubicBezTo>
                <a:cubicBezTo>
                  <a:pt x="114396" y="13560"/>
                  <a:pt x="116147" y="13184"/>
                  <a:pt x="117933" y="13184"/>
                </a:cubicBezTo>
                <a:cubicBezTo>
                  <a:pt x="118916" y="13184"/>
                  <a:pt x="119628" y="13209"/>
                  <a:pt x="120070" y="13259"/>
                </a:cubicBezTo>
                <a:cubicBezTo>
                  <a:pt x="120511" y="13309"/>
                  <a:pt x="121174" y="13403"/>
                  <a:pt x="122056" y="13543"/>
                </a:cubicBezTo>
                <a:lnTo>
                  <a:pt x="122056" y="19324"/>
                </a:lnTo>
                <a:close/>
                <a:moveTo>
                  <a:pt x="156040" y="30025"/>
                </a:moveTo>
                <a:cubicBezTo>
                  <a:pt x="156040" y="35517"/>
                  <a:pt x="154635" y="39852"/>
                  <a:pt x="151826" y="43031"/>
                </a:cubicBezTo>
                <a:cubicBezTo>
                  <a:pt x="149016" y="46210"/>
                  <a:pt x="145254" y="47799"/>
                  <a:pt x="140538" y="47799"/>
                </a:cubicBezTo>
                <a:cubicBezTo>
                  <a:pt x="135782" y="47799"/>
                  <a:pt x="132004" y="46210"/>
                  <a:pt x="129205" y="43031"/>
                </a:cubicBezTo>
                <a:cubicBezTo>
                  <a:pt x="126406" y="39852"/>
                  <a:pt x="125006" y="35517"/>
                  <a:pt x="125006" y="30025"/>
                </a:cubicBezTo>
                <a:cubicBezTo>
                  <a:pt x="125006" y="24533"/>
                  <a:pt x="126406" y="20193"/>
                  <a:pt x="129205" y="17004"/>
                </a:cubicBezTo>
                <a:cubicBezTo>
                  <a:pt x="132004" y="13815"/>
                  <a:pt x="135782" y="12221"/>
                  <a:pt x="140538" y="12221"/>
                </a:cubicBezTo>
                <a:cubicBezTo>
                  <a:pt x="145254" y="12221"/>
                  <a:pt x="149016" y="13815"/>
                  <a:pt x="151826" y="17004"/>
                </a:cubicBezTo>
                <a:cubicBezTo>
                  <a:pt x="154635" y="20193"/>
                  <a:pt x="156040" y="24533"/>
                  <a:pt x="156040" y="30025"/>
                </a:cubicBezTo>
                <a:moveTo>
                  <a:pt x="150200" y="30025"/>
                </a:moveTo>
                <a:cubicBezTo>
                  <a:pt x="150200" y="25676"/>
                  <a:pt x="149347" y="22444"/>
                  <a:pt x="147642" y="20329"/>
                </a:cubicBezTo>
                <a:cubicBezTo>
                  <a:pt x="145936" y="18214"/>
                  <a:pt x="143568" y="17157"/>
                  <a:pt x="140538" y="17157"/>
                </a:cubicBezTo>
                <a:cubicBezTo>
                  <a:pt x="137468" y="17157"/>
                  <a:pt x="135085" y="18214"/>
                  <a:pt x="133389" y="20329"/>
                </a:cubicBezTo>
                <a:cubicBezTo>
                  <a:pt x="131693" y="22444"/>
                  <a:pt x="130846" y="25676"/>
                  <a:pt x="130846" y="30025"/>
                </a:cubicBezTo>
                <a:cubicBezTo>
                  <a:pt x="130846" y="34234"/>
                  <a:pt x="131698" y="37426"/>
                  <a:pt x="133404" y="39601"/>
                </a:cubicBezTo>
                <a:cubicBezTo>
                  <a:pt x="135110" y="41775"/>
                  <a:pt x="137488" y="42863"/>
                  <a:pt x="140538" y="42863"/>
                </a:cubicBezTo>
                <a:cubicBezTo>
                  <a:pt x="143548" y="42863"/>
                  <a:pt x="145911" y="41785"/>
                  <a:pt x="147627" y="39631"/>
                </a:cubicBezTo>
                <a:cubicBezTo>
                  <a:pt x="149342" y="37476"/>
                  <a:pt x="150200" y="34274"/>
                  <a:pt x="150200" y="30025"/>
                </a:cubicBezTo>
                <a:close/>
                <a:moveTo>
                  <a:pt x="192912" y="46836"/>
                </a:moveTo>
                <a:lnTo>
                  <a:pt x="187253" y="46836"/>
                </a:lnTo>
                <a:lnTo>
                  <a:pt x="187253" y="27673"/>
                </a:lnTo>
                <a:cubicBezTo>
                  <a:pt x="187253" y="26125"/>
                  <a:pt x="187163" y="24674"/>
                  <a:pt x="186983" y="23318"/>
                </a:cubicBezTo>
                <a:cubicBezTo>
                  <a:pt x="186802" y="21963"/>
                  <a:pt x="186471" y="20903"/>
                  <a:pt x="185989" y="20140"/>
                </a:cubicBezTo>
                <a:cubicBezTo>
                  <a:pt x="185488" y="19296"/>
                  <a:pt x="184765" y="18668"/>
                  <a:pt x="183822" y="18257"/>
                </a:cubicBezTo>
                <a:cubicBezTo>
                  <a:pt x="182879" y="17845"/>
                  <a:pt x="181655" y="17639"/>
                  <a:pt x="180150" y="17639"/>
                </a:cubicBezTo>
                <a:cubicBezTo>
                  <a:pt x="178605" y="17639"/>
                  <a:pt x="176989" y="18021"/>
                  <a:pt x="175304" y="18784"/>
                </a:cubicBezTo>
                <a:cubicBezTo>
                  <a:pt x="173618" y="19548"/>
                  <a:pt x="172003" y="20521"/>
                  <a:pt x="170458" y="21706"/>
                </a:cubicBezTo>
                <a:lnTo>
                  <a:pt x="170458" y="46836"/>
                </a:lnTo>
                <a:lnTo>
                  <a:pt x="164799" y="46836"/>
                </a:lnTo>
                <a:lnTo>
                  <a:pt x="164799" y="13184"/>
                </a:lnTo>
                <a:lnTo>
                  <a:pt x="170458" y="13184"/>
                </a:lnTo>
                <a:lnTo>
                  <a:pt x="170458" y="16895"/>
                </a:lnTo>
                <a:cubicBezTo>
                  <a:pt x="172223" y="15427"/>
                  <a:pt x="174049" y="14282"/>
                  <a:pt x="175936" y="13458"/>
                </a:cubicBezTo>
                <a:cubicBezTo>
                  <a:pt x="177822" y="12633"/>
                  <a:pt x="179759" y="12221"/>
                  <a:pt x="181745" y="12221"/>
                </a:cubicBezTo>
                <a:cubicBezTo>
                  <a:pt x="185377" y="12221"/>
                  <a:pt x="188146" y="13316"/>
                  <a:pt x="190053" y="15507"/>
                </a:cubicBezTo>
                <a:cubicBezTo>
                  <a:pt x="191959" y="17698"/>
                  <a:pt x="192912" y="20854"/>
                  <a:pt x="192912" y="24976"/>
                </a:cubicBezTo>
                <a:lnTo>
                  <a:pt x="192912" y="46836"/>
                </a:lnTo>
                <a:close/>
                <a:moveTo>
                  <a:pt x="232464" y="30025"/>
                </a:moveTo>
                <a:cubicBezTo>
                  <a:pt x="232464" y="35517"/>
                  <a:pt x="231059" y="39852"/>
                  <a:pt x="228250" y="43031"/>
                </a:cubicBezTo>
                <a:cubicBezTo>
                  <a:pt x="225441" y="46210"/>
                  <a:pt x="221678" y="47799"/>
                  <a:pt x="216962" y="47799"/>
                </a:cubicBezTo>
                <a:cubicBezTo>
                  <a:pt x="212206" y="47799"/>
                  <a:pt x="208429" y="46210"/>
                  <a:pt x="205630" y="43031"/>
                </a:cubicBezTo>
                <a:cubicBezTo>
                  <a:pt x="202830" y="39852"/>
                  <a:pt x="201431" y="35517"/>
                  <a:pt x="201431" y="30025"/>
                </a:cubicBezTo>
                <a:cubicBezTo>
                  <a:pt x="201431" y="24533"/>
                  <a:pt x="202830" y="20193"/>
                  <a:pt x="205630" y="17004"/>
                </a:cubicBezTo>
                <a:cubicBezTo>
                  <a:pt x="208429" y="13815"/>
                  <a:pt x="212206" y="12221"/>
                  <a:pt x="216962" y="12221"/>
                </a:cubicBezTo>
                <a:cubicBezTo>
                  <a:pt x="221678" y="12221"/>
                  <a:pt x="225441" y="13815"/>
                  <a:pt x="228250" y="17004"/>
                </a:cubicBezTo>
                <a:cubicBezTo>
                  <a:pt x="231059" y="20193"/>
                  <a:pt x="232464" y="24533"/>
                  <a:pt x="232464" y="30025"/>
                </a:cubicBezTo>
                <a:moveTo>
                  <a:pt x="226625" y="30025"/>
                </a:moveTo>
                <a:cubicBezTo>
                  <a:pt x="226625" y="25676"/>
                  <a:pt x="225772" y="22444"/>
                  <a:pt x="224066" y="20329"/>
                </a:cubicBezTo>
                <a:cubicBezTo>
                  <a:pt x="222360" y="18214"/>
                  <a:pt x="219992" y="17157"/>
                  <a:pt x="216962" y="17157"/>
                </a:cubicBezTo>
                <a:cubicBezTo>
                  <a:pt x="213892" y="17157"/>
                  <a:pt x="211509" y="18214"/>
                  <a:pt x="209814" y="20329"/>
                </a:cubicBezTo>
                <a:cubicBezTo>
                  <a:pt x="208118" y="22444"/>
                  <a:pt x="207270" y="25676"/>
                  <a:pt x="207270" y="30025"/>
                </a:cubicBezTo>
                <a:cubicBezTo>
                  <a:pt x="207270" y="34234"/>
                  <a:pt x="208123" y="37426"/>
                  <a:pt x="209829" y="39601"/>
                </a:cubicBezTo>
                <a:cubicBezTo>
                  <a:pt x="211534" y="41775"/>
                  <a:pt x="213912" y="42863"/>
                  <a:pt x="216962" y="42863"/>
                </a:cubicBezTo>
                <a:cubicBezTo>
                  <a:pt x="219972" y="42863"/>
                  <a:pt x="222335" y="41785"/>
                  <a:pt x="224051" y="39631"/>
                </a:cubicBezTo>
                <a:cubicBezTo>
                  <a:pt x="225767" y="37476"/>
                  <a:pt x="226625" y="34274"/>
                  <a:pt x="226625" y="30025"/>
                </a:cubicBezTo>
                <a:close/>
                <a:moveTo>
                  <a:pt x="290287" y="46836"/>
                </a:moveTo>
                <a:lnTo>
                  <a:pt x="284628" y="46836"/>
                </a:lnTo>
                <a:lnTo>
                  <a:pt x="284628" y="27673"/>
                </a:lnTo>
                <a:cubicBezTo>
                  <a:pt x="284628" y="26226"/>
                  <a:pt x="284563" y="24831"/>
                  <a:pt x="284432" y="23485"/>
                </a:cubicBezTo>
                <a:cubicBezTo>
                  <a:pt x="284302" y="22138"/>
                  <a:pt x="284026" y="21064"/>
                  <a:pt x="283604" y="20260"/>
                </a:cubicBezTo>
                <a:cubicBezTo>
                  <a:pt x="283143" y="19396"/>
                  <a:pt x="282481" y="18743"/>
                  <a:pt x="281618" y="18302"/>
                </a:cubicBezTo>
                <a:cubicBezTo>
                  <a:pt x="280755" y="17860"/>
                  <a:pt x="279511" y="17639"/>
                  <a:pt x="277885" y="17639"/>
                </a:cubicBezTo>
                <a:cubicBezTo>
                  <a:pt x="276300" y="17639"/>
                  <a:pt x="274715" y="18036"/>
                  <a:pt x="273129" y="18830"/>
                </a:cubicBezTo>
                <a:cubicBezTo>
                  <a:pt x="271544" y="19623"/>
                  <a:pt x="269959" y="20632"/>
                  <a:pt x="268374" y="21858"/>
                </a:cubicBezTo>
                <a:cubicBezTo>
                  <a:pt x="268434" y="22319"/>
                  <a:pt x="268484" y="22856"/>
                  <a:pt x="268524" y="23469"/>
                </a:cubicBezTo>
                <a:cubicBezTo>
                  <a:pt x="268564" y="24081"/>
                  <a:pt x="268584" y="24689"/>
                  <a:pt x="268584" y="25292"/>
                </a:cubicBezTo>
                <a:lnTo>
                  <a:pt x="268584" y="46836"/>
                </a:lnTo>
                <a:lnTo>
                  <a:pt x="262925" y="46836"/>
                </a:lnTo>
                <a:lnTo>
                  <a:pt x="262925" y="27673"/>
                </a:lnTo>
                <a:cubicBezTo>
                  <a:pt x="262925" y="26186"/>
                  <a:pt x="262860" y="24775"/>
                  <a:pt x="262730" y="23440"/>
                </a:cubicBezTo>
                <a:cubicBezTo>
                  <a:pt x="262599" y="22103"/>
                  <a:pt x="262323" y="21034"/>
                  <a:pt x="261902" y="20230"/>
                </a:cubicBezTo>
                <a:cubicBezTo>
                  <a:pt x="261441" y="19366"/>
                  <a:pt x="260778" y="18718"/>
                  <a:pt x="259915" y="18287"/>
                </a:cubicBezTo>
                <a:cubicBezTo>
                  <a:pt x="259053" y="17855"/>
                  <a:pt x="257808" y="17639"/>
                  <a:pt x="256183" y="17639"/>
                </a:cubicBezTo>
                <a:cubicBezTo>
                  <a:pt x="254638" y="17639"/>
                  <a:pt x="253088" y="18021"/>
                  <a:pt x="251533" y="18784"/>
                </a:cubicBezTo>
                <a:cubicBezTo>
                  <a:pt x="249977" y="19548"/>
                  <a:pt x="248427" y="20521"/>
                  <a:pt x="246882" y="21706"/>
                </a:cubicBezTo>
                <a:lnTo>
                  <a:pt x="246882" y="46836"/>
                </a:lnTo>
                <a:lnTo>
                  <a:pt x="241223" y="46836"/>
                </a:lnTo>
                <a:lnTo>
                  <a:pt x="241223" y="13184"/>
                </a:lnTo>
                <a:lnTo>
                  <a:pt x="246882" y="13184"/>
                </a:lnTo>
                <a:lnTo>
                  <a:pt x="246882" y="16920"/>
                </a:lnTo>
                <a:cubicBezTo>
                  <a:pt x="248648" y="15445"/>
                  <a:pt x="250409" y="14293"/>
                  <a:pt x="252165" y="13464"/>
                </a:cubicBezTo>
                <a:cubicBezTo>
                  <a:pt x="253920" y="12635"/>
                  <a:pt x="255792" y="12221"/>
                  <a:pt x="257778" y="12221"/>
                </a:cubicBezTo>
                <a:cubicBezTo>
                  <a:pt x="260066" y="12221"/>
                  <a:pt x="262007" y="12705"/>
                  <a:pt x="263603" y="13675"/>
                </a:cubicBezTo>
                <a:cubicBezTo>
                  <a:pt x="265198" y="14644"/>
                  <a:pt x="266387" y="15986"/>
                  <a:pt x="267170" y="17703"/>
                </a:cubicBezTo>
                <a:cubicBezTo>
                  <a:pt x="269457" y="15764"/>
                  <a:pt x="271544" y="14366"/>
                  <a:pt x="273430" y="13508"/>
                </a:cubicBezTo>
                <a:cubicBezTo>
                  <a:pt x="275317" y="12650"/>
                  <a:pt x="277333" y="12221"/>
                  <a:pt x="279481" y="12221"/>
                </a:cubicBezTo>
                <a:cubicBezTo>
                  <a:pt x="283173" y="12221"/>
                  <a:pt x="285897" y="13341"/>
                  <a:pt x="287653" y="15583"/>
                </a:cubicBezTo>
                <a:cubicBezTo>
                  <a:pt x="289409" y="17824"/>
                  <a:pt x="290287" y="20955"/>
                  <a:pt x="290287" y="24976"/>
                </a:cubicBezTo>
                <a:lnTo>
                  <a:pt x="290287" y="46836"/>
                </a:lnTo>
                <a:close/>
                <a:moveTo>
                  <a:pt x="307263" y="7585"/>
                </a:moveTo>
                <a:lnTo>
                  <a:pt x="300882" y="7585"/>
                </a:lnTo>
                <a:lnTo>
                  <a:pt x="300882" y="1686"/>
                </a:lnTo>
                <a:lnTo>
                  <a:pt x="307263" y="1686"/>
                </a:lnTo>
                <a:lnTo>
                  <a:pt x="307263" y="7585"/>
                </a:lnTo>
                <a:moveTo>
                  <a:pt x="306902" y="46836"/>
                </a:moveTo>
                <a:lnTo>
                  <a:pt x="301243" y="46836"/>
                </a:lnTo>
                <a:lnTo>
                  <a:pt x="301243" y="13184"/>
                </a:lnTo>
                <a:lnTo>
                  <a:pt x="306902" y="13184"/>
                </a:lnTo>
                <a:lnTo>
                  <a:pt x="306902" y="46836"/>
                </a:lnTo>
                <a:close/>
                <a:moveTo>
                  <a:pt x="345370" y="46836"/>
                </a:moveTo>
                <a:lnTo>
                  <a:pt x="339711" y="46836"/>
                </a:lnTo>
                <a:lnTo>
                  <a:pt x="339711" y="43333"/>
                </a:lnTo>
                <a:cubicBezTo>
                  <a:pt x="338086" y="44742"/>
                  <a:pt x="336390" y="45838"/>
                  <a:pt x="334624" y="46623"/>
                </a:cubicBezTo>
                <a:cubicBezTo>
                  <a:pt x="332858" y="47407"/>
                  <a:pt x="330942" y="47799"/>
                  <a:pt x="328875" y="47799"/>
                </a:cubicBezTo>
                <a:cubicBezTo>
                  <a:pt x="324862" y="47799"/>
                  <a:pt x="321676" y="46250"/>
                  <a:pt x="319318" y="43153"/>
                </a:cubicBezTo>
                <a:cubicBezTo>
                  <a:pt x="316960" y="40054"/>
                  <a:pt x="315781" y="35759"/>
                  <a:pt x="315781" y="30267"/>
                </a:cubicBezTo>
                <a:cubicBezTo>
                  <a:pt x="315781" y="27410"/>
                  <a:pt x="316188" y="24865"/>
                  <a:pt x="317000" y="22632"/>
                </a:cubicBezTo>
                <a:cubicBezTo>
                  <a:pt x="317813" y="20399"/>
                  <a:pt x="318912" y="18498"/>
                  <a:pt x="320296" y="16929"/>
                </a:cubicBezTo>
                <a:cubicBezTo>
                  <a:pt x="321661" y="15400"/>
                  <a:pt x="323251" y="14233"/>
                  <a:pt x="325067" y="13428"/>
                </a:cubicBezTo>
                <a:cubicBezTo>
                  <a:pt x="326883" y="12623"/>
                  <a:pt x="328765" y="12221"/>
                  <a:pt x="330711" y="12221"/>
                </a:cubicBezTo>
                <a:cubicBezTo>
                  <a:pt x="332477" y="12221"/>
                  <a:pt x="334042" y="12407"/>
                  <a:pt x="335407" y="12779"/>
                </a:cubicBezTo>
                <a:cubicBezTo>
                  <a:pt x="336771" y="13151"/>
                  <a:pt x="338206" y="13729"/>
                  <a:pt x="339711" y="14514"/>
                </a:cubicBezTo>
                <a:lnTo>
                  <a:pt x="339711" y="0"/>
                </a:lnTo>
                <a:lnTo>
                  <a:pt x="345370" y="0"/>
                </a:lnTo>
                <a:lnTo>
                  <a:pt x="345370" y="46836"/>
                </a:lnTo>
                <a:moveTo>
                  <a:pt x="339711" y="38558"/>
                </a:moveTo>
                <a:lnTo>
                  <a:pt x="339711" y="19264"/>
                </a:lnTo>
                <a:cubicBezTo>
                  <a:pt x="338186" y="18582"/>
                  <a:pt x="336822" y="18110"/>
                  <a:pt x="335618" y="17849"/>
                </a:cubicBezTo>
                <a:cubicBezTo>
                  <a:pt x="334413" y="17589"/>
                  <a:pt x="333099" y="17458"/>
                  <a:pt x="331674" y="17458"/>
                </a:cubicBezTo>
                <a:cubicBezTo>
                  <a:pt x="328504" y="17458"/>
                  <a:pt x="326036" y="18562"/>
                  <a:pt x="324270" y="20769"/>
                </a:cubicBezTo>
                <a:cubicBezTo>
                  <a:pt x="322504" y="22977"/>
                  <a:pt x="321621" y="26107"/>
                  <a:pt x="321621" y="30160"/>
                </a:cubicBezTo>
                <a:cubicBezTo>
                  <a:pt x="321621" y="34154"/>
                  <a:pt x="322303" y="37189"/>
                  <a:pt x="323668" y="39266"/>
                </a:cubicBezTo>
                <a:cubicBezTo>
                  <a:pt x="325032" y="41343"/>
                  <a:pt x="327220" y="42381"/>
                  <a:pt x="330230" y="42381"/>
                </a:cubicBezTo>
                <a:cubicBezTo>
                  <a:pt x="331835" y="42381"/>
                  <a:pt x="333460" y="42025"/>
                  <a:pt x="335106" y="41313"/>
                </a:cubicBezTo>
                <a:cubicBezTo>
                  <a:pt x="336751" y="40600"/>
                  <a:pt x="338286" y="39682"/>
                  <a:pt x="339711" y="38558"/>
                </a:cubicBezTo>
                <a:close/>
                <a:moveTo>
                  <a:pt x="382634" y="46836"/>
                </a:moveTo>
                <a:lnTo>
                  <a:pt x="377005" y="46836"/>
                </a:lnTo>
                <a:lnTo>
                  <a:pt x="377005" y="43279"/>
                </a:lnTo>
                <a:cubicBezTo>
                  <a:pt x="376504" y="43620"/>
                  <a:pt x="375826" y="44098"/>
                  <a:pt x="374974" y="44710"/>
                </a:cubicBezTo>
                <a:cubicBezTo>
                  <a:pt x="374121" y="45323"/>
                  <a:pt x="373293" y="45810"/>
                  <a:pt x="372490" y="46172"/>
                </a:cubicBezTo>
                <a:cubicBezTo>
                  <a:pt x="371547" y="46634"/>
                  <a:pt x="370464" y="47021"/>
                  <a:pt x="369239" y="47332"/>
                </a:cubicBezTo>
                <a:cubicBezTo>
                  <a:pt x="368015" y="47643"/>
                  <a:pt x="366581" y="47799"/>
                  <a:pt x="364935" y="47799"/>
                </a:cubicBezTo>
                <a:cubicBezTo>
                  <a:pt x="361905" y="47799"/>
                  <a:pt x="359336" y="46795"/>
                  <a:pt x="357229" y="44785"/>
                </a:cubicBezTo>
                <a:cubicBezTo>
                  <a:pt x="355122" y="42776"/>
                  <a:pt x="354069" y="40214"/>
                  <a:pt x="354069" y="37100"/>
                </a:cubicBezTo>
                <a:cubicBezTo>
                  <a:pt x="354069" y="34548"/>
                  <a:pt x="354616" y="32484"/>
                  <a:pt x="355709" y="30906"/>
                </a:cubicBezTo>
                <a:cubicBezTo>
                  <a:pt x="356803" y="29329"/>
                  <a:pt x="358363" y="28088"/>
                  <a:pt x="360390" y="27184"/>
                </a:cubicBezTo>
                <a:cubicBezTo>
                  <a:pt x="362437" y="26280"/>
                  <a:pt x="364895" y="25667"/>
                  <a:pt x="367765" y="25345"/>
                </a:cubicBezTo>
                <a:cubicBezTo>
                  <a:pt x="370634" y="25024"/>
                  <a:pt x="373714" y="24783"/>
                  <a:pt x="377005" y="24622"/>
                </a:cubicBezTo>
                <a:lnTo>
                  <a:pt x="377005" y="23742"/>
                </a:lnTo>
                <a:cubicBezTo>
                  <a:pt x="377005" y="22447"/>
                  <a:pt x="376780" y="21374"/>
                  <a:pt x="376328" y="20525"/>
                </a:cubicBezTo>
                <a:cubicBezTo>
                  <a:pt x="375877" y="19675"/>
                  <a:pt x="375229" y="19007"/>
                  <a:pt x="374387" y="18521"/>
                </a:cubicBezTo>
                <a:cubicBezTo>
                  <a:pt x="373584" y="18056"/>
                  <a:pt x="372621" y="17742"/>
                  <a:pt x="371497" y="17580"/>
                </a:cubicBezTo>
                <a:cubicBezTo>
                  <a:pt x="370373" y="17419"/>
                  <a:pt x="369199" y="17338"/>
                  <a:pt x="367975" y="17338"/>
                </a:cubicBezTo>
                <a:cubicBezTo>
                  <a:pt x="366490" y="17338"/>
                  <a:pt x="364835" y="17539"/>
                  <a:pt x="363009" y="17941"/>
                </a:cubicBezTo>
                <a:cubicBezTo>
                  <a:pt x="361183" y="18342"/>
                  <a:pt x="359296" y="18924"/>
                  <a:pt x="357350" y="19686"/>
                </a:cubicBezTo>
                <a:lnTo>
                  <a:pt x="357049" y="19686"/>
                </a:lnTo>
                <a:lnTo>
                  <a:pt x="357049" y="13936"/>
                </a:lnTo>
                <a:cubicBezTo>
                  <a:pt x="358153" y="13635"/>
                  <a:pt x="359748" y="13304"/>
                  <a:pt x="361835" y="12943"/>
                </a:cubicBezTo>
                <a:cubicBezTo>
                  <a:pt x="363922" y="12582"/>
                  <a:pt x="365979" y="12401"/>
                  <a:pt x="368005" y="12401"/>
                </a:cubicBezTo>
                <a:cubicBezTo>
                  <a:pt x="370373" y="12401"/>
                  <a:pt x="372435" y="12597"/>
                  <a:pt x="374191" y="12988"/>
                </a:cubicBezTo>
                <a:cubicBezTo>
                  <a:pt x="375947" y="13380"/>
                  <a:pt x="377467" y="14047"/>
                  <a:pt x="378751" y="14990"/>
                </a:cubicBezTo>
                <a:cubicBezTo>
                  <a:pt x="380015" y="15913"/>
                  <a:pt x="380979" y="17107"/>
                  <a:pt x="381641" y="18572"/>
                </a:cubicBezTo>
                <a:cubicBezTo>
                  <a:pt x="382303" y="20037"/>
                  <a:pt x="382634" y="21853"/>
                  <a:pt x="382634" y="24020"/>
                </a:cubicBezTo>
                <a:lnTo>
                  <a:pt x="382634" y="46836"/>
                </a:lnTo>
                <a:moveTo>
                  <a:pt x="377005" y="38601"/>
                </a:moveTo>
                <a:lnTo>
                  <a:pt x="377005" y="29197"/>
                </a:lnTo>
                <a:cubicBezTo>
                  <a:pt x="375280" y="29298"/>
                  <a:pt x="373248" y="29450"/>
                  <a:pt x="370910" y="29652"/>
                </a:cubicBezTo>
                <a:cubicBezTo>
                  <a:pt x="368572" y="29853"/>
                  <a:pt x="366721" y="30145"/>
                  <a:pt x="365357" y="30527"/>
                </a:cubicBezTo>
                <a:cubicBezTo>
                  <a:pt x="363731" y="30991"/>
                  <a:pt x="362417" y="31712"/>
                  <a:pt x="361413" y="32690"/>
                </a:cubicBezTo>
                <a:cubicBezTo>
                  <a:pt x="360410" y="33667"/>
                  <a:pt x="359908" y="35013"/>
                  <a:pt x="359908" y="36726"/>
                </a:cubicBezTo>
                <a:cubicBezTo>
                  <a:pt x="359908" y="38661"/>
                  <a:pt x="360490" y="40118"/>
                  <a:pt x="361654" y="41095"/>
                </a:cubicBezTo>
                <a:cubicBezTo>
                  <a:pt x="362818" y="42073"/>
                  <a:pt x="364594" y="42562"/>
                  <a:pt x="366982" y="42562"/>
                </a:cubicBezTo>
                <a:cubicBezTo>
                  <a:pt x="368969" y="42562"/>
                  <a:pt x="370785" y="42174"/>
                  <a:pt x="372430" y="41398"/>
                </a:cubicBezTo>
                <a:cubicBezTo>
                  <a:pt x="374076" y="40622"/>
                  <a:pt x="375601" y="39689"/>
                  <a:pt x="377005" y="38601"/>
                </a:cubicBezTo>
                <a:close/>
                <a:moveTo>
                  <a:pt x="421674" y="30582"/>
                </a:moveTo>
                <a:lnTo>
                  <a:pt x="396902" y="30582"/>
                </a:lnTo>
                <a:cubicBezTo>
                  <a:pt x="396902" y="32654"/>
                  <a:pt x="397213" y="34459"/>
                  <a:pt x="397835" y="35998"/>
                </a:cubicBezTo>
                <a:cubicBezTo>
                  <a:pt x="398457" y="37537"/>
                  <a:pt x="399310" y="38799"/>
                  <a:pt x="400393" y="39785"/>
                </a:cubicBezTo>
                <a:cubicBezTo>
                  <a:pt x="401437" y="40751"/>
                  <a:pt x="402676" y="41475"/>
                  <a:pt x="404111" y="41958"/>
                </a:cubicBezTo>
                <a:cubicBezTo>
                  <a:pt x="405545" y="42441"/>
                  <a:pt x="407126" y="42682"/>
                  <a:pt x="408851" y="42682"/>
                </a:cubicBezTo>
                <a:cubicBezTo>
                  <a:pt x="411139" y="42682"/>
                  <a:pt x="413442" y="42222"/>
                  <a:pt x="415759" y="41302"/>
                </a:cubicBezTo>
                <a:cubicBezTo>
                  <a:pt x="418077" y="40382"/>
                  <a:pt x="419728" y="39478"/>
                  <a:pt x="420711" y="38589"/>
                </a:cubicBezTo>
                <a:lnTo>
                  <a:pt x="421012" y="38589"/>
                </a:lnTo>
                <a:lnTo>
                  <a:pt x="421012" y="44780"/>
                </a:lnTo>
                <a:cubicBezTo>
                  <a:pt x="419106" y="45585"/>
                  <a:pt x="417159" y="46259"/>
                  <a:pt x="415172" y="46803"/>
                </a:cubicBezTo>
                <a:cubicBezTo>
                  <a:pt x="413186" y="47347"/>
                  <a:pt x="411099" y="47619"/>
                  <a:pt x="408912" y="47619"/>
                </a:cubicBezTo>
                <a:cubicBezTo>
                  <a:pt x="403333" y="47619"/>
                  <a:pt x="398979" y="46106"/>
                  <a:pt x="395848" y="43081"/>
                </a:cubicBezTo>
                <a:cubicBezTo>
                  <a:pt x="392718" y="40056"/>
                  <a:pt x="391152" y="35759"/>
                  <a:pt x="391152" y="30191"/>
                </a:cubicBezTo>
                <a:cubicBezTo>
                  <a:pt x="391152" y="24683"/>
                  <a:pt x="392652" y="20312"/>
                  <a:pt x="395652" y="17075"/>
                </a:cubicBezTo>
                <a:cubicBezTo>
                  <a:pt x="398652" y="13839"/>
                  <a:pt x="402601" y="12221"/>
                  <a:pt x="407497" y="12221"/>
                </a:cubicBezTo>
                <a:cubicBezTo>
                  <a:pt x="412032" y="12221"/>
                  <a:pt x="415529" y="13547"/>
                  <a:pt x="417987" y="16201"/>
                </a:cubicBezTo>
                <a:cubicBezTo>
                  <a:pt x="420445" y="18854"/>
                  <a:pt x="421674" y="22623"/>
                  <a:pt x="421674" y="27507"/>
                </a:cubicBezTo>
                <a:lnTo>
                  <a:pt x="421674" y="30582"/>
                </a:lnTo>
                <a:moveTo>
                  <a:pt x="416166" y="26247"/>
                </a:moveTo>
                <a:cubicBezTo>
                  <a:pt x="416146" y="23278"/>
                  <a:pt x="415398" y="20980"/>
                  <a:pt x="413923" y="19354"/>
                </a:cubicBezTo>
                <a:cubicBezTo>
                  <a:pt x="412448" y="17729"/>
                  <a:pt x="410206" y="16916"/>
                  <a:pt x="407196" y="16916"/>
                </a:cubicBezTo>
                <a:cubicBezTo>
                  <a:pt x="404166" y="16916"/>
                  <a:pt x="401753" y="17809"/>
                  <a:pt x="399957" y="19595"/>
                </a:cubicBezTo>
                <a:cubicBezTo>
                  <a:pt x="398161" y="21381"/>
                  <a:pt x="397142" y="23599"/>
                  <a:pt x="396902" y="26247"/>
                </a:cubicBezTo>
                <a:lnTo>
                  <a:pt x="416166" y="262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5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EF315F-E688-4A8C-884F-B7272BB5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4" y="880513"/>
            <a:ext cx="426893" cy="251709"/>
          </a:xfrm>
          <a:custGeom xmlns:a="http://schemas.openxmlformats.org/drawingml/2006/main">
            <a:pathLst>
              <a:path w="426893" h="251709">
                <a:moveTo>
                  <a:pt x="0" y="0"/>
                </a:moveTo>
                <a:lnTo>
                  <a:pt x="426893" y="0"/>
                </a:lnTo>
                <a:lnTo>
                  <a:pt x="426893" y="251709"/>
                </a:lnTo>
                <a:lnTo>
                  <a:pt x="0" y="2517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03142A-3703-49C3-9F4B-226E7A14F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5" y="880515"/>
            <a:ext cx="426893" cy="251707"/>
          </a:xfrm>
          <a:custGeom xmlns:a="http://schemas.openxmlformats.org/drawingml/2006/main">
            <a:pathLst>
              <a:path w="426893" h="251707" fill="none">
                <a:moveTo>
                  <a:pt x="0" y="0"/>
                </a:moveTo>
                <a:lnTo>
                  <a:pt x="426893" y="0"/>
                </a:lnTo>
                <a:lnTo>
                  <a:pt x="426893" y="251707"/>
                </a:lnTo>
                <a:lnTo>
                  <a:pt x="0" y="2517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01" name="Text Phoridae">
            <a:extLst xmlns:a="http://schemas.openxmlformats.org/drawingml/2006/main">
              <a:ext uri="{FF2B5EF4-FFF2-40B4-BE49-F238E27FC236}">
                <a16:creationId xmlns:a16="http://schemas.microsoft.com/office/drawing/2014/main" id="{5E4E4935-F40F-449F-91BA-292A7C00A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3023" y="924091"/>
            <a:ext cx="368731" cy="67803"/>
          </a:xfrm>
          <a:custGeom xmlns:a="http://schemas.openxmlformats.org/drawingml/2006/main">
            <a:pathLst>
              <a:path w="368731" h="67803">
                <a:moveTo>
                  <a:pt x="41587" y="22032"/>
                </a:moveTo>
                <a:cubicBezTo>
                  <a:pt x="41587" y="24850"/>
                  <a:pt x="41096" y="27461"/>
                  <a:pt x="40114" y="29867"/>
                </a:cubicBezTo>
                <a:cubicBezTo>
                  <a:pt x="39132" y="32272"/>
                  <a:pt x="37758" y="34357"/>
                  <a:pt x="35994" y="36122"/>
                </a:cubicBezTo>
                <a:cubicBezTo>
                  <a:pt x="33802" y="38313"/>
                  <a:pt x="31212" y="39957"/>
                  <a:pt x="28223" y="41053"/>
                </a:cubicBezTo>
                <a:cubicBezTo>
                  <a:pt x="25234" y="42149"/>
                  <a:pt x="21462" y="42697"/>
                  <a:pt x="16908" y="42697"/>
                </a:cubicBezTo>
                <a:lnTo>
                  <a:pt x="8454" y="42697"/>
                </a:lnTo>
                <a:lnTo>
                  <a:pt x="8454" y="66437"/>
                </a:lnTo>
                <a:lnTo>
                  <a:pt x="0" y="66437"/>
                </a:lnTo>
                <a:lnTo>
                  <a:pt x="0" y="2818"/>
                </a:lnTo>
                <a:lnTo>
                  <a:pt x="17250" y="2818"/>
                </a:lnTo>
                <a:cubicBezTo>
                  <a:pt x="21064" y="2818"/>
                  <a:pt x="24295" y="3138"/>
                  <a:pt x="26942" y="3779"/>
                </a:cubicBezTo>
                <a:cubicBezTo>
                  <a:pt x="29589" y="4419"/>
                  <a:pt x="31937" y="5423"/>
                  <a:pt x="33987" y="6789"/>
                </a:cubicBezTo>
                <a:cubicBezTo>
                  <a:pt x="36406" y="8411"/>
                  <a:pt x="38278" y="10432"/>
                  <a:pt x="39601" y="12852"/>
                </a:cubicBezTo>
                <a:cubicBezTo>
                  <a:pt x="40925" y="15271"/>
                  <a:pt x="41587" y="18331"/>
                  <a:pt x="41587" y="22032"/>
                </a:cubicBezTo>
                <a:moveTo>
                  <a:pt x="32791" y="22228"/>
                </a:moveTo>
                <a:cubicBezTo>
                  <a:pt x="32791" y="20055"/>
                  <a:pt x="32407" y="18164"/>
                  <a:pt x="31638" y="16556"/>
                </a:cubicBezTo>
                <a:cubicBezTo>
                  <a:pt x="30870" y="14947"/>
                  <a:pt x="29703" y="13634"/>
                  <a:pt x="28137" y="12617"/>
                </a:cubicBezTo>
                <a:cubicBezTo>
                  <a:pt x="26771" y="11743"/>
                  <a:pt x="25213" y="11115"/>
                  <a:pt x="23462" y="10734"/>
                </a:cubicBezTo>
                <a:cubicBezTo>
                  <a:pt x="21711" y="10353"/>
                  <a:pt x="19498" y="10162"/>
                  <a:pt x="16823" y="10162"/>
                </a:cubicBezTo>
                <a:lnTo>
                  <a:pt x="8454" y="10162"/>
                </a:lnTo>
                <a:lnTo>
                  <a:pt x="8454" y="35353"/>
                </a:lnTo>
                <a:lnTo>
                  <a:pt x="15584" y="35353"/>
                </a:lnTo>
                <a:cubicBezTo>
                  <a:pt x="19000" y="35353"/>
                  <a:pt x="21775" y="35050"/>
                  <a:pt x="23910" y="34443"/>
                </a:cubicBezTo>
                <a:cubicBezTo>
                  <a:pt x="26045" y="33836"/>
                  <a:pt x="27782" y="32870"/>
                  <a:pt x="29119" y="31542"/>
                </a:cubicBezTo>
                <a:cubicBezTo>
                  <a:pt x="30457" y="30188"/>
                  <a:pt x="31404" y="28763"/>
                  <a:pt x="31959" y="27267"/>
                </a:cubicBezTo>
                <a:cubicBezTo>
                  <a:pt x="32514" y="25771"/>
                  <a:pt x="32791" y="24091"/>
                  <a:pt x="32791" y="22228"/>
                </a:cubicBezTo>
                <a:close/>
                <a:moveTo>
                  <a:pt x="91969" y="66437"/>
                </a:moveTo>
                <a:lnTo>
                  <a:pt x="83942" y="66437"/>
                </a:lnTo>
                <a:lnTo>
                  <a:pt x="83942" y="39253"/>
                </a:lnTo>
                <a:cubicBezTo>
                  <a:pt x="83942" y="37059"/>
                  <a:pt x="83814" y="35000"/>
                  <a:pt x="83558" y="33077"/>
                </a:cubicBezTo>
                <a:cubicBezTo>
                  <a:pt x="83302" y="31154"/>
                  <a:pt x="82832" y="29651"/>
                  <a:pt x="82149" y="28568"/>
                </a:cubicBezTo>
                <a:cubicBezTo>
                  <a:pt x="81437" y="27371"/>
                  <a:pt x="80413" y="26481"/>
                  <a:pt x="79075" y="25897"/>
                </a:cubicBezTo>
                <a:cubicBezTo>
                  <a:pt x="77737" y="25313"/>
                  <a:pt x="76001" y="25020"/>
                  <a:pt x="73866" y="25020"/>
                </a:cubicBezTo>
                <a:cubicBezTo>
                  <a:pt x="71674" y="25020"/>
                  <a:pt x="69383" y="25562"/>
                  <a:pt x="66992" y="26646"/>
                </a:cubicBezTo>
                <a:cubicBezTo>
                  <a:pt x="64601" y="27728"/>
                  <a:pt x="62309" y="29110"/>
                  <a:pt x="60117" y="30790"/>
                </a:cubicBezTo>
                <a:lnTo>
                  <a:pt x="60117" y="66437"/>
                </a:lnTo>
                <a:lnTo>
                  <a:pt x="52090" y="66437"/>
                </a:lnTo>
                <a:lnTo>
                  <a:pt x="52090" y="0"/>
                </a:lnTo>
                <a:lnTo>
                  <a:pt x="60117" y="0"/>
                </a:lnTo>
                <a:lnTo>
                  <a:pt x="60117" y="23965"/>
                </a:lnTo>
                <a:cubicBezTo>
                  <a:pt x="62622" y="21884"/>
                  <a:pt x="65213" y="20258"/>
                  <a:pt x="67888" y="19090"/>
                </a:cubicBezTo>
                <a:cubicBezTo>
                  <a:pt x="70564" y="17920"/>
                  <a:pt x="73311" y="17335"/>
                  <a:pt x="76129" y="17335"/>
                </a:cubicBezTo>
                <a:cubicBezTo>
                  <a:pt x="81281" y="17335"/>
                  <a:pt x="85209" y="18889"/>
                  <a:pt x="87913" y="21997"/>
                </a:cubicBezTo>
                <a:cubicBezTo>
                  <a:pt x="90617" y="25105"/>
                  <a:pt x="91969" y="29582"/>
                  <a:pt x="91969" y="35428"/>
                </a:cubicBezTo>
                <a:lnTo>
                  <a:pt x="91969" y="66437"/>
                </a:lnTo>
                <a:close/>
                <a:moveTo>
                  <a:pt x="148073" y="42590"/>
                </a:moveTo>
                <a:cubicBezTo>
                  <a:pt x="148073" y="50381"/>
                  <a:pt x="146081" y="56530"/>
                  <a:pt x="142095" y="61039"/>
                </a:cubicBezTo>
                <a:cubicBezTo>
                  <a:pt x="138110" y="65548"/>
                  <a:pt x="132773" y="67803"/>
                  <a:pt x="126084" y="67803"/>
                </a:cubicBezTo>
                <a:cubicBezTo>
                  <a:pt x="119338" y="67803"/>
                  <a:pt x="113980" y="65548"/>
                  <a:pt x="110009" y="61039"/>
                </a:cubicBezTo>
                <a:cubicBezTo>
                  <a:pt x="106038" y="56530"/>
                  <a:pt x="104052" y="50381"/>
                  <a:pt x="104052" y="42590"/>
                </a:cubicBezTo>
                <a:cubicBezTo>
                  <a:pt x="104052" y="34800"/>
                  <a:pt x="106038" y="28643"/>
                  <a:pt x="110009" y="24120"/>
                </a:cubicBezTo>
                <a:cubicBezTo>
                  <a:pt x="113980" y="19597"/>
                  <a:pt x="119338" y="17335"/>
                  <a:pt x="126084" y="17335"/>
                </a:cubicBezTo>
                <a:cubicBezTo>
                  <a:pt x="132773" y="17335"/>
                  <a:pt x="138110" y="19597"/>
                  <a:pt x="142095" y="24120"/>
                </a:cubicBezTo>
                <a:cubicBezTo>
                  <a:pt x="146081" y="28643"/>
                  <a:pt x="148073" y="34800"/>
                  <a:pt x="148073" y="42590"/>
                </a:cubicBezTo>
                <a:moveTo>
                  <a:pt x="139790" y="42590"/>
                </a:moveTo>
                <a:cubicBezTo>
                  <a:pt x="139790" y="36421"/>
                  <a:pt x="138580" y="31836"/>
                  <a:pt x="136161" y="28836"/>
                </a:cubicBezTo>
                <a:cubicBezTo>
                  <a:pt x="133741" y="25837"/>
                  <a:pt x="130382" y="24337"/>
                  <a:pt x="126084" y="24337"/>
                </a:cubicBezTo>
                <a:cubicBezTo>
                  <a:pt x="121729" y="24337"/>
                  <a:pt x="118349" y="25837"/>
                  <a:pt x="115944" y="28836"/>
                </a:cubicBezTo>
                <a:cubicBezTo>
                  <a:pt x="113538" y="31836"/>
                  <a:pt x="112336" y="36421"/>
                  <a:pt x="112336" y="42590"/>
                </a:cubicBezTo>
                <a:cubicBezTo>
                  <a:pt x="112336" y="48561"/>
                  <a:pt x="113545" y="53088"/>
                  <a:pt x="115965" y="56173"/>
                </a:cubicBezTo>
                <a:cubicBezTo>
                  <a:pt x="118384" y="59258"/>
                  <a:pt x="121757" y="60801"/>
                  <a:pt x="126084" y="60801"/>
                </a:cubicBezTo>
                <a:cubicBezTo>
                  <a:pt x="130354" y="60801"/>
                  <a:pt x="133706" y="59272"/>
                  <a:pt x="136139" y="56216"/>
                </a:cubicBezTo>
                <a:cubicBezTo>
                  <a:pt x="138573" y="53160"/>
                  <a:pt x="139790" y="48618"/>
                  <a:pt x="139790" y="42590"/>
                </a:cubicBezTo>
                <a:close/>
                <a:moveTo>
                  <a:pt x="190258" y="27411"/>
                </a:moveTo>
                <a:lnTo>
                  <a:pt x="189831" y="27411"/>
                </a:lnTo>
                <a:cubicBezTo>
                  <a:pt x="188635" y="27142"/>
                  <a:pt x="187475" y="26947"/>
                  <a:pt x="186351" y="26826"/>
                </a:cubicBezTo>
                <a:cubicBezTo>
                  <a:pt x="185227" y="26704"/>
                  <a:pt x="183896" y="26643"/>
                  <a:pt x="182359" y="26643"/>
                </a:cubicBezTo>
                <a:cubicBezTo>
                  <a:pt x="179882" y="26643"/>
                  <a:pt x="177491" y="27192"/>
                  <a:pt x="175186" y="28289"/>
                </a:cubicBezTo>
                <a:cubicBezTo>
                  <a:pt x="172880" y="29386"/>
                  <a:pt x="170660" y="30804"/>
                  <a:pt x="168525" y="32542"/>
                </a:cubicBezTo>
                <a:lnTo>
                  <a:pt x="168525" y="66437"/>
                </a:lnTo>
                <a:lnTo>
                  <a:pt x="160498" y="66437"/>
                </a:lnTo>
                <a:lnTo>
                  <a:pt x="160498" y="18701"/>
                </a:lnTo>
                <a:lnTo>
                  <a:pt x="168525" y="18701"/>
                </a:lnTo>
                <a:lnTo>
                  <a:pt x="168525" y="25753"/>
                </a:lnTo>
                <a:cubicBezTo>
                  <a:pt x="171713" y="23188"/>
                  <a:pt x="174524" y="21372"/>
                  <a:pt x="176958" y="20304"/>
                </a:cubicBezTo>
                <a:cubicBezTo>
                  <a:pt x="179391" y="19235"/>
                  <a:pt x="181875" y="18701"/>
                  <a:pt x="184408" y="18701"/>
                </a:cubicBezTo>
                <a:cubicBezTo>
                  <a:pt x="185803" y="18701"/>
                  <a:pt x="186813" y="18737"/>
                  <a:pt x="187440" y="18808"/>
                </a:cubicBezTo>
                <a:cubicBezTo>
                  <a:pt x="188066" y="18878"/>
                  <a:pt x="189005" y="19013"/>
                  <a:pt x="190258" y="19211"/>
                </a:cubicBezTo>
                <a:lnTo>
                  <a:pt x="190258" y="27411"/>
                </a:lnTo>
                <a:close/>
                <a:moveTo>
                  <a:pt x="206440" y="10760"/>
                </a:moveTo>
                <a:lnTo>
                  <a:pt x="197388" y="10760"/>
                </a:lnTo>
                <a:lnTo>
                  <a:pt x="197388" y="2391"/>
                </a:lnTo>
                <a:lnTo>
                  <a:pt x="206440" y="2391"/>
                </a:lnTo>
                <a:lnTo>
                  <a:pt x="206440" y="10760"/>
                </a:lnTo>
                <a:moveTo>
                  <a:pt x="205927" y="66437"/>
                </a:moveTo>
                <a:lnTo>
                  <a:pt x="197900" y="66437"/>
                </a:lnTo>
                <a:lnTo>
                  <a:pt x="197900" y="18701"/>
                </a:lnTo>
                <a:lnTo>
                  <a:pt x="205927" y="18701"/>
                </a:lnTo>
                <a:lnTo>
                  <a:pt x="205927" y="66437"/>
                </a:lnTo>
                <a:close/>
                <a:moveTo>
                  <a:pt x="260494" y="66437"/>
                </a:moveTo>
                <a:lnTo>
                  <a:pt x="252467" y="66437"/>
                </a:lnTo>
                <a:lnTo>
                  <a:pt x="252467" y="61468"/>
                </a:lnTo>
                <a:cubicBezTo>
                  <a:pt x="250161" y="63466"/>
                  <a:pt x="247756" y="65021"/>
                  <a:pt x="245251" y="66134"/>
                </a:cubicBezTo>
                <a:cubicBezTo>
                  <a:pt x="242746" y="67246"/>
                  <a:pt x="240028" y="67803"/>
                  <a:pt x="237096" y="67803"/>
                </a:cubicBezTo>
                <a:cubicBezTo>
                  <a:pt x="231403" y="67803"/>
                  <a:pt x="226885" y="65606"/>
                  <a:pt x="223540" y="61211"/>
                </a:cubicBezTo>
                <a:cubicBezTo>
                  <a:pt x="220195" y="56816"/>
                  <a:pt x="218523" y="50724"/>
                  <a:pt x="218523" y="42933"/>
                </a:cubicBezTo>
                <a:cubicBezTo>
                  <a:pt x="218523" y="38881"/>
                  <a:pt x="219099" y="35270"/>
                  <a:pt x="220252" y="32103"/>
                </a:cubicBezTo>
                <a:cubicBezTo>
                  <a:pt x="221405" y="28935"/>
                  <a:pt x="222964" y="26239"/>
                  <a:pt x="224928" y="24013"/>
                </a:cubicBezTo>
                <a:cubicBezTo>
                  <a:pt x="226863" y="21844"/>
                  <a:pt x="229119" y="20189"/>
                  <a:pt x="231695" y="19048"/>
                </a:cubicBezTo>
                <a:cubicBezTo>
                  <a:pt x="234271" y="17906"/>
                  <a:pt x="236940" y="17335"/>
                  <a:pt x="239701" y="17335"/>
                </a:cubicBezTo>
                <a:cubicBezTo>
                  <a:pt x="242206" y="17335"/>
                  <a:pt x="244426" y="17599"/>
                  <a:pt x="246361" y="18128"/>
                </a:cubicBezTo>
                <a:cubicBezTo>
                  <a:pt x="248297" y="18655"/>
                  <a:pt x="250332" y="19475"/>
                  <a:pt x="252467" y="20588"/>
                </a:cubicBezTo>
                <a:lnTo>
                  <a:pt x="252467" y="0"/>
                </a:lnTo>
                <a:lnTo>
                  <a:pt x="260494" y="0"/>
                </a:lnTo>
                <a:lnTo>
                  <a:pt x="260494" y="66437"/>
                </a:lnTo>
                <a:moveTo>
                  <a:pt x="252467" y="54695"/>
                </a:moveTo>
                <a:lnTo>
                  <a:pt x="252467" y="27326"/>
                </a:lnTo>
                <a:cubicBezTo>
                  <a:pt x="250304" y="26358"/>
                  <a:pt x="248368" y="25689"/>
                  <a:pt x="246660" y="25319"/>
                </a:cubicBezTo>
                <a:cubicBezTo>
                  <a:pt x="244952" y="24949"/>
                  <a:pt x="243088" y="24764"/>
                  <a:pt x="241067" y="24764"/>
                </a:cubicBezTo>
                <a:cubicBezTo>
                  <a:pt x="236570" y="24764"/>
                  <a:pt x="233068" y="26330"/>
                  <a:pt x="230564" y="29461"/>
                </a:cubicBezTo>
                <a:cubicBezTo>
                  <a:pt x="228059" y="32592"/>
                  <a:pt x="226806" y="37033"/>
                  <a:pt x="226806" y="42782"/>
                </a:cubicBezTo>
                <a:cubicBezTo>
                  <a:pt x="226806" y="48447"/>
                  <a:pt x="227774" y="52752"/>
                  <a:pt x="229710" y="55698"/>
                </a:cubicBezTo>
                <a:cubicBezTo>
                  <a:pt x="231645" y="58644"/>
                  <a:pt x="234748" y="60117"/>
                  <a:pt x="239018" y="60117"/>
                </a:cubicBezTo>
                <a:cubicBezTo>
                  <a:pt x="241295" y="60117"/>
                  <a:pt x="243600" y="59612"/>
                  <a:pt x="245934" y="58602"/>
                </a:cubicBezTo>
                <a:cubicBezTo>
                  <a:pt x="248269" y="57591"/>
                  <a:pt x="250446" y="56289"/>
                  <a:pt x="252467" y="54695"/>
                </a:cubicBezTo>
                <a:close/>
                <a:moveTo>
                  <a:pt x="313353" y="66437"/>
                </a:moveTo>
                <a:lnTo>
                  <a:pt x="305369" y="66437"/>
                </a:lnTo>
                <a:lnTo>
                  <a:pt x="305369" y="61390"/>
                </a:lnTo>
                <a:cubicBezTo>
                  <a:pt x="304657" y="61875"/>
                  <a:pt x="303696" y="62552"/>
                  <a:pt x="302487" y="63421"/>
                </a:cubicBezTo>
                <a:cubicBezTo>
                  <a:pt x="301277" y="64290"/>
                  <a:pt x="300103" y="64981"/>
                  <a:pt x="298964" y="65495"/>
                </a:cubicBezTo>
                <a:cubicBezTo>
                  <a:pt x="297626" y="66150"/>
                  <a:pt x="296089" y="66698"/>
                  <a:pt x="294353" y="67140"/>
                </a:cubicBezTo>
                <a:cubicBezTo>
                  <a:pt x="292616" y="67582"/>
                  <a:pt x="290581" y="67803"/>
                  <a:pt x="288247" y="67803"/>
                </a:cubicBezTo>
                <a:cubicBezTo>
                  <a:pt x="283949" y="67803"/>
                  <a:pt x="280305" y="66378"/>
                  <a:pt x="277317" y="63528"/>
                </a:cubicBezTo>
                <a:cubicBezTo>
                  <a:pt x="274328" y="60678"/>
                  <a:pt x="272833" y="57044"/>
                  <a:pt x="272833" y="52625"/>
                </a:cubicBezTo>
                <a:cubicBezTo>
                  <a:pt x="272833" y="49006"/>
                  <a:pt x="273609" y="46078"/>
                  <a:pt x="275160" y="43840"/>
                </a:cubicBezTo>
                <a:cubicBezTo>
                  <a:pt x="276712" y="41602"/>
                  <a:pt x="278925" y="39843"/>
                  <a:pt x="281800" y="38561"/>
                </a:cubicBezTo>
                <a:cubicBezTo>
                  <a:pt x="284703" y="37278"/>
                  <a:pt x="288190" y="36409"/>
                  <a:pt x="292261" y="35952"/>
                </a:cubicBezTo>
                <a:cubicBezTo>
                  <a:pt x="296331" y="35496"/>
                  <a:pt x="300700" y="35154"/>
                  <a:pt x="305369" y="34926"/>
                </a:cubicBezTo>
                <a:lnTo>
                  <a:pt x="305369" y="33677"/>
                </a:lnTo>
                <a:cubicBezTo>
                  <a:pt x="305369" y="31840"/>
                  <a:pt x="305048" y="30319"/>
                  <a:pt x="304408" y="29114"/>
                </a:cubicBezTo>
                <a:cubicBezTo>
                  <a:pt x="303767" y="27909"/>
                  <a:pt x="302849" y="26961"/>
                  <a:pt x="301654" y="26272"/>
                </a:cubicBezTo>
                <a:cubicBezTo>
                  <a:pt x="300515" y="25612"/>
                  <a:pt x="299149" y="25167"/>
                  <a:pt x="297555" y="24938"/>
                </a:cubicBezTo>
                <a:cubicBezTo>
                  <a:pt x="295961" y="24708"/>
                  <a:pt x="294296" y="24593"/>
                  <a:pt x="292559" y="24593"/>
                </a:cubicBezTo>
                <a:cubicBezTo>
                  <a:pt x="290453" y="24593"/>
                  <a:pt x="288105" y="24879"/>
                  <a:pt x="285514" y="25449"/>
                </a:cubicBezTo>
                <a:cubicBezTo>
                  <a:pt x="282924" y="26018"/>
                  <a:pt x="280249" y="26843"/>
                  <a:pt x="277487" y="27924"/>
                </a:cubicBezTo>
                <a:lnTo>
                  <a:pt x="277060" y="27924"/>
                </a:lnTo>
                <a:lnTo>
                  <a:pt x="277060" y="19769"/>
                </a:lnTo>
                <a:cubicBezTo>
                  <a:pt x="278626" y="19342"/>
                  <a:pt x="280889" y="18872"/>
                  <a:pt x="283849" y="18360"/>
                </a:cubicBezTo>
                <a:cubicBezTo>
                  <a:pt x="286810" y="17847"/>
                  <a:pt x="289727" y="17591"/>
                  <a:pt x="292602" y="17591"/>
                </a:cubicBezTo>
                <a:cubicBezTo>
                  <a:pt x="295961" y="17591"/>
                  <a:pt x="298886" y="17869"/>
                  <a:pt x="301376" y="18424"/>
                </a:cubicBezTo>
                <a:cubicBezTo>
                  <a:pt x="303867" y="18979"/>
                  <a:pt x="306023" y="19925"/>
                  <a:pt x="307845" y="21263"/>
                </a:cubicBezTo>
                <a:cubicBezTo>
                  <a:pt x="309638" y="22572"/>
                  <a:pt x="311005" y="24266"/>
                  <a:pt x="311944" y="26344"/>
                </a:cubicBezTo>
                <a:cubicBezTo>
                  <a:pt x="312883" y="28422"/>
                  <a:pt x="313353" y="30998"/>
                  <a:pt x="313353" y="34072"/>
                </a:cubicBezTo>
                <a:lnTo>
                  <a:pt x="313353" y="66437"/>
                </a:lnTo>
                <a:moveTo>
                  <a:pt x="305369" y="54755"/>
                </a:moveTo>
                <a:lnTo>
                  <a:pt x="305369" y="41416"/>
                </a:lnTo>
                <a:cubicBezTo>
                  <a:pt x="302921" y="41559"/>
                  <a:pt x="300039" y="41774"/>
                  <a:pt x="296722" y="42061"/>
                </a:cubicBezTo>
                <a:cubicBezTo>
                  <a:pt x="293406" y="42346"/>
                  <a:pt x="290780" y="42760"/>
                  <a:pt x="288845" y="43303"/>
                </a:cubicBezTo>
                <a:cubicBezTo>
                  <a:pt x="286539" y="43961"/>
                  <a:pt x="284675" y="44984"/>
                  <a:pt x="283252" y="46370"/>
                </a:cubicBezTo>
                <a:cubicBezTo>
                  <a:pt x="281828" y="47757"/>
                  <a:pt x="281117" y="49665"/>
                  <a:pt x="281117" y="52096"/>
                </a:cubicBezTo>
                <a:cubicBezTo>
                  <a:pt x="281117" y="54841"/>
                  <a:pt x="281942" y="56907"/>
                  <a:pt x="283593" y="58293"/>
                </a:cubicBezTo>
                <a:cubicBezTo>
                  <a:pt x="285244" y="59680"/>
                  <a:pt x="287763" y="60374"/>
                  <a:pt x="291150" y="60374"/>
                </a:cubicBezTo>
                <a:cubicBezTo>
                  <a:pt x="293968" y="60374"/>
                  <a:pt x="296545" y="59823"/>
                  <a:pt x="298879" y="58723"/>
                </a:cubicBezTo>
                <a:cubicBezTo>
                  <a:pt x="301213" y="57622"/>
                  <a:pt x="303376" y="56299"/>
                  <a:pt x="305369" y="54755"/>
                </a:cubicBezTo>
                <a:close/>
                <a:moveTo>
                  <a:pt x="368731" y="43380"/>
                </a:moveTo>
                <a:lnTo>
                  <a:pt x="333591" y="43380"/>
                </a:lnTo>
                <a:cubicBezTo>
                  <a:pt x="333591" y="46319"/>
                  <a:pt x="334032" y="48880"/>
                  <a:pt x="334915" y="51063"/>
                </a:cubicBezTo>
                <a:cubicBezTo>
                  <a:pt x="335797" y="53246"/>
                  <a:pt x="337007" y="55036"/>
                  <a:pt x="338544" y="56435"/>
                </a:cubicBezTo>
                <a:cubicBezTo>
                  <a:pt x="340024" y="57805"/>
                  <a:pt x="341782" y="58832"/>
                  <a:pt x="343817" y="59517"/>
                </a:cubicBezTo>
                <a:cubicBezTo>
                  <a:pt x="345852" y="60202"/>
                  <a:pt x="348094" y="60544"/>
                  <a:pt x="350542" y="60544"/>
                </a:cubicBezTo>
                <a:cubicBezTo>
                  <a:pt x="353787" y="60544"/>
                  <a:pt x="357053" y="59892"/>
                  <a:pt x="360341" y="58587"/>
                </a:cubicBezTo>
                <a:cubicBezTo>
                  <a:pt x="363629" y="57282"/>
                  <a:pt x="365970" y="55999"/>
                  <a:pt x="367365" y="54738"/>
                </a:cubicBezTo>
                <a:lnTo>
                  <a:pt x="367792" y="54738"/>
                </a:lnTo>
                <a:lnTo>
                  <a:pt x="367792" y="63520"/>
                </a:lnTo>
                <a:cubicBezTo>
                  <a:pt x="365087" y="64662"/>
                  <a:pt x="362326" y="65619"/>
                  <a:pt x="359508" y="66390"/>
                </a:cubicBezTo>
                <a:cubicBezTo>
                  <a:pt x="356690" y="67161"/>
                  <a:pt x="353730" y="67547"/>
                  <a:pt x="350627" y="67547"/>
                </a:cubicBezTo>
                <a:cubicBezTo>
                  <a:pt x="342714" y="67547"/>
                  <a:pt x="336537" y="65401"/>
                  <a:pt x="332097" y="61110"/>
                </a:cubicBezTo>
                <a:cubicBezTo>
                  <a:pt x="327656" y="56819"/>
                  <a:pt x="325436" y="50724"/>
                  <a:pt x="325436" y="42825"/>
                </a:cubicBezTo>
                <a:cubicBezTo>
                  <a:pt x="325436" y="35013"/>
                  <a:pt x="327564" y="28812"/>
                  <a:pt x="331819" y="24221"/>
                </a:cubicBezTo>
                <a:cubicBezTo>
                  <a:pt x="336075" y="19630"/>
                  <a:pt x="341675" y="17335"/>
                  <a:pt x="348621" y="17335"/>
                </a:cubicBezTo>
                <a:cubicBezTo>
                  <a:pt x="355054" y="17335"/>
                  <a:pt x="360014" y="19217"/>
                  <a:pt x="363501" y="22980"/>
                </a:cubicBezTo>
                <a:cubicBezTo>
                  <a:pt x="366987" y="26744"/>
                  <a:pt x="368731" y="32090"/>
                  <a:pt x="368731" y="39018"/>
                </a:cubicBezTo>
                <a:lnTo>
                  <a:pt x="368731" y="43380"/>
                </a:lnTo>
                <a:moveTo>
                  <a:pt x="360917" y="37232"/>
                </a:moveTo>
                <a:cubicBezTo>
                  <a:pt x="360889" y="33019"/>
                  <a:pt x="359829" y="29760"/>
                  <a:pt x="357736" y="27454"/>
                </a:cubicBezTo>
                <a:cubicBezTo>
                  <a:pt x="355644" y="25149"/>
                  <a:pt x="352463" y="23996"/>
                  <a:pt x="348194" y="23996"/>
                </a:cubicBezTo>
                <a:cubicBezTo>
                  <a:pt x="343895" y="23996"/>
                  <a:pt x="340473" y="25262"/>
                  <a:pt x="337925" y="27796"/>
                </a:cubicBezTo>
                <a:cubicBezTo>
                  <a:pt x="335377" y="30329"/>
                  <a:pt x="333933" y="33474"/>
                  <a:pt x="333591" y="37232"/>
                </a:cubicBezTo>
                <a:lnTo>
                  <a:pt x="360917" y="372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5617E5-8FF1-4782-B0D5-9DEA35BEF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77" y="880513"/>
            <a:ext cx="286313" cy="251709"/>
          </a:xfrm>
          <a:custGeom xmlns:a="http://schemas.openxmlformats.org/drawingml/2006/main">
            <a:pathLst>
              <a:path w="286313" h="251709">
                <a:moveTo>
                  <a:pt x="0" y="0"/>
                </a:moveTo>
                <a:lnTo>
                  <a:pt x="286313" y="0"/>
                </a:lnTo>
                <a:lnTo>
                  <a:pt x="286313" y="251709"/>
                </a:lnTo>
                <a:lnTo>
                  <a:pt x="0" y="2517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6098D9D-266B-4DFC-879F-BAC09D85C3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1376" y="880515"/>
            <a:ext cx="286314" cy="251707"/>
          </a:xfrm>
          <a:custGeom xmlns:a="http://schemas.openxmlformats.org/drawingml/2006/main">
            <a:pathLst>
              <a:path w="286314" h="251707" fill="none">
                <a:moveTo>
                  <a:pt x="0" y="0"/>
                </a:moveTo>
                <a:lnTo>
                  <a:pt x="286314" y="0"/>
                </a:lnTo>
                <a:lnTo>
                  <a:pt x="286314" y="251707"/>
                </a:lnTo>
                <a:lnTo>
                  <a:pt x="0" y="2517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04" name="Text Sciaridae">
            <a:extLst xmlns:a="http://schemas.openxmlformats.org/drawingml/2006/main">
              <a:ext uri="{FF2B5EF4-FFF2-40B4-BE49-F238E27FC236}">
                <a16:creationId xmlns:a16="http://schemas.microsoft.com/office/drawing/2014/main" id="{628CDB68-27AF-4404-BF67-747E6587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7304" y="915635"/>
            <a:ext cx="235152" cy="40647"/>
          </a:xfrm>
          <a:custGeom xmlns:a="http://schemas.openxmlformats.org/drawingml/2006/main">
            <a:pathLst>
              <a:path w="235152" h="40647">
                <a:moveTo>
                  <a:pt x="29384" y="28968"/>
                </a:moveTo>
                <a:cubicBezTo>
                  <a:pt x="29384" y="30453"/>
                  <a:pt x="29039" y="31922"/>
                  <a:pt x="28348" y="33373"/>
                </a:cubicBezTo>
                <a:cubicBezTo>
                  <a:pt x="27657" y="34824"/>
                  <a:pt x="26688" y="36054"/>
                  <a:pt x="25443" y="37061"/>
                </a:cubicBezTo>
                <a:cubicBezTo>
                  <a:pt x="24078" y="38154"/>
                  <a:pt x="22486" y="39008"/>
                  <a:pt x="20669" y="39623"/>
                </a:cubicBezTo>
                <a:cubicBezTo>
                  <a:pt x="18852" y="40237"/>
                  <a:pt x="16663" y="40544"/>
                  <a:pt x="14104" y="40544"/>
                </a:cubicBezTo>
                <a:cubicBezTo>
                  <a:pt x="11356" y="40544"/>
                  <a:pt x="8886" y="40288"/>
                  <a:pt x="6693" y="39775"/>
                </a:cubicBezTo>
                <a:cubicBezTo>
                  <a:pt x="4501" y="39261"/>
                  <a:pt x="2270" y="38500"/>
                  <a:pt x="0" y="37490"/>
                </a:cubicBezTo>
                <a:lnTo>
                  <a:pt x="0" y="31125"/>
                </a:lnTo>
                <a:lnTo>
                  <a:pt x="358" y="31125"/>
                </a:lnTo>
                <a:cubicBezTo>
                  <a:pt x="2287" y="32729"/>
                  <a:pt x="4513" y="33966"/>
                  <a:pt x="7039" y="34836"/>
                </a:cubicBezTo>
                <a:cubicBezTo>
                  <a:pt x="9564" y="35707"/>
                  <a:pt x="11936" y="36142"/>
                  <a:pt x="14155" y="36142"/>
                </a:cubicBezTo>
                <a:cubicBezTo>
                  <a:pt x="17295" y="36142"/>
                  <a:pt x="19739" y="35555"/>
                  <a:pt x="21488" y="34381"/>
                </a:cubicBezTo>
                <a:cubicBezTo>
                  <a:pt x="23237" y="33207"/>
                  <a:pt x="24112" y="31641"/>
                  <a:pt x="24112" y="29684"/>
                </a:cubicBezTo>
                <a:cubicBezTo>
                  <a:pt x="24112" y="27994"/>
                  <a:pt x="23698" y="26748"/>
                  <a:pt x="22870" y="25945"/>
                </a:cubicBezTo>
                <a:cubicBezTo>
                  <a:pt x="22043" y="25142"/>
                  <a:pt x="20784" y="24519"/>
                  <a:pt x="19095" y="24076"/>
                </a:cubicBezTo>
                <a:cubicBezTo>
                  <a:pt x="17815" y="23734"/>
                  <a:pt x="16429" y="23452"/>
                  <a:pt x="14935" y="23230"/>
                </a:cubicBezTo>
                <a:cubicBezTo>
                  <a:pt x="13442" y="23008"/>
                  <a:pt x="11860" y="22727"/>
                  <a:pt x="10187" y="22385"/>
                </a:cubicBezTo>
                <a:cubicBezTo>
                  <a:pt x="6809" y="21667"/>
                  <a:pt x="4304" y="20442"/>
                  <a:pt x="2675" y="18709"/>
                </a:cubicBezTo>
                <a:cubicBezTo>
                  <a:pt x="1045" y="16976"/>
                  <a:pt x="230" y="14718"/>
                  <a:pt x="230" y="11935"/>
                </a:cubicBezTo>
                <a:cubicBezTo>
                  <a:pt x="230" y="8742"/>
                  <a:pt x="1578" y="6125"/>
                  <a:pt x="4275" y="4085"/>
                </a:cubicBezTo>
                <a:cubicBezTo>
                  <a:pt x="6971" y="2044"/>
                  <a:pt x="10392" y="1024"/>
                  <a:pt x="14539" y="1024"/>
                </a:cubicBezTo>
                <a:cubicBezTo>
                  <a:pt x="17218" y="1024"/>
                  <a:pt x="19675" y="1280"/>
                  <a:pt x="21910" y="1792"/>
                </a:cubicBezTo>
                <a:cubicBezTo>
                  <a:pt x="24146" y="2304"/>
                  <a:pt x="26125" y="2935"/>
                  <a:pt x="27849" y="3686"/>
                </a:cubicBezTo>
                <a:lnTo>
                  <a:pt x="27849" y="9675"/>
                </a:lnTo>
                <a:lnTo>
                  <a:pt x="27490" y="9675"/>
                </a:lnTo>
                <a:cubicBezTo>
                  <a:pt x="26040" y="8454"/>
                  <a:pt x="24133" y="7441"/>
                  <a:pt x="21770" y="6635"/>
                </a:cubicBezTo>
                <a:cubicBezTo>
                  <a:pt x="19406" y="5829"/>
                  <a:pt x="16987" y="5426"/>
                  <a:pt x="14513" y="5426"/>
                </a:cubicBezTo>
                <a:cubicBezTo>
                  <a:pt x="11800" y="5426"/>
                  <a:pt x="9620" y="5988"/>
                  <a:pt x="7973" y="7111"/>
                </a:cubicBezTo>
                <a:cubicBezTo>
                  <a:pt x="6327" y="8233"/>
                  <a:pt x="5503" y="9679"/>
                  <a:pt x="5503" y="11448"/>
                </a:cubicBezTo>
                <a:cubicBezTo>
                  <a:pt x="5503" y="13036"/>
                  <a:pt x="5913" y="14282"/>
                  <a:pt x="6732" y="15187"/>
                </a:cubicBezTo>
                <a:cubicBezTo>
                  <a:pt x="7551" y="16092"/>
                  <a:pt x="8993" y="16784"/>
                  <a:pt x="11058" y="17262"/>
                </a:cubicBezTo>
                <a:cubicBezTo>
                  <a:pt x="12150" y="17501"/>
                  <a:pt x="13703" y="17792"/>
                  <a:pt x="15716" y="18133"/>
                </a:cubicBezTo>
                <a:cubicBezTo>
                  <a:pt x="17730" y="18475"/>
                  <a:pt x="19436" y="18825"/>
                  <a:pt x="20835" y="19184"/>
                </a:cubicBezTo>
                <a:cubicBezTo>
                  <a:pt x="23668" y="19935"/>
                  <a:pt x="25801" y="21070"/>
                  <a:pt x="27234" y="22590"/>
                </a:cubicBezTo>
                <a:cubicBezTo>
                  <a:pt x="28668" y="24110"/>
                  <a:pt x="29384" y="26235"/>
                  <a:pt x="29384" y="28968"/>
                </a:cubicBezTo>
                <a:close/>
                <a:moveTo>
                  <a:pt x="58283" y="38062"/>
                </a:moveTo>
                <a:cubicBezTo>
                  <a:pt x="56679" y="38829"/>
                  <a:pt x="55156" y="39427"/>
                  <a:pt x="53714" y="39853"/>
                </a:cubicBezTo>
                <a:cubicBezTo>
                  <a:pt x="52272" y="40280"/>
                  <a:pt x="50741" y="40493"/>
                  <a:pt x="49119" y="40493"/>
                </a:cubicBezTo>
                <a:cubicBezTo>
                  <a:pt x="47055" y="40493"/>
                  <a:pt x="45161" y="40190"/>
                  <a:pt x="43437" y="39583"/>
                </a:cubicBezTo>
                <a:cubicBezTo>
                  <a:pt x="41714" y="38976"/>
                  <a:pt x="40238" y="38057"/>
                  <a:pt x="39009" y="36827"/>
                </a:cubicBezTo>
                <a:cubicBezTo>
                  <a:pt x="37763" y="35596"/>
                  <a:pt x="36799" y="34040"/>
                  <a:pt x="36117" y="32160"/>
                </a:cubicBezTo>
                <a:cubicBezTo>
                  <a:pt x="35434" y="30280"/>
                  <a:pt x="35093" y="28083"/>
                  <a:pt x="35093" y="25571"/>
                </a:cubicBezTo>
                <a:cubicBezTo>
                  <a:pt x="35093" y="20887"/>
                  <a:pt x="36377" y="17212"/>
                  <a:pt x="38945" y="14546"/>
                </a:cubicBezTo>
                <a:cubicBezTo>
                  <a:pt x="41513" y="11879"/>
                  <a:pt x="44905" y="10546"/>
                  <a:pt x="49119" y="10546"/>
                </a:cubicBezTo>
                <a:cubicBezTo>
                  <a:pt x="50758" y="10546"/>
                  <a:pt x="52366" y="10776"/>
                  <a:pt x="53944" y="11237"/>
                </a:cubicBezTo>
                <a:cubicBezTo>
                  <a:pt x="55523" y="11697"/>
                  <a:pt x="56969" y="12261"/>
                  <a:pt x="58283" y="12926"/>
                </a:cubicBezTo>
                <a:lnTo>
                  <a:pt x="58283" y="18276"/>
                </a:lnTo>
                <a:lnTo>
                  <a:pt x="58027" y="18276"/>
                </a:lnTo>
                <a:cubicBezTo>
                  <a:pt x="56559" y="17140"/>
                  <a:pt x="55045" y="16268"/>
                  <a:pt x="53484" y="15658"/>
                </a:cubicBezTo>
                <a:cubicBezTo>
                  <a:pt x="51922" y="15048"/>
                  <a:pt x="50399" y="14743"/>
                  <a:pt x="48915" y="14743"/>
                </a:cubicBezTo>
                <a:cubicBezTo>
                  <a:pt x="46184" y="14743"/>
                  <a:pt x="44030" y="15661"/>
                  <a:pt x="42452" y="17495"/>
                </a:cubicBezTo>
                <a:cubicBezTo>
                  <a:pt x="40873" y="19329"/>
                  <a:pt x="40084" y="22021"/>
                  <a:pt x="40084" y="25571"/>
                </a:cubicBezTo>
                <a:cubicBezTo>
                  <a:pt x="40084" y="29018"/>
                  <a:pt x="40856" y="31667"/>
                  <a:pt x="42400" y="33518"/>
                </a:cubicBezTo>
                <a:cubicBezTo>
                  <a:pt x="43945" y="35370"/>
                  <a:pt x="46116" y="36295"/>
                  <a:pt x="48915" y="36295"/>
                </a:cubicBezTo>
                <a:cubicBezTo>
                  <a:pt x="49887" y="36295"/>
                  <a:pt x="50877" y="36169"/>
                  <a:pt x="51884" y="35915"/>
                </a:cubicBezTo>
                <a:cubicBezTo>
                  <a:pt x="52891" y="35660"/>
                  <a:pt x="53795" y="35330"/>
                  <a:pt x="54597" y="34923"/>
                </a:cubicBezTo>
                <a:cubicBezTo>
                  <a:pt x="55297" y="34567"/>
                  <a:pt x="55954" y="34190"/>
                  <a:pt x="56568" y="33793"/>
                </a:cubicBezTo>
                <a:cubicBezTo>
                  <a:pt x="57182" y="33394"/>
                  <a:pt x="57669" y="33051"/>
                  <a:pt x="58027" y="32763"/>
                </a:cubicBezTo>
                <a:lnTo>
                  <a:pt x="58283" y="32763"/>
                </a:lnTo>
                <a:lnTo>
                  <a:pt x="58283" y="38062"/>
                </a:lnTo>
                <a:close/>
                <a:moveTo>
                  <a:pt x="69622" y="6450"/>
                </a:moveTo>
                <a:lnTo>
                  <a:pt x="64195" y="6450"/>
                </a:lnTo>
                <a:lnTo>
                  <a:pt x="64195" y="1433"/>
                </a:lnTo>
                <a:lnTo>
                  <a:pt x="69622" y="1433"/>
                </a:lnTo>
                <a:lnTo>
                  <a:pt x="69622" y="6450"/>
                </a:lnTo>
                <a:moveTo>
                  <a:pt x="69314" y="39828"/>
                </a:moveTo>
                <a:lnTo>
                  <a:pt x="64502" y="39828"/>
                </a:lnTo>
                <a:lnTo>
                  <a:pt x="64502" y="11211"/>
                </a:lnTo>
                <a:lnTo>
                  <a:pt x="69314" y="11211"/>
                </a:lnTo>
                <a:lnTo>
                  <a:pt x="69314" y="39828"/>
                </a:lnTo>
                <a:close/>
                <a:moveTo>
                  <a:pt x="101054" y="39828"/>
                </a:moveTo>
                <a:lnTo>
                  <a:pt x="96267" y="39828"/>
                </a:lnTo>
                <a:lnTo>
                  <a:pt x="96267" y="36803"/>
                </a:lnTo>
                <a:cubicBezTo>
                  <a:pt x="95841" y="37093"/>
                  <a:pt x="95265" y="37499"/>
                  <a:pt x="94540" y="38020"/>
                </a:cubicBezTo>
                <a:cubicBezTo>
                  <a:pt x="93814" y="38541"/>
                  <a:pt x="93110" y="38955"/>
                  <a:pt x="92428" y="39263"/>
                </a:cubicBezTo>
                <a:cubicBezTo>
                  <a:pt x="91626" y="39656"/>
                  <a:pt x="90704" y="39985"/>
                  <a:pt x="89663" y="40249"/>
                </a:cubicBezTo>
                <a:cubicBezTo>
                  <a:pt x="88623" y="40514"/>
                  <a:pt x="87402" y="40647"/>
                  <a:pt x="86003" y="40647"/>
                </a:cubicBezTo>
                <a:cubicBezTo>
                  <a:pt x="83427" y="40647"/>
                  <a:pt x="81242" y="39793"/>
                  <a:pt x="79451" y="38084"/>
                </a:cubicBezTo>
                <a:cubicBezTo>
                  <a:pt x="77659" y="36375"/>
                  <a:pt x="76763" y="34197"/>
                  <a:pt x="76763" y="31548"/>
                </a:cubicBezTo>
                <a:cubicBezTo>
                  <a:pt x="76763" y="29378"/>
                  <a:pt x="77228" y="27623"/>
                  <a:pt x="78158" y="26282"/>
                </a:cubicBezTo>
                <a:cubicBezTo>
                  <a:pt x="79088" y="24940"/>
                  <a:pt x="80415" y="23885"/>
                  <a:pt x="82138" y="23117"/>
                </a:cubicBezTo>
                <a:cubicBezTo>
                  <a:pt x="83879" y="22348"/>
                  <a:pt x="85969" y="21826"/>
                  <a:pt x="88409" y="21553"/>
                </a:cubicBezTo>
                <a:cubicBezTo>
                  <a:pt x="90849" y="21279"/>
                  <a:pt x="93469" y="21074"/>
                  <a:pt x="96267" y="20938"/>
                </a:cubicBezTo>
                <a:lnTo>
                  <a:pt x="96267" y="20189"/>
                </a:lnTo>
                <a:cubicBezTo>
                  <a:pt x="96267" y="19088"/>
                  <a:pt x="96075" y="18176"/>
                  <a:pt x="95691" y="17453"/>
                </a:cubicBezTo>
                <a:cubicBezTo>
                  <a:pt x="95307" y="16731"/>
                  <a:pt x="94757" y="16163"/>
                  <a:pt x="94040" y="15750"/>
                </a:cubicBezTo>
                <a:cubicBezTo>
                  <a:pt x="93358" y="15354"/>
                  <a:pt x="92539" y="15087"/>
                  <a:pt x="91583" y="14950"/>
                </a:cubicBezTo>
                <a:cubicBezTo>
                  <a:pt x="90628" y="14812"/>
                  <a:pt x="89629" y="14743"/>
                  <a:pt x="88588" y="14743"/>
                </a:cubicBezTo>
                <a:cubicBezTo>
                  <a:pt x="87326" y="14743"/>
                  <a:pt x="85918" y="14914"/>
                  <a:pt x="84365" y="15256"/>
                </a:cubicBezTo>
                <a:cubicBezTo>
                  <a:pt x="82812" y="15597"/>
                  <a:pt x="81208" y="16092"/>
                  <a:pt x="79553" y="16740"/>
                </a:cubicBezTo>
                <a:lnTo>
                  <a:pt x="79297" y="16740"/>
                </a:lnTo>
                <a:lnTo>
                  <a:pt x="79297" y="11851"/>
                </a:lnTo>
                <a:cubicBezTo>
                  <a:pt x="80236" y="11595"/>
                  <a:pt x="81592" y="11314"/>
                  <a:pt x="83367" y="11006"/>
                </a:cubicBezTo>
                <a:cubicBezTo>
                  <a:pt x="85141" y="10699"/>
                  <a:pt x="86891" y="10546"/>
                  <a:pt x="88614" y="10546"/>
                </a:cubicBezTo>
                <a:cubicBezTo>
                  <a:pt x="90628" y="10546"/>
                  <a:pt x="92381" y="10712"/>
                  <a:pt x="93874" y="11045"/>
                </a:cubicBezTo>
                <a:cubicBezTo>
                  <a:pt x="95367" y="11378"/>
                  <a:pt x="96660" y="11945"/>
                  <a:pt x="97752" y="12747"/>
                </a:cubicBezTo>
                <a:cubicBezTo>
                  <a:pt x="98827" y="13532"/>
                  <a:pt x="99646" y="14547"/>
                  <a:pt x="100209" y="15793"/>
                </a:cubicBezTo>
                <a:cubicBezTo>
                  <a:pt x="100772" y="17039"/>
                  <a:pt x="101054" y="18583"/>
                  <a:pt x="101054" y="20426"/>
                </a:cubicBezTo>
                <a:lnTo>
                  <a:pt x="101054" y="39828"/>
                </a:lnTo>
                <a:moveTo>
                  <a:pt x="96267" y="32825"/>
                </a:moveTo>
                <a:lnTo>
                  <a:pt x="96267" y="24828"/>
                </a:lnTo>
                <a:cubicBezTo>
                  <a:pt x="94800" y="24914"/>
                  <a:pt x="93072" y="25043"/>
                  <a:pt x="91084" y="25215"/>
                </a:cubicBezTo>
                <a:cubicBezTo>
                  <a:pt x="89096" y="25386"/>
                  <a:pt x="87522" y="25634"/>
                  <a:pt x="86362" y="25959"/>
                </a:cubicBezTo>
                <a:cubicBezTo>
                  <a:pt x="84979" y="26354"/>
                  <a:pt x="83862" y="26967"/>
                  <a:pt x="83008" y="27798"/>
                </a:cubicBezTo>
                <a:cubicBezTo>
                  <a:pt x="82155" y="28630"/>
                  <a:pt x="81729" y="29774"/>
                  <a:pt x="81729" y="31231"/>
                </a:cubicBezTo>
                <a:cubicBezTo>
                  <a:pt x="81729" y="32876"/>
                  <a:pt x="82224" y="34115"/>
                  <a:pt x="83213" y="34946"/>
                </a:cubicBezTo>
                <a:cubicBezTo>
                  <a:pt x="84203" y="35777"/>
                  <a:pt x="85713" y="36193"/>
                  <a:pt x="87744" y="36193"/>
                </a:cubicBezTo>
                <a:cubicBezTo>
                  <a:pt x="89433" y="36193"/>
                  <a:pt x="90977" y="35863"/>
                  <a:pt x="92377" y="35204"/>
                </a:cubicBezTo>
                <a:cubicBezTo>
                  <a:pt x="93776" y="34543"/>
                  <a:pt x="95073" y="33750"/>
                  <a:pt x="96267" y="32825"/>
                </a:cubicBezTo>
                <a:close/>
                <a:moveTo>
                  <a:pt x="128160" y="16433"/>
                </a:moveTo>
                <a:lnTo>
                  <a:pt x="127904" y="16433"/>
                </a:lnTo>
                <a:cubicBezTo>
                  <a:pt x="127188" y="16271"/>
                  <a:pt x="126492" y="16154"/>
                  <a:pt x="125818" y="16082"/>
                </a:cubicBezTo>
                <a:cubicBezTo>
                  <a:pt x="125144" y="16009"/>
                  <a:pt x="124346" y="15972"/>
                  <a:pt x="123425" y="15972"/>
                </a:cubicBezTo>
                <a:cubicBezTo>
                  <a:pt x="121940" y="15972"/>
                  <a:pt x="120507" y="16301"/>
                  <a:pt x="119125" y="16959"/>
                </a:cubicBezTo>
                <a:cubicBezTo>
                  <a:pt x="117743" y="17617"/>
                  <a:pt x="116412" y="18466"/>
                  <a:pt x="115132" y="19508"/>
                </a:cubicBezTo>
                <a:lnTo>
                  <a:pt x="115132" y="39828"/>
                </a:lnTo>
                <a:lnTo>
                  <a:pt x="110320" y="39828"/>
                </a:lnTo>
                <a:lnTo>
                  <a:pt x="110320" y="11211"/>
                </a:lnTo>
                <a:lnTo>
                  <a:pt x="115132" y="11211"/>
                </a:lnTo>
                <a:lnTo>
                  <a:pt x="115132" y="15439"/>
                </a:lnTo>
                <a:cubicBezTo>
                  <a:pt x="117043" y="13901"/>
                  <a:pt x="118728" y="12812"/>
                  <a:pt x="120187" y="12172"/>
                </a:cubicBezTo>
                <a:cubicBezTo>
                  <a:pt x="121646" y="11531"/>
                  <a:pt x="123135" y="11211"/>
                  <a:pt x="124654" y="11211"/>
                </a:cubicBezTo>
                <a:cubicBezTo>
                  <a:pt x="125490" y="11211"/>
                  <a:pt x="126095" y="11232"/>
                  <a:pt x="126471" y="11275"/>
                </a:cubicBezTo>
                <a:cubicBezTo>
                  <a:pt x="126846" y="11317"/>
                  <a:pt x="127409" y="11398"/>
                  <a:pt x="128160" y="11517"/>
                </a:cubicBezTo>
                <a:lnTo>
                  <a:pt x="128160" y="16433"/>
                </a:lnTo>
                <a:close/>
                <a:moveTo>
                  <a:pt x="137861" y="6450"/>
                </a:moveTo>
                <a:lnTo>
                  <a:pt x="132435" y="6450"/>
                </a:lnTo>
                <a:lnTo>
                  <a:pt x="132435" y="1433"/>
                </a:lnTo>
                <a:lnTo>
                  <a:pt x="137861" y="1433"/>
                </a:lnTo>
                <a:lnTo>
                  <a:pt x="137861" y="6450"/>
                </a:lnTo>
                <a:moveTo>
                  <a:pt x="137554" y="39828"/>
                </a:moveTo>
                <a:lnTo>
                  <a:pt x="132742" y="39828"/>
                </a:lnTo>
                <a:lnTo>
                  <a:pt x="132742" y="11211"/>
                </a:lnTo>
                <a:lnTo>
                  <a:pt x="137554" y="11211"/>
                </a:lnTo>
                <a:lnTo>
                  <a:pt x="137554" y="39828"/>
                </a:lnTo>
                <a:close/>
                <a:moveTo>
                  <a:pt x="170266" y="39828"/>
                </a:moveTo>
                <a:lnTo>
                  <a:pt x="165454" y="39828"/>
                </a:lnTo>
                <a:lnTo>
                  <a:pt x="165454" y="36849"/>
                </a:lnTo>
                <a:cubicBezTo>
                  <a:pt x="164072" y="38047"/>
                  <a:pt x="162630" y="38979"/>
                  <a:pt x="161128" y="39646"/>
                </a:cubicBezTo>
                <a:cubicBezTo>
                  <a:pt x="159626" y="40313"/>
                  <a:pt x="157997" y="40647"/>
                  <a:pt x="156239" y="40647"/>
                </a:cubicBezTo>
                <a:cubicBezTo>
                  <a:pt x="152826" y="40647"/>
                  <a:pt x="150117" y="39330"/>
                  <a:pt x="148112" y="36695"/>
                </a:cubicBezTo>
                <a:cubicBezTo>
                  <a:pt x="146107" y="34061"/>
                  <a:pt x="145105" y="30408"/>
                  <a:pt x="145105" y="25738"/>
                </a:cubicBezTo>
                <a:cubicBezTo>
                  <a:pt x="145105" y="23308"/>
                  <a:pt x="145450" y="21144"/>
                  <a:pt x="146141" y="19245"/>
                </a:cubicBezTo>
                <a:cubicBezTo>
                  <a:pt x="146833" y="17346"/>
                  <a:pt x="147767" y="15730"/>
                  <a:pt x="148944" y="14395"/>
                </a:cubicBezTo>
                <a:cubicBezTo>
                  <a:pt x="150105" y="13095"/>
                  <a:pt x="151457" y="12103"/>
                  <a:pt x="153001" y="11419"/>
                </a:cubicBezTo>
                <a:cubicBezTo>
                  <a:pt x="154546" y="10734"/>
                  <a:pt x="156145" y="10392"/>
                  <a:pt x="157801" y="10392"/>
                </a:cubicBezTo>
                <a:cubicBezTo>
                  <a:pt x="159302" y="10392"/>
                  <a:pt x="160633" y="10550"/>
                  <a:pt x="161794" y="10867"/>
                </a:cubicBezTo>
                <a:cubicBezTo>
                  <a:pt x="162954" y="11183"/>
                  <a:pt x="164174" y="11675"/>
                  <a:pt x="165454" y="12342"/>
                </a:cubicBezTo>
                <a:lnTo>
                  <a:pt x="165454" y="0"/>
                </a:lnTo>
                <a:lnTo>
                  <a:pt x="170266" y="0"/>
                </a:lnTo>
                <a:lnTo>
                  <a:pt x="170266" y="39828"/>
                </a:lnTo>
                <a:moveTo>
                  <a:pt x="165454" y="32789"/>
                </a:moveTo>
                <a:lnTo>
                  <a:pt x="165454" y="16382"/>
                </a:lnTo>
                <a:cubicBezTo>
                  <a:pt x="164157" y="15801"/>
                  <a:pt x="162997" y="15400"/>
                  <a:pt x="161973" y="15179"/>
                </a:cubicBezTo>
                <a:cubicBezTo>
                  <a:pt x="160949" y="14957"/>
                  <a:pt x="159831" y="14846"/>
                  <a:pt x="158620" y="14846"/>
                </a:cubicBezTo>
                <a:cubicBezTo>
                  <a:pt x="155923" y="14846"/>
                  <a:pt x="153825" y="15784"/>
                  <a:pt x="152323" y="17661"/>
                </a:cubicBezTo>
                <a:cubicBezTo>
                  <a:pt x="150821" y="19538"/>
                  <a:pt x="150070" y="22200"/>
                  <a:pt x="150070" y="25647"/>
                </a:cubicBezTo>
                <a:cubicBezTo>
                  <a:pt x="150070" y="29043"/>
                  <a:pt x="150651" y="31624"/>
                  <a:pt x="151811" y="33390"/>
                </a:cubicBezTo>
                <a:cubicBezTo>
                  <a:pt x="152971" y="35156"/>
                  <a:pt x="154831" y="36039"/>
                  <a:pt x="157391" y="36039"/>
                </a:cubicBezTo>
                <a:cubicBezTo>
                  <a:pt x="158756" y="36039"/>
                  <a:pt x="160138" y="35737"/>
                  <a:pt x="161538" y="35131"/>
                </a:cubicBezTo>
                <a:cubicBezTo>
                  <a:pt x="162937" y="34525"/>
                  <a:pt x="164242" y="33744"/>
                  <a:pt x="165454" y="32789"/>
                </a:cubicBezTo>
                <a:close/>
                <a:moveTo>
                  <a:pt x="201954" y="39828"/>
                </a:moveTo>
                <a:lnTo>
                  <a:pt x="197167" y="39828"/>
                </a:lnTo>
                <a:lnTo>
                  <a:pt x="197167" y="36803"/>
                </a:lnTo>
                <a:cubicBezTo>
                  <a:pt x="196741" y="37093"/>
                  <a:pt x="196165" y="37499"/>
                  <a:pt x="195440" y="38020"/>
                </a:cubicBezTo>
                <a:cubicBezTo>
                  <a:pt x="194714" y="38541"/>
                  <a:pt x="194010" y="38955"/>
                  <a:pt x="193328" y="39263"/>
                </a:cubicBezTo>
                <a:cubicBezTo>
                  <a:pt x="192526" y="39656"/>
                  <a:pt x="191604" y="39985"/>
                  <a:pt x="190564" y="40249"/>
                </a:cubicBezTo>
                <a:cubicBezTo>
                  <a:pt x="189523" y="40514"/>
                  <a:pt x="188303" y="40647"/>
                  <a:pt x="186903" y="40647"/>
                </a:cubicBezTo>
                <a:cubicBezTo>
                  <a:pt x="184327" y="40647"/>
                  <a:pt x="182142" y="39793"/>
                  <a:pt x="180351" y="38084"/>
                </a:cubicBezTo>
                <a:cubicBezTo>
                  <a:pt x="178559" y="36375"/>
                  <a:pt x="177663" y="34197"/>
                  <a:pt x="177663" y="31548"/>
                </a:cubicBezTo>
                <a:cubicBezTo>
                  <a:pt x="177663" y="29378"/>
                  <a:pt x="178128" y="27623"/>
                  <a:pt x="179058" y="26282"/>
                </a:cubicBezTo>
                <a:cubicBezTo>
                  <a:pt x="179988" y="24940"/>
                  <a:pt x="181315" y="23885"/>
                  <a:pt x="183038" y="23117"/>
                </a:cubicBezTo>
                <a:cubicBezTo>
                  <a:pt x="184779" y="22348"/>
                  <a:pt x="186869" y="21826"/>
                  <a:pt x="189309" y="21553"/>
                </a:cubicBezTo>
                <a:cubicBezTo>
                  <a:pt x="191749" y="21279"/>
                  <a:pt x="194369" y="21074"/>
                  <a:pt x="197167" y="20938"/>
                </a:cubicBezTo>
                <a:lnTo>
                  <a:pt x="197167" y="20189"/>
                </a:lnTo>
                <a:cubicBezTo>
                  <a:pt x="197167" y="19088"/>
                  <a:pt x="196975" y="18176"/>
                  <a:pt x="196591" y="17453"/>
                </a:cubicBezTo>
                <a:cubicBezTo>
                  <a:pt x="196208" y="16731"/>
                  <a:pt x="195657" y="16163"/>
                  <a:pt x="194940" y="15750"/>
                </a:cubicBezTo>
                <a:cubicBezTo>
                  <a:pt x="194258" y="15354"/>
                  <a:pt x="193439" y="15087"/>
                  <a:pt x="192483" y="14950"/>
                </a:cubicBezTo>
                <a:cubicBezTo>
                  <a:pt x="191528" y="14812"/>
                  <a:pt x="190529" y="14743"/>
                  <a:pt x="189488" y="14743"/>
                </a:cubicBezTo>
                <a:cubicBezTo>
                  <a:pt x="188226" y="14743"/>
                  <a:pt x="186818" y="14914"/>
                  <a:pt x="185265" y="15256"/>
                </a:cubicBezTo>
                <a:cubicBezTo>
                  <a:pt x="183712" y="15597"/>
                  <a:pt x="182108" y="16092"/>
                  <a:pt x="180453" y="16740"/>
                </a:cubicBezTo>
                <a:lnTo>
                  <a:pt x="180197" y="16740"/>
                </a:lnTo>
                <a:lnTo>
                  <a:pt x="180197" y="11851"/>
                </a:lnTo>
                <a:cubicBezTo>
                  <a:pt x="181136" y="11595"/>
                  <a:pt x="182492" y="11314"/>
                  <a:pt x="184267" y="11006"/>
                </a:cubicBezTo>
                <a:cubicBezTo>
                  <a:pt x="186042" y="10699"/>
                  <a:pt x="187791" y="10546"/>
                  <a:pt x="189514" y="10546"/>
                </a:cubicBezTo>
                <a:cubicBezTo>
                  <a:pt x="191528" y="10546"/>
                  <a:pt x="193281" y="10712"/>
                  <a:pt x="194774" y="11045"/>
                </a:cubicBezTo>
                <a:cubicBezTo>
                  <a:pt x="196267" y="11378"/>
                  <a:pt x="197560" y="11945"/>
                  <a:pt x="198652" y="12747"/>
                </a:cubicBezTo>
                <a:cubicBezTo>
                  <a:pt x="199727" y="13532"/>
                  <a:pt x="200546" y="14547"/>
                  <a:pt x="201109" y="15793"/>
                </a:cubicBezTo>
                <a:cubicBezTo>
                  <a:pt x="201672" y="17039"/>
                  <a:pt x="201954" y="18583"/>
                  <a:pt x="201954" y="20426"/>
                </a:cubicBezTo>
                <a:lnTo>
                  <a:pt x="201954" y="39828"/>
                </a:lnTo>
                <a:moveTo>
                  <a:pt x="197167" y="32825"/>
                </a:moveTo>
                <a:lnTo>
                  <a:pt x="197167" y="24828"/>
                </a:lnTo>
                <a:cubicBezTo>
                  <a:pt x="195700" y="24914"/>
                  <a:pt x="193972" y="25043"/>
                  <a:pt x="191984" y="25215"/>
                </a:cubicBezTo>
                <a:cubicBezTo>
                  <a:pt x="189996" y="25386"/>
                  <a:pt x="188422" y="25634"/>
                  <a:pt x="187262" y="25959"/>
                </a:cubicBezTo>
                <a:cubicBezTo>
                  <a:pt x="185879" y="26354"/>
                  <a:pt x="184762" y="26967"/>
                  <a:pt x="183909" y="27798"/>
                </a:cubicBezTo>
                <a:cubicBezTo>
                  <a:pt x="183055" y="28630"/>
                  <a:pt x="182629" y="29774"/>
                  <a:pt x="182629" y="31231"/>
                </a:cubicBezTo>
                <a:cubicBezTo>
                  <a:pt x="182629" y="32876"/>
                  <a:pt x="183124" y="34115"/>
                  <a:pt x="184113" y="34946"/>
                </a:cubicBezTo>
                <a:cubicBezTo>
                  <a:pt x="185103" y="35777"/>
                  <a:pt x="186613" y="36193"/>
                  <a:pt x="188644" y="36193"/>
                </a:cubicBezTo>
                <a:cubicBezTo>
                  <a:pt x="190333" y="36193"/>
                  <a:pt x="191877" y="35863"/>
                  <a:pt x="193277" y="35204"/>
                </a:cubicBezTo>
                <a:cubicBezTo>
                  <a:pt x="194676" y="34543"/>
                  <a:pt x="195973" y="33750"/>
                  <a:pt x="197167" y="32825"/>
                </a:cubicBezTo>
                <a:close/>
                <a:moveTo>
                  <a:pt x="235152" y="26006"/>
                </a:moveTo>
                <a:lnTo>
                  <a:pt x="214086" y="26006"/>
                </a:lnTo>
                <a:cubicBezTo>
                  <a:pt x="214086" y="27768"/>
                  <a:pt x="214351" y="29303"/>
                  <a:pt x="214880" y="30611"/>
                </a:cubicBezTo>
                <a:cubicBezTo>
                  <a:pt x="215409" y="31920"/>
                  <a:pt x="216134" y="32994"/>
                  <a:pt x="217056" y="33832"/>
                </a:cubicBezTo>
                <a:cubicBezTo>
                  <a:pt x="217943" y="34653"/>
                  <a:pt x="218997" y="35269"/>
                  <a:pt x="220217" y="35680"/>
                </a:cubicBezTo>
                <a:cubicBezTo>
                  <a:pt x="221437" y="36090"/>
                  <a:pt x="222781" y="36295"/>
                  <a:pt x="224248" y="36295"/>
                </a:cubicBezTo>
                <a:cubicBezTo>
                  <a:pt x="226193" y="36295"/>
                  <a:pt x="228152" y="35904"/>
                  <a:pt x="230123" y="35122"/>
                </a:cubicBezTo>
                <a:cubicBezTo>
                  <a:pt x="232093" y="34340"/>
                  <a:pt x="233497" y="33571"/>
                  <a:pt x="234333" y="32814"/>
                </a:cubicBezTo>
                <a:lnTo>
                  <a:pt x="234589" y="32814"/>
                </a:lnTo>
                <a:lnTo>
                  <a:pt x="234589" y="38079"/>
                </a:lnTo>
                <a:cubicBezTo>
                  <a:pt x="232968" y="38764"/>
                  <a:pt x="231313" y="39337"/>
                  <a:pt x="229623" y="39800"/>
                </a:cubicBezTo>
                <a:cubicBezTo>
                  <a:pt x="227934" y="40262"/>
                  <a:pt x="226159" y="40493"/>
                  <a:pt x="224299" y="40493"/>
                </a:cubicBezTo>
                <a:cubicBezTo>
                  <a:pt x="219556" y="40493"/>
                  <a:pt x="215853" y="39207"/>
                  <a:pt x="213191" y="36635"/>
                </a:cubicBezTo>
                <a:cubicBezTo>
                  <a:pt x="210529" y="34062"/>
                  <a:pt x="209198" y="30408"/>
                  <a:pt x="209198" y="25673"/>
                </a:cubicBezTo>
                <a:cubicBezTo>
                  <a:pt x="209198" y="20990"/>
                  <a:pt x="210473" y="17272"/>
                  <a:pt x="213024" y="14520"/>
                </a:cubicBezTo>
                <a:cubicBezTo>
                  <a:pt x="215575" y="11768"/>
                  <a:pt x="218933" y="10392"/>
                  <a:pt x="223096" y="10392"/>
                </a:cubicBezTo>
                <a:cubicBezTo>
                  <a:pt x="226953" y="10392"/>
                  <a:pt x="229926" y="11520"/>
                  <a:pt x="232017" y="13776"/>
                </a:cubicBezTo>
                <a:cubicBezTo>
                  <a:pt x="234107" y="16033"/>
                  <a:pt x="235152" y="19237"/>
                  <a:pt x="235152" y="23391"/>
                </a:cubicBezTo>
                <a:lnTo>
                  <a:pt x="235152" y="26006"/>
                </a:lnTo>
                <a:moveTo>
                  <a:pt x="230468" y="22320"/>
                </a:moveTo>
                <a:cubicBezTo>
                  <a:pt x="230451" y="19794"/>
                  <a:pt x="229815" y="17841"/>
                  <a:pt x="228561" y="16458"/>
                </a:cubicBezTo>
                <a:cubicBezTo>
                  <a:pt x="227307" y="15076"/>
                  <a:pt x="225400" y="14385"/>
                  <a:pt x="222840" y="14385"/>
                </a:cubicBezTo>
                <a:cubicBezTo>
                  <a:pt x="220264" y="14385"/>
                  <a:pt x="218212" y="15144"/>
                  <a:pt x="216684" y="16663"/>
                </a:cubicBezTo>
                <a:cubicBezTo>
                  <a:pt x="215157" y="18182"/>
                  <a:pt x="214291" y="20067"/>
                  <a:pt x="214086" y="22320"/>
                </a:cubicBezTo>
                <a:lnTo>
                  <a:pt x="230468" y="2232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C5E41A-2386-4403-B245-FBFBA837E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4" y="1154719"/>
            <a:ext cx="209140" cy="288496"/>
          </a:xfrm>
          <a:custGeom xmlns:a="http://schemas.openxmlformats.org/drawingml/2006/main">
            <a:pathLst>
              <a:path w="209140" h="288496">
                <a:moveTo>
                  <a:pt x="0" y="0"/>
                </a:moveTo>
                <a:lnTo>
                  <a:pt x="209140" y="0"/>
                </a:lnTo>
                <a:lnTo>
                  <a:pt x="209140" y="288496"/>
                </a:lnTo>
                <a:lnTo>
                  <a:pt x="0" y="288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90313F-1118-4D09-B92B-BB9A2D227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5" y="1154721"/>
            <a:ext cx="209141" cy="288497"/>
          </a:xfrm>
          <a:custGeom xmlns:a="http://schemas.openxmlformats.org/drawingml/2006/main">
            <a:pathLst>
              <a:path w="209141" h="288497" fill="none">
                <a:moveTo>
                  <a:pt x="0" y="0"/>
                </a:moveTo>
                <a:lnTo>
                  <a:pt x="209141" y="0"/>
                </a:lnTo>
                <a:lnTo>
                  <a:pt x="209141" y="288497"/>
                </a:lnTo>
                <a:lnTo>
                  <a:pt x="0" y="2884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07" name="Text Ceratopogonidae">
            <a:extLst xmlns:a="http://schemas.openxmlformats.org/drawingml/2006/main">
              <a:ext uri="{FF2B5EF4-FFF2-40B4-BE49-F238E27FC236}">
                <a16:creationId xmlns:a16="http://schemas.microsoft.com/office/drawing/2014/main" id="{CDBA18DA-164E-4C91-A614-B011F6EAB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5566" y="1181863"/>
            <a:ext cx="161971" cy="18634"/>
          </a:xfrm>
          <a:custGeom xmlns:a="http://schemas.openxmlformats.org/drawingml/2006/main">
            <a:pathLst>
              <a:path w="161971" h="18634">
                <a:moveTo>
                  <a:pt x="11622" y="13633"/>
                </a:moveTo>
                <a:cubicBezTo>
                  <a:pt x="11277" y="13784"/>
                  <a:pt x="10965" y="13925"/>
                  <a:pt x="10686" y="14058"/>
                </a:cubicBezTo>
                <a:cubicBezTo>
                  <a:pt x="10407" y="14190"/>
                  <a:pt x="10041" y="14328"/>
                  <a:pt x="9590" y="14473"/>
                </a:cubicBezTo>
                <a:cubicBezTo>
                  <a:pt x="9207" y="14592"/>
                  <a:pt x="8791" y="14695"/>
                  <a:pt x="8343" y="14780"/>
                </a:cubicBezTo>
                <a:cubicBezTo>
                  <a:pt x="7894" y="14864"/>
                  <a:pt x="7400" y="14907"/>
                  <a:pt x="6861" y="14907"/>
                </a:cubicBezTo>
                <a:cubicBezTo>
                  <a:pt x="5844" y="14907"/>
                  <a:pt x="4920" y="14764"/>
                  <a:pt x="4089" y="14478"/>
                </a:cubicBezTo>
                <a:cubicBezTo>
                  <a:pt x="3258" y="14193"/>
                  <a:pt x="2535" y="13745"/>
                  <a:pt x="1920" y="13136"/>
                </a:cubicBezTo>
                <a:cubicBezTo>
                  <a:pt x="1318" y="12540"/>
                  <a:pt x="847" y="11782"/>
                  <a:pt x="508" y="10862"/>
                </a:cubicBezTo>
                <a:cubicBezTo>
                  <a:pt x="169" y="9943"/>
                  <a:pt x="0" y="8874"/>
                  <a:pt x="0" y="7656"/>
                </a:cubicBezTo>
                <a:cubicBezTo>
                  <a:pt x="0" y="6501"/>
                  <a:pt x="163" y="5468"/>
                  <a:pt x="489" y="4558"/>
                </a:cubicBezTo>
                <a:cubicBezTo>
                  <a:pt x="816" y="3647"/>
                  <a:pt x="1286" y="2878"/>
                  <a:pt x="1901" y="2250"/>
                </a:cubicBezTo>
                <a:cubicBezTo>
                  <a:pt x="2497" y="1641"/>
                  <a:pt x="3217" y="1177"/>
                  <a:pt x="4061" y="857"/>
                </a:cubicBezTo>
                <a:cubicBezTo>
                  <a:pt x="4905" y="537"/>
                  <a:pt x="5841" y="376"/>
                  <a:pt x="6870" y="376"/>
                </a:cubicBezTo>
                <a:cubicBezTo>
                  <a:pt x="7623" y="376"/>
                  <a:pt x="8374" y="467"/>
                  <a:pt x="9124" y="649"/>
                </a:cubicBezTo>
                <a:cubicBezTo>
                  <a:pt x="9874" y="831"/>
                  <a:pt x="10706" y="1151"/>
                  <a:pt x="11622" y="1609"/>
                </a:cubicBezTo>
                <a:lnTo>
                  <a:pt x="11622" y="3821"/>
                </a:lnTo>
                <a:lnTo>
                  <a:pt x="11481" y="3821"/>
                </a:lnTo>
                <a:cubicBezTo>
                  <a:pt x="10710" y="3184"/>
                  <a:pt x="9944" y="2721"/>
                  <a:pt x="9185" y="2431"/>
                </a:cubicBezTo>
                <a:cubicBezTo>
                  <a:pt x="8426" y="2140"/>
                  <a:pt x="7613" y="1995"/>
                  <a:pt x="6748" y="1995"/>
                </a:cubicBezTo>
                <a:cubicBezTo>
                  <a:pt x="6039" y="1995"/>
                  <a:pt x="5400" y="2109"/>
                  <a:pt x="4833" y="2338"/>
                </a:cubicBezTo>
                <a:cubicBezTo>
                  <a:pt x="4265" y="2566"/>
                  <a:pt x="3758" y="2921"/>
                  <a:pt x="3313" y="3403"/>
                </a:cubicBezTo>
                <a:cubicBezTo>
                  <a:pt x="2880" y="3873"/>
                  <a:pt x="2543" y="4466"/>
                  <a:pt x="2301" y="5182"/>
                </a:cubicBezTo>
                <a:cubicBezTo>
                  <a:pt x="2059" y="5899"/>
                  <a:pt x="1939" y="6726"/>
                  <a:pt x="1939" y="7665"/>
                </a:cubicBezTo>
                <a:cubicBezTo>
                  <a:pt x="1939" y="8648"/>
                  <a:pt x="2072" y="9492"/>
                  <a:pt x="2339" y="10200"/>
                </a:cubicBezTo>
                <a:cubicBezTo>
                  <a:pt x="2605" y="10907"/>
                  <a:pt x="2949" y="11483"/>
                  <a:pt x="3369" y="11927"/>
                </a:cubicBezTo>
                <a:cubicBezTo>
                  <a:pt x="3808" y="12390"/>
                  <a:pt x="4321" y="12733"/>
                  <a:pt x="4908" y="12955"/>
                </a:cubicBezTo>
                <a:cubicBezTo>
                  <a:pt x="5494" y="13177"/>
                  <a:pt x="6114" y="13288"/>
                  <a:pt x="6766" y="13288"/>
                </a:cubicBezTo>
                <a:cubicBezTo>
                  <a:pt x="7664" y="13288"/>
                  <a:pt x="8504" y="13135"/>
                  <a:pt x="9289" y="12827"/>
                </a:cubicBezTo>
                <a:cubicBezTo>
                  <a:pt x="10073" y="12520"/>
                  <a:pt x="10807" y="12059"/>
                  <a:pt x="11491" y="11444"/>
                </a:cubicBezTo>
                <a:lnTo>
                  <a:pt x="11622" y="11444"/>
                </a:lnTo>
                <a:lnTo>
                  <a:pt x="11622" y="13633"/>
                </a:lnTo>
                <a:close/>
                <a:moveTo>
                  <a:pt x="22916" y="9561"/>
                </a:moveTo>
                <a:lnTo>
                  <a:pt x="15170" y="9561"/>
                </a:lnTo>
                <a:cubicBezTo>
                  <a:pt x="15170" y="10209"/>
                  <a:pt x="15268" y="10774"/>
                  <a:pt x="15462" y="11255"/>
                </a:cubicBezTo>
                <a:cubicBezTo>
                  <a:pt x="15657" y="11736"/>
                  <a:pt x="15923" y="12131"/>
                  <a:pt x="16262" y="12439"/>
                </a:cubicBezTo>
                <a:cubicBezTo>
                  <a:pt x="16588" y="12741"/>
                  <a:pt x="16976" y="12967"/>
                  <a:pt x="17424" y="13118"/>
                </a:cubicBezTo>
                <a:cubicBezTo>
                  <a:pt x="17873" y="13269"/>
                  <a:pt x="18367" y="13345"/>
                  <a:pt x="18906" y="13345"/>
                </a:cubicBezTo>
                <a:cubicBezTo>
                  <a:pt x="19622" y="13345"/>
                  <a:pt x="20342" y="13201"/>
                  <a:pt x="21066" y="12913"/>
                </a:cubicBezTo>
                <a:cubicBezTo>
                  <a:pt x="21791" y="12626"/>
                  <a:pt x="22307" y="12343"/>
                  <a:pt x="22614" y="12065"/>
                </a:cubicBezTo>
                <a:lnTo>
                  <a:pt x="22708" y="12065"/>
                </a:lnTo>
                <a:lnTo>
                  <a:pt x="22708" y="14001"/>
                </a:lnTo>
                <a:cubicBezTo>
                  <a:pt x="22112" y="14252"/>
                  <a:pt x="21504" y="14463"/>
                  <a:pt x="20883" y="14633"/>
                </a:cubicBezTo>
                <a:cubicBezTo>
                  <a:pt x="20262" y="14803"/>
                  <a:pt x="19609" y="14888"/>
                  <a:pt x="18925" y="14888"/>
                </a:cubicBezTo>
                <a:cubicBezTo>
                  <a:pt x="17181" y="14888"/>
                  <a:pt x="15820" y="14415"/>
                  <a:pt x="14841" y="13469"/>
                </a:cubicBezTo>
                <a:cubicBezTo>
                  <a:pt x="13862" y="12524"/>
                  <a:pt x="13373" y="11180"/>
                  <a:pt x="13373" y="9439"/>
                </a:cubicBezTo>
                <a:cubicBezTo>
                  <a:pt x="13373" y="7717"/>
                  <a:pt x="13842" y="6351"/>
                  <a:pt x="14780" y="5339"/>
                </a:cubicBezTo>
                <a:cubicBezTo>
                  <a:pt x="15718" y="4327"/>
                  <a:pt x="16952" y="3821"/>
                  <a:pt x="18483" y="3821"/>
                </a:cubicBezTo>
                <a:cubicBezTo>
                  <a:pt x="19901" y="3821"/>
                  <a:pt x="20994" y="4236"/>
                  <a:pt x="21763" y="5065"/>
                </a:cubicBezTo>
                <a:cubicBezTo>
                  <a:pt x="22531" y="5895"/>
                  <a:pt x="22916" y="7073"/>
                  <a:pt x="22916" y="8600"/>
                </a:cubicBezTo>
                <a:lnTo>
                  <a:pt x="22916" y="9561"/>
                </a:lnTo>
                <a:moveTo>
                  <a:pt x="21193" y="8206"/>
                </a:moveTo>
                <a:cubicBezTo>
                  <a:pt x="21187" y="7278"/>
                  <a:pt x="20953" y="6559"/>
                  <a:pt x="20492" y="6051"/>
                </a:cubicBezTo>
                <a:cubicBezTo>
                  <a:pt x="20031" y="5543"/>
                  <a:pt x="19330" y="5289"/>
                  <a:pt x="18389" y="5289"/>
                </a:cubicBezTo>
                <a:cubicBezTo>
                  <a:pt x="17442" y="5289"/>
                  <a:pt x="16687" y="5568"/>
                  <a:pt x="16126" y="6127"/>
                </a:cubicBezTo>
                <a:cubicBezTo>
                  <a:pt x="15564" y="6685"/>
                  <a:pt x="15246" y="7378"/>
                  <a:pt x="15170" y="8206"/>
                </a:cubicBezTo>
                <a:lnTo>
                  <a:pt x="21193" y="8206"/>
                </a:lnTo>
                <a:close/>
                <a:moveTo>
                  <a:pt x="32157" y="6042"/>
                </a:moveTo>
                <a:lnTo>
                  <a:pt x="32063" y="6042"/>
                </a:lnTo>
                <a:cubicBezTo>
                  <a:pt x="31799" y="5982"/>
                  <a:pt x="31544" y="5939"/>
                  <a:pt x="31296" y="5913"/>
                </a:cubicBezTo>
                <a:cubicBezTo>
                  <a:pt x="31048" y="5886"/>
                  <a:pt x="30755" y="5872"/>
                  <a:pt x="30416" y="5872"/>
                </a:cubicBezTo>
                <a:cubicBezTo>
                  <a:pt x="29870" y="5872"/>
                  <a:pt x="29343" y="5993"/>
                  <a:pt x="28835" y="6235"/>
                </a:cubicBezTo>
                <a:cubicBezTo>
                  <a:pt x="28327" y="6477"/>
                  <a:pt x="27837" y="6789"/>
                  <a:pt x="27367" y="7173"/>
                </a:cubicBezTo>
                <a:lnTo>
                  <a:pt x="27367" y="14643"/>
                </a:lnTo>
                <a:lnTo>
                  <a:pt x="25598" y="14643"/>
                </a:lnTo>
                <a:lnTo>
                  <a:pt x="25598" y="4122"/>
                </a:lnTo>
                <a:lnTo>
                  <a:pt x="27367" y="4122"/>
                </a:lnTo>
                <a:lnTo>
                  <a:pt x="27367" y="5676"/>
                </a:lnTo>
                <a:cubicBezTo>
                  <a:pt x="28069" y="5111"/>
                  <a:pt x="28689" y="4711"/>
                  <a:pt x="29225" y="4475"/>
                </a:cubicBezTo>
                <a:cubicBezTo>
                  <a:pt x="29762" y="4240"/>
                  <a:pt x="30309" y="4122"/>
                  <a:pt x="30868" y="4122"/>
                </a:cubicBezTo>
                <a:cubicBezTo>
                  <a:pt x="31175" y="4122"/>
                  <a:pt x="31398" y="4130"/>
                  <a:pt x="31536" y="4146"/>
                </a:cubicBezTo>
                <a:cubicBezTo>
                  <a:pt x="31674" y="4161"/>
                  <a:pt x="31881" y="4191"/>
                  <a:pt x="32157" y="4234"/>
                </a:cubicBezTo>
                <a:lnTo>
                  <a:pt x="32157" y="6042"/>
                </a:lnTo>
                <a:close/>
                <a:moveTo>
                  <a:pt x="41991" y="14643"/>
                </a:moveTo>
                <a:lnTo>
                  <a:pt x="40231" y="14643"/>
                </a:lnTo>
                <a:lnTo>
                  <a:pt x="40231" y="13531"/>
                </a:lnTo>
                <a:cubicBezTo>
                  <a:pt x="40075" y="13638"/>
                  <a:pt x="39863" y="13787"/>
                  <a:pt x="39596" y="13979"/>
                </a:cubicBezTo>
                <a:cubicBezTo>
                  <a:pt x="39330" y="14170"/>
                  <a:pt x="39071" y="14323"/>
                  <a:pt x="38820" y="14436"/>
                </a:cubicBezTo>
                <a:cubicBezTo>
                  <a:pt x="38525" y="14580"/>
                  <a:pt x="38186" y="14701"/>
                  <a:pt x="37803" y="14798"/>
                </a:cubicBezTo>
                <a:cubicBezTo>
                  <a:pt x="37421" y="14896"/>
                  <a:pt x="36972" y="14945"/>
                  <a:pt x="36458" y="14945"/>
                </a:cubicBezTo>
                <a:cubicBezTo>
                  <a:pt x="35510" y="14945"/>
                  <a:pt x="34707" y="14630"/>
                  <a:pt x="34049" y="14002"/>
                </a:cubicBezTo>
                <a:cubicBezTo>
                  <a:pt x="33390" y="13374"/>
                  <a:pt x="33060" y="12573"/>
                  <a:pt x="33060" y="11599"/>
                </a:cubicBezTo>
                <a:cubicBezTo>
                  <a:pt x="33060" y="10801"/>
                  <a:pt x="33231" y="10156"/>
                  <a:pt x="33573" y="9663"/>
                </a:cubicBezTo>
                <a:cubicBezTo>
                  <a:pt x="33915" y="9170"/>
                  <a:pt x="34403" y="8782"/>
                  <a:pt x="35037" y="8499"/>
                </a:cubicBezTo>
                <a:cubicBezTo>
                  <a:pt x="35677" y="8217"/>
                  <a:pt x="36445" y="8025"/>
                  <a:pt x="37342" y="7924"/>
                </a:cubicBezTo>
                <a:cubicBezTo>
                  <a:pt x="38240" y="7824"/>
                  <a:pt x="39203" y="7748"/>
                  <a:pt x="40231" y="7698"/>
                </a:cubicBezTo>
                <a:lnTo>
                  <a:pt x="40231" y="7423"/>
                </a:lnTo>
                <a:cubicBezTo>
                  <a:pt x="40231" y="7018"/>
                  <a:pt x="40161" y="6683"/>
                  <a:pt x="40020" y="6417"/>
                </a:cubicBezTo>
                <a:cubicBezTo>
                  <a:pt x="39879" y="6151"/>
                  <a:pt x="39676" y="5943"/>
                  <a:pt x="39413" y="5791"/>
                </a:cubicBezTo>
                <a:cubicBezTo>
                  <a:pt x="39162" y="5645"/>
                  <a:pt x="38861" y="5547"/>
                  <a:pt x="38509" y="5497"/>
                </a:cubicBezTo>
                <a:cubicBezTo>
                  <a:pt x="38158" y="5446"/>
                  <a:pt x="37791" y="5421"/>
                  <a:pt x="37408" y="5421"/>
                </a:cubicBezTo>
                <a:cubicBezTo>
                  <a:pt x="36944" y="5421"/>
                  <a:pt x="36426" y="5484"/>
                  <a:pt x="35855" y="5609"/>
                </a:cubicBezTo>
                <a:cubicBezTo>
                  <a:pt x="35284" y="5735"/>
                  <a:pt x="34695" y="5917"/>
                  <a:pt x="34086" y="6155"/>
                </a:cubicBezTo>
                <a:lnTo>
                  <a:pt x="33992" y="6155"/>
                </a:lnTo>
                <a:lnTo>
                  <a:pt x="33992" y="4357"/>
                </a:lnTo>
                <a:cubicBezTo>
                  <a:pt x="34337" y="4263"/>
                  <a:pt x="34836" y="4160"/>
                  <a:pt x="35488" y="4047"/>
                </a:cubicBezTo>
                <a:cubicBezTo>
                  <a:pt x="36141" y="3934"/>
                  <a:pt x="36784" y="3877"/>
                  <a:pt x="37418" y="3877"/>
                </a:cubicBezTo>
                <a:cubicBezTo>
                  <a:pt x="38158" y="3877"/>
                  <a:pt x="38803" y="3938"/>
                  <a:pt x="39352" y="4061"/>
                </a:cubicBezTo>
                <a:cubicBezTo>
                  <a:pt x="39901" y="4183"/>
                  <a:pt x="40376" y="4392"/>
                  <a:pt x="40777" y="4687"/>
                </a:cubicBezTo>
                <a:cubicBezTo>
                  <a:pt x="41173" y="4975"/>
                  <a:pt x="41474" y="5349"/>
                  <a:pt x="41681" y="5807"/>
                </a:cubicBezTo>
                <a:cubicBezTo>
                  <a:pt x="41888" y="6265"/>
                  <a:pt x="41991" y="6832"/>
                  <a:pt x="41991" y="7510"/>
                </a:cubicBezTo>
                <a:lnTo>
                  <a:pt x="41991" y="14643"/>
                </a:lnTo>
                <a:moveTo>
                  <a:pt x="40231" y="12069"/>
                </a:moveTo>
                <a:lnTo>
                  <a:pt x="40231" y="9129"/>
                </a:lnTo>
                <a:cubicBezTo>
                  <a:pt x="39692" y="9160"/>
                  <a:pt x="39057" y="9208"/>
                  <a:pt x="38326" y="9271"/>
                </a:cubicBezTo>
                <a:cubicBezTo>
                  <a:pt x="37595" y="9334"/>
                  <a:pt x="37016" y="9425"/>
                  <a:pt x="36589" y="9544"/>
                </a:cubicBezTo>
                <a:cubicBezTo>
                  <a:pt x="36081" y="9690"/>
                  <a:pt x="35670" y="9915"/>
                  <a:pt x="35357" y="10221"/>
                </a:cubicBezTo>
                <a:cubicBezTo>
                  <a:pt x="35043" y="10526"/>
                  <a:pt x="34886" y="10947"/>
                  <a:pt x="34886" y="11482"/>
                </a:cubicBezTo>
                <a:cubicBezTo>
                  <a:pt x="34886" y="12088"/>
                  <a:pt x="35068" y="12543"/>
                  <a:pt x="35432" y="12849"/>
                </a:cubicBezTo>
                <a:cubicBezTo>
                  <a:pt x="35796" y="13154"/>
                  <a:pt x="36351" y="13307"/>
                  <a:pt x="37098" y="13307"/>
                </a:cubicBezTo>
                <a:cubicBezTo>
                  <a:pt x="37719" y="13307"/>
                  <a:pt x="38287" y="13186"/>
                  <a:pt x="38801" y="12943"/>
                </a:cubicBezTo>
                <a:cubicBezTo>
                  <a:pt x="39315" y="12701"/>
                  <a:pt x="39792" y="12409"/>
                  <a:pt x="40231" y="12069"/>
                </a:cubicBezTo>
                <a:close/>
                <a:moveTo>
                  <a:pt x="50856" y="14551"/>
                </a:moveTo>
                <a:cubicBezTo>
                  <a:pt x="50524" y="14638"/>
                  <a:pt x="50161" y="14710"/>
                  <a:pt x="49769" y="14766"/>
                </a:cubicBezTo>
                <a:cubicBezTo>
                  <a:pt x="49377" y="14822"/>
                  <a:pt x="49027" y="14850"/>
                  <a:pt x="48720" y="14850"/>
                </a:cubicBezTo>
                <a:cubicBezTo>
                  <a:pt x="47647" y="14850"/>
                  <a:pt x="46832" y="14562"/>
                  <a:pt x="46273" y="13984"/>
                </a:cubicBezTo>
                <a:cubicBezTo>
                  <a:pt x="45715" y="13406"/>
                  <a:pt x="45436" y="12480"/>
                  <a:pt x="45436" y="11205"/>
                </a:cubicBezTo>
                <a:lnTo>
                  <a:pt x="45436" y="5609"/>
                </a:lnTo>
                <a:lnTo>
                  <a:pt x="44240" y="5609"/>
                </a:lnTo>
                <a:lnTo>
                  <a:pt x="44240" y="4122"/>
                </a:lnTo>
                <a:lnTo>
                  <a:pt x="45436" y="4122"/>
                </a:lnTo>
                <a:lnTo>
                  <a:pt x="45436" y="1092"/>
                </a:lnTo>
                <a:lnTo>
                  <a:pt x="47205" y="1092"/>
                </a:lnTo>
                <a:lnTo>
                  <a:pt x="47205" y="4122"/>
                </a:lnTo>
                <a:lnTo>
                  <a:pt x="50856" y="4122"/>
                </a:lnTo>
                <a:lnTo>
                  <a:pt x="50856" y="5609"/>
                </a:lnTo>
                <a:lnTo>
                  <a:pt x="47205" y="5609"/>
                </a:lnTo>
                <a:lnTo>
                  <a:pt x="47205" y="10411"/>
                </a:lnTo>
                <a:cubicBezTo>
                  <a:pt x="47205" y="10964"/>
                  <a:pt x="47217" y="11397"/>
                  <a:pt x="47243" y="11708"/>
                </a:cubicBezTo>
                <a:cubicBezTo>
                  <a:pt x="47268" y="12019"/>
                  <a:pt x="47355" y="12310"/>
                  <a:pt x="47506" y="12581"/>
                </a:cubicBezTo>
                <a:cubicBezTo>
                  <a:pt x="47644" y="12832"/>
                  <a:pt x="47834" y="13016"/>
                  <a:pt x="48075" y="13133"/>
                </a:cubicBezTo>
                <a:cubicBezTo>
                  <a:pt x="48317" y="13249"/>
                  <a:pt x="48686" y="13307"/>
                  <a:pt x="49181" y="13307"/>
                </a:cubicBezTo>
                <a:cubicBezTo>
                  <a:pt x="49470" y="13307"/>
                  <a:pt x="49771" y="13265"/>
                  <a:pt x="50085" y="13180"/>
                </a:cubicBezTo>
                <a:cubicBezTo>
                  <a:pt x="50398" y="13095"/>
                  <a:pt x="50624" y="13025"/>
                  <a:pt x="50762" y="12968"/>
                </a:cubicBezTo>
                <a:lnTo>
                  <a:pt x="50856" y="12968"/>
                </a:lnTo>
                <a:lnTo>
                  <a:pt x="50856" y="14551"/>
                </a:lnTo>
                <a:close/>
                <a:moveTo>
                  <a:pt x="61952" y="9387"/>
                </a:moveTo>
                <a:cubicBezTo>
                  <a:pt x="61952" y="11104"/>
                  <a:pt x="61513" y="12460"/>
                  <a:pt x="60634" y="13454"/>
                </a:cubicBezTo>
                <a:cubicBezTo>
                  <a:pt x="59756" y="14448"/>
                  <a:pt x="58579" y="14945"/>
                  <a:pt x="57105" y="14945"/>
                </a:cubicBezTo>
                <a:cubicBezTo>
                  <a:pt x="55618" y="14945"/>
                  <a:pt x="54437" y="14448"/>
                  <a:pt x="53562" y="13454"/>
                </a:cubicBezTo>
                <a:cubicBezTo>
                  <a:pt x="52687" y="12460"/>
                  <a:pt x="52249" y="11104"/>
                  <a:pt x="52249" y="9387"/>
                </a:cubicBezTo>
                <a:cubicBezTo>
                  <a:pt x="52249" y="7670"/>
                  <a:pt x="52687" y="6313"/>
                  <a:pt x="53562" y="5316"/>
                </a:cubicBezTo>
                <a:cubicBezTo>
                  <a:pt x="54437" y="4319"/>
                  <a:pt x="55618" y="3821"/>
                  <a:pt x="57105" y="3821"/>
                </a:cubicBezTo>
                <a:cubicBezTo>
                  <a:pt x="58579" y="3821"/>
                  <a:pt x="59756" y="4319"/>
                  <a:pt x="60634" y="5316"/>
                </a:cubicBezTo>
                <a:cubicBezTo>
                  <a:pt x="61513" y="6313"/>
                  <a:pt x="61952" y="7670"/>
                  <a:pt x="61952" y="9387"/>
                </a:cubicBezTo>
                <a:moveTo>
                  <a:pt x="60126" y="9387"/>
                </a:moveTo>
                <a:cubicBezTo>
                  <a:pt x="60126" y="8028"/>
                  <a:pt x="59859" y="7017"/>
                  <a:pt x="59326" y="6356"/>
                </a:cubicBezTo>
                <a:cubicBezTo>
                  <a:pt x="58793" y="5695"/>
                  <a:pt x="58052" y="5364"/>
                  <a:pt x="57105" y="5364"/>
                </a:cubicBezTo>
                <a:cubicBezTo>
                  <a:pt x="56145" y="5364"/>
                  <a:pt x="55400" y="5695"/>
                  <a:pt x="54870" y="6356"/>
                </a:cubicBezTo>
                <a:cubicBezTo>
                  <a:pt x="54340" y="7017"/>
                  <a:pt x="54075" y="8028"/>
                  <a:pt x="54075" y="9387"/>
                </a:cubicBezTo>
                <a:cubicBezTo>
                  <a:pt x="54075" y="10703"/>
                  <a:pt x="54341" y="11701"/>
                  <a:pt x="54875" y="12381"/>
                </a:cubicBezTo>
                <a:cubicBezTo>
                  <a:pt x="55408" y="13061"/>
                  <a:pt x="56151" y="13401"/>
                  <a:pt x="57105" y="13401"/>
                </a:cubicBezTo>
                <a:cubicBezTo>
                  <a:pt x="58046" y="13401"/>
                  <a:pt x="58785" y="13064"/>
                  <a:pt x="59321" y="12391"/>
                </a:cubicBezTo>
                <a:cubicBezTo>
                  <a:pt x="59858" y="11717"/>
                  <a:pt x="60126" y="10716"/>
                  <a:pt x="60126" y="9387"/>
                </a:cubicBezTo>
                <a:close/>
                <a:moveTo>
                  <a:pt x="73941" y="9251"/>
                </a:moveTo>
                <a:cubicBezTo>
                  <a:pt x="73941" y="10106"/>
                  <a:pt x="73819" y="10886"/>
                  <a:pt x="73574" y="11593"/>
                </a:cubicBezTo>
                <a:cubicBezTo>
                  <a:pt x="73330" y="12300"/>
                  <a:pt x="72984" y="12899"/>
                  <a:pt x="72539" y="13389"/>
                </a:cubicBezTo>
                <a:cubicBezTo>
                  <a:pt x="72125" y="13854"/>
                  <a:pt x="71637" y="14214"/>
                  <a:pt x="71076" y="14469"/>
                </a:cubicBezTo>
                <a:cubicBezTo>
                  <a:pt x="70514" y="14723"/>
                  <a:pt x="69920" y="14850"/>
                  <a:pt x="69292" y="14850"/>
                </a:cubicBezTo>
                <a:cubicBezTo>
                  <a:pt x="68746" y="14850"/>
                  <a:pt x="68252" y="14791"/>
                  <a:pt x="67810" y="14671"/>
                </a:cubicBezTo>
                <a:cubicBezTo>
                  <a:pt x="67368" y="14552"/>
                  <a:pt x="66918" y="14367"/>
                  <a:pt x="66460" y="14115"/>
                </a:cubicBezTo>
                <a:lnTo>
                  <a:pt x="66460" y="18521"/>
                </a:lnTo>
                <a:lnTo>
                  <a:pt x="64690" y="18521"/>
                </a:lnTo>
                <a:lnTo>
                  <a:pt x="64690" y="4122"/>
                </a:lnTo>
                <a:lnTo>
                  <a:pt x="66460" y="4122"/>
                </a:lnTo>
                <a:lnTo>
                  <a:pt x="66460" y="5216"/>
                </a:lnTo>
                <a:cubicBezTo>
                  <a:pt x="66930" y="4820"/>
                  <a:pt x="67459" y="4489"/>
                  <a:pt x="68045" y="4222"/>
                </a:cubicBezTo>
                <a:cubicBezTo>
                  <a:pt x="68632" y="3954"/>
                  <a:pt x="69258" y="3821"/>
                  <a:pt x="69923" y="3821"/>
                </a:cubicBezTo>
                <a:cubicBezTo>
                  <a:pt x="71190" y="3821"/>
                  <a:pt x="72177" y="4300"/>
                  <a:pt x="72882" y="5259"/>
                </a:cubicBezTo>
                <a:cubicBezTo>
                  <a:pt x="73588" y="6217"/>
                  <a:pt x="73941" y="7548"/>
                  <a:pt x="73941" y="9251"/>
                </a:cubicBezTo>
                <a:moveTo>
                  <a:pt x="72115" y="9298"/>
                </a:moveTo>
                <a:cubicBezTo>
                  <a:pt x="72115" y="8031"/>
                  <a:pt x="71899" y="7083"/>
                  <a:pt x="71466" y="6456"/>
                </a:cubicBezTo>
                <a:cubicBezTo>
                  <a:pt x="71033" y="5828"/>
                  <a:pt x="70368" y="5515"/>
                  <a:pt x="69471" y="5515"/>
                </a:cubicBezTo>
                <a:cubicBezTo>
                  <a:pt x="68963" y="5515"/>
                  <a:pt x="68452" y="5625"/>
                  <a:pt x="67937" y="5844"/>
                </a:cubicBezTo>
                <a:cubicBezTo>
                  <a:pt x="67423" y="6064"/>
                  <a:pt x="66930" y="6352"/>
                  <a:pt x="66460" y="6710"/>
                </a:cubicBezTo>
                <a:lnTo>
                  <a:pt x="66460" y="12667"/>
                </a:lnTo>
                <a:cubicBezTo>
                  <a:pt x="66961" y="12893"/>
                  <a:pt x="67393" y="13047"/>
                  <a:pt x="67754" y="13128"/>
                </a:cubicBezTo>
                <a:cubicBezTo>
                  <a:pt x="68114" y="13210"/>
                  <a:pt x="68524" y="13251"/>
                  <a:pt x="68982" y="13251"/>
                </a:cubicBezTo>
                <a:cubicBezTo>
                  <a:pt x="69967" y="13251"/>
                  <a:pt x="70735" y="12918"/>
                  <a:pt x="71287" y="12253"/>
                </a:cubicBezTo>
                <a:cubicBezTo>
                  <a:pt x="71839" y="11588"/>
                  <a:pt x="72115" y="10603"/>
                  <a:pt x="72115" y="9298"/>
                </a:cubicBezTo>
                <a:close/>
                <a:moveTo>
                  <a:pt x="85658" y="9387"/>
                </a:moveTo>
                <a:cubicBezTo>
                  <a:pt x="85658" y="11104"/>
                  <a:pt x="85219" y="12460"/>
                  <a:pt x="84340" y="13454"/>
                </a:cubicBezTo>
                <a:cubicBezTo>
                  <a:pt x="83462" y="14448"/>
                  <a:pt x="82286" y="14945"/>
                  <a:pt x="80811" y="14945"/>
                </a:cubicBezTo>
                <a:cubicBezTo>
                  <a:pt x="79324" y="14945"/>
                  <a:pt x="78143" y="14448"/>
                  <a:pt x="77268" y="13454"/>
                </a:cubicBezTo>
                <a:cubicBezTo>
                  <a:pt x="76393" y="12460"/>
                  <a:pt x="75955" y="11104"/>
                  <a:pt x="75955" y="9387"/>
                </a:cubicBezTo>
                <a:cubicBezTo>
                  <a:pt x="75955" y="7670"/>
                  <a:pt x="76393" y="6313"/>
                  <a:pt x="77268" y="5316"/>
                </a:cubicBezTo>
                <a:cubicBezTo>
                  <a:pt x="78143" y="4319"/>
                  <a:pt x="79324" y="3821"/>
                  <a:pt x="80811" y="3821"/>
                </a:cubicBezTo>
                <a:cubicBezTo>
                  <a:pt x="82286" y="3821"/>
                  <a:pt x="83462" y="4319"/>
                  <a:pt x="84340" y="5316"/>
                </a:cubicBezTo>
                <a:cubicBezTo>
                  <a:pt x="85219" y="6313"/>
                  <a:pt x="85658" y="7670"/>
                  <a:pt x="85658" y="9387"/>
                </a:cubicBezTo>
                <a:moveTo>
                  <a:pt x="83832" y="9387"/>
                </a:moveTo>
                <a:cubicBezTo>
                  <a:pt x="83832" y="8028"/>
                  <a:pt x="83565" y="7017"/>
                  <a:pt x="83032" y="6356"/>
                </a:cubicBezTo>
                <a:cubicBezTo>
                  <a:pt x="82499" y="5695"/>
                  <a:pt x="81758" y="5364"/>
                  <a:pt x="80811" y="5364"/>
                </a:cubicBezTo>
                <a:cubicBezTo>
                  <a:pt x="79851" y="5364"/>
                  <a:pt x="79106" y="5695"/>
                  <a:pt x="78576" y="6356"/>
                </a:cubicBezTo>
                <a:cubicBezTo>
                  <a:pt x="78046" y="7017"/>
                  <a:pt x="77781" y="8028"/>
                  <a:pt x="77781" y="9387"/>
                </a:cubicBezTo>
                <a:cubicBezTo>
                  <a:pt x="77781" y="10703"/>
                  <a:pt x="78047" y="11701"/>
                  <a:pt x="78581" y="12381"/>
                </a:cubicBezTo>
                <a:cubicBezTo>
                  <a:pt x="79114" y="13061"/>
                  <a:pt x="79857" y="13401"/>
                  <a:pt x="80811" y="13401"/>
                </a:cubicBezTo>
                <a:cubicBezTo>
                  <a:pt x="81752" y="13401"/>
                  <a:pt x="82491" y="13064"/>
                  <a:pt x="83027" y="12391"/>
                </a:cubicBezTo>
                <a:cubicBezTo>
                  <a:pt x="83564" y="11717"/>
                  <a:pt x="83832" y="10716"/>
                  <a:pt x="83832" y="9387"/>
                </a:cubicBezTo>
                <a:close/>
                <a:moveTo>
                  <a:pt x="96923" y="13451"/>
                </a:moveTo>
                <a:cubicBezTo>
                  <a:pt x="96923" y="15235"/>
                  <a:pt x="96518" y="16545"/>
                  <a:pt x="95709" y="17380"/>
                </a:cubicBezTo>
                <a:cubicBezTo>
                  <a:pt x="94899" y="18216"/>
                  <a:pt x="93654" y="18634"/>
                  <a:pt x="91972" y="18634"/>
                </a:cubicBezTo>
                <a:cubicBezTo>
                  <a:pt x="91414" y="18634"/>
                  <a:pt x="90870" y="18594"/>
                  <a:pt x="90340" y="18516"/>
                </a:cubicBezTo>
                <a:cubicBezTo>
                  <a:pt x="89810" y="18438"/>
                  <a:pt x="89287" y="18326"/>
                  <a:pt x="88773" y="18182"/>
                </a:cubicBezTo>
                <a:lnTo>
                  <a:pt x="88773" y="16375"/>
                </a:lnTo>
                <a:lnTo>
                  <a:pt x="88867" y="16375"/>
                </a:lnTo>
                <a:cubicBezTo>
                  <a:pt x="89155" y="16486"/>
                  <a:pt x="89613" y="16624"/>
                  <a:pt x="90241" y="16788"/>
                </a:cubicBezTo>
                <a:cubicBezTo>
                  <a:pt x="90868" y="16952"/>
                  <a:pt x="91496" y="17034"/>
                  <a:pt x="92123" y="17034"/>
                </a:cubicBezTo>
                <a:cubicBezTo>
                  <a:pt x="92725" y="17034"/>
                  <a:pt x="93224" y="16962"/>
                  <a:pt x="93619" y="16818"/>
                </a:cubicBezTo>
                <a:cubicBezTo>
                  <a:pt x="94015" y="16673"/>
                  <a:pt x="94322" y="16473"/>
                  <a:pt x="94542" y="16216"/>
                </a:cubicBezTo>
                <a:cubicBezTo>
                  <a:pt x="94761" y="15972"/>
                  <a:pt x="94918" y="15678"/>
                  <a:pt x="95012" y="15333"/>
                </a:cubicBezTo>
                <a:cubicBezTo>
                  <a:pt x="95106" y="14989"/>
                  <a:pt x="95153" y="14603"/>
                  <a:pt x="95153" y="14178"/>
                </a:cubicBezTo>
                <a:lnTo>
                  <a:pt x="95153" y="13219"/>
                </a:lnTo>
                <a:cubicBezTo>
                  <a:pt x="94620" y="13647"/>
                  <a:pt x="94110" y="13966"/>
                  <a:pt x="93624" y="14177"/>
                </a:cubicBezTo>
                <a:cubicBezTo>
                  <a:pt x="93138" y="14388"/>
                  <a:pt x="92518" y="14493"/>
                  <a:pt x="91765" y="14493"/>
                </a:cubicBezTo>
                <a:cubicBezTo>
                  <a:pt x="90511" y="14493"/>
                  <a:pt x="89515" y="14038"/>
                  <a:pt x="88777" y="13129"/>
                </a:cubicBezTo>
                <a:cubicBezTo>
                  <a:pt x="88040" y="12220"/>
                  <a:pt x="87672" y="10939"/>
                  <a:pt x="87672" y="9284"/>
                </a:cubicBezTo>
                <a:cubicBezTo>
                  <a:pt x="87672" y="8378"/>
                  <a:pt x="87799" y="7597"/>
                  <a:pt x="88053" y="6939"/>
                </a:cubicBezTo>
                <a:cubicBezTo>
                  <a:pt x="88307" y="6282"/>
                  <a:pt x="88654" y="5714"/>
                  <a:pt x="89093" y="5236"/>
                </a:cubicBezTo>
                <a:cubicBezTo>
                  <a:pt x="89501" y="4790"/>
                  <a:pt x="89996" y="4442"/>
                  <a:pt x="90580" y="4194"/>
                </a:cubicBezTo>
                <a:cubicBezTo>
                  <a:pt x="91163" y="3945"/>
                  <a:pt x="91743" y="3821"/>
                  <a:pt x="92321" y="3821"/>
                </a:cubicBezTo>
                <a:cubicBezTo>
                  <a:pt x="92929" y="3821"/>
                  <a:pt x="93439" y="3882"/>
                  <a:pt x="93850" y="4005"/>
                </a:cubicBezTo>
                <a:cubicBezTo>
                  <a:pt x="94261" y="4127"/>
                  <a:pt x="94695" y="4315"/>
                  <a:pt x="95153" y="4566"/>
                </a:cubicBezTo>
                <a:lnTo>
                  <a:pt x="95266" y="4122"/>
                </a:lnTo>
                <a:lnTo>
                  <a:pt x="96923" y="4122"/>
                </a:lnTo>
                <a:lnTo>
                  <a:pt x="96923" y="13451"/>
                </a:lnTo>
                <a:moveTo>
                  <a:pt x="95153" y="11761"/>
                </a:moveTo>
                <a:lnTo>
                  <a:pt x="95153" y="6015"/>
                </a:lnTo>
                <a:cubicBezTo>
                  <a:pt x="94683" y="5801"/>
                  <a:pt x="94245" y="5649"/>
                  <a:pt x="93841" y="5557"/>
                </a:cubicBezTo>
                <a:cubicBezTo>
                  <a:pt x="93436" y="5466"/>
                  <a:pt x="93033" y="5421"/>
                  <a:pt x="92631" y="5421"/>
                </a:cubicBezTo>
                <a:cubicBezTo>
                  <a:pt x="91659" y="5421"/>
                  <a:pt x="90893" y="5748"/>
                  <a:pt x="90335" y="6402"/>
                </a:cubicBezTo>
                <a:cubicBezTo>
                  <a:pt x="89777" y="7056"/>
                  <a:pt x="89497" y="8006"/>
                  <a:pt x="89497" y="9251"/>
                </a:cubicBezTo>
                <a:cubicBezTo>
                  <a:pt x="89497" y="10434"/>
                  <a:pt x="89704" y="11330"/>
                  <a:pt x="90118" y="11940"/>
                </a:cubicBezTo>
                <a:cubicBezTo>
                  <a:pt x="90533" y="12550"/>
                  <a:pt x="91220" y="12855"/>
                  <a:pt x="92179" y="12855"/>
                </a:cubicBezTo>
                <a:cubicBezTo>
                  <a:pt x="92694" y="12855"/>
                  <a:pt x="93210" y="12756"/>
                  <a:pt x="93728" y="12558"/>
                </a:cubicBezTo>
                <a:cubicBezTo>
                  <a:pt x="94245" y="12360"/>
                  <a:pt x="94720" y="12094"/>
                  <a:pt x="95153" y="11761"/>
                </a:cubicBezTo>
                <a:close/>
                <a:moveTo>
                  <a:pt x="109364" y="9387"/>
                </a:moveTo>
                <a:cubicBezTo>
                  <a:pt x="109364" y="11104"/>
                  <a:pt x="108925" y="12460"/>
                  <a:pt x="108046" y="13454"/>
                </a:cubicBezTo>
                <a:cubicBezTo>
                  <a:pt x="107168" y="14448"/>
                  <a:pt x="105992" y="14945"/>
                  <a:pt x="104517" y="14945"/>
                </a:cubicBezTo>
                <a:cubicBezTo>
                  <a:pt x="103030" y="14945"/>
                  <a:pt x="101849" y="14448"/>
                  <a:pt x="100974" y="13454"/>
                </a:cubicBezTo>
                <a:cubicBezTo>
                  <a:pt x="100099" y="12460"/>
                  <a:pt x="99661" y="11104"/>
                  <a:pt x="99661" y="9387"/>
                </a:cubicBezTo>
                <a:cubicBezTo>
                  <a:pt x="99661" y="7670"/>
                  <a:pt x="100099" y="6313"/>
                  <a:pt x="100974" y="5316"/>
                </a:cubicBezTo>
                <a:cubicBezTo>
                  <a:pt x="101849" y="4319"/>
                  <a:pt x="103030" y="3821"/>
                  <a:pt x="104517" y="3821"/>
                </a:cubicBezTo>
                <a:cubicBezTo>
                  <a:pt x="105992" y="3821"/>
                  <a:pt x="107168" y="4319"/>
                  <a:pt x="108046" y="5316"/>
                </a:cubicBezTo>
                <a:cubicBezTo>
                  <a:pt x="108925" y="6313"/>
                  <a:pt x="109364" y="7670"/>
                  <a:pt x="109364" y="9387"/>
                </a:cubicBezTo>
                <a:moveTo>
                  <a:pt x="107538" y="9387"/>
                </a:moveTo>
                <a:cubicBezTo>
                  <a:pt x="107538" y="8028"/>
                  <a:pt x="107271" y="7017"/>
                  <a:pt x="106738" y="6356"/>
                </a:cubicBezTo>
                <a:cubicBezTo>
                  <a:pt x="106205" y="5695"/>
                  <a:pt x="105465" y="5364"/>
                  <a:pt x="104517" y="5364"/>
                </a:cubicBezTo>
                <a:cubicBezTo>
                  <a:pt x="103557" y="5364"/>
                  <a:pt x="102812" y="5695"/>
                  <a:pt x="102282" y="6356"/>
                </a:cubicBezTo>
                <a:cubicBezTo>
                  <a:pt x="101752" y="7017"/>
                  <a:pt x="101487" y="8028"/>
                  <a:pt x="101487" y="9387"/>
                </a:cubicBezTo>
                <a:cubicBezTo>
                  <a:pt x="101487" y="10703"/>
                  <a:pt x="101754" y="11701"/>
                  <a:pt x="102287" y="12381"/>
                </a:cubicBezTo>
                <a:cubicBezTo>
                  <a:pt x="102820" y="13061"/>
                  <a:pt x="103564" y="13401"/>
                  <a:pt x="104517" y="13401"/>
                </a:cubicBezTo>
                <a:cubicBezTo>
                  <a:pt x="105458" y="13401"/>
                  <a:pt x="106197" y="13064"/>
                  <a:pt x="106733" y="12391"/>
                </a:cubicBezTo>
                <a:cubicBezTo>
                  <a:pt x="107270" y="11717"/>
                  <a:pt x="107538" y="10716"/>
                  <a:pt x="107538" y="9387"/>
                </a:cubicBezTo>
                <a:close/>
                <a:moveTo>
                  <a:pt x="120892" y="14643"/>
                </a:moveTo>
                <a:lnTo>
                  <a:pt x="119123" y="14643"/>
                </a:lnTo>
                <a:lnTo>
                  <a:pt x="119123" y="8652"/>
                </a:lnTo>
                <a:cubicBezTo>
                  <a:pt x="119123" y="8168"/>
                  <a:pt x="119095" y="7714"/>
                  <a:pt x="119038" y="7291"/>
                </a:cubicBezTo>
                <a:cubicBezTo>
                  <a:pt x="118982" y="6867"/>
                  <a:pt x="118878" y="6535"/>
                  <a:pt x="118728" y="6297"/>
                </a:cubicBezTo>
                <a:cubicBezTo>
                  <a:pt x="118571" y="6033"/>
                  <a:pt x="118345" y="5837"/>
                  <a:pt x="118050" y="5708"/>
                </a:cubicBezTo>
                <a:cubicBezTo>
                  <a:pt x="117755" y="5579"/>
                  <a:pt x="117372" y="5515"/>
                  <a:pt x="116902" y="5515"/>
                </a:cubicBezTo>
                <a:cubicBezTo>
                  <a:pt x="116419" y="5515"/>
                  <a:pt x="115914" y="5634"/>
                  <a:pt x="115387" y="5873"/>
                </a:cubicBezTo>
                <a:cubicBezTo>
                  <a:pt x="114860" y="6112"/>
                  <a:pt x="114355" y="6416"/>
                  <a:pt x="113872" y="6786"/>
                </a:cubicBezTo>
                <a:lnTo>
                  <a:pt x="113872" y="14643"/>
                </a:lnTo>
                <a:lnTo>
                  <a:pt x="112102" y="14643"/>
                </a:lnTo>
                <a:lnTo>
                  <a:pt x="112102" y="4122"/>
                </a:lnTo>
                <a:lnTo>
                  <a:pt x="113872" y="4122"/>
                </a:lnTo>
                <a:lnTo>
                  <a:pt x="113872" y="5282"/>
                </a:lnTo>
                <a:cubicBezTo>
                  <a:pt x="114424" y="4823"/>
                  <a:pt x="114995" y="4465"/>
                  <a:pt x="115584" y="4208"/>
                </a:cubicBezTo>
                <a:cubicBezTo>
                  <a:pt x="116174" y="3950"/>
                  <a:pt x="116780" y="3821"/>
                  <a:pt x="117401" y="3821"/>
                </a:cubicBezTo>
                <a:cubicBezTo>
                  <a:pt x="118536" y="3821"/>
                  <a:pt x="119402" y="4163"/>
                  <a:pt x="119998" y="4848"/>
                </a:cubicBezTo>
                <a:cubicBezTo>
                  <a:pt x="120594" y="5533"/>
                  <a:pt x="120892" y="6520"/>
                  <a:pt x="120892" y="7809"/>
                </a:cubicBezTo>
                <a:lnTo>
                  <a:pt x="120892" y="14643"/>
                </a:lnTo>
                <a:close/>
                <a:moveTo>
                  <a:pt x="126200" y="2372"/>
                </a:moveTo>
                <a:lnTo>
                  <a:pt x="124205" y="2372"/>
                </a:lnTo>
                <a:lnTo>
                  <a:pt x="124205" y="527"/>
                </a:lnTo>
                <a:lnTo>
                  <a:pt x="126200" y="527"/>
                </a:lnTo>
                <a:lnTo>
                  <a:pt x="126200" y="2372"/>
                </a:lnTo>
                <a:moveTo>
                  <a:pt x="126087" y="14643"/>
                </a:moveTo>
                <a:lnTo>
                  <a:pt x="124318" y="14643"/>
                </a:lnTo>
                <a:lnTo>
                  <a:pt x="124318" y="4122"/>
                </a:lnTo>
                <a:lnTo>
                  <a:pt x="126087" y="4122"/>
                </a:lnTo>
                <a:lnTo>
                  <a:pt x="126087" y="14643"/>
                </a:lnTo>
                <a:close/>
                <a:moveTo>
                  <a:pt x="138114" y="14643"/>
                </a:moveTo>
                <a:lnTo>
                  <a:pt x="136345" y="14643"/>
                </a:lnTo>
                <a:lnTo>
                  <a:pt x="136345" y="13548"/>
                </a:lnTo>
                <a:cubicBezTo>
                  <a:pt x="135837" y="13989"/>
                  <a:pt x="135306" y="14331"/>
                  <a:pt x="134754" y="14577"/>
                </a:cubicBezTo>
                <a:cubicBezTo>
                  <a:pt x="134202" y="14822"/>
                  <a:pt x="133603" y="14945"/>
                  <a:pt x="132957" y="14945"/>
                </a:cubicBezTo>
                <a:cubicBezTo>
                  <a:pt x="131702" y="14945"/>
                  <a:pt x="130706" y="14460"/>
                  <a:pt x="129969" y="13492"/>
                </a:cubicBezTo>
                <a:cubicBezTo>
                  <a:pt x="129232" y="12523"/>
                  <a:pt x="128863" y="11180"/>
                  <a:pt x="128863" y="9463"/>
                </a:cubicBezTo>
                <a:cubicBezTo>
                  <a:pt x="128863" y="8570"/>
                  <a:pt x="128990" y="7774"/>
                  <a:pt x="129244" y="7076"/>
                </a:cubicBezTo>
                <a:cubicBezTo>
                  <a:pt x="129498" y="6378"/>
                  <a:pt x="129842" y="5783"/>
                  <a:pt x="130275" y="5293"/>
                </a:cubicBezTo>
                <a:cubicBezTo>
                  <a:pt x="130701" y="4815"/>
                  <a:pt x="131199" y="4450"/>
                  <a:pt x="131766" y="4198"/>
                </a:cubicBezTo>
                <a:cubicBezTo>
                  <a:pt x="132334" y="3947"/>
                  <a:pt x="132922" y="3821"/>
                  <a:pt x="133531" y="3821"/>
                </a:cubicBezTo>
                <a:cubicBezTo>
                  <a:pt x="134083" y="3821"/>
                  <a:pt x="134572" y="3879"/>
                  <a:pt x="134999" y="3996"/>
                </a:cubicBezTo>
                <a:cubicBezTo>
                  <a:pt x="135426" y="4112"/>
                  <a:pt x="135874" y="4293"/>
                  <a:pt x="136345" y="4538"/>
                </a:cubicBezTo>
                <a:lnTo>
                  <a:pt x="136345" y="0"/>
                </a:lnTo>
                <a:lnTo>
                  <a:pt x="138114" y="0"/>
                </a:lnTo>
                <a:lnTo>
                  <a:pt x="138114" y="14643"/>
                </a:lnTo>
                <a:moveTo>
                  <a:pt x="136345" y="12055"/>
                </a:moveTo>
                <a:lnTo>
                  <a:pt x="136345" y="6023"/>
                </a:lnTo>
                <a:cubicBezTo>
                  <a:pt x="135868" y="5810"/>
                  <a:pt x="135441" y="5662"/>
                  <a:pt x="135065" y="5581"/>
                </a:cubicBezTo>
                <a:cubicBezTo>
                  <a:pt x="134688" y="5499"/>
                  <a:pt x="134278" y="5458"/>
                  <a:pt x="133832" y="5458"/>
                </a:cubicBezTo>
                <a:cubicBezTo>
                  <a:pt x="132841" y="5458"/>
                  <a:pt x="132069" y="5803"/>
                  <a:pt x="131517" y="6494"/>
                </a:cubicBezTo>
                <a:cubicBezTo>
                  <a:pt x="130965" y="7184"/>
                  <a:pt x="130689" y="8162"/>
                  <a:pt x="130689" y="9430"/>
                </a:cubicBezTo>
                <a:cubicBezTo>
                  <a:pt x="130689" y="10678"/>
                  <a:pt x="130902" y="11627"/>
                  <a:pt x="131329" y="12277"/>
                </a:cubicBezTo>
                <a:cubicBezTo>
                  <a:pt x="131755" y="12926"/>
                  <a:pt x="132439" y="13251"/>
                  <a:pt x="133380" y="13251"/>
                </a:cubicBezTo>
                <a:cubicBezTo>
                  <a:pt x="133882" y="13251"/>
                  <a:pt x="134390" y="13139"/>
                  <a:pt x="134905" y="12916"/>
                </a:cubicBezTo>
                <a:cubicBezTo>
                  <a:pt x="135419" y="12694"/>
                  <a:pt x="135899" y="12407"/>
                  <a:pt x="136345" y="12055"/>
                </a:cubicBezTo>
                <a:close/>
                <a:moveTo>
                  <a:pt x="149765" y="14643"/>
                </a:moveTo>
                <a:lnTo>
                  <a:pt x="148005" y="14643"/>
                </a:lnTo>
                <a:lnTo>
                  <a:pt x="148005" y="13531"/>
                </a:lnTo>
                <a:cubicBezTo>
                  <a:pt x="147848" y="13638"/>
                  <a:pt x="147636" y="13787"/>
                  <a:pt x="147370" y="13979"/>
                </a:cubicBezTo>
                <a:cubicBezTo>
                  <a:pt x="147103" y="14170"/>
                  <a:pt x="146844" y="14323"/>
                  <a:pt x="146593" y="14436"/>
                </a:cubicBezTo>
                <a:cubicBezTo>
                  <a:pt x="146298" y="14580"/>
                  <a:pt x="145960" y="14701"/>
                  <a:pt x="145577" y="14798"/>
                </a:cubicBezTo>
                <a:cubicBezTo>
                  <a:pt x="145194" y="14896"/>
                  <a:pt x="144746" y="14945"/>
                  <a:pt x="144231" y="14945"/>
                </a:cubicBezTo>
                <a:cubicBezTo>
                  <a:pt x="143284" y="14945"/>
                  <a:pt x="142481" y="14630"/>
                  <a:pt x="141822" y="14002"/>
                </a:cubicBezTo>
                <a:cubicBezTo>
                  <a:pt x="141163" y="13374"/>
                  <a:pt x="140834" y="12573"/>
                  <a:pt x="140834" y="11599"/>
                </a:cubicBezTo>
                <a:cubicBezTo>
                  <a:pt x="140834" y="10801"/>
                  <a:pt x="141005" y="10156"/>
                  <a:pt x="141347" y="9663"/>
                </a:cubicBezTo>
                <a:cubicBezTo>
                  <a:pt x="141689" y="9170"/>
                  <a:pt x="142176" y="8782"/>
                  <a:pt x="142810" y="8499"/>
                </a:cubicBezTo>
                <a:cubicBezTo>
                  <a:pt x="143450" y="8217"/>
                  <a:pt x="144219" y="8025"/>
                  <a:pt x="145116" y="7924"/>
                </a:cubicBezTo>
                <a:cubicBezTo>
                  <a:pt x="146013" y="7824"/>
                  <a:pt x="146976" y="7748"/>
                  <a:pt x="148005" y="7698"/>
                </a:cubicBezTo>
                <a:lnTo>
                  <a:pt x="148005" y="7423"/>
                </a:lnTo>
                <a:cubicBezTo>
                  <a:pt x="148005" y="7018"/>
                  <a:pt x="147934" y="6683"/>
                  <a:pt x="147793" y="6417"/>
                </a:cubicBezTo>
                <a:cubicBezTo>
                  <a:pt x="147652" y="6151"/>
                  <a:pt x="147450" y="5943"/>
                  <a:pt x="147186" y="5791"/>
                </a:cubicBezTo>
                <a:cubicBezTo>
                  <a:pt x="146935" y="5645"/>
                  <a:pt x="146634" y="5547"/>
                  <a:pt x="146283" y="5497"/>
                </a:cubicBezTo>
                <a:cubicBezTo>
                  <a:pt x="145931" y="5446"/>
                  <a:pt x="145564" y="5421"/>
                  <a:pt x="145182" y="5421"/>
                </a:cubicBezTo>
                <a:cubicBezTo>
                  <a:pt x="144717" y="5421"/>
                  <a:pt x="144200" y="5484"/>
                  <a:pt x="143629" y="5609"/>
                </a:cubicBezTo>
                <a:cubicBezTo>
                  <a:pt x="143058" y="5735"/>
                  <a:pt x="142468" y="5917"/>
                  <a:pt x="141860" y="6155"/>
                </a:cubicBezTo>
                <a:lnTo>
                  <a:pt x="141765" y="6155"/>
                </a:lnTo>
                <a:lnTo>
                  <a:pt x="141765" y="4357"/>
                </a:lnTo>
                <a:cubicBezTo>
                  <a:pt x="142110" y="4263"/>
                  <a:pt x="142609" y="4160"/>
                  <a:pt x="143262" y="4047"/>
                </a:cubicBezTo>
                <a:cubicBezTo>
                  <a:pt x="143914" y="3934"/>
                  <a:pt x="144557" y="3877"/>
                  <a:pt x="145191" y="3877"/>
                </a:cubicBezTo>
                <a:cubicBezTo>
                  <a:pt x="145931" y="3877"/>
                  <a:pt x="146576" y="3938"/>
                  <a:pt x="147125" y="4061"/>
                </a:cubicBezTo>
                <a:cubicBezTo>
                  <a:pt x="147674" y="4183"/>
                  <a:pt x="148149" y="4392"/>
                  <a:pt x="148551" y="4687"/>
                </a:cubicBezTo>
                <a:cubicBezTo>
                  <a:pt x="148946" y="4975"/>
                  <a:pt x="149247" y="5349"/>
                  <a:pt x="149454" y="5807"/>
                </a:cubicBezTo>
                <a:cubicBezTo>
                  <a:pt x="149661" y="6265"/>
                  <a:pt x="149765" y="6832"/>
                  <a:pt x="149765" y="7510"/>
                </a:cubicBezTo>
                <a:lnTo>
                  <a:pt x="149765" y="14643"/>
                </a:lnTo>
                <a:moveTo>
                  <a:pt x="148005" y="12069"/>
                </a:moveTo>
                <a:lnTo>
                  <a:pt x="148005" y="9129"/>
                </a:lnTo>
                <a:cubicBezTo>
                  <a:pt x="147465" y="9160"/>
                  <a:pt x="146830" y="9208"/>
                  <a:pt x="146099" y="9271"/>
                </a:cubicBezTo>
                <a:cubicBezTo>
                  <a:pt x="145368" y="9334"/>
                  <a:pt x="144789" y="9425"/>
                  <a:pt x="144363" y="9544"/>
                </a:cubicBezTo>
                <a:cubicBezTo>
                  <a:pt x="143855" y="9690"/>
                  <a:pt x="143444" y="9915"/>
                  <a:pt x="143130" y="10221"/>
                </a:cubicBezTo>
                <a:cubicBezTo>
                  <a:pt x="142816" y="10526"/>
                  <a:pt x="142659" y="10947"/>
                  <a:pt x="142659" y="11482"/>
                </a:cubicBezTo>
                <a:cubicBezTo>
                  <a:pt x="142659" y="12088"/>
                  <a:pt x="142841" y="12543"/>
                  <a:pt x="143205" y="12849"/>
                </a:cubicBezTo>
                <a:cubicBezTo>
                  <a:pt x="143569" y="13154"/>
                  <a:pt x="144124" y="13307"/>
                  <a:pt x="144871" y="13307"/>
                </a:cubicBezTo>
                <a:cubicBezTo>
                  <a:pt x="145492" y="13307"/>
                  <a:pt x="146060" y="13186"/>
                  <a:pt x="146574" y="12943"/>
                </a:cubicBezTo>
                <a:cubicBezTo>
                  <a:pt x="147089" y="12701"/>
                  <a:pt x="147566" y="12409"/>
                  <a:pt x="148005" y="12069"/>
                </a:cubicBezTo>
                <a:close/>
                <a:moveTo>
                  <a:pt x="161971" y="9561"/>
                </a:moveTo>
                <a:lnTo>
                  <a:pt x="154225" y="9561"/>
                </a:lnTo>
                <a:cubicBezTo>
                  <a:pt x="154225" y="10209"/>
                  <a:pt x="154323" y="10774"/>
                  <a:pt x="154517" y="11255"/>
                </a:cubicBezTo>
                <a:cubicBezTo>
                  <a:pt x="154712" y="11736"/>
                  <a:pt x="154978" y="12131"/>
                  <a:pt x="155317" y="12439"/>
                </a:cubicBezTo>
                <a:cubicBezTo>
                  <a:pt x="155643" y="12741"/>
                  <a:pt x="156031" y="12967"/>
                  <a:pt x="156479" y="13118"/>
                </a:cubicBezTo>
                <a:cubicBezTo>
                  <a:pt x="156928" y="13269"/>
                  <a:pt x="157422" y="13345"/>
                  <a:pt x="157962" y="13345"/>
                </a:cubicBezTo>
                <a:cubicBezTo>
                  <a:pt x="158677" y="13345"/>
                  <a:pt x="159397" y="13201"/>
                  <a:pt x="160121" y="12913"/>
                </a:cubicBezTo>
                <a:cubicBezTo>
                  <a:pt x="160846" y="12626"/>
                  <a:pt x="161362" y="12343"/>
                  <a:pt x="161670" y="12065"/>
                </a:cubicBezTo>
                <a:lnTo>
                  <a:pt x="161764" y="12065"/>
                </a:lnTo>
                <a:lnTo>
                  <a:pt x="161764" y="14001"/>
                </a:lnTo>
                <a:cubicBezTo>
                  <a:pt x="161168" y="14252"/>
                  <a:pt x="160559" y="14463"/>
                  <a:pt x="159938" y="14633"/>
                </a:cubicBezTo>
                <a:cubicBezTo>
                  <a:pt x="159317" y="14803"/>
                  <a:pt x="158664" y="14888"/>
                  <a:pt x="157980" y="14888"/>
                </a:cubicBezTo>
                <a:cubicBezTo>
                  <a:pt x="156236" y="14888"/>
                  <a:pt x="154875" y="14415"/>
                  <a:pt x="153896" y="13469"/>
                </a:cubicBezTo>
                <a:cubicBezTo>
                  <a:pt x="152917" y="12524"/>
                  <a:pt x="152428" y="11180"/>
                  <a:pt x="152428" y="9439"/>
                </a:cubicBezTo>
                <a:cubicBezTo>
                  <a:pt x="152428" y="7717"/>
                  <a:pt x="152897" y="6351"/>
                  <a:pt x="153835" y="5339"/>
                </a:cubicBezTo>
                <a:cubicBezTo>
                  <a:pt x="154773" y="4327"/>
                  <a:pt x="156007" y="3821"/>
                  <a:pt x="157538" y="3821"/>
                </a:cubicBezTo>
                <a:cubicBezTo>
                  <a:pt x="158956" y="3821"/>
                  <a:pt x="160049" y="4236"/>
                  <a:pt x="160818" y="5065"/>
                </a:cubicBezTo>
                <a:cubicBezTo>
                  <a:pt x="161586" y="5895"/>
                  <a:pt x="161971" y="7073"/>
                  <a:pt x="161971" y="8600"/>
                </a:cubicBezTo>
                <a:lnTo>
                  <a:pt x="161971" y="9561"/>
                </a:lnTo>
                <a:moveTo>
                  <a:pt x="160248" y="8206"/>
                </a:moveTo>
                <a:cubicBezTo>
                  <a:pt x="160242" y="7278"/>
                  <a:pt x="160008" y="6559"/>
                  <a:pt x="159547" y="6051"/>
                </a:cubicBezTo>
                <a:cubicBezTo>
                  <a:pt x="159086" y="5543"/>
                  <a:pt x="158385" y="5289"/>
                  <a:pt x="157444" y="5289"/>
                </a:cubicBezTo>
                <a:cubicBezTo>
                  <a:pt x="156497" y="5289"/>
                  <a:pt x="155742" y="5568"/>
                  <a:pt x="155181" y="6127"/>
                </a:cubicBezTo>
                <a:cubicBezTo>
                  <a:pt x="154619" y="6685"/>
                  <a:pt x="154301" y="7378"/>
                  <a:pt x="154225" y="8206"/>
                </a:cubicBezTo>
                <a:lnTo>
                  <a:pt x="160248" y="82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DBB95D-8C04-4FA5-A886-4300519CE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4" y="1465715"/>
            <a:ext cx="209140" cy="160340"/>
          </a:xfrm>
          <a:custGeom xmlns:a="http://schemas.openxmlformats.org/drawingml/2006/main">
            <a:pathLst>
              <a:path w="209140" h="160340">
                <a:moveTo>
                  <a:pt x="0" y="0"/>
                </a:moveTo>
                <a:lnTo>
                  <a:pt x="209140" y="0"/>
                </a:lnTo>
                <a:lnTo>
                  <a:pt x="209140" y="160340"/>
                </a:lnTo>
                <a:lnTo>
                  <a:pt x="0" y="1603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01E8E3-48C1-45C8-9E5A-3106611A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985" y="1465716"/>
            <a:ext cx="209141" cy="160340"/>
          </a:xfrm>
          <a:custGeom xmlns:a="http://schemas.openxmlformats.org/drawingml/2006/main">
            <a:pathLst>
              <a:path w="209141" h="160340" fill="none">
                <a:moveTo>
                  <a:pt x="0" y="0"/>
                </a:moveTo>
                <a:lnTo>
                  <a:pt x="209141" y="0"/>
                </a:lnTo>
                <a:lnTo>
                  <a:pt x="209141" y="160340"/>
                </a:lnTo>
                <a:lnTo>
                  <a:pt x="0" y="16034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10" name="Text Psychodidae">
            <a:extLst xmlns:a="http://schemas.openxmlformats.org/drawingml/2006/main">
              <a:ext uri="{FF2B5EF4-FFF2-40B4-BE49-F238E27FC236}">
                <a16:creationId xmlns:a16="http://schemas.microsoft.com/office/drawing/2014/main" id="{89D607AA-1DE8-4CD3-949D-008FD22B3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069" y="1494602"/>
            <a:ext cx="160078" cy="25439"/>
          </a:xfrm>
          <a:custGeom xmlns:a="http://schemas.openxmlformats.org/drawingml/2006/main">
            <a:pathLst>
              <a:path w="160078" h="25439">
                <a:moveTo>
                  <a:pt x="12590" y="6670"/>
                </a:moveTo>
                <a:cubicBezTo>
                  <a:pt x="12590" y="7523"/>
                  <a:pt x="12442" y="8314"/>
                  <a:pt x="12144" y="9042"/>
                </a:cubicBezTo>
                <a:cubicBezTo>
                  <a:pt x="11847" y="9770"/>
                  <a:pt x="11431" y="10401"/>
                  <a:pt x="10897" y="10936"/>
                </a:cubicBezTo>
                <a:cubicBezTo>
                  <a:pt x="10233" y="11599"/>
                  <a:pt x="9449" y="12097"/>
                  <a:pt x="8544" y="12429"/>
                </a:cubicBezTo>
                <a:cubicBezTo>
                  <a:pt x="7639" y="12760"/>
                  <a:pt x="6498" y="12926"/>
                  <a:pt x="5119" y="12926"/>
                </a:cubicBezTo>
                <a:lnTo>
                  <a:pt x="2559" y="12926"/>
                </a:lnTo>
                <a:lnTo>
                  <a:pt x="2559" y="20113"/>
                </a:lnTo>
                <a:lnTo>
                  <a:pt x="0" y="20113"/>
                </a:lnTo>
                <a:lnTo>
                  <a:pt x="0" y="853"/>
                </a:lnTo>
                <a:lnTo>
                  <a:pt x="5222" y="853"/>
                </a:lnTo>
                <a:cubicBezTo>
                  <a:pt x="6377" y="853"/>
                  <a:pt x="7355" y="950"/>
                  <a:pt x="8156" y="1144"/>
                </a:cubicBezTo>
                <a:cubicBezTo>
                  <a:pt x="8958" y="1338"/>
                  <a:pt x="9669" y="1642"/>
                  <a:pt x="10289" y="2055"/>
                </a:cubicBezTo>
                <a:cubicBezTo>
                  <a:pt x="11022" y="2546"/>
                  <a:pt x="11588" y="3158"/>
                  <a:pt x="11989" y="3891"/>
                </a:cubicBezTo>
                <a:cubicBezTo>
                  <a:pt x="12390" y="4623"/>
                  <a:pt x="12590" y="5550"/>
                  <a:pt x="12590" y="6670"/>
                </a:cubicBezTo>
                <a:moveTo>
                  <a:pt x="9927" y="6729"/>
                </a:moveTo>
                <a:cubicBezTo>
                  <a:pt x="9927" y="6071"/>
                  <a:pt x="9811" y="5499"/>
                  <a:pt x="9578" y="5012"/>
                </a:cubicBezTo>
                <a:cubicBezTo>
                  <a:pt x="9346" y="4525"/>
                  <a:pt x="8992" y="4128"/>
                  <a:pt x="8518" y="3820"/>
                </a:cubicBezTo>
                <a:cubicBezTo>
                  <a:pt x="8105" y="3555"/>
                  <a:pt x="7633" y="3365"/>
                  <a:pt x="7103" y="3250"/>
                </a:cubicBezTo>
                <a:cubicBezTo>
                  <a:pt x="6573" y="3134"/>
                  <a:pt x="5903" y="3076"/>
                  <a:pt x="5093" y="3076"/>
                </a:cubicBezTo>
                <a:lnTo>
                  <a:pt x="2559" y="3076"/>
                </a:lnTo>
                <a:lnTo>
                  <a:pt x="2559" y="10703"/>
                </a:lnTo>
                <a:lnTo>
                  <a:pt x="4718" y="10703"/>
                </a:lnTo>
                <a:cubicBezTo>
                  <a:pt x="5752" y="10703"/>
                  <a:pt x="6592" y="10611"/>
                  <a:pt x="7239" y="10427"/>
                </a:cubicBezTo>
                <a:cubicBezTo>
                  <a:pt x="7885" y="10244"/>
                  <a:pt x="8411" y="9951"/>
                  <a:pt x="8816" y="9549"/>
                </a:cubicBezTo>
                <a:cubicBezTo>
                  <a:pt x="9221" y="9139"/>
                  <a:pt x="9507" y="8708"/>
                  <a:pt x="9675" y="8255"/>
                </a:cubicBezTo>
                <a:cubicBezTo>
                  <a:pt x="9843" y="7802"/>
                  <a:pt x="9927" y="7294"/>
                  <a:pt x="9927" y="6729"/>
                </a:cubicBezTo>
                <a:close/>
                <a:moveTo>
                  <a:pt x="26085" y="15942"/>
                </a:moveTo>
                <a:cubicBezTo>
                  <a:pt x="26085" y="17260"/>
                  <a:pt x="25540" y="18340"/>
                  <a:pt x="24450" y="19184"/>
                </a:cubicBezTo>
                <a:cubicBezTo>
                  <a:pt x="23360" y="20028"/>
                  <a:pt x="21871" y="20449"/>
                  <a:pt x="19984" y="20449"/>
                </a:cubicBezTo>
                <a:cubicBezTo>
                  <a:pt x="18915" y="20449"/>
                  <a:pt x="17935" y="20322"/>
                  <a:pt x="17043" y="20067"/>
                </a:cubicBezTo>
                <a:cubicBezTo>
                  <a:pt x="16151" y="19812"/>
                  <a:pt x="15404" y="19533"/>
                  <a:pt x="14801" y="19230"/>
                </a:cubicBezTo>
                <a:lnTo>
                  <a:pt x="14801" y="16494"/>
                </a:lnTo>
                <a:lnTo>
                  <a:pt x="14930" y="16494"/>
                </a:lnTo>
                <a:cubicBezTo>
                  <a:pt x="15697" y="17079"/>
                  <a:pt x="16550" y="17544"/>
                  <a:pt x="17489" y="17890"/>
                </a:cubicBezTo>
                <a:cubicBezTo>
                  <a:pt x="18428" y="18235"/>
                  <a:pt x="19329" y="18407"/>
                  <a:pt x="20191" y="18407"/>
                </a:cubicBezTo>
                <a:cubicBezTo>
                  <a:pt x="21259" y="18407"/>
                  <a:pt x="22095" y="18234"/>
                  <a:pt x="22698" y="17888"/>
                </a:cubicBezTo>
                <a:cubicBezTo>
                  <a:pt x="23302" y="17542"/>
                  <a:pt x="23603" y="16996"/>
                  <a:pt x="23603" y="16252"/>
                </a:cubicBezTo>
                <a:cubicBezTo>
                  <a:pt x="23603" y="15684"/>
                  <a:pt x="23440" y="15253"/>
                  <a:pt x="23112" y="14961"/>
                </a:cubicBezTo>
                <a:cubicBezTo>
                  <a:pt x="22785" y="14668"/>
                  <a:pt x="22156" y="14418"/>
                  <a:pt x="21225" y="14211"/>
                </a:cubicBezTo>
                <a:cubicBezTo>
                  <a:pt x="20880" y="14134"/>
                  <a:pt x="20430" y="14044"/>
                  <a:pt x="19874" y="13940"/>
                </a:cubicBezTo>
                <a:cubicBezTo>
                  <a:pt x="19318" y="13837"/>
                  <a:pt x="18812" y="13725"/>
                  <a:pt x="18355" y="13605"/>
                </a:cubicBezTo>
                <a:cubicBezTo>
                  <a:pt x="17088" y="13269"/>
                  <a:pt x="16190" y="12776"/>
                  <a:pt x="15660" y="12126"/>
                </a:cubicBezTo>
                <a:cubicBezTo>
                  <a:pt x="15130" y="11476"/>
                  <a:pt x="14865" y="10677"/>
                  <a:pt x="14865" y="9730"/>
                </a:cubicBezTo>
                <a:cubicBezTo>
                  <a:pt x="14865" y="9136"/>
                  <a:pt x="14988" y="8576"/>
                  <a:pt x="15234" y="8051"/>
                </a:cubicBezTo>
                <a:cubicBezTo>
                  <a:pt x="15479" y="7526"/>
                  <a:pt x="15852" y="7056"/>
                  <a:pt x="16352" y="6643"/>
                </a:cubicBezTo>
                <a:cubicBezTo>
                  <a:pt x="16834" y="6238"/>
                  <a:pt x="17448" y="5918"/>
                  <a:pt x="18194" y="5681"/>
                </a:cubicBezTo>
                <a:cubicBezTo>
                  <a:pt x="18939" y="5444"/>
                  <a:pt x="19773" y="5326"/>
                  <a:pt x="20695" y="5326"/>
                </a:cubicBezTo>
                <a:cubicBezTo>
                  <a:pt x="21557" y="5326"/>
                  <a:pt x="22429" y="5431"/>
                  <a:pt x="23312" y="5641"/>
                </a:cubicBezTo>
                <a:cubicBezTo>
                  <a:pt x="24196" y="5851"/>
                  <a:pt x="24930" y="6107"/>
                  <a:pt x="25516" y="6408"/>
                </a:cubicBezTo>
                <a:lnTo>
                  <a:pt x="25516" y="8997"/>
                </a:lnTo>
                <a:lnTo>
                  <a:pt x="25387" y="8997"/>
                </a:lnTo>
                <a:cubicBezTo>
                  <a:pt x="24767" y="8540"/>
                  <a:pt x="24013" y="8154"/>
                  <a:pt x="23125" y="7840"/>
                </a:cubicBezTo>
                <a:cubicBezTo>
                  <a:pt x="22237" y="7525"/>
                  <a:pt x="21367" y="7368"/>
                  <a:pt x="20514" y="7368"/>
                </a:cubicBezTo>
                <a:cubicBezTo>
                  <a:pt x="19626" y="7368"/>
                  <a:pt x="18877" y="7539"/>
                  <a:pt x="18265" y="7881"/>
                </a:cubicBezTo>
                <a:cubicBezTo>
                  <a:pt x="17653" y="8223"/>
                  <a:pt x="17347" y="8732"/>
                  <a:pt x="17347" y="9407"/>
                </a:cubicBezTo>
                <a:cubicBezTo>
                  <a:pt x="17347" y="10001"/>
                  <a:pt x="17532" y="10448"/>
                  <a:pt x="17903" y="10750"/>
                </a:cubicBezTo>
                <a:cubicBezTo>
                  <a:pt x="18265" y="11051"/>
                  <a:pt x="18851" y="11297"/>
                  <a:pt x="19661" y="11486"/>
                </a:cubicBezTo>
                <a:cubicBezTo>
                  <a:pt x="20109" y="11590"/>
                  <a:pt x="20611" y="11693"/>
                  <a:pt x="21167" y="11796"/>
                </a:cubicBezTo>
                <a:cubicBezTo>
                  <a:pt x="21723" y="11900"/>
                  <a:pt x="22186" y="11994"/>
                  <a:pt x="22556" y="12080"/>
                </a:cubicBezTo>
                <a:cubicBezTo>
                  <a:pt x="23685" y="12339"/>
                  <a:pt x="24556" y="12782"/>
                  <a:pt x="25167" y="13411"/>
                </a:cubicBezTo>
                <a:cubicBezTo>
                  <a:pt x="25779" y="14048"/>
                  <a:pt x="26085" y="14892"/>
                  <a:pt x="26085" y="15942"/>
                </a:cubicBezTo>
                <a:close/>
                <a:moveTo>
                  <a:pt x="42049" y="5662"/>
                </a:moveTo>
                <a:lnTo>
                  <a:pt x="33621" y="25439"/>
                </a:lnTo>
                <a:lnTo>
                  <a:pt x="31023" y="25439"/>
                </a:lnTo>
                <a:lnTo>
                  <a:pt x="33712" y="19411"/>
                </a:lnTo>
                <a:lnTo>
                  <a:pt x="27959" y="5662"/>
                </a:lnTo>
                <a:lnTo>
                  <a:pt x="30596" y="5662"/>
                </a:lnTo>
                <a:lnTo>
                  <a:pt x="35030" y="16365"/>
                </a:lnTo>
                <a:lnTo>
                  <a:pt x="39503" y="5662"/>
                </a:lnTo>
                <a:lnTo>
                  <a:pt x="42049" y="5662"/>
                </a:lnTo>
                <a:close/>
                <a:moveTo>
                  <a:pt x="55906" y="19221"/>
                </a:moveTo>
                <a:cubicBezTo>
                  <a:pt x="55096" y="19609"/>
                  <a:pt x="54327" y="19911"/>
                  <a:pt x="53599" y="20126"/>
                </a:cubicBezTo>
                <a:cubicBezTo>
                  <a:pt x="52870" y="20342"/>
                  <a:pt x="52097" y="20449"/>
                  <a:pt x="51278" y="20449"/>
                </a:cubicBezTo>
                <a:cubicBezTo>
                  <a:pt x="50236" y="20449"/>
                  <a:pt x="49279" y="20296"/>
                  <a:pt x="48409" y="19990"/>
                </a:cubicBezTo>
                <a:cubicBezTo>
                  <a:pt x="47538" y="19683"/>
                  <a:pt x="46793" y="19219"/>
                  <a:pt x="46172" y="18598"/>
                </a:cubicBezTo>
                <a:cubicBezTo>
                  <a:pt x="45543" y="17976"/>
                  <a:pt x="45056" y="17191"/>
                  <a:pt x="44712" y="16241"/>
                </a:cubicBezTo>
                <a:cubicBezTo>
                  <a:pt x="44367" y="15292"/>
                  <a:pt x="44195" y="14182"/>
                  <a:pt x="44195" y="12913"/>
                </a:cubicBezTo>
                <a:cubicBezTo>
                  <a:pt x="44195" y="10548"/>
                  <a:pt x="44843" y="8692"/>
                  <a:pt x="46140" y="7346"/>
                </a:cubicBezTo>
                <a:cubicBezTo>
                  <a:pt x="47437" y="5999"/>
                  <a:pt x="49150" y="5326"/>
                  <a:pt x="51278" y="5326"/>
                </a:cubicBezTo>
                <a:cubicBezTo>
                  <a:pt x="52106" y="5326"/>
                  <a:pt x="52918" y="5442"/>
                  <a:pt x="53715" y="5675"/>
                </a:cubicBezTo>
                <a:cubicBezTo>
                  <a:pt x="54512" y="5907"/>
                  <a:pt x="55242" y="6192"/>
                  <a:pt x="55906" y="6528"/>
                </a:cubicBezTo>
                <a:lnTo>
                  <a:pt x="55906" y="9229"/>
                </a:lnTo>
                <a:lnTo>
                  <a:pt x="55777" y="9229"/>
                </a:lnTo>
                <a:cubicBezTo>
                  <a:pt x="55036" y="8656"/>
                  <a:pt x="54271" y="8215"/>
                  <a:pt x="53482" y="7908"/>
                </a:cubicBezTo>
                <a:cubicBezTo>
                  <a:pt x="52694" y="7600"/>
                  <a:pt x="51925" y="7446"/>
                  <a:pt x="51175" y="7446"/>
                </a:cubicBezTo>
                <a:cubicBezTo>
                  <a:pt x="49796" y="7446"/>
                  <a:pt x="48708" y="7909"/>
                  <a:pt x="47911" y="8835"/>
                </a:cubicBezTo>
                <a:cubicBezTo>
                  <a:pt x="47114" y="9761"/>
                  <a:pt x="46715" y="11121"/>
                  <a:pt x="46715" y="12913"/>
                </a:cubicBezTo>
                <a:cubicBezTo>
                  <a:pt x="46715" y="14654"/>
                  <a:pt x="47105" y="15992"/>
                  <a:pt x="47885" y="16927"/>
                </a:cubicBezTo>
                <a:cubicBezTo>
                  <a:pt x="48665" y="17862"/>
                  <a:pt x="49762" y="18329"/>
                  <a:pt x="51175" y="18329"/>
                </a:cubicBezTo>
                <a:cubicBezTo>
                  <a:pt x="51666" y="18329"/>
                  <a:pt x="52166" y="18265"/>
                  <a:pt x="52674" y="18137"/>
                </a:cubicBezTo>
                <a:cubicBezTo>
                  <a:pt x="53183" y="18009"/>
                  <a:pt x="53640" y="17842"/>
                  <a:pt x="54045" y="17636"/>
                </a:cubicBezTo>
                <a:cubicBezTo>
                  <a:pt x="54398" y="17457"/>
                  <a:pt x="54730" y="17266"/>
                  <a:pt x="55040" y="17066"/>
                </a:cubicBezTo>
                <a:cubicBezTo>
                  <a:pt x="55350" y="16864"/>
                  <a:pt x="55596" y="16691"/>
                  <a:pt x="55777" y="16546"/>
                </a:cubicBezTo>
                <a:lnTo>
                  <a:pt x="55906" y="16546"/>
                </a:lnTo>
                <a:lnTo>
                  <a:pt x="55906" y="19221"/>
                </a:lnTo>
                <a:close/>
                <a:moveTo>
                  <a:pt x="71094" y="20113"/>
                </a:moveTo>
                <a:lnTo>
                  <a:pt x="68664" y="20113"/>
                </a:lnTo>
                <a:lnTo>
                  <a:pt x="68664" y="11884"/>
                </a:lnTo>
                <a:cubicBezTo>
                  <a:pt x="68664" y="11219"/>
                  <a:pt x="68625" y="10596"/>
                  <a:pt x="68548" y="10014"/>
                </a:cubicBezTo>
                <a:cubicBezTo>
                  <a:pt x="68470" y="9432"/>
                  <a:pt x="68328" y="8977"/>
                  <a:pt x="68121" y="8649"/>
                </a:cubicBezTo>
                <a:cubicBezTo>
                  <a:pt x="67906" y="8286"/>
                  <a:pt x="67596" y="8017"/>
                  <a:pt x="67191" y="7840"/>
                </a:cubicBezTo>
                <a:cubicBezTo>
                  <a:pt x="66786" y="7663"/>
                  <a:pt x="66260" y="7575"/>
                  <a:pt x="65614" y="7575"/>
                </a:cubicBezTo>
                <a:cubicBezTo>
                  <a:pt x="64950" y="7575"/>
                  <a:pt x="64256" y="7739"/>
                  <a:pt x="63532" y="8067"/>
                </a:cubicBezTo>
                <a:cubicBezTo>
                  <a:pt x="62809" y="8395"/>
                  <a:pt x="62115" y="8813"/>
                  <a:pt x="61451" y="9321"/>
                </a:cubicBezTo>
                <a:lnTo>
                  <a:pt x="61451" y="20113"/>
                </a:lnTo>
                <a:lnTo>
                  <a:pt x="59021" y="20113"/>
                </a:lnTo>
                <a:lnTo>
                  <a:pt x="59021" y="0"/>
                </a:lnTo>
                <a:lnTo>
                  <a:pt x="61451" y="0"/>
                </a:lnTo>
                <a:lnTo>
                  <a:pt x="61451" y="7255"/>
                </a:lnTo>
                <a:cubicBezTo>
                  <a:pt x="62210" y="6625"/>
                  <a:pt x="62994" y="6133"/>
                  <a:pt x="63804" y="5779"/>
                </a:cubicBezTo>
                <a:cubicBezTo>
                  <a:pt x="64614" y="5425"/>
                  <a:pt x="65446" y="5248"/>
                  <a:pt x="66299" y="5248"/>
                </a:cubicBezTo>
                <a:cubicBezTo>
                  <a:pt x="67858" y="5248"/>
                  <a:pt x="69048" y="5719"/>
                  <a:pt x="69866" y="6659"/>
                </a:cubicBezTo>
                <a:cubicBezTo>
                  <a:pt x="70685" y="7600"/>
                  <a:pt x="71094" y="8956"/>
                  <a:pt x="71094" y="10726"/>
                </a:cubicBezTo>
                <a:lnTo>
                  <a:pt x="71094" y="20113"/>
                </a:lnTo>
                <a:close/>
                <a:moveTo>
                  <a:pt x="88079" y="12894"/>
                </a:moveTo>
                <a:cubicBezTo>
                  <a:pt x="88079" y="15252"/>
                  <a:pt x="87476" y="17114"/>
                  <a:pt x="86270" y="18479"/>
                </a:cubicBezTo>
                <a:cubicBezTo>
                  <a:pt x="85063" y="19844"/>
                  <a:pt x="83448" y="20527"/>
                  <a:pt x="81422" y="20527"/>
                </a:cubicBezTo>
                <a:cubicBezTo>
                  <a:pt x="79380" y="20527"/>
                  <a:pt x="77758" y="19844"/>
                  <a:pt x="76556" y="18479"/>
                </a:cubicBezTo>
                <a:cubicBezTo>
                  <a:pt x="75354" y="17114"/>
                  <a:pt x="74752" y="15252"/>
                  <a:pt x="74752" y="12894"/>
                </a:cubicBezTo>
                <a:cubicBezTo>
                  <a:pt x="74752" y="10535"/>
                  <a:pt x="75354" y="8672"/>
                  <a:pt x="76556" y="7302"/>
                </a:cubicBezTo>
                <a:cubicBezTo>
                  <a:pt x="77758" y="5933"/>
                  <a:pt x="79380" y="5248"/>
                  <a:pt x="81422" y="5248"/>
                </a:cubicBezTo>
                <a:cubicBezTo>
                  <a:pt x="83448" y="5248"/>
                  <a:pt x="85063" y="5933"/>
                  <a:pt x="86270" y="7302"/>
                </a:cubicBezTo>
                <a:cubicBezTo>
                  <a:pt x="87476" y="8672"/>
                  <a:pt x="88079" y="10535"/>
                  <a:pt x="88079" y="12894"/>
                </a:cubicBezTo>
                <a:moveTo>
                  <a:pt x="85572" y="12894"/>
                </a:moveTo>
                <a:cubicBezTo>
                  <a:pt x="85572" y="11026"/>
                  <a:pt x="85206" y="9638"/>
                  <a:pt x="84473" y="8730"/>
                </a:cubicBezTo>
                <a:cubicBezTo>
                  <a:pt x="83741" y="7822"/>
                  <a:pt x="82724" y="7368"/>
                  <a:pt x="81422" y="7368"/>
                </a:cubicBezTo>
                <a:cubicBezTo>
                  <a:pt x="80104" y="7368"/>
                  <a:pt x="79081" y="7822"/>
                  <a:pt x="78352" y="8730"/>
                </a:cubicBezTo>
                <a:cubicBezTo>
                  <a:pt x="77624" y="9638"/>
                  <a:pt x="77260" y="11026"/>
                  <a:pt x="77260" y="12894"/>
                </a:cubicBezTo>
                <a:cubicBezTo>
                  <a:pt x="77260" y="14701"/>
                  <a:pt x="77626" y="16072"/>
                  <a:pt x="78359" y="17006"/>
                </a:cubicBezTo>
                <a:cubicBezTo>
                  <a:pt x="79091" y="17940"/>
                  <a:pt x="80113" y="18407"/>
                  <a:pt x="81422" y="18407"/>
                </a:cubicBezTo>
                <a:cubicBezTo>
                  <a:pt x="82715" y="18407"/>
                  <a:pt x="83730" y="17944"/>
                  <a:pt x="84467" y="17019"/>
                </a:cubicBezTo>
                <a:cubicBezTo>
                  <a:pt x="85203" y="16094"/>
                  <a:pt x="85572" y="14719"/>
                  <a:pt x="85572" y="12894"/>
                </a:cubicBezTo>
                <a:close/>
                <a:moveTo>
                  <a:pt x="103552" y="20113"/>
                </a:moveTo>
                <a:lnTo>
                  <a:pt x="101122" y="20113"/>
                </a:lnTo>
                <a:lnTo>
                  <a:pt x="101122" y="18609"/>
                </a:lnTo>
                <a:cubicBezTo>
                  <a:pt x="100424" y="19214"/>
                  <a:pt x="99696" y="19685"/>
                  <a:pt x="98937" y="20022"/>
                </a:cubicBezTo>
                <a:cubicBezTo>
                  <a:pt x="98179" y="20358"/>
                  <a:pt x="97356" y="20527"/>
                  <a:pt x="96469" y="20527"/>
                </a:cubicBezTo>
                <a:cubicBezTo>
                  <a:pt x="94745" y="20527"/>
                  <a:pt x="93377" y="19862"/>
                  <a:pt x="92364" y="18531"/>
                </a:cubicBezTo>
                <a:cubicBezTo>
                  <a:pt x="91352" y="17201"/>
                  <a:pt x="90846" y="15356"/>
                  <a:pt x="90846" y="12998"/>
                </a:cubicBezTo>
                <a:cubicBezTo>
                  <a:pt x="90846" y="11771"/>
                  <a:pt x="91020" y="10678"/>
                  <a:pt x="91369" y="9719"/>
                </a:cubicBezTo>
                <a:cubicBezTo>
                  <a:pt x="91718" y="8760"/>
                  <a:pt x="92190" y="7944"/>
                  <a:pt x="92785" y="7270"/>
                </a:cubicBezTo>
                <a:cubicBezTo>
                  <a:pt x="93371" y="6613"/>
                  <a:pt x="94053" y="6112"/>
                  <a:pt x="94833" y="5767"/>
                </a:cubicBezTo>
                <a:cubicBezTo>
                  <a:pt x="95613" y="5421"/>
                  <a:pt x="96421" y="5248"/>
                  <a:pt x="97257" y="5248"/>
                </a:cubicBezTo>
                <a:cubicBezTo>
                  <a:pt x="98015" y="5248"/>
                  <a:pt x="98688" y="5328"/>
                  <a:pt x="99274" y="5488"/>
                </a:cubicBezTo>
                <a:cubicBezTo>
                  <a:pt x="99859" y="5648"/>
                  <a:pt x="100476" y="5896"/>
                  <a:pt x="101122" y="6233"/>
                </a:cubicBezTo>
                <a:lnTo>
                  <a:pt x="101122" y="0"/>
                </a:lnTo>
                <a:lnTo>
                  <a:pt x="103552" y="0"/>
                </a:lnTo>
                <a:lnTo>
                  <a:pt x="103552" y="20113"/>
                </a:lnTo>
                <a:moveTo>
                  <a:pt x="101122" y="16559"/>
                </a:moveTo>
                <a:lnTo>
                  <a:pt x="101122" y="8273"/>
                </a:lnTo>
                <a:cubicBezTo>
                  <a:pt x="100467" y="7980"/>
                  <a:pt x="99881" y="7777"/>
                  <a:pt x="99364" y="7665"/>
                </a:cubicBezTo>
                <a:cubicBezTo>
                  <a:pt x="98847" y="7553"/>
                  <a:pt x="98282" y="7497"/>
                  <a:pt x="97671" y="7497"/>
                </a:cubicBezTo>
                <a:cubicBezTo>
                  <a:pt x="96309" y="7497"/>
                  <a:pt x="95249" y="7971"/>
                  <a:pt x="94491" y="8919"/>
                </a:cubicBezTo>
                <a:cubicBezTo>
                  <a:pt x="93732" y="9867"/>
                  <a:pt x="93353" y="11211"/>
                  <a:pt x="93353" y="12952"/>
                </a:cubicBezTo>
                <a:cubicBezTo>
                  <a:pt x="93353" y="14667"/>
                  <a:pt x="93646" y="15970"/>
                  <a:pt x="94232" y="16862"/>
                </a:cubicBezTo>
                <a:cubicBezTo>
                  <a:pt x="94818" y="17754"/>
                  <a:pt x="95758" y="18200"/>
                  <a:pt x="97050" y="18200"/>
                </a:cubicBezTo>
                <a:cubicBezTo>
                  <a:pt x="97740" y="18200"/>
                  <a:pt x="98438" y="18047"/>
                  <a:pt x="99144" y="17741"/>
                </a:cubicBezTo>
                <a:cubicBezTo>
                  <a:pt x="99851" y="17435"/>
                  <a:pt x="100510" y="17041"/>
                  <a:pt x="101122" y="16559"/>
                </a:cubicBezTo>
                <a:close/>
                <a:moveTo>
                  <a:pt x="110946" y="3257"/>
                </a:moveTo>
                <a:lnTo>
                  <a:pt x="108205" y="3257"/>
                </a:lnTo>
                <a:lnTo>
                  <a:pt x="108205" y="724"/>
                </a:lnTo>
                <a:lnTo>
                  <a:pt x="110946" y="724"/>
                </a:lnTo>
                <a:lnTo>
                  <a:pt x="110946" y="3257"/>
                </a:lnTo>
                <a:moveTo>
                  <a:pt x="110791" y="20113"/>
                </a:moveTo>
                <a:lnTo>
                  <a:pt x="108361" y="20113"/>
                </a:lnTo>
                <a:lnTo>
                  <a:pt x="108361" y="5662"/>
                </a:lnTo>
                <a:lnTo>
                  <a:pt x="110791" y="5662"/>
                </a:lnTo>
                <a:lnTo>
                  <a:pt x="110791" y="20113"/>
                </a:lnTo>
                <a:close/>
                <a:moveTo>
                  <a:pt x="127310" y="20113"/>
                </a:moveTo>
                <a:lnTo>
                  <a:pt x="124880" y="20113"/>
                </a:lnTo>
                <a:lnTo>
                  <a:pt x="124880" y="18609"/>
                </a:lnTo>
                <a:cubicBezTo>
                  <a:pt x="124182" y="19214"/>
                  <a:pt x="123454" y="19685"/>
                  <a:pt x="122696" y="20022"/>
                </a:cubicBezTo>
                <a:cubicBezTo>
                  <a:pt x="121937" y="20358"/>
                  <a:pt x="121115" y="20527"/>
                  <a:pt x="120227" y="20527"/>
                </a:cubicBezTo>
                <a:cubicBezTo>
                  <a:pt x="118503" y="20527"/>
                  <a:pt x="117135" y="19862"/>
                  <a:pt x="116123" y="18531"/>
                </a:cubicBezTo>
                <a:cubicBezTo>
                  <a:pt x="115110" y="17201"/>
                  <a:pt x="114604" y="15356"/>
                  <a:pt x="114604" y="12998"/>
                </a:cubicBezTo>
                <a:cubicBezTo>
                  <a:pt x="114604" y="11771"/>
                  <a:pt x="114778" y="10678"/>
                  <a:pt x="115127" y="9719"/>
                </a:cubicBezTo>
                <a:cubicBezTo>
                  <a:pt x="115476" y="8760"/>
                  <a:pt x="115948" y="7944"/>
                  <a:pt x="116543" y="7270"/>
                </a:cubicBezTo>
                <a:cubicBezTo>
                  <a:pt x="117129" y="6613"/>
                  <a:pt x="117812" y="6112"/>
                  <a:pt x="118592" y="5767"/>
                </a:cubicBezTo>
                <a:cubicBezTo>
                  <a:pt x="119372" y="5421"/>
                  <a:pt x="120180" y="5248"/>
                  <a:pt x="121015" y="5248"/>
                </a:cubicBezTo>
                <a:cubicBezTo>
                  <a:pt x="121774" y="5248"/>
                  <a:pt x="122446" y="5328"/>
                  <a:pt x="123032" y="5488"/>
                </a:cubicBezTo>
                <a:cubicBezTo>
                  <a:pt x="123618" y="5648"/>
                  <a:pt x="124234" y="5896"/>
                  <a:pt x="124880" y="6233"/>
                </a:cubicBezTo>
                <a:lnTo>
                  <a:pt x="124880" y="0"/>
                </a:lnTo>
                <a:lnTo>
                  <a:pt x="127310" y="0"/>
                </a:lnTo>
                <a:lnTo>
                  <a:pt x="127310" y="20113"/>
                </a:lnTo>
                <a:moveTo>
                  <a:pt x="124880" y="16559"/>
                </a:moveTo>
                <a:lnTo>
                  <a:pt x="124880" y="8273"/>
                </a:lnTo>
                <a:cubicBezTo>
                  <a:pt x="124225" y="7980"/>
                  <a:pt x="123639" y="7777"/>
                  <a:pt x="123122" y="7665"/>
                </a:cubicBezTo>
                <a:cubicBezTo>
                  <a:pt x="122605" y="7553"/>
                  <a:pt x="122041" y="7497"/>
                  <a:pt x="121429" y="7497"/>
                </a:cubicBezTo>
                <a:cubicBezTo>
                  <a:pt x="120067" y="7497"/>
                  <a:pt x="119008" y="7971"/>
                  <a:pt x="118249" y="8919"/>
                </a:cubicBezTo>
                <a:cubicBezTo>
                  <a:pt x="117491" y="9867"/>
                  <a:pt x="117112" y="11211"/>
                  <a:pt x="117112" y="12952"/>
                </a:cubicBezTo>
                <a:cubicBezTo>
                  <a:pt x="117112" y="14667"/>
                  <a:pt x="117405" y="15970"/>
                  <a:pt x="117991" y="16862"/>
                </a:cubicBezTo>
                <a:cubicBezTo>
                  <a:pt x="118577" y="17754"/>
                  <a:pt x="119516" y="18200"/>
                  <a:pt x="120809" y="18200"/>
                </a:cubicBezTo>
                <a:cubicBezTo>
                  <a:pt x="121498" y="18200"/>
                  <a:pt x="122196" y="18047"/>
                  <a:pt x="122903" y="17741"/>
                </a:cubicBezTo>
                <a:cubicBezTo>
                  <a:pt x="123609" y="17435"/>
                  <a:pt x="124269" y="17041"/>
                  <a:pt x="124880" y="16559"/>
                </a:cubicBezTo>
                <a:close/>
                <a:moveTo>
                  <a:pt x="143313" y="20113"/>
                </a:moveTo>
                <a:lnTo>
                  <a:pt x="140896" y="20113"/>
                </a:lnTo>
                <a:lnTo>
                  <a:pt x="140896" y="18586"/>
                </a:lnTo>
                <a:cubicBezTo>
                  <a:pt x="140681" y="18732"/>
                  <a:pt x="140390" y="18937"/>
                  <a:pt x="140023" y="19200"/>
                </a:cubicBezTo>
                <a:cubicBezTo>
                  <a:pt x="139657" y="19463"/>
                  <a:pt x="139302" y="19673"/>
                  <a:pt x="138957" y="19828"/>
                </a:cubicBezTo>
                <a:cubicBezTo>
                  <a:pt x="138552" y="20027"/>
                  <a:pt x="138087" y="20193"/>
                  <a:pt x="137561" y="20326"/>
                </a:cubicBezTo>
                <a:cubicBezTo>
                  <a:pt x="137035" y="20460"/>
                  <a:pt x="136419" y="20527"/>
                  <a:pt x="135713" y="20527"/>
                </a:cubicBezTo>
                <a:cubicBezTo>
                  <a:pt x="134411" y="20527"/>
                  <a:pt x="133308" y="20096"/>
                  <a:pt x="132403" y="19233"/>
                </a:cubicBezTo>
                <a:cubicBezTo>
                  <a:pt x="131499" y="18370"/>
                  <a:pt x="131046" y="17270"/>
                  <a:pt x="131046" y="15932"/>
                </a:cubicBezTo>
                <a:cubicBezTo>
                  <a:pt x="131046" y="14836"/>
                  <a:pt x="131281" y="13950"/>
                  <a:pt x="131751" y="13272"/>
                </a:cubicBezTo>
                <a:cubicBezTo>
                  <a:pt x="132220" y="12595"/>
                  <a:pt x="132890" y="12062"/>
                  <a:pt x="133761" y="11674"/>
                </a:cubicBezTo>
                <a:cubicBezTo>
                  <a:pt x="134640" y="11286"/>
                  <a:pt x="135695" y="11022"/>
                  <a:pt x="136928" y="10884"/>
                </a:cubicBezTo>
                <a:cubicBezTo>
                  <a:pt x="138160" y="10746"/>
                  <a:pt x="139483" y="10643"/>
                  <a:pt x="140896" y="10574"/>
                </a:cubicBezTo>
                <a:lnTo>
                  <a:pt x="140896" y="10196"/>
                </a:lnTo>
                <a:cubicBezTo>
                  <a:pt x="140896" y="9640"/>
                  <a:pt x="140799" y="9179"/>
                  <a:pt x="140605" y="8814"/>
                </a:cubicBezTo>
                <a:cubicBezTo>
                  <a:pt x="140411" y="8449"/>
                  <a:pt x="140133" y="8162"/>
                  <a:pt x="139771" y="7954"/>
                </a:cubicBezTo>
                <a:cubicBezTo>
                  <a:pt x="139427" y="7754"/>
                  <a:pt x="139013" y="7619"/>
                  <a:pt x="138530" y="7550"/>
                </a:cubicBezTo>
                <a:cubicBezTo>
                  <a:pt x="138048" y="7480"/>
                  <a:pt x="137544" y="7446"/>
                  <a:pt x="137018" y="7446"/>
                </a:cubicBezTo>
                <a:cubicBezTo>
                  <a:pt x="136380" y="7446"/>
                  <a:pt x="135669" y="7532"/>
                  <a:pt x="134885" y="7704"/>
                </a:cubicBezTo>
                <a:cubicBezTo>
                  <a:pt x="134101" y="7877"/>
                  <a:pt x="133291" y="8127"/>
                  <a:pt x="132455" y="8454"/>
                </a:cubicBezTo>
                <a:lnTo>
                  <a:pt x="132326" y="8454"/>
                </a:lnTo>
                <a:lnTo>
                  <a:pt x="132326" y="5985"/>
                </a:lnTo>
                <a:cubicBezTo>
                  <a:pt x="132800" y="5856"/>
                  <a:pt x="133485" y="5713"/>
                  <a:pt x="134381" y="5558"/>
                </a:cubicBezTo>
                <a:cubicBezTo>
                  <a:pt x="135277" y="5403"/>
                  <a:pt x="136161" y="5326"/>
                  <a:pt x="137031" y="5326"/>
                </a:cubicBezTo>
                <a:cubicBezTo>
                  <a:pt x="138048" y="5326"/>
                  <a:pt x="138933" y="5410"/>
                  <a:pt x="139687" y="5578"/>
                </a:cubicBezTo>
                <a:cubicBezTo>
                  <a:pt x="140441" y="5746"/>
                  <a:pt x="141094" y="6032"/>
                  <a:pt x="141646" y="6437"/>
                </a:cubicBezTo>
                <a:cubicBezTo>
                  <a:pt x="142189" y="6834"/>
                  <a:pt x="142602" y="7346"/>
                  <a:pt x="142887" y="7976"/>
                </a:cubicBezTo>
                <a:cubicBezTo>
                  <a:pt x="143171" y="8605"/>
                  <a:pt x="143313" y="9384"/>
                  <a:pt x="143313" y="10315"/>
                </a:cubicBezTo>
                <a:lnTo>
                  <a:pt x="143313" y="20113"/>
                </a:lnTo>
                <a:moveTo>
                  <a:pt x="140896" y="16577"/>
                </a:moveTo>
                <a:lnTo>
                  <a:pt x="140896" y="12538"/>
                </a:lnTo>
                <a:cubicBezTo>
                  <a:pt x="140155" y="12582"/>
                  <a:pt x="139282" y="12647"/>
                  <a:pt x="138278" y="12734"/>
                </a:cubicBezTo>
                <a:cubicBezTo>
                  <a:pt x="137274" y="12820"/>
                  <a:pt x="136479" y="12945"/>
                  <a:pt x="135893" y="13110"/>
                </a:cubicBezTo>
                <a:cubicBezTo>
                  <a:pt x="135195" y="13309"/>
                  <a:pt x="134631" y="13619"/>
                  <a:pt x="134200" y="14038"/>
                </a:cubicBezTo>
                <a:cubicBezTo>
                  <a:pt x="133769" y="14458"/>
                  <a:pt x="133554" y="15036"/>
                  <a:pt x="133554" y="15772"/>
                </a:cubicBezTo>
                <a:cubicBezTo>
                  <a:pt x="133554" y="16603"/>
                  <a:pt x="133804" y="17228"/>
                  <a:pt x="134304" y="17648"/>
                </a:cubicBezTo>
                <a:cubicBezTo>
                  <a:pt x="134803" y="18068"/>
                  <a:pt x="135566" y="18278"/>
                  <a:pt x="136591" y="18278"/>
                </a:cubicBezTo>
                <a:cubicBezTo>
                  <a:pt x="137445" y="18278"/>
                  <a:pt x="138225" y="18111"/>
                  <a:pt x="138931" y="17778"/>
                </a:cubicBezTo>
                <a:cubicBezTo>
                  <a:pt x="139638" y="17445"/>
                  <a:pt x="140293" y="17044"/>
                  <a:pt x="140896" y="16577"/>
                </a:cubicBezTo>
                <a:close/>
                <a:moveTo>
                  <a:pt x="160078" y="13133"/>
                </a:moveTo>
                <a:lnTo>
                  <a:pt x="149440" y="13133"/>
                </a:lnTo>
                <a:cubicBezTo>
                  <a:pt x="149440" y="14023"/>
                  <a:pt x="149574" y="14798"/>
                  <a:pt x="149841" y="15459"/>
                </a:cubicBezTo>
                <a:cubicBezTo>
                  <a:pt x="150108" y="16120"/>
                  <a:pt x="150474" y="16662"/>
                  <a:pt x="150939" y="17085"/>
                </a:cubicBezTo>
                <a:cubicBezTo>
                  <a:pt x="151388" y="17500"/>
                  <a:pt x="151920" y="17811"/>
                  <a:pt x="152536" y="18018"/>
                </a:cubicBezTo>
                <a:cubicBezTo>
                  <a:pt x="153152" y="18226"/>
                  <a:pt x="153831" y="18329"/>
                  <a:pt x="154572" y="18329"/>
                </a:cubicBezTo>
                <a:cubicBezTo>
                  <a:pt x="155554" y="18329"/>
                  <a:pt x="156543" y="18132"/>
                  <a:pt x="157538" y="17737"/>
                </a:cubicBezTo>
                <a:cubicBezTo>
                  <a:pt x="158534" y="17342"/>
                  <a:pt x="159242" y="16953"/>
                  <a:pt x="159665" y="16571"/>
                </a:cubicBezTo>
                <a:lnTo>
                  <a:pt x="159794" y="16571"/>
                </a:lnTo>
                <a:lnTo>
                  <a:pt x="159794" y="19230"/>
                </a:lnTo>
                <a:cubicBezTo>
                  <a:pt x="158975" y="19576"/>
                  <a:pt x="158139" y="19866"/>
                  <a:pt x="157286" y="20099"/>
                </a:cubicBezTo>
                <a:cubicBezTo>
                  <a:pt x="156433" y="20333"/>
                  <a:pt x="155537" y="20449"/>
                  <a:pt x="154598" y="20449"/>
                </a:cubicBezTo>
                <a:cubicBezTo>
                  <a:pt x="152202" y="20449"/>
                  <a:pt x="150332" y="19800"/>
                  <a:pt x="148988" y="18501"/>
                </a:cubicBezTo>
                <a:cubicBezTo>
                  <a:pt x="147643" y="17202"/>
                  <a:pt x="146971" y="15356"/>
                  <a:pt x="146971" y="12965"/>
                </a:cubicBezTo>
                <a:cubicBezTo>
                  <a:pt x="146971" y="10600"/>
                  <a:pt x="147615" y="8723"/>
                  <a:pt x="148904" y="7333"/>
                </a:cubicBezTo>
                <a:cubicBezTo>
                  <a:pt x="150192" y="5943"/>
                  <a:pt x="151887" y="5248"/>
                  <a:pt x="153990" y="5248"/>
                </a:cubicBezTo>
                <a:cubicBezTo>
                  <a:pt x="155938" y="5248"/>
                  <a:pt x="157439" y="5818"/>
                  <a:pt x="158495" y="6957"/>
                </a:cubicBezTo>
                <a:cubicBezTo>
                  <a:pt x="159551" y="8097"/>
                  <a:pt x="160078" y="9715"/>
                  <a:pt x="160078" y="11813"/>
                </a:cubicBezTo>
                <a:lnTo>
                  <a:pt x="160078" y="13133"/>
                </a:lnTo>
                <a:moveTo>
                  <a:pt x="157713" y="11272"/>
                </a:moveTo>
                <a:cubicBezTo>
                  <a:pt x="157704" y="9996"/>
                  <a:pt x="157383" y="9010"/>
                  <a:pt x="156750" y="8312"/>
                </a:cubicBezTo>
                <a:cubicBezTo>
                  <a:pt x="156116" y="7614"/>
                  <a:pt x="155153" y="7265"/>
                  <a:pt x="153861" y="7265"/>
                </a:cubicBezTo>
                <a:cubicBezTo>
                  <a:pt x="152560" y="7265"/>
                  <a:pt x="151523" y="7648"/>
                  <a:pt x="150752" y="8415"/>
                </a:cubicBezTo>
                <a:cubicBezTo>
                  <a:pt x="149981" y="9182"/>
                  <a:pt x="149543" y="10134"/>
                  <a:pt x="149440" y="11272"/>
                </a:cubicBezTo>
                <a:lnTo>
                  <a:pt x="157713" y="112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E62BEE-B032-4A95-AEA8-39476D923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24" y="1154719"/>
            <a:ext cx="144615" cy="191638"/>
          </a:xfrm>
          <a:custGeom xmlns:a="http://schemas.openxmlformats.org/drawingml/2006/main">
            <a:pathLst>
              <a:path w="144615" h="191638">
                <a:moveTo>
                  <a:pt x="0" y="0"/>
                </a:moveTo>
                <a:lnTo>
                  <a:pt x="144615" y="0"/>
                </a:lnTo>
                <a:lnTo>
                  <a:pt x="144615" y="191638"/>
                </a:lnTo>
                <a:lnTo>
                  <a:pt x="0" y="1916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C3F6E0-F5C8-4E75-9662-63C7A1C89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24" y="1154721"/>
            <a:ext cx="144617" cy="191639"/>
          </a:xfrm>
          <a:custGeom xmlns:a="http://schemas.openxmlformats.org/drawingml/2006/main">
            <a:pathLst>
              <a:path w="144617" h="191639" fill="none">
                <a:moveTo>
                  <a:pt x="0" y="0"/>
                </a:moveTo>
                <a:lnTo>
                  <a:pt x="144617" y="0"/>
                </a:lnTo>
                <a:lnTo>
                  <a:pt x="144617" y="191639"/>
                </a:lnTo>
                <a:lnTo>
                  <a:pt x="0" y="1916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13" name="Text Dolichopodidae">
            <a:extLst xmlns:a="http://schemas.openxmlformats.org/drawingml/2006/main">
              <a:ext uri="{FF2B5EF4-FFF2-40B4-BE49-F238E27FC236}">
                <a16:creationId xmlns:a16="http://schemas.microsoft.com/office/drawing/2014/main" id="{07F1418D-729C-40A3-9FCC-97C4259FD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389" y="1180409"/>
            <a:ext cx="97140" cy="12467"/>
          </a:xfrm>
          <a:custGeom xmlns:a="http://schemas.openxmlformats.org/drawingml/2006/main">
            <a:pathLst>
              <a:path w="97140" h="12467">
                <a:moveTo>
                  <a:pt x="7969" y="5147"/>
                </a:moveTo>
                <a:cubicBezTo>
                  <a:pt x="7969" y="6005"/>
                  <a:pt x="7783" y="6783"/>
                  <a:pt x="7409" y="7480"/>
                </a:cubicBezTo>
                <a:cubicBezTo>
                  <a:pt x="7035" y="8177"/>
                  <a:pt x="6538" y="8718"/>
                  <a:pt x="5917" y="9103"/>
                </a:cubicBezTo>
                <a:cubicBezTo>
                  <a:pt x="5486" y="9369"/>
                  <a:pt x="5006" y="9561"/>
                  <a:pt x="4476" y="9680"/>
                </a:cubicBezTo>
                <a:cubicBezTo>
                  <a:pt x="3946" y="9798"/>
                  <a:pt x="3248" y="9857"/>
                  <a:pt x="2382" y="9857"/>
                </a:cubicBezTo>
                <a:lnTo>
                  <a:pt x="0" y="9857"/>
                </a:lnTo>
                <a:lnTo>
                  <a:pt x="0" y="418"/>
                </a:lnTo>
                <a:lnTo>
                  <a:pt x="2357" y="418"/>
                </a:lnTo>
                <a:cubicBezTo>
                  <a:pt x="3277" y="418"/>
                  <a:pt x="4009" y="485"/>
                  <a:pt x="4552" y="618"/>
                </a:cubicBezTo>
                <a:cubicBezTo>
                  <a:pt x="5094" y="751"/>
                  <a:pt x="5554" y="934"/>
                  <a:pt x="5930" y="1166"/>
                </a:cubicBezTo>
                <a:cubicBezTo>
                  <a:pt x="6571" y="1568"/>
                  <a:pt x="7072" y="2102"/>
                  <a:pt x="7431" y="2770"/>
                </a:cubicBezTo>
                <a:cubicBezTo>
                  <a:pt x="7790" y="3438"/>
                  <a:pt x="7969" y="4230"/>
                  <a:pt x="7969" y="5147"/>
                </a:cubicBezTo>
                <a:moveTo>
                  <a:pt x="6658" y="5128"/>
                </a:moveTo>
                <a:cubicBezTo>
                  <a:pt x="6658" y="4391"/>
                  <a:pt x="6529" y="3770"/>
                  <a:pt x="6272" y="3264"/>
                </a:cubicBezTo>
                <a:cubicBezTo>
                  <a:pt x="6014" y="2759"/>
                  <a:pt x="5630" y="2361"/>
                  <a:pt x="5119" y="2070"/>
                </a:cubicBezTo>
                <a:cubicBezTo>
                  <a:pt x="4747" y="1860"/>
                  <a:pt x="4352" y="1713"/>
                  <a:pt x="3934" y="1631"/>
                </a:cubicBezTo>
                <a:cubicBezTo>
                  <a:pt x="3516" y="1549"/>
                  <a:pt x="3015" y="1508"/>
                  <a:pt x="2433" y="1508"/>
                </a:cubicBezTo>
                <a:lnTo>
                  <a:pt x="1254" y="1508"/>
                </a:lnTo>
                <a:lnTo>
                  <a:pt x="1254" y="8768"/>
                </a:lnTo>
                <a:lnTo>
                  <a:pt x="2433" y="8768"/>
                </a:lnTo>
                <a:cubicBezTo>
                  <a:pt x="3037" y="8768"/>
                  <a:pt x="3563" y="8723"/>
                  <a:pt x="4013" y="8635"/>
                </a:cubicBezTo>
                <a:cubicBezTo>
                  <a:pt x="4463" y="8547"/>
                  <a:pt x="4876" y="8382"/>
                  <a:pt x="5252" y="8142"/>
                </a:cubicBezTo>
                <a:cubicBezTo>
                  <a:pt x="5720" y="7843"/>
                  <a:pt x="6072" y="7449"/>
                  <a:pt x="6306" y="6961"/>
                </a:cubicBezTo>
                <a:cubicBezTo>
                  <a:pt x="6541" y="6472"/>
                  <a:pt x="6658" y="5861"/>
                  <a:pt x="6658" y="5128"/>
                </a:cubicBezTo>
                <a:close/>
                <a:moveTo>
                  <a:pt x="15932" y="6319"/>
                </a:moveTo>
                <a:cubicBezTo>
                  <a:pt x="15932" y="7475"/>
                  <a:pt x="15637" y="8387"/>
                  <a:pt x="15046" y="9056"/>
                </a:cubicBezTo>
                <a:cubicBezTo>
                  <a:pt x="14454" y="9725"/>
                  <a:pt x="13662" y="10060"/>
                  <a:pt x="12670" y="10060"/>
                </a:cubicBezTo>
                <a:cubicBezTo>
                  <a:pt x="11669" y="10060"/>
                  <a:pt x="10874" y="9725"/>
                  <a:pt x="10285" y="9056"/>
                </a:cubicBezTo>
                <a:cubicBezTo>
                  <a:pt x="9696" y="8387"/>
                  <a:pt x="9401" y="7475"/>
                  <a:pt x="9401" y="6319"/>
                </a:cubicBezTo>
                <a:cubicBezTo>
                  <a:pt x="9401" y="5163"/>
                  <a:pt x="9696" y="4250"/>
                  <a:pt x="10285" y="3579"/>
                </a:cubicBezTo>
                <a:cubicBezTo>
                  <a:pt x="10874" y="2908"/>
                  <a:pt x="11669" y="2572"/>
                  <a:pt x="12670" y="2572"/>
                </a:cubicBezTo>
                <a:cubicBezTo>
                  <a:pt x="13662" y="2572"/>
                  <a:pt x="14454" y="2908"/>
                  <a:pt x="15046" y="3579"/>
                </a:cubicBezTo>
                <a:cubicBezTo>
                  <a:pt x="15637" y="4250"/>
                  <a:pt x="15932" y="5163"/>
                  <a:pt x="15932" y="6319"/>
                </a:cubicBezTo>
                <a:moveTo>
                  <a:pt x="14704" y="6319"/>
                </a:moveTo>
                <a:cubicBezTo>
                  <a:pt x="14704" y="5404"/>
                  <a:pt x="14524" y="4724"/>
                  <a:pt x="14165" y="4278"/>
                </a:cubicBezTo>
                <a:cubicBezTo>
                  <a:pt x="13806" y="3833"/>
                  <a:pt x="13308" y="3611"/>
                  <a:pt x="12670" y="3611"/>
                </a:cubicBezTo>
                <a:cubicBezTo>
                  <a:pt x="12024" y="3611"/>
                  <a:pt x="11522" y="3833"/>
                  <a:pt x="11165" y="4278"/>
                </a:cubicBezTo>
                <a:cubicBezTo>
                  <a:pt x="10809" y="4724"/>
                  <a:pt x="10630" y="5404"/>
                  <a:pt x="10630" y="6319"/>
                </a:cubicBezTo>
                <a:cubicBezTo>
                  <a:pt x="10630" y="7205"/>
                  <a:pt x="10810" y="7877"/>
                  <a:pt x="11169" y="8334"/>
                </a:cubicBezTo>
                <a:cubicBezTo>
                  <a:pt x="11528" y="8792"/>
                  <a:pt x="12028" y="9021"/>
                  <a:pt x="12670" y="9021"/>
                </a:cubicBezTo>
                <a:cubicBezTo>
                  <a:pt x="13303" y="9021"/>
                  <a:pt x="13801" y="8794"/>
                  <a:pt x="14162" y="8341"/>
                </a:cubicBezTo>
                <a:cubicBezTo>
                  <a:pt x="14523" y="7887"/>
                  <a:pt x="14704" y="7213"/>
                  <a:pt x="14704" y="6319"/>
                </a:cubicBezTo>
                <a:close/>
                <a:moveTo>
                  <a:pt x="18980" y="9857"/>
                </a:moveTo>
                <a:lnTo>
                  <a:pt x="17789" y="9857"/>
                </a:lnTo>
                <a:lnTo>
                  <a:pt x="17789" y="0"/>
                </a:lnTo>
                <a:lnTo>
                  <a:pt x="18980" y="0"/>
                </a:lnTo>
                <a:lnTo>
                  <a:pt x="18980" y="9857"/>
                </a:lnTo>
                <a:close/>
                <a:moveTo>
                  <a:pt x="22616" y="1596"/>
                </a:moveTo>
                <a:lnTo>
                  <a:pt x="21273" y="1596"/>
                </a:lnTo>
                <a:lnTo>
                  <a:pt x="21273" y="355"/>
                </a:lnTo>
                <a:lnTo>
                  <a:pt x="22616" y="355"/>
                </a:lnTo>
                <a:lnTo>
                  <a:pt x="22616" y="1596"/>
                </a:lnTo>
                <a:moveTo>
                  <a:pt x="22540" y="9857"/>
                </a:moveTo>
                <a:lnTo>
                  <a:pt x="21349" y="9857"/>
                </a:lnTo>
                <a:lnTo>
                  <a:pt x="21349" y="2775"/>
                </a:lnTo>
                <a:lnTo>
                  <a:pt x="22540" y="2775"/>
                </a:lnTo>
                <a:lnTo>
                  <a:pt x="22540" y="9857"/>
                </a:lnTo>
                <a:close/>
                <a:moveTo>
                  <a:pt x="30129" y="9420"/>
                </a:moveTo>
                <a:cubicBezTo>
                  <a:pt x="29732" y="9610"/>
                  <a:pt x="29355" y="9758"/>
                  <a:pt x="28998" y="9864"/>
                </a:cubicBezTo>
                <a:cubicBezTo>
                  <a:pt x="28641" y="9969"/>
                  <a:pt x="28262" y="10022"/>
                  <a:pt x="27861" y="10022"/>
                </a:cubicBezTo>
                <a:cubicBezTo>
                  <a:pt x="27350" y="10022"/>
                  <a:pt x="26881" y="9947"/>
                  <a:pt x="26455" y="9797"/>
                </a:cubicBezTo>
                <a:cubicBezTo>
                  <a:pt x="26028" y="9646"/>
                  <a:pt x="25663" y="9419"/>
                  <a:pt x="25359" y="9114"/>
                </a:cubicBezTo>
                <a:cubicBezTo>
                  <a:pt x="25050" y="8810"/>
                  <a:pt x="24812" y="8425"/>
                  <a:pt x="24643" y="7959"/>
                </a:cubicBezTo>
                <a:cubicBezTo>
                  <a:pt x="24474" y="7494"/>
                  <a:pt x="24390" y="6951"/>
                  <a:pt x="24390" y="6329"/>
                </a:cubicBezTo>
                <a:cubicBezTo>
                  <a:pt x="24390" y="5169"/>
                  <a:pt x="24707" y="4260"/>
                  <a:pt x="25343" y="3600"/>
                </a:cubicBezTo>
                <a:cubicBezTo>
                  <a:pt x="25979" y="2940"/>
                  <a:pt x="26818" y="2610"/>
                  <a:pt x="27861" y="2610"/>
                </a:cubicBezTo>
                <a:cubicBezTo>
                  <a:pt x="28267" y="2610"/>
                  <a:pt x="28665" y="2667"/>
                  <a:pt x="29055" y="2781"/>
                </a:cubicBezTo>
                <a:cubicBezTo>
                  <a:pt x="29446" y="2895"/>
                  <a:pt x="29804" y="3034"/>
                  <a:pt x="30129" y="3199"/>
                </a:cubicBezTo>
                <a:lnTo>
                  <a:pt x="30129" y="4523"/>
                </a:lnTo>
                <a:lnTo>
                  <a:pt x="30066" y="4523"/>
                </a:lnTo>
                <a:cubicBezTo>
                  <a:pt x="29702" y="4242"/>
                  <a:pt x="29328" y="4026"/>
                  <a:pt x="28941" y="3875"/>
                </a:cubicBezTo>
                <a:cubicBezTo>
                  <a:pt x="28555" y="3724"/>
                  <a:pt x="28178" y="3649"/>
                  <a:pt x="27810" y="3649"/>
                </a:cubicBezTo>
                <a:cubicBezTo>
                  <a:pt x="27135" y="3649"/>
                  <a:pt x="26601" y="3876"/>
                  <a:pt x="26211" y="4330"/>
                </a:cubicBezTo>
                <a:cubicBezTo>
                  <a:pt x="25820" y="4784"/>
                  <a:pt x="25625" y="5450"/>
                  <a:pt x="25625" y="6329"/>
                </a:cubicBezTo>
                <a:cubicBezTo>
                  <a:pt x="25625" y="7182"/>
                  <a:pt x="25816" y="7837"/>
                  <a:pt x="26198" y="8296"/>
                </a:cubicBezTo>
                <a:cubicBezTo>
                  <a:pt x="26580" y="8754"/>
                  <a:pt x="27118" y="8983"/>
                  <a:pt x="27810" y="8983"/>
                </a:cubicBezTo>
                <a:cubicBezTo>
                  <a:pt x="28051" y="8983"/>
                  <a:pt x="28296" y="8952"/>
                  <a:pt x="28545" y="8889"/>
                </a:cubicBezTo>
                <a:cubicBezTo>
                  <a:pt x="28794" y="8826"/>
                  <a:pt x="29018" y="8744"/>
                  <a:pt x="29217" y="8643"/>
                </a:cubicBezTo>
                <a:cubicBezTo>
                  <a:pt x="29390" y="8555"/>
                  <a:pt x="29553" y="8462"/>
                  <a:pt x="29705" y="8364"/>
                </a:cubicBezTo>
                <a:cubicBezTo>
                  <a:pt x="29857" y="8265"/>
                  <a:pt x="29977" y="8180"/>
                  <a:pt x="30066" y="8109"/>
                </a:cubicBezTo>
                <a:lnTo>
                  <a:pt x="30129" y="8109"/>
                </a:lnTo>
                <a:lnTo>
                  <a:pt x="30129" y="9420"/>
                </a:lnTo>
                <a:close/>
                <a:moveTo>
                  <a:pt x="37572" y="9857"/>
                </a:moveTo>
                <a:lnTo>
                  <a:pt x="36382" y="9857"/>
                </a:lnTo>
                <a:lnTo>
                  <a:pt x="36382" y="5824"/>
                </a:lnTo>
                <a:cubicBezTo>
                  <a:pt x="36382" y="5498"/>
                  <a:pt x="36363" y="5193"/>
                  <a:pt x="36325" y="4908"/>
                </a:cubicBezTo>
                <a:cubicBezTo>
                  <a:pt x="36286" y="4622"/>
                  <a:pt x="36217" y="4399"/>
                  <a:pt x="36115" y="4239"/>
                </a:cubicBezTo>
                <a:cubicBezTo>
                  <a:pt x="36010" y="4061"/>
                  <a:pt x="35858" y="3929"/>
                  <a:pt x="35659" y="3842"/>
                </a:cubicBezTo>
                <a:cubicBezTo>
                  <a:pt x="35461" y="3756"/>
                  <a:pt x="35203" y="3712"/>
                  <a:pt x="34886" y="3712"/>
                </a:cubicBezTo>
                <a:cubicBezTo>
                  <a:pt x="34561" y="3712"/>
                  <a:pt x="34221" y="3793"/>
                  <a:pt x="33867" y="3953"/>
                </a:cubicBezTo>
                <a:cubicBezTo>
                  <a:pt x="33512" y="4114"/>
                  <a:pt x="33172" y="4319"/>
                  <a:pt x="32847" y="4568"/>
                </a:cubicBezTo>
                <a:lnTo>
                  <a:pt x="32847" y="9857"/>
                </a:lnTo>
                <a:lnTo>
                  <a:pt x="31656" y="9857"/>
                </a:lnTo>
                <a:lnTo>
                  <a:pt x="31656" y="0"/>
                </a:lnTo>
                <a:lnTo>
                  <a:pt x="32847" y="0"/>
                </a:lnTo>
                <a:lnTo>
                  <a:pt x="32847" y="3556"/>
                </a:lnTo>
                <a:cubicBezTo>
                  <a:pt x="33218" y="3247"/>
                  <a:pt x="33603" y="3006"/>
                  <a:pt x="34000" y="2832"/>
                </a:cubicBezTo>
                <a:cubicBezTo>
                  <a:pt x="34397" y="2659"/>
                  <a:pt x="34804" y="2572"/>
                  <a:pt x="35222" y="2572"/>
                </a:cubicBezTo>
                <a:cubicBezTo>
                  <a:pt x="35987" y="2572"/>
                  <a:pt x="36569" y="2803"/>
                  <a:pt x="36971" y="3264"/>
                </a:cubicBezTo>
                <a:cubicBezTo>
                  <a:pt x="37372" y="3725"/>
                  <a:pt x="37572" y="4389"/>
                  <a:pt x="37572" y="5256"/>
                </a:cubicBezTo>
                <a:lnTo>
                  <a:pt x="37572" y="9857"/>
                </a:lnTo>
                <a:close/>
                <a:moveTo>
                  <a:pt x="45897" y="6319"/>
                </a:moveTo>
                <a:cubicBezTo>
                  <a:pt x="45897" y="7475"/>
                  <a:pt x="45601" y="8387"/>
                  <a:pt x="45010" y="9056"/>
                </a:cubicBezTo>
                <a:cubicBezTo>
                  <a:pt x="44419" y="9725"/>
                  <a:pt x="43627" y="10060"/>
                  <a:pt x="42634" y="10060"/>
                </a:cubicBezTo>
                <a:cubicBezTo>
                  <a:pt x="41633" y="10060"/>
                  <a:pt x="40838" y="9725"/>
                  <a:pt x="40249" y="9056"/>
                </a:cubicBezTo>
                <a:cubicBezTo>
                  <a:pt x="39660" y="8387"/>
                  <a:pt x="39365" y="7475"/>
                  <a:pt x="39365" y="6319"/>
                </a:cubicBezTo>
                <a:cubicBezTo>
                  <a:pt x="39365" y="5163"/>
                  <a:pt x="39660" y="4250"/>
                  <a:pt x="40249" y="3579"/>
                </a:cubicBezTo>
                <a:cubicBezTo>
                  <a:pt x="40838" y="2908"/>
                  <a:pt x="41633" y="2572"/>
                  <a:pt x="42634" y="2572"/>
                </a:cubicBezTo>
                <a:cubicBezTo>
                  <a:pt x="43627" y="2572"/>
                  <a:pt x="44419" y="2908"/>
                  <a:pt x="45010" y="3579"/>
                </a:cubicBezTo>
                <a:cubicBezTo>
                  <a:pt x="45601" y="4250"/>
                  <a:pt x="45897" y="5163"/>
                  <a:pt x="45897" y="6319"/>
                </a:cubicBezTo>
                <a:moveTo>
                  <a:pt x="44668" y="6319"/>
                </a:moveTo>
                <a:cubicBezTo>
                  <a:pt x="44668" y="5404"/>
                  <a:pt x="44488" y="4724"/>
                  <a:pt x="44129" y="4278"/>
                </a:cubicBezTo>
                <a:cubicBezTo>
                  <a:pt x="43770" y="3833"/>
                  <a:pt x="43272" y="3611"/>
                  <a:pt x="42634" y="3611"/>
                </a:cubicBezTo>
                <a:cubicBezTo>
                  <a:pt x="41988" y="3611"/>
                  <a:pt x="41486" y="3833"/>
                  <a:pt x="41130" y="4278"/>
                </a:cubicBezTo>
                <a:cubicBezTo>
                  <a:pt x="40773" y="4724"/>
                  <a:pt x="40594" y="5404"/>
                  <a:pt x="40594" y="6319"/>
                </a:cubicBezTo>
                <a:cubicBezTo>
                  <a:pt x="40594" y="7205"/>
                  <a:pt x="40774" y="7877"/>
                  <a:pt x="41133" y="8334"/>
                </a:cubicBezTo>
                <a:cubicBezTo>
                  <a:pt x="41492" y="8792"/>
                  <a:pt x="41992" y="9021"/>
                  <a:pt x="42634" y="9021"/>
                </a:cubicBezTo>
                <a:cubicBezTo>
                  <a:pt x="43268" y="9021"/>
                  <a:pt x="43765" y="8794"/>
                  <a:pt x="44126" y="8341"/>
                </a:cubicBezTo>
                <a:cubicBezTo>
                  <a:pt x="44487" y="7887"/>
                  <a:pt x="44668" y="7213"/>
                  <a:pt x="44668" y="6319"/>
                </a:cubicBezTo>
                <a:close/>
                <a:moveTo>
                  <a:pt x="53967" y="6227"/>
                </a:moveTo>
                <a:cubicBezTo>
                  <a:pt x="53967" y="6803"/>
                  <a:pt x="53885" y="7328"/>
                  <a:pt x="53720" y="7804"/>
                </a:cubicBezTo>
                <a:cubicBezTo>
                  <a:pt x="53556" y="8280"/>
                  <a:pt x="53323" y="8683"/>
                  <a:pt x="53023" y="9013"/>
                </a:cubicBezTo>
                <a:cubicBezTo>
                  <a:pt x="52745" y="9326"/>
                  <a:pt x="52416" y="9568"/>
                  <a:pt x="52038" y="9740"/>
                </a:cubicBezTo>
                <a:cubicBezTo>
                  <a:pt x="51660" y="9911"/>
                  <a:pt x="51260" y="9997"/>
                  <a:pt x="50838" y="9997"/>
                </a:cubicBezTo>
                <a:cubicBezTo>
                  <a:pt x="50470" y="9997"/>
                  <a:pt x="50138" y="9956"/>
                  <a:pt x="49840" y="9876"/>
                </a:cubicBezTo>
                <a:cubicBezTo>
                  <a:pt x="49542" y="9796"/>
                  <a:pt x="49239" y="9671"/>
                  <a:pt x="48931" y="9502"/>
                </a:cubicBezTo>
                <a:lnTo>
                  <a:pt x="48931" y="12467"/>
                </a:lnTo>
                <a:lnTo>
                  <a:pt x="47740" y="12467"/>
                </a:lnTo>
                <a:lnTo>
                  <a:pt x="47740" y="2775"/>
                </a:lnTo>
                <a:lnTo>
                  <a:pt x="48931" y="2775"/>
                </a:lnTo>
                <a:lnTo>
                  <a:pt x="48931" y="3511"/>
                </a:lnTo>
                <a:cubicBezTo>
                  <a:pt x="49248" y="3245"/>
                  <a:pt x="49604" y="3022"/>
                  <a:pt x="49998" y="2842"/>
                </a:cubicBezTo>
                <a:cubicBezTo>
                  <a:pt x="50393" y="2662"/>
                  <a:pt x="50815" y="2572"/>
                  <a:pt x="51262" y="2572"/>
                </a:cubicBezTo>
                <a:cubicBezTo>
                  <a:pt x="52115" y="2572"/>
                  <a:pt x="52780" y="2895"/>
                  <a:pt x="53255" y="3540"/>
                </a:cubicBezTo>
                <a:cubicBezTo>
                  <a:pt x="53730" y="4185"/>
                  <a:pt x="53967" y="5081"/>
                  <a:pt x="53967" y="6227"/>
                </a:cubicBezTo>
                <a:moveTo>
                  <a:pt x="52738" y="6259"/>
                </a:moveTo>
                <a:cubicBezTo>
                  <a:pt x="52738" y="5406"/>
                  <a:pt x="52593" y="4768"/>
                  <a:pt x="52301" y="4346"/>
                </a:cubicBezTo>
                <a:cubicBezTo>
                  <a:pt x="52010" y="3923"/>
                  <a:pt x="51562" y="3712"/>
                  <a:pt x="50958" y="3712"/>
                </a:cubicBezTo>
                <a:cubicBezTo>
                  <a:pt x="50616" y="3712"/>
                  <a:pt x="50272" y="3786"/>
                  <a:pt x="49926" y="3934"/>
                </a:cubicBezTo>
                <a:cubicBezTo>
                  <a:pt x="49579" y="4082"/>
                  <a:pt x="49248" y="4276"/>
                  <a:pt x="48931" y="4517"/>
                </a:cubicBezTo>
                <a:lnTo>
                  <a:pt x="48931" y="8527"/>
                </a:lnTo>
                <a:cubicBezTo>
                  <a:pt x="49269" y="8679"/>
                  <a:pt x="49559" y="8782"/>
                  <a:pt x="49802" y="8837"/>
                </a:cubicBezTo>
                <a:cubicBezTo>
                  <a:pt x="50045" y="8892"/>
                  <a:pt x="50321" y="8920"/>
                  <a:pt x="50629" y="8920"/>
                </a:cubicBezTo>
                <a:cubicBezTo>
                  <a:pt x="51292" y="8920"/>
                  <a:pt x="51809" y="8696"/>
                  <a:pt x="52181" y="8248"/>
                </a:cubicBezTo>
                <a:cubicBezTo>
                  <a:pt x="52553" y="7800"/>
                  <a:pt x="52738" y="7137"/>
                  <a:pt x="52738" y="6259"/>
                </a:cubicBezTo>
                <a:close/>
                <a:moveTo>
                  <a:pt x="61854" y="6319"/>
                </a:moveTo>
                <a:cubicBezTo>
                  <a:pt x="61854" y="7475"/>
                  <a:pt x="61559" y="8387"/>
                  <a:pt x="60967" y="9056"/>
                </a:cubicBezTo>
                <a:cubicBezTo>
                  <a:pt x="60376" y="9725"/>
                  <a:pt x="59584" y="10060"/>
                  <a:pt x="58592" y="10060"/>
                </a:cubicBezTo>
                <a:cubicBezTo>
                  <a:pt x="57591" y="10060"/>
                  <a:pt x="56796" y="9725"/>
                  <a:pt x="56207" y="9056"/>
                </a:cubicBezTo>
                <a:cubicBezTo>
                  <a:pt x="55618" y="8387"/>
                  <a:pt x="55323" y="7475"/>
                  <a:pt x="55323" y="6319"/>
                </a:cubicBezTo>
                <a:cubicBezTo>
                  <a:pt x="55323" y="5163"/>
                  <a:pt x="55618" y="4250"/>
                  <a:pt x="56207" y="3579"/>
                </a:cubicBezTo>
                <a:cubicBezTo>
                  <a:pt x="56796" y="2908"/>
                  <a:pt x="57591" y="2572"/>
                  <a:pt x="58592" y="2572"/>
                </a:cubicBezTo>
                <a:cubicBezTo>
                  <a:pt x="59584" y="2572"/>
                  <a:pt x="60376" y="2908"/>
                  <a:pt x="60967" y="3579"/>
                </a:cubicBezTo>
                <a:cubicBezTo>
                  <a:pt x="61559" y="4250"/>
                  <a:pt x="61854" y="5163"/>
                  <a:pt x="61854" y="6319"/>
                </a:cubicBezTo>
                <a:moveTo>
                  <a:pt x="60625" y="6319"/>
                </a:moveTo>
                <a:cubicBezTo>
                  <a:pt x="60625" y="5404"/>
                  <a:pt x="60446" y="4724"/>
                  <a:pt x="60087" y="4278"/>
                </a:cubicBezTo>
                <a:cubicBezTo>
                  <a:pt x="59728" y="3833"/>
                  <a:pt x="59230" y="3611"/>
                  <a:pt x="58592" y="3611"/>
                </a:cubicBezTo>
                <a:cubicBezTo>
                  <a:pt x="57946" y="3611"/>
                  <a:pt x="57444" y="3833"/>
                  <a:pt x="57087" y="4278"/>
                </a:cubicBezTo>
                <a:cubicBezTo>
                  <a:pt x="56730" y="4724"/>
                  <a:pt x="56552" y="5404"/>
                  <a:pt x="56552" y="6319"/>
                </a:cubicBezTo>
                <a:cubicBezTo>
                  <a:pt x="56552" y="7205"/>
                  <a:pt x="56731" y="7877"/>
                  <a:pt x="57090" y="8334"/>
                </a:cubicBezTo>
                <a:cubicBezTo>
                  <a:pt x="57449" y="8792"/>
                  <a:pt x="57950" y="9021"/>
                  <a:pt x="58592" y="9021"/>
                </a:cubicBezTo>
                <a:cubicBezTo>
                  <a:pt x="59225" y="9021"/>
                  <a:pt x="59723" y="8794"/>
                  <a:pt x="60084" y="8341"/>
                </a:cubicBezTo>
                <a:cubicBezTo>
                  <a:pt x="60445" y="7887"/>
                  <a:pt x="60625" y="7213"/>
                  <a:pt x="60625" y="6319"/>
                </a:cubicBezTo>
                <a:close/>
                <a:moveTo>
                  <a:pt x="69437" y="9857"/>
                </a:moveTo>
                <a:lnTo>
                  <a:pt x="68246" y="9857"/>
                </a:lnTo>
                <a:lnTo>
                  <a:pt x="68246" y="9120"/>
                </a:lnTo>
                <a:cubicBezTo>
                  <a:pt x="67904" y="9416"/>
                  <a:pt x="67547" y="9647"/>
                  <a:pt x="67176" y="9812"/>
                </a:cubicBezTo>
                <a:cubicBezTo>
                  <a:pt x="66804" y="9977"/>
                  <a:pt x="66401" y="10060"/>
                  <a:pt x="65966" y="10060"/>
                </a:cubicBezTo>
                <a:cubicBezTo>
                  <a:pt x="65121" y="10060"/>
                  <a:pt x="64451" y="9734"/>
                  <a:pt x="63954" y="9082"/>
                </a:cubicBezTo>
                <a:cubicBezTo>
                  <a:pt x="63458" y="8430"/>
                  <a:pt x="63210" y="7526"/>
                  <a:pt x="63210" y="6370"/>
                </a:cubicBezTo>
                <a:cubicBezTo>
                  <a:pt x="63210" y="5769"/>
                  <a:pt x="63296" y="5233"/>
                  <a:pt x="63467" y="4763"/>
                </a:cubicBezTo>
                <a:cubicBezTo>
                  <a:pt x="63638" y="4293"/>
                  <a:pt x="63869" y="3893"/>
                  <a:pt x="64160" y="3563"/>
                </a:cubicBezTo>
                <a:cubicBezTo>
                  <a:pt x="64447" y="3241"/>
                  <a:pt x="64782" y="2996"/>
                  <a:pt x="65164" y="2826"/>
                </a:cubicBezTo>
                <a:cubicBezTo>
                  <a:pt x="65547" y="2657"/>
                  <a:pt x="65943" y="2572"/>
                  <a:pt x="66352" y="2572"/>
                </a:cubicBezTo>
                <a:cubicBezTo>
                  <a:pt x="66724" y="2572"/>
                  <a:pt x="67053" y="2611"/>
                  <a:pt x="67340" y="2690"/>
                </a:cubicBezTo>
                <a:cubicBezTo>
                  <a:pt x="67628" y="2768"/>
                  <a:pt x="67930" y="2890"/>
                  <a:pt x="68246" y="3055"/>
                </a:cubicBezTo>
                <a:lnTo>
                  <a:pt x="68246" y="0"/>
                </a:lnTo>
                <a:lnTo>
                  <a:pt x="69437" y="0"/>
                </a:lnTo>
                <a:lnTo>
                  <a:pt x="69437" y="9857"/>
                </a:lnTo>
                <a:moveTo>
                  <a:pt x="68246" y="8115"/>
                </a:moveTo>
                <a:lnTo>
                  <a:pt x="68246" y="4054"/>
                </a:lnTo>
                <a:cubicBezTo>
                  <a:pt x="67925" y="3911"/>
                  <a:pt x="67638" y="3812"/>
                  <a:pt x="67385" y="3757"/>
                </a:cubicBezTo>
                <a:cubicBezTo>
                  <a:pt x="67131" y="3702"/>
                  <a:pt x="66855" y="3674"/>
                  <a:pt x="66555" y="3674"/>
                </a:cubicBezTo>
                <a:cubicBezTo>
                  <a:pt x="65888" y="3674"/>
                  <a:pt x="65368" y="3907"/>
                  <a:pt x="64997" y="4371"/>
                </a:cubicBezTo>
                <a:cubicBezTo>
                  <a:pt x="64625" y="4836"/>
                  <a:pt x="64439" y="5495"/>
                  <a:pt x="64439" y="6348"/>
                </a:cubicBezTo>
                <a:cubicBezTo>
                  <a:pt x="64439" y="7188"/>
                  <a:pt x="64583" y="7827"/>
                  <a:pt x="64870" y="8264"/>
                </a:cubicBezTo>
                <a:cubicBezTo>
                  <a:pt x="65157" y="8701"/>
                  <a:pt x="65617" y="8920"/>
                  <a:pt x="66251" y="8920"/>
                </a:cubicBezTo>
                <a:cubicBezTo>
                  <a:pt x="66589" y="8920"/>
                  <a:pt x="66931" y="8845"/>
                  <a:pt x="67277" y="8695"/>
                </a:cubicBezTo>
                <a:cubicBezTo>
                  <a:pt x="67623" y="8545"/>
                  <a:pt x="67946" y="8352"/>
                  <a:pt x="68246" y="8115"/>
                </a:cubicBezTo>
                <a:close/>
                <a:moveTo>
                  <a:pt x="73061" y="1596"/>
                </a:moveTo>
                <a:lnTo>
                  <a:pt x="71718" y="1596"/>
                </a:lnTo>
                <a:lnTo>
                  <a:pt x="71718" y="355"/>
                </a:lnTo>
                <a:lnTo>
                  <a:pt x="73061" y="355"/>
                </a:lnTo>
                <a:lnTo>
                  <a:pt x="73061" y="1596"/>
                </a:lnTo>
                <a:moveTo>
                  <a:pt x="72985" y="9857"/>
                </a:moveTo>
                <a:lnTo>
                  <a:pt x="71794" y="9857"/>
                </a:lnTo>
                <a:lnTo>
                  <a:pt x="71794" y="2775"/>
                </a:lnTo>
                <a:lnTo>
                  <a:pt x="72985" y="2775"/>
                </a:lnTo>
                <a:lnTo>
                  <a:pt x="72985" y="9857"/>
                </a:lnTo>
                <a:close/>
                <a:moveTo>
                  <a:pt x="81081" y="9857"/>
                </a:moveTo>
                <a:lnTo>
                  <a:pt x="79890" y="9857"/>
                </a:lnTo>
                <a:lnTo>
                  <a:pt x="79890" y="9120"/>
                </a:lnTo>
                <a:cubicBezTo>
                  <a:pt x="79548" y="9416"/>
                  <a:pt x="79191" y="9647"/>
                  <a:pt x="78819" y="9812"/>
                </a:cubicBezTo>
                <a:cubicBezTo>
                  <a:pt x="78448" y="9977"/>
                  <a:pt x="78044" y="10060"/>
                  <a:pt x="77609" y="10060"/>
                </a:cubicBezTo>
                <a:cubicBezTo>
                  <a:pt x="76765" y="10060"/>
                  <a:pt x="76094" y="9734"/>
                  <a:pt x="75598" y="9082"/>
                </a:cubicBezTo>
                <a:cubicBezTo>
                  <a:pt x="75102" y="8430"/>
                  <a:pt x="74854" y="7526"/>
                  <a:pt x="74854" y="6370"/>
                </a:cubicBezTo>
                <a:cubicBezTo>
                  <a:pt x="74854" y="5769"/>
                  <a:pt x="74939" y="5233"/>
                  <a:pt x="75110" y="4763"/>
                </a:cubicBezTo>
                <a:cubicBezTo>
                  <a:pt x="75281" y="4293"/>
                  <a:pt x="75512" y="3893"/>
                  <a:pt x="75804" y="3563"/>
                </a:cubicBezTo>
                <a:cubicBezTo>
                  <a:pt x="76091" y="3241"/>
                  <a:pt x="76426" y="2996"/>
                  <a:pt x="76808" y="2826"/>
                </a:cubicBezTo>
                <a:cubicBezTo>
                  <a:pt x="77190" y="2657"/>
                  <a:pt x="77586" y="2572"/>
                  <a:pt x="77996" y="2572"/>
                </a:cubicBezTo>
                <a:cubicBezTo>
                  <a:pt x="78367" y="2572"/>
                  <a:pt x="78697" y="2611"/>
                  <a:pt x="78984" y="2690"/>
                </a:cubicBezTo>
                <a:cubicBezTo>
                  <a:pt x="79271" y="2768"/>
                  <a:pt x="79573" y="2890"/>
                  <a:pt x="79890" y="3055"/>
                </a:cubicBezTo>
                <a:lnTo>
                  <a:pt x="79890" y="0"/>
                </a:lnTo>
                <a:lnTo>
                  <a:pt x="81081" y="0"/>
                </a:lnTo>
                <a:lnTo>
                  <a:pt x="81081" y="9857"/>
                </a:lnTo>
                <a:moveTo>
                  <a:pt x="79890" y="8115"/>
                </a:moveTo>
                <a:lnTo>
                  <a:pt x="79890" y="4054"/>
                </a:lnTo>
                <a:cubicBezTo>
                  <a:pt x="79569" y="3911"/>
                  <a:pt x="79282" y="3812"/>
                  <a:pt x="79028" y="3757"/>
                </a:cubicBezTo>
                <a:cubicBezTo>
                  <a:pt x="78775" y="3702"/>
                  <a:pt x="78498" y="3674"/>
                  <a:pt x="78198" y="3674"/>
                </a:cubicBezTo>
                <a:cubicBezTo>
                  <a:pt x="77531" y="3674"/>
                  <a:pt x="77012" y="3907"/>
                  <a:pt x="76640" y="4371"/>
                </a:cubicBezTo>
                <a:cubicBezTo>
                  <a:pt x="76268" y="4836"/>
                  <a:pt x="76083" y="5495"/>
                  <a:pt x="76083" y="6348"/>
                </a:cubicBezTo>
                <a:cubicBezTo>
                  <a:pt x="76083" y="7188"/>
                  <a:pt x="76226" y="7827"/>
                  <a:pt x="76513" y="8264"/>
                </a:cubicBezTo>
                <a:cubicBezTo>
                  <a:pt x="76800" y="8701"/>
                  <a:pt x="77261" y="8920"/>
                  <a:pt x="77894" y="8920"/>
                </a:cubicBezTo>
                <a:cubicBezTo>
                  <a:pt x="78232" y="8920"/>
                  <a:pt x="78574" y="8845"/>
                  <a:pt x="78921" y="8695"/>
                </a:cubicBezTo>
                <a:cubicBezTo>
                  <a:pt x="79267" y="8545"/>
                  <a:pt x="79590" y="8352"/>
                  <a:pt x="79890" y="8115"/>
                </a:cubicBezTo>
                <a:close/>
                <a:moveTo>
                  <a:pt x="88924" y="9857"/>
                </a:moveTo>
                <a:lnTo>
                  <a:pt x="87739" y="9857"/>
                </a:lnTo>
                <a:lnTo>
                  <a:pt x="87739" y="9109"/>
                </a:lnTo>
                <a:cubicBezTo>
                  <a:pt x="87633" y="9180"/>
                  <a:pt x="87491" y="9281"/>
                  <a:pt x="87311" y="9410"/>
                </a:cubicBezTo>
                <a:cubicBezTo>
                  <a:pt x="87132" y="9539"/>
                  <a:pt x="86958" y="9641"/>
                  <a:pt x="86789" y="9717"/>
                </a:cubicBezTo>
                <a:cubicBezTo>
                  <a:pt x="86590" y="9815"/>
                  <a:pt x="86362" y="9896"/>
                  <a:pt x="86105" y="9962"/>
                </a:cubicBezTo>
                <a:cubicBezTo>
                  <a:pt x="85847" y="10027"/>
                  <a:pt x="85545" y="10060"/>
                  <a:pt x="85199" y="10060"/>
                </a:cubicBezTo>
                <a:cubicBezTo>
                  <a:pt x="84561" y="10060"/>
                  <a:pt x="84020" y="9849"/>
                  <a:pt x="83577" y="9426"/>
                </a:cubicBezTo>
                <a:cubicBezTo>
                  <a:pt x="83133" y="9003"/>
                  <a:pt x="82912" y="8464"/>
                  <a:pt x="82912" y="7808"/>
                </a:cubicBezTo>
                <a:cubicBezTo>
                  <a:pt x="82912" y="7271"/>
                  <a:pt x="83027" y="6837"/>
                  <a:pt x="83257" y="6505"/>
                </a:cubicBezTo>
                <a:cubicBezTo>
                  <a:pt x="83487" y="6173"/>
                  <a:pt x="83815" y="5911"/>
                  <a:pt x="84242" y="5721"/>
                </a:cubicBezTo>
                <a:cubicBezTo>
                  <a:pt x="84673" y="5531"/>
                  <a:pt x="85190" y="5402"/>
                  <a:pt x="85794" y="5334"/>
                </a:cubicBezTo>
                <a:cubicBezTo>
                  <a:pt x="86398" y="5267"/>
                  <a:pt x="87046" y="5216"/>
                  <a:pt x="87739" y="5182"/>
                </a:cubicBezTo>
                <a:lnTo>
                  <a:pt x="87739" y="4997"/>
                </a:lnTo>
                <a:cubicBezTo>
                  <a:pt x="87739" y="4724"/>
                  <a:pt x="87691" y="4498"/>
                  <a:pt x="87596" y="4320"/>
                </a:cubicBezTo>
                <a:cubicBezTo>
                  <a:pt x="87501" y="4141"/>
                  <a:pt x="87365" y="4000"/>
                  <a:pt x="87188" y="3898"/>
                </a:cubicBezTo>
                <a:cubicBezTo>
                  <a:pt x="87019" y="3800"/>
                  <a:pt x="86816" y="3734"/>
                  <a:pt x="86580" y="3700"/>
                </a:cubicBezTo>
                <a:cubicBezTo>
                  <a:pt x="86343" y="3666"/>
                  <a:pt x="86096" y="3649"/>
                  <a:pt x="85838" y="3649"/>
                </a:cubicBezTo>
                <a:cubicBezTo>
                  <a:pt x="85526" y="3649"/>
                  <a:pt x="85177" y="3691"/>
                  <a:pt x="84793" y="3776"/>
                </a:cubicBezTo>
                <a:cubicBezTo>
                  <a:pt x="84409" y="3860"/>
                  <a:pt x="84012" y="3983"/>
                  <a:pt x="83602" y="4143"/>
                </a:cubicBezTo>
                <a:lnTo>
                  <a:pt x="83539" y="4143"/>
                </a:lnTo>
                <a:lnTo>
                  <a:pt x="83539" y="2933"/>
                </a:lnTo>
                <a:cubicBezTo>
                  <a:pt x="83771" y="2870"/>
                  <a:pt x="84107" y="2800"/>
                  <a:pt x="84546" y="2724"/>
                </a:cubicBezTo>
                <a:cubicBezTo>
                  <a:pt x="84985" y="2648"/>
                  <a:pt x="85418" y="2610"/>
                  <a:pt x="85845" y="2610"/>
                </a:cubicBezTo>
                <a:cubicBezTo>
                  <a:pt x="86343" y="2610"/>
                  <a:pt x="86777" y="2651"/>
                  <a:pt x="87147" y="2734"/>
                </a:cubicBezTo>
                <a:cubicBezTo>
                  <a:pt x="87516" y="2816"/>
                  <a:pt x="87836" y="2956"/>
                  <a:pt x="88106" y="3155"/>
                </a:cubicBezTo>
                <a:cubicBezTo>
                  <a:pt x="88372" y="3349"/>
                  <a:pt x="88575" y="3600"/>
                  <a:pt x="88715" y="3909"/>
                </a:cubicBezTo>
                <a:cubicBezTo>
                  <a:pt x="88854" y="4217"/>
                  <a:pt x="88924" y="4599"/>
                  <a:pt x="88924" y="5055"/>
                </a:cubicBezTo>
                <a:lnTo>
                  <a:pt x="88924" y="9857"/>
                </a:lnTo>
                <a:moveTo>
                  <a:pt x="87739" y="8124"/>
                </a:moveTo>
                <a:lnTo>
                  <a:pt x="87739" y="6145"/>
                </a:lnTo>
                <a:cubicBezTo>
                  <a:pt x="87376" y="6166"/>
                  <a:pt x="86948" y="6198"/>
                  <a:pt x="86456" y="6241"/>
                </a:cubicBezTo>
                <a:cubicBezTo>
                  <a:pt x="85964" y="6283"/>
                  <a:pt x="85574" y="6344"/>
                  <a:pt x="85287" y="6425"/>
                </a:cubicBezTo>
                <a:cubicBezTo>
                  <a:pt x="84945" y="6523"/>
                  <a:pt x="84669" y="6674"/>
                  <a:pt x="84457" y="6880"/>
                </a:cubicBezTo>
                <a:cubicBezTo>
                  <a:pt x="84246" y="7086"/>
                  <a:pt x="84141" y="7369"/>
                  <a:pt x="84141" y="7729"/>
                </a:cubicBezTo>
                <a:cubicBezTo>
                  <a:pt x="84141" y="8137"/>
                  <a:pt x="84263" y="8443"/>
                  <a:pt x="84508" y="8649"/>
                </a:cubicBezTo>
                <a:cubicBezTo>
                  <a:pt x="84753" y="8855"/>
                  <a:pt x="85127" y="8958"/>
                  <a:pt x="85629" y="8958"/>
                </a:cubicBezTo>
                <a:cubicBezTo>
                  <a:pt x="86047" y="8958"/>
                  <a:pt x="86430" y="8876"/>
                  <a:pt x="86776" y="8713"/>
                </a:cubicBezTo>
                <a:cubicBezTo>
                  <a:pt x="87122" y="8549"/>
                  <a:pt x="87443" y="8353"/>
                  <a:pt x="87739" y="8124"/>
                </a:cubicBezTo>
                <a:close/>
                <a:moveTo>
                  <a:pt x="97140" y="6436"/>
                </a:moveTo>
                <a:lnTo>
                  <a:pt x="91926" y="6436"/>
                </a:lnTo>
                <a:cubicBezTo>
                  <a:pt x="91926" y="6872"/>
                  <a:pt x="91992" y="7252"/>
                  <a:pt x="92123" y="7576"/>
                </a:cubicBezTo>
                <a:cubicBezTo>
                  <a:pt x="92254" y="7900"/>
                  <a:pt x="92433" y="8166"/>
                  <a:pt x="92661" y="8373"/>
                </a:cubicBezTo>
                <a:cubicBezTo>
                  <a:pt x="92881" y="8576"/>
                  <a:pt x="93141" y="8729"/>
                  <a:pt x="93443" y="8831"/>
                </a:cubicBezTo>
                <a:cubicBezTo>
                  <a:pt x="93745" y="8932"/>
                  <a:pt x="94078" y="8983"/>
                  <a:pt x="94441" y="8983"/>
                </a:cubicBezTo>
                <a:cubicBezTo>
                  <a:pt x="94923" y="8983"/>
                  <a:pt x="95407" y="8886"/>
                  <a:pt x="95895" y="8693"/>
                </a:cubicBezTo>
                <a:cubicBezTo>
                  <a:pt x="96383" y="8499"/>
                  <a:pt x="96730" y="8309"/>
                  <a:pt x="96937" y="8121"/>
                </a:cubicBezTo>
                <a:lnTo>
                  <a:pt x="97001" y="8121"/>
                </a:lnTo>
                <a:lnTo>
                  <a:pt x="97001" y="9424"/>
                </a:lnTo>
                <a:cubicBezTo>
                  <a:pt x="96599" y="9594"/>
                  <a:pt x="96190" y="9736"/>
                  <a:pt x="95772" y="9850"/>
                </a:cubicBezTo>
                <a:cubicBezTo>
                  <a:pt x="95353" y="9965"/>
                  <a:pt x="94914" y="10022"/>
                  <a:pt x="94454" y="10022"/>
                </a:cubicBezTo>
                <a:cubicBezTo>
                  <a:pt x="93280" y="10022"/>
                  <a:pt x="92363" y="9704"/>
                  <a:pt x="91704" y="9067"/>
                </a:cubicBezTo>
                <a:cubicBezTo>
                  <a:pt x="91046" y="8430"/>
                  <a:pt x="90716" y="7526"/>
                  <a:pt x="90716" y="6354"/>
                </a:cubicBezTo>
                <a:cubicBezTo>
                  <a:pt x="90716" y="5195"/>
                  <a:pt x="91032" y="4275"/>
                  <a:pt x="91663" y="3594"/>
                </a:cubicBezTo>
                <a:cubicBezTo>
                  <a:pt x="92295" y="2913"/>
                  <a:pt x="93126" y="2572"/>
                  <a:pt x="94156" y="2572"/>
                </a:cubicBezTo>
                <a:cubicBezTo>
                  <a:pt x="95111" y="2572"/>
                  <a:pt x="95847" y="2851"/>
                  <a:pt x="96364" y="3410"/>
                </a:cubicBezTo>
                <a:cubicBezTo>
                  <a:pt x="96881" y="3968"/>
                  <a:pt x="97140" y="4761"/>
                  <a:pt x="97140" y="5789"/>
                </a:cubicBezTo>
                <a:lnTo>
                  <a:pt x="97140" y="6436"/>
                </a:lnTo>
                <a:moveTo>
                  <a:pt x="95981" y="5524"/>
                </a:moveTo>
                <a:cubicBezTo>
                  <a:pt x="95976" y="4899"/>
                  <a:pt x="95819" y="4415"/>
                  <a:pt x="95509" y="4073"/>
                </a:cubicBezTo>
                <a:cubicBezTo>
                  <a:pt x="95198" y="3731"/>
                  <a:pt x="94726" y="3560"/>
                  <a:pt x="94093" y="3560"/>
                </a:cubicBezTo>
                <a:cubicBezTo>
                  <a:pt x="93455" y="3560"/>
                  <a:pt x="92947" y="3748"/>
                  <a:pt x="92569" y="4124"/>
                </a:cubicBezTo>
                <a:cubicBezTo>
                  <a:pt x="92191" y="4500"/>
                  <a:pt x="91977" y="4967"/>
                  <a:pt x="91926" y="5524"/>
                </a:cubicBezTo>
                <a:lnTo>
                  <a:pt x="95981" y="55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FD90F5-9698-4D8D-ADC3-FA4F569DE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24" y="1368857"/>
            <a:ext cx="144615" cy="158214"/>
          </a:xfrm>
          <a:custGeom xmlns:a="http://schemas.openxmlformats.org/drawingml/2006/main">
            <a:pathLst>
              <a:path w="144615" h="158214">
                <a:moveTo>
                  <a:pt x="0" y="0"/>
                </a:moveTo>
                <a:lnTo>
                  <a:pt x="144615" y="0"/>
                </a:lnTo>
                <a:lnTo>
                  <a:pt x="144615" y="158214"/>
                </a:lnTo>
                <a:lnTo>
                  <a:pt x="0" y="1582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72B10A-86D2-4719-9AB7-482F769EB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24" y="1368858"/>
            <a:ext cx="144617" cy="158214"/>
          </a:xfrm>
          <a:custGeom xmlns:a="http://schemas.openxmlformats.org/drawingml/2006/main">
            <a:pathLst>
              <a:path w="144617" h="158214" fill="none">
                <a:moveTo>
                  <a:pt x="0" y="0"/>
                </a:moveTo>
                <a:lnTo>
                  <a:pt x="144617" y="0"/>
                </a:lnTo>
                <a:lnTo>
                  <a:pt x="144617" y="158214"/>
                </a:lnTo>
                <a:lnTo>
                  <a:pt x="0" y="1582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16" name="Text Syrphidae">
            <a:extLst xmlns:a="http://schemas.openxmlformats.org/drawingml/2006/main">
              <a:ext uri="{FF2B5EF4-FFF2-40B4-BE49-F238E27FC236}">
                <a16:creationId xmlns:a16="http://schemas.microsoft.com/office/drawing/2014/main" id="{03B820B6-BA60-46AA-98C6-EAD280877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407" y="1396146"/>
            <a:ext cx="97014" cy="18881"/>
          </a:xfrm>
          <a:custGeom xmlns:a="http://schemas.openxmlformats.org/drawingml/2006/main">
            <a:pathLst>
              <a:path w="97014" h="18881">
                <a:moveTo>
                  <a:pt x="11014" y="10858"/>
                </a:moveTo>
                <a:cubicBezTo>
                  <a:pt x="11014" y="11415"/>
                  <a:pt x="10884" y="11965"/>
                  <a:pt x="10625" y="12509"/>
                </a:cubicBezTo>
                <a:cubicBezTo>
                  <a:pt x="10366" y="13053"/>
                  <a:pt x="10003" y="13514"/>
                  <a:pt x="9536" y="13891"/>
                </a:cubicBezTo>
                <a:cubicBezTo>
                  <a:pt x="9025" y="14301"/>
                  <a:pt x="8428" y="14621"/>
                  <a:pt x="7747" y="14852"/>
                </a:cubicBezTo>
                <a:cubicBezTo>
                  <a:pt x="7066" y="15082"/>
                  <a:pt x="6246" y="15197"/>
                  <a:pt x="5286" y="15197"/>
                </a:cubicBezTo>
                <a:cubicBezTo>
                  <a:pt x="4257" y="15197"/>
                  <a:pt x="3331" y="15101"/>
                  <a:pt x="2509" y="14908"/>
                </a:cubicBezTo>
                <a:cubicBezTo>
                  <a:pt x="1687" y="14716"/>
                  <a:pt x="851" y="14431"/>
                  <a:pt x="0" y="14052"/>
                </a:cubicBezTo>
                <a:lnTo>
                  <a:pt x="0" y="11666"/>
                </a:lnTo>
                <a:lnTo>
                  <a:pt x="134" y="11666"/>
                </a:lnTo>
                <a:cubicBezTo>
                  <a:pt x="857" y="12268"/>
                  <a:pt x="1692" y="12731"/>
                  <a:pt x="2638" y="13057"/>
                </a:cubicBezTo>
                <a:cubicBezTo>
                  <a:pt x="3585" y="13384"/>
                  <a:pt x="4474" y="13547"/>
                  <a:pt x="5305" y="13547"/>
                </a:cubicBezTo>
                <a:cubicBezTo>
                  <a:pt x="6482" y="13547"/>
                  <a:pt x="7399" y="13327"/>
                  <a:pt x="8054" y="12887"/>
                </a:cubicBezTo>
                <a:cubicBezTo>
                  <a:pt x="8710" y="12447"/>
                  <a:pt x="9038" y="11860"/>
                  <a:pt x="9038" y="11126"/>
                </a:cubicBezTo>
                <a:cubicBezTo>
                  <a:pt x="9038" y="10493"/>
                  <a:pt x="8882" y="10026"/>
                  <a:pt x="8572" y="9725"/>
                </a:cubicBezTo>
                <a:cubicBezTo>
                  <a:pt x="8262" y="9424"/>
                  <a:pt x="7790" y="9190"/>
                  <a:pt x="7157" y="9024"/>
                </a:cubicBezTo>
                <a:cubicBezTo>
                  <a:pt x="6677" y="8896"/>
                  <a:pt x="6158" y="8790"/>
                  <a:pt x="5598" y="8707"/>
                </a:cubicBezTo>
                <a:cubicBezTo>
                  <a:pt x="5038" y="8624"/>
                  <a:pt x="4445" y="8518"/>
                  <a:pt x="3818" y="8390"/>
                </a:cubicBezTo>
                <a:cubicBezTo>
                  <a:pt x="2552" y="8121"/>
                  <a:pt x="1613" y="7662"/>
                  <a:pt x="1003" y="7013"/>
                </a:cubicBezTo>
                <a:cubicBezTo>
                  <a:pt x="392" y="6363"/>
                  <a:pt x="86" y="5517"/>
                  <a:pt x="86" y="4474"/>
                </a:cubicBezTo>
                <a:cubicBezTo>
                  <a:pt x="86" y="3277"/>
                  <a:pt x="592" y="2296"/>
                  <a:pt x="1602" y="1531"/>
                </a:cubicBezTo>
                <a:cubicBezTo>
                  <a:pt x="2613" y="766"/>
                  <a:pt x="3895" y="384"/>
                  <a:pt x="5449" y="384"/>
                </a:cubicBezTo>
                <a:cubicBezTo>
                  <a:pt x="6454" y="384"/>
                  <a:pt x="7375" y="480"/>
                  <a:pt x="8212" y="672"/>
                </a:cubicBezTo>
                <a:cubicBezTo>
                  <a:pt x="9050" y="863"/>
                  <a:pt x="9792" y="1100"/>
                  <a:pt x="10438" y="1382"/>
                </a:cubicBezTo>
                <a:lnTo>
                  <a:pt x="10438" y="3627"/>
                </a:lnTo>
                <a:lnTo>
                  <a:pt x="10304" y="3627"/>
                </a:lnTo>
                <a:cubicBezTo>
                  <a:pt x="9760" y="3169"/>
                  <a:pt x="9046" y="2789"/>
                  <a:pt x="8160" y="2487"/>
                </a:cubicBezTo>
                <a:cubicBezTo>
                  <a:pt x="7274" y="2185"/>
                  <a:pt x="6367" y="2034"/>
                  <a:pt x="5440" y="2034"/>
                </a:cubicBezTo>
                <a:cubicBezTo>
                  <a:pt x="4423" y="2034"/>
                  <a:pt x="3606" y="2244"/>
                  <a:pt x="2989" y="2665"/>
                </a:cubicBezTo>
                <a:cubicBezTo>
                  <a:pt x="2371" y="3086"/>
                  <a:pt x="2063" y="3628"/>
                  <a:pt x="2063" y="4291"/>
                </a:cubicBezTo>
                <a:cubicBezTo>
                  <a:pt x="2063" y="4886"/>
                  <a:pt x="2216" y="5353"/>
                  <a:pt x="2523" y="5693"/>
                </a:cubicBezTo>
                <a:cubicBezTo>
                  <a:pt x="2830" y="6032"/>
                  <a:pt x="3371" y="6291"/>
                  <a:pt x="4145" y="6470"/>
                </a:cubicBezTo>
                <a:cubicBezTo>
                  <a:pt x="4554" y="6560"/>
                  <a:pt x="5136" y="6669"/>
                  <a:pt x="5891" y="6797"/>
                </a:cubicBezTo>
                <a:cubicBezTo>
                  <a:pt x="6645" y="6925"/>
                  <a:pt x="7285" y="7056"/>
                  <a:pt x="7810" y="7190"/>
                </a:cubicBezTo>
                <a:cubicBezTo>
                  <a:pt x="8871" y="7472"/>
                  <a:pt x="9671" y="7898"/>
                  <a:pt x="10208" y="8467"/>
                </a:cubicBezTo>
                <a:cubicBezTo>
                  <a:pt x="10745" y="9037"/>
                  <a:pt x="11014" y="9834"/>
                  <a:pt x="11014" y="10858"/>
                </a:cubicBezTo>
                <a:close/>
                <a:moveTo>
                  <a:pt x="23189" y="4202"/>
                </a:moveTo>
                <a:lnTo>
                  <a:pt x="16933" y="18881"/>
                </a:lnTo>
                <a:lnTo>
                  <a:pt x="15005" y="18881"/>
                </a:lnTo>
                <a:lnTo>
                  <a:pt x="17000" y="14407"/>
                </a:lnTo>
                <a:lnTo>
                  <a:pt x="12731" y="4202"/>
                </a:lnTo>
                <a:lnTo>
                  <a:pt x="14688" y="4202"/>
                </a:lnTo>
                <a:lnTo>
                  <a:pt x="17979" y="12146"/>
                </a:lnTo>
                <a:lnTo>
                  <a:pt x="21299" y="4202"/>
                </a:lnTo>
                <a:lnTo>
                  <a:pt x="23189" y="4202"/>
                </a:lnTo>
                <a:close/>
                <a:moveTo>
                  <a:pt x="32236" y="6159"/>
                </a:moveTo>
                <a:lnTo>
                  <a:pt x="32140" y="6159"/>
                </a:lnTo>
                <a:cubicBezTo>
                  <a:pt x="31871" y="6099"/>
                  <a:pt x="31610" y="6055"/>
                  <a:pt x="31358" y="6028"/>
                </a:cubicBezTo>
                <a:cubicBezTo>
                  <a:pt x="31105" y="6000"/>
                  <a:pt x="30806" y="5987"/>
                  <a:pt x="30461" y="5987"/>
                </a:cubicBezTo>
                <a:cubicBezTo>
                  <a:pt x="29904" y="5987"/>
                  <a:pt x="29367" y="6110"/>
                  <a:pt x="28849" y="6357"/>
                </a:cubicBezTo>
                <a:cubicBezTo>
                  <a:pt x="28331" y="6603"/>
                  <a:pt x="27832" y="6922"/>
                  <a:pt x="27352" y="7312"/>
                </a:cubicBezTo>
                <a:lnTo>
                  <a:pt x="27352" y="14928"/>
                </a:lnTo>
                <a:lnTo>
                  <a:pt x="25549" y="14928"/>
                </a:lnTo>
                <a:lnTo>
                  <a:pt x="25549" y="4202"/>
                </a:lnTo>
                <a:lnTo>
                  <a:pt x="27352" y="4202"/>
                </a:lnTo>
                <a:lnTo>
                  <a:pt x="27352" y="5787"/>
                </a:lnTo>
                <a:cubicBezTo>
                  <a:pt x="28069" y="5210"/>
                  <a:pt x="28700" y="4802"/>
                  <a:pt x="29247" y="4562"/>
                </a:cubicBezTo>
                <a:cubicBezTo>
                  <a:pt x="29794" y="4322"/>
                  <a:pt x="30352" y="4202"/>
                  <a:pt x="30921" y="4202"/>
                </a:cubicBezTo>
                <a:cubicBezTo>
                  <a:pt x="31235" y="4202"/>
                  <a:pt x="31462" y="4210"/>
                  <a:pt x="31602" y="4226"/>
                </a:cubicBezTo>
                <a:cubicBezTo>
                  <a:pt x="31743" y="4242"/>
                  <a:pt x="31954" y="4272"/>
                  <a:pt x="32236" y="4317"/>
                </a:cubicBezTo>
                <a:lnTo>
                  <a:pt x="32236" y="6159"/>
                </a:lnTo>
                <a:close/>
                <a:moveTo>
                  <a:pt x="43365" y="9431"/>
                </a:moveTo>
                <a:cubicBezTo>
                  <a:pt x="43365" y="10302"/>
                  <a:pt x="43240" y="11098"/>
                  <a:pt x="42991" y="11819"/>
                </a:cubicBezTo>
                <a:cubicBezTo>
                  <a:pt x="42741" y="12540"/>
                  <a:pt x="42389" y="13150"/>
                  <a:pt x="41935" y="13650"/>
                </a:cubicBezTo>
                <a:cubicBezTo>
                  <a:pt x="41513" y="14124"/>
                  <a:pt x="41016" y="14491"/>
                  <a:pt x="40443" y="14750"/>
                </a:cubicBezTo>
                <a:cubicBezTo>
                  <a:pt x="39871" y="15010"/>
                  <a:pt x="39265" y="15139"/>
                  <a:pt x="38625" y="15139"/>
                </a:cubicBezTo>
                <a:cubicBezTo>
                  <a:pt x="38069" y="15139"/>
                  <a:pt x="37565" y="15078"/>
                  <a:pt x="37114" y="14957"/>
                </a:cubicBezTo>
                <a:cubicBezTo>
                  <a:pt x="36663" y="14835"/>
                  <a:pt x="36204" y="14646"/>
                  <a:pt x="35738" y="14390"/>
                </a:cubicBezTo>
                <a:lnTo>
                  <a:pt x="35738" y="18881"/>
                </a:lnTo>
                <a:lnTo>
                  <a:pt x="33934" y="18881"/>
                </a:lnTo>
                <a:lnTo>
                  <a:pt x="33934" y="4202"/>
                </a:lnTo>
                <a:lnTo>
                  <a:pt x="35738" y="4202"/>
                </a:lnTo>
                <a:lnTo>
                  <a:pt x="35738" y="5317"/>
                </a:lnTo>
                <a:cubicBezTo>
                  <a:pt x="36217" y="4914"/>
                  <a:pt x="36756" y="4576"/>
                  <a:pt x="37354" y="4304"/>
                </a:cubicBezTo>
                <a:cubicBezTo>
                  <a:pt x="37952" y="4031"/>
                  <a:pt x="38590" y="3895"/>
                  <a:pt x="39268" y="3895"/>
                </a:cubicBezTo>
                <a:cubicBezTo>
                  <a:pt x="40560" y="3895"/>
                  <a:pt x="41566" y="4384"/>
                  <a:pt x="42285" y="5361"/>
                </a:cubicBezTo>
                <a:cubicBezTo>
                  <a:pt x="43005" y="6338"/>
                  <a:pt x="43365" y="7695"/>
                  <a:pt x="43365" y="9431"/>
                </a:cubicBezTo>
                <a:moveTo>
                  <a:pt x="41504" y="9479"/>
                </a:moveTo>
                <a:cubicBezTo>
                  <a:pt x="41504" y="8187"/>
                  <a:pt x="41283" y="7221"/>
                  <a:pt x="40842" y="6581"/>
                </a:cubicBezTo>
                <a:cubicBezTo>
                  <a:pt x="40400" y="5942"/>
                  <a:pt x="39722" y="5622"/>
                  <a:pt x="38808" y="5622"/>
                </a:cubicBezTo>
                <a:cubicBezTo>
                  <a:pt x="38290" y="5622"/>
                  <a:pt x="37768" y="5734"/>
                  <a:pt x="37244" y="5958"/>
                </a:cubicBezTo>
                <a:cubicBezTo>
                  <a:pt x="36719" y="6182"/>
                  <a:pt x="36217" y="6476"/>
                  <a:pt x="35738" y="6841"/>
                </a:cubicBezTo>
                <a:lnTo>
                  <a:pt x="35738" y="12914"/>
                </a:lnTo>
                <a:cubicBezTo>
                  <a:pt x="36249" y="13144"/>
                  <a:pt x="36689" y="13300"/>
                  <a:pt x="37057" y="13384"/>
                </a:cubicBezTo>
                <a:cubicBezTo>
                  <a:pt x="37424" y="13467"/>
                  <a:pt x="37842" y="13508"/>
                  <a:pt x="38309" y="13508"/>
                </a:cubicBezTo>
                <a:cubicBezTo>
                  <a:pt x="39313" y="13508"/>
                  <a:pt x="40096" y="13169"/>
                  <a:pt x="40659" y="12491"/>
                </a:cubicBezTo>
                <a:cubicBezTo>
                  <a:pt x="41222" y="11813"/>
                  <a:pt x="41504" y="10809"/>
                  <a:pt x="41504" y="9479"/>
                </a:cubicBezTo>
                <a:close/>
                <a:moveTo>
                  <a:pt x="55136" y="14928"/>
                </a:moveTo>
                <a:lnTo>
                  <a:pt x="53333" y="14928"/>
                </a:lnTo>
                <a:lnTo>
                  <a:pt x="53333" y="8820"/>
                </a:lnTo>
                <a:cubicBezTo>
                  <a:pt x="53333" y="8327"/>
                  <a:pt x="53304" y="7864"/>
                  <a:pt x="53246" y="7432"/>
                </a:cubicBezTo>
                <a:cubicBezTo>
                  <a:pt x="53189" y="7000"/>
                  <a:pt x="53083" y="6663"/>
                  <a:pt x="52930" y="6419"/>
                </a:cubicBezTo>
                <a:cubicBezTo>
                  <a:pt x="52770" y="6150"/>
                  <a:pt x="52540" y="5950"/>
                  <a:pt x="52239" y="5819"/>
                </a:cubicBezTo>
                <a:cubicBezTo>
                  <a:pt x="51938" y="5688"/>
                  <a:pt x="51548" y="5622"/>
                  <a:pt x="51069" y="5622"/>
                </a:cubicBezTo>
                <a:cubicBezTo>
                  <a:pt x="50576" y="5622"/>
                  <a:pt x="50061" y="5744"/>
                  <a:pt x="49524" y="5987"/>
                </a:cubicBezTo>
                <a:cubicBezTo>
                  <a:pt x="48987" y="6231"/>
                  <a:pt x="48472" y="6541"/>
                  <a:pt x="47979" y="6918"/>
                </a:cubicBezTo>
                <a:lnTo>
                  <a:pt x="47979" y="14928"/>
                </a:lnTo>
                <a:lnTo>
                  <a:pt x="46176" y="14928"/>
                </a:lnTo>
                <a:lnTo>
                  <a:pt x="46176" y="0"/>
                </a:lnTo>
                <a:lnTo>
                  <a:pt x="47979" y="0"/>
                </a:lnTo>
                <a:lnTo>
                  <a:pt x="47979" y="5385"/>
                </a:lnTo>
                <a:cubicBezTo>
                  <a:pt x="48542" y="4917"/>
                  <a:pt x="49124" y="4552"/>
                  <a:pt x="49725" y="4289"/>
                </a:cubicBezTo>
                <a:cubicBezTo>
                  <a:pt x="50327" y="4027"/>
                  <a:pt x="50944" y="3895"/>
                  <a:pt x="51577" y="3895"/>
                </a:cubicBezTo>
                <a:cubicBezTo>
                  <a:pt x="52735" y="3895"/>
                  <a:pt x="53617" y="4244"/>
                  <a:pt x="54225" y="4943"/>
                </a:cubicBezTo>
                <a:cubicBezTo>
                  <a:pt x="54833" y="5641"/>
                  <a:pt x="55136" y="6647"/>
                  <a:pt x="55136" y="7961"/>
                </a:cubicBezTo>
                <a:lnTo>
                  <a:pt x="55136" y="14928"/>
                </a:lnTo>
                <a:close/>
                <a:moveTo>
                  <a:pt x="60547" y="2418"/>
                </a:moveTo>
                <a:lnTo>
                  <a:pt x="58514" y="2418"/>
                </a:lnTo>
                <a:lnTo>
                  <a:pt x="58514" y="537"/>
                </a:lnTo>
                <a:lnTo>
                  <a:pt x="60547" y="537"/>
                </a:lnTo>
                <a:lnTo>
                  <a:pt x="60547" y="2418"/>
                </a:lnTo>
                <a:moveTo>
                  <a:pt x="60432" y="14928"/>
                </a:moveTo>
                <a:lnTo>
                  <a:pt x="58629" y="14928"/>
                </a:lnTo>
                <a:lnTo>
                  <a:pt x="58629" y="4202"/>
                </a:lnTo>
                <a:lnTo>
                  <a:pt x="60432" y="4202"/>
                </a:lnTo>
                <a:lnTo>
                  <a:pt x="60432" y="14928"/>
                </a:lnTo>
                <a:close/>
                <a:moveTo>
                  <a:pt x="72693" y="14928"/>
                </a:moveTo>
                <a:lnTo>
                  <a:pt x="70890" y="14928"/>
                </a:lnTo>
                <a:lnTo>
                  <a:pt x="70890" y="13812"/>
                </a:lnTo>
                <a:cubicBezTo>
                  <a:pt x="70372" y="14261"/>
                  <a:pt x="69831" y="14610"/>
                  <a:pt x="69268" y="14860"/>
                </a:cubicBezTo>
                <a:cubicBezTo>
                  <a:pt x="68706" y="15110"/>
                  <a:pt x="68095" y="15235"/>
                  <a:pt x="67436" y="15235"/>
                </a:cubicBezTo>
                <a:cubicBezTo>
                  <a:pt x="66157" y="15235"/>
                  <a:pt x="65141" y="14742"/>
                  <a:pt x="64390" y="13754"/>
                </a:cubicBezTo>
                <a:cubicBezTo>
                  <a:pt x="63638" y="12767"/>
                  <a:pt x="63263" y="11398"/>
                  <a:pt x="63263" y="9647"/>
                </a:cubicBezTo>
                <a:cubicBezTo>
                  <a:pt x="63263" y="8736"/>
                  <a:pt x="63392" y="7925"/>
                  <a:pt x="63651" y="7213"/>
                </a:cubicBezTo>
                <a:cubicBezTo>
                  <a:pt x="63910" y="6502"/>
                  <a:pt x="64260" y="5896"/>
                  <a:pt x="64702" y="5396"/>
                </a:cubicBezTo>
                <a:cubicBezTo>
                  <a:pt x="65137" y="4908"/>
                  <a:pt x="65643" y="4537"/>
                  <a:pt x="66222" y="4280"/>
                </a:cubicBezTo>
                <a:cubicBezTo>
                  <a:pt x="66801" y="4023"/>
                  <a:pt x="67401" y="3895"/>
                  <a:pt x="68021" y="3895"/>
                </a:cubicBezTo>
                <a:cubicBezTo>
                  <a:pt x="68584" y="3895"/>
                  <a:pt x="69083" y="3955"/>
                  <a:pt x="69518" y="4073"/>
                </a:cubicBezTo>
                <a:cubicBezTo>
                  <a:pt x="69953" y="4192"/>
                  <a:pt x="70410" y="4376"/>
                  <a:pt x="70890" y="4626"/>
                </a:cubicBezTo>
                <a:lnTo>
                  <a:pt x="70890" y="0"/>
                </a:lnTo>
                <a:lnTo>
                  <a:pt x="72693" y="0"/>
                </a:lnTo>
                <a:lnTo>
                  <a:pt x="72693" y="14928"/>
                </a:lnTo>
                <a:moveTo>
                  <a:pt x="70890" y="12290"/>
                </a:moveTo>
                <a:lnTo>
                  <a:pt x="70890" y="6140"/>
                </a:lnTo>
                <a:cubicBezTo>
                  <a:pt x="70404" y="5923"/>
                  <a:pt x="69969" y="5772"/>
                  <a:pt x="69585" y="5689"/>
                </a:cubicBezTo>
                <a:cubicBezTo>
                  <a:pt x="69201" y="5606"/>
                  <a:pt x="68782" y="5565"/>
                  <a:pt x="68328" y="5565"/>
                </a:cubicBezTo>
                <a:cubicBezTo>
                  <a:pt x="67318" y="5565"/>
                  <a:pt x="66531" y="5916"/>
                  <a:pt x="65968" y="6620"/>
                </a:cubicBezTo>
                <a:cubicBezTo>
                  <a:pt x="65405" y="7323"/>
                  <a:pt x="65124" y="8321"/>
                  <a:pt x="65124" y="9613"/>
                </a:cubicBezTo>
                <a:cubicBezTo>
                  <a:pt x="65124" y="10886"/>
                  <a:pt x="65341" y="11853"/>
                  <a:pt x="65776" y="12515"/>
                </a:cubicBezTo>
                <a:cubicBezTo>
                  <a:pt x="66211" y="13177"/>
                  <a:pt x="66908" y="13508"/>
                  <a:pt x="67868" y="13508"/>
                </a:cubicBezTo>
                <a:cubicBezTo>
                  <a:pt x="68379" y="13508"/>
                  <a:pt x="68897" y="13395"/>
                  <a:pt x="69422" y="13168"/>
                </a:cubicBezTo>
                <a:cubicBezTo>
                  <a:pt x="69946" y="12941"/>
                  <a:pt x="70436" y="12648"/>
                  <a:pt x="70890" y="12290"/>
                </a:cubicBezTo>
                <a:close/>
                <a:moveTo>
                  <a:pt x="84571" y="14928"/>
                </a:moveTo>
                <a:lnTo>
                  <a:pt x="82777" y="14928"/>
                </a:lnTo>
                <a:lnTo>
                  <a:pt x="82777" y="13794"/>
                </a:lnTo>
                <a:cubicBezTo>
                  <a:pt x="82617" y="13903"/>
                  <a:pt x="82401" y="14055"/>
                  <a:pt x="82129" y="14251"/>
                </a:cubicBezTo>
                <a:cubicBezTo>
                  <a:pt x="81857" y="14446"/>
                  <a:pt x="81593" y="14601"/>
                  <a:pt x="81338" y="14717"/>
                </a:cubicBezTo>
                <a:cubicBezTo>
                  <a:pt x="81037" y="14864"/>
                  <a:pt x="80692" y="14987"/>
                  <a:pt x="80301" y="15086"/>
                </a:cubicBezTo>
                <a:cubicBezTo>
                  <a:pt x="79911" y="15186"/>
                  <a:pt x="79454" y="15235"/>
                  <a:pt x="78929" y="15235"/>
                </a:cubicBezTo>
                <a:cubicBezTo>
                  <a:pt x="77964" y="15235"/>
                  <a:pt x="77145" y="14915"/>
                  <a:pt x="76473" y="14275"/>
                </a:cubicBezTo>
                <a:cubicBezTo>
                  <a:pt x="75802" y="13634"/>
                  <a:pt x="75466" y="12818"/>
                  <a:pt x="75466" y="11825"/>
                </a:cubicBezTo>
                <a:cubicBezTo>
                  <a:pt x="75466" y="11012"/>
                  <a:pt x="75640" y="10354"/>
                  <a:pt x="75989" y="9851"/>
                </a:cubicBezTo>
                <a:cubicBezTo>
                  <a:pt x="76338" y="9348"/>
                  <a:pt x="76835" y="8953"/>
                  <a:pt x="77481" y="8665"/>
                </a:cubicBezTo>
                <a:cubicBezTo>
                  <a:pt x="78133" y="8376"/>
                  <a:pt x="78917" y="8181"/>
                  <a:pt x="79831" y="8078"/>
                </a:cubicBezTo>
                <a:cubicBezTo>
                  <a:pt x="80746" y="7976"/>
                  <a:pt x="81728" y="7899"/>
                  <a:pt x="82777" y="7848"/>
                </a:cubicBezTo>
                <a:lnTo>
                  <a:pt x="82777" y="7567"/>
                </a:lnTo>
                <a:cubicBezTo>
                  <a:pt x="82777" y="7155"/>
                  <a:pt x="82705" y="6813"/>
                  <a:pt x="82561" y="6542"/>
                </a:cubicBezTo>
                <a:cubicBezTo>
                  <a:pt x="82417" y="6271"/>
                  <a:pt x="82211" y="6058"/>
                  <a:pt x="81942" y="5903"/>
                </a:cubicBezTo>
                <a:cubicBezTo>
                  <a:pt x="81686" y="5755"/>
                  <a:pt x="81379" y="5655"/>
                  <a:pt x="81021" y="5603"/>
                </a:cubicBezTo>
                <a:cubicBezTo>
                  <a:pt x="80663" y="5552"/>
                  <a:pt x="80289" y="5526"/>
                  <a:pt x="79898" y="5526"/>
                </a:cubicBezTo>
                <a:cubicBezTo>
                  <a:pt x="79425" y="5526"/>
                  <a:pt x="78898" y="5590"/>
                  <a:pt x="78315" y="5718"/>
                </a:cubicBezTo>
                <a:cubicBezTo>
                  <a:pt x="77733" y="5846"/>
                  <a:pt x="77132" y="6032"/>
                  <a:pt x="76512" y="6274"/>
                </a:cubicBezTo>
                <a:lnTo>
                  <a:pt x="76416" y="6274"/>
                </a:lnTo>
                <a:lnTo>
                  <a:pt x="76416" y="4442"/>
                </a:lnTo>
                <a:cubicBezTo>
                  <a:pt x="76768" y="4346"/>
                  <a:pt x="77276" y="4241"/>
                  <a:pt x="77941" y="4125"/>
                </a:cubicBezTo>
                <a:cubicBezTo>
                  <a:pt x="78606" y="4010"/>
                  <a:pt x="79262" y="3953"/>
                  <a:pt x="79908" y="3953"/>
                </a:cubicBezTo>
                <a:cubicBezTo>
                  <a:pt x="80663" y="3953"/>
                  <a:pt x="81320" y="4015"/>
                  <a:pt x="81880" y="4140"/>
                </a:cubicBezTo>
                <a:cubicBezTo>
                  <a:pt x="82439" y="4265"/>
                  <a:pt x="82924" y="4477"/>
                  <a:pt x="83333" y="4778"/>
                </a:cubicBezTo>
                <a:cubicBezTo>
                  <a:pt x="83736" y="5072"/>
                  <a:pt x="84043" y="5453"/>
                  <a:pt x="84254" y="5920"/>
                </a:cubicBezTo>
                <a:cubicBezTo>
                  <a:pt x="84465" y="6386"/>
                  <a:pt x="84571" y="6965"/>
                  <a:pt x="84571" y="7656"/>
                </a:cubicBezTo>
                <a:lnTo>
                  <a:pt x="84571" y="14928"/>
                </a:lnTo>
                <a:moveTo>
                  <a:pt x="82777" y="12303"/>
                </a:moveTo>
                <a:lnTo>
                  <a:pt x="82777" y="9306"/>
                </a:lnTo>
                <a:cubicBezTo>
                  <a:pt x="82227" y="9338"/>
                  <a:pt x="81579" y="9387"/>
                  <a:pt x="80834" y="9451"/>
                </a:cubicBezTo>
                <a:cubicBezTo>
                  <a:pt x="80089" y="9515"/>
                  <a:pt x="79499" y="9608"/>
                  <a:pt x="79064" y="9730"/>
                </a:cubicBezTo>
                <a:cubicBezTo>
                  <a:pt x="78546" y="9878"/>
                  <a:pt x="78127" y="10108"/>
                  <a:pt x="77807" y="10419"/>
                </a:cubicBezTo>
                <a:cubicBezTo>
                  <a:pt x="77487" y="10731"/>
                  <a:pt x="77327" y="11160"/>
                  <a:pt x="77327" y="11706"/>
                </a:cubicBezTo>
                <a:cubicBezTo>
                  <a:pt x="77327" y="12323"/>
                  <a:pt x="77513" y="12787"/>
                  <a:pt x="77884" y="13099"/>
                </a:cubicBezTo>
                <a:cubicBezTo>
                  <a:pt x="78255" y="13410"/>
                  <a:pt x="78821" y="13566"/>
                  <a:pt x="79582" y="13566"/>
                </a:cubicBezTo>
                <a:cubicBezTo>
                  <a:pt x="80215" y="13566"/>
                  <a:pt x="80794" y="13442"/>
                  <a:pt x="81318" y="13195"/>
                </a:cubicBezTo>
                <a:cubicBezTo>
                  <a:pt x="81843" y="12948"/>
                  <a:pt x="82329" y="12650"/>
                  <a:pt x="82777" y="12303"/>
                </a:cubicBezTo>
                <a:close/>
                <a:moveTo>
                  <a:pt x="97014" y="9748"/>
                </a:moveTo>
                <a:lnTo>
                  <a:pt x="89118" y="9748"/>
                </a:lnTo>
                <a:cubicBezTo>
                  <a:pt x="89118" y="10408"/>
                  <a:pt x="89217" y="10983"/>
                  <a:pt x="89416" y="11474"/>
                </a:cubicBezTo>
                <a:cubicBezTo>
                  <a:pt x="89614" y="11964"/>
                  <a:pt x="89886" y="12367"/>
                  <a:pt x="90231" y="12681"/>
                </a:cubicBezTo>
                <a:cubicBezTo>
                  <a:pt x="90564" y="12989"/>
                  <a:pt x="90959" y="13220"/>
                  <a:pt x="91416" y="13373"/>
                </a:cubicBezTo>
                <a:cubicBezTo>
                  <a:pt x="91873" y="13527"/>
                  <a:pt x="92377" y="13604"/>
                  <a:pt x="92927" y="13604"/>
                </a:cubicBezTo>
                <a:cubicBezTo>
                  <a:pt x="93656" y="13604"/>
                  <a:pt x="94390" y="13458"/>
                  <a:pt x="95129" y="13164"/>
                </a:cubicBezTo>
                <a:cubicBezTo>
                  <a:pt x="95868" y="12871"/>
                  <a:pt x="96394" y="12583"/>
                  <a:pt x="96707" y="12300"/>
                </a:cubicBezTo>
                <a:lnTo>
                  <a:pt x="96803" y="12300"/>
                </a:lnTo>
                <a:lnTo>
                  <a:pt x="96803" y="14273"/>
                </a:lnTo>
                <a:cubicBezTo>
                  <a:pt x="96195" y="14530"/>
                  <a:pt x="95575" y="14744"/>
                  <a:pt x="94942" y="14918"/>
                </a:cubicBezTo>
                <a:cubicBezTo>
                  <a:pt x="94309" y="15091"/>
                  <a:pt x="93643" y="15178"/>
                  <a:pt x="92946" y="15178"/>
                </a:cubicBezTo>
                <a:cubicBezTo>
                  <a:pt x="91168" y="15178"/>
                  <a:pt x="89780" y="14696"/>
                  <a:pt x="88782" y="13731"/>
                </a:cubicBezTo>
                <a:cubicBezTo>
                  <a:pt x="87785" y="12767"/>
                  <a:pt x="87286" y="11398"/>
                  <a:pt x="87286" y="9623"/>
                </a:cubicBezTo>
                <a:cubicBezTo>
                  <a:pt x="87286" y="7867"/>
                  <a:pt x="87764" y="6474"/>
                  <a:pt x="88720" y="5442"/>
                </a:cubicBezTo>
                <a:cubicBezTo>
                  <a:pt x="89676" y="4411"/>
                  <a:pt x="90935" y="3895"/>
                  <a:pt x="92495" y="3895"/>
                </a:cubicBezTo>
                <a:cubicBezTo>
                  <a:pt x="93941" y="3895"/>
                  <a:pt x="95055" y="4318"/>
                  <a:pt x="95839" y="5164"/>
                </a:cubicBezTo>
                <a:cubicBezTo>
                  <a:pt x="96622" y="6009"/>
                  <a:pt x="97014" y="7211"/>
                  <a:pt x="97014" y="8767"/>
                </a:cubicBezTo>
                <a:lnTo>
                  <a:pt x="97014" y="9748"/>
                </a:lnTo>
                <a:moveTo>
                  <a:pt x="95258" y="8366"/>
                </a:moveTo>
                <a:cubicBezTo>
                  <a:pt x="95252" y="7419"/>
                  <a:pt x="95014" y="6687"/>
                  <a:pt x="94544" y="6169"/>
                </a:cubicBezTo>
                <a:cubicBezTo>
                  <a:pt x="94074" y="5651"/>
                  <a:pt x="93359" y="5392"/>
                  <a:pt x="92399" y="5392"/>
                </a:cubicBezTo>
                <a:cubicBezTo>
                  <a:pt x="91434" y="5392"/>
                  <a:pt x="90664" y="5676"/>
                  <a:pt x="90092" y="6246"/>
                </a:cubicBezTo>
                <a:cubicBezTo>
                  <a:pt x="89520" y="6815"/>
                  <a:pt x="89195" y="7522"/>
                  <a:pt x="89118" y="8366"/>
                </a:cubicBezTo>
                <a:lnTo>
                  <a:pt x="95258" y="836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9674516-C48E-46B7-B579-7508B4877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24" y="1549568"/>
            <a:ext cx="144615" cy="76487"/>
          </a:xfrm>
          <a:custGeom xmlns:a="http://schemas.openxmlformats.org/drawingml/2006/main">
            <a:pathLst>
              <a:path w="144615" h="76487">
                <a:moveTo>
                  <a:pt x="0" y="0"/>
                </a:moveTo>
                <a:lnTo>
                  <a:pt x="144615" y="0"/>
                </a:lnTo>
                <a:lnTo>
                  <a:pt x="144615" y="76487"/>
                </a:lnTo>
                <a:lnTo>
                  <a:pt x="0" y="764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A737AD-4F72-427D-9BC8-A5FD5A67A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3624" y="1549570"/>
            <a:ext cx="144617" cy="76486"/>
          </a:xfrm>
          <a:custGeom xmlns:a="http://schemas.openxmlformats.org/drawingml/2006/main">
            <a:pathLst>
              <a:path w="144617" h="76486" fill="none">
                <a:moveTo>
                  <a:pt x="0" y="0"/>
                </a:moveTo>
                <a:lnTo>
                  <a:pt x="144617" y="0"/>
                </a:lnTo>
                <a:lnTo>
                  <a:pt x="144617" y="76486"/>
                </a:lnTo>
                <a:lnTo>
                  <a:pt x="0" y="764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19" name="Text Sphaeroceridae">
            <a:extLst xmlns:a="http://schemas.openxmlformats.org/drawingml/2006/main">
              <a:ext uri="{FF2B5EF4-FFF2-40B4-BE49-F238E27FC236}">
                <a16:creationId xmlns:a16="http://schemas.microsoft.com/office/drawing/2014/main" id="{83125E4F-B4C6-4BDE-9994-0F96752E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956" y="1575140"/>
            <a:ext cx="98070" cy="12251"/>
          </a:xfrm>
          <a:custGeom xmlns:a="http://schemas.openxmlformats.org/drawingml/2006/main">
            <a:pathLst>
              <a:path w="98070" h="12251">
                <a:moveTo>
                  <a:pt x="7146" y="7045"/>
                </a:moveTo>
                <a:cubicBezTo>
                  <a:pt x="7146" y="7406"/>
                  <a:pt x="7062" y="7764"/>
                  <a:pt x="6894" y="8117"/>
                </a:cubicBezTo>
                <a:cubicBezTo>
                  <a:pt x="6726" y="8469"/>
                  <a:pt x="6491" y="8768"/>
                  <a:pt x="6188" y="9013"/>
                </a:cubicBezTo>
                <a:cubicBezTo>
                  <a:pt x="5856" y="9279"/>
                  <a:pt x="5469" y="9487"/>
                  <a:pt x="5027" y="9636"/>
                </a:cubicBezTo>
                <a:cubicBezTo>
                  <a:pt x="4585" y="9786"/>
                  <a:pt x="4053" y="9861"/>
                  <a:pt x="3430" y="9861"/>
                </a:cubicBezTo>
                <a:cubicBezTo>
                  <a:pt x="2762" y="9861"/>
                  <a:pt x="2161" y="9798"/>
                  <a:pt x="1628" y="9673"/>
                </a:cubicBezTo>
                <a:cubicBezTo>
                  <a:pt x="1095" y="9549"/>
                  <a:pt x="552" y="9363"/>
                  <a:pt x="0" y="9118"/>
                </a:cubicBezTo>
                <a:lnTo>
                  <a:pt x="0" y="7570"/>
                </a:lnTo>
                <a:lnTo>
                  <a:pt x="87" y="7570"/>
                </a:lnTo>
                <a:cubicBezTo>
                  <a:pt x="556" y="7960"/>
                  <a:pt x="1098" y="8261"/>
                  <a:pt x="1712" y="8472"/>
                </a:cubicBezTo>
                <a:cubicBezTo>
                  <a:pt x="2326" y="8684"/>
                  <a:pt x="2903" y="8790"/>
                  <a:pt x="3442" y="8790"/>
                </a:cubicBezTo>
                <a:cubicBezTo>
                  <a:pt x="4206" y="8790"/>
                  <a:pt x="4801" y="8647"/>
                  <a:pt x="5226" y="8362"/>
                </a:cubicBezTo>
                <a:cubicBezTo>
                  <a:pt x="5651" y="8076"/>
                  <a:pt x="5864" y="7695"/>
                  <a:pt x="5864" y="7219"/>
                </a:cubicBezTo>
                <a:cubicBezTo>
                  <a:pt x="5864" y="6808"/>
                  <a:pt x="5763" y="6505"/>
                  <a:pt x="5562" y="6310"/>
                </a:cubicBezTo>
                <a:cubicBezTo>
                  <a:pt x="5361" y="6115"/>
                  <a:pt x="5055" y="5963"/>
                  <a:pt x="4644" y="5855"/>
                </a:cubicBezTo>
                <a:cubicBezTo>
                  <a:pt x="4333" y="5772"/>
                  <a:pt x="3995" y="5704"/>
                  <a:pt x="3632" y="5650"/>
                </a:cubicBezTo>
                <a:cubicBezTo>
                  <a:pt x="3269" y="5596"/>
                  <a:pt x="2884" y="5527"/>
                  <a:pt x="2478" y="5444"/>
                </a:cubicBezTo>
                <a:cubicBezTo>
                  <a:pt x="1656" y="5270"/>
                  <a:pt x="1047" y="4972"/>
                  <a:pt x="651" y="4550"/>
                </a:cubicBezTo>
                <a:cubicBezTo>
                  <a:pt x="254" y="4129"/>
                  <a:pt x="56" y="3580"/>
                  <a:pt x="56" y="2903"/>
                </a:cubicBezTo>
                <a:cubicBezTo>
                  <a:pt x="56" y="2126"/>
                  <a:pt x="384" y="1490"/>
                  <a:pt x="1040" y="993"/>
                </a:cubicBezTo>
                <a:cubicBezTo>
                  <a:pt x="1695" y="497"/>
                  <a:pt x="2527" y="249"/>
                  <a:pt x="3536" y="249"/>
                </a:cubicBezTo>
                <a:cubicBezTo>
                  <a:pt x="4187" y="249"/>
                  <a:pt x="4785" y="311"/>
                  <a:pt x="5329" y="436"/>
                </a:cubicBezTo>
                <a:cubicBezTo>
                  <a:pt x="5872" y="560"/>
                  <a:pt x="6354" y="714"/>
                  <a:pt x="6773" y="896"/>
                </a:cubicBezTo>
                <a:lnTo>
                  <a:pt x="6773" y="2353"/>
                </a:lnTo>
                <a:lnTo>
                  <a:pt x="6686" y="2353"/>
                </a:lnTo>
                <a:cubicBezTo>
                  <a:pt x="6333" y="2056"/>
                  <a:pt x="5869" y="1810"/>
                  <a:pt x="5294" y="1614"/>
                </a:cubicBezTo>
                <a:cubicBezTo>
                  <a:pt x="4720" y="1418"/>
                  <a:pt x="4131" y="1320"/>
                  <a:pt x="3530" y="1320"/>
                </a:cubicBezTo>
                <a:cubicBezTo>
                  <a:pt x="2870" y="1320"/>
                  <a:pt x="2340" y="1456"/>
                  <a:pt x="1939" y="1729"/>
                </a:cubicBezTo>
                <a:cubicBezTo>
                  <a:pt x="1539" y="2002"/>
                  <a:pt x="1338" y="2354"/>
                  <a:pt x="1338" y="2784"/>
                </a:cubicBezTo>
                <a:cubicBezTo>
                  <a:pt x="1338" y="3170"/>
                  <a:pt x="1438" y="3474"/>
                  <a:pt x="1637" y="3694"/>
                </a:cubicBezTo>
                <a:cubicBezTo>
                  <a:pt x="1836" y="3914"/>
                  <a:pt x="2187" y="4082"/>
                  <a:pt x="2689" y="4198"/>
                </a:cubicBezTo>
                <a:cubicBezTo>
                  <a:pt x="2955" y="4256"/>
                  <a:pt x="3333" y="4327"/>
                  <a:pt x="3822" y="4410"/>
                </a:cubicBezTo>
                <a:cubicBezTo>
                  <a:pt x="4312" y="4493"/>
                  <a:pt x="4727" y="4578"/>
                  <a:pt x="5067" y="4666"/>
                </a:cubicBezTo>
                <a:cubicBezTo>
                  <a:pt x="5756" y="4848"/>
                  <a:pt x="6275" y="5124"/>
                  <a:pt x="6624" y="5494"/>
                </a:cubicBezTo>
                <a:cubicBezTo>
                  <a:pt x="6972" y="5864"/>
                  <a:pt x="7146" y="6381"/>
                  <a:pt x="7146" y="7045"/>
                </a:cubicBezTo>
                <a:close/>
                <a:moveTo>
                  <a:pt x="15152" y="6119"/>
                </a:moveTo>
                <a:cubicBezTo>
                  <a:pt x="15152" y="6685"/>
                  <a:pt x="15071" y="7201"/>
                  <a:pt x="14909" y="7669"/>
                </a:cubicBezTo>
                <a:cubicBezTo>
                  <a:pt x="14747" y="8136"/>
                  <a:pt x="14519" y="8532"/>
                  <a:pt x="14224" y="8857"/>
                </a:cubicBezTo>
                <a:cubicBezTo>
                  <a:pt x="13951" y="9164"/>
                  <a:pt x="13628" y="9402"/>
                  <a:pt x="13256" y="9571"/>
                </a:cubicBezTo>
                <a:cubicBezTo>
                  <a:pt x="12885" y="9739"/>
                  <a:pt x="12492" y="9823"/>
                  <a:pt x="12077" y="9823"/>
                </a:cubicBezTo>
                <a:cubicBezTo>
                  <a:pt x="11716" y="9823"/>
                  <a:pt x="11389" y="9784"/>
                  <a:pt x="11096" y="9705"/>
                </a:cubicBezTo>
                <a:cubicBezTo>
                  <a:pt x="10804" y="9626"/>
                  <a:pt x="10506" y="9503"/>
                  <a:pt x="10203" y="9337"/>
                </a:cubicBezTo>
                <a:lnTo>
                  <a:pt x="10203" y="12251"/>
                </a:lnTo>
                <a:lnTo>
                  <a:pt x="9033" y="12251"/>
                </a:lnTo>
                <a:lnTo>
                  <a:pt x="9033" y="2727"/>
                </a:lnTo>
                <a:lnTo>
                  <a:pt x="10203" y="2727"/>
                </a:lnTo>
                <a:lnTo>
                  <a:pt x="10203" y="3450"/>
                </a:lnTo>
                <a:cubicBezTo>
                  <a:pt x="10514" y="3188"/>
                  <a:pt x="10864" y="2969"/>
                  <a:pt x="11252" y="2793"/>
                </a:cubicBezTo>
                <a:cubicBezTo>
                  <a:pt x="11640" y="2616"/>
                  <a:pt x="12054" y="2527"/>
                  <a:pt x="12494" y="2527"/>
                </a:cubicBezTo>
                <a:cubicBezTo>
                  <a:pt x="13332" y="2527"/>
                  <a:pt x="13985" y="2844"/>
                  <a:pt x="14452" y="3478"/>
                </a:cubicBezTo>
                <a:cubicBezTo>
                  <a:pt x="14919" y="4112"/>
                  <a:pt x="15152" y="4993"/>
                  <a:pt x="15152" y="6119"/>
                </a:cubicBezTo>
                <a:moveTo>
                  <a:pt x="13944" y="6150"/>
                </a:moveTo>
                <a:cubicBezTo>
                  <a:pt x="13944" y="5312"/>
                  <a:pt x="13801" y="4685"/>
                  <a:pt x="13515" y="4270"/>
                </a:cubicBezTo>
                <a:cubicBezTo>
                  <a:pt x="13228" y="3855"/>
                  <a:pt x="12789" y="3648"/>
                  <a:pt x="12195" y="3648"/>
                </a:cubicBezTo>
                <a:cubicBezTo>
                  <a:pt x="11859" y="3648"/>
                  <a:pt x="11521" y="3721"/>
                  <a:pt x="11180" y="3866"/>
                </a:cubicBezTo>
                <a:cubicBezTo>
                  <a:pt x="10840" y="4011"/>
                  <a:pt x="10514" y="4202"/>
                  <a:pt x="10203" y="4439"/>
                </a:cubicBezTo>
                <a:lnTo>
                  <a:pt x="10203" y="8379"/>
                </a:lnTo>
                <a:cubicBezTo>
                  <a:pt x="10535" y="8528"/>
                  <a:pt x="10820" y="8630"/>
                  <a:pt x="11059" y="8684"/>
                </a:cubicBezTo>
                <a:cubicBezTo>
                  <a:pt x="11298" y="8738"/>
                  <a:pt x="11568" y="8765"/>
                  <a:pt x="11871" y="8765"/>
                </a:cubicBezTo>
                <a:cubicBezTo>
                  <a:pt x="12523" y="8765"/>
                  <a:pt x="13031" y="8545"/>
                  <a:pt x="13396" y="8105"/>
                </a:cubicBezTo>
                <a:cubicBezTo>
                  <a:pt x="13762" y="7665"/>
                  <a:pt x="13944" y="7014"/>
                  <a:pt x="13944" y="6150"/>
                </a:cubicBezTo>
                <a:close/>
                <a:moveTo>
                  <a:pt x="22790" y="9686"/>
                </a:moveTo>
                <a:lnTo>
                  <a:pt x="21620" y="9686"/>
                </a:lnTo>
                <a:lnTo>
                  <a:pt x="21620" y="5723"/>
                </a:lnTo>
                <a:cubicBezTo>
                  <a:pt x="21620" y="5403"/>
                  <a:pt x="21601" y="5103"/>
                  <a:pt x="21564" y="4823"/>
                </a:cubicBezTo>
                <a:cubicBezTo>
                  <a:pt x="21526" y="4542"/>
                  <a:pt x="21458" y="4323"/>
                  <a:pt x="21358" y="4165"/>
                </a:cubicBezTo>
                <a:cubicBezTo>
                  <a:pt x="21255" y="3991"/>
                  <a:pt x="21105" y="3861"/>
                  <a:pt x="20910" y="3776"/>
                </a:cubicBezTo>
                <a:cubicBezTo>
                  <a:pt x="20715" y="3691"/>
                  <a:pt x="20462" y="3648"/>
                  <a:pt x="20151" y="3648"/>
                </a:cubicBezTo>
                <a:cubicBezTo>
                  <a:pt x="19831" y="3648"/>
                  <a:pt x="19497" y="3727"/>
                  <a:pt x="19148" y="3885"/>
                </a:cubicBezTo>
                <a:cubicBezTo>
                  <a:pt x="18800" y="4043"/>
                  <a:pt x="18466" y="4244"/>
                  <a:pt x="18146" y="4489"/>
                </a:cubicBezTo>
                <a:lnTo>
                  <a:pt x="18146" y="9686"/>
                </a:lnTo>
                <a:lnTo>
                  <a:pt x="16976" y="9686"/>
                </a:lnTo>
                <a:lnTo>
                  <a:pt x="16976" y="0"/>
                </a:lnTo>
                <a:lnTo>
                  <a:pt x="18146" y="0"/>
                </a:lnTo>
                <a:lnTo>
                  <a:pt x="18146" y="3494"/>
                </a:lnTo>
                <a:cubicBezTo>
                  <a:pt x="18511" y="3191"/>
                  <a:pt x="18889" y="2954"/>
                  <a:pt x="19279" y="2783"/>
                </a:cubicBezTo>
                <a:cubicBezTo>
                  <a:pt x="19669" y="2613"/>
                  <a:pt x="20070" y="2527"/>
                  <a:pt x="20481" y="2527"/>
                </a:cubicBezTo>
                <a:cubicBezTo>
                  <a:pt x="21232" y="2527"/>
                  <a:pt x="21804" y="2754"/>
                  <a:pt x="22199" y="3207"/>
                </a:cubicBezTo>
                <a:cubicBezTo>
                  <a:pt x="22593" y="3660"/>
                  <a:pt x="22790" y="4313"/>
                  <a:pt x="22790" y="5165"/>
                </a:cubicBezTo>
                <a:lnTo>
                  <a:pt x="22790" y="9686"/>
                </a:lnTo>
                <a:close/>
                <a:moveTo>
                  <a:pt x="30447" y="9686"/>
                </a:moveTo>
                <a:lnTo>
                  <a:pt x="29283" y="9686"/>
                </a:lnTo>
                <a:lnTo>
                  <a:pt x="29283" y="8951"/>
                </a:lnTo>
                <a:cubicBezTo>
                  <a:pt x="29179" y="9021"/>
                  <a:pt x="29039" y="9120"/>
                  <a:pt x="28863" y="9247"/>
                </a:cubicBezTo>
                <a:cubicBezTo>
                  <a:pt x="28686" y="9373"/>
                  <a:pt x="28515" y="9474"/>
                  <a:pt x="28349" y="9549"/>
                </a:cubicBezTo>
                <a:cubicBezTo>
                  <a:pt x="28154" y="9645"/>
                  <a:pt x="27930" y="9724"/>
                  <a:pt x="27677" y="9789"/>
                </a:cubicBezTo>
                <a:cubicBezTo>
                  <a:pt x="27424" y="9853"/>
                  <a:pt x="27127" y="9885"/>
                  <a:pt x="26787" y="9885"/>
                </a:cubicBezTo>
                <a:cubicBezTo>
                  <a:pt x="26160" y="9885"/>
                  <a:pt x="25629" y="9678"/>
                  <a:pt x="25193" y="9262"/>
                </a:cubicBezTo>
                <a:cubicBezTo>
                  <a:pt x="24757" y="8847"/>
                  <a:pt x="24539" y="8317"/>
                  <a:pt x="24539" y="7673"/>
                </a:cubicBezTo>
                <a:cubicBezTo>
                  <a:pt x="24539" y="7145"/>
                  <a:pt x="24652" y="6718"/>
                  <a:pt x="24879" y="6392"/>
                </a:cubicBezTo>
                <a:cubicBezTo>
                  <a:pt x="25105" y="6066"/>
                  <a:pt x="25427" y="5809"/>
                  <a:pt x="25847" y="5622"/>
                </a:cubicBezTo>
                <a:cubicBezTo>
                  <a:pt x="26270" y="5435"/>
                  <a:pt x="26778" y="5308"/>
                  <a:pt x="27372" y="5242"/>
                </a:cubicBezTo>
                <a:cubicBezTo>
                  <a:pt x="27965" y="5175"/>
                  <a:pt x="28602" y="5125"/>
                  <a:pt x="29283" y="5092"/>
                </a:cubicBezTo>
                <a:lnTo>
                  <a:pt x="29283" y="4910"/>
                </a:lnTo>
                <a:cubicBezTo>
                  <a:pt x="29283" y="4642"/>
                  <a:pt x="29236" y="4420"/>
                  <a:pt x="29143" y="4245"/>
                </a:cubicBezTo>
                <a:cubicBezTo>
                  <a:pt x="29049" y="4069"/>
                  <a:pt x="28916" y="3931"/>
                  <a:pt x="28741" y="3830"/>
                </a:cubicBezTo>
                <a:cubicBezTo>
                  <a:pt x="28575" y="3734"/>
                  <a:pt x="28376" y="3669"/>
                  <a:pt x="28144" y="3636"/>
                </a:cubicBezTo>
                <a:cubicBezTo>
                  <a:pt x="27911" y="3602"/>
                  <a:pt x="27668" y="3586"/>
                  <a:pt x="27415" y="3586"/>
                </a:cubicBezTo>
                <a:cubicBezTo>
                  <a:pt x="27108" y="3586"/>
                  <a:pt x="26766" y="3627"/>
                  <a:pt x="26388" y="3710"/>
                </a:cubicBezTo>
                <a:cubicBezTo>
                  <a:pt x="26010" y="3793"/>
                  <a:pt x="25620" y="3914"/>
                  <a:pt x="25218" y="4071"/>
                </a:cubicBezTo>
                <a:lnTo>
                  <a:pt x="25156" y="4071"/>
                </a:lnTo>
                <a:lnTo>
                  <a:pt x="25156" y="2882"/>
                </a:lnTo>
                <a:cubicBezTo>
                  <a:pt x="25384" y="2820"/>
                  <a:pt x="25714" y="2752"/>
                  <a:pt x="26145" y="2677"/>
                </a:cubicBezTo>
                <a:cubicBezTo>
                  <a:pt x="26577" y="2602"/>
                  <a:pt x="27002" y="2565"/>
                  <a:pt x="27422" y="2565"/>
                </a:cubicBezTo>
                <a:cubicBezTo>
                  <a:pt x="27911" y="2565"/>
                  <a:pt x="28338" y="2605"/>
                  <a:pt x="28701" y="2686"/>
                </a:cubicBezTo>
                <a:cubicBezTo>
                  <a:pt x="29064" y="2767"/>
                  <a:pt x="29378" y="2905"/>
                  <a:pt x="29644" y="3100"/>
                </a:cubicBezTo>
                <a:cubicBezTo>
                  <a:pt x="29905" y="3291"/>
                  <a:pt x="30105" y="3538"/>
                  <a:pt x="30241" y="3841"/>
                </a:cubicBezTo>
                <a:cubicBezTo>
                  <a:pt x="30378" y="4144"/>
                  <a:pt x="30447" y="4519"/>
                  <a:pt x="30447" y="4968"/>
                </a:cubicBezTo>
                <a:lnTo>
                  <a:pt x="30447" y="9686"/>
                </a:lnTo>
                <a:moveTo>
                  <a:pt x="29283" y="7983"/>
                </a:moveTo>
                <a:lnTo>
                  <a:pt x="29283" y="6038"/>
                </a:lnTo>
                <a:cubicBezTo>
                  <a:pt x="28926" y="6059"/>
                  <a:pt x="28506" y="6091"/>
                  <a:pt x="28022" y="6132"/>
                </a:cubicBezTo>
                <a:cubicBezTo>
                  <a:pt x="27539" y="6174"/>
                  <a:pt x="27156" y="6234"/>
                  <a:pt x="26874" y="6313"/>
                </a:cubicBezTo>
                <a:cubicBezTo>
                  <a:pt x="26538" y="6409"/>
                  <a:pt x="26266" y="6558"/>
                  <a:pt x="26058" y="6761"/>
                </a:cubicBezTo>
                <a:cubicBezTo>
                  <a:pt x="25851" y="6963"/>
                  <a:pt x="25747" y="7241"/>
                  <a:pt x="25747" y="7595"/>
                </a:cubicBezTo>
                <a:cubicBezTo>
                  <a:pt x="25747" y="7996"/>
                  <a:pt x="25867" y="8297"/>
                  <a:pt x="26108" y="8499"/>
                </a:cubicBezTo>
                <a:cubicBezTo>
                  <a:pt x="26349" y="8701"/>
                  <a:pt x="26716" y="8802"/>
                  <a:pt x="27210" y="8802"/>
                </a:cubicBezTo>
                <a:cubicBezTo>
                  <a:pt x="27621" y="8802"/>
                  <a:pt x="27996" y="8722"/>
                  <a:pt x="28337" y="8562"/>
                </a:cubicBezTo>
                <a:cubicBezTo>
                  <a:pt x="28677" y="8401"/>
                  <a:pt x="28992" y="8208"/>
                  <a:pt x="29283" y="7983"/>
                </a:cubicBezTo>
                <a:close/>
                <a:moveTo>
                  <a:pt x="38521" y="6325"/>
                </a:moveTo>
                <a:lnTo>
                  <a:pt x="33398" y="6325"/>
                </a:lnTo>
                <a:cubicBezTo>
                  <a:pt x="33398" y="6753"/>
                  <a:pt x="33462" y="7127"/>
                  <a:pt x="33591" y="7445"/>
                </a:cubicBezTo>
                <a:cubicBezTo>
                  <a:pt x="33720" y="7763"/>
                  <a:pt x="33896" y="8024"/>
                  <a:pt x="34120" y="8228"/>
                </a:cubicBezTo>
                <a:cubicBezTo>
                  <a:pt x="34336" y="8428"/>
                  <a:pt x="34592" y="8578"/>
                  <a:pt x="34889" y="8677"/>
                </a:cubicBezTo>
                <a:cubicBezTo>
                  <a:pt x="35186" y="8777"/>
                  <a:pt x="35512" y="8827"/>
                  <a:pt x="35869" y="8827"/>
                </a:cubicBezTo>
                <a:cubicBezTo>
                  <a:pt x="36342" y="8827"/>
                  <a:pt x="36819" y="8732"/>
                  <a:pt x="37298" y="8542"/>
                </a:cubicBezTo>
                <a:cubicBezTo>
                  <a:pt x="37777" y="8352"/>
                  <a:pt x="38119" y="8165"/>
                  <a:pt x="38322" y="7981"/>
                </a:cubicBezTo>
                <a:lnTo>
                  <a:pt x="38384" y="7981"/>
                </a:lnTo>
                <a:lnTo>
                  <a:pt x="38384" y="9261"/>
                </a:lnTo>
                <a:cubicBezTo>
                  <a:pt x="37990" y="9428"/>
                  <a:pt x="37587" y="9567"/>
                  <a:pt x="37177" y="9679"/>
                </a:cubicBezTo>
                <a:cubicBezTo>
                  <a:pt x="36766" y="9792"/>
                  <a:pt x="36334" y="9848"/>
                  <a:pt x="35882" y="9848"/>
                </a:cubicBezTo>
                <a:cubicBezTo>
                  <a:pt x="34728" y="9848"/>
                  <a:pt x="33827" y="9535"/>
                  <a:pt x="33180" y="8910"/>
                </a:cubicBezTo>
                <a:cubicBezTo>
                  <a:pt x="32533" y="8284"/>
                  <a:pt x="32209" y="7395"/>
                  <a:pt x="32209" y="6244"/>
                </a:cubicBezTo>
                <a:cubicBezTo>
                  <a:pt x="32209" y="5105"/>
                  <a:pt x="32519" y="4201"/>
                  <a:pt x="33140" y="3531"/>
                </a:cubicBezTo>
                <a:cubicBezTo>
                  <a:pt x="33760" y="2862"/>
                  <a:pt x="34577" y="2527"/>
                  <a:pt x="35589" y="2527"/>
                </a:cubicBezTo>
                <a:cubicBezTo>
                  <a:pt x="36527" y="2527"/>
                  <a:pt x="37250" y="2802"/>
                  <a:pt x="37759" y="3350"/>
                </a:cubicBezTo>
                <a:cubicBezTo>
                  <a:pt x="38267" y="3899"/>
                  <a:pt x="38521" y="4679"/>
                  <a:pt x="38521" y="5689"/>
                </a:cubicBezTo>
                <a:lnTo>
                  <a:pt x="38521" y="6325"/>
                </a:lnTo>
                <a:moveTo>
                  <a:pt x="37382" y="5428"/>
                </a:moveTo>
                <a:cubicBezTo>
                  <a:pt x="37378" y="4814"/>
                  <a:pt x="37223" y="4339"/>
                  <a:pt x="36918" y="4003"/>
                </a:cubicBezTo>
                <a:cubicBezTo>
                  <a:pt x="36613" y="3667"/>
                  <a:pt x="36149" y="3499"/>
                  <a:pt x="35527" y="3499"/>
                </a:cubicBezTo>
                <a:cubicBezTo>
                  <a:pt x="34900" y="3499"/>
                  <a:pt x="34401" y="3683"/>
                  <a:pt x="34030" y="4053"/>
                </a:cubicBezTo>
                <a:cubicBezTo>
                  <a:pt x="33658" y="4422"/>
                  <a:pt x="33448" y="4880"/>
                  <a:pt x="33398" y="5428"/>
                </a:cubicBezTo>
                <a:lnTo>
                  <a:pt x="37382" y="5428"/>
                </a:lnTo>
                <a:close/>
                <a:moveTo>
                  <a:pt x="44633" y="3997"/>
                </a:moveTo>
                <a:lnTo>
                  <a:pt x="44571" y="3997"/>
                </a:lnTo>
                <a:cubicBezTo>
                  <a:pt x="44396" y="3957"/>
                  <a:pt x="44227" y="3929"/>
                  <a:pt x="44063" y="3911"/>
                </a:cubicBezTo>
                <a:cubicBezTo>
                  <a:pt x="43899" y="3893"/>
                  <a:pt x="43705" y="3884"/>
                  <a:pt x="43481" y="3884"/>
                </a:cubicBezTo>
                <a:cubicBezTo>
                  <a:pt x="43120" y="3884"/>
                  <a:pt x="42772" y="3964"/>
                  <a:pt x="42435" y="4125"/>
                </a:cubicBezTo>
                <a:cubicBezTo>
                  <a:pt x="42099" y="4284"/>
                  <a:pt x="41776" y="4491"/>
                  <a:pt x="41464" y="4745"/>
                </a:cubicBezTo>
                <a:lnTo>
                  <a:pt x="41464" y="9686"/>
                </a:lnTo>
                <a:lnTo>
                  <a:pt x="40294" y="9686"/>
                </a:lnTo>
                <a:lnTo>
                  <a:pt x="40294" y="2727"/>
                </a:lnTo>
                <a:lnTo>
                  <a:pt x="41464" y="2727"/>
                </a:lnTo>
                <a:lnTo>
                  <a:pt x="41464" y="3755"/>
                </a:lnTo>
                <a:cubicBezTo>
                  <a:pt x="41929" y="3381"/>
                  <a:pt x="42339" y="3116"/>
                  <a:pt x="42694" y="2960"/>
                </a:cubicBezTo>
                <a:cubicBezTo>
                  <a:pt x="43049" y="2804"/>
                  <a:pt x="43411" y="2727"/>
                  <a:pt x="43780" y="2727"/>
                </a:cubicBezTo>
                <a:cubicBezTo>
                  <a:pt x="43983" y="2727"/>
                  <a:pt x="44131" y="2732"/>
                  <a:pt x="44222" y="2742"/>
                </a:cubicBezTo>
                <a:cubicBezTo>
                  <a:pt x="44313" y="2752"/>
                  <a:pt x="44450" y="2772"/>
                  <a:pt x="44633" y="2801"/>
                </a:cubicBezTo>
                <a:lnTo>
                  <a:pt x="44633" y="3997"/>
                </a:lnTo>
                <a:close/>
                <a:moveTo>
                  <a:pt x="51662" y="6210"/>
                </a:moveTo>
                <a:cubicBezTo>
                  <a:pt x="51662" y="7345"/>
                  <a:pt x="51372" y="8242"/>
                  <a:pt x="50791" y="8899"/>
                </a:cubicBezTo>
                <a:cubicBezTo>
                  <a:pt x="50210" y="9557"/>
                  <a:pt x="49431" y="9885"/>
                  <a:pt x="48456" y="9885"/>
                </a:cubicBezTo>
                <a:cubicBezTo>
                  <a:pt x="47473" y="9885"/>
                  <a:pt x="46691" y="9557"/>
                  <a:pt x="46112" y="8899"/>
                </a:cubicBezTo>
                <a:cubicBezTo>
                  <a:pt x="45533" y="8242"/>
                  <a:pt x="45244" y="7345"/>
                  <a:pt x="45244" y="6210"/>
                </a:cubicBezTo>
                <a:cubicBezTo>
                  <a:pt x="45244" y="5074"/>
                  <a:pt x="45533" y="4176"/>
                  <a:pt x="46112" y="3517"/>
                </a:cubicBezTo>
                <a:cubicBezTo>
                  <a:pt x="46691" y="2857"/>
                  <a:pt x="47473" y="2527"/>
                  <a:pt x="48456" y="2527"/>
                </a:cubicBezTo>
                <a:cubicBezTo>
                  <a:pt x="49431" y="2527"/>
                  <a:pt x="50210" y="2857"/>
                  <a:pt x="50791" y="3517"/>
                </a:cubicBezTo>
                <a:cubicBezTo>
                  <a:pt x="51372" y="4176"/>
                  <a:pt x="51662" y="5074"/>
                  <a:pt x="51662" y="6210"/>
                </a:cubicBezTo>
                <a:moveTo>
                  <a:pt x="50454" y="6210"/>
                </a:moveTo>
                <a:cubicBezTo>
                  <a:pt x="50454" y="5310"/>
                  <a:pt x="50278" y="4642"/>
                  <a:pt x="49925" y="4204"/>
                </a:cubicBezTo>
                <a:cubicBezTo>
                  <a:pt x="49573" y="3767"/>
                  <a:pt x="49083" y="3548"/>
                  <a:pt x="48456" y="3548"/>
                </a:cubicBezTo>
                <a:cubicBezTo>
                  <a:pt x="47821" y="3548"/>
                  <a:pt x="47328" y="3767"/>
                  <a:pt x="46978" y="4204"/>
                </a:cubicBezTo>
                <a:cubicBezTo>
                  <a:pt x="46627" y="4642"/>
                  <a:pt x="46452" y="5310"/>
                  <a:pt x="46452" y="6210"/>
                </a:cubicBezTo>
                <a:cubicBezTo>
                  <a:pt x="46452" y="7080"/>
                  <a:pt x="46628" y="7740"/>
                  <a:pt x="46981" y="8190"/>
                </a:cubicBezTo>
                <a:cubicBezTo>
                  <a:pt x="47334" y="8640"/>
                  <a:pt x="47825" y="8865"/>
                  <a:pt x="48456" y="8865"/>
                </a:cubicBezTo>
                <a:cubicBezTo>
                  <a:pt x="49079" y="8865"/>
                  <a:pt x="49567" y="8642"/>
                  <a:pt x="49922" y="8196"/>
                </a:cubicBezTo>
                <a:cubicBezTo>
                  <a:pt x="50277" y="7751"/>
                  <a:pt x="50454" y="7088"/>
                  <a:pt x="50454" y="6210"/>
                </a:cubicBezTo>
                <a:close/>
                <a:moveTo>
                  <a:pt x="58615" y="9257"/>
                </a:moveTo>
                <a:cubicBezTo>
                  <a:pt x="58225" y="9444"/>
                  <a:pt x="57855" y="9589"/>
                  <a:pt x="57504" y="9693"/>
                </a:cubicBezTo>
                <a:cubicBezTo>
                  <a:pt x="57154" y="9796"/>
                  <a:pt x="56781" y="9848"/>
                  <a:pt x="56387" y="9848"/>
                </a:cubicBezTo>
                <a:cubicBezTo>
                  <a:pt x="55885" y="9848"/>
                  <a:pt x="55424" y="9774"/>
                  <a:pt x="55005" y="9627"/>
                </a:cubicBezTo>
                <a:cubicBezTo>
                  <a:pt x="54586" y="9479"/>
                  <a:pt x="54227" y="9256"/>
                  <a:pt x="53928" y="8956"/>
                </a:cubicBezTo>
                <a:cubicBezTo>
                  <a:pt x="53625" y="8657"/>
                  <a:pt x="53391" y="8279"/>
                  <a:pt x="53225" y="7821"/>
                </a:cubicBezTo>
                <a:cubicBezTo>
                  <a:pt x="53059" y="7364"/>
                  <a:pt x="52976" y="6830"/>
                  <a:pt x="52976" y="6219"/>
                </a:cubicBezTo>
                <a:cubicBezTo>
                  <a:pt x="52976" y="5080"/>
                  <a:pt x="53288" y="4186"/>
                  <a:pt x="53912" y="3538"/>
                </a:cubicBezTo>
                <a:cubicBezTo>
                  <a:pt x="54537" y="2889"/>
                  <a:pt x="55362" y="2565"/>
                  <a:pt x="56387" y="2565"/>
                </a:cubicBezTo>
                <a:cubicBezTo>
                  <a:pt x="56785" y="2565"/>
                  <a:pt x="57176" y="2621"/>
                  <a:pt x="57560" y="2733"/>
                </a:cubicBezTo>
                <a:cubicBezTo>
                  <a:pt x="57944" y="2845"/>
                  <a:pt x="58296" y="2982"/>
                  <a:pt x="58615" y="3144"/>
                </a:cubicBezTo>
                <a:lnTo>
                  <a:pt x="58615" y="4445"/>
                </a:lnTo>
                <a:lnTo>
                  <a:pt x="58553" y="4445"/>
                </a:lnTo>
                <a:cubicBezTo>
                  <a:pt x="58196" y="4169"/>
                  <a:pt x="57828" y="3956"/>
                  <a:pt x="57448" y="3808"/>
                </a:cubicBezTo>
                <a:cubicBezTo>
                  <a:pt x="57069" y="3660"/>
                  <a:pt x="56698" y="3586"/>
                  <a:pt x="56337" y="3586"/>
                </a:cubicBezTo>
                <a:cubicBezTo>
                  <a:pt x="55673" y="3586"/>
                  <a:pt x="55149" y="3809"/>
                  <a:pt x="54765" y="4255"/>
                </a:cubicBezTo>
                <a:cubicBezTo>
                  <a:pt x="54381" y="4701"/>
                  <a:pt x="54189" y="5356"/>
                  <a:pt x="54189" y="6219"/>
                </a:cubicBezTo>
                <a:cubicBezTo>
                  <a:pt x="54189" y="7057"/>
                  <a:pt x="54377" y="7702"/>
                  <a:pt x="54753" y="8152"/>
                </a:cubicBezTo>
                <a:cubicBezTo>
                  <a:pt x="55128" y="8602"/>
                  <a:pt x="55656" y="8827"/>
                  <a:pt x="56337" y="8827"/>
                </a:cubicBezTo>
                <a:cubicBezTo>
                  <a:pt x="56574" y="8827"/>
                  <a:pt x="56814" y="8796"/>
                  <a:pt x="57059" y="8735"/>
                </a:cubicBezTo>
                <a:cubicBezTo>
                  <a:pt x="57304" y="8673"/>
                  <a:pt x="57524" y="8592"/>
                  <a:pt x="57719" y="8493"/>
                </a:cubicBezTo>
                <a:cubicBezTo>
                  <a:pt x="57889" y="8407"/>
                  <a:pt x="58049" y="8315"/>
                  <a:pt x="58198" y="8219"/>
                </a:cubicBezTo>
                <a:cubicBezTo>
                  <a:pt x="58348" y="8122"/>
                  <a:pt x="58466" y="8038"/>
                  <a:pt x="58553" y="7968"/>
                </a:cubicBezTo>
                <a:lnTo>
                  <a:pt x="58615" y="7968"/>
                </a:lnTo>
                <a:lnTo>
                  <a:pt x="58615" y="9257"/>
                </a:lnTo>
                <a:close/>
                <a:moveTo>
                  <a:pt x="65936" y="6325"/>
                </a:moveTo>
                <a:lnTo>
                  <a:pt x="60813" y="6325"/>
                </a:lnTo>
                <a:cubicBezTo>
                  <a:pt x="60813" y="6753"/>
                  <a:pt x="60877" y="7127"/>
                  <a:pt x="61006" y="7445"/>
                </a:cubicBezTo>
                <a:cubicBezTo>
                  <a:pt x="61134" y="7763"/>
                  <a:pt x="61311" y="8024"/>
                  <a:pt x="61535" y="8228"/>
                </a:cubicBezTo>
                <a:cubicBezTo>
                  <a:pt x="61751" y="8428"/>
                  <a:pt x="62007" y="8578"/>
                  <a:pt x="62304" y="8677"/>
                </a:cubicBezTo>
                <a:cubicBezTo>
                  <a:pt x="62601" y="8777"/>
                  <a:pt x="62927" y="8827"/>
                  <a:pt x="63284" y="8827"/>
                </a:cubicBezTo>
                <a:cubicBezTo>
                  <a:pt x="63757" y="8827"/>
                  <a:pt x="64234" y="8732"/>
                  <a:pt x="64713" y="8542"/>
                </a:cubicBezTo>
                <a:cubicBezTo>
                  <a:pt x="65192" y="8352"/>
                  <a:pt x="65534" y="8165"/>
                  <a:pt x="65737" y="7981"/>
                </a:cubicBezTo>
                <a:lnTo>
                  <a:pt x="65799" y="7981"/>
                </a:lnTo>
                <a:lnTo>
                  <a:pt x="65799" y="9261"/>
                </a:lnTo>
                <a:cubicBezTo>
                  <a:pt x="65405" y="9428"/>
                  <a:pt x="65002" y="9567"/>
                  <a:pt x="64592" y="9679"/>
                </a:cubicBezTo>
                <a:cubicBezTo>
                  <a:pt x="64181" y="9792"/>
                  <a:pt x="63749" y="9848"/>
                  <a:pt x="63297" y="9848"/>
                </a:cubicBezTo>
                <a:cubicBezTo>
                  <a:pt x="62143" y="9848"/>
                  <a:pt x="61242" y="9535"/>
                  <a:pt x="60595" y="8910"/>
                </a:cubicBezTo>
                <a:cubicBezTo>
                  <a:pt x="59948" y="8284"/>
                  <a:pt x="59624" y="7395"/>
                  <a:pt x="59624" y="6244"/>
                </a:cubicBezTo>
                <a:cubicBezTo>
                  <a:pt x="59624" y="5105"/>
                  <a:pt x="59934" y="4201"/>
                  <a:pt x="60555" y="3531"/>
                </a:cubicBezTo>
                <a:cubicBezTo>
                  <a:pt x="61175" y="2862"/>
                  <a:pt x="61991" y="2527"/>
                  <a:pt x="63004" y="2527"/>
                </a:cubicBezTo>
                <a:cubicBezTo>
                  <a:pt x="63942" y="2527"/>
                  <a:pt x="64665" y="2802"/>
                  <a:pt x="65174" y="3350"/>
                </a:cubicBezTo>
                <a:cubicBezTo>
                  <a:pt x="65682" y="3899"/>
                  <a:pt x="65936" y="4679"/>
                  <a:pt x="65936" y="5689"/>
                </a:cubicBezTo>
                <a:lnTo>
                  <a:pt x="65936" y="6325"/>
                </a:lnTo>
                <a:moveTo>
                  <a:pt x="64797" y="5428"/>
                </a:moveTo>
                <a:cubicBezTo>
                  <a:pt x="64793" y="4814"/>
                  <a:pt x="64638" y="4339"/>
                  <a:pt x="64333" y="4003"/>
                </a:cubicBezTo>
                <a:cubicBezTo>
                  <a:pt x="64028" y="3667"/>
                  <a:pt x="63564" y="3499"/>
                  <a:pt x="62942" y="3499"/>
                </a:cubicBezTo>
                <a:cubicBezTo>
                  <a:pt x="62315" y="3499"/>
                  <a:pt x="61816" y="3683"/>
                  <a:pt x="61445" y="4053"/>
                </a:cubicBezTo>
                <a:cubicBezTo>
                  <a:pt x="61073" y="4422"/>
                  <a:pt x="60863" y="4880"/>
                  <a:pt x="60813" y="5428"/>
                </a:cubicBezTo>
                <a:lnTo>
                  <a:pt x="64797" y="5428"/>
                </a:lnTo>
                <a:close/>
                <a:moveTo>
                  <a:pt x="72049" y="3997"/>
                </a:moveTo>
                <a:lnTo>
                  <a:pt x="71987" y="3997"/>
                </a:lnTo>
                <a:cubicBezTo>
                  <a:pt x="71813" y="3957"/>
                  <a:pt x="71644" y="3929"/>
                  <a:pt x="71480" y="3911"/>
                </a:cubicBezTo>
                <a:cubicBezTo>
                  <a:pt x="71316" y="3893"/>
                  <a:pt x="71122" y="3884"/>
                  <a:pt x="70898" y="3884"/>
                </a:cubicBezTo>
                <a:cubicBezTo>
                  <a:pt x="70537" y="3884"/>
                  <a:pt x="70188" y="3964"/>
                  <a:pt x="69852" y="4125"/>
                </a:cubicBezTo>
                <a:cubicBezTo>
                  <a:pt x="69516" y="4284"/>
                  <a:pt x="69192" y="4491"/>
                  <a:pt x="68881" y="4745"/>
                </a:cubicBezTo>
                <a:lnTo>
                  <a:pt x="68881" y="9686"/>
                </a:lnTo>
                <a:lnTo>
                  <a:pt x="67710" y="9686"/>
                </a:lnTo>
                <a:lnTo>
                  <a:pt x="67710" y="2727"/>
                </a:lnTo>
                <a:lnTo>
                  <a:pt x="68881" y="2727"/>
                </a:lnTo>
                <a:lnTo>
                  <a:pt x="68881" y="3755"/>
                </a:lnTo>
                <a:cubicBezTo>
                  <a:pt x="69345" y="3381"/>
                  <a:pt x="69755" y="3116"/>
                  <a:pt x="70110" y="2960"/>
                </a:cubicBezTo>
                <a:cubicBezTo>
                  <a:pt x="70465" y="2804"/>
                  <a:pt x="70827" y="2727"/>
                  <a:pt x="71196" y="2727"/>
                </a:cubicBezTo>
                <a:cubicBezTo>
                  <a:pt x="71400" y="2727"/>
                  <a:pt x="71547" y="2732"/>
                  <a:pt x="71638" y="2742"/>
                </a:cubicBezTo>
                <a:cubicBezTo>
                  <a:pt x="71730" y="2752"/>
                  <a:pt x="71867" y="2772"/>
                  <a:pt x="72049" y="2801"/>
                </a:cubicBezTo>
                <a:lnTo>
                  <a:pt x="72049" y="3997"/>
                </a:lnTo>
                <a:close/>
                <a:moveTo>
                  <a:pt x="74408" y="1569"/>
                </a:moveTo>
                <a:lnTo>
                  <a:pt x="73089" y="1569"/>
                </a:lnTo>
                <a:lnTo>
                  <a:pt x="73089" y="349"/>
                </a:lnTo>
                <a:lnTo>
                  <a:pt x="74408" y="349"/>
                </a:lnTo>
                <a:lnTo>
                  <a:pt x="74408" y="1569"/>
                </a:lnTo>
                <a:moveTo>
                  <a:pt x="74334" y="9686"/>
                </a:moveTo>
                <a:lnTo>
                  <a:pt x="73163" y="9686"/>
                </a:lnTo>
                <a:lnTo>
                  <a:pt x="73163" y="2727"/>
                </a:lnTo>
                <a:lnTo>
                  <a:pt x="74334" y="2727"/>
                </a:lnTo>
                <a:lnTo>
                  <a:pt x="74334" y="9686"/>
                </a:lnTo>
                <a:close/>
                <a:moveTo>
                  <a:pt x="82289" y="9686"/>
                </a:moveTo>
                <a:lnTo>
                  <a:pt x="81119" y="9686"/>
                </a:lnTo>
                <a:lnTo>
                  <a:pt x="81119" y="8962"/>
                </a:lnTo>
                <a:cubicBezTo>
                  <a:pt x="80783" y="9253"/>
                  <a:pt x="80432" y="9480"/>
                  <a:pt x="80067" y="9642"/>
                </a:cubicBezTo>
                <a:cubicBezTo>
                  <a:pt x="79702" y="9804"/>
                  <a:pt x="79305" y="9885"/>
                  <a:pt x="78878" y="9885"/>
                </a:cubicBezTo>
                <a:cubicBezTo>
                  <a:pt x="78048" y="9885"/>
                  <a:pt x="77389" y="9565"/>
                  <a:pt x="76902" y="8924"/>
                </a:cubicBezTo>
                <a:cubicBezTo>
                  <a:pt x="76414" y="8284"/>
                  <a:pt x="76170" y="7395"/>
                  <a:pt x="76170" y="6260"/>
                </a:cubicBezTo>
                <a:cubicBezTo>
                  <a:pt x="76170" y="5669"/>
                  <a:pt x="76254" y="5142"/>
                  <a:pt x="76422" y="4681"/>
                </a:cubicBezTo>
                <a:cubicBezTo>
                  <a:pt x="76590" y="4219"/>
                  <a:pt x="76817" y="3826"/>
                  <a:pt x="77104" y="3501"/>
                </a:cubicBezTo>
                <a:cubicBezTo>
                  <a:pt x="77386" y="3185"/>
                  <a:pt x="77715" y="2944"/>
                  <a:pt x="78091" y="2777"/>
                </a:cubicBezTo>
                <a:cubicBezTo>
                  <a:pt x="78466" y="2611"/>
                  <a:pt x="78855" y="2527"/>
                  <a:pt x="79258" y="2527"/>
                </a:cubicBezTo>
                <a:cubicBezTo>
                  <a:pt x="79623" y="2527"/>
                  <a:pt x="79947" y="2566"/>
                  <a:pt x="80229" y="2643"/>
                </a:cubicBezTo>
                <a:cubicBezTo>
                  <a:pt x="80511" y="2720"/>
                  <a:pt x="80808" y="2839"/>
                  <a:pt x="81119" y="3002"/>
                </a:cubicBezTo>
                <a:lnTo>
                  <a:pt x="81119" y="0"/>
                </a:lnTo>
                <a:lnTo>
                  <a:pt x="82289" y="0"/>
                </a:lnTo>
                <a:lnTo>
                  <a:pt x="82289" y="9686"/>
                </a:lnTo>
                <a:moveTo>
                  <a:pt x="81119" y="7974"/>
                </a:moveTo>
                <a:lnTo>
                  <a:pt x="81119" y="3984"/>
                </a:lnTo>
                <a:cubicBezTo>
                  <a:pt x="80804" y="3843"/>
                  <a:pt x="80521" y="3745"/>
                  <a:pt x="80272" y="3691"/>
                </a:cubicBezTo>
                <a:cubicBezTo>
                  <a:pt x="80023" y="3638"/>
                  <a:pt x="79752" y="3611"/>
                  <a:pt x="79457" y="3611"/>
                </a:cubicBezTo>
                <a:cubicBezTo>
                  <a:pt x="78801" y="3611"/>
                  <a:pt x="78291" y="3839"/>
                  <a:pt x="77926" y="4295"/>
                </a:cubicBezTo>
                <a:cubicBezTo>
                  <a:pt x="77560" y="4752"/>
                  <a:pt x="77378" y="5399"/>
                  <a:pt x="77378" y="6238"/>
                </a:cubicBezTo>
                <a:cubicBezTo>
                  <a:pt x="77378" y="7063"/>
                  <a:pt x="77519" y="7691"/>
                  <a:pt x="77801" y="8121"/>
                </a:cubicBezTo>
                <a:cubicBezTo>
                  <a:pt x="78083" y="8550"/>
                  <a:pt x="78536" y="8765"/>
                  <a:pt x="79158" y="8765"/>
                </a:cubicBezTo>
                <a:cubicBezTo>
                  <a:pt x="79490" y="8765"/>
                  <a:pt x="79826" y="8691"/>
                  <a:pt x="80167" y="8544"/>
                </a:cubicBezTo>
                <a:cubicBezTo>
                  <a:pt x="80507" y="8397"/>
                  <a:pt x="80824" y="8207"/>
                  <a:pt x="81119" y="7974"/>
                </a:cubicBezTo>
                <a:close/>
                <a:moveTo>
                  <a:pt x="89996" y="9686"/>
                </a:moveTo>
                <a:lnTo>
                  <a:pt x="88832" y="9686"/>
                </a:lnTo>
                <a:lnTo>
                  <a:pt x="88832" y="8951"/>
                </a:lnTo>
                <a:cubicBezTo>
                  <a:pt x="88728" y="9021"/>
                  <a:pt x="88588" y="9120"/>
                  <a:pt x="88412" y="9247"/>
                </a:cubicBezTo>
                <a:cubicBezTo>
                  <a:pt x="88235" y="9373"/>
                  <a:pt x="88064" y="9474"/>
                  <a:pt x="87898" y="9549"/>
                </a:cubicBezTo>
                <a:cubicBezTo>
                  <a:pt x="87703" y="9645"/>
                  <a:pt x="87479" y="9724"/>
                  <a:pt x="87226" y="9789"/>
                </a:cubicBezTo>
                <a:cubicBezTo>
                  <a:pt x="86973" y="9853"/>
                  <a:pt x="86676" y="9885"/>
                  <a:pt x="86336" y="9885"/>
                </a:cubicBezTo>
                <a:cubicBezTo>
                  <a:pt x="85709" y="9885"/>
                  <a:pt x="85178" y="9678"/>
                  <a:pt x="84742" y="9262"/>
                </a:cubicBezTo>
                <a:cubicBezTo>
                  <a:pt x="84306" y="8847"/>
                  <a:pt x="84088" y="8317"/>
                  <a:pt x="84088" y="7673"/>
                </a:cubicBezTo>
                <a:cubicBezTo>
                  <a:pt x="84088" y="7145"/>
                  <a:pt x="84201" y="6718"/>
                  <a:pt x="84428" y="6392"/>
                </a:cubicBezTo>
                <a:cubicBezTo>
                  <a:pt x="84654" y="6066"/>
                  <a:pt x="84976" y="5809"/>
                  <a:pt x="85396" y="5622"/>
                </a:cubicBezTo>
                <a:cubicBezTo>
                  <a:pt x="85819" y="5435"/>
                  <a:pt x="86327" y="5308"/>
                  <a:pt x="86921" y="5242"/>
                </a:cubicBezTo>
                <a:cubicBezTo>
                  <a:pt x="87514" y="5175"/>
                  <a:pt x="88151" y="5125"/>
                  <a:pt x="88832" y="5092"/>
                </a:cubicBezTo>
                <a:lnTo>
                  <a:pt x="88832" y="4910"/>
                </a:lnTo>
                <a:cubicBezTo>
                  <a:pt x="88832" y="4642"/>
                  <a:pt x="88785" y="4420"/>
                  <a:pt x="88692" y="4245"/>
                </a:cubicBezTo>
                <a:cubicBezTo>
                  <a:pt x="88598" y="4069"/>
                  <a:pt x="88465" y="3931"/>
                  <a:pt x="88290" y="3830"/>
                </a:cubicBezTo>
                <a:cubicBezTo>
                  <a:pt x="88124" y="3734"/>
                  <a:pt x="87925" y="3669"/>
                  <a:pt x="87693" y="3636"/>
                </a:cubicBezTo>
                <a:cubicBezTo>
                  <a:pt x="87460" y="3602"/>
                  <a:pt x="87218" y="3586"/>
                  <a:pt x="86964" y="3586"/>
                </a:cubicBezTo>
                <a:cubicBezTo>
                  <a:pt x="86657" y="3586"/>
                  <a:pt x="86315" y="3627"/>
                  <a:pt x="85937" y="3710"/>
                </a:cubicBezTo>
                <a:cubicBezTo>
                  <a:pt x="85560" y="3793"/>
                  <a:pt x="85169" y="3914"/>
                  <a:pt x="84767" y="4071"/>
                </a:cubicBezTo>
                <a:lnTo>
                  <a:pt x="84705" y="4071"/>
                </a:lnTo>
                <a:lnTo>
                  <a:pt x="84705" y="2882"/>
                </a:lnTo>
                <a:cubicBezTo>
                  <a:pt x="84933" y="2820"/>
                  <a:pt x="85263" y="2752"/>
                  <a:pt x="85694" y="2677"/>
                </a:cubicBezTo>
                <a:cubicBezTo>
                  <a:pt x="86126" y="2602"/>
                  <a:pt x="86551" y="2565"/>
                  <a:pt x="86971" y="2565"/>
                </a:cubicBezTo>
                <a:cubicBezTo>
                  <a:pt x="87460" y="2565"/>
                  <a:pt x="87887" y="2605"/>
                  <a:pt x="88250" y="2686"/>
                </a:cubicBezTo>
                <a:cubicBezTo>
                  <a:pt x="88613" y="2767"/>
                  <a:pt x="88927" y="2905"/>
                  <a:pt x="89193" y="3100"/>
                </a:cubicBezTo>
                <a:cubicBezTo>
                  <a:pt x="89454" y="3291"/>
                  <a:pt x="89654" y="3538"/>
                  <a:pt x="89791" y="3841"/>
                </a:cubicBezTo>
                <a:cubicBezTo>
                  <a:pt x="89928" y="4144"/>
                  <a:pt x="89996" y="4519"/>
                  <a:pt x="89996" y="4968"/>
                </a:cubicBezTo>
                <a:lnTo>
                  <a:pt x="89996" y="9686"/>
                </a:lnTo>
                <a:moveTo>
                  <a:pt x="88832" y="7983"/>
                </a:moveTo>
                <a:lnTo>
                  <a:pt x="88832" y="6038"/>
                </a:lnTo>
                <a:cubicBezTo>
                  <a:pt x="88475" y="6059"/>
                  <a:pt x="88055" y="6091"/>
                  <a:pt x="87571" y="6132"/>
                </a:cubicBezTo>
                <a:cubicBezTo>
                  <a:pt x="87088" y="6174"/>
                  <a:pt x="86705" y="6234"/>
                  <a:pt x="86423" y="6313"/>
                </a:cubicBezTo>
                <a:cubicBezTo>
                  <a:pt x="86087" y="6409"/>
                  <a:pt x="85815" y="6558"/>
                  <a:pt x="85607" y="6761"/>
                </a:cubicBezTo>
                <a:cubicBezTo>
                  <a:pt x="85400" y="6963"/>
                  <a:pt x="85296" y="7241"/>
                  <a:pt x="85296" y="7595"/>
                </a:cubicBezTo>
                <a:cubicBezTo>
                  <a:pt x="85296" y="7996"/>
                  <a:pt x="85416" y="8297"/>
                  <a:pt x="85657" y="8499"/>
                </a:cubicBezTo>
                <a:cubicBezTo>
                  <a:pt x="85898" y="8701"/>
                  <a:pt x="86265" y="8802"/>
                  <a:pt x="86759" y="8802"/>
                </a:cubicBezTo>
                <a:cubicBezTo>
                  <a:pt x="87170" y="8802"/>
                  <a:pt x="87545" y="8722"/>
                  <a:pt x="87886" y="8562"/>
                </a:cubicBezTo>
                <a:cubicBezTo>
                  <a:pt x="88226" y="8401"/>
                  <a:pt x="88541" y="8208"/>
                  <a:pt x="88832" y="7983"/>
                </a:cubicBezTo>
                <a:close/>
                <a:moveTo>
                  <a:pt x="98070" y="6325"/>
                </a:moveTo>
                <a:lnTo>
                  <a:pt x="92947" y="6325"/>
                </a:lnTo>
                <a:cubicBezTo>
                  <a:pt x="92947" y="6753"/>
                  <a:pt x="93011" y="7127"/>
                  <a:pt x="93140" y="7445"/>
                </a:cubicBezTo>
                <a:cubicBezTo>
                  <a:pt x="93269" y="7763"/>
                  <a:pt x="93445" y="8024"/>
                  <a:pt x="93669" y="8228"/>
                </a:cubicBezTo>
                <a:cubicBezTo>
                  <a:pt x="93885" y="8428"/>
                  <a:pt x="94141" y="8578"/>
                  <a:pt x="94438" y="8677"/>
                </a:cubicBezTo>
                <a:cubicBezTo>
                  <a:pt x="94735" y="8777"/>
                  <a:pt x="95061" y="8827"/>
                  <a:pt x="95418" y="8827"/>
                </a:cubicBezTo>
                <a:cubicBezTo>
                  <a:pt x="95891" y="8827"/>
                  <a:pt x="96368" y="8732"/>
                  <a:pt x="96847" y="8542"/>
                </a:cubicBezTo>
                <a:cubicBezTo>
                  <a:pt x="97326" y="8352"/>
                  <a:pt x="97668" y="8165"/>
                  <a:pt x="97871" y="7981"/>
                </a:cubicBezTo>
                <a:lnTo>
                  <a:pt x="97933" y="7981"/>
                </a:lnTo>
                <a:lnTo>
                  <a:pt x="97933" y="9261"/>
                </a:lnTo>
                <a:cubicBezTo>
                  <a:pt x="97539" y="9428"/>
                  <a:pt x="97136" y="9567"/>
                  <a:pt x="96726" y="9679"/>
                </a:cubicBezTo>
                <a:cubicBezTo>
                  <a:pt x="96315" y="9792"/>
                  <a:pt x="95883" y="9848"/>
                  <a:pt x="95431" y="9848"/>
                </a:cubicBezTo>
                <a:cubicBezTo>
                  <a:pt x="94277" y="9848"/>
                  <a:pt x="93376" y="9535"/>
                  <a:pt x="92729" y="8910"/>
                </a:cubicBezTo>
                <a:cubicBezTo>
                  <a:pt x="92082" y="8284"/>
                  <a:pt x="91758" y="7395"/>
                  <a:pt x="91758" y="6244"/>
                </a:cubicBezTo>
                <a:cubicBezTo>
                  <a:pt x="91758" y="5105"/>
                  <a:pt x="92068" y="4201"/>
                  <a:pt x="92689" y="3531"/>
                </a:cubicBezTo>
                <a:cubicBezTo>
                  <a:pt x="93309" y="2862"/>
                  <a:pt x="94125" y="2527"/>
                  <a:pt x="95138" y="2527"/>
                </a:cubicBezTo>
                <a:cubicBezTo>
                  <a:pt x="96076" y="2527"/>
                  <a:pt x="96799" y="2802"/>
                  <a:pt x="97308" y="3350"/>
                </a:cubicBezTo>
                <a:cubicBezTo>
                  <a:pt x="97816" y="3899"/>
                  <a:pt x="98070" y="4679"/>
                  <a:pt x="98070" y="5689"/>
                </a:cubicBezTo>
                <a:lnTo>
                  <a:pt x="98070" y="6325"/>
                </a:lnTo>
                <a:moveTo>
                  <a:pt x="96931" y="5428"/>
                </a:moveTo>
                <a:cubicBezTo>
                  <a:pt x="96927" y="4814"/>
                  <a:pt x="96772" y="4339"/>
                  <a:pt x="96467" y="4003"/>
                </a:cubicBezTo>
                <a:cubicBezTo>
                  <a:pt x="96162" y="3667"/>
                  <a:pt x="95698" y="3499"/>
                  <a:pt x="95076" y="3499"/>
                </a:cubicBezTo>
                <a:cubicBezTo>
                  <a:pt x="94449" y="3499"/>
                  <a:pt x="93950" y="3683"/>
                  <a:pt x="93579" y="4053"/>
                </a:cubicBezTo>
                <a:cubicBezTo>
                  <a:pt x="93207" y="4422"/>
                  <a:pt x="92997" y="4880"/>
                  <a:pt x="92947" y="5428"/>
                </a:cubicBezTo>
                <a:lnTo>
                  <a:pt x="96931" y="54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72E86D-AF12-4859-BC24-D1F60DF79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154719"/>
            <a:ext cx="108674" cy="72106"/>
          </a:xfrm>
          <a:custGeom xmlns:a="http://schemas.openxmlformats.org/drawingml/2006/main">
            <a:pathLst>
              <a:path w="108674" h="72106">
                <a:moveTo>
                  <a:pt x="0" y="0"/>
                </a:moveTo>
                <a:lnTo>
                  <a:pt x="108674" y="0"/>
                </a:lnTo>
                <a:lnTo>
                  <a:pt x="108674" y="72106"/>
                </a:lnTo>
                <a:lnTo>
                  <a:pt x="0" y="721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9814A9-C476-4730-859E-804D3C0F8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154721"/>
            <a:ext cx="108675" cy="72106"/>
          </a:xfrm>
          <a:custGeom xmlns:a="http://schemas.openxmlformats.org/drawingml/2006/main">
            <a:pathLst>
              <a:path w="108675" h="72106" fill="none">
                <a:moveTo>
                  <a:pt x="0" y="0"/>
                </a:moveTo>
                <a:lnTo>
                  <a:pt x="108675" y="0"/>
                </a:lnTo>
                <a:lnTo>
                  <a:pt x="108675" y="72106"/>
                </a:lnTo>
                <a:lnTo>
                  <a:pt x="0" y="721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22" name="Text Drosophilidae">
            <a:extLst xmlns:a="http://schemas.openxmlformats.org/drawingml/2006/main">
              <a:ext uri="{FF2B5EF4-FFF2-40B4-BE49-F238E27FC236}">
                <a16:creationId xmlns:a16="http://schemas.microsoft.com/office/drawing/2014/main" id="{D5CEB727-4082-401D-8897-B777AB247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145" y="1179474"/>
            <a:ext cx="62157" cy="8936"/>
          </a:xfrm>
          <a:custGeom xmlns:a="http://schemas.openxmlformats.org/drawingml/2006/main">
            <a:pathLst>
              <a:path w="62157" h="8936">
                <a:moveTo>
                  <a:pt x="5712" y="3689"/>
                </a:moveTo>
                <a:cubicBezTo>
                  <a:pt x="5712" y="4304"/>
                  <a:pt x="5578" y="4862"/>
                  <a:pt x="5310" y="5361"/>
                </a:cubicBezTo>
                <a:cubicBezTo>
                  <a:pt x="5042" y="5861"/>
                  <a:pt x="4686" y="6249"/>
                  <a:pt x="4241" y="6525"/>
                </a:cubicBezTo>
                <a:cubicBezTo>
                  <a:pt x="3932" y="6715"/>
                  <a:pt x="3588" y="6853"/>
                  <a:pt x="3208" y="6938"/>
                </a:cubicBezTo>
                <a:cubicBezTo>
                  <a:pt x="2828" y="7023"/>
                  <a:pt x="2328" y="7065"/>
                  <a:pt x="1707" y="7065"/>
                </a:cubicBezTo>
                <a:lnTo>
                  <a:pt x="0" y="7065"/>
                </a:lnTo>
                <a:lnTo>
                  <a:pt x="0" y="300"/>
                </a:lnTo>
                <a:lnTo>
                  <a:pt x="1689" y="300"/>
                </a:lnTo>
                <a:cubicBezTo>
                  <a:pt x="2349" y="300"/>
                  <a:pt x="2873" y="347"/>
                  <a:pt x="3262" y="443"/>
                </a:cubicBezTo>
                <a:cubicBezTo>
                  <a:pt x="3651" y="538"/>
                  <a:pt x="3981" y="669"/>
                  <a:pt x="4250" y="836"/>
                </a:cubicBezTo>
                <a:cubicBezTo>
                  <a:pt x="4710" y="1124"/>
                  <a:pt x="5069" y="1507"/>
                  <a:pt x="5326" y="1985"/>
                </a:cubicBezTo>
                <a:cubicBezTo>
                  <a:pt x="5584" y="2464"/>
                  <a:pt x="5712" y="3032"/>
                  <a:pt x="5712" y="3689"/>
                </a:cubicBezTo>
                <a:moveTo>
                  <a:pt x="4772" y="3676"/>
                </a:moveTo>
                <a:cubicBezTo>
                  <a:pt x="4772" y="3147"/>
                  <a:pt x="4680" y="2702"/>
                  <a:pt x="4495" y="2340"/>
                </a:cubicBezTo>
                <a:cubicBezTo>
                  <a:pt x="4311" y="1977"/>
                  <a:pt x="4035" y="1692"/>
                  <a:pt x="3669" y="1484"/>
                </a:cubicBezTo>
                <a:cubicBezTo>
                  <a:pt x="3402" y="1333"/>
                  <a:pt x="3119" y="1228"/>
                  <a:pt x="2820" y="1169"/>
                </a:cubicBezTo>
                <a:cubicBezTo>
                  <a:pt x="2520" y="1110"/>
                  <a:pt x="2161" y="1081"/>
                  <a:pt x="1744" y="1081"/>
                </a:cubicBezTo>
                <a:lnTo>
                  <a:pt x="899" y="1081"/>
                </a:lnTo>
                <a:lnTo>
                  <a:pt x="899" y="6284"/>
                </a:lnTo>
                <a:lnTo>
                  <a:pt x="1744" y="6284"/>
                </a:lnTo>
                <a:cubicBezTo>
                  <a:pt x="2176" y="6284"/>
                  <a:pt x="2554" y="6253"/>
                  <a:pt x="2877" y="6189"/>
                </a:cubicBezTo>
                <a:cubicBezTo>
                  <a:pt x="3199" y="6126"/>
                  <a:pt x="3495" y="6008"/>
                  <a:pt x="3764" y="5836"/>
                </a:cubicBezTo>
                <a:cubicBezTo>
                  <a:pt x="4100" y="5622"/>
                  <a:pt x="4352" y="5339"/>
                  <a:pt x="4520" y="4989"/>
                </a:cubicBezTo>
                <a:cubicBezTo>
                  <a:pt x="4688" y="4639"/>
                  <a:pt x="4772" y="4201"/>
                  <a:pt x="4772" y="3676"/>
                </a:cubicBezTo>
                <a:close/>
                <a:moveTo>
                  <a:pt x="10262" y="2915"/>
                </a:moveTo>
                <a:lnTo>
                  <a:pt x="10217" y="2915"/>
                </a:lnTo>
                <a:cubicBezTo>
                  <a:pt x="10089" y="2886"/>
                  <a:pt x="9966" y="2866"/>
                  <a:pt x="9847" y="2853"/>
                </a:cubicBezTo>
                <a:cubicBezTo>
                  <a:pt x="9727" y="2840"/>
                  <a:pt x="9585" y="2833"/>
                  <a:pt x="9422" y="2833"/>
                </a:cubicBezTo>
                <a:cubicBezTo>
                  <a:pt x="9159" y="2833"/>
                  <a:pt x="8904" y="2892"/>
                  <a:pt x="8659" y="3008"/>
                </a:cubicBezTo>
                <a:cubicBezTo>
                  <a:pt x="8414" y="3125"/>
                  <a:pt x="8178" y="3276"/>
                  <a:pt x="7951" y="3461"/>
                </a:cubicBezTo>
                <a:lnTo>
                  <a:pt x="7951" y="7065"/>
                </a:lnTo>
                <a:lnTo>
                  <a:pt x="7097" y="7065"/>
                </a:lnTo>
                <a:lnTo>
                  <a:pt x="7097" y="1989"/>
                </a:lnTo>
                <a:lnTo>
                  <a:pt x="7951" y="1989"/>
                </a:lnTo>
                <a:lnTo>
                  <a:pt x="7951" y="2739"/>
                </a:lnTo>
                <a:cubicBezTo>
                  <a:pt x="8290" y="2466"/>
                  <a:pt x="8589" y="2273"/>
                  <a:pt x="8848" y="2159"/>
                </a:cubicBezTo>
                <a:cubicBezTo>
                  <a:pt x="9106" y="2046"/>
                  <a:pt x="9371" y="1989"/>
                  <a:pt x="9640" y="1989"/>
                </a:cubicBezTo>
                <a:cubicBezTo>
                  <a:pt x="9788" y="1989"/>
                  <a:pt x="9896" y="1993"/>
                  <a:pt x="9962" y="2000"/>
                </a:cubicBezTo>
                <a:cubicBezTo>
                  <a:pt x="10029" y="2008"/>
                  <a:pt x="10129" y="2022"/>
                  <a:pt x="10262" y="2043"/>
                </a:cubicBezTo>
                <a:lnTo>
                  <a:pt x="10262" y="2915"/>
                </a:lnTo>
                <a:close/>
                <a:moveTo>
                  <a:pt x="15388" y="4529"/>
                </a:moveTo>
                <a:cubicBezTo>
                  <a:pt x="15388" y="5358"/>
                  <a:pt x="15176" y="6012"/>
                  <a:pt x="14753" y="6491"/>
                </a:cubicBezTo>
                <a:cubicBezTo>
                  <a:pt x="14329" y="6971"/>
                  <a:pt x="13761" y="7211"/>
                  <a:pt x="13050" y="7211"/>
                </a:cubicBezTo>
                <a:cubicBezTo>
                  <a:pt x="12332" y="7211"/>
                  <a:pt x="11763" y="6971"/>
                  <a:pt x="11340" y="6491"/>
                </a:cubicBezTo>
                <a:cubicBezTo>
                  <a:pt x="10918" y="6012"/>
                  <a:pt x="10707" y="5358"/>
                  <a:pt x="10707" y="4529"/>
                </a:cubicBezTo>
                <a:cubicBezTo>
                  <a:pt x="10707" y="3701"/>
                  <a:pt x="10918" y="3046"/>
                  <a:pt x="11340" y="2565"/>
                </a:cubicBezTo>
                <a:cubicBezTo>
                  <a:pt x="11763" y="2084"/>
                  <a:pt x="12332" y="1844"/>
                  <a:pt x="13050" y="1844"/>
                </a:cubicBezTo>
                <a:cubicBezTo>
                  <a:pt x="13761" y="1844"/>
                  <a:pt x="14329" y="2084"/>
                  <a:pt x="14753" y="2565"/>
                </a:cubicBezTo>
                <a:cubicBezTo>
                  <a:pt x="15176" y="3046"/>
                  <a:pt x="15388" y="3701"/>
                  <a:pt x="15388" y="4529"/>
                </a:cubicBezTo>
                <a:moveTo>
                  <a:pt x="14507" y="4529"/>
                </a:moveTo>
                <a:cubicBezTo>
                  <a:pt x="14507" y="3873"/>
                  <a:pt x="14379" y="3386"/>
                  <a:pt x="14121" y="3067"/>
                </a:cubicBezTo>
                <a:cubicBezTo>
                  <a:pt x="13864" y="2748"/>
                  <a:pt x="13507" y="2588"/>
                  <a:pt x="13050" y="2588"/>
                </a:cubicBezTo>
                <a:cubicBezTo>
                  <a:pt x="12587" y="2588"/>
                  <a:pt x="12227" y="2748"/>
                  <a:pt x="11971" y="3067"/>
                </a:cubicBezTo>
                <a:cubicBezTo>
                  <a:pt x="11716" y="3386"/>
                  <a:pt x="11588" y="3873"/>
                  <a:pt x="11588" y="4529"/>
                </a:cubicBezTo>
                <a:cubicBezTo>
                  <a:pt x="11588" y="5164"/>
                  <a:pt x="11716" y="5646"/>
                  <a:pt x="11974" y="5974"/>
                </a:cubicBezTo>
                <a:cubicBezTo>
                  <a:pt x="12231" y="6302"/>
                  <a:pt x="12590" y="6466"/>
                  <a:pt x="13050" y="6466"/>
                </a:cubicBezTo>
                <a:cubicBezTo>
                  <a:pt x="13504" y="6466"/>
                  <a:pt x="13860" y="6303"/>
                  <a:pt x="14119" y="5978"/>
                </a:cubicBezTo>
                <a:cubicBezTo>
                  <a:pt x="14378" y="5653"/>
                  <a:pt x="14507" y="5170"/>
                  <a:pt x="14507" y="4529"/>
                </a:cubicBezTo>
                <a:close/>
                <a:moveTo>
                  <a:pt x="20333" y="5600"/>
                </a:moveTo>
                <a:cubicBezTo>
                  <a:pt x="20333" y="6063"/>
                  <a:pt x="20142" y="6442"/>
                  <a:pt x="19759" y="6739"/>
                </a:cubicBezTo>
                <a:cubicBezTo>
                  <a:pt x="19376" y="7035"/>
                  <a:pt x="18853" y="7183"/>
                  <a:pt x="18190" y="7183"/>
                </a:cubicBezTo>
                <a:cubicBezTo>
                  <a:pt x="17815" y="7183"/>
                  <a:pt x="17470" y="7139"/>
                  <a:pt x="17157" y="7049"/>
                </a:cubicBezTo>
                <a:cubicBezTo>
                  <a:pt x="16844" y="6959"/>
                  <a:pt x="16581" y="6861"/>
                  <a:pt x="16369" y="6755"/>
                </a:cubicBezTo>
                <a:lnTo>
                  <a:pt x="16369" y="5794"/>
                </a:lnTo>
                <a:lnTo>
                  <a:pt x="16415" y="5794"/>
                </a:lnTo>
                <a:cubicBezTo>
                  <a:pt x="16684" y="5999"/>
                  <a:pt x="16984" y="6163"/>
                  <a:pt x="17314" y="6284"/>
                </a:cubicBezTo>
                <a:cubicBezTo>
                  <a:pt x="17644" y="6405"/>
                  <a:pt x="17960" y="6466"/>
                  <a:pt x="18263" y="6466"/>
                </a:cubicBezTo>
                <a:cubicBezTo>
                  <a:pt x="18638" y="6466"/>
                  <a:pt x="18932" y="6405"/>
                  <a:pt x="19144" y="6284"/>
                </a:cubicBezTo>
                <a:cubicBezTo>
                  <a:pt x="19355" y="6162"/>
                  <a:pt x="19461" y="5970"/>
                  <a:pt x="19461" y="5709"/>
                </a:cubicBezTo>
                <a:cubicBezTo>
                  <a:pt x="19461" y="5509"/>
                  <a:pt x="19404" y="5358"/>
                  <a:pt x="19289" y="5255"/>
                </a:cubicBezTo>
                <a:cubicBezTo>
                  <a:pt x="19174" y="5152"/>
                  <a:pt x="18953" y="5065"/>
                  <a:pt x="18626" y="4992"/>
                </a:cubicBezTo>
                <a:cubicBezTo>
                  <a:pt x="18505" y="4965"/>
                  <a:pt x="18347" y="4933"/>
                  <a:pt x="18151" y="4897"/>
                </a:cubicBezTo>
                <a:cubicBezTo>
                  <a:pt x="17956" y="4861"/>
                  <a:pt x="17778" y="4821"/>
                  <a:pt x="17618" y="4779"/>
                </a:cubicBezTo>
                <a:cubicBezTo>
                  <a:pt x="17173" y="4661"/>
                  <a:pt x="16857" y="4488"/>
                  <a:pt x="16671" y="4259"/>
                </a:cubicBezTo>
                <a:cubicBezTo>
                  <a:pt x="16485" y="4031"/>
                  <a:pt x="16392" y="3751"/>
                  <a:pt x="16392" y="3418"/>
                </a:cubicBezTo>
                <a:cubicBezTo>
                  <a:pt x="16392" y="3209"/>
                  <a:pt x="16435" y="3013"/>
                  <a:pt x="16521" y="2828"/>
                </a:cubicBezTo>
                <a:cubicBezTo>
                  <a:pt x="16608" y="2644"/>
                  <a:pt x="16738" y="2479"/>
                  <a:pt x="16914" y="2333"/>
                </a:cubicBezTo>
                <a:cubicBezTo>
                  <a:pt x="17084" y="2191"/>
                  <a:pt x="17299" y="2079"/>
                  <a:pt x="17561" y="1996"/>
                </a:cubicBezTo>
                <a:cubicBezTo>
                  <a:pt x="17823" y="1912"/>
                  <a:pt x="18116" y="1871"/>
                  <a:pt x="18440" y="1871"/>
                </a:cubicBezTo>
                <a:cubicBezTo>
                  <a:pt x="18742" y="1871"/>
                  <a:pt x="19049" y="1908"/>
                  <a:pt x="19359" y="1982"/>
                </a:cubicBezTo>
                <a:cubicBezTo>
                  <a:pt x="19669" y="2055"/>
                  <a:pt x="19928" y="2145"/>
                  <a:pt x="20133" y="2251"/>
                </a:cubicBezTo>
                <a:lnTo>
                  <a:pt x="20133" y="3160"/>
                </a:lnTo>
                <a:lnTo>
                  <a:pt x="20088" y="3160"/>
                </a:lnTo>
                <a:cubicBezTo>
                  <a:pt x="19870" y="3000"/>
                  <a:pt x="19605" y="2864"/>
                  <a:pt x="19293" y="2754"/>
                </a:cubicBezTo>
                <a:cubicBezTo>
                  <a:pt x="18982" y="2643"/>
                  <a:pt x="18676" y="2588"/>
                  <a:pt x="18376" y="2588"/>
                </a:cubicBezTo>
                <a:cubicBezTo>
                  <a:pt x="18064" y="2588"/>
                  <a:pt x="17801" y="2648"/>
                  <a:pt x="17586" y="2768"/>
                </a:cubicBezTo>
                <a:cubicBezTo>
                  <a:pt x="17371" y="2889"/>
                  <a:pt x="17264" y="3067"/>
                  <a:pt x="17264" y="3304"/>
                </a:cubicBezTo>
                <a:cubicBezTo>
                  <a:pt x="17264" y="3513"/>
                  <a:pt x="17329" y="3670"/>
                  <a:pt x="17459" y="3776"/>
                </a:cubicBezTo>
                <a:cubicBezTo>
                  <a:pt x="17586" y="3882"/>
                  <a:pt x="17792" y="3968"/>
                  <a:pt x="18076" y="4035"/>
                </a:cubicBezTo>
                <a:cubicBezTo>
                  <a:pt x="18234" y="4071"/>
                  <a:pt x="18410" y="4107"/>
                  <a:pt x="18605" y="4144"/>
                </a:cubicBezTo>
                <a:cubicBezTo>
                  <a:pt x="18801" y="4180"/>
                  <a:pt x="18963" y="4213"/>
                  <a:pt x="19094" y="4244"/>
                </a:cubicBezTo>
                <a:cubicBezTo>
                  <a:pt x="19490" y="4334"/>
                  <a:pt x="19796" y="4490"/>
                  <a:pt x="20011" y="4711"/>
                </a:cubicBezTo>
                <a:cubicBezTo>
                  <a:pt x="20226" y="4935"/>
                  <a:pt x="20333" y="5231"/>
                  <a:pt x="20333" y="5600"/>
                </a:cubicBezTo>
                <a:close/>
                <a:moveTo>
                  <a:pt x="25877" y="4529"/>
                </a:moveTo>
                <a:cubicBezTo>
                  <a:pt x="25877" y="5358"/>
                  <a:pt x="25665" y="6012"/>
                  <a:pt x="25242" y="6491"/>
                </a:cubicBezTo>
                <a:cubicBezTo>
                  <a:pt x="24818" y="6971"/>
                  <a:pt x="24250" y="7211"/>
                  <a:pt x="23539" y="7211"/>
                </a:cubicBezTo>
                <a:cubicBezTo>
                  <a:pt x="22821" y="7211"/>
                  <a:pt x="22252" y="6971"/>
                  <a:pt x="21829" y="6491"/>
                </a:cubicBezTo>
                <a:cubicBezTo>
                  <a:pt x="21407" y="6012"/>
                  <a:pt x="21196" y="5358"/>
                  <a:pt x="21196" y="4529"/>
                </a:cubicBezTo>
                <a:cubicBezTo>
                  <a:pt x="21196" y="3701"/>
                  <a:pt x="21407" y="3046"/>
                  <a:pt x="21829" y="2565"/>
                </a:cubicBezTo>
                <a:cubicBezTo>
                  <a:pt x="22252" y="2084"/>
                  <a:pt x="22821" y="1844"/>
                  <a:pt x="23539" y="1844"/>
                </a:cubicBezTo>
                <a:cubicBezTo>
                  <a:pt x="24250" y="1844"/>
                  <a:pt x="24818" y="2084"/>
                  <a:pt x="25242" y="2565"/>
                </a:cubicBezTo>
                <a:cubicBezTo>
                  <a:pt x="25665" y="3046"/>
                  <a:pt x="25877" y="3701"/>
                  <a:pt x="25877" y="4529"/>
                </a:cubicBezTo>
                <a:moveTo>
                  <a:pt x="24996" y="4529"/>
                </a:moveTo>
                <a:cubicBezTo>
                  <a:pt x="24996" y="3873"/>
                  <a:pt x="24868" y="3386"/>
                  <a:pt x="24610" y="3067"/>
                </a:cubicBezTo>
                <a:cubicBezTo>
                  <a:pt x="24353" y="2748"/>
                  <a:pt x="23996" y="2588"/>
                  <a:pt x="23539" y="2588"/>
                </a:cubicBezTo>
                <a:cubicBezTo>
                  <a:pt x="23076" y="2588"/>
                  <a:pt x="22716" y="2748"/>
                  <a:pt x="22460" y="3067"/>
                </a:cubicBezTo>
                <a:cubicBezTo>
                  <a:pt x="22205" y="3386"/>
                  <a:pt x="22077" y="3873"/>
                  <a:pt x="22077" y="4529"/>
                </a:cubicBezTo>
                <a:cubicBezTo>
                  <a:pt x="22077" y="5164"/>
                  <a:pt x="22205" y="5646"/>
                  <a:pt x="22463" y="5974"/>
                </a:cubicBezTo>
                <a:cubicBezTo>
                  <a:pt x="22720" y="6302"/>
                  <a:pt x="23079" y="6466"/>
                  <a:pt x="23539" y="6466"/>
                </a:cubicBezTo>
                <a:cubicBezTo>
                  <a:pt x="23993" y="6466"/>
                  <a:pt x="24349" y="6303"/>
                  <a:pt x="24608" y="5978"/>
                </a:cubicBezTo>
                <a:cubicBezTo>
                  <a:pt x="24867" y="5653"/>
                  <a:pt x="24996" y="5170"/>
                  <a:pt x="24996" y="4529"/>
                </a:cubicBezTo>
                <a:close/>
                <a:moveTo>
                  <a:pt x="31662" y="4463"/>
                </a:moveTo>
                <a:cubicBezTo>
                  <a:pt x="31662" y="4876"/>
                  <a:pt x="31603" y="5253"/>
                  <a:pt x="31485" y="5594"/>
                </a:cubicBezTo>
                <a:cubicBezTo>
                  <a:pt x="31367" y="5935"/>
                  <a:pt x="31200" y="6224"/>
                  <a:pt x="30986" y="6460"/>
                </a:cubicBezTo>
                <a:cubicBezTo>
                  <a:pt x="30786" y="6685"/>
                  <a:pt x="30550" y="6858"/>
                  <a:pt x="30279" y="6981"/>
                </a:cubicBezTo>
                <a:cubicBezTo>
                  <a:pt x="30009" y="7104"/>
                  <a:pt x="29722" y="7165"/>
                  <a:pt x="29419" y="7165"/>
                </a:cubicBezTo>
                <a:cubicBezTo>
                  <a:pt x="29156" y="7165"/>
                  <a:pt x="28917" y="7136"/>
                  <a:pt x="28704" y="7079"/>
                </a:cubicBezTo>
                <a:cubicBezTo>
                  <a:pt x="28490" y="7021"/>
                  <a:pt x="28273" y="6932"/>
                  <a:pt x="28052" y="6810"/>
                </a:cubicBezTo>
                <a:lnTo>
                  <a:pt x="28052" y="8936"/>
                </a:lnTo>
                <a:lnTo>
                  <a:pt x="27199" y="8936"/>
                </a:lnTo>
                <a:lnTo>
                  <a:pt x="27199" y="1989"/>
                </a:lnTo>
                <a:lnTo>
                  <a:pt x="28052" y="1989"/>
                </a:lnTo>
                <a:lnTo>
                  <a:pt x="28052" y="2517"/>
                </a:lnTo>
                <a:cubicBezTo>
                  <a:pt x="28279" y="2326"/>
                  <a:pt x="28534" y="2166"/>
                  <a:pt x="28817" y="2037"/>
                </a:cubicBezTo>
                <a:cubicBezTo>
                  <a:pt x="29100" y="1908"/>
                  <a:pt x="29402" y="1844"/>
                  <a:pt x="29723" y="1844"/>
                </a:cubicBezTo>
                <a:cubicBezTo>
                  <a:pt x="30335" y="1844"/>
                  <a:pt x="30811" y="2075"/>
                  <a:pt x="31151" y="2537"/>
                </a:cubicBezTo>
                <a:cubicBezTo>
                  <a:pt x="31492" y="3000"/>
                  <a:pt x="31662" y="3642"/>
                  <a:pt x="31662" y="4463"/>
                </a:cubicBezTo>
                <a:moveTo>
                  <a:pt x="30781" y="4486"/>
                </a:moveTo>
                <a:cubicBezTo>
                  <a:pt x="30781" y="3875"/>
                  <a:pt x="30677" y="3418"/>
                  <a:pt x="30468" y="3115"/>
                </a:cubicBezTo>
                <a:cubicBezTo>
                  <a:pt x="30259" y="2812"/>
                  <a:pt x="29938" y="2661"/>
                  <a:pt x="29505" y="2661"/>
                </a:cubicBezTo>
                <a:cubicBezTo>
                  <a:pt x="29260" y="2661"/>
                  <a:pt x="29013" y="2714"/>
                  <a:pt x="28765" y="2820"/>
                </a:cubicBezTo>
                <a:cubicBezTo>
                  <a:pt x="28517" y="2926"/>
                  <a:pt x="28279" y="3065"/>
                  <a:pt x="28052" y="3238"/>
                </a:cubicBezTo>
                <a:lnTo>
                  <a:pt x="28052" y="6112"/>
                </a:lnTo>
                <a:cubicBezTo>
                  <a:pt x="28294" y="6221"/>
                  <a:pt x="28503" y="6295"/>
                  <a:pt x="28677" y="6334"/>
                </a:cubicBezTo>
                <a:cubicBezTo>
                  <a:pt x="28851" y="6374"/>
                  <a:pt x="29048" y="6393"/>
                  <a:pt x="29269" y="6393"/>
                </a:cubicBezTo>
                <a:cubicBezTo>
                  <a:pt x="29744" y="6393"/>
                  <a:pt x="30115" y="6233"/>
                  <a:pt x="30382" y="5912"/>
                </a:cubicBezTo>
                <a:cubicBezTo>
                  <a:pt x="30648" y="5591"/>
                  <a:pt x="30781" y="5116"/>
                  <a:pt x="30781" y="4486"/>
                </a:cubicBezTo>
                <a:close/>
                <a:moveTo>
                  <a:pt x="37233" y="7065"/>
                </a:moveTo>
                <a:lnTo>
                  <a:pt x="36380" y="7065"/>
                </a:lnTo>
                <a:lnTo>
                  <a:pt x="36380" y="4174"/>
                </a:lnTo>
                <a:cubicBezTo>
                  <a:pt x="36380" y="3941"/>
                  <a:pt x="36366" y="3722"/>
                  <a:pt x="36339" y="3518"/>
                </a:cubicBezTo>
                <a:cubicBezTo>
                  <a:pt x="36312" y="3313"/>
                  <a:pt x="36262" y="3153"/>
                  <a:pt x="36189" y="3038"/>
                </a:cubicBezTo>
                <a:cubicBezTo>
                  <a:pt x="36113" y="2911"/>
                  <a:pt x="36004" y="2816"/>
                  <a:pt x="35862" y="2754"/>
                </a:cubicBezTo>
                <a:cubicBezTo>
                  <a:pt x="35720" y="2692"/>
                  <a:pt x="35535" y="2661"/>
                  <a:pt x="35308" y="2661"/>
                </a:cubicBezTo>
                <a:cubicBezTo>
                  <a:pt x="35075" y="2661"/>
                  <a:pt x="34831" y="2718"/>
                  <a:pt x="34577" y="2834"/>
                </a:cubicBezTo>
                <a:cubicBezTo>
                  <a:pt x="34323" y="2949"/>
                  <a:pt x="34079" y="3096"/>
                  <a:pt x="33846" y="3274"/>
                </a:cubicBezTo>
                <a:lnTo>
                  <a:pt x="33846" y="7065"/>
                </a:lnTo>
                <a:lnTo>
                  <a:pt x="32992" y="7065"/>
                </a:lnTo>
                <a:lnTo>
                  <a:pt x="32992" y="0"/>
                </a:lnTo>
                <a:lnTo>
                  <a:pt x="33846" y="0"/>
                </a:lnTo>
                <a:lnTo>
                  <a:pt x="33846" y="2549"/>
                </a:lnTo>
                <a:cubicBezTo>
                  <a:pt x="34112" y="2327"/>
                  <a:pt x="34388" y="2154"/>
                  <a:pt x="34672" y="2030"/>
                </a:cubicBezTo>
                <a:cubicBezTo>
                  <a:pt x="34957" y="1906"/>
                  <a:pt x="35249" y="1844"/>
                  <a:pt x="35549" y="1844"/>
                </a:cubicBezTo>
                <a:cubicBezTo>
                  <a:pt x="36097" y="1844"/>
                  <a:pt x="36514" y="2009"/>
                  <a:pt x="36802" y="2339"/>
                </a:cubicBezTo>
                <a:cubicBezTo>
                  <a:pt x="37090" y="2670"/>
                  <a:pt x="37233" y="3146"/>
                  <a:pt x="37233" y="3768"/>
                </a:cubicBezTo>
                <a:lnTo>
                  <a:pt x="37233" y="7065"/>
                </a:lnTo>
                <a:close/>
                <a:moveTo>
                  <a:pt x="39794" y="1144"/>
                </a:moveTo>
                <a:lnTo>
                  <a:pt x="38832" y="1144"/>
                </a:lnTo>
                <a:lnTo>
                  <a:pt x="38832" y="254"/>
                </a:lnTo>
                <a:lnTo>
                  <a:pt x="39794" y="254"/>
                </a:lnTo>
                <a:lnTo>
                  <a:pt x="39794" y="1144"/>
                </a:lnTo>
                <a:moveTo>
                  <a:pt x="39740" y="7065"/>
                </a:moveTo>
                <a:lnTo>
                  <a:pt x="38886" y="7065"/>
                </a:lnTo>
                <a:lnTo>
                  <a:pt x="38886" y="1989"/>
                </a:lnTo>
                <a:lnTo>
                  <a:pt x="39740" y="1989"/>
                </a:lnTo>
                <a:lnTo>
                  <a:pt x="39740" y="7065"/>
                </a:lnTo>
                <a:close/>
                <a:moveTo>
                  <a:pt x="42292" y="7065"/>
                </a:moveTo>
                <a:lnTo>
                  <a:pt x="41438" y="7065"/>
                </a:lnTo>
                <a:lnTo>
                  <a:pt x="41438" y="0"/>
                </a:lnTo>
                <a:lnTo>
                  <a:pt x="42292" y="0"/>
                </a:lnTo>
                <a:lnTo>
                  <a:pt x="42292" y="7065"/>
                </a:lnTo>
                <a:close/>
                <a:moveTo>
                  <a:pt x="44898" y="1144"/>
                </a:moveTo>
                <a:lnTo>
                  <a:pt x="43935" y="1144"/>
                </a:lnTo>
                <a:lnTo>
                  <a:pt x="43935" y="254"/>
                </a:lnTo>
                <a:lnTo>
                  <a:pt x="44898" y="254"/>
                </a:lnTo>
                <a:lnTo>
                  <a:pt x="44898" y="1144"/>
                </a:lnTo>
                <a:moveTo>
                  <a:pt x="44843" y="7065"/>
                </a:moveTo>
                <a:lnTo>
                  <a:pt x="43990" y="7065"/>
                </a:lnTo>
                <a:lnTo>
                  <a:pt x="43990" y="1989"/>
                </a:lnTo>
                <a:lnTo>
                  <a:pt x="44843" y="1989"/>
                </a:lnTo>
                <a:lnTo>
                  <a:pt x="44843" y="7065"/>
                </a:lnTo>
                <a:close/>
                <a:moveTo>
                  <a:pt x="50646" y="7065"/>
                </a:moveTo>
                <a:lnTo>
                  <a:pt x="49793" y="7065"/>
                </a:lnTo>
                <a:lnTo>
                  <a:pt x="49793" y="6537"/>
                </a:lnTo>
                <a:cubicBezTo>
                  <a:pt x="49548" y="6749"/>
                  <a:pt x="49292" y="6915"/>
                  <a:pt x="49025" y="7033"/>
                </a:cubicBezTo>
                <a:cubicBezTo>
                  <a:pt x="48759" y="7151"/>
                  <a:pt x="48470" y="7211"/>
                  <a:pt x="48158" y="7211"/>
                </a:cubicBezTo>
                <a:cubicBezTo>
                  <a:pt x="47553" y="7211"/>
                  <a:pt x="47072" y="6977"/>
                  <a:pt x="46716" y="6510"/>
                </a:cubicBezTo>
                <a:cubicBezTo>
                  <a:pt x="46361" y="6042"/>
                  <a:pt x="46183" y="5394"/>
                  <a:pt x="46183" y="4566"/>
                </a:cubicBezTo>
                <a:cubicBezTo>
                  <a:pt x="46183" y="4135"/>
                  <a:pt x="46244" y="3751"/>
                  <a:pt x="46367" y="3414"/>
                </a:cubicBezTo>
                <a:cubicBezTo>
                  <a:pt x="46489" y="3077"/>
                  <a:pt x="46655" y="2790"/>
                  <a:pt x="46864" y="2554"/>
                </a:cubicBezTo>
                <a:cubicBezTo>
                  <a:pt x="47070" y="2323"/>
                  <a:pt x="47310" y="2147"/>
                  <a:pt x="47584" y="2026"/>
                </a:cubicBezTo>
                <a:cubicBezTo>
                  <a:pt x="47858" y="1904"/>
                  <a:pt x="48141" y="1844"/>
                  <a:pt x="48435" y="1844"/>
                </a:cubicBezTo>
                <a:cubicBezTo>
                  <a:pt x="48702" y="1844"/>
                  <a:pt x="48938" y="1872"/>
                  <a:pt x="49143" y="1928"/>
                </a:cubicBezTo>
                <a:cubicBezTo>
                  <a:pt x="49349" y="1984"/>
                  <a:pt x="49566" y="2071"/>
                  <a:pt x="49793" y="2189"/>
                </a:cubicBezTo>
                <a:lnTo>
                  <a:pt x="49793" y="0"/>
                </a:lnTo>
                <a:lnTo>
                  <a:pt x="50646" y="0"/>
                </a:lnTo>
                <a:lnTo>
                  <a:pt x="50646" y="7065"/>
                </a:lnTo>
                <a:moveTo>
                  <a:pt x="49793" y="5817"/>
                </a:moveTo>
                <a:lnTo>
                  <a:pt x="49793" y="2906"/>
                </a:lnTo>
                <a:cubicBezTo>
                  <a:pt x="49563" y="2803"/>
                  <a:pt x="49357" y="2732"/>
                  <a:pt x="49175" y="2693"/>
                </a:cubicBezTo>
                <a:cubicBezTo>
                  <a:pt x="48994" y="2653"/>
                  <a:pt x="48795" y="2634"/>
                  <a:pt x="48580" y="2634"/>
                </a:cubicBezTo>
                <a:cubicBezTo>
                  <a:pt x="48102" y="2634"/>
                  <a:pt x="47730" y="2800"/>
                  <a:pt x="47463" y="3133"/>
                </a:cubicBezTo>
                <a:cubicBezTo>
                  <a:pt x="47197" y="3466"/>
                  <a:pt x="47064" y="3938"/>
                  <a:pt x="47064" y="4550"/>
                </a:cubicBezTo>
                <a:cubicBezTo>
                  <a:pt x="47064" y="5152"/>
                  <a:pt x="47167" y="5610"/>
                  <a:pt x="47373" y="5923"/>
                </a:cubicBezTo>
                <a:cubicBezTo>
                  <a:pt x="47578" y="6237"/>
                  <a:pt x="47908" y="6393"/>
                  <a:pt x="48362" y="6393"/>
                </a:cubicBezTo>
                <a:cubicBezTo>
                  <a:pt x="48605" y="6393"/>
                  <a:pt x="48850" y="6340"/>
                  <a:pt x="49098" y="6232"/>
                </a:cubicBezTo>
                <a:cubicBezTo>
                  <a:pt x="49346" y="6125"/>
                  <a:pt x="49578" y="5986"/>
                  <a:pt x="49793" y="5817"/>
                </a:cubicBezTo>
                <a:close/>
                <a:moveTo>
                  <a:pt x="56268" y="7065"/>
                </a:moveTo>
                <a:lnTo>
                  <a:pt x="55419" y="7065"/>
                </a:lnTo>
                <a:lnTo>
                  <a:pt x="55419" y="6529"/>
                </a:lnTo>
                <a:cubicBezTo>
                  <a:pt x="55343" y="6580"/>
                  <a:pt x="55241" y="6652"/>
                  <a:pt x="55112" y="6745"/>
                </a:cubicBezTo>
                <a:cubicBezTo>
                  <a:pt x="54983" y="6837"/>
                  <a:pt x="54859" y="6911"/>
                  <a:pt x="54738" y="6965"/>
                </a:cubicBezTo>
                <a:cubicBezTo>
                  <a:pt x="54595" y="7035"/>
                  <a:pt x="54432" y="7093"/>
                  <a:pt x="54247" y="7140"/>
                </a:cubicBezTo>
                <a:cubicBezTo>
                  <a:pt x="54062" y="7187"/>
                  <a:pt x="53846" y="7211"/>
                  <a:pt x="53598" y="7211"/>
                </a:cubicBezTo>
                <a:cubicBezTo>
                  <a:pt x="53141" y="7211"/>
                  <a:pt x="52753" y="7059"/>
                  <a:pt x="52435" y="6756"/>
                </a:cubicBezTo>
                <a:cubicBezTo>
                  <a:pt x="52118" y="6453"/>
                  <a:pt x="51959" y="6066"/>
                  <a:pt x="51959" y="5597"/>
                </a:cubicBezTo>
                <a:cubicBezTo>
                  <a:pt x="51959" y="5212"/>
                  <a:pt x="52041" y="4900"/>
                  <a:pt x="52206" y="4662"/>
                </a:cubicBezTo>
                <a:cubicBezTo>
                  <a:pt x="52371" y="4424"/>
                  <a:pt x="52606" y="4237"/>
                  <a:pt x="52912" y="4101"/>
                </a:cubicBezTo>
                <a:cubicBezTo>
                  <a:pt x="53221" y="3964"/>
                  <a:pt x="53592" y="3872"/>
                  <a:pt x="54025" y="3823"/>
                </a:cubicBezTo>
                <a:cubicBezTo>
                  <a:pt x="54458" y="3775"/>
                  <a:pt x="54922" y="3738"/>
                  <a:pt x="55419" y="3714"/>
                </a:cubicBezTo>
                <a:lnTo>
                  <a:pt x="55419" y="3581"/>
                </a:lnTo>
                <a:cubicBezTo>
                  <a:pt x="55419" y="3386"/>
                  <a:pt x="55385" y="3224"/>
                  <a:pt x="55316" y="3096"/>
                </a:cubicBezTo>
                <a:cubicBezTo>
                  <a:pt x="55248" y="2968"/>
                  <a:pt x="55151" y="2867"/>
                  <a:pt x="55024" y="2794"/>
                </a:cubicBezTo>
                <a:cubicBezTo>
                  <a:pt x="54902" y="2724"/>
                  <a:pt x="54757" y="2676"/>
                  <a:pt x="54588" y="2652"/>
                </a:cubicBezTo>
                <a:cubicBezTo>
                  <a:pt x="54418" y="2628"/>
                  <a:pt x="54241" y="2615"/>
                  <a:pt x="54056" y="2615"/>
                </a:cubicBezTo>
                <a:cubicBezTo>
                  <a:pt x="53832" y="2615"/>
                  <a:pt x="53583" y="2646"/>
                  <a:pt x="53307" y="2706"/>
                </a:cubicBezTo>
                <a:cubicBezTo>
                  <a:pt x="53032" y="2767"/>
                  <a:pt x="52747" y="2855"/>
                  <a:pt x="52454" y="2970"/>
                </a:cubicBezTo>
                <a:lnTo>
                  <a:pt x="52408" y="2970"/>
                </a:lnTo>
                <a:lnTo>
                  <a:pt x="52408" y="2102"/>
                </a:lnTo>
                <a:cubicBezTo>
                  <a:pt x="52575" y="2057"/>
                  <a:pt x="52815" y="2007"/>
                  <a:pt x="53130" y="1952"/>
                </a:cubicBezTo>
                <a:cubicBezTo>
                  <a:pt x="53445" y="1898"/>
                  <a:pt x="53755" y="1871"/>
                  <a:pt x="54061" y="1871"/>
                </a:cubicBezTo>
                <a:cubicBezTo>
                  <a:pt x="54418" y="1871"/>
                  <a:pt x="54729" y="1900"/>
                  <a:pt x="54994" y="1959"/>
                </a:cubicBezTo>
                <a:cubicBezTo>
                  <a:pt x="55259" y="2018"/>
                  <a:pt x="55488" y="2119"/>
                  <a:pt x="55682" y="2261"/>
                </a:cubicBezTo>
                <a:cubicBezTo>
                  <a:pt x="55873" y="2401"/>
                  <a:pt x="56018" y="2581"/>
                  <a:pt x="56118" y="2802"/>
                </a:cubicBezTo>
                <a:cubicBezTo>
                  <a:pt x="56218" y="3023"/>
                  <a:pt x="56268" y="3297"/>
                  <a:pt x="56268" y="3623"/>
                </a:cubicBezTo>
                <a:lnTo>
                  <a:pt x="56268" y="7065"/>
                </a:lnTo>
                <a:moveTo>
                  <a:pt x="55419" y="5823"/>
                </a:moveTo>
                <a:lnTo>
                  <a:pt x="55419" y="4404"/>
                </a:lnTo>
                <a:cubicBezTo>
                  <a:pt x="55158" y="4420"/>
                  <a:pt x="54852" y="4443"/>
                  <a:pt x="54499" y="4473"/>
                </a:cubicBezTo>
                <a:cubicBezTo>
                  <a:pt x="54146" y="4503"/>
                  <a:pt x="53867" y="4547"/>
                  <a:pt x="53661" y="4605"/>
                </a:cubicBezTo>
                <a:cubicBezTo>
                  <a:pt x="53416" y="4675"/>
                  <a:pt x="53218" y="4784"/>
                  <a:pt x="53067" y="4931"/>
                </a:cubicBezTo>
                <a:cubicBezTo>
                  <a:pt x="52915" y="5079"/>
                  <a:pt x="52840" y="5282"/>
                  <a:pt x="52840" y="5540"/>
                </a:cubicBezTo>
                <a:cubicBezTo>
                  <a:pt x="52840" y="5832"/>
                  <a:pt x="52927" y="6052"/>
                  <a:pt x="53103" y="6199"/>
                </a:cubicBezTo>
                <a:cubicBezTo>
                  <a:pt x="53278" y="6347"/>
                  <a:pt x="53546" y="6421"/>
                  <a:pt x="53907" y="6421"/>
                </a:cubicBezTo>
                <a:cubicBezTo>
                  <a:pt x="54206" y="6421"/>
                  <a:pt x="54480" y="6362"/>
                  <a:pt x="54728" y="6245"/>
                </a:cubicBezTo>
                <a:cubicBezTo>
                  <a:pt x="54977" y="6128"/>
                  <a:pt x="55207" y="5987"/>
                  <a:pt x="55419" y="5823"/>
                </a:cubicBezTo>
                <a:close/>
                <a:moveTo>
                  <a:pt x="62157" y="4613"/>
                </a:moveTo>
                <a:lnTo>
                  <a:pt x="58420" y="4613"/>
                </a:lnTo>
                <a:cubicBezTo>
                  <a:pt x="58420" y="4926"/>
                  <a:pt x="58467" y="5198"/>
                  <a:pt x="58561" y="5430"/>
                </a:cubicBezTo>
                <a:cubicBezTo>
                  <a:pt x="58655" y="5663"/>
                  <a:pt x="58783" y="5853"/>
                  <a:pt x="58947" y="6002"/>
                </a:cubicBezTo>
                <a:cubicBezTo>
                  <a:pt x="59104" y="6147"/>
                  <a:pt x="59291" y="6257"/>
                  <a:pt x="59507" y="6329"/>
                </a:cubicBezTo>
                <a:cubicBezTo>
                  <a:pt x="59724" y="6402"/>
                  <a:pt x="59962" y="6439"/>
                  <a:pt x="60223" y="6439"/>
                </a:cubicBezTo>
                <a:cubicBezTo>
                  <a:pt x="60568" y="6439"/>
                  <a:pt x="60915" y="6369"/>
                  <a:pt x="61265" y="6231"/>
                </a:cubicBezTo>
                <a:cubicBezTo>
                  <a:pt x="61614" y="6092"/>
                  <a:pt x="61863" y="5955"/>
                  <a:pt x="62012" y="5821"/>
                </a:cubicBezTo>
                <a:lnTo>
                  <a:pt x="62057" y="5821"/>
                </a:lnTo>
                <a:lnTo>
                  <a:pt x="62057" y="6755"/>
                </a:lnTo>
                <a:cubicBezTo>
                  <a:pt x="61769" y="6877"/>
                  <a:pt x="61476" y="6978"/>
                  <a:pt x="61176" y="7060"/>
                </a:cubicBezTo>
                <a:cubicBezTo>
                  <a:pt x="60876" y="7142"/>
                  <a:pt x="60562" y="7183"/>
                  <a:pt x="60232" y="7183"/>
                </a:cubicBezTo>
                <a:cubicBezTo>
                  <a:pt x="59390" y="7183"/>
                  <a:pt x="58733" y="6955"/>
                  <a:pt x="58261" y="6499"/>
                </a:cubicBezTo>
                <a:cubicBezTo>
                  <a:pt x="57789" y="6043"/>
                  <a:pt x="57553" y="5394"/>
                  <a:pt x="57553" y="4554"/>
                </a:cubicBezTo>
                <a:cubicBezTo>
                  <a:pt x="57553" y="3724"/>
                  <a:pt x="57779" y="3064"/>
                  <a:pt x="58232" y="2576"/>
                </a:cubicBezTo>
                <a:cubicBezTo>
                  <a:pt x="58684" y="2088"/>
                  <a:pt x="59280" y="1844"/>
                  <a:pt x="60018" y="1844"/>
                </a:cubicBezTo>
                <a:cubicBezTo>
                  <a:pt x="60702" y="1844"/>
                  <a:pt x="61230" y="2044"/>
                  <a:pt x="61601" y="2444"/>
                </a:cubicBezTo>
                <a:cubicBezTo>
                  <a:pt x="61972" y="2844"/>
                  <a:pt x="62157" y="3413"/>
                  <a:pt x="62157" y="4149"/>
                </a:cubicBezTo>
                <a:lnTo>
                  <a:pt x="62157" y="4613"/>
                </a:lnTo>
                <a:moveTo>
                  <a:pt x="61326" y="3959"/>
                </a:moveTo>
                <a:cubicBezTo>
                  <a:pt x="61323" y="3511"/>
                  <a:pt x="61210" y="3165"/>
                  <a:pt x="60988" y="2920"/>
                </a:cubicBezTo>
                <a:cubicBezTo>
                  <a:pt x="60765" y="2674"/>
                  <a:pt x="60427" y="2552"/>
                  <a:pt x="59973" y="2552"/>
                </a:cubicBezTo>
                <a:cubicBezTo>
                  <a:pt x="59516" y="2552"/>
                  <a:pt x="59152" y="2687"/>
                  <a:pt x="58881" y="2956"/>
                </a:cubicBezTo>
                <a:cubicBezTo>
                  <a:pt x="58610" y="3225"/>
                  <a:pt x="58456" y="3560"/>
                  <a:pt x="58420" y="3959"/>
                </a:cubicBezTo>
                <a:lnTo>
                  <a:pt x="61326" y="39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91E89-BD60-4690-ADBC-936CF765F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913" y="1154719"/>
            <a:ext cx="91851" cy="72106"/>
          </a:xfrm>
          <a:custGeom xmlns:a="http://schemas.openxmlformats.org/drawingml/2006/main">
            <a:pathLst>
              <a:path w="91851" h="72106">
                <a:moveTo>
                  <a:pt x="0" y="0"/>
                </a:moveTo>
                <a:lnTo>
                  <a:pt x="91851" y="0"/>
                </a:lnTo>
                <a:lnTo>
                  <a:pt x="91851" y="72106"/>
                </a:lnTo>
                <a:lnTo>
                  <a:pt x="0" y="721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18C05D-F1C4-488C-9988-97D02B8B3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1912" y="1154721"/>
            <a:ext cx="91852" cy="72106"/>
          </a:xfrm>
          <a:custGeom xmlns:a="http://schemas.openxmlformats.org/drawingml/2006/main">
            <a:pathLst>
              <a:path w="91852" h="72106" fill="none">
                <a:moveTo>
                  <a:pt x="0" y="0"/>
                </a:moveTo>
                <a:lnTo>
                  <a:pt x="91852" y="0"/>
                </a:lnTo>
                <a:lnTo>
                  <a:pt x="91852" y="72106"/>
                </a:lnTo>
                <a:lnTo>
                  <a:pt x="0" y="721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25" name="Text Tachinidae">
            <a:extLst xmlns:a="http://schemas.openxmlformats.org/drawingml/2006/main">
              <a:ext uri="{FF2B5EF4-FFF2-40B4-BE49-F238E27FC236}">
                <a16:creationId xmlns:a16="http://schemas.microsoft.com/office/drawing/2014/main" id="{8F922FE2-CAA1-4A3E-9E11-8EB440FD64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4410" y="1179330"/>
            <a:ext cx="46304" cy="6745"/>
          </a:xfrm>
          <a:custGeom xmlns:a="http://schemas.openxmlformats.org/drawingml/2006/main">
            <a:pathLst>
              <a:path w="46304" h="6745">
                <a:moveTo>
                  <a:pt x="5361" y="1028"/>
                </a:moveTo>
                <a:lnTo>
                  <a:pt x="3101" y="1028"/>
                </a:lnTo>
                <a:lnTo>
                  <a:pt x="3101" y="6609"/>
                </a:lnTo>
                <a:lnTo>
                  <a:pt x="2260" y="6609"/>
                </a:lnTo>
                <a:lnTo>
                  <a:pt x="2260" y="1028"/>
                </a:lnTo>
                <a:lnTo>
                  <a:pt x="0" y="1028"/>
                </a:lnTo>
                <a:lnTo>
                  <a:pt x="0" y="280"/>
                </a:lnTo>
                <a:lnTo>
                  <a:pt x="5361" y="280"/>
                </a:lnTo>
                <a:lnTo>
                  <a:pt x="5361" y="1028"/>
                </a:lnTo>
                <a:close/>
                <a:moveTo>
                  <a:pt x="9833" y="6609"/>
                </a:moveTo>
                <a:lnTo>
                  <a:pt x="9039" y="6609"/>
                </a:lnTo>
                <a:lnTo>
                  <a:pt x="9039" y="6107"/>
                </a:lnTo>
                <a:cubicBezTo>
                  <a:pt x="8968" y="6156"/>
                  <a:pt x="8873" y="6223"/>
                  <a:pt x="8752" y="6309"/>
                </a:cubicBezTo>
                <a:cubicBezTo>
                  <a:pt x="8632" y="6396"/>
                  <a:pt x="8515" y="6465"/>
                  <a:pt x="8402" y="6516"/>
                </a:cubicBezTo>
                <a:cubicBezTo>
                  <a:pt x="8269" y="6581"/>
                  <a:pt x="8116" y="6636"/>
                  <a:pt x="7943" y="6679"/>
                </a:cubicBezTo>
                <a:cubicBezTo>
                  <a:pt x="7770" y="6723"/>
                  <a:pt x="7568" y="6745"/>
                  <a:pt x="7336" y="6745"/>
                </a:cubicBezTo>
                <a:cubicBezTo>
                  <a:pt x="6908" y="6745"/>
                  <a:pt x="6546" y="6604"/>
                  <a:pt x="6248" y="6320"/>
                </a:cubicBezTo>
                <a:cubicBezTo>
                  <a:pt x="5951" y="6037"/>
                  <a:pt x="5802" y="5675"/>
                  <a:pt x="5802" y="5235"/>
                </a:cubicBezTo>
                <a:cubicBezTo>
                  <a:pt x="5802" y="4875"/>
                  <a:pt x="5879" y="4584"/>
                  <a:pt x="6034" y="4361"/>
                </a:cubicBezTo>
                <a:cubicBezTo>
                  <a:pt x="6188" y="4139"/>
                  <a:pt x="6408" y="3964"/>
                  <a:pt x="6694" y="3836"/>
                </a:cubicBezTo>
                <a:cubicBezTo>
                  <a:pt x="6983" y="3709"/>
                  <a:pt x="7330" y="3622"/>
                  <a:pt x="7735" y="3577"/>
                </a:cubicBezTo>
                <a:cubicBezTo>
                  <a:pt x="8140" y="3531"/>
                  <a:pt x="8575" y="3497"/>
                  <a:pt x="9039" y="3475"/>
                </a:cubicBezTo>
                <a:lnTo>
                  <a:pt x="9039" y="3350"/>
                </a:lnTo>
                <a:cubicBezTo>
                  <a:pt x="9039" y="3168"/>
                  <a:pt x="9007" y="3016"/>
                  <a:pt x="8943" y="2896"/>
                </a:cubicBezTo>
                <a:cubicBezTo>
                  <a:pt x="8880" y="2777"/>
                  <a:pt x="8788" y="2682"/>
                  <a:pt x="8669" y="2614"/>
                </a:cubicBezTo>
                <a:cubicBezTo>
                  <a:pt x="8556" y="2548"/>
                  <a:pt x="8420" y="2504"/>
                  <a:pt x="8262" y="2481"/>
                </a:cubicBezTo>
                <a:cubicBezTo>
                  <a:pt x="8103" y="2458"/>
                  <a:pt x="7937" y="2447"/>
                  <a:pt x="7765" y="2447"/>
                </a:cubicBezTo>
                <a:cubicBezTo>
                  <a:pt x="7555" y="2447"/>
                  <a:pt x="7321" y="2475"/>
                  <a:pt x="7064" y="2532"/>
                </a:cubicBezTo>
                <a:cubicBezTo>
                  <a:pt x="6806" y="2588"/>
                  <a:pt x="6540" y="2670"/>
                  <a:pt x="6265" y="2778"/>
                </a:cubicBezTo>
                <a:lnTo>
                  <a:pt x="6223" y="2778"/>
                </a:lnTo>
                <a:lnTo>
                  <a:pt x="6223" y="1967"/>
                </a:lnTo>
                <a:cubicBezTo>
                  <a:pt x="6378" y="1924"/>
                  <a:pt x="6604" y="1877"/>
                  <a:pt x="6898" y="1827"/>
                </a:cubicBezTo>
                <a:cubicBezTo>
                  <a:pt x="7193" y="1776"/>
                  <a:pt x="7483" y="1750"/>
                  <a:pt x="7769" y="1750"/>
                </a:cubicBezTo>
                <a:cubicBezTo>
                  <a:pt x="8103" y="1750"/>
                  <a:pt x="8394" y="1778"/>
                  <a:pt x="8642" y="1833"/>
                </a:cubicBezTo>
                <a:cubicBezTo>
                  <a:pt x="8890" y="1888"/>
                  <a:pt x="9104" y="1982"/>
                  <a:pt x="9285" y="2115"/>
                </a:cubicBezTo>
                <a:cubicBezTo>
                  <a:pt x="9464" y="2246"/>
                  <a:pt x="9600" y="2414"/>
                  <a:pt x="9693" y="2621"/>
                </a:cubicBezTo>
                <a:cubicBezTo>
                  <a:pt x="9787" y="2828"/>
                  <a:pt x="9833" y="3084"/>
                  <a:pt x="9833" y="3390"/>
                </a:cubicBezTo>
                <a:lnTo>
                  <a:pt x="9833" y="6609"/>
                </a:lnTo>
                <a:moveTo>
                  <a:pt x="9039" y="5447"/>
                </a:moveTo>
                <a:lnTo>
                  <a:pt x="9039" y="4120"/>
                </a:lnTo>
                <a:cubicBezTo>
                  <a:pt x="8795" y="4135"/>
                  <a:pt x="8509" y="4156"/>
                  <a:pt x="8179" y="4184"/>
                </a:cubicBezTo>
                <a:cubicBezTo>
                  <a:pt x="7849" y="4213"/>
                  <a:pt x="7588" y="4254"/>
                  <a:pt x="7395" y="4308"/>
                </a:cubicBezTo>
                <a:cubicBezTo>
                  <a:pt x="7166" y="4373"/>
                  <a:pt x="6980" y="4475"/>
                  <a:pt x="6839" y="4613"/>
                </a:cubicBezTo>
                <a:cubicBezTo>
                  <a:pt x="6697" y="4751"/>
                  <a:pt x="6626" y="4941"/>
                  <a:pt x="6626" y="5183"/>
                </a:cubicBezTo>
                <a:cubicBezTo>
                  <a:pt x="6626" y="5456"/>
                  <a:pt x="6708" y="5661"/>
                  <a:pt x="6873" y="5799"/>
                </a:cubicBezTo>
                <a:cubicBezTo>
                  <a:pt x="7037" y="5937"/>
                  <a:pt x="7287" y="6006"/>
                  <a:pt x="7624" y="6006"/>
                </a:cubicBezTo>
                <a:cubicBezTo>
                  <a:pt x="7905" y="6006"/>
                  <a:pt x="8161" y="5952"/>
                  <a:pt x="8393" y="5842"/>
                </a:cubicBezTo>
                <a:cubicBezTo>
                  <a:pt x="8626" y="5733"/>
                  <a:pt x="8841" y="5601"/>
                  <a:pt x="9039" y="5447"/>
                </a:cubicBezTo>
                <a:close/>
                <a:moveTo>
                  <a:pt x="14880" y="6316"/>
                </a:moveTo>
                <a:cubicBezTo>
                  <a:pt x="14613" y="6444"/>
                  <a:pt x="14361" y="6543"/>
                  <a:pt x="14121" y="6614"/>
                </a:cubicBezTo>
                <a:cubicBezTo>
                  <a:pt x="13882" y="6685"/>
                  <a:pt x="13628" y="6720"/>
                  <a:pt x="13359" y="6720"/>
                </a:cubicBezTo>
                <a:cubicBezTo>
                  <a:pt x="13016" y="6720"/>
                  <a:pt x="12702" y="6670"/>
                  <a:pt x="12416" y="6569"/>
                </a:cubicBezTo>
                <a:cubicBezTo>
                  <a:pt x="12130" y="6468"/>
                  <a:pt x="11885" y="6316"/>
                  <a:pt x="11681" y="6111"/>
                </a:cubicBezTo>
                <a:cubicBezTo>
                  <a:pt x="11474" y="5907"/>
                  <a:pt x="11314" y="5649"/>
                  <a:pt x="11201" y="5337"/>
                </a:cubicBezTo>
                <a:cubicBezTo>
                  <a:pt x="11088" y="5025"/>
                  <a:pt x="11031" y="4660"/>
                  <a:pt x="11031" y="4243"/>
                </a:cubicBezTo>
                <a:cubicBezTo>
                  <a:pt x="11031" y="3466"/>
                  <a:pt x="11244" y="2856"/>
                  <a:pt x="11671" y="2414"/>
                </a:cubicBezTo>
                <a:cubicBezTo>
                  <a:pt x="12097" y="1971"/>
                  <a:pt x="12660" y="1750"/>
                  <a:pt x="13359" y="1750"/>
                </a:cubicBezTo>
                <a:cubicBezTo>
                  <a:pt x="13631" y="1750"/>
                  <a:pt x="13898" y="1788"/>
                  <a:pt x="14160" y="1865"/>
                </a:cubicBezTo>
                <a:cubicBezTo>
                  <a:pt x="14422" y="1941"/>
                  <a:pt x="14662" y="2035"/>
                  <a:pt x="14880" y="2145"/>
                </a:cubicBezTo>
                <a:lnTo>
                  <a:pt x="14880" y="3033"/>
                </a:lnTo>
                <a:lnTo>
                  <a:pt x="14837" y="3033"/>
                </a:lnTo>
                <a:cubicBezTo>
                  <a:pt x="14594" y="2844"/>
                  <a:pt x="14342" y="2700"/>
                  <a:pt x="14083" y="2599"/>
                </a:cubicBezTo>
                <a:cubicBezTo>
                  <a:pt x="13824" y="2497"/>
                  <a:pt x="13571" y="2447"/>
                  <a:pt x="13325" y="2447"/>
                </a:cubicBezTo>
                <a:cubicBezTo>
                  <a:pt x="12872" y="2447"/>
                  <a:pt x="12514" y="2599"/>
                  <a:pt x="12252" y="2903"/>
                </a:cubicBezTo>
                <a:cubicBezTo>
                  <a:pt x="11991" y="3208"/>
                  <a:pt x="11860" y="3654"/>
                  <a:pt x="11860" y="4243"/>
                </a:cubicBezTo>
                <a:cubicBezTo>
                  <a:pt x="11860" y="4816"/>
                  <a:pt x="11988" y="5255"/>
                  <a:pt x="12244" y="5562"/>
                </a:cubicBezTo>
                <a:cubicBezTo>
                  <a:pt x="12500" y="5870"/>
                  <a:pt x="12861" y="6023"/>
                  <a:pt x="13325" y="6023"/>
                </a:cubicBezTo>
                <a:cubicBezTo>
                  <a:pt x="13486" y="6023"/>
                  <a:pt x="13651" y="6002"/>
                  <a:pt x="13818" y="5960"/>
                </a:cubicBezTo>
                <a:cubicBezTo>
                  <a:pt x="13985" y="5918"/>
                  <a:pt x="14135" y="5863"/>
                  <a:pt x="14268" y="5795"/>
                </a:cubicBezTo>
                <a:cubicBezTo>
                  <a:pt x="14384" y="5736"/>
                  <a:pt x="14493" y="5674"/>
                  <a:pt x="14595" y="5608"/>
                </a:cubicBezTo>
                <a:cubicBezTo>
                  <a:pt x="14697" y="5542"/>
                  <a:pt x="14778" y="5485"/>
                  <a:pt x="14837" y="5437"/>
                </a:cubicBezTo>
                <a:lnTo>
                  <a:pt x="14880" y="5437"/>
                </a:lnTo>
                <a:lnTo>
                  <a:pt x="14880" y="6316"/>
                </a:lnTo>
                <a:close/>
                <a:moveTo>
                  <a:pt x="19871" y="6609"/>
                </a:moveTo>
                <a:lnTo>
                  <a:pt x="19072" y="6609"/>
                </a:lnTo>
                <a:lnTo>
                  <a:pt x="19072" y="3905"/>
                </a:lnTo>
                <a:cubicBezTo>
                  <a:pt x="19072" y="3687"/>
                  <a:pt x="19059" y="3482"/>
                  <a:pt x="19034" y="3291"/>
                </a:cubicBezTo>
                <a:cubicBezTo>
                  <a:pt x="19008" y="3099"/>
                  <a:pt x="18962" y="2950"/>
                  <a:pt x="18894" y="2842"/>
                </a:cubicBezTo>
                <a:cubicBezTo>
                  <a:pt x="18823" y="2723"/>
                  <a:pt x="18721" y="2634"/>
                  <a:pt x="18588" y="2576"/>
                </a:cubicBezTo>
                <a:cubicBezTo>
                  <a:pt x="18455" y="2518"/>
                  <a:pt x="18282" y="2489"/>
                  <a:pt x="18070" y="2489"/>
                </a:cubicBezTo>
                <a:cubicBezTo>
                  <a:pt x="17852" y="2489"/>
                  <a:pt x="17624" y="2543"/>
                  <a:pt x="17386" y="2651"/>
                </a:cubicBezTo>
                <a:cubicBezTo>
                  <a:pt x="17148" y="2759"/>
                  <a:pt x="16920" y="2896"/>
                  <a:pt x="16702" y="3063"/>
                </a:cubicBezTo>
                <a:lnTo>
                  <a:pt x="16702" y="6609"/>
                </a:lnTo>
                <a:lnTo>
                  <a:pt x="15903" y="6609"/>
                </a:lnTo>
                <a:lnTo>
                  <a:pt x="15903" y="0"/>
                </a:lnTo>
                <a:lnTo>
                  <a:pt x="16702" y="0"/>
                </a:lnTo>
                <a:lnTo>
                  <a:pt x="16702" y="2384"/>
                </a:lnTo>
                <a:cubicBezTo>
                  <a:pt x="16951" y="2177"/>
                  <a:pt x="17209" y="2015"/>
                  <a:pt x="17475" y="1899"/>
                </a:cubicBezTo>
                <a:cubicBezTo>
                  <a:pt x="17741" y="1783"/>
                  <a:pt x="18015" y="1725"/>
                  <a:pt x="18295" y="1725"/>
                </a:cubicBezTo>
                <a:cubicBezTo>
                  <a:pt x="18807" y="1725"/>
                  <a:pt x="19198" y="1879"/>
                  <a:pt x="19467" y="2188"/>
                </a:cubicBezTo>
                <a:cubicBezTo>
                  <a:pt x="19736" y="2498"/>
                  <a:pt x="19871" y="2943"/>
                  <a:pt x="19871" y="3525"/>
                </a:cubicBezTo>
                <a:lnTo>
                  <a:pt x="19871" y="6609"/>
                </a:lnTo>
                <a:close/>
                <a:moveTo>
                  <a:pt x="22266" y="1070"/>
                </a:moveTo>
                <a:lnTo>
                  <a:pt x="21366" y="1070"/>
                </a:lnTo>
                <a:lnTo>
                  <a:pt x="21366" y="238"/>
                </a:lnTo>
                <a:lnTo>
                  <a:pt x="22266" y="238"/>
                </a:lnTo>
                <a:lnTo>
                  <a:pt x="22266" y="1070"/>
                </a:lnTo>
                <a:moveTo>
                  <a:pt x="22215" y="6609"/>
                </a:moveTo>
                <a:lnTo>
                  <a:pt x="21417" y="6609"/>
                </a:lnTo>
                <a:lnTo>
                  <a:pt x="21417" y="1861"/>
                </a:lnTo>
                <a:lnTo>
                  <a:pt x="22215" y="1861"/>
                </a:lnTo>
                <a:lnTo>
                  <a:pt x="22215" y="6609"/>
                </a:lnTo>
                <a:close/>
                <a:moveTo>
                  <a:pt x="27763" y="6609"/>
                </a:moveTo>
                <a:lnTo>
                  <a:pt x="26964" y="6609"/>
                </a:lnTo>
                <a:lnTo>
                  <a:pt x="26964" y="3905"/>
                </a:lnTo>
                <a:cubicBezTo>
                  <a:pt x="26964" y="3687"/>
                  <a:pt x="26952" y="3482"/>
                  <a:pt x="26926" y="3291"/>
                </a:cubicBezTo>
                <a:cubicBezTo>
                  <a:pt x="26901" y="3099"/>
                  <a:pt x="26854" y="2950"/>
                  <a:pt x="26786" y="2842"/>
                </a:cubicBezTo>
                <a:cubicBezTo>
                  <a:pt x="26715" y="2723"/>
                  <a:pt x="26613" y="2634"/>
                  <a:pt x="26480" y="2576"/>
                </a:cubicBezTo>
                <a:cubicBezTo>
                  <a:pt x="26347" y="2518"/>
                  <a:pt x="26174" y="2489"/>
                  <a:pt x="25962" y="2489"/>
                </a:cubicBezTo>
                <a:cubicBezTo>
                  <a:pt x="25744" y="2489"/>
                  <a:pt x="25516" y="2543"/>
                  <a:pt x="25278" y="2651"/>
                </a:cubicBezTo>
                <a:cubicBezTo>
                  <a:pt x="25040" y="2759"/>
                  <a:pt x="24812" y="2896"/>
                  <a:pt x="24594" y="3063"/>
                </a:cubicBezTo>
                <a:lnTo>
                  <a:pt x="24594" y="6609"/>
                </a:lnTo>
                <a:lnTo>
                  <a:pt x="23796" y="6609"/>
                </a:lnTo>
                <a:lnTo>
                  <a:pt x="23796" y="1861"/>
                </a:lnTo>
                <a:lnTo>
                  <a:pt x="24594" y="1861"/>
                </a:lnTo>
                <a:lnTo>
                  <a:pt x="24594" y="2384"/>
                </a:lnTo>
                <a:cubicBezTo>
                  <a:pt x="24843" y="2177"/>
                  <a:pt x="25101" y="2015"/>
                  <a:pt x="25367" y="1899"/>
                </a:cubicBezTo>
                <a:cubicBezTo>
                  <a:pt x="25633" y="1783"/>
                  <a:pt x="25907" y="1725"/>
                  <a:pt x="26187" y="1725"/>
                </a:cubicBezTo>
                <a:cubicBezTo>
                  <a:pt x="26700" y="1725"/>
                  <a:pt x="27090" y="1879"/>
                  <a:pt x="27359" y="2188"/>
                </a:cubicBezTo>
                <a:cubicBezTo>
                  <a:pt x="27628" y="2498"/>
                  <a:pt x="27763" y="2943"/>
                  <a:pt x="27763" y="3525"/>
                </a:cubicBezTo>
                <a:lnTo>
                  <a:pt x="27763" y="6609"/>
                </a:lnTo>
                <a:close/>
                <a:moveTo>
                  <a:pt x="30159" y="1070"/>
                </a:moveTo>
                <a:lnTo>
                  <a:pt x="29258" y="1070"/>
                </a:lnTo>
                <a:lnTo>
                  <a:pt x="29258" y="238"/>
                </a:lnTo>
                <a:lnTo>
                  <a:pt x="30159" y="238"/>
                </a:lnTo>
                <a:lnTo>
                  <a:pt x="30159" y="1070"/>
                </a:lnTo>
                <a:moveTo>
                  <a:pt x="30108" y="6609"/>
                </a:moveTo>
                <a:lnTo>
                  <a:pt x="29309" y="6609"/>
                </a:lnTo>
                <a:lnTo>
                  <a:pt x="29309" y="1861"/>
                </a:lnTo>
                <a:lnTo>
                  <a:pt x="30108" y="1861"/>
                </a:lnTo>
                <a:lnTo>
                  <a:pt x="30108" y="6609"/>
                </a:lnTo>
                <a:close/>
                <a:moveTo>
                  <a:pt x="35536" y="6609"/>
                </a:moveTo>
                <a:lnTo>
                  <a:pt x="34738" y="6609"/>
                </a:lnTo>
                <a:lnTo>
                  <a:pt x="34738" y="6115"/>
                </a:lnTo>
                <a:cubicBezTo>
                  <a:pt x="34508" y="6314"/>
                  <a:pt x="34269" y="6469"/>
                  <a:pt x="34020" y="6579"/>
                </a:cubicBezTo>
                <a:cubicBezTo>
                  <a:pt x="33771" y="6690"/>
                  <a:pt x="33500" y="6745"/>
                  <a:pt x="33208" y="6745"/>
                </a:cubicBezTo>
                <a:cubicBezTo>
                  <a:pt x="32642" y="6745"/>
                  <a:pt x="32193" y="6527"/>
                  <a:pt x="31860" y="6090"/>
                </a:cubicBezTo>
                <a:cubicBezTo>
                  <a:pt x="31527" y="5652"/>
                  <a:pt x="31361" y="5046"/>
                  <a:pt x="31361" y="4271"/>
                </a:cubicBezTo>
                <a:cubicBezTo>
                  <a:pt x="31361" y="3868"/>
                  <a:pt x="31418" y="3509"/>
                  <a:pt x="31533" y="3194"/>
                </a:cubicBezTo>
                <a:cubicBezTo>
                  <a:pt x="31647" y="2879"/>
                  <a:pt x="31802" y="2610"/>
                  <a:pt x="31998" y="2389"/>
                </a:cubicBezTo>
                <a:cubicBezTo>
                  <a:pt x="32190" y="2173"/>
                  <a:pt x="32415" y="2009"/>
                  <a:pt x="32671" y="1895"/>
                </a:cubicBezTo>
                <a:cubicBezTo>
                  <a:pt x="32927" y="1781"/>
                  <a:pt x="33193" y="1725"/>
                  <a:pt x="33468" y="1725"/>
                </a:cubicBezTo>
                <a:cubicBezTo>
                  <a:pt x="33717" y="1725"/>
                  <a:pt x="33938" y="1751"/>
                  <a:pt x="34130" y="1803"/>
                </a:cubicBezTo>
                <a:cubicBezTo>
                  <a:pt x="34323" y="1856"/>
                  <a:pt x="34525" y="1937"/>
                  <a:pt x="34738" y="2048"/>
                </a:cubicBezTo>
                <a:lnTo>
                  <a:pt x="34738" y="0"/>
                </a:lnTo>
                <a:lnTo>
                  <a:pt x="35536" y="0"/>
                </a:lnTo>
                <a:lnTo>
                  <a:pt x="35536" y="6609"/>
                </a:lnTo>
                <a:moveTo>
                  <a:pt x="34738" y="5441"/>
                </a:moveTo>
                <a:lnTo>
                  <a:pt x="34738" y="2719"/>
                </a:lnTo>
                <a:cubicBezTo>
                  <a:pt x="34522" y="2622"/>
                  <a:pt x="34330" y="2556"/>
                  <a:pt x="34160" y="2519"/>
                </a:cubicBezTo>
                <a:cubicBezTo>
                  <a:pt x="33990" y="2482"/>
                  <a:pt x="33805" y="2464"/>
                  <a:pt x="33603" y="2464"/>
                </a:cubicBezTo>
                <a:cubicBezTo>
                  <a:pt x="33156" y="2464"/>
                  <a:pt x="32808" y="2619"/>
                  <a:pt x="32559" y="2931"/>
                </a:cubicBezTo>
                <a:cubicBezTo>
                  <a:pt x="32309" y="3242"/>
                  <a:pt x="32185" y="3684"/>
                  <a:pt x="32185" y="4256"/>
                </a:cubicBezTo>
                <a:cubicBezTo>
                  <a:pt x="32185" y="4820"/>
                  <a:pt x="32281" y="5248"/>
                  <a:pt x="32474" y="5541"/>
                </a:cubicBezTo>
                <a:cubicBezTo>
                  <a:pt x="32666" y="5834"/>
                  <a:pt x="32975" y="5981"/>
                  <a:pt x="33400" y="5981"/>
                </a:cubicBezTo>
                <a:cubicBezTo>
                  <a:pt x="33626" y="5981"/>
                  <a:pt x="33856" y="5931"/>
                  <a:pt x="34088" y="5830"/>
                </a:cubicBezTo>
                <a:cubicBezTo>
                  <a:pt x="34320" y="5729"/>
                  <a:pt x="34537" y="5600"/>
                  <a:pt x="34738" y="5441"/>
                </a:cubicBezTo>
                <a:close/>
                <a:moveTo>
                  <a:pt x="40795" y="6609"/>
                </a:moveTo>
                <a:lnTo>
                  <a:pt x="40001" y="6609"/>
                </a:lnTo>
                <a:lnTo>
                  <a:pt x="40001" y="6107"/>
                </a:lnTo>
                <a:cubicBezTo>
                  <a:pt x="39930" y="6156"/>
                  <a:pt x="39834" y="6223"/>
                  <a:pt x="39714" y="6309"/>
                </a:cubicBezTo>
                <a:cubicBezTo>
                  <a:pt x="39593" y="6396"/>
                  <a:pt x="39477" y="6465"/>
                  <a:pt x="39363" y="6516"/>
                </a:cubicBezTo>
                <a:cubicBezTo>
                  <a:pt x="39230" y="6581"/>
                  <a:pt x="39077" y="6636"/>
                  <a:pt x="38905" y="6679"/>
                </a:cubicBezTo>
                <a:cubicBezTo>
                  <a:pt x="38732" y="6723"/>
                  <a:pt x="38529" y="6745"/>
                  <a:pt x="38297" y="6745"/>
                </a:cubicBezTo>
                <a:cubicBezTo>
                  <a:pt x="37870" y="6745"/>
                  <a:pt x="37507" y="6604"/>
                  <a:pt x="37210" y="6320"/>
                </a:cubicBezTo>
                <a:cubicBezTo>
                  <a:pt x="36912" y="6037"/>
                  <a:pt x="36764" y="5675"/>
                  <a:pt x="36764" y="5235"/>
                </a:cubicBezTo>
                <a:cubicBezTo>
                  <a:pt x="36764" y="4875"/>
                  <a:pt x="36841" y="4584"/>
                  <a:pt x="36995" y="4361"/>
                </a:cubicBezTo>
                <a:cubicBezTo>
                  <a:pt x="37150" y="4139"/>
                  <a:pt x="37370" y="3964"/>
                  <a:pt x="37656" y="3836"/>
                </a:cubicBezTo>
                <a:cubicBezTo>
                  <a:pt x="37945" y="3709"/>
                  <a:pt x="38291" y="3622"/>
                  <a:pt x="38696" y="3577"/>
                </a:cubicBezTo>
                <a:cubicBezTo>
                  <a:pt x="39101" y="3531"/>
                  <a:pt x="39536" y="3497"/>
                  <a:pt x="40001" y="3475"/>
                </a:cubicBezTo>
                <a:lnTo>
                  <a:pt x="40001" y="3350"/>
                </a:lnTo>
                <a:cubicBezTo>
                  <a:pt x="40001" y="3168"/>
                  <a:pt x="39969" y="3016"/>
                  <a:pt x="39905" y="2896"/>
                </a:cubicBezTo>
                <a:cubicBezTo>
                  <a:pt x="39841" y="2777"/>
                  <a:pt x="39750" y="2682"/>
                  <a:pt x="39631" y="2614"/>
                </a:cubicBezTo>
                <a:cubicBezTo>
                  <a:pt x="39518" y="2548"/>
                  <a:pt x="39382" y="2504"/>
                  <a:pt x="39223" y="2481"/>
                </a:cubicBezTo>
                <a:cubicBezTo>
                  <a:pt x="39065" y="2458"/>
                  <a:pt x="38899" y="2447"/>
                  <a:pt x="38726" y="2447"/>
                </a:cubicBezTo>
                <a:cubicBezTo>
                  <a:pt x="38517" y="2447"/>
                  <a:pt x="38283" y="2475"/>
                  <a:pt x="38025" y="2532"/>
                </a:cubicBezTo>
                <a:cubicBezTo>
                  <a:pt x="37768" y="2588"/>
                  <a:pt x="37501" y="2670"/>
                  <a:pt x="37227" y="2778"/>
                </a:cubicBezTo>
                <a:lnTo>
                  <a:pt x="37184" y="2778"/>
                </a:lnTo>
                <a:lnTo>
                  <a:pt x="37184" y="1967"/>
                </a:lnTo>
                <a:cubicBezTo>
                  <a:pt x="37340" y="1924"/>
                  <a:pt x="37565" y="1877"/>
                  <a:pt x="37860" y="1827"/>
                </a:cubicBezTo>
                <a:cubicBezTo>
                  <a:pt x="38154" y="1776"/>
                  <a:pt x="38444" y="1750"/>
                  <a:pt x="38730" y="1750"/>
                </a:cubicBezTo>
                <a:cubicBezTo>
                  <a:pt x="39065" y="1750"/>
                  <a:pt x="39356" y="1778"/>
                  <a:pt x="39603" y="1833"/>
                </a:cubicBezTo>
                <a:cubicBezTo>
                  <a:pt x="39851" y="1888"/>
                  <a:pt x="40066" y="1982"/>
                  <a:pt x="40247" y="2115"/>
                </a:cubicBezTo>
                <a:cubicBezTo>
                  <a:pt x="40425" y="2246"/>
                  <a:pt x="40561" y="2414"/>
                  <a:pt x="40655" y="2621"/>
                </a:cubicBezTo>
                <a:cubicBezTo>
                  <a:pt x="40748" y="2828"/>
                  <a:pt x="40795" y="3084"/>
                  <a:pt x="40795" y="3390"/>
                </a:cubicBezTo>
                <a:lnTo>
                  <a:pt x="40795" y="6609"/>
                </a:lnTo>
                <a:moveTo>
                  <a:pt x="40001" y="5447"/>
                </a:moveTo>
                <a:lnTo>
                  <a:pt x="40001" y="4120"/>
                </a:lnTo>
                <a:cubicBezTo>
                  <a:pt x="39757" y="4135"/>
                  <a:pt x="39470" y="4156"/>
                  <a:pt x="39140" y="4184"/>
                </a:cubicBezTo>
                <a:cubicBezTo>
                  <a:pt x="38810" y="4213"/>
                  <a:pt x="38549" y="4254"/>
                  <a:pt x="38357" y="4308"/>
                </a:cubicBezTo>
                <a:cubicBezTo>
                  <a:pt x="38127" y="4373"/>
                  <a:pt x="37942" y="4475"/>
                  <a:pt x="37800" y="4613"/>
                </a:cubicBezTo>
                <a:cubicBezTo>
                  <a:pt x="37659" y="4751"/>
                  <a:pt x="37588" y="4941"/>
                  <a:pt x="37588" y="5183"/>
                </a:cubicBezTo>
                <a:cubicBezTo>
                  <a:pt x="37588" y="5456"/>
                  <a:pt x="37670" y="5661"/>
                  <a:pt x="37834" y="5799"/>
                </a:cubicBezTo>
                <a:cubicBezTo>
                  <a:pt x="37998" y="5937"/>
                  <a:pt x="38249" y="6006"/>
                  <a:pt x="38586" y="6006"/>
                </a:cubicBezTo>
                <a:cubicBezTo>
                  <a:pt x="38866" y="6006"/>
                  <a:pt x="39123" y="5952"/>
                  <a:pt x="39355" y="5842"/>
                </a:cubicBezTo>
                <a:cubicBezTo>
                  <a:pt x="39587" y="5733"/>
                  <a:pt x="39802" y="5601"/>
                  <a:pt x="40001" y="5447"/>
                </a:cubicBezTo>
                <a:close/>
                <a:moveTo>
                  <a:pt x="46304" y="4316"/>
                </a:moveTo>
                <a:lnTo>
                  <a:pt x="42808" y="4316"/>
                </a:lnTo>
                <a:cubicBezTo>
                  <a:pt x="42808" y="4608"/>
                  <a:pt x="42852" y="4863"/>
                  <a:pt x="42940" y="5080"/>
                </a:cubicBezTo>
                <a:cubicBezTo>
                  <a:pt x="43028" y="5297"/>
                  <a:pt x="43148" y="5475"/>
                  <a:pt x="43301" y="5614"/>
                </a:cubicBezTo>
                <a:cubicBezTo>
                  <a:pt x="43448" y="5751"/>
                  <a:pt x="43623" y="5853"/>
                  <a:pt x="43825" y="5921"/>
                </a:cubicBezTo>
                <a:cubicBezTo>
                  <a:pt x="44028" y="5989"/>
                  <a:pt x="44251" y="6023"/>
                  <a:pt x="44495" y="6023"/>
                </a:cubicBezTo>
                <a:cubicBezTo>
                  <a:pt x="44817" y="6023"/>
                  <a:pt x="45142" y="5958"/>
                  <a:pt x="45469" y="5829"/>
                </a:cubicBezTo>
                <a:cubicBezTo>
                  <a:pt x="45796" y="5699"/>
                  <a:pt x="46029" y="5571"/>
                  <a:pt x="46168" y="5446"/>
                </a:cubicBezTo>
                <a:lnTo>
                  <a:pt x="46211" y="5446"/>
                </a:lnTo>
                <a:lnTo>
                  <a:pt x="46211" y="6319"/>
                </a:lnTo>
                <a:cubicBezTo>
                  <a:pt x="45942" y="6433"/>
                  <a:pt x="45667" y="6528"/>
                  <a:pt x="45387" y="6605"/>
                </a:cubicBezTo>
                <a:cubicBezTo>
                  <a:pt x="45106" y="6682"/>
                  <a:pt x="44812" y="6720"/>
                  <a:pt x="44503" y="6720"/>
                </a:cubicBezTo>
                <a:cubicBezTo>
                  <a:pt x="43716" y="6720"/>
                  <a:pt x="43101" y="6506"/>
                  <a:pt x="42659" y="6080"/>
                </a:cubicBezTo>
                <a:cubicBezTo>
                  <a:pt x="42218" y="5653"/>
                  <a:pt x="41997" y="5046"/>
                  <a:pt x="41997" y="4260"/>
                </a:cubicBezTo>
                <a:cubicBezTo>
                  <a:pt x="41997" y="3483"/>
                  <a:pt x="42209" y="2866"/>
                  <a:pt x="42632" y="2410"/>
                </a:cubicBezTo>
                <a:cubicBezTo>
                  <a:pt x="43055" y="1953"/>
                  <a:pt x="43612" y="1725"/>
                  <a:pt x="44303" y="1725"/>
                </a:cubicBezTo>
                <a:cubicBezTo>
                  <a:pt x="44943" y="1725"/>
                  <a:pt x="45437" y="1912"/>
                  <a:pt x="45784" y="2286"/>
                </a:cubicBezTo>
                <a:cubicBezTo>
                  <a:pt x="46131" y="2661"/>
                  <a:pt x="46304" y="3192"/>
                  <a:pt x="46304" y="3882"/>
                </a:cubicBezTo>
                <a:lnTo>
                  <a:pt x="46304" y="4316"/>
                </a:lnTo>
                <a:moveTo>
                  <a:pt x="45527" y="3704"/>
                </a:moveTo>
                <a:cubicBezTo>
                  <a:pt x="45524" y="3285"/>
                  <a:pt x="45418" y="2961"/>
                  <a:pt x="45210" y="2731"/>
                </a:cubicBezTo>
                <a:cubicBezTo>
                  <a:pt x="45002" y="2502"/>
                  <a:pt x="44686" y="2387"/>
                  <a:pt x="44261" y="2387"/>
                </a:cubicBezTo>
                <a:cubicBezTo>
                  <a:pt x="43833" y="2387"/>
                  <a:pt x="43493" y="2513"/>
                  <a:pt x="43239" y="2765"/>
                </a:cubicBezTo>
                <a:cubicBezTo>
                  <a:pt x="42986" y="3017"/>
                  <a:pt x="42842" y="3330"/>
                  <a:pt x="42808" y="3704"/>
                </a:cubicBezTo>
                <a:lnTo>
                  <a:pt x="45527" y="37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9C1D4-0D8F-4FE8-8AA2-0C18762CD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261" y="1154719"/>
            <a:ext cx="91429" cy="72106"/>
          </a:xfrm>
          <a:custGeom xmlns:a="http://schemas.openxmlformats.org/drawingml/2006/main">
            <a:pathLst>
              <a:path w="91429" h="72106">
                <a:moveTo>
                  <a:pt x="0" y="0"/>
                </a:moveTo>
                <a:lnTo>
                  <a:pt x="91429" y="0"/>
                </a:lnTo>
                <a:lnTo>
                  <a:pt x="91429" y="72106"/>
                </a:lnTo>
                <a:lnTo>
                  <a:pt x="0" y="721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8DE62A-1C2C-4C0C-822C-686DE283F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6263" y="1154721"/>
            <a:ext cx="91427" cy="72106"/>
          </a:xfrm>
          <a:custGeom xmlns:a="http://schemas.openxmlformats.org/drawingml/2006/main">
            <a:pathLst>
              <a:path w="91427" h="72106" fill="none">
                <a:moveTo>
                  <a:pt x="0" y="0"/>
                </a:moveTo>
                <a:lnTo>
                  <a:pt x="91427" y="0"/>
                </a:lnTo>
                <a:lnTo>
                  <a:pt x="91427" y="72106"/>
                </a:lnTo>
                <a:lnTo>
                  <a:pt x="0" y="721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28" name="Text Asilidae">
            <a:extLst xmlns:a="http://schemas.openxmlformats.org/drawingml/2006/main">
              <a:ext uri="{FF2B5EF4-FFF2-40B4-BE49-F238E27FC236}">
                <a16:creationId xmlns:a16="http://schemas.microsoft.com/office/drawing/2014/main" id="{6E68931D-6AE5-47EB-B29C-F43713675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914" y="1180170"/>
            <a:ext cx="45424" cy="9304"/>
          </a:xfrm>
          <a:custGeom xmlns:a="http://schemas.openxmlformats.org/drawingml/2006/main">
            <a:pathLst>
              <a:path w="45424" h="9304">
                <a:moveTo>
                  <a:pt x="7898" y="9117"/>
                </a:moveTo>
                <a:lnTo>
                  <a:pt x="6662" y="9117"/>
                </a:lnTo>
                <a:lnTo>
                  <a:pt x="5806" y="6691"/>
                </a:lnTo>
                <a:lnTo>
                  <a:pt x="2033" y="6691"/>
                </a:lnTo>
                <a:lnTo>
                  <a:pt x="1178" y="9117"/>
                </a:lnTo>
                <a:lnTo>
                  <a:pt x="0" y="9117"/>
                </a:lnTo>
                <a:lnTo>
                  <a:pt x="3176" y="387"/>
                </a:lnTo>
                <a:lnTo>
                  <a:pt x="4722" y="387"/>
                </a:lnTo>
                <a:lnTo>
                  <a:pt x="7898" y="9117"/>
                </a:lnTo>
                <a:moveTo>
                  <a:pt x="5449" y="5683"/>
                </a:moveTo>
                <a:lnTo>
                  <a:pt x="3920" y="1401"/>
                </a:lnTo>
                <a:lnTo>
                  <a:pt x="2385" y="5683"/>
                </a:lnTo>
                <a:lnTo>
                  <a:pt x="5449" y="5683"/>
                </a:lnTo>
                <a:close/>
                <a:moveTo>
                  <a:pt x="13810" y="7226"/>
                </a:moveTo>
                <a:cubicBezTo>
                  <a:pt x="13810" y="7823"/>
                  <a:pt x="13563" y="8313"/>
                  <a:pt x="13068" y="8695"/>
                </a:cubicBezTo>
                <a:cubicBezTo>
                  <a:pt x="12574" y="9078"/>
                  <a:pt x="11900" y="9269"/>
                  <a:pt x="11044" y="9269"/>
                </a:cubicBezTo>
                <a:cubicBezTo>
                  <a:pt x="10560" y="9269"/>
                  <a:pt x="10116" y="9211"/>
                  <a:pt x="9711" y="9095"/>
                </a:cubicBezTo>
                <a:cubicBezTo>
                  <a:pt x="9307" y="8980"/>
                  <a:pt x="8968" y="8853"/>
                  <a:pt x="8695" y="8716"/>
                </a:cubicBezTo>
                <a:lnTo>
                  <a:pt x="8695" y="7476"/>
                </a:lnTo>
                <a:lnTo>
                  <a:pt x="8753" y="7476"/>
                </a:lnTo>
                <a:cubicBezTo>
                  <a:pt x="9101" y="7741"/>
                  <a:pt x="9488" y="7952"/>
                  <a:pt x="9913" y="8109"/>
                </a:cubicBezTo>
                <a:cubicBezTo>
                  <a:pt x="10339" y="8265"/>
                  <a:pt x="10747" y="8343"/>
                  <a:pt x="11138" y="8343"/>
                </a:cubicBezTo>
                <a:cubicBezTo>
                  <a:pt x="11622" y="8343"/>
                  <a:pt x="12001" y="8265"/>
                  <a:pt x="12275" y="8108"/>
                </a:cubicBezTo>
                <a:cubicBezTo>
                  <a:pt x="12548" y="7951"/>
                  <a:pt x="12685" y="7704"/>
                  <a:pt x="12685" y="7366"/>
                </a:cubicBezTo>
                <a:cubicBezTo>
                  <a:pt x="12685" y="7109"/>
                  <a:pt x="12610" y="6914"/>
                  <a:pt x="12462" y="6781"/>
                </a:cubicBezTo>
                <a:cubicBezTo>
                  <a:pt x="12314" y="6648"/>
                  <a:pt x="12029" y="6535"/>
                  <a:pt x="11607" y="6441"/>
                </a:cubicBezTo>
                <a:cubicBezTo>
                  <a:pt x="11450" y="6406"/>
                  <a:pt x="11246" y="6365"/>
                  <a:pt x="10994" y="6318"/>
                </a:cubicBezTo>
                <a:cubicBezTo>
                  <a:pt x="10742" y="6272"/>
                  <a:pt x="10513" y="6221"/>
                  <a:pt x="10306" y="6166"/>
                </a:cubicBezTo>
                <a:cubicBezTo>
                  <a:pt x="9732" y="6014"/>
                  <a:pt x="9325" y="5791"/>
                  <a:pt x="9084" y="5496"/>
                </a:cubicBezTo>
                <a:cubicBezTo>
                  <a:pt x="8844" y="5201"/>
                  <a:pt x="8724" y="4839"/>
                  <a:pt x="8724" y="4410"/>
                </a:cubicBezTo>
                <a:cubicBezTo>
                  <a:pt x="8724" y="4141"/>
                  <a:pt x="8780" y="3887"/>
                  <a:pt x="8891" y="3649"/>
                </a:cubicBezTo>
                <a:cubicBezTo>
                  <a:pt x="9002" y="3411"/>
                  <a:pt x="9171" y="3198"/>
                  <a:pt x="9398" y="3011"/>
                </a:cubicBezTo>
                <a:cubicBezTo>
                  <a:pt x="9617" y="2828"/>
                  <a:pt x="9895" y="2682"/>
                  <a:pt x="10233" y="2575"/>
                </a:cubicBezTo>
                <a:cubicBezTo>
                  <a:pt x="10571" y="2468"/>
                  <a:pt x="10949" y="2414"/>
                  <a:pt x="11366" y="2414"/>
                </a:cubicBezTo>
                <a:cubicBezTo>
                  <a:pt x="11757" y="2414"/>
                  <a:pt x="12153" y="2462"/>
                  <a:pt x="12553" y="2557"/>
                </a:cubicBezTo>
                <a:cubicBezTo>
                  <a:pt x="12953" y="2652"/>
                  <a:pt x="13286" y="2768"/>
                  <a:pt x="13552" y="2904"/>
                </a:cubicBezTo>
                <a:lnTo>
                  <a:pt x="13552" y="4078"/>
                </a:lnTo>
                <a:lnTo>
                  <a:pt x="13493" y="4078"/>
                </a:lnTo>
                <a:cubicBezTo>
                  <a:pt x="13212" y="3871"/>
                  <a:pt x="12870" y="3696"/>
                  <a:pt x="12468" y="3553"/>
                </a:cubicBezTo>
                <a:cubicBezTo>
                  <a:pt x="12066" y="3411"/>
                  <a:pt x="11671" y="3340"/>
                  <a:pt x="11284" y="3340"/>
                </a:cubicBezTo>
                <a:cubicBezTo>
                  <a:pt x="10882" y="3340"/>
                  <a:pt x="10542" y="3417"/>
                  <a:pt x="10265" y="3572"/>
                </a:cubicBezTo>
                <a:cubicBezTo>
                  <a:pt x="9988" y="3727"/>
                  <a:pt x="9849" y="3958"/>
                  <a:pt x="9849" y="4264"/>
                </a:cubicBezTo>
                <a:cubicBezTo>
                  <a:pt x="9849" y="4533"/>
                  <a:pt x="9933" y="4736"/>
                  <a:pt x="10101" y="4872"/>
                </a:cubicBezTo>
                <a:cubicBezTo>
                  <a:pt x="10265" y="5009"/>
                  <a:pt x="10531" y="5120"/>
                  <a:pt x="10898" y="5206"/>
                </a:cubicBezTo>
                <a:cubicBezTo>
                  <a:pt x="11101" y="5253"/>
                  <a:pt x="11328" y="5300"/>
                  <a:pt x="11580" y="5347"/>
                </a:cubicBezTo>
                <a:cubicBezTo>
                  <a:pt x="11832" y="5394"/>
                  <a:pt x="12042" y="5436"/>
                  <a:pt x="12210" y="5476"/>
                </a:cubicBezTo>
                <a:cubicBezTo>
                  <a:pt x="12722" y="5593"/>
                  <a:pt x="13116" y="5794"/>
                  <a:pt x="13394" y="6078"/>
                </a:cubicBezTo>
                <a:cubicBezTo>
                  <a:pt x="13671" y="6367"/>
                  <a:pt x="13810" y="6750"/>
                  <a:pt x="13810" y="7226"/>
                </a:cubicBezTo>
                <a:close/>
                <a:moveTo>
                  <a:pt x="16569" y="1476"/>
                </a:moveTo>
                <a:lnTo>
                  <a:pt x="15327" y="1476"/>
                </a:lnTo>
                <a:lnTo>
                  <a:pt x="15327" y="328"/>
                </a:lnTo>
                <a:lnTo>
                  <a:pt x="16569" y="328"/>
                </a:lnTo>
                <a:lnTo>
                  <a:pt x="16569" y="1476"/>
                </a:lnTo>
                <a:moveTo>
                  <a:pt x="16499" y="9117"/>
                </a:moveTo>
                <a:lnTo>
                  <a:pt x="15397" y="9117"/>
                </a:lnTo>
                <a:lnTo>
                  <a:pt x="15397" y="2566"/>
                </a:lnTo>
                <a:lnTo>
                  <a:pt x="16499" y="2566"/>
                </a:lnTo>
                <a:lnTo>
                  <a:pt x="16499" y="9117"/>
                </a:lnTo>
                <a:close/>
                <a:moveTo>
                  <a:pt x="19791" y="9117"/>
                </a:moveTo>
                <a:lnTo>
                  <a:pt x="18690" y="9117"/>
                </a:lnTo>
                <a:lnTo>
                  <a:pt x="18690" y="0"/>
                </a:lnTo>
                <a:lnTo>
                  <a:pt x="19791" y="0"/>
                </a:lnTo>
                <a:lnTo>
                  <a:pt x="19791" y="9117"/>
                </a:lnTo>
                <a:close/>
                <a:moveTo>
                  <a:pt x="23154" y="1476"/>
                </a:moveTo>
                <a:lnTo>
                  <a:pt x="21912" y="1476"/>
                </a:lnTo>
                <a:lnTo>
                  <a:pt x="21912" y="328"/>
                </a:lnTo>
                <a:lnTo>
                  <a:pt x="23154" y="328"/>
                </a:lnTo>
                <a:lnTo>
                  <a:pt x="23154" y="1476"/>
                </a:lnTo>
                <a:moveTo>
                  <a:pt x="23084" y="9117"/>
                </a:moveTo>
                <a:lnTo>
                  <a:pt x="21983" y="9117"/>
                </a:lnTo>
                <a:lnTo>
                  <a:pt x="21983" y="2566"/>
                </a:lnTo>
                <a:lnTo>
                  <a:pt x="23084" y="2566"/>
                </a:lnTo>
                <a:lnTo>
                  <a:pt x="23084" y="9117"/>
                </a:lnTo>
                <a:close/>
                <a:moveTo>
                  <a:pt x="30572" y="9117"/>
                </a:moveTo>
                <a:lnTo>
                  <a:pt x="29470" y="9117"/>
                </a:lnTo>
                <a:lnTo>
                  <a:pt x="29470" y="8435"/>
                </a:lnTo>
                <a:cubicBezTo>
                  <a:pt x="29154" y="8709"/>
                  <a:pt x="28824" y="8922"/>
                  <a:pt x="28480" y="9075"/>
                </a:cubicBezTo>
                <a:cubicBezTo>
                  <a:pt x="28136" y="9228"/>
                  <a:pt x="27763" y="9304"/>
                  <a:pt x="27361" y="9304"/>
                </a:cubicBezTo>
                <a:cubicBezTo>
                  <a:pt x="26580" y="9304"/>
                  <a:pt x="25960" y="9002"/>
                  <a:pt x="25501" y="8400"/>
                </a:cubicBezTo>
                <a:cubicBezTo>
                  <a:pt x="25042" y="7796"/>
                  <a:pt x="24812" y="6960"/>
                  <a:pt x="24812" y="5891"/>
                </a:cubicBezTo>
                <a:cubicBezTo>
                  <a:pt x="24812" y="5335"/>
                  <a:pt x="24891" y="4840"/>
                  <a:pt x="25050" y="4405"/>
                </a:cubicBezTo>
                <a:cubicBezTo>
                  <a:pt x="25208" y="3971"/>
                  <a:pt x="25422" y="3600"/>
                  <a:pt x="25691" y="3295"/>
                </a:cubicBezTo>
                <a:cubicBezTo>
                  <a:pt x="25957" y="2998"/>
                  <a:pt x="26266" y="2770"/>
                  <a:pt x="26620" y="2614"/>
                </a:cubicBezTo>
                <a:cubicBezTo>
                  <a:pt x="26973" y="2457"/>
                  <a:pt x="27340" y="2379"/>
                  <a:pt x="27718" y="2379"/>
                </a:cubicBezTo>
                <a:cubicBezTo>
                  <a:pt x="28062" y="2379"/>
                  <a:pt x="28367" y="2415"/>
                  <a:pt x="28632" y="2487"/>
                </a:cubicBezTo>
                <a:cubicBezTo>
                  <a:pt x="28898" y="2560"/>
                  <a:pt x="29177" y="2672"/>
                  <a:pt x="29470" y="2825"/>
                </a:cubicBezTo>
                <a:lnTo>
                  <a:pt x="29470" y="0"/>
                </a:lnTo>
                <a:lnTo>
                  <a:pt x="30572" y="0"/>
                </a:lnTo>
                <a:lnTo>
                  <a:pt x="30572" y="9117"/>
                </a:lnTo>
                <a:moveTo>
                  <a:pt x="29470" y="7505"/>
                </a:moveTo>
                <a:lnTo>
                  <a:pt x="29470" y="3750"/>
                </a:lnTo>
                <a:cubicBezTo>
                  <a:pt x="29173" y="3617"/>
                  <a:pt x="28908" y="3525"/>
                  <a:pt x="28673" y="3474"/>
                </a:cubicBezTo>
                <a:cubicBezTo>
                  <a:pt x="28439" y="3424"/>
                  <a:pt x="28183" y="3398"/>
                  <a:pt x="27906" y="3398"/>
                </a:cubicBezTo>
                <a:cubicBezTo>
                  <a:pt x="27289" y="3398"/>
                  <a:pt x="26808" y="3613"/>
                  <a:pt x="26465" y="4043"/>
                </a:cubicBezTo>
                <a:cubicBezTo>
                  <a:pt x="26121" y="4472"/>
                  <a:pt x="25949" y="5082"/>
                  <a:pt x="25949" y="5871"/>
                </a:cubicBezTo>
                <a:cubicBezTo>
                  <a:pt x="25949" y="6648"/>
                  <a:pt x="26082" y="7239"/>
                  <a:pt x="26347" y="7643"/>
                </a:cubicBezTo>
                <a:cubicBezTo>
                  <a:pt x="26613" y="8047"/>
                  <a:pt x="27039" y="8249"/>
                  <a:pt x="27625" y="8249"/>
                </a:cubicBezTo>
                <a:cubicBezTo>
                  <a:pt x="27937" y="8249"/>
                  <a:pt x="28254" y="8180"/>
                  <a:pt x="28574" y="8041"/>
                </a:cubicBezTo>
                <a:cubicBezTo>
                  <a:pt x="28894" y="7903"/>
                  <a:pt x="29193" y="7724"/>
                  <a:pt x="29470" y="7505"/>
                </a:cubicBezTo>
                <a:close/>
                <a:moveTo>
                  <a:pt x="37825" y="9117"/>
                </a:moveTo>
                <a:lnTo>
                  <a:pt x="36729" y="9117"/>
                </a:lnTo>
                <a:lnTo>
                  <a:pt x="36729" y="8424"/>
                </a:lnTo>
                <a:cubicBezTo>
                  <a:pt x="36632" y="8491"/>
                  <a:pt x="36500" y="8583"/>
                  <a:pt x="36334" y="8703"/>
                </a:cubicBezTo>
                <a:cubicBezTo>
                  <a:pt x="36168" y="8822"/>
                  <a:pt x="36007" y="8917"/>
                  <a:pt x="35851" y="8987"/>
                </a:cubicBezTo>
                <a:cubicBezTo>
                  <a:pt x="35667" y="9077"/>
                  <a:pt x="35456" y="9152"/>
                  <a:pt x="35218" y="9213"/>
                </a:cubicBezTo>
                <a:cubicBezTo>
                  <a:pt x="34980" y="9274"/>
                  <a:pt x="34700" y="9304"/>
                  <a:pt x="34380" y="9304"/>
                </a:cubicBezTo>
                <a:cubicBezTo>
                  <a:pt x="33790" y="9304"/>
                  <a:pt x="33290" y="9108"/>
                  <a:pt x="32880" y="8717"/>
                </a:cubicBezTo>
                <a:cubicBezTo>
                  <a:pt x="32470" y="8326"/>
                  <a:pt x="32265" y="7828"/>
                  <a:pt x="32265" y="7221"/>
                </a:cubicBezTo>
                <a:cubicBezTo>
                  <a:pt x="32265" y="6725"/>
                  <a:pt x="32371" y="6323"/>
                  <a:pt x="32584" y="6016"/>
                </a:cubicBezTo>
                <a:cubicBezTo>
                  <a:pt x="32797" y="5709"/>
                  <a:pt x="33101" y="5467"/>
                  <a:pt x="33495" y="5291"/>
                </a:cubicBezTo>
                <a:cubicBezTo>
                  <a:pt x="33894" y="5115"/>
                  <a:pt x="34372" y="4996"/>
                  <a:pt x="34931" y="4933"/>
                </a:cubicBezTo>
                <a:cubicBezTo>
                  <a:pt x="35489" y="4871"/>
                  <a:pt x="36089" y="4824"/>
                  <a:pt x="36729" y="4793"/>
                </a:cubicBezTo>
                <a:lnTo>
                  <a:pt x="36729" y="4621"/>
                </a:lnTo>
                <a:cubicBezTo>
                  <a:pt x="36729" y="4369"/>
                  <a:pt x="36686" y="4160"/>
                  <a:pt x="36598" y="3995"/>
                </a:cubicBezTo>
                <a:cubicBezTo>
                  <a:pt x="36510" y="3830"/>
                  <a:pt x="36384" y="3700"/>
                  <a:pt x="36220" y="3605"/>
                </a:cubicBezTo>
                <a:cubicBezTo>
                  <a:pt x="36064" y="3515"/>
                  <a:pt x="35876" y="3453"/>
                  <a:pt x="35657" y="3422"/>
                </a:cubicBezTo>
                <a:cubicBezTo>
                  <a:pt x="35439" y="3390"/>
                  <a:pt x="35210" y="3375"/>
                  <a:pt x="34972" y="3375"/>
                </a:cubicBezTo>
                <a:cubicBezTo>
                  <a:pt x="34683" y="3375"/>
                  <a:pt x="34361" y="3414"/>
                  <a:pt x="34005" y="3492"/>
                </a:cubicBezTo>
                <a:cubicBezTo>
                  <a:pt x="33650" y="3570"/>
                  <a:pt x="33282" y="3683"/>
                  <a:pt x="32904" y="3832"/>
                </a:cubicBezTo>
                <a:lnTo>
                  <a:pt x="32845" y="3832"/>
                </a:lnTo>
                <a:lnTo>
                  <a:pt x="32845" y="2713"/>
                </a:lnTo>
                <a:cubicBezTo>
                  <a:pt x="33060" y="2654"/>
                  <a:pt x="33370" y="2590"/>
                  <a:pt x="33777" y="2519"/>
                </a:cubicBezTo>
                <a:cubicBezTo>
                  <a:pt x="34183" y="2449"/>
                  <a:pt x="34583" y="2414"/>
                  <a:pt x="34978" y="2414"/>
                </a:cubicBezTo>
                <a:cubicBezTo>
                  <a:pt x="35439" y="2414"/>
                  <a:pt x="35840" y="2452"/>
                  <a:pt x="36182" y="2528"/>
                </a:cubicBezTo>
                <a:cubicBezTo>
                  <a:pt x="36523" y="2604"/>
                  <a:pt x="36819" y="2734"/>
                  <a:pt x="37069" y="2918"/>
                </a:cubicBezTo>
                <a:cubicBezTo>
                  <a:pt x="37315" y="3097"/>
                  <a:pt x="37503" y="3330"/>
                  <a:pt x="37632" y="3615"/>
                </a:cubicBezTo>
                <a:cubicBezTo>
                  <a:pt x="37761" y="3900"/>
                  <a:pt x="37825" y="4254"/>
                  <a:pt x="37825" y="4675"/>
                </a:cubicBezTo>
                <a:lnTo>
                  <a:pt x="37825" y="9117"/>
                </a:lnTo>
                <a:moveTo>
                  <a:pt x="36729" y="7514"/>
                </a:moveTo>
                <a:lnTo>
                  <a:pt x="36729" y="5683"/>
                </a:lnTo>
                <a:cubicBezTo>
                  <a:pt x="36394" y="5703"/>
                  <a:pt x="35998" y="5732"/>
                  <a:pt x="35543" y="5772"/>
                </a:cubicBezTo>
                <a:cubicBezTo>
                  <a:pt x="35088" y="5811"/>
                  <a:pt x="34728" y="5868"/>
                  <a:pt x="34462" y="5942"/>
                </a:cubicBezTo>
                <a:cubicBezTo>
                  <a:pt x="34146" y="6032"/>
                  <a:pt x="33890" y="6173"/>
                  <a:pt x="33695" y="6363"/>
                </a:cubicBezTo>
                <a:cubicBezTo>
                  <a:pt x="33499" y="6553"/>
                  <a:pt x="33402" y="6815"/>
                  <a:pt x="33402" y="7149"/>
                </a:cubicBezTo>
                <a:cubicBezTo>
                  <a:pt x="33402" y="7525"/>
                  <a:pt x="33515" y="7809"/>
                  <a:pt x="33741" y="7999"/>
                </a:cubicBezTo>
                <a:cubicBezTo>
                  <a:pt x="33968" y="8189"/>
                  <a:pt x="34314" y="8285"/>
                  <a:pt x="34778" y="8285"/>
                </a:cubicBezTo>
                <a:cubicBezTo>
                  <a:pt x="35165" y="8285"/>
                  <a:pt x="35519" y="8209"/>
                  <a:pt x="35839" y="8058"/>
                </a:cubicBezTo>
                <a:cubicBezTo>
                  <a:pt x="36159" y="7907"/>
                  <a:pt x="36456" y="7725"/>
                  <a:pt x="36729" y="7514"/>
                </a:cubicBezTo>
                <a:close/>
                <a:moveTo>
                  <a:pt x="45424" y="5953"/>
                </a:moveTo>
                <a:lnTo>
                  <a:pt x="40602" y="5953"/>
                </a:lnTo>
                <a:cubicBezTo>
                  <a:pt x="40602" y="6356"/>
                  <a:pt x="40663" y="6707"/>
                  <a:pt x="40784" y="7007"/>
                </a:cubicBezTo>
                <a:cubicBezTo>
                  <a:pt x="40905" y="7306"/>
                  <a:pt x="41071" y="7552"/>
                  <a:pt x="41282" y="7744"/>
                </a:cubicBezTo>
                <a:cubicBezTo>
                  <a:pt x="41485" y="7932"/>
                  <a:pt x="41726" y="8073"/>
                  <a:pt x="42006" y="8167"/>
                </a:cubicBezTo>
                <a:cubicBezTo>
                  <a:pt x="42285" y="8261"/>
                  <a:pt x="42592" y="8308"/>
                  <a:pt x="42928" y="8308"/>
                </a:cubicBezTo>
                <a:cubicBezTo>
                  <a:pt x="43374" y="8308"/>
                  <a:pt x="43822" y="8218"/>
                  <a:pt x="44273" y="8039"/>
                </a:cubicBezTo>
                <a:cubicBezTo>
                  <a:pt x="44724" y="7860"/>
                  <a:pt x="45045" y="7684"/>
                  <a:pt x="45237" y="7511"/>
                </a:cubicBezTo>
                <a:lnTo>
                  <a:pt x="45295" y="7511"/>
                </a:lnTo>
                <a:lnTo>
                  <a:pt x="45295" y="8716"/>
                </a:lnTo>
                <a:cubicBezTo>
                  <a:pt x="44924" y="8873"/>
                  <a:pt x="44545" y="9004"/>
                  <a:pt x="44159" y="9110"/>
                </a:cubicBezTo>
                <a:cubicBezTo>
                  <a:pt x="43772" y="9216"/>
                  <a:pt x="43366" y="9269"/>
                  <a:pt x="42940" y="9269"/>
                </a:cubicBezTo>
                <a:cubicBezTo>
                  <a:pt x="41854" y="9269"/>
                  <a:pt x="41007" y="8974"/>
                  <a:pt x="40397" y="8386"/>
                </a:cubicBezTo>
                <a:cubicBezTo>
                  <a:pt x="39788" y="7797"/>
                  <a:pt x="39483" y="6960"/>
                  <a:pt x="39483" y="5877"/>
                </a:cubicBezTo>
                <a:cubicBezTo>
                  <a:pt x="39483" y="4805"/>
                  <a:pt x="39775" y="3954"/>
                  <a:pt x="40359" y="3324"/>
                </a:cubicBezTo>
                <a:cubicBezTo>
                  <a:pt x="40943" y="2694"/>
                  <a:pt x="41712" y="2379"/>
                  <a:pt x="42665" y="2379"/>
                </a:cubicBezTo>
                <a:cubicBezTo>
                  <a:pt x="43547" y="2379"/>
                  <a:pt x="44228" y="2637"/>
                  <a:pt x="44707" y="3153"/>
                </a:cubicBezTo>
                <a:cubicBezTo>
                  <a:pt x="45185" y="3670"/>
                  <a:pt x="45424" y="4403"/>
                  <a:pt x="45424" y="5354"/>
                </a:cubicBezTo>
                <a:lnTo>
                  <a:pt x="45424" y="5953"/>
                </a:lnTo>
                <a:moveTo>
                  <a:pt x="44352" y="5109"/>
                </a:moveTo>
                <a:cubicBezTo>
                  <a:pt x="44348" y="4531"/>
                  <a:pt x="44203" y="4084"/>
                  <a:pt x="43916" y="3767"/>
                </a:cubicBezTo>
                <a:cubicBezTo>
                  <a:pt x="43629" y="3451"/>
                  <a:pt x="43192" y="3293"/>
                  <a:pt x="42606" y="3293"/>
                </a:cubicBezTo>
                <a:cubicBezTo>
                  <a:pt x="42016" y="3293"/>
                  <a:pt x="41547" y="3467"/>
                  <a:pt x="41197" y="3814"/>
                </a:cubicBezTo>
                <a:cubicBezTo>
                  <a:pt x="40847" y="4162"/>
                  <a:pt x="40649" y="4593"/>
                  <a:pt x="40602" y="5109"/>
                </a:cubicBezTo>
                <a:lnTo>
                  <a:pt x="44352" y="51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2A82B7-ACEE-471D-A8BE-6F8A9C10E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249322"/>
            <a:ext cx="82928" cy="75529"/>
          </a:xfrm>
          <a:custGeom xmlns:a="http://schemas.openxmlformats.org/drawingml/2006/main">
            <a:pathLst>
              <a:path w="82928" h="75529">
                <a:moveTo>
                  <a:pt x="0" y="0"/>
                </a:moveTo>
                <a:lnTo>
                  <a:pt x="82928" y="0"/>
                </a:lnTo>
                <a:lnTo>
                  <a:pt x="82928" y="75529"/>
                </a:lnTo>
                <a:lnTo>
                  <a:pt x="0" y="755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D86B18-CD29-49A1-B869-B9F6D1365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249324"/>
            <a:ext cx="82930" cy="75529"/>
          </a:xfrm>
          <a:custGeom xmlns:a="http://schemas.openxmlformats.org/drawingml/2006/main">
            <a:pathLst>
              <a:path w="82930" h="75529" fill="none">
                <a:moveTo>
                  <a:pt x="0" y="0"/>
                </a:moveTo>
                <a:lnTo>
                  <a:pt x="82930" y="0"/>
                </a:lnTo>
                <a:lnTo>
                  <a:pt x="82930" y="75529"/>
                </a:lnTo>
                <a:lnTo>
                  <a:pt x="0" y="755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31" name="Text Muscidae">
            <a:extLst xmlns:a="http://schemas.openxmlformats.org/drawingml/2006/main">
              <a:ext uri="{FF2B5EF4-FFF2-40B4-BE49-F238E27FC236}">
                <a16:creationId xmlns:a16="http://schemas.microsoft.com/office/drawing/2014/main" id="{B900C29A-6B77-4606-A8C8-7489DCF74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4035" y="1273836"/>
            <a:ext cx="36497" cy="6338"/>
          </a:xfrm>
          <a:custGeom xmlns:a="http://schemas.openxmlformats.org/drawingml/2006/main">
            <a:pathLst>
              <a:path w="36497" h="6338">
                <a:moveTo>
                  <a:pt x="5293" y="6211"/>
                </a:moveTo>
                <a:lnTo>
                  <a:pt x="4502" y="6211"/>
                </a:lnTo>
                <a:lnTo>
                  <a:pt x="4502" y="1086"/>
                </a:lnTo>
                <a:lnTo>
                  <a:pt x="2850" y="4574"/>
                </a:lnTo>
                <a:lnTo>
                  <a:pt x="2379" y="4574"/>
                </a:lnTo>
                <a:lnTo>
                  <a:pt x="738" y="1086"/>
                </a:lnTo>
                <a:lnTo>
                  <a:pt x="738" y="6211"/>
                </a:lnTo>
                <a:lnTo>
                  <a:pt x="0" y="6211"/>
                </a:lnTo>
                <a:lnTo>
                  <a:pt x="0" y="263"/>
                </a:lnTo>
                <a:lnTo>
                  <a:pt x="1078" y="263"/>
                </a:lnTo>
                <a:lnTo>
                  <a:pt x="2662" y="3575"/>
                </a:lnTo>
                <a:lnTo>
                  <a:pt x="4195" y="263"/>
                </a:lnTo>
                <a:lnTo>
                  <a:pt x="5293" y="263"/>
                </a:lnTo>
                <a:lnTo>
                  <a:pt x="5293" y="6211"/>
                </a:lnTo>
                <a:close/>
                <a:moveTo>
                  <a:pt x="10525" y="6211"/>
                </a:moveTo>
                <a:lnTo>
                  <a:pt x="9775" y="6211"/>
                </a:lnTo>
                <a:lnTo>
                  <a:pt x="9775" y="5719"/>
                </a:lnTo>
                <a:cubicBezTo>
                  <a:pt x="9522" y="5918"/>
                  <a:pt x="9280" y="6072"/>
                  <a:pt x="9048" y="6178"/>
                </a:cubicBezTo>
                <a:cubicBezTo>
                  <a:pt x="8817" y="6285"/>
                  <a:pt x="8561" y="6338"/>
                  <a:pt x="8282" y="6338"/>
                </a:cubicBezTo>
                <a:cubicBezTo>
                  <a:pt x="7814" y="6338"/>
                  <a:pt x="7449" y="6195"/>
                  <a:pt x="7188" y="5909"/>
                </a:cubicBezTo>
                <a:cubicBezTo>
                  <a:pt x="6928" y="5622"/>
                  <a:pt x="6797" y="5201"/>
                  <a:pt x="6797" y="4647"/>
                </a:cubicBezTo>
                <a:lnTo>
                  <a:pt x="6797" y="1748"/>
                </a:lnTo>
                <a:lnTo>
                  <a:pt x="7548" y="1748"/>
                </a:lnTo>
                <a:lnTo>
                  <a:pt x="7548" y="4289"/>
                </a:lnTo>
                <a:cubicBezTo>
                  <a:pt x="7548" y="4516"/>
                  <a:pt x="7558" y="4710"/>
                  <a:pt x="7580" y="4871"/>
                </a:cubicBezTo>
                <a:cubicBezTo>
                  <a:pt x="7601" y="5032"/>
                  <a:pt x="7646" y="5170"/>
                  <a:pt x="7715" y="5284"/>
                </a:cubicBezTo>
                <a:cubicBezTo>
                  <a:pt x="7787" y="5401"/>
                  <a:pt x="7880" y="5487"/>
                  <a:pt x="7995" y="5540"/>
                </a:cubicBezTo>
                <a:cubicBezTo>
                  <a:pt x="8109" y="5593"/>
                  <a:pt x="8275" y="5620"/>
                  <a:pt x="8494" y="5620"/>
                </a:cubicBezTo>
                <a:cubicBezTo>
                  <a:pt x="8688" y="5620"/>
                  <a:pt x="8900" y="5569"/>
                  <a:pt x="9130" y="5468"/>
                </a:cubicBezTo>
                <a:cubicBezTo>
                  <a:pt x="9360" y="5367"/>
                  <a:pt x="9575" y="5238"/>
                  <a:pt x="9775" y="5081"/>
                </a:cubicBezTo>
                <a:lnTo>
                  <a:pt x="9775" y="1748"/>
                </a:lnTo>
                <a:lnTo>
                  <a:pt x="10525" y="1748"/>
                </a:lnTo>
                <a:lnTo>
                  <a:pt x="10525" y="6211"/>
                </a:lnTo>
                <a:close/>
                <a:moveTo>
                  <a:pt x="15187" y="4923"/>
                </a:moveTo>
                <a:cubicBezTo>
                  <a:pt x="15187" y="5329"/>
                  <a:pt x="15019" y="5663"/>
                  <a:pt x="14682" y="5924"/>
                </a:cubicBezTo>
                <a:cubicBezTo>
                  <a:pt x="14346" y="6184"/>
                  <a:pt x="13886" y="6314"/>
                  <a:pt x="13303" y="6314"/>
                </a:cubicBezTo>
                <a:cubicBezTo>
                  <a:pt x="12973" y="6314"/>
                  <a:pt x="12671" y="6275"/>
                  <a:pt x="12395" y="6196"/>
                </a:cubicBezTo>
                <a:cubicBezTo>
                  <a:pt x="12120" y="6118"/>
                  <a:pt x="11889" y="6031"/>
                  <a:pt x="11703" y="5938"/>
                </a:cubicBezTo>
                <a:lnTo>
                  <a:pt x="11703" y="5093"/>
                </a:lnTo>
                <a:lnTo>
                  <a:pt x="11743" y="5093"/>
                </a:lnTo>
                <a:cubicBezTo>
                  <a:pt x="11979" y="5274"/>
                  <a:pt x="12243" y="5417"/>
                  <a:pt x="12533" y="5524"/>
                </a:cubicBezTo>
                <a:cubicBezTo>
                  <a:pt x="12823" y="5630"/>
                  <a:pt x="13101" y="5684"/>
                  <a:pt x="13367" y="5684"/>
                </a:cubicBezTo>
                <a:cubicBezTo>
                  <a:pt x="13697" y="5684"/>
                  <a:pt x="13955" y="5630"/>
                  <a:pt x="14141" y="5523"/>
                </a:cubicBezTo>
                <a:cubicBezTo>
                  <a:pt x="14328" y="5417"/>
                  <a:pt x="14421" y="5248"/>
                  <a:pt x="14421" y="5018"/>
                </a:cubicBezTo>
                <a:cubicBezTo>
                  <a:pt x="14421" y="4843"/>
                  <a:pt x="14370" y="4710"/>
                  <a:pt x="14269" y="4620"/>
                </a:cubicBezTo>
                <a:cubicBezTo>
                  <a:pt x="14168" y="4529"/>
                  <a:pt x="13974" y="4452"/>
                  <a:pt x="13686" y="4388"/>
                </a:cubicBezTo>
                <a:cubicBezTo>
                  <a:pt x="13580" y="4364"/>
                  <a:pt x="13441" y="4336"/>
                  <a:pt x="13269" y="4304"/>
                </a:cubicBezTo>
                <a:cubicBezTo>
                  <a:pt x="13098" y="4273"/>
                  <a:pt x="12941" y="4238"/>
                  <a:pt x="12800" y="4201"/>
                </a:cubicBezTo>
                <a:cubicBezTo>
                  <a:pt x="12409" y="4097"/>
                  <a:pt x="12132" y="3945"/>
                  <a:pt x="11968" y="3744"/>
                </a:cubicBezTo>
                <a:cubicBezTo>
                  <a:pt x="11804" y="3543"/>
                  <a:pt x="11723" y="3297"/>
                  <a:pt x="11723" y="3004"/>
                </a:cubicBezTo>
                <a:cubicBezTo>
                  <a:pt x="11723" y="2821"/>
                  <a:pt x="11761" y="2648"/>
                  <a:pt x="11836" y="2486"/>
                </a:cubicBezTo>
                <a:cubicBezTo>
                  <a:pt x="11912" y="2324"/>
                  <a:pt x="12027" y="2179"/>
                  <a:pt x="12182" y="2051"/>
                </a:cubicBezTo>
                <a:cubicBezTo>
                  <a:pt x="12331" y="1926"/>
                  <a:pt x="12520" y="1827"/>
                  <a:pt x="12750" y="1754"/>
                </a:cubicBezTo>
                <a:cubicBezTo>
                  <a:pt x="12981" y="1681"/>
                  <a:pt x="13238" y="1644"/>
                  <a:pt x="13523" y="1644"/>
                </a:cubicBezTo>
                <a:cubicBezTo>
                  <a:pt x="13789" y="1644"/>
                  <a:pt x="14058" y="1677"/>
                  <a:pt x="14331" y="1742"/>
                </a:cubicBezTo>
                <a:cubicBezTo>
                  <a:pt x="14604" y="1807"/>
                  <a:pt x="14831" y="1886"/>
                  <a:pt x="15012" y="1979"/>
                </a:cubicBezTo>
                <a:lnTo>
                  <a:pt x="15012" y="2778"/>
                </a:lnTo>
                <a:lnTo>
                  <a:pt x="14972" y="2778"/>
                </a:lnTo>
                <a:cubicBezTo>
                  <a:pt x="14780" y="2637"/>
                  <a:pt x="14547" y="2518"/>
                  <a:pt x="14273" y="2421"/>
                </a:cubicBezTo>
                <a:cubicBezTo>
                  <a:pt x="13999" y="2324"/>
                  <a:pt x="13730" y="2275"/>
                  <a:pt x="13467" y="2275"/>
                </a:cubicBezTo>
                <a:cubicBezTo>
                  <a:pt x="13193" y="2275"/>
                  <a:pt x="12961" y="2328"/>
                  <a:pt x="12772" y="2434"/>
                </a:cubicBezTo>
                <a:cubicBezTo>
                  <a:pt x="12583" y="2539"/>
                  <a:pt x="12489" y="2696"/>
                  <a:pt x="12489" y="2905"/>
                </a:cubicBezTo>
                <a:cubicBezTo>
                  <a:pt x="12489" y="3088"/>
                  <a:pt x="12546" y="3226"/>
                  <a:pt x="12661" y="3319"/>
                </a:cubicBezTo>
                <a:cubicBezTo>
                  <a:pt x="12772" y="3412"/>
                  <a:pt x="12953" y="3488"/>
                  <a:pt x="13203" y="3547"/>
                </a:cubicBezTo>
                <a:cubicBezTo>
                  <a:pt x="13342" y="3579"/>
                  <a:pt x="13497" y="3611"/>
                  <a:pt x="13668" y="3643"/>
                </a:cubicBezTo>
                <a:cubicBezTo>
                  <a:pt x="13840" y="3674"/>
                  <a:pt x="13983" y="3704"/>
                  <a:pt x="14098" y="3730"/>
                </a:cubicBezTo>
                <a:cubicBezTo>
                  <a:pt x="14446" y="3810"/>
                  <a:pt x="14715" y="3947"/>
                  <a:pt x="14904" y="4141"/>
                </a:cubicBezTo>
                <a:cubicBezTo>
                  <a:pt x="15093" y="4338"/>
                  <a:pt x="15187" y="4598"/>
                  <a:pt x="15187" y="4923"/>
                </a:cubicBezTo>
                <a:close/>
                <a:moveTo>
                  <a:pt x="19558" y="5935"/>
                </a:moveTo>
                <a:cubicBezTo>
                  <a:pt x="19308" y="6055"/>
                  <a:pt x="19070" y="6148"/>
                  <a:pt x="18845" y="6215"/>
                </a:cubicBezTo>
                <a:cubicBezTo>
                  <a:pt x="18620" y="6281"/>
                  <a:pt x="18382" y="6314"/>
                  <a:pt x="18129" y="6314"/>
                </a:cubicBezTo>
                <a:cubicBezTo>
                  <a:pt x="17807" y="6314"/>
                  <a:pt x="17511" y="6267"/>
                  <a:pt x="17243" y="6172"/>
                </a:cubicBezTo>
                <a:cubicBezTo>
                  <a:pt x="16974" y="6078"/>
                  <a:pt x="16744" y="5935"/>
                  <a:pt x="16552" y="5743"/>
                </a:cubicBezTo>
                <a:cubicBezTo>
                  <a:pt x="16358" y="5551"/>
                  <a:pt x="16208" y="5308"/>
                  <a:pt x="16101" y="5015"/>
                </a:cubicBezTo>
                <a:cubicBezTo>
                  <a:pt x="15995" y="4722"/>
                  <a:pt x="15941" y="4379"/>
                  <a:pt x="15941" y="3987"/>
                </a:cubicBezTo>
                <a:cubicBezTo>
                  <a:pt x="15941" y="3257"/>
                  <a:pt x="16142" y="2684"/>
                  <a:pt x="16542" y="2268"/>
                </a:cubicBezTo>
                <a:cubicBezTo>
                  <a:pt x="16943" y="1852"/>
                  <a:pt x="17471" y="1644"/>
                  <a:pt x="18129" y="1644"/>
                </a:cubicBezTo>
                <a:cubicBezTo>
                  <a:pt x="18384" y="1644"/>
                  <a:pt x="18635" y="1680"/>
                  <a:pt x="18881" y="1752"/>
                </a:cubicBezTo>
                <a:cubicBezTo>
                  <a:pt x="19127" y="1824"/>
                  <a:pt x="19353" y="1912"/>
                  <a:pt x="19558" y="2016"/>
                </a:cubicBezTo>
                <a:lnTo>
                  <a:pt x="19558" y="2850"/>
                </a:lnTo>
                <a:lnTo>
                  <a:pt x="19518" y="2850"/>
                </a:lnTo>
                <a:cubicBezTo>
                  <a:pt x="19289" y="2673"/>
                  <a:pt x="19053" y="2537"/>
                  <a:pt x="18809" y="2442"/>
                </a:cubicBezTo>
                <a:cubicBezTo>
                  <a:pt x="18566" y="2347"/>
                  <a:pt x="18328" y="2299"/>
                  <a:pt x="18097" y="2299"/>
                </a:cubicBezTo>
                <a:cubicBezTo>
                  <a:pt x="17671" y="2299"/>
                  <a:pt x="17335" y="2442"/>
                  <a:pt x="17089" y="2728"/>
                </a:cubicBezTo>
                <a:cubicBezTo>
                  <a:pt x="16843" y="3014"/>
                  <a:pt x="16720" y="3434"/>
                  <a:pt x="16720" y="3987"/>
                </a:cubicBezTo>
                <a:cubicBezTo>
                  <a:pt x="16720" y="4525"/>
                  <a:pt x="16840" y="4938"/>
                  <a:pt x="17081" y="5227"/>
                </a:cubicBezTo>
                <a:cubicBezTo>
                  <a:pt x="17322" y="5515"/>
                  <a:pt x="17660" y="5660"/>
                  <a:pt x="18097" y="5660"/>
                </a:cubicBezTo>
                <a:cubicBezTo>
                  <a:pt x="18248" y="5660"/>
                  <a:pt x="18403" y="5640"/>
                  <a:pt x="18560" y="5600"/>
                </a:cubicBezTo>
                <a:cubicBezTo>
                  <a:pt x="18717" y="5561"/>
                  <a:pt x="18858" y="5509"/>
                  <a:pt x="18983" y="5446"/>
                </a:cubicBezTo>
                <a:cubicBezTo>
                  <a:pt x="19092" y="5390"/>
                  <a:pt x="19194" y="5332"/>
                  <a:pt x="19290" y="5270"/>
                </a:cubicBezTo>
                <a:cubicBezTo>
                  <a:pt x="19386" y="5207"/>
                  <a:pt x="19462" y="5154"/>
                  <a:pt x="19518" y="5109"/>
                </a:cubicBezTo>
                <a:lnTo>
                  <a:pt x="19558" y="5109"/>
                </a:lnTo>
                <a:lnTo>
                  <a:pt x="19558" y="5935"/>
                </a:lnTo>
                <a:close/>
                <a:moveTo>
                  <a:pt x="21326" y="1006"/>
                </a:moveTo>
                <a:lnTo>
                  <a:pt x="20480" y="1006"/>
                </a:lnTo>
                <a:lnTo>
                  <a:pt x="20480" y="224"/>
                </a:lnTo>
                <a:lnTo>
                  <a:pt x="21326" y="224"/>
                </a:lnTo>
                <a:lnTo>
                  <a:pt x="21326" y="1006"/>
                </a:lnTo>
                <a:moveTo>
                  <a:pt x="21278" y="6211"/>
                </a:moveTo>
                <a:lnTo>
                  <a:pt x="20527" y="6211"/>
                </a:lnTo>
                <a:lnTo>
                  <a:pt x="20527" y="1748"/>
                </a:lnTo>
                <a:lnTo>
                  <a:pt x="21278" y="1748"/>
                </a:lnTo>
                <a:lnTo>
                  <a:pt x="21278" y="6211"/>
                </a:lnTo>
                <a:close/>
                <a:moveTo>
                  <a:pt x="26379" y="6211"/>
                </a:moveTo>
                <a:lnTo>
                  <a:pt x="25628" y="6211"/>
                </a:lnTo>
                <a:lnTo>
                  <a:pt x="25628" y="5746"/>
                </a:lnTo>
                <a:cubicBezTo>
                  <a:pt x="25413" y="5933"/>
                  <a:pt x="25188" y="6078"/>
                  <a:pt x="24954" y="6182"/>
                </a:cubicBezTo>
                <a:cubicBezTo>
                  <a:pt x="24720" y="6286"/>
                  <a:pt x="24466" y="6338"/>
                  <a:pt x="24192" y="6338"/>
                </a:cubicBezTo>
                <a:cubicBezTo>
                  <a:pt x="23659" y="6338"/>
                  <a:pt x="23237" y="6133"/>
                  <a:pt x="22924" y="5722"/>
                </a:cubicBezTo>
                <a:cubicBezTo>
                  <a:pt x="22612" y="5311"/>
                  <a:pt x="22455" y="4742"/>
                  <a:pt x="22455" y="4013"/>
                </a:cubicBezTo>
                <a:cubicBezTo>
                  <a:pt x="22455" y="3635"/>
                  <a:pt x="22509" y="3297"/>
                  <a:pt x="22617" y="3001"/>
                </a:cubicBezTo>
                <a:cubicBezTo>
                  <a:pt x="22725" y="2705"/>
                  <a:pt x="22870" y="2453"/>
                  <a:pt x="23054" y="2245"/>
                </a:cubicBezTo>
                <a:cubicBezTo>
                  <a:pt x="23235" y="2042"/>
                  <a:pt x="23446" y="1887"/>
                  <a:pt x="23687" y="1781"/>
                </a:cubicBezTo>
                <a:cubicBezTo>
                  <a:pt x="23927" y="1674"/>
                  <a:pt x="24177" y="1621"/>
                  <a:pt x="24435" y="1621"/>
                </a:cubicBezTo>
                <a:cubicBezTo>
                  <a:pt x="24669" y="1621"/>
                  <a:pt x="24877" y="1645"/>
                  <a:pt x="25058" y="1695"/>
                </a:cubicBezTo>
                <a:cubicBezTo>
                  <a:pt x="25239" y="1744"/>
                  <a:pt x="25429" y="1821"/>
                  <a:pt x="25628" y="1925"/>
                </a:cubicBezTo>
                <a:lnTo>
                  <a:pt x="25628" y="0"/>
                </a:lnTo>
                <a:lnTo>
                  <a:pt x="26379" y="0"/>
                </a:lnTo>
                <a:lnTo>
                  <a:pt x="26379" y="6211"/>
                </a:lnTo>
                <a:moveTo>
                  <a:pt x="25628" y="5113"/>
                </a:moveTo>
                <a:lnTo>
                  <a:pt x="25628" y="2554"/>
                </a:lnTo>
                <a:cubicBezTo>
                  <a:pt x="25426" y="2464"/>
                  <a:pt x="25245" y="2401"/>
                  <a:pt x="25086" y="2367"/>
                </a:cubicBezTo>
                <a:cubicBezTo>
                  <a:pt x="24926" y="2332"/>
                  <a:pt x="24752" y="2315"/>
                  <a:pt x="24563" y="2315"/>
                </a:cubicBezTo>
                <a:cubicBezTo>
                  <a:pt x="24142" y="2315"/>
                  <a:pt x="23815" y="2461"/>
                  <a:pt x="23581" y="2754"/>
                </a:cubicBezTo>
                <a:cubicBezTo>
                  <a:pt x="23347" y="3047"/>
                  <a:pt x="23230" y="3462"/>
                  <a:pt x="23230" y="3999"/>
                </a:cubicBezTo>
                <a:cubicBezTo>
                  <a:pt x="23230" y="4529"/>
                  <a:pt x="23320" y="4931"/>
                  <a:pt x="23501" y="5207"/>
                </a:cubicBezTo>
                <a:cubicBezTo>
                  <a:pt x="23682" y="5482"/>
                  <a:pt x="23972" y="5620"/>
                  <a:pt x="24371" y="5620"/>
                </a:cubicBezTo>
                <a:cubicBezTo>
                  <a:pt x="24584" y="5620"/>
                  <a:pt x="24800" y="5573"/>
                  <a:pt x="25018" y="5478"/>
                </a:cubicBezTo>
                <a:cubicBezTo>
                  <a:pt x="25236" y="5384"/>
                  <a:pt x="25439" y="5262"/>
                  <a:pt x="25628" y="5113"/>
                </a:cubicBezTo>
                <a:close/>
                <a:moveTo>
                  <a:pt x="31320" y="6211"/>
                </a:moveTo>
                <a:lnTo>
                  <a:pt x="30574" y="6211"/>
                </a:lnTo>
                <a:lnTo>
                  <a:pt x="30574" y="5739"/>
                </a:lnTo>
                <a:cubicBezTo>
                  <a:pt x="30507" y="5784"/>
                  <a:pt x="30417" y="5847"/>
                  <a:pt x="30304" y="5929"/>
                </a:cubicBezTo>
                <a:cubicBezTo>
                  <a:pt x="30191" y="6010"/>
                  <a:pt x="30081" y="6075"/>
                  <a:pt x="29975" y="6123"/>
                </a:cubicBezTo>
                <a:cubicBezTo>
                  <a:pt x="29850" y="6184"/>
                  <a:pt x="29706" y="6235"/>
                  <a:pt x="29544" y="6276"/>
                </a:cubicBezTo>
                <a:cubicBezTo>
                  <a:pt x="29382" y="6318"/>
                  <a:pt x="29191" y="6338"/>
                  <a:pt x="28973" y="6338"/>
                </a:cubicBezTo>
                <a:cubicBezTo>
                  <a:pt x="28571" y="6338"/>
                  <a:pt x="28231" y="6205"/>
                  <a:pt x="27951" y="5939"/>
                </a:cubicBezTo>
                <a:cubicBezTo>
                  <a:pt x="27672" y="5672"/>
                  <a:pt x="27532" y="5333"/>
                  <a:pt x="27532" y="4920"/>
                </a:cubicBezTo>
                <a:cubicBezTo>
                  <a:pt x="27532" y="4581"/>
                  <a:pt x="27605" y="4307"/>
                  <a:pt x="27750" y="4098"/>
                </a:cubicBezTo>
                <a:cubicBezTo>
                  <a:pt x="27895" y="3889"/>
                  <a:pt x="28102" y="3725"/>
                  <a:pt x="28370" y="3605"/>
                </a:cubicBezTo>
                <a:cubicBezTo>
                  <a:pt x="28642" y="3485"/>
                  <a:pt x="28968" y="3404"/>
                  <a:pt x="29348" y="3361"/>
                </a:cubicBezTo>
                <a:cubicBezTo>
                  <a:pt x="29729" y="3318"/>
                  <a:pt x="30137" y="3286"/>
                  <a:pt x="30574" y="3265"/>
                </a:cubicBezTo>
                <a:lnTo>
                  <a:pt x="30574" y="3148"/>
                </a:lnTo>
                <a:cubicBezTo>
                  <a:pt x="30574" y="2977"/>
                  <a:pt x="30544" y="2834"/>
                  <a:pt x="30484" y="2722"/>
                </a:cubicBezTo>
                <a:cubicBezTo>
                  <a:pt x="30424" y="2609"/>
                  <a:pt x="30338" y="2520"/>
                  <a:pt x="30226" y="2456"/>
                </a:cubicBezTo>
                <a:cubicBezTo>
                  <a:pt x="30120" y="2394"/>
                  <a:pt x="29992" y="2353"/>
                  <a:pt x="29843" y="2331"/>
                </a:cubicBezTo>
                <a:cubicBezTo>
                  <a:pt x="29694" y="2310"/>
                  <a:pt x="29539" y="2299"/>
                  <a:pt x="29376" y="2299"/>
                </a:cubicBezTo>
                <a:cubicBezTo>
                  <a:pt x="29179" y="2299"/>
                  <a:pt x="28960" y="2326"/>
                  <a:pt x="28718" y="2379"/>
                </a:cubicBezTo>
                <a:cubicBezTo>
                  <a:pt x="28476" y="2432"/>
                  <a:pt x="28225" y="2509"/>
                  <a:pt x="27967" y="2610"/>
                </a:cubicBezTo>
                <a:lnTo>
                  <a:pt x="27927" y="2610"/>
                </a:lnTo>
                <a:lnTo>
                  <a:pt x="27927" y="1848"/>
                </a:lnTo>
                <a:cubicBezTo>
                  <a:pt x="28074" y="1808"/>
                  <a:pt x="28285" y="1764"/>
                  <a:pt x="28562" y="1716"/>
                </a:cubicBezTo>
                <a:cubicBezTo>
                  <a:pt x="28839" y="1668"/>
                  <a:pt x="29111" y="1644"/>
                  <a:pt x="29380" y="1644"/>
                </a:cubicBezTo>
                <a:cubicBezTo>
                  <a:pt x="29694" y="1644"/>
                  <a:pt x="29968" y="1670"/>
                  <a:pt x="30200" y="1722"/>
                </a:cubicBezTo>
                <a:cubicBezTo>
                  <a:pt x="30433" y="1774"/>
                  <a:pt x="30635" y="1863"/>
                  <a:pt x="30805" y="1988"/>
                </a:cubicBezTo>
                <a:cubicBezTo>
                  <a:pt x="30973" y="2110"/>
                  <a:pt x="31101" y="2268"/>
                  <a:pt x="31188" y="2463"/>
                </a:cubicBezTo>
                <a:cubicBezTo>
                  <a:pt x="31276" y="2657"/>
                  <a:pt x="31320" y="2898"/>
                  <a:pt x="31320" y="3185"/>
                </a:cubicBezTo>
                <a:lnTo>
                  <a:pt x="31320" y="6211"/>
                </a:lnTo>
                <a:moveTo>
                  <a:pt x="30574" y="5119"/>
                </a:moveTo>
                <a:lnTo>
                  <a:pt x="30574" y="3872"/>
                </a:lnTo>
                <a:cubicBezTo>
                  <a:pt x="30345" y="3885"/>
                  <a:pt x="30075" y="3905"/>
                  <a:pt x="29765" y="3932"/>
                </a:cubicBezTo>
                <a:cubicBezTo>
                  <a:pt x="29455" y="3959"/>
                  <a:pt x="29210" y="3997"/>
                  <a:pt x="29029" y="4048"/>
                </a:cubicBezTo>
                <a:cubicBezTo>
                  <a:pt x="28813" y="4110"/>
                  <a:pt x="28639" y="4205"/>
                  <a:pt x="28506" y="4335"/>
                </a:cubicBezTo>
                <a:cubicBezTo>
                  <a:pt x="28373" y="4464"/>
                  <a:pt x="28307" y="4643"/>
                  <a:pt x="28307" y="4870"/>
                </a:cubicBezTo>
                <a:cubicBezTo>
                  <a:pt x="28307" y="5127"/>
                  <a:pt x="28384" y="5320"/>
                  <a:pt x="28538" y="5449"/>
                </a:cubicBezTo>
                <a:cubicBezTo>
                  <a:pt x="28692" y="5579"/>
                  <a:pt x="28928" y="5644"/>
                  <a:pt x="29245" y="5644"/>
                </a:cubicBezTo>
                <a:cubicBezTo>
                  <a:pt x="29508" y="5644"/>
                  <a:pt x="29749" y="5592"/>
                  <a:pt x="29967" y="5490"/>
                </a:cubicBezTo>
                <a:cubicBezTo>
                  <a:pt x="30185" y="5387"/>
                  <a:pt x="30387" y="5263"/>
                  <a:pt x="30574" y="5119"/>
                </a:cubicBezTo>
                <a:close/>
                <a:moveTo>
                  <a:pt x="36497" y="4055"/>
                </a:moveTo>
                <a:lnTo>
                  <a:pt x="33212" y="4055"/>
                </a:lnTo>
                <a:cubicBezTo>
                  <a:pt x="33212" y="4330"/>
                  <a:pt x="33253" y="4569"/>
                  <a:pt x="33336" y="4773"/>
                </a:cubicBezTo>
                <a:cubicBezTo>
                  <a:pt x="33418" y="4978"/>
                  <a:pt x="33531" y="5145"/>
                  <a:pt x="33675" y="5276"/>
                </a:cubicBezTo>
                <a:cubicBezTo>
                  <a:pt x="33813" y="5404"/>
                  <a:pt x="33978" y="5500"/>
                  <a:pt x="34168" y="5564"/>
                </a:cubicBezTo>
                <a:cubicBezTo>
                  <a:pt x="34358" y="5628"/>
                  <a:pt x="34568" y="5660"/>
                  <a:pt x="34796" y="5660"/>
                </a:cubicBezTo>
                <a:cubicBezTo>
                  <a:pt x="35100" y="5660"/>
                  <a:pt x="35405" y="5599"/>
                  <a:pt x="35712" y="5477"/>
                </a:cubicBezTo>
                <a:cubicBezTo>
                  <a:pt x="36020" y="5355"/>
                  <a:pt x="36239" y="5235"/>
                  <a:pt x="36369" y="5117"/>
                </a:cubicBezTo>
                <a:lnTo>
                  <a:pt x="36409" y="5117"/>
                </a:lnTo>
                <a:lnTo>
                  <a:pt x="36409" y="5938"/>
                </a:lnTo>
                <a:cubicBezTo>
                  <a:pt x="36156" y="6045"/>
                  <a:pt x="35898" y="6134"/>
                  <a:pt x="35635" y="6206"/>
                </a:cubicBezTo>
                <a:cubicBezTo>
                  <a:pt x="35371" y="6278"/>
                  <a:pt x="35094" y="6314"/>
                  <a:pt x="34804" y="6314"/>
                </a:cubicBezTo>
                <a:cubicBezTo>
                  <a:pt x="34065" y="6314"/>
                  <a:pt x="33487" y="6114"/>
                  <a:pt x="33072" y="5713"/>
                </a:cubicBezTo>
                <a:cubicBezTo>
                  <a:pt x="32657" y="5312"/>
                  <a:pt x="32449" y="4742"/>
                  <a:pt x="32449" y="4003"/>
                </a:cubicBezTo>
                <a:cubicBezTo>
                  <a:pt x="32449" y="3273"/>
                  <a:pt x="32648" y="2693"/>
                  <a:pt x="33046" y="2264"/>
                </a:cubicBezTo>
                <a:cubicBezTo>
                  <a:pt x="33444" y="1835"/>
                  <a:pt x="33968" y="1621"/>
                  <a:pt x="34617" y="1621"/>
                </a:cubicBezTo>
                <a:cubicBezTo>
                  <a:pt x="35218" y="1621"/>
                  <a:pt x="35682" y="1796"/>
                  <a:pt x="36008" y="2148"/>
                </a:cubicBezTo>
                <a:cubicBezTo>
                  <a:pt x="36334" y="2500"/>
                  <a:pt x="36497" y="3000"/>
                  <a:pt x="36497" y="3648"/>
                </a:cubicBezTo>
                <a:lnTo>
                  <a:pt x="36497" y="4055"/>
                </a:lnTo>
                <a:moveTo>
                  <a:pt x="35766" y="3481"/>
                </a:moveTo>
                <a:cubicBezTo>
                  <a:pt x="35764" y="3087"/>
                  <a:pt x="35665" y="2782"/>
                  <a:pt x="35469" y="2566"/>
                </a:cubicBezTo>
                <a:cubicBezTo>
                  <a:pt x="35273" y="2351"/>
                  <a:pt x="34976" y="2243"/>
                  <a:pt x="34577" y="2243"/>
                </a:cubicBezTo>
                <a:cubicBezTo>
                  <a:pt x="34175" y="2243"/>
                  <a:pt x="33855" y="2362"/>
                  <a:pt x="33617" y="2598"/>
                </a:cubicBezTo>
                <a:cubicBezTo>
                  <a:pt x="33379" y="2835"/>
                  <a:pt x="33244" y="3129"/>
                  <a:pt x="33212" y="3481"/>
                </a:cubicBezTo>
                <a:lnTo>
                  <a:pt x="35766" y="3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32798-7A57-4E12-8767-AA3287B39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67" y="1249322"/>
            <a:ext cx="73589" cy="75529"/>
          </a:xfrm>
          <a:custGeom xmlns:a="http://schemas.openxmlformats.org/drawingml/2006/main">
            <a:pathLst>
              <a:path w="73589" h="75529">
                <a:moveTo>
                  <a:pt x="0" y="0"/>
                </a:moveTo>
                <a:lnTo>
                  <a:pt x="73589" y="0"/>
                </a:lnTo>
                <a:lnTo>
                  <a:pt x="73589" y="75529"/>
                </a:lnTo>
                <a:lnTo>
                  <a:pt x="0" y="755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DB8676-66FB-4F0A-A6C3-6568B28D88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167" y="1249324"/>
            <a:ext cx="73590" cy="75529"/>
          </a:xfrm>
          <a:custGeom xmlns:a="http://schemas.openxmlformats.org/drawingml/2006/main">
            <a:pathLst>
              <a:path w="73590" h="75529" fill="none">
                <a:moveTo>
                  <a:pt x="0" y="0"/>
                </a:moveTo>
                <a:lnTo>
                  <a:pt x="73590" y="0"/>
                </a:lnTo>
                <a:lnTo>
                  <a:pt x="73590" y="75529"/>
                </a:lnTo>
                <a:lnTo>
                  <a:pt x="0" y="755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34" name="Text Hybotidae">
            <a:extLst xmlns:a="http://schemas.openxmlformats.org/drawingml/2006/main">
              <a:ext uri="{FF2B5EF4-FFF2-40B4-BE49-F238E27FC236}">
                <a16:creationId xmlns:a16="http://schemas.microsoft.com/office/drawing/2014/main" id="{6C9F1D59-49DA-423E-A010-3946FEE4F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9213" y="1273197"/>
            <a:ext cx="27642" cy="5405"/>
          </a:xfrm>
          <a:custGeom xmlns:a="http://schemas.openxmlformats.org/drawingml/2006/main">
            <a:pathLst>
              <a:path w="27642" h="5405">
                <a:moveTo>
                  <a:pt x="3128" y="4273"/>
                </a:moveTo>
                <a:lnTo>
                  <a:pt x="2584" y="4273"/>
                </a:lnTo>
                <a:lnTo>
                  <a:pt x="2584" y="2269"/>
                </a:lnTo>
                <a:lnTo>
                  <a:pt x="544" y="2269"/>
                </a:lnTo>
                <a:lnTo>
                  <a:pt x="544" y="4273"/>
                </a:lnTo>
                <a:lnTo>
                  <a:pt x="0" y="4273"/>
                </a:lnTo>
                <a:lnTo>
                  <a:pt x="0" y="181"/>
                </a:lnTo>
                <a:lnTo>
                  <a:pt x="544" y="181"/>
                </a:lnTo>
                <a:lnTo>
                  <a:pt x="544" y="1785"/>
                </a:lnTo>
                <a:lnTo>
                  <a:pt x="2584" y="1785"/>
                </a:lnTo>
                <a:lnTo>
                  <a:pt x="2584" y="181"/>
                </a:lnTo>
                <a:lnTo>
                  <a:pt x="3128" y="181"/>
                </a:lnTo>
                <a:lnTo>
                  <a:pt x="3128" y="4273"/>
                </a:lnTo>
                <a:close/>
                <a:moveTo>
                  <a:pt x="6839" y="1203"/>
                </a:moveTo>
                <a:lnTo>
                  <a:pt x="5048" y="5405"/>
                </a:lnTo>
                <a:lnTo>
                  <a:pt x="4496" y="5405"/>
                </a:lnTo>
                <a:lnTo>
                  <a:pt x="5067" y="4124"/>
                </a:lnTo>
                <a:lnTo>
                  <a:pt x="3845" y="1203"/>
                </a:lnTo>
                <a:lnTo>
                  <a:pt x="4405" y="1203"/>
                </a:lnTo>
                <a:lnTo>
                  <a:pt x="5347" y="3477"/>
                </a:lnTo>
                <a:lnTo>
                  <a:pt x="6298" y="1203"/>
                </a:lnTo>
                <a:lnTo>
                  <a:pt x="6839" y="1203"/>
                </a:lnTo>
                <a:close/>
                <a:moveTo>
                  <a:pt x="10214" y="2715"/>
                </a:moveTo>
                <a:cubicBezTo>
                  <a:pt x="10214" y="2972"/>
                  <a:pt x="10178" y="3203"/>
                  <a:pt x="10105" y="3409"/>
                </a:cubicBezTo>
                <a:cubicBezTo>
                  <a:pt x="10033" y="3614"/>
                  <a:pt x="9936" y="3787"/>
                  <a:pt x="9813" y="3926"/>
                </a:cubicBezTo>
                <a:cubicBezTo>
                  <a:pt x="9683" y="4071"/>
                  <a:pt x="9540" y="4180"/>
                  <a:pt x="9385" y="4253"/>
                </a:cubicBezTo>
                <a:cubicBezTo>
                  <a:pt x="9229" y="4325"/>
                  <a:pt x="9058" y="4361"/>
                  <a:pt x="8871" y="4361"/>
                </a:cubicBezTo>
                <a:cubicBezTo>
                  <a:pt x="8697" y="4361"/>
                  <a:pt x="8545" y="4341"/>
                  <a:pt x="8415" y="4299"/>
                </a:cubicBezTo>
                <a:cubicBezTo>
                  <a:pt x="8285" y="4258"/>
                  <a:pt x="8157" y="4202"/>
                  <a:pt x="8031" y="4133"/>
                </a:cubicBezTo>
                <a:lnTo>
                  <a:pt x="7998" y="4273"/>
                </a:lnTo>
                <a:lnTo>
                  <a:pt x="7514" y="4273"/>
                </a:lnTo>
                <a:lnTo>
                  <a:pt x="7514" y="0"/>
                </a:lnTo>
                <a:lnTo>
                  <a:pt x="8031" y="0"/>
                </a:lnTo>
                <a:lnTo>
                  <a:pt x="8031" y="1523"/>
                </a:lnTo>
                <a:cubicBezTo>
                  <a:pt x="8175" y="1403"/>
                  <a:pt x="8329" y="1306"/>
                  <a:pt x="8492" y="1229"/>
                </a:cubicBezTo>
                <a:cubicBezTo>
                  <a:pt x="8655" y="1153"/>
                  <a:pt x="8838" y="1115"/>
                  <a:pt x="9041" y="1115"/>
                </a:cubicBezTo>
                <a:cubicBezTo>
                  <a:pt x="9404" y="1115"/>
                  <a:pt x="9690" y="1255"/>
                  <a:pt x="9899" y="1534"/>
                </a:cubicBezTo>
                <a:cubicBezTo>
                  <a:pt x="10109" y="1813"/>
                  <a:pt x="10214" y="2206"/>
                  <a:pt x="10214" y="2715"/>
                </a:cubicBezTo>
                <a:moveTo>
                  <a:pt x="9681" y="2729"/>
                </a:moveTo>
                <a:cubicBezTo>
                  <a:pt x="9681" y="2362"/>
                  <a:pt x="9621" y="2084"/>
                  <a:pt x="9500" y="1894"/>
                </a:cubicBezTo>
                <a:cubicBezTo>
                  <a:pt x="9379" y="1704"/>
                  <a:pt x="9184" y="1609"/>
                  <a:pt x="8915" y="1609"/>
                </a:cubicBezTo>
                <a:cubicBezTo>
                  <a:pt x="8765" y="1609"/>
                  <a:pt x="8613" y="1642"/>
                  <a:pt x="8459" y="1707"/>
                </a:cubicBezTo>
                <a:cubicBezTo>
                  <a:pt x="8305" y="1772"/>
                  <a:pt x="8162" y="1856"/>
                  <a:pt x="8031" y="1959"/>
                </a:cubicBezTo>
                <a:lnTo>
                  <a:pt x="8031" y="3718"/>
                </a:lnTo>
                <a:cubicBezTo>
                  <a:pt x="8177" y="3784"/>
                  <a:pt x="8303" y="3830"/>
                  <a:pt x="8408" y="3856"/>
                </a:cubicBezTo>
                <a:cubicBezTo>
                  <a:pt x="8513" y="3882"/>
                  <a:pt x="8633" y="3894"/>
                  <a:pt x="8767" y="3894"/>
                </a:cubicBezTo>
                <a:cubicBezTo>
                  <a:pt x="9052" y="3894"/>
                  <a:pt x="9276" y="3800"/>
                  <a:pt x="9438" y="3613"/>
                </a:cubicBezTo>
                <a:cubicBezTo>
                  <a:pt x="9600" y="3425"/>
                  <a:pt x="9681" y="3130"/>
                  <a:pt x="9681" y="2729"/>
                </a:cubicBezTo>
                <a:close/>
                <a:moveTo>
                  <a:pt x="13633" y="2740"/>
                </a:moveTo>
                <a:cubicBezTo>
                  <a:pt x="13633" y="3241"/>
                  <a:pt x="13505" y="3636"/>
                  <a:pt x="13249" y="3926"/>
                </a:cubicBezTo>
                <a:cubicBezTo>
                  <a:pt x="12992" y="4216"/>
                  <a:pt x="12649" y="4361"/>
                  <a:pt x="12219" y="4361"/>
                </a:cubicBezTo>
                <a:cubicBezTo>
                  <a:pt x="11785" y="4361"/>
                  <a:pt x="11440" y="4216"/>
                  <a:pt x="11185" y="3926"/>
                </a:cubicBezTo>
                <a:cubicBezTo>
                  <a:pt x="10929" y="3636"/>
                  <a:pt x="10801" y="3241"/>
                  <a:pt x="10801" y="2740"/>
                </a:cubicBezTo>
                <a:cubicBezTo>
                  <a:pt x="10801" y="2238"/>
                  <a:pt x="10929" y="1842"/>
                  <a:pt x="11185" y="1551"/>
                </a:cubicBezTo>
                <a:cubicBezTo>
                  <a:pt x="11440" y="1261"/>
                  <a:pt x="11785" y="1115"/>
                  <a:pt x="12219" y="1115"/>
                </a:cubicBezTo>
                <a:cubicBezTo>
                  <a:pt x="12649" y="1115"/>
                  <a:pt x="12992" y="1261"/>
                  <a:pt x="13249" y="1551"/>
                </a:cubicBezTo>
                <a:cubicBezTo>
                  <a:pt x="13505" y="1842"/>
                  <a:pt x="13633" y="2238"/>
                  <a:pt x="13633" y="2740"/>
                </a:cubicBezTo>
                <a:moveTo>
                  <a:pt x="13100" y="2740"/>
                </a:moveTo>
                <a:cubicBezTo>
                  <a:pt x="13100" y="2343"/>
                  <a:pt x="13022" y="2048"/>
                  <a:pt x="12867" y="1855"/>
                </a:cubicBezTo>
                <a:cubicBezTo>
                  <a:pt x="12711" y="1662"/>
                  <a:pt x="12495" y="1565"/>
                  <a:pt x="12219" y="1565"/>
                </a:cubicBezTo>
                <a:cubicBezTo>
                  <a:pt x="11938" y="1565"/>
                  <a:pt x="11721" y="1662"/>
                  <a:pt x="11566" y="1855"/>
                </a:cubicBezTo>
                <a:cubicBezTo>
                  <a:pt x="11412" y="2048"/>
                  <a:pt x="11334" y="2343"/>
                  <a:pt x="11334" y="2740"/>
                </a:cubicBezTo>
                <a:cubicBezTo>
                  <a:pt x="11334" y="3124"/>
                  <a:pt x="11412" y="3415"/>
                  <a:pt x="11568" y="3613"/>
                </a:cubicBezTo>
                <a:cubicBezTo>
                  <a:pt x="11723" y="3812"/>
                  <a:pt x="11940" y="3911"/>
                  <a:pt x="12219" y="3911"/>
                </a:cubicBezTo>
                <a:cubicBezTo>
                  <a:pt x="12493" y="3911"/>
                  <a:pt x="12709" y="3813"/>
                  <a:pt x="12865" y="3616"/>
                </a:cubicBezTo>
                <a:cubicBezTo>
                  <a:pt x="13022" y="3419"/>
                  <a:pt x="13100" y="3127"/>
                  <a:pt x="13100" y="2740"/>
                </a:cubicBezTo>
                <a:close/>
                <a:moveTo>
                  <a:pt x="16025" y="4246"/>
                </a:moveTo>
                <a:cubicBezTo>
                  <a:pt x="15928" y="4272"/>
                  <a:pt x="15822" y="4293"/>
                  <a:pt x="15708" y="4309"/>
                </a:cubicBezTo>
                <a:cubicBezTo>
                  <a:pt x="15593" y="4326"/>
                  <a:pt x="15491" y="4334"/>
                  <a:pt x="15401" y="4334"/>
                </a:cubicBezTo>
                <a:cubicBezTo>
                  <a:pt x="15088" y="4334"/>
                  <a:pt x="14850" y="4249"/>
                  <a:pt x="14687" y="4081"/>
                </a:cubicBezTo>
                <a:cubicBezTo>
                  <a:pt x="14524" y="3912"/>
                  <a:pt x="14443" y="3642"/>
                  <a:pt x="14443" y="3270"/>
                </a:cubicBezTo>
                <a:lnTo>
                  <a:pt x="14443" y="1637"/>
                </a:lnTo>
                <a:lnTo>
                  <a:pt x="14094" y="1637"/>
                </a:lnTo>
                <a:lnTo>
                  <a:pt x="14094" y="1203"/>
                </a:lnTo>
                <a:lnTo>
                  <a:pt x="14443" y="1203"/>
                </a:lnTo>
                <a:lnTo>
                  <a:pt x="14443" y="319"/>
                </a:lnTo>
                <a:lnTo>
                  <a:pt x="14959" y="319"/>
                </a:lnTo>
                <a:lnTo>
                  <a:pt x="14959" y="1203"/>
                </a:lnTo>
                <a:lnTo>
                  <a:pt x="16025" y="1203"/>
                </a:lnTo>
                <a:lnTo>
                  <a:pt x="16025" y="1637"/>
                </a:lnTo>
                <a:lnTo>
                  <a:pt x="14959" y="1637"/>
                </a:lnTo>
                <a:lnTo>
                  <a:pt x="14959" y="3038"/>
                </a:lnTo>
                <a:cubicBezTo>
                  <a:pt x="14959" y="3200"/>
                  <a:pt x="14963" y="3326"/>
                  <a:pt x="14970" y="3417"/>
                </a:cubicBezTo>
                <a:cubicBezTo>
                  <a:pt x="14977" y="3508"/>
                  <a:pt x="15003" y="3592"/>
                  <a:pt x="15047" y="3671"/>
                </a:cubicBezTo>
                <a:cubicBezTo>
                  <a:pt x="15087" y="3745"/>
                  <a:pt x="15143" y="3798"/>
                  <a:pt x="15213" y="3832"/>
                </a:cubicBezTo>
                <a:cubicBezTo>
                  <a:pt x="15284" y="3866"/>
                  <a:pt x="15391" y="3883"/>
                  <a:pt x="15536" y="3883"/>
                </a:cubicBezTo>
                <a:cubicBezTo>
                  <a:pt x="15620" y="3883"/>
                  <a:pt x="15708" y="3871"/>
                  <a:pt x="15800" y="3846"/>
                </a:cubicBezTo>
                <a:cubicBezTo>
                  <a:pt x="15891" y="3822"/>
                  <a:pt x="15957" y="3801"/>
                  <a:pt x="15997" y="3785"/>
                </a:cubicBezTo>
                <a:lnTo>
                  <a:pt x="16025" y="3785"/>
                </a:lnTo>
                <a:lnTo>
                  <a:pt x="16025" y="4246"/>
                </a:lnTo>
                <a:close/>
                <a:moveTo>
                  <a:pt x="17203" y="692"/>
                </a:moveTo>
                <a:lnTo>
                  <a:pt x="16621" y="692"/>
                </a:lnTo>
                <a:lnTo>
                  <a:pt x="16621" y="154"/>
                </a:lnTo>
                <a:lnTo>
                  <a:pt x="17203" y="154"/>
                </a:lnTo>
                <a:lnTo>
                  <a:pt x="17203" y="692"/>
                </a:lnTo>
                <a:moveTo>
                  <a:pt x="17170" y="4273"/>
                </a:moveTo>
                <a:lnTo>
                  <a:pt x="16653" y="4273"/>
                </a:lnTo>
                <a:lnTo>
                  <a:pt x="16653" y="1203"/>
                </a:lnTo>
                <a:lnTo>
                  <a:pt x="17170" y="1203"/>
                </a:lnTo>
                <a:lnTo>
                  <a:pt x="17170" y="4273"/>
                </a:lnTo>
                <a:close/>
                <a:moveTo>
                  <a:pt x="20680" y="4273"/>
                </a:moveTo>
                <a:lnTo>
                  <a:pt x="20163" y="4273"/>
                </a:lnTo>
                <a:lnTo>
                  <a:pt x="20163" y="3954"/>
                </a:lnTo>
                <a:cubicBezTo>
                  <a:pt x="20015" y="4082"/>
                  <a:pt x="19860" y="4182"/>
                  <a:pt x="19699" y="4254"/>
                </a:cubicBezTo>
                <a:cubicBezTo>
                  <a:pt x="19538" y="4325"/>
                  <a:pt x="19363" y="4361"/>
                  <a:pt x="19175" y="4361"/>
                </a:cubicBezTo>
                <a:cubicBezTo>
                  <a:pt x="18808" y="4361"/>
                  <a:pt x="18518" y="4220"/>
                  <a:pt x="18303" y="3937"/>
                </a:cubicBezTo>
                <a:cubicBezTo>
                  <a:pt x="18087" y="3655"/>
                  <a:pt x="17980" y="3263"/>
                  <a:pt x="17980" y="2762"/>
                </a:cubicBezTo>
                <a:cubicBezTo>
                  <a:pt x="17980" y="2501"/>
                  <a:pt x="18017" y="2269"/>
                  <a:pt x="18091" y="2065"/>
                </a:cubicBezTo>
                <a:cubicBezTo>
                  <a:pt x="18165" y="1861"/>
                  <a:pt x="18266" y="1688"/>
                  <a:pt x="18392" y="1545"/>
                </a:cubicBezTo>
                <a:cubicBezTo>
                  <a:pt x="18516" y="1405"/>
                  <a:pt x="18661" y="1299"/>
                  <a:pt x="18827" y="1225"/>
                </a:cubicBezTo>
                <a:cubicBezTo>
                  <a:pt x="18993" y="1152"/>
                  <a:pt x="19165" y="1115"/>
                  <a:pt x="19342" y="1115"/>
                </a:cubicBezTo>
                <a:cubicBezTo>
                  <a:pt x="19503" y="1115"/>
                  <a:pt x="19646" y="1132"/>
                  <a:pt x="19771" y="1166"/>
                </a:cubicBezTo>
                <a:cubicBezTo>
                  <a:pt x="19895" y="1200"/>
                  <a:pt x="20026" y="1253"/>
                  <a:pt x="20163" y="1324"/>
                </a:cubicBezTo>
                <a:lnTo>
                  <a:pt x="20163" y="0"/>
                </a:lnTo>
                <a:lnTo>
                  <a:pt x="20680" y="0"/>
                </a:lnTo>
                <a:lnTo>
                  <a:pt x="20680" y="4273"/>
                </a:lnTo>
                <a:moveTo>
                  <a:pt x="20163" y="3518"/>
                </a:moveTo>
                <a:lnTo>
                  <a:pt x="20163" y="1758"/>
                </a:lnTo>
                <a:cubicBezTo>
                  <a:pt x="20024" y="1695"/>
                  <a:pt x="19900" y="1652"/>
                  <a:pt x="19790" y="1629"/>
                </a:cubicBezTo>
                <a:cubicBezTo>
                  <a:pt x="19680" y="1605"/>
                  <a:pt x="19560" y="1593"/>
                  <a:pt x="19430" y="1593"/>
                </a:cubicBezTo>
                <a:cubicBezTo>
                  <a:pt x="19141" y="1593"/>
                  <a:pt x="18916" y="1694"/>
                  <a:pt x="18754" y="1895"/>
                </a:cubicBezTo>
                <a:cubicBezTo>
                  <a:pt x="18593" y="2096"/>
                  <a:pt x="18513" y="2382"/>
                  <a:pt x="18513" y="2752"/>
                </a:cubicBezTo>
                <a:cubicBezTo>
                  <a:pt x="18513" y="3116"/>
                  <a:pt x="18575" y="3393"/>
                  <a:pt x="18699" y="3583"/>
                </a:cubicBezTo>
                <a:cubicBezTo>
                  <a:pt x="18824" y="3772"/>
                  <a:pt x="19024" y="3867"/>
                  <a:pt x="19298" y="3867"/>
                </a:cubicBezTo>
                <a:cubicBezTo>
                  <a:pt x="19445" y="3867"/>
                  <a:pt x="19593" y="3834"/>
                  <a:pt x="19743" y="3769"/>
                </a:cubicBezTo>
                <a:cubicBezTo>
                  <a:pt x="19893" y="3704"/>
                  <a:pt x="20033" y="3621"/>
                  <a:pt x="20163" y="3518"/>
                </a:cubicBezTo>
                <a:close/>
                <a:moveTo>
                  <a:pt x="24079" y="4273"/>
                </a:moveTo>
                <a:lnTo>
                  <a:pt x="23566" y="4273"/>
                </a:lnTo>
                <a:lnTo>
                  <a:pt x="23566" y="3949"/>
                </a:lnTo>
                <a:cubicBezTo>
                  <a:pt x="23520" y="3980"/>
                  <a:pt x="23458" y="4023"/>
                  <a:pt x="23380" y="4079"/>
                </a:cubicBezTo>
                <a:cubicBezTo>
                  <a:pt x="23303" y="4135"/>
                  <a:pt x="23227" y="4180"/>
                  <a:pt x="23154" y="4213"/>
                </a:cubicBezTo>
                <a:cubicBezTo>
                  <a:pt x="23068" y="4255"/>
                  <a:pt x="22969" y="4290"/>
                  <a:pt x="22857" y="4319"/>
                </a:cubicBezTo>
                <a:cubicBezTo>
                  <a:pt x="22746" y="4347"/>
                  <a:pt x="22615" y="4361"/>
                  <a:pt x="22465" y="4361"/>
                </a:cubicBezTo>
                <a:cubicBezTo>
                  <a:pt x="22188" y="4361"/>
                  <a:pt x="21954" y="4270"/>
                  <a:pt x="21761" y="4086"/>
                </a:cubicBezTo>
                <a:cubicBezTo>
                  <a:pt x="21569" y="3903"/>
                  <a:pt x="21473" y="3669"/>
                  <a:pt x="21473" y="3385"/>
                </a:cubicBezTo>
                <a:cubicBezTo>
                  <a:pt x="21473" y="3152"/>
                  <a:pt x="21523" y="2964"/>
                  <a:pt x="21623" y="2820"/>
                </a:cubicBezTo>
                <a:cubicBezTo>
                  <a:pt x="21723" y="2676"/>
                  <a:pt x="21865" y="2563"/>
                  <a:pt x="22050" y="2480"/>
                </a:cubicBezTo>
                <a:cubicBezTo>
                  <a:pt x="22237" y="2398"/>
                  <a:pt x="22461" y="2342"/>
                  <a:pt x="22723" y="2313"/>
                </a:cubicBezTo>
                <a:cubicBezTo>
                  <a:pt x="22985" y="2283"/>
                  <a:pt x="23266" y="2261"/>
                  <a:pt x="23566" y="2247"/>
                </a:cubicBezTo>
                <a:lnTo>
                  <a:pt x="23566" y="2166"/>
                </a:lnTo>
                <a:cubicBezTo>
                  <a:pt x="23566" y="2048"/>
                  <a:pt x="23545" y="1950"/>
                  <a:pt x="23504" y="1873"/>
                </a:cubicBezTo>
                <a:cubicBezTo>
                  <a:pt x="23463" y="1795"/>
                  <a:pt x="23404" y="1734"/>
                  <a:pt x="23327" y="1690"/>
                </a:cubicBezTo>
                <a:cubicBezTo>
                  <a:pt x="23254" y="1647"/>
                  <a:pt x="23166" y="1619"/>
                  <a:pt x="23063" y="1604"/>
                </a:cubicBezTo>
                <a:cubicBezTo>
                  <a:pt x="22961" y="1589"/>
                  <a:pt x="22854" y="1582"/>
                  <a:pt x="22742" y="1582"/>
                </a:cubicBezTo>
                <a:cubicBezTo>
                  <a:pt x="22606" y="1582"/>
                  <a:pt x="22455" y="1600"/>
                  <a:pt x="22289" y="1637"/>
                </a:cubicBezTo>
                <a:cubicBezTo>
                  <a:pt x="22122" y="1674"/>
                  <a:pt x="21950" y="1727"/>
                  <a:pt x="21772" y="1796"/>
                </a:cubicBezTo>
                <a:lnTo>
                  <a:pt x="21745" y="1796"/>
                </a:lnTo>
                <a:lnTo>
                  <a:pt x="21745" y="1272"/>
                </a:lnTo>
                <a:cubicBezTo>
                  <a:pt x="21846" y="1244"/>
                  <a:pt x="21991" y="1214"/>
                  <a:pt x="22182" y="1181"/>
                </a:cubicBezTo>
                <a:cubicBezTo>
                  <a:pt x="22372" y="1148"/>
                  <a:pt x="22560" y="1132"/>
                  <a:pt x="22745" y="1132"/>
                </a:cubicBezTo>
                <a:cubicBezTo>
                  <a:pt x="22961" y="1132"/>
                  <a:pt x="23149" y="1149"/>
                  <a:pt x="23309" y="1185"/>
                </a:cubicBezTo>
                <a:cubicBezTo>
                  <a:pt x="23469" y="1221"/>
                  <a:pt x="23608" y="1282"/>
                  <a:pt x="23725" y="1368"/>
                </a:cubicBezTo>
                <a:cubicBezTo>
                  <a:pt x="23840" y="1452"/>
                  <a:pt x="23928" y="1561"/>
                  <a:pt x="23989" y="1695"/>
                </a:cubicBezTo>
                <a:cubicBezTo>
                  <a:pt x="24049" y="1828"/>
                  <a:pt x="24079" y="1994"/>
                  <a:pt x="24079" y="2192"/>
                </a:cubicBezTo>
                <a:lnTo>
                  <a:pt x="24079" y="4273"/>
                </a:lnTo>
                <a:moveTo>
                  <a:pt x="23566" y="3522"/>
                </a:moveTo>
                <a:lnTo>
                  <a:pt x="23566" y="2664"/>
                </a:lnTo>
                <a:cubicBezTo>
                  <a:pt x="23408" y="2673"/>
                  <a:pt x="23223" y="2687"/>
                  <a:pt x="23010" y="2705"/>
                </a:cubicBezTo>
                <a:cubicBezTo>
                  <a:pt x="22796" y="2724"/>
                  <a:pt x="22628" y="2750"/>
                  <a:pt x="22503" y="2785"/>
                </a:cubicBezTo>
                <a:cubicBezTo>
                  <a:pt x="22355" y="2828"/>
                  <a:pt x="22235" y="2893"/>
                  <a:pt x="22143" y="2983"/>
                </a:cubicBezTo>
                <a:cubicBezTo>
                  <a:pt x="22052" y="3072"/>
                  <a:pt x="22006" y="3195"/>
                  <a:pt x="22006" y="3351"/>
                </a:cubicBezTo>
                <a:cubicBezTo>
                  <a:pt x="22006" y="3527"/>
                  <a:pt x="22059" y="3660"/>
                  <a:pt x="22165" y="3750"/>
                </a:cubicBezTo>
                <a:cubicBezTo>
                  <a:pt x="22271" y="3839"/>
                  <a:pt x="22433" y="3883"/>
                  <a:pt x="22651" y="3883"/>
                </a:cubicBezTo>
                <a:cubicBezTo>
                  <a:pt x="22833" y="3883"/>
                  <a:pt x="22998" y="3848"/>
                  <a:pt x="23148" y="3777"/>
                </a:cubicBezTo>
                <a:cubicBezTo>
                  <a:pt x="23299" y="3706"/>
                  <a:pt x="23438" y="3621"/>
                  <a:pt x="23566" y="3522"/>
                </a:cubicBezTo>
                <a:close/>
                <a:moveTo>
                  <a:pt x="27642" y="2790"/>
                </a:moveTo>
                <a:lnTo>
                  <a:pt x="25381" y="2790"/>
                </a:lnTo>
                <a:cubicBezTo>
                  <a:pt x="25381" y="2979"/>
                  <a:pt x="25410" y="3144"/>
                  <a:pt x="25466" y="3284"/>
                </a:cubicBezTo>
                <a:cubicBezTo>
                  <a:pt x="25523" y="3425"/>
                  <a:pt x="25601" y="3540"/>
                  <a:pt x="25700" y="3630"/>
                </a:cubicBezTo>
                <a:cubicBezTo>
                  <a:pt x="25795" y="3718"/>
                  <a:pt x="25908" y="3784"/>
                  <a:pt x="26039" y="3828"/>
                </a:cubicBezTo>
                <a:cubicBezTo>
                  <a:pt x="26170" y="3872"/>
                  <a:pt x="26314" y="3894"/>
                  <a:pt x="26472" y="3894"/>
                </a:cubicBezTo>
                <a:cubicBezTo>
                  <a:pt x="26680" y="3894"/>
                  <a:pt x="26890" y="3852"/>
                  <a:pt x="27102" y="3768"/>
                </a:cubicBezTo>
                <a:cubicBezTo>
                  <a:pt x="27313" y="3685"/>
                  <a:pt x="27464" y="3602"/>
                  <a:pt x="27554" y="3521"/>
                </a:cubicBezTo>
                <a:lnTo>
                  <a:pt x="27581" y="3521"/>
                </a:lnTo>
                <a:lnTo>
                  <a:pt x="27581" y="4086"/>
                </a:lnTo>
                <a:cubicBezTo>
                  <a:pt x="27407" y="4159"/>
                  <a:pt x="27230" y="4221"/>
                  <a:pt x="27048" y="4270"/>
                </a:cubicBezTo>
                <a:cubicBezTo>
                  <a:pt x="26867" y="4320"/>
                  <a:pt x="26677" y="4345"/>
                  <a:pt x="26477" y="4345"/>
                </a:cubicBezTo>
                <a:cubicBezTo>
                  <a:pt x="25968" y="4345"/>
                  <a:pt x="25571" y="4207"/>
                  <a:pt x="25285" y="3931"/>
                </a:cubicBezTo>
                <a:cubicBezTo>
                  <a:pt x="25000" y="3655"/>
                  <a:pt x="24857" y="3263"/>
                  <a:pt x="24857" y="2755"/>
                </a:cubicBezTo>
                <a:cubicBezTo>
                  <a:pt x="24857" y="2252"/>
                  <a:pt x="24994" y="1853"/>
                  <a:pt x="25267" y="1558"/>
                </a:cubicBezTo>
                <a:cubicBezTo>
                  <a:pt x="25541" y="1263"/>
                  <a:pt x="25901" y="1115"/>
                  <a:pt x="26348" y="1115"/>
                </a:cubicBezTo>
                <a:cubicBezTo>
                  <a:pt x="26762" y="1115"/>
                  <a:pt x="27081" y="1236"/>
                  <a:pt x="27305" y="1478"/>
                </a:cubicBezTo>
                <a:cubicBezTo>
                  <a:pt x="27529" y="1720"/>
                  <a:pt x="27642" y="2064"/>
                  <a:pt x="27642" y="2510"/>
                </a:cubicBezTo>
                <a:lnTo>
                  <a:pt x="27642" y="2790"/>
                </a:lnTo>
                <a:moveTo>
                  <a:pt x="27139" y="2395"/>
                </a:moveTo>
                <a:cubicBezTo>
                  <a:pt x="27137" y="2124"/>
                  <a:pt x="27069" y="1914"/>
                  <a:pt x="26934" y="1766"/>
                </a:cubicBezTo>
                <a:cubicBezTo>
                  <a:pt x="26800" y="1618"/>
                  <a:pt x="26595" y="1543"/>
                  <a:pt x="26321" y="1543"/>
                </a:cubicBezTo>
                <a:cubicBezTo>
                  <a:pt x="26044" y="1543"/>
                  <a:pt x="25824" y="1625"/>
                  <a:pt x="25660" y="1788"/>
                </a:cubicBezTo>
                <a:cubicBezTo>
                  <a:pt x="25496" y="1951"/>
                  <a:pt x="25403" y="2153"/>
                  <a:pt x="25381" y="2395"/>
                </a:cubicBezTo>
                <a:lnTo>
                  <a:pt x="27139" y="239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BDAFAD-7DDE-4D76-A548-537F4D22D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256" y="1249322"/>
            <a:ext cx="56793" cy="75529"/>
          </a:xfrm>
          <a:custGeom xmlns:a="http://schemas.openxmlformats.org/drawingml/2006/main">
            <a:pathLst>
              <a:path w="56793" h="75529">
                <a:moveTo>
                  <a:pt x="0" y="0"/>
                </a:moveTo>
                <a:lnTo>
                  <a:pt x="56793" y="0"/>
                </a:lnTo>
                <a:lnTo>
                  <a:pt x="56793" y="75529"/>
                </a:lnTo>
                <a:lnTo>
                  <a:pt x="0" y="755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492E9D-0B62-494A-B54F-1308FED7F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2255" y="1249324"/>
            <a:ext cx="56794" cy="75529"/>
          </a:xfrm>
          <a:custGeom xmlns:a="http://schemas.openxmlformats.org/drawingml/2006/main">
            <a:pathLst>
              <a:path w="56794" h="75529" fill="none">
                <a:moveTo>
                  <a:pt x="0" y="0"/>
                </a:moveTo>
                <a:lnTo>
                  <a:pt x="56794" y="0"/>
                </a:lnTo>
                <a:lnTo>
                  <a:pt x="56794" y="75529"/>
                </a:lnTo>
                <a:lnTo>
                  <a:pt x="0" y="755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276F06-AC06-4595-9D21-4464FAD84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49" y="1249322"/>
            <a:ext cx="56141" cy="75529"/>
          </a:xfrm>
          <a:custGeom xmlns:a="http://schemas.openxmlformats.org/drawingml/2006/main">
            <a:pathLst>
              <a:path w="56141" h="75529">
                <a:moveTo>
                  <a:pt x="0" y="0"/>
                </a:moveTo>
                <a:lnTo>
                  <a:pt x="56141" y="0"/>
                </a:lnTo>
                <a:lnTo>
                  <a:pt x="56141" y="75529"/>
                </a:lnTo>
                <a:lnTo>
                  <a:pt x="0" y="755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B43639E-2FD5-4563-BE0B-4E8C9C3F0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1548" y="1249324"/>
            <a:ext cx="56142" cy="75529"/>
          </a:xfrm>
          <a:custGeom xmlns:a="http://schemas.openxmlformats.org/drawingml/2006/main">
            <a:pathLst>
              <a:path w="56142" h="75529" fill="none">
                <a:moveTo>
                  <a:pt x="0" y="0"/>
                </a:moveTo>
                <a:lnTo>
                  <a:pt x="56142" y="0"/>
                </a:lnTo>
                <a:lnTo>
                  <a:pt x="56142" y="75529"/>
                </a:lnTo>
                <a:lnTo>
                  <a:pt x="0" y="755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3890D9-0E9B-4D73-9DDE-5E6DECE3B1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347348"/>
            <a:ext cx="61516" cy="66837"/>
          </a:xfrm>
          <a:custGeom xmlns:a="http://schemas.openxmlformats.org/drawingml/2006/main">
            <a:pathLst>
              <a:path w="61516" h="66837">
                <a:moveTo>
                  <a:pt x="0" y="0"/>
                </a:moveTo>
                <a:lnTo>
                  <a:pt x="61516" y="0"/>
                </a:lnTo>
                <a:lnTo>
                  <a:pt x="61516" y="66837"/>
                </a:lnTo>
                <a:lnTo>
                  <a:pt x="0" y="6683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A2A0B0-5B15-42AE-BD4B-6058F6D25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347352"/>
            <a:ext cx="61516" cy="66836"/>
          </a:xfrm>
          <a:custGeom xmlns:a="http://schemas.openxmlformats.org/drawingml/2006/main">
            <a:pathLst>
              <a:path w="61516" h="66836" fill="none">
                <a:moveTo>
                  <a:pt x="0" y="0"/>
                </a:moveTo>
                <a:lnTo>
                  <a:pt x="61516" y="0"/>
                </a:lnTo>
                <a:lnTo>
                  <a:pt x="61516" y="66836"/>
                </a:lnTo>
                <a:lnTo>
                  <a:pt x="0" y="668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A84DD-0DD7-497C-8C31-B1B8CB0F9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436685"/>
            <a:ext cx="61516" cy="50986"/>
          </a:xfrm>
          <a:custGeom xmlns:a="http://schemas.openxmlformats.org/drawingml/2006/main">
            <a:pathLst>
              <a:path w="61516" h="50986">
                <a:moveTo>
                  <a:pt x="0" y="0"/>
                </a:moveTo>
                <a:lnTo>
                  <a:pt x="61516" y="0"/>
                </a:lnTo>
                <a:lnTo>
                  <a:pt x="61516" y="50986"/>
                </a:lnTo>
                <a:lnTo>
                  <a:pt x="0" y="509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5BD954-55EC-4CE5-8B57-C116B64EA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436687"/>
            <a:ext cx="61516" cy="50989"/>
          </a:xfrm>
          <a:custGeom xmlns:a="http://schemas.openxmlformats.org/drawingml/2006/main">
            <a:pathLst>
              <a:path w="61516" h="50989" fill="none">
                <a:moveTo>
                  <a:pt x="0" y="0"/>
                </a:moveTo>
                <a:lnTo>
                  <a:pt x="61516" y="0"/>
                </a:lnTo>
                <a:lnTo>
                  <a:pt x="61516" y="50989"/>
                </a:lnTo>
                <a:lnTo>
                  <a:pt x="0" y="509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11C679C-CE38-44C7-B477-DA668F38F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510172"/>
            <a:ext cx="61516" cy="47200"/>
          </a:xfrm>
          <a:custGeom xmlns:a="http://schemas.openxmlformats.org/drawingml/2006/main">
            <a:pathLst>
              <a:path w="61516" h="47200">
                <a:moveTo>
                  <a:pt x="0" y="0"/>
                </a:moveTo>
                <a:lnTo>
                  <a:pt x="61516" y="0"/>
                </a:lnTo>
                <a:lnTo>
                  <a:pt x="61516" y="47200"/>
                </a:lnTo>
                <a:lnTo>
                  <a:pt x="0" y="472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48858-946B-4AF8-9962-2873BFD8A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510174"/>
            <a:ext cx="61516" cy="47200"/>
          </a:xfrm>
          <a:custGeom xmlns:a="http://schemas.openxmlformats.org/drawingml/2006/main">
            <a:pathLst>
              <a:path w="61516" h="47200" fill="none">
                <a:moveTo>
                  <a:pt x="0" y="0"/>
                </a:moveTo>
                <a:lnTo>
                  <a:pt x="61516" y="0"/>
                </a:lnTo>
                <a:lnTo>
                  <a:pt x="61516" y="47200"/>
                </a:lnTo>
                <a:lnTo>
                  <a:pt x="0" y="472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8AE5A4-EB43-4282-A49C-A3C7CF57E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579869"/>
            <a:ext cx="61516" cy="46186"/>
          </a:xfrm>
          <a:custGeom xmlns:a="http://schemas.openxmlformats.org/drawingml/2006/main">
            <a:pathLst>
              <a:path w="61516" h="46186">
                <a:moveTo>
                  <a:pt x="0" y="0"/>
                </a:moveTo>
                <a:lnTo>
                  <a:pt x="61516" y="0"/>
                </a:lnTo>
                <a:lnTo>
                  <a:pt x="61516" y="46186"/>
                </a:lnTo>
                <a:lnTo>
                  <a:pt x="0" y="461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F2DB85-37FC-4578-851E-F387B61A2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0739" y="1579872"/>
            <a:ext cx="61516" cy="46185"/>
          </a:xfrm>
          <a:custGeom xmlns:a="http://schemas.openxmlformats.org/drawingml/2006/main">
            <a:pathLst>
              <a:path w="61516" h="46185" fill="none">
                <a:moveTo>
                  <a:pt x="0" y="0"/>
                </a:moveTo>
                <a:lnTo>
                  <a:pt x="61516" y="0"/>
                </a:lnTo>
                <a:lnTo>
                  <a:pt x="61516" y="46185"/>
                </a:lnTo>
                <a:lnTo>
                  <a:pt x="0" y="461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72FE9E-5BB8-4F80-85DA-0755F1E7A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347348"/>
            <a:ext cx="54933" cy="50778"/>
          </a:xfrm>
          <a:custGeom xmlns:a="http://schemas.openxmlformats.org/drawingml/2006/main">
            <a:pathLst>
              <a:path w="54933" h="50778">
                <a:moveTo>
                  <a:pt x="0" y="0"/>
                </a:moveTo>
                <a:lnTo>
                  <a:pt x="54933" y="0"/>
                </a:lnTo>
                <a:lnTo>
                  <a:pt x="54933" y="50778"/>
                </a:lnTo>
                <a:lnTo>
                  <a:pt x="0" y="507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20AF5-5BAA-420A-B090-BD1FDA85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347352"/>
            <a:ext cx="54930" cy="50776"/>
          </a:xfrm>
          <a:custGeom xmlns:a="http://schemas.openxmlformats.org/drawingml/2006/main">
            <a:pathLst>
              <a:path w="54930" h="50776" fill="none">
                <a:moveTo>
                  <a:pt x="0" y="0"/>
                </a:moveTo>
                <a:lnTo>
                  <a:pt x="54930" y="0"/>
                </a:lnTo>
                <a:lnTo>
                  <a:pt x="54930" y="50776"/>
                </a:lnTo>
                <a:lnTo>
                  <a:pt x="0" y="507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85FA8F-F11A-4FE7-95AB-A23FF5BD6D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82" y="1347348"/>
            <a:ext cx="49938" cy="50778"/>
          </a:xfrm>
          <a:custGeom xmlns:a="http://schemas.openxmlformats.org/drawingml/2006/main">
            <a:pathLst>
              <a:path w="49938" h="50778">
                <a:moveTo>
                  <a:pt x="0" y="0"/>
                </a:moveTo>
                <a:lnTo>
                  <a:pt x="49938" y="0"/>
                </a:lnTo>
                <a:lnTo>
                  <a:pt x="49938" y="50778"/>
                </a:lnTo>
                <a:lnTo>
                  <a:pt x="0" y="507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D2B99C-59A0-427E-A4CD-5A0CD5D7A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182" y="1347352"/>
            <a:ext cx="49937" cy="50776"/>
          </a:xfrm>
          <a:custGeom xmlns:a="http://schemas.openxmlformats.org/drawingml/2006/main">
            <a:pathLst>
              <a:path w="49937" h="50776" fill="none">
                <a:moveTo>
                  <a:pt x="0" y="0"/>
                </a:moveTo>
                <a:lnTo>
                  <a:pt x="49937" y="0"/>
                </a:lnTo>
                <a:lnTo>
                  <a:pt x="49937" y="50776"/>
                </a:lnTo>
                <a:lnTo>
                  <a:pt x="0" y="507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A9D3C-87FC-461C-9557-E550EB9CA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17" y="1347348"/>
            <a:ext cx="45920" cy="50778"/>
          </a:xfrm>
          <a:custGeom xmlns:a="http://schemas.openxmlformats.org/drawingml/2006/main">
            <a:pathLst>
              <a:path w="45920" h="50778">
                <a:moveTo>
                  <a:pt x="0" y="0"/>
                </a:moveTo>
                <a:lnTo>
                  <a:pt x="45920" y="0"/>
                </a:lnTo>
                <a:lnTo>
                  <a:pt x="45920" y="50778"/>
                </a:lnTo>
                <a:lnTo>
                  <a:pt x="0" y="507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F5ACB4-2AC5-48B0-844A-5913C408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4618" y="1347352"/>
            <a:ext cx="45918" cy="50776"/>
          </a:xfrm>
          <a:custGeom xmlns:a="http://schemas.openxmlformats.org/drawingml/2006/main">
            <a:pathLst>
              <a:path w="45918" h="50776" fill="none">
                <a:moveTo>
                  <a:pt x="0" y="0"/>
                </a:moveTo>
                <a:lnTo>
                  <a:pt x="45918" y="0"/>
                </a:lnTo>
                <a:lnTo>
                  <a:pt x="45918" y="50776"/>
                </a:lnTo>
                <a:lnTo>
                  <a:pt x="0" y="507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A509C1D-1AA5-4AAC-86F2-2DCD75CB3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4" y="1347348"/>
            <a:ext cx="34656" cy="50778"/>
          </a:xfrm>
          <a:custGeom xmlns:a="http://schemas.openxmlformats.org/drawingml/2006/main">
            <a:pathLst>
              <a:path w="34656" h="50778">
                <a:moveTo>
                  <a:pt x="0" y="0"/>
                </a:moveTo>
                <a:lnTo>
                  <a:pt x="34656" y="0"/>
                </a:lnTo>
                <a:lnTo>
                  <a:pt x="34656" y="50778"/>
                </a:lnTo>
                <a:lnTo>
                  <a:pt x="0" y="507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31EBB9-6128-4052-849F-F2147E5692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34" y="1347352"/>
            <a:ext cx="34656" cy="50776"/>
          </a:xfrm>
          <a:custGeom xmlns:a="http://schemas.openxmlformats.org/drawingml/2006/main">
            <a:pathLst>
              <a:path w="34656" h="50776" fill="none">
                <a:moveTo>
                  <a:pt x="0" y="0"/>
                </a:moveTo>
                <a:lnTo>
                  <a:pt x="34656" y="0"/>
                </a:lnTo>
                <a:lnTo>
                  <a:pt x="34656" y="50776"/>
                </a:lnTo>
                <a:lnTo>
                  <a:pt x="0" y="507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55" name="Text Tipulidae">
            <a:extLst xmlns:a="http://schemas.openxmlformats.org/drawingml/2006/main">
              <a:ext uri="{FF2B5EF4-FFF2-40B4-BE49-F238E27FC236}">
                <a16:creationId xmlns:a16="http://schemas.microsoft.com/office/drawing/2014/main" id="{876EEFC8-6505-484B-AF5B-656F87EAE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5531" y="1349214"/>
            <a:ext cx="34160" cy="7351"/>
          </a:xfrm>
          <a:custGeom xmlns:a="http://schemas.openxmlformats.org/drawingml/2006/main">
            <a:pathLst>
              <a:path w="34160" h="7351">
                <a:moveTo>
                  <a:pt x="4714" y="904"/>
                </a:moveTo>
                <a:lnTo>
                  <a:pt x="2727" y="904"/>
                </a:lnTo>
                <a:lnTo>
                  <a:pt x="2727" y="5812"/>
                </a:lnTo>
                <a:lnTo>
                  <a:pt x="1987" y="5812"/>
                </a:lnTo>
                <a:lnTo>
                  <a:pt x="1987" y="904"/>
                </a:lnTo>
                <a:lnTo>
                  <a:pt x="0" y="904"/>
                </a:lnTo>
                <a:lnTo>
                  <a:pt x="0" y="247"/>
                </a:lnTo>
                <a:lnTo>
                  <a:pt x="4714" y="247"/>
                </a:lnTo>
                <a:lnTo>
                  <a:pt x="4714" y="904"/>
                </a:lnTo>
                <a:close/>
                <a:moveTo>
                  <a:pt x="6159" y="941"/>
                </a:moveTo>
                <a:lnTo>
                  <a:pt x="5367" y="941"/>
                </a:lnTo>
                <a:lnTo>
                  <a:pt x="5367" y="209"/>
                </a:lnTo>
                <a:lnTo>
                  <a:pt x="6159" y="209"/>
                </a:lnTo>
                <a:lnTo>
                  <a:pt x="6159" y="941"/>
                </a:lnTo>
                <a:moveTo>
                  <a:pt x="6114" y="5812"/>
                </a:moveTo>
                <a:lnTo>
                  <a:pt x="5412" y="5812"/>
                </a:lnTo>
                <a:lnTo>
                  <a:pt x="5412" y="1636"/>
                </a:lnTo>
                <a:lnTo>
                  <a:pt x="6114" y="1636"/>
                </a:lnTo>
                <a:lnTo>
                  <a:pt x="6114" y="5812"/>
                </a:lnTo>
                <a:close/>
                <a:moveTo>
                  <a:pt x="11175" y="3672"/>
                </a:moveTo>
                <a:cubicBezTo>
                  <a:pt x="11175" y="4011"/>
                  <a:pt x="11127" y="4321"/>
                  <a:pt x="11030" y="4601"/>
                </a:cubicBezTo>
                <a:cubicBezTo>
                  <a:pt x="10932" y="4882"/>
                  <a:pt x="10795" y="5119"/>
                  <a:pt x="10619" y="5314"/>
                </a:cubicBezTo>
                <a:cubicBezTo>
                  <a:pt x="10454" y="5499"/>
                  <a:pt x="10261" y="5641"/>
                  <a:pt x="10038" y="5742"/>
                </a:cubicBezTo>
                <a:cubicBezTo>
                  <a:pt x="9815" y="5843"/>
                  <a:pt x="9579" y="5894"/>
                  <a:pt x="9330" y="5894"/>
                </a:cubicBezTo>
                <a:cubicBezTo>
                  <a:pt x="9113" y="5894"/>
                  <a:pt x="8917" y="5870"/>
                  <a:pt x="8742" y="5823"/>
                </a:cubicBezTo>
                <a:cubicBezTo>
                  <a:pt x="8566" y="5775"/>
                  <a:pt x="8388" y="5702"/>
                  <a:pt x="8206" y="5602"/>
                </a:cubicBezTo>
                <a:lnTo>
                  <a:pt x="8206" y="7351"/>
                </a:lnTo>
                <a:lnTo>
                  <a:pt x="7504" y="7351"/>
                </a:lnTo>
                <a:lnTo>
                  <a:pt x="7504" y="1636"/>
                </a:lnTo>
                <a:lnTo>
                  <a:pt x="8206" y="1636"/>
                </a:lnTo>
                <a:lnTo>
                  <a:pt x="8206" y="2070"/>
                </a:lnTo>
                <a:cubicBezTo>
                  <a:pt x="8393" y="1913"/>
                  <a:pt x="8602" y="1782"/>
                  <a:pt x="8835" y="1676"/>
                </a:cubicBezTo>
                <a:cubicBezTo>
                  <a:pt x="9068" y="1569"/>
                  <a:pt x="9316" y="1516"/>
                  <a:pt x="9580" y="1516"/>
                </a:cubicBezTo>
                <a:cubicBezTo>
                  <a:pt x="10083" y="1516"/>
                  <a:pt x="10475" y="1707"/>
                  <a:pt x="10755" y="2087"/>
                </a:cubicBezTo>
                <a:cubicBezTo>
                  <a:pt x="11035" y="2467"/>
                  <a:pt x="11175" y="2996"/>
                  <a:pt x="11175" y="3672"/>
                </a:cubicBezTo>
                <a:moveTo>
                  <a:pt x="10451" y="3690"/>
                </a:moveTo>
                <a:cubicBezTo>
                  <a:pt x="10451" y="3187"/>
                  <a:pt x="10365" y="2811"/>
                  <a:pt x="10193" y="2562"/>
                </a:cubicBezTo>
                <a:cubicBezTo>
                  <a:pt x="10021" y="2313"/>
                  <a:pt x="9757" y="2189"/>
                  <a:pt x="9401" y="2189"/>
                </a:cubicBezTo>
                <a:cubicBezTo>
                  <a:pt x="9199" y="2189"/>
                  <a:pt x="8996" y="2232"/>
                  <a:pt x="8792" y="2319"/>
                </a:cubicBezTo>
                <a:cubicBezTo>
                  <a:pt x="8588" y="2407"/>
                  <a:pt x="8393" y="2521"/>
                  <a:pt x="8206" y="2663"/>
                </a:cubicBezTo>
                <a:lnTo>
                  <a:pt x="8206" y="5027"/>
                </a:lnTo>
                <a:cubicBezTo>
                  <a:pt x="8405" y="5117"/>
                  <a:pt x="8576" y="5178"/>
                  <a:pt x="8719" y="5210"/>
                </a:cubicBezTo>
                <a:cubicBezTo>
                  <a:pt x="8863" y="5243"/>
                  <a:pt x="9025" y="5259"/>
                  <a:pt x="9207" y="5259"/>
                </a:cubicBezTo>
                <a:cubicBezTo>
                  <a:pt x="9598" y="5259"/>
                  <a:pt x="9903" y="5127"/>
                  <a:pt x="10122" y="4863"/>
                </a:cubicBezTo>
                <a:cubicBezTo>
                  <a:pt x="10341" y="4599"/>
                  <a:pt x="10451" y="4208"/>
                  <a:pt x="10451" y="3690"/>
                </a:cubicBezTo>
                <a:close/>
                <a:moveTo>
                  <a:pt x="15728" y="5812"/>
                </a:moveTo>
                <a:lnTo>
                  <a:pt x="15026" y="5812"/>
                </a:lnTo>
                <a:lnTo>
                  <a:pt x="15026" y="5351"/>
                </a:lnTo>
                <a:cubicBezTo>
                  <a:pt x="14790" y="5538"/>
                  <a:pt x="14563" y="5682"/>
                  <a:pt x="14346" y="5782"/>
                </a:cubicBezTo>
                <a:cubicBezTo>
                  <a:pt x="14130" y="5881"/>
                  <a:pt x="13891" y="5931"/>
                  <a:pt x="13629" y="5931"/>
                </a:cubicBezTo>
                <a:cubicBezTo>
                  <a:pt x="13191" y="5931"/>
                  <a:pt x="12850" y="5797"/>
                  <a:pt x="12606" y="5529"/>
                </a:cubicBezTo>
                <a:cubicBezTo>
                  <a:pt x="12362" y="5261"/>
                  <a:pt x="12240" y="4867"/>
                  <a:pt x="12240" y="4349"/>
                </a:cubicBezTo>
                <a:lnTo>
                  <a:pt x="12240" y="1636"/>
                </a:lnTo>
                <a:lnTo>
                  <a:pt x="12942" y="1636"/>
                </a:lnTo>
                <a:lnTo>
                  <a:pt x="12942" y="4014"/>
                </a:lnTo>
                <a:cubicBezTo>
                  <a:pt x="12942" y="4226"/>
                  <a:pt x="12952" y="4407"/>
                  <a:pt x="12972" y="4558"/>
                </a:cubicBezTo>
                <a:cubicBezTo>
                  <a:pt x="12992" y="4709"/>
                  <a:pt x="13034" y="4838"/>
                  <a:pt x="13099" y="4945"/>
                </a:cubicBezTo>
                <a:cubicBezTo>
                  <a:pt x="13166" y="5055"/>
                  <a:pt x="13253" y="5134"/>
                  <a:pt x="13360" y="5184"/>
                </a:cubicBezTo>
                <a:cubicBezTo>
                  <a:pt x="13467" y="5234"/>
                  <a:pt x="13623" y="5259"/>
                  <a:pt x="13827" y="5259"/>
                </a:cubicBezTo>
                <a:cubicBezTo>
                  <a:pt x="14009" y="5259"/>
                  <a:pt x="14207" y="5212"/>
                  <a:pt x="14423" y="5117"/>
                </a:cubicBezTo>
                <a:cubicBezTo>
                  <a:pt x="14638" y="5022"/>
                  <a:pt x="14839" y="4901"/>
                  <a:pt x="15026" y="4754"/>
                </a:cubicBezTo>
                <a:lnTo>
                  <a:pt x="15026" y="1636"/>
                </a:lnTo>
                <a:lnTo>
                  <a:pt x="15728" y="1636"/>
                </a:lnTo>
                <a:lnTo>
                  <a:pt x="15728" y="5812"/>
                </a:lnTo>
                <a:close/>
                <a:moveTo>
                  <a:pt x="17820" y="5812"/>
                </a:moveTo>
                <a:lnTo>
                  <a:pt x="17118" y="5812"/>
                </a:lnTo>
                <a:lnTo>
                  <a:pt x="17118" y="0"/>
                </a:lnTo>
                <a:lnTo>
                  <a:pt x="17820" y="0"/>
                </a:lnTo>
                <a:lnTo>
                  <a:pt x="17820" y="5812"/>
                </a:lnTo>
                <a:close/>
                <a:moveTo>
                  <a:pt x="19964" y="941"/>
                </a:moveTo>
                <a:lnTo>
                  <a:pt x="19172" y="941"/>
                </a:lnTo>
                <a:lnTo>
                  <a:pt x="19172" y="209"/>
                </a:lnTo>
                <a:lnTo>
                  <a:pt x="19964" y="209"/>
                </a:lnTo>
                <a:lnTo>
                  <a:pt x="19964" y="941"/>
                </a:lnTo>
                <a:moveTo>
                  <a:pt x="19919" y="5812"/>
                </a:moveTo>
                <a:lnTo>
                  <a:pt x="19217" y="5812"/>
                </a:lnTo>
                <a:lnTo>
                  <a:pt x="19217" y="1636"/>
                </a:lnTo>
                <a:lnTo>
                  <a:pt x="19919" y="1636"/>
                </a:lnTo>
                <a:lnTo>
                  <a:pt x="19919" y="5812"/>
                </a:lnTo>
                <a:close/>
                <a:moveTo>
                  <a:pt x="24692" y="5812"/>
                </a:moveTo>
                <a:lnTo>
                  <a:pt x="23990" y="5812"/>
                </a:lnTo>
                <a:lnTo>
                  <a:pt x="23990" y="5377"/>
                </a:lnTo>
                <a:cubicBezTo>
                  <a:pt x="23788" y="5552"/>
                  <a:pt x="23578" y="5688"/>
                  <a:pt x="23359" y="5785"/>
                </a:cubicBezTo>
                <a:cubicBezTo>
                  <a:pt x="23140" y="5883"/>
                  <a:pt x="22902" y="5931"/>
                  <a:pt x="22645" y="5931"/>
                </a:cubicBezTo>
                <a:cubicBezTo>
                  <a:pt x="22147" y="5931"/>
                  <a:pt x="21752" y="5739"/>
                  <a:pt x="21460" y="5355"/>
                </a:cubicBezTo>
                <a:cubicBezTo>
                  <a:pt x="21167" y="4970"/>
                  <a:pt x="21021" y="4437"/>
                  <a:pt x="21021" y="3756"/>
                </a:cubicBezTo>
                <a:cubicBezTo>
                  <a:pt x="21021" y="3401"/>
                  <a:pt x="21071" y="3085"/>
                  <a:pt x="21172" y="2808"/>
                </a:cubicBezTo>
                <a:cubicBezTo>
                  <a:pt x="21273" y="2531"/>
                  <a:pt x="21409" y="2295"/>
                  <a:pt x="21581" y="2101"/>
                </a:cubicBezTo>
                <a:cubicBezTo>
                  <a:pt x="21750" y="1911"/>
                  <a:pt x="21948" y="1766"/>
                  <a:pt x="22173" y="1666"/>
                </a:cubicBezTo>
                <a:cubicBezTo>
                  <a:pt x="22398" y="1566"/>
                  <a:pt x="22632" y="1516"/>
                  <a:pt x="22873" y="1516"/>
                </a:cubicBezTo>
                <a:cubicBezTo>
                  <a:pt x="23092" y="1516"/>
                  <a:pt x="23287" y="1540"/>
                  <a:pt x="23456" y="1586"/>
                </a:cubicBezTo>
                <a:cubicBezTo>
                  <a:pt x="23625" y="1632"/>
                  <a:pt x="23803" y="1704"/>
                  <a:pt x="23990" y="1801"/>
                </a:cubicBezTo>
                <a:lnTo>
                  <a:pt x="23990" y="0"/>
                </a:lnTo>
                <a:lnTo>
                  <a:pt x="24692" y="0"/>
                </a:lnTo>
                <a:lnTo>
                  <a:pt x="24692" y="5812"/>
                </a:lnTo>
                <a:moveTo>
                  <a:pt x="23990" y="4785"/>
                </a:moveTo>
                <a:lnTo>
                  <a:pt x="23990" y="2390"/>
                </a:lnTo>
                <a:cubicBezTo>
                  <a:pt x="23801" y="2306"/>
                  <a:pt x="23631" y="2247"/>
                  <a:pt x="23482" y="2215"/>
                </a:cubicBezTo>
                <a:cubicBezTo>
                  <a:pt x="23333" y="2183"/>
                  <a:pt x="23170" y="2166"/>
                  <a:pt x="22993" y="2166"/>
                </a:cubicBezTo>
                <a:cubicBezTo>
                  <a:pt x="22599" y="2166"/>
                  <a:pt x="22293" y="2303"/>
                  <a:pt x="22074" y="2577"/>
                </a:cubicBezTo>
                <a:cubicBezTo>
                  <a:pt x="21855" y="2851"/>
                  <a:pt x="21745" y="3240"/>
                  <a:pt x="21745" y="3743"/>
                </a:cubicBezTo>
                <a:cubicBezTo>
                  <a:pt x="21745" y="4238"/>
                  <a:pt x="21830" y="4615"/>
                  <a:pt x="21999" y="4872"/>
                </a:cubicBezTo>
                <a:cubicBezTo>
                  <a:pt x="22169" y="5130"/>
                  <a:pt x="22440" y="5259"/>
                  <a:pt x="22813" y="5259"/>
                </a:cubicBezTo>
                <a:cubicBezTo>
                  <a:pt x="23013" y="5259"/>
                  <a:pt x="23214" y="5215"/>
                  <a:pt x="23419" y="5126"/>
                </a:cubicBezTo>
                <a:cubicBezTo>
                  <a:pt x="23623" y="5038"/>
                  <a:pt x="23813" y="4924"/>
                  <a:pt x="23990" y="4785"/>
                </a:cubicBezTo>
                <a:close/>
                <a:moveTo>
                  <a:pt x="29316" y="5812"/>
                </a:moveTo>
                <a:lnTo>
                  <a:pt x="28618" y="5812"/>
                </a:lnTo>
                <a:lnTo>
                  <a:pt x="28618" y="5370"/>
                </a:lnTo>
                <a:cubicBezTo>
                  <a:pt x="28555" y="5413"/>
                  <a:pt x="28471" y="5472"/>
                  <a:pt x="28366" y="5548"/>
                </a:cubicBezTo>
                <a:cubicBezTo>
                  <a:pt x="28260" y="5624"/>
                  <a:pt x="28157" y="5684"/>
                  <a:pt x="28057" y="5729"/>
                </a:cubicBezTo>
                <a:cubicBezTo>
                  <a:pt x="27940" y="5787"/>
                  <a:pt x="27806" y="5835"/>
                  <a:pt x="27654" y="5873"/>
                </a:cubicBezTo>
                <a:cubicBezTo>
                  <a:pt x="27502" y="5912"/>
                  <a:pt x="27324" y="5931"/>
                  <a:pt x="27120" y="5931"/>
                </a:cubicBezTo>
                <a:cubicBezTo>
                  <a:pt x="26744" y="5931"/>
                  <a:pt x="26425" y="5807"/>
                  <a:pt x="26164" y="5557"/>
                </a:cubicBezTo>
                <a:cubicBezTo>
                  <a:pt x="25902" y="5308"/>
                  <a:pt x="25772" y="4990"/>
                  <a:pt x="25772" y="4604"/>
                </a:cubicBezTo>
                <a:cubicBezTo>
                  <a:pt x="25772" y="4287"/>
                  <a:pt x="25839" y="4031"/>
                  <a:pt x="25975" y="3835"/>
                </a:cubicBezTo>
                <a:cubicBezTo>
                  <a:pt x="26111" y="3639"/>
                  <a:pt x="26304" y="3485"/>
                  <a:pt x="26556" y="3373"/>
                </a:cubicBezTo>
                <a:cubicBezTo>
                  <a:pt x="26810" y="3261"/>
                  <a:pt x="27115" y="3185"/>
                  <a:pt x="27471" y="3145"/>
                </a:cubicBezTo>
                <a:cubicBezTo>
                  <a:pt x="27827" y="3105"/>
                  <a:pt x="28209" y="3075"/>
                  <a:pt x="28618" y="3055"/>
                </a:cubicBezTo>
                <a:lnTo>
                  <a:pt x="28618" y="2946"/>
                </a:lnTo>
                <a:cubicBezTo>
                  <a:pt x="28618" y="2785"/>
                  <a:pt x="28590" y="2652"/>
                  <a:pt x="28534" y="2547"/>
                </a:cubicBezTo>
                <a:cubicBezTo>
                  <a:pt x="28478" y="2441"/>
                  <a:pt x="28397" y="2359"/>
                  <a:pt x="28293" y="2298"/>
                </a:cubicBezTo>
                <a:cubicBezTo>
                  <a:pt x="28193" y="2240"/>
                  <a:pt x="28074" y="2202"/>
                  <a:pt x="27934" y="2182"/>
                </a:cubicBezTo>
                <a:cubicBezTo>
                  <a:pt x="27795" y="2161"/>
                  <a:pt x="27649" y="2151"/>
                  <a:pt x="27497" y="2151"/>
                </a:cubicBezTo>
                <a:cubicBezTo>
                  <a:pt x="27313" y="2151"/>
                  <a:pt x="27107" y="2176"/>
                  <a:pt x="26881" y="2226"/>
                </a:cubicBezTo>
                <a:cubicBezTo>
                  <a:pt x="26654" y="2276"/>
                  <a:pt x="26420" y="2348"/>
                  <a:pt x="26179" y="2443"/>
                </a:cubicBezTo>
                <a:lnTo>
                  <a:pt x="26141" y="2443"/>
                </a:lnTo>
                <a:lnTo>
                  <a:pt x="26141" y="1729"/>
                </a:lnTo>
                <a:cubicBezTo>
                  <a:pt x="26278" y="1692"/>
                  <a:pt x="26476" y="1651"/>
                  <a:pt x="26735" y="1606"/>
                </a:cubicBezTo>
                <a:cubicBezTo>
                  <a:pt x="26994" y="1561"/>
                  <a:pt x="27249" y="1539"/>
                  <a:pt x="27501" y="1539"/>
                </a:cubicBezTo>
                <a:cubicBezTo>
                  <a:pt x="27795" y="1539"/>
                  <a:pt x="28051" y="1563"/>
                  <a:pt x="28268" y="1612"/>
                </a:cubicBezTo>
                <a:cubicBezTo>
                  <a:pt x="28486" y="1660"/>
                  <a:pt x="28675" y="1743"/>
                  <a:pt x="28834" y="1860"/>
                </a:cubicBezTo>
                <a:cubicBezTo>
                  <a:pt x="28991" y="1975"/>
                  <a:pt x="29111" y="2123"/>
                  <a:pt x="29193" y="2305"/>
                </a:cubicBezTo>
                <a:cubicBezTo>
                  <a:pt x="29275" y="2486"/>
                  <a:pt x="29316" y="2712"/>
                  <a:pt x="29316" y="2981"/>
                </a:cubicBezTo>
                <a:lnTo>
                  <a:pt x="29316" y="5812"/>
                </a:lnTo>
                <a:moveTo>
                  <a:pt x="28618" y="4790"/>
                </a:moveTo>
                <a:lnTo>
                  <a:pt x="28618" y="3623"/>
                </a:lnTo>
                <a:cubicBezTo>
                  <a:pt x="28404" y="3636"/>
                  <a:pt x="28151" y="3654"/>
                  <a:pt x="27861" y="3679"/>
                </a:cubicBezTo>
                <a:cubicBezTo>
                  <a:pt x="27571" y="3704"/>
                  <a:pt x="27342" y="3741"/>
                  <a:pt x="27172" y="3788"/>
                </a:cubicBezTo>
                <a:cubicBezTo>
                  <a:pt x="26970" y="3846"/>
                  <a:pt x="26807" y="3935"/>
                  <a:pt x="26683" y="4056"/>
                </a:cubicBezTo>
                <a:cubicBezTo>
                  <a:pt x="26558" y="4178"/>
                  <a:pt x="26496" y="4345"/>
                  <a:pt x="26496" y="4557"/>
                </a:cubicBezTo>
                <a:cubicBezTo>
                  <a:pt x="26496" y="4797"/>
                  <a:pt x="26568" y="4978"/>
                  <a:pt x="26713" y="5099"/>
                </a:cubicBezTo>
                <a:cubicBezTo>
                  <a:pt x="26857" y="5221"/>
                  <a:pt x="27078" y="5281"/>
                  <a:pt x="27374" y="5281"/>
                </a:cubicBezTo>
                <a:cubicBezTo>
                  <a:pt x="27620" y="5281"/>
                  <a:pt x="27846" y="5233"/>
                  <a:pt x="28050" y="5137"/>
                </a:cubicBezTo>
                <a:cubicBezTo>
                  <a:pt x="28254" y="5041"/>
                  <a:pt x="28443" y="4925"/>
                  <a:pt x="28618" y="4790"/>
                </a:cubicBezTo>
                <a:close/>
                <a:moveTo>
                  <a:pt x="34160" y="3795"/>
                </a:moveTo>
                <a:lnTo>
                  <a:pt x="31086" y="3795"/>
                </a:lnTo>
                <a:cubicBezTo>
                  <a:pt x="31086" y="4052"/>
                  <a:pt x="31125" y="4276"/>
                  <a:pt x="31202" y="4467"/>
                </a:cubicBezTo>
                <a:cubicBezTo>
                  <a:pt x="31279" y="4658"/>
                  <a:pt x="31385" y="4815"/>
                  <a:pt x="31520" y="4937"/>
                </a:cubicBezTo>
                <a:cubicBezTo>
                  <a:pt x="31649" y="5057"/>
                  <a:pt x="31803" y="5147"/>
                  <a:pt x="31981" y="5206"/>
                </a:cubicBezTo>
                <a:cubicBezTo>
                  <a:pt x="32159" y="5266"/>
                  <a:pt x="32355" y="5296"/>
                  <a:pt x="32569" y="5296"/>
                </a:cubicBezTo>
                <a:cubicBezTo>
                  <a:pt x="32853" y="5296"/>
                  <a:pt x="33139" y="5239"/>
                  <a:pt x="33427" y="5125"/>
                </a:cubicBezTo>
                <a:cubicBezTo>
                  <a:pt x="33714" y="5011"/>
                  <a:pt x="33919" y="4899"/>
                  <a:pt x="34041" y="4788"/>
                </a:cubicBezTo>
                <a:lnTo>
                  <a:pt x="34078" y="4788"/>
                </a:lnTo>
                <a:lnTo>
                  <a:pt x="34078" y="5557"/>
                </a:lnTo>
                <a:cubicBezTo>
                  <a:pt x="33842" y="5657"/>
                  <a:pt x="33600" y="5740"/>
                  <a:pt x="33354" y="5808"/>
                </a:cubicBezTo>
                <a:cubicBezTo>
                  <a:pt x="33107" y="5875"/>
                  <a:pt x="32848" y="5909"/>
                  <a:pt x="32577" y="5909"/>
                </a:cubicBezTo>
                <a:cubicBezTo>
                  <a:pt x="31885" y="5909"/>
                  <a:pt x="31344" y="5721"/>
                  <a:pt x="30956" y="5346"/>
                </a:cubicBezTo>
                <a:cubicBezTo>
                  <a:pt x="30567" y="4970"/>
                  <a:pt x="30373" y="4437"/>
                  <a:pt x="30373" y="3746"/>
                </a:cubicBezTo>
                <a:cubicBezTo>
                  <a:pt x="30373" y="3063"/>
                  <a:pt x="30559" y="2520"/>
                  <a:pt x="30931" y="2119"/>
                </a:cubicBezTo>
                <a:cubicBezTo>
                  <a:pt x="31304" y="1717"/>
                  <a:pt x="31794" y="1516"/>
                  <a:pt x="32401" y="1516"/>
                </a:cubicBezTo>
                <a:cubicBezTo>
                  <a:pt x="32964" y="1516"/>
                  <a:pt x="33398" y="1681"/>
                  <a:pt x="33703" y="2010"/>
                </a:cubicBezTo>
                <a:cubicBezTo>
                  <a:pt x="34008" y="2340"/>
                  <a:pt x="34160" y="2807"/>
                  <a:pt x="34160" y="3413"/>
                </a:cubicBezTo>
                <a:lnTo>
                  <a:pt x="34160" y="3795"/>
                </a:lnTo>
                <a:moveTo>
                  <a:pt x="33477" y="3257"/>
                </a:moveTo>
                <a:cubicBezTo>
                  <a:pt x="33474" y="2888"/>
                  <a:pt x="33382" y="2603"/>
                  <a:pt x="33199" y="2402"/>
                </a:cubicBezTo>
                <a:cubicBezTo>
                  <a:pt x="33016" y="2200"/>
                  <a:pt x="32737" y="2099"/>
                  <a:pt x="32364" y="2099"/>
                </a:cubicBezTo>
                <a:cubicBezTo>
                  <a:pt x="31988" y="2099"/>
                  <a:pt x="31688" y="2210"/>
                  <a:pt x="31466" y="2432"/>
                </a:cubicBezTo>
                <a:cubicBezTo>
                  <a:pt x="31243" y="2653"/>
                  <a:pt x="31116" y="2928"/>
                  <a:pt x="31086" y="3257"/>
                </a:cubicBezTo>
                <a:lnTo>
                  <a:pt x="33477" y="32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DAC950-04F8-46DF-B0F2-7A3C7D205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420623"/>
            <a:ext cx="43028" cy="37559"/>
          </a:xfrm>
          <a:custGeom xmlns:a="http://schemas.openxmlformats.org/drawingml/2006/main">
            <a:pathLst>
              <a:path w="43028" h="37559">
                <a:moveTo>
                  <a:pt x="0" y="0"/>
                </a:moveTo>
                <a:lnTo>
                  <a:pt x="43028" y="0"/>
                </a:lnTo>
                <a:lnTo>
                  <a:pt x="43028" y="37559"/>
                </a:lnTo>
                <a:lnTo>
                  <a:pt x="0" y="375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100B5C-D348-442C-93C5-B76C6F7AC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420627"/>
            <a:ext cx="43028" cy="37557"/>
          </a:xfrm>
          <a:custGeom xmlns:a="http://schemas.openxmlformats.org/drawingml/2006/main">
            <a:pathLst>
              <a:path w="43028" h="37557" fill="none">
                <a:moveTo>
                  <a:pt x="0" y="0"/>
                </a:moveTo>
                <a:lnTo>
                  <a:pt x="43028" y="0"/>
                </a:lnTo>
                <a:lnTo>
                  <a:pt x="43028" y="37557"/>
                </a:lnTo>
                <a:lnTo>
                  <a:pt x="0" y="3755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58" name="Text Anthomyiidae">
            <a:extLst xmlns:a="http://schemas.openxmlformats.org/drawingml/2006/main">
              <a:ext uri="{FF2B5EF4-FFF2-40B4-BE49-F238E27FC236}">
                <a16:creationId xmlns:a16="http://schemas.microsoft.com/office/drawing/2014/main" id="{65CC434D-1CCC-4055-9895-AEEA8481F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332" y="1422146"/>
            <a:ext cx="42459" cy="5981"/>
          </a:xfrm>
          <a:custGeom xmlns:a="http://schemas.openxmlformats.org/drawingml/2006/main">
            <a:pathLst>
              <a:path w="42459" h="5981">
                <a:moveTo>
                  <a:pt x="4097" y="4729"/>
                </a:moveTo>
                <a:lnTo>
                  <a:pt x="3456" y="4729"/>
                </a:lnTo>
                <a:lnTo>
                  <a:pt x="3012" y="3471"/>
                </a:lnTo>
                <a:lnTo>
                  <a:pt x="1055" y="3471"/>
                </a:lnTo>
                <a:lnTo>
                  <a:pt x="611" y="4729"/>
                </a:lnTo>
                <a:lnTo>
                  <a:pt x="0" y="4729"/>
                </a:lnTo>
                <a:lnTo>
                  <a:pt x="1647" y="201"/>
                </a:lnTo>
                <a:lnTo>
                  <a:pt x="2450" y="201"/>
                </a:lnTo>
                <a:lnTo>
                  <a:pt x="4097" y="4729"/>
                </a:lnTo>
                <a:moveTo>
                  <a:pt x="2827" y="2948"/>
                </a:moveTo>
                <a:lnTo>
                  <a:pt x="2033" y="727"/>
                </a:lnTo>
                <a:lnTo>
                  <a:pt x="1237" y="2948"/>
                </a:lnTo>
                <a:lnTo>
                  <a:pt x="2827" y="2948"/>
                </a:lnTo>
                <a:close/>
                <a:moveTo>
                  <a:pt x="7577" y="4729"/>
                </a:moveTo>
                <a:lnTo>
                  <a:pt x="7006" y="4729"/>
                </a:lnTo>
                <a:lnTo>
                  <a:pt x="7006" y="2794"/>
                </a:lnTo>
                <a:cubicBezTo>
                  <a:pt x="7006" y="2638"/>
                  <a:pt x="6997" y="2491"/>
                  <a:pt x="6978" y="2355"/>
                </a:cubicBezTo>
                <a:cubicBezTo>
                  <a:pt x="6960" y="2218"/>
                  <a:pt x="6927" y="2111"/>
                  <a:pt x="6878" y="2034"/>
                </a:cubicBezTo>
                <a:cubicBezTo>
                  <a:pt x="6827" y="1948"/>
                  <a:pt x="6754" y="1885"/>
                  <a:pt x="6659" y="1843"/>
                </a:cubicBezTo>
                <a:cubicBezTo>
                  <a:pt x="6564" y="1802"/>
                  <a:pt x="6440" y="1781"/>
                  <a:pt x="6288" y="1781"/>
                </a:cubicBezTo>
                <a:cubicBezTo>
                  <a:pt x="6132" y="1781"/>
                  <a:pt x="5969" y="1820"/>
                  <a:pt x="5799" y="1897"/>
                </a:cubicBezTo>
                <a:cubicBezTo>
                  <a:pt x="5629" y="1974"/>
                  <a:pt x="5466" y="2072"/>
                  <a:pt x="5310" y="2192"/>
                </a:cubicBezTo>
                <a:lnTo>
                  <a:pt x="5310" y="4729"/>
                </a:lnTo>
                <a:lnTo>
                  <a:pt x="4738" y="4729"/>
                </a:lnTo>
                <a:lnTo>
                  <a:pt x="4738" y="1331"/>
                </a:lnTo>
                <a:lnTo>
                  <a:pt x="5310" y="1331"/>
                </a:lnTo>
                <a:lnTo>
                  <a:pt x="5310" y="1706"/>
                </a:lnTo>
                <a:cubicBezTo>
                  <a:pt x="5488" y="1558"/>
                  <a:pt x="5672" y="1442"/>
                  <a:pt x="5863" y="1359"/>
                </a:cubicBezTo>
                <a:cubicBezTo>
                  <a:pt x="6053" y="1276"/>
                  <a:pt x="6249" y="1234"/>
                  <a:pt x="6449" y="1234"/>
                </a:cubicBezTo>
                <a:cubicBezTo>
                  <a:pt x="6816" y="1234"/>
                  <a:pt x="7096" y="1345"/>
                  <a:pt x="7288" y="1566"/>
                </a:cubicBezTo>
                <a:cubicBezTo>
                  <a:pt x="7481" y="1787"/>
                  <a:pt x="7577" y="2106"/>
                  <a:pt x="7577" y="2522"/>
                </a:cubicBezTo>
                <a:lnTo>
                  <a:pt x="7577" y="4729"/>
                </a:lnTo>
                <a:close/>
                <a:moveTo>
                  <a:pt x="10440" y="4699"/>
                </a:moveTo>
                <a:cubicBezTo>
                  <a:pt x="10333" y="4728"/>
                  <a:pt x="10216" y="4751"/>
                  <a:pt x="10089" y="4769"/>
                </a:cubicBezTo>
                <a:cubicBezTo>
                  <a:pt x="9962" y="4787"/>
                  <a:pt x="9849" y="4796"/>
                  <a:pt x="9750" y="4796"/>
                </a:cubicBezTo>
                <a:cubicBezTo>
                  <a:pt x="9404" y="4796"/>
                  <a:pt x="9140" y="4703"/>
                  <a:pt x="8960" y="4516"/>
                </a:cubicBezTo>
                <a:cubicBezTo>
                  <a:pt x="8779" y="4330"/>
                  <a:pt x="8689" y="4030"/>
                  <a:pt x="8689" y="3619"/>
                </a:cubicBezTo>
                <a:lnTo>
                  <a:pt x="8689" y="1811"/>
                </a:lnTo>
                <a:lnTo>
                  <a:pt x="8303" y="1811"/>
                </a:lnTo>
                <a:lnTo>
                  <a:pt x="8303" y="1331"/>
                </a:lnTo>
                <a:lnTo>
                  <a:pt x="8689" y="1331"/>
                </a:lnTo>
                <a:lnTo>
                  <a:pt x="8689" y="353"/>
                </a:lnTo>
                <a:lnTo>
                  <a:pt x="9261" y="353"/>
                </a:lnTo>
                <a:lnTo>
                  <a:pt x="9261" y="1331"/>
                </a:lnTo>
                <a:lnTo>
                  <a:pt x="10440" y="1331"/>
                </a:lnTo>
                <a:lnTo>
                  <a:pt x="10440" y="1811"/>
                </a:lnTo>
                <a:lnTo>
                  <a:pt x="9261" y="1811"/>
                </a:lnTo>
                <a:lnTo>
                  <a:pt x="9261" y="3362"/>
                </a:lnTo>
                <a:cubicBezTo>
                  <a:pt x="9261" y="3541"/>
                  <a:pt x="9265" y="3681"/>
                  <a:pt x="9273" y="3781"/>
                </a:cubicBezTo>
                <a:cubicBezTo>
                  <a:pt x="9281" y="3882"/>
                  <a:pt x="9309" y="3976"/>
                  <a:pt x="9358" y="4063"/>
                </a:cubicBezTo>
                <a:cubicBezTo>
                  <a:pt x="9403" y="4144"/>
                  <a:pt x="9464" y="4204"/>
                  <a:pt x="9542" y="4241"/>
                </a:cubicBezTo>
                <a:cubicBezTo>
                  <a:pt x="9620" y="4279"/>
                  <a:pt x="9739" y="4298"/>
                  <a:pt x="9899" y="4298"/>
                </a:cubicBezTo>
                <a:cubicBezTo>
                  <a:pt x="9992" y="4298"/>
                  <a:pt x="10089" y="4284"/>
                  <a:pt x="10191" y="4257"/>
                </a:cubicBezTo>
                <a:cubicBezTo>
                  <a:pt x="10292" y="4229"/>
                  <a:pt x="10365" y="4206"/>
                  <a:pt x="10410" y="4188"/>
                </a:cubicBezTo>
                <a:lnTo>
                  <a:pt x="10440" y="4188"/>
                </a:lnTo>
                <a:lnTo>
                  <a:pt x="10440" y="4699"/>
                </a:lnTo>
                <a:close/>
                <a:moveTo>
                  <a:pt x="13968" y="4729"/>
                </a:moveTo>
                <a:lnTo>
                  <a:pt x="13397" y="4729"/>
                </a:lnTo>
                <a:lnTo>
                  <a:pt x="13397" y="2794"/>
                </a:lnTo>
                <a:cubicBezTo>
                  <a:pt x="13397" y="2638"/>
                  <a:pt x="13388" y="2491"/>
                  <a:pt x="13370" y="2355"/>
                </a:cubicBezTo>
                <a:cubicBezTo>
                  <a:pt x="13351" y="2218"/>
                  <a:pt x="13318" y="2111"/>
                  <a:pt x="13269" y="2034"/>
                </a:cubicBezTo>
                <a:cubicBezTo>
                  <a:pt x="13219" y="1948"/>
                  <a:pt x="13146" y="1885"/>
                  <a:pt x="13051" y="1843"/>
                </a:cubicBezTo>
                <a:cubicBezTo>
                  <a:pt x="12955" y="1802"/>
                  <a:pt x="12832" y="1781"/>
                  <a:pt x="12680" y="1781"/>
                </a:cubicBezTo>
                <a:cubicBezTo>
                  <a:pt x="12524" y="1781"/>
                  <a:pt x="12361" y="1820"/>
                  <a:pt x="12190" y="1897"/>
                </a:cubicBezTo>
                <a:cubicBezTo>
                  <a:pt x="12020" y="1974"/>
                  <a:pt x="11857" y="2072"/>
                  <a:pt x="11701" y="2192"/>
                </a:cubicBezTo>
                <a:lnTo>
                  <a:pt x="11701" y="4729"/>
                </a:lnTo>
                <a:lnTo>
                  <a:pt x="11130" y="4729"/>
                </a:lnTo>
                <a:lnTo>
                  <a:pt x="11130" y="0"/>
                </a:lnTo>
                <a:lnTo>
                  <a:pt x="11701" y="0"/>
                </a:lnTo>
                <a:lnTo>
                  <a:pt x="11701" y="1706"/>
                </a:lnTo>
                <a:cubicBezTo>
                  <a:pt x="11879" y="1558"/>
                  <a:pt x="12064" y="1442"/>
                  <a:pt x="12254" y="1359"/>
                </a:cubicBezTo>
                <a:cubicBezTo>
                  <a:pt x="12445" y="1276"/>
                  <a:pt x="12640" y="1234"/>
                  <a:pt x="12841" y="1234"/>
                </a:cubicBezTo>
                <a:cubicBezTo>
                  <a:pt x="13208" y="1234"/>
                  <a:pt x="13487" y="1345"/>
                  <a:pt x="13680" y="1566"/>
                </a:cubicBezTo>
                <a:cubicBezTo>
                  <a:pt x="13872" y="1787"/>
                  <a:pt x="13968" y="2106"/>
                  <a:pt x="13968" y="2522"/>
                </a:cubicBezTo>
                <a:lnTo>
                  <a:pt x="13968" y="4729"/>
                </a:lnTo>
                <a:close/>
                <a:moveTo>
                  <a:pt x="17962" y="3032"/>
                </a:moveTo>
                <a:cubicBezTo>
                  <a:pt x="17962" y="3586"/>
                  <a:pt x="17820" y="4024"/>
                  <a:pt x="17537" y="4345"/>
                </a:cubicBezTo>
                <a:cubicBezTo>
                  <a:pt x="17253" y="4666"/>
                  <a:pt x="16873" y="4826"/>
                  <a:pt x="16397" y="4826"/>
                </a:cubicBezTo>
                <a:cubicBezTo>
                  <a:pt x="15917" y="4826"/>
                  <a:pt x="15535" y="4666"/>
                  <a:pt x="15253" y="4345"/>
                </a:cubicBezTo>
                <a:cubicBezTo>
                  <a:pt x="14970" y="4024"/>
                  <a:pt x="14829" y="3586"/>
                  <a:pt x="14829" y="3032"/>
                </a:cubicBezTo>
                <a:cubicBezTo>
                  <a:pt x="14829" y="2477"/>
                  <a:pt x="14970" y="2039"/>
                  <a:pt x="15253" y="1717"/>
                </a:cubicBezTo>
                <a:cubicBezTo>
                  <a:pt x="15535" y="1395"/>
                  <a:pt x="15917" y="1234"/>
                  <a:pt x="16397" y="1234"/>
                </a:cubicBezTo>
                <a:cubicBezTo>
                  <a:pt x="16873" y="1234"/>
                  <a:pt x="17253" y="1395"/>
                  <a:pt x="17537" y="1717"/>
                </a:cubicBezTo>
                <a:cubicBezTo>
                  <a:pt x="17820" y="2039"/>
                  <a:pt x="17962" y="2477"/>
                  <a:pt x="17962" y="3032"/>
                </a:cubicBezTo>
                <a:moveTo>
                  <a:pt x="17372" y="3032"/>
                </a:moveTo>
                <a:cubicBezTo>
                  <a:pt x="17372" y="2593"/>
                  <a:pt x="17286" y="2266"/>
                  <a:pt x="17114" y="2053"/>
                </a:cubicBezTo>
                <a:cubicBezTo>
                  <a:pt x="16942" y="1839"/>
                  <a:pt x="16703" y="1732"/>
                  <a:pt x="16397" y="1732"/>
                </a:cubicBezTo>
                <a:cubicBezTo>
                  <a:pt x="16087" y="1732"/>
                  <a:pt x="15846" y="1839"/>
                  <a:pt x="15675" y="2053"/>
                </a:cubicBezTo>
                <a:cubicBezTo>
                  <a:pt x="15504" y="2266"/>
                  <a:pt x="15418" y="2593"/>
                  <a:pt x="15418" y="3032"/>
                </a:cubicBezTo>
                <a:cubicBezTo>
                  <a:pt x="15418" y="3457"/>
                  <a:pt x="15504" y="3779"/>
                  <a:pt x="15677" y="3999"/>
                </a:cubicBezTo>
                <a:cubicBezTo>
                  <a:pt x="15849" y="4218"/>
                  <a:pt x="16089" y="4328"/>
                  <a:pt x="16397" y="4328"/>
                </a:cubicBezTo>
                <a:cubicBezTo>
                  <a:pt x="16701" y="4328"/>
                  <a:pt x="16939" y="4219"/>
                  <a:pt x="17113" y="4002"/>
                </a:cubicBezTo>
                <a:cubicBezTo>
                  <a:pt x="17286" y="3784"/>
                  <a:pt x="17372" y="3461"/>
                  <a:pt x="17372" y="3032"/>
                </a:cubicBezTo>
                <a:close/>
                <a:moveTo>
                  <a:pt x="23801" y="4729"/>
                </a:moveTo>
                <a:lnTo>
                  <a:pt x="23229" y="4729"/>
                </a:lnTo>
                <a:lnTo>
                  <a:pt x="23229" y="2794"/>
                </a:lnTo>
                <a:cubicBezTo>
                  <a:pt x="23229" y="2648"/>
                  <a:pt x="23223" y="2507"/>
                  <a:pt x="23209" y="2371"/>
                </a:cubicBezTo>
                <a:cubicBezTo>
                  <a:pt x="23196" y="2235"/>
                  <a:pt x="23168" y="2127"/>
                  <a:pt x="23126" y="2046"/>
                </a:cubicBezTo>
                <a:cubicBezTo>
                  <a:pt x="23079" y="1958"/>
                  <a:pt x="23012" y="1893"/>
                  <a:pt x="22925" y="1848"/>
                </a:cubicBezTo>
                <a:cubicBezTo>
                  <a:pt x="22838" y="1803"/>
                  <a:pt x="22713" y="1781"/>
                  <a:pt x="22548" y="1781"/>
                </a:cubicBezTo>
                <a:cubicBezTo>
                  <a:pt x="22388" y="1781"/>
                  <a:pt x="22228" y="1821"/>
                  <a:pt x="22068" y="1901"/>
                </a:cubicBezTo>
                <a:cubicBezTo>
                  <a:pt x="21908" y="1981"/>
                  <a:pt x="21748" y="2083"/>
                  <a:pt x="21588" y="2207"/>
                </a:cubicBezTo>
                <a:cubicBezTo>
                  <a:pt x="21594" y="2254"/>
                  <a:pt x="21599" y="2308"/>
                  <a:pt x="21603" y="2370"/>
                </a:cubicBezTo>
                <a:cubicBezTo>
                  <a:pt x="21607" y="2432"/>
                  <a:pt x="21609" y="2493"/>
                  <a:pt x="21609" y="2554"/>
                </a:cubicBezTo>
                <a:lnTo>
                  <a:pt x="21609" y="4729"/>
                </a:lnTo>
                <a:lnTo>
                  <a:pt x="21038" y="4729"/>
                </a:lnTo>
                <a:lnTo>
                  <a:pt x="21038" y="2794"/>
                </a:lnTo>
                <a:cubicBezTo>
                  <a:pt x="21038" y="2644"/>
                  <a:pt x="21031" y="2502"/>
                  <a:pt x="21018" y="2367"/>
                </a:cubicBezTo>
                <a:cubicBezTo>
                  <a:pt x="21005" y="2232"/>
                  <a:pt x="20977" y="2124"/>
                  <a:pt x="20935" y="2043"/>
                </a:cubicBezTo>
                <a:cubicBezTo>
                  <a:pt x="20888" y="1955"/>
                  <a:pt x="20821" y="1890"/>
                  <a:pt x="20734" y="1846"/>
                </a:cubicBezTo>
                <a:cubicBezTo>
                  <a:pt x="20647" y="1803"/>
                  <a:pt x="20521" y="1781"/>
                  <a:pt x="20357" y="1781"/>
                </a:cubicBezTo>
                <a:cubicBezTo>
                  <a:pt x="20201" y="1781"/>
                  <a:pt x="20045" y="1820"/>
                  <a:pt x="19888" y="1897"/>
                </a:cubicBezTo>
                <a:cubicBezTo>
                  <a:pt x="19730" y="1974"/>
                  <a:pt x="19574" y="2072"/>
                  <a:pt x="19418" y="2192"/>
                </a:cubicBezTo>
                <a:lnTo>
                  <a:pt x="19418" y="4729"/>
                </a:lnTo>
                <a:lnTo>
                  <a:pt x="18847" y="4729"/>
                </a:lnTo>
                <a:lnTo>
                  <a:pt x="18847" y="1331"/>
                </a:lnTo>
                <a:lnTo>
                  <a:pt x="19418" y="1331"/>
                </a:lnTo>
                <a:lnTo>
                  <a:pt x="19418" y="1708"/>
                </a:lnTo>
                <a:cubicBezTo>
                  <a:pt x="19596" y="1559"/>
                  <a:pt x="19774" y="1443"/>
                  <a:pt x="19951" y="1360"/>
                </a:cubicBezTo>
                <a:cubicBezTo>
                  <a:pt x="20129" y="1276"/>
                  <a:pt x="20318" y="1234"/>
                  <a:pt x="20518" y="1234"/>
                </a:cubicBezTo>
                <a:cubicBezTo>
                  <a:pt x="20749" y="1234"/>
                  <a:pt x="20945" y="1283"/>
                  <a:pt x="21106" y="1381"/>
                </a:cubicBezTo>
                <a:cubicBezTo>
                  <a:pt x="21267" y="1479"/>
                  <a:pt x="21387" y="1614"/>
                  <a:pt x="21466" y="1788"/>
                </a:cubicBezTo>
                <a:cubicBezTo>
                  <a:pt x="21697" y="1592"/>
                  <a:pt x="21908" y="1451"/>
                  <a:pt x="22099" y="1364"/>
                </a:cubicBezTo>
                <a:cubicBezTo>
                  <a:pt x="22289" y="1277"/>
                  <a:pt x="22493" y="1234"/>
                  <a:pt x="22710" y="1234"/>
                </a:cubicBezTo>
                <a:cubicBezTo>
                  <a:pt x="23082" y="1234"/>
                  <a:pt x="23357" y="1347"/>
                  <a:pt x="23535" y="1573"/>
                </a:cubicBezTo>
                <a:cubicBezTo>
                  <a:pt x="23712" y="1800"/>
                  <a:pt x="23801" y="2116"/>
                  <a:pt x="23801" y="2522"/>
                </a:cubicBezTo>
                <a:lnTo>
                  <a:pt x="23801" y="4729"/>
                </a:lnTo>
                <a:close/>
                <a:moveTo>
                  <a:pt x="27837" y="1331"/>
                </a:moveTo>
                <a:lnTo>
                  <a:pt x="25855" y="5981"/>
                </a:lnTo>
                <a:lnTo>
                  <a:pt x="25244" y="5981"/>
                </a:lnTo>
                <a:lnTo>
                  <a:pt x="25876" y="4564"/>
                </a:lnTo>
                <a:lnTo>
                  <a:pt x="24524" y="1331"/>
                </a:lnTo>
                <a:lnTo>
                  <a:pt x="25144" y="1331"/>
                </a:lnTo>
                <a:lnTo>
                  <a:pt x="26186" y="3848"/>
                </a:lnTo>
                <a:lnTo>
                  <a:pt x="27238" y="1331"/>
                </a:lnTo>
                <a:lnTo>
                  <a:pt x="27837" y="1331"/>
                </a:lnTo>
                <a:close/>
                <a:moveTo>
                  <a:pt x="29198" y="766"/>
                </a:moveTo>
                <a:lnTo>
                  <a:pt x="28554" y="766"/>
                </a:lnTo>
                <a:lnTo>
                  <a:pt x="28554" y="170"/>
                </a:lnTo>
                <a:lnTo>
                  <a:pt x="29198" y="170"/>
                </a:lnTo>
                <a:lnTo>
                  <a:pt x="29198" y="766"/>
                </a:lnTo>
                <a:moveTo>
                  <a:pt x="29162" y="4729"/>
                </a:moveTo>
                <a:lnTo>
                  <a:pt x="28590" y="4729"/>
                </a:lnTo>
                <a:lnTo>
                  <a:pt x="28590" y="1331"/>
                </a:lnTo>
                <a:lnTo>
                  <a:pt x="29162" y="1331"/>
                </a:lnTo>
                <a:lnTo>
                  <a:pt x="29162" y="4729"/>
                </a:lnTo>
                <a:close/>
                <a:moveTo>
                  <a:pt x="30906" y="766"/>
                </a:moveTo>
                <a:lnTo>
                  <a:pt x="30262" y="766"/>
                </a:lnTo>
                <a:lnTo>
                  <a:pt x="30262" y="170"/>
                </a:lnTo>
                <a:lnTo>
                  <a:pt x="30906" y="170"/>
                </a:lnTo>
                <a:lnTo>
                  <a:pt x="30906" y="766"/>
                </a:lnTo>
                <a:moveTo>
                  <a:pt x="30870" y="4729"/>
                </a:moveTo>
                <a:lnTo>
                  <a:pt x="30298" y="4729"/>
                </a:lnTo>
                <a:lnTo>
                  <a:pt x="30298" y="1331"/>
                </a:lnTo>
                <a:lnTo>
                  <a:pt x="30870" y="1331"/>
                </a:lnTo>
                <a:lnTo>
                  <a:pt x="30870" y="4729"/>
                </a:lnTo>
                <a:close/>
                <a:moveTo>
                  <a:pt x="34754" y="4729"/>
                </a:moveTo>
                <a:lnTo>
                  <a:pt x="34183" y="4729"/>
                </a:lnTo>
                <a:lnTo>
                  <a:pt x="34183" y="4375"/>
                </a:lnTo>
                <a:cubicBezTo>
                  <a:pt x="34018" y="4518"/>
                  <a:pt x="33847" y="4628"/>
                  <a:pt x="33669" y="4708"/>
                </a:cubicBezTo>
                <a:cubicBezTo>
                  <a:pt x="33491" y="4787"/>
                  <a:pt x="33297" y="4826"/>
                  <a:pt x="33088" y="4826"/>
                </a:cubicBezTo>
                <a:cubicBezTo>
                  <a:pt x="32683" y="4826"/>
                  <a:pt x="32362" y="4670"/>
                  <a:pt x="32123" y="4357"/>
                </a:cubicBezTo>
                <a:cubicBezTo>
                  <a:pt x="31885" y="4044"/>
                  <a:pt x="31766" y="3611"/>
                  <a:pt x="31766" y="3056"/>
                </a:cubicBezTo>
                <a:cubicBezTo>
                  <a:pt x="31766" y="2768"/>
                  <a:pt x="31807" y="2511"/>
                  <a:pt x="31889" y="2285"/>
                </a:cubicBezTo>
                <a:cubicBezTo>
                  <a:pt x="31971" y="2060"/>
                  <a:pt x="32082" y="1868"/>
                  <a:pt x="32222" y="1709"/>
                </a:cubicBezTo>
                <a:cubicBezTo>
                  <a:pt x="32360" y="1555"/>
                  <a:pt x="32521" y="1437"/>
                  <a:pt x="32704" y="1356"/>
                </a:cubicBezTo>
                <a:cubicBezTo>
                  <a:pt x="32887" y="1275"/>
                  <a:pt x="33077" y="1234"/>
                  <a:pt x="33274" y="1234"/>
                </a:cubicBezTo>
                <a:cubicBezTo>
                  <a:pt x="33452" y="1234"/>
                  <a:pt x="33610" y="1253"/>
                  <a:pt x="33748" y="1290"/>
                </a:cubicBezTo>
                <a:cubicBezTo>
                  <a:pt x="33886" y="1328"/>
                  <a:pt x="34031" y="1386"/>
                  <a:pt x="34183" y="1466"/>
                </a:cubicBezTo>
                <a:lnTo>
                  <a:pt x="34183" y="0"/>
                </a:lnTo>
                <a:lnTo>
                  <a:pt x="34754" y="0"/>
                </a:lnTo>
                <a:lnTo>
                  <a:pt x="34754" y="4729"/>
                </a:lnTo>
                <a:moveTo>
                  <a:pt x="34183" y="3893"/>
                </a:moveTo>
                <a:lnTo>
                  <a:pt x="34183" y="1945"/>
                </a:lnTo>
                <a:cubicBezTo>
                  <a:pt x="34029" y="1876"/>
                  <a:pt x="33891" y="1829"/>
                  <a:pt x="33769" y="1802"/>
                </a:cubicBezTo>
                <a:cubicBezTo>
                  <a:pt x="33648" y="1776"/>
                  <a:pt x="33515" y="1763"/>
                  <a:pt x="33371" y="1763"/>
                </a:cubicBezTo>
                <a:cubicBezTo>
                  <a:pt x="33051" y="1763"/>
                  <a:pt x="32802" y="1874"/>
                  <a:pt x="32623" y="2097"/>
                </a:cubicBezTo>
                <a:cubicBezTo>
                  <a:pt x="32445" y="2320"/>
                  <a:pt x="32356" y="2636"/>
                  <a:pt x="32356" y="3045"/>
                </a:cubicBezTo>
                <a:cubicBezTo>
                  <a:pt x="32356" y="3449"/>
                  <a:pt x="32425" y="3755"/>
                  <a:pt x="32563" y="3965"/>
                </a:cubicBezTo>
                <a:cubicBezTo>
                  <a:pt x="32700" y="4175"/>
                  <a:pt x="32921" y="4279"/>
                  <a:pt x="33225" y="4279"/>
                </a:cubicBezTo>
                <a:cubicBezTo>
                  <a:pt x="33387" y="4279"/>
                  <a:pt x="33551" y="4243"/>
                  <a:pt x="33718" y="4171"/>
                </a:cubicBezTo>
                <a:cubicBezTo>
                  <a:pt x="33884" y="4100"/>
                  <a:pt x="34039" y="4007"/>
                  <a:pt x="34183" y="3893"/>
                </a:cubicBezTo>
                <a:close/>
                <a:moveTo>
                  <a:pt x="38517" y="4729"/>
                </a:moveTo>
                <a:lnTo>
                  <a:pt x="37948" y="4729"/>
                </a:lnTo>
                <a:lnTo>
                  <a:pt x="37948" y="4370"/>
                </a:lnTo>
                <a:cubicBezTo>
                  <a:pt x="37898" y="4404"/>
                  <a:pt x="37829" y="4453"/>
                  <a:pt x="37743" y="4515"/>
                </a:cubicBezTo>
                <a:cubicBezTo>
                  <a:pt x="37657" y="4576"/>
                  <a:pt x="37573" y="4626"/>
                  <a:pt x="37492" y="4662"/>
                </a:cubicBezTo>
                <a:cubicBezTo>
                  <a:pt x="37397" y="4709"/>
                  <a:pt x="37288" y="4748"/>
                  <a:pt x="37164" y="4779"/>
                </a:cubicBezTo>
                <a:cubicBezTo>
                  <a:pt x="37041" y="4811"/>
                  <a:pt x="36896" y="4826"/>
                  <a:pt x="36730" y="4826"/>
                </a:cubicBezTo>
                <a:cubicBezTo>
                  <a:pt x="36424" y="4826"/>
                  <a:pt x="36164" y="4725"/>
                  <a:pt x="35952" y="4522"/>
                </a:cubicBezTo>
                <a:cubicBezTo>
                  <a:pt x="35739" y="4319"/>
                  <a:pt x="35632" y="4061"/>
                  <a:pt x="35632" y="3746"/>
                </a:cubicBezTo>
                <a:cubicBezTo>
                  <a:pt x="35632" y="3488"/>
                  <a:pt x="35688" y="3280"/>
                  <a:pt x="35798" y="3121"/>
                </a:cubicBezTo>
                <a:cubicBezTo>
                  <a:pt x="35908" y="2961"/>
                  <a:pt x="36066" y="2836"/>
                  <a:pt x="36271" y="2745"/>
                </a:cubicBezTo>
                <a:cubicBezTo>
                  <a:pt x="36477" y="2654"/>
                  <a:pt x="36726" y="2592"/>
                  <a:pt x="37015" y="2559"/>
                </a:cubicBezTo>
                <a:cubicBezTo>
                  <a:pt x="37305" y="2527"/>
                  <a:pt x="37616" y="2502"/>
                  <a:pt x="37948" y="2486"/>
                </a:cubicBezTo>
                <a:lnTo>
                  <a:pt x="37948" y="2397"/>
                </a:lnTo>
                <a:cubicBezTo>
                  <a:pt x="37948" y="2267"/>
                  <a:pt x="37926" y="2158"/>
                  <a:pt x="37880" y="2072"/>
                </a:cubicBezTo>
                <a:cubicBezTo>
                  <a:pt x="37834" y="1987"/>
                  <a:pt x="37769" y="1919"/>
                  <a:pt x="37684" y="1870"/>
                </a:cubicBezTo>
                <a:cubicBezTo>
                  <a:pt x="37603" y="1823"/>
                  <a:pt x="37506" y="1791"/>
                  <a:pt x="37392" y="1775"/>
                </a:cubicBezTo>
                <a:cubicBezTo>
                  <a:pt x="37279" y="1759"/>
                  <a:pt x="37160" y="1751"/>
                  <a:pt x="37037" y="1751"/>
                </a:cubicBezTo>
                <a:cubicBezTo>
                  <a:pt x="36887" y="1751"/>
                  <a:pt x="36719" y="1771"/>
                  <a:pt x="36535" y="1812"/>
                </a:cubicBezTo>
                <a:cubicBezTo>
                  <a:pt x="36351" y="1852"/>
                  <a:pt x="36160" y="1911"/>
                  <a:pt x="35964" y="1988"/>
                </a:cubicBezTo>
                <a:lnTo>
                  <a:pt x="35933" y="1988"/>
                </a:lnTo>
                <a:lnTo>
                  <a:pt x="35933" y="1407"/>
                </a:lnTo>
                <a:cubicBezTo>
                  <a:pt x="36045" y="1377"/>
                  <a:pt x="36206" y="1343"/>
                  <a:pt x="36417" y="1307"/>
                </a:cubicBezTo>
                <a:cubicBezTo>
                  <a:pt x="36627" y="1270"/>
                  <a:pt x="36835" y="1252"/>
                  <a:pt x="37040" y="1252"/>
                </a:cubicBezTo>
                <a:cubicBezTo>
                  <a:pt x="37279" y="1252"/>
                  <a:pt x="37487" y="1272"/>
                  <a:pt x="37664" y="1311"/>
                </a:cubicBezTo>
                <a:cubicBezTo>
                  <a:pt x="37841" y="1351"/>
                  <a:pt x="37995" y="1418"/>
                  <a:pt x="38125" y="1514"/>
                </a:cubicBezTo>
                <a:cubicBezTo>
                  <a:pt x="38252" y="1607"/>
                  <a:pt x="38350" y="1727"/>
                  <a:pt x="38416" y="1875"/>
                </a:cubicBezTo>
                <a:cubicBezTo>
                  <a:pt x="38483" y="2023"/>
                  <a:pt x="38517" y="2207"/>
                  <a:pt x="38517" y="2425"/>
                </a:cubicBezTo>
                <a:lnTo>
                  <a:pt x="38517" y="4729"/>
                </a:lnTo>
                <a:moveTo>
                  <a:pt x="37948" y="3898"/>
                </a:moveTo>
                <a:lnTo>
                  <a:pt x="37948" y="2948"/>
                </a:lnTo>
                <a:cubicBezTo>
                  <a:pt x="37774" y="2958"/>
                  <a:pt x="37569" y="2974"/>
                  <a:pt x="37333" y="2994"/>
                </a:cubicBezTo>
                <a:cubicBezTo>
                  <a:pt x="37097" y="3014"/>
                  <a:pt x="36910" y="3044"/>
                  <a:pt x="36772" y="3082"/>
                </a:cubicBezTo>
                <a:cubicBezTo>
                  <a:pt x="36608" y="3129"/>
                  <a:pt x="36475" y="3202"/>
                  <a:pt x="36374" y="3301"/>
                </a:cubicBezTo>
                <a:cubicBezTo>
                  <a:pt x="36273" y="3400"/>
                  <a:pt x="36222" y="3535"/>
                  <a:pt x="36222" y="3708"/>
                </a:cubicBezTo>
                <a:cubicBezTo>
                  <a:pt x="36222" y="3904"/>
                  <a:pt x="36281" y="4051"/>
                  <a:pt x="36398" y="4150"/>
                </a:cubicBezTo>
                <a:cubicBezTo>
                  <a:pt x="36516" y="4248"/>
                  <a:pt x="36695" y="4298"/>
                  <a:pt x="36936" y="4298"/>
                </a:cubicBezTo>
                <a:cubicBezTo>
                  <a:pt x="37137" y="4298"/>
                  <a:pt x="37320" y="4258"/>
                  <a:pt x="37486" y="4180"/>
                </a:cubicBezTo>
                <a:cubicBezTo>
                  <a:pt x="37653" y="4102"/>
                  <a:pt x="37807" y="4008"/>
                  <a:pt x="37948" y="3898"/>
                </a:cubicBezTo>
                <a:close/>
                <a:moveTo>
                  <a:pt x="42459" y="3088"/>
                </a:moveTo>
                <a:lnTo>
                  <a:pt x="39957" y="3088"/>
                </a:lnTo>
                <a:cubicBezTo>
                  <a:pt x="39957" y="3297"/>
                  <a:pt x="39989" y="3479"/>
                  <a:pt x="40051" y="3635"/>
                </a:cubicBezTo>
                <a:cubicBezTo>
                  <a:pt x="40114" y="3790"/>
                  <a:pt x="40200" y="3918"/>
                  <a:pt x="40310" y="4017"/>
                </a:cubicBezTo>
                <a:cubicBezTo>
                  <a:pt x="40415" y="4115"/>
                  <a:pt x="40540" y="4188"/>
                  <a:pt x="40685" y="4237"/>
                </a:cubicBezTo>
                <a:cubicBezTo>
                  <a:pt x="40830" y="4285"/>
                  <a:pt x="40990" y="4310"/>
                  <a:pt x="41164" y="4310"/>
                </a:cubicBezTo>
                <a:cubicBezTo>
                  <a:pt x="41395" y="4310"/>
                  <a:pt x="41627" y="4263"/>
                  <a:pt x="41861" y="4170"/>
                </a:cubicBezTo>
                <a:cubicBezTo>
                  <a:pt x="42095" y="4078"/>
                  <a:pt x="42262" y="3986"/>
                  <a:pt x="42361" y="3896"/>
                </a:cubicBezTo>
                <a:lnTo>
                  <a:pt x="42392" y="3896"/>
                </a:lnTo>
                <a:lnTo>
                  <a:pt x="42392" y="4522"/>
                </a:lnTo>
                <a:cubicBezTo>
                  <a:pt x="42199" y="4603"/>
                  <a:pt x="42003" y="4671"/>
                  <a:pt x="41802" y="4726"/>
                </a:cubicBezTo>
                <a:cubicBezTo>
                  <a:pt x="41601" y="4781"/>
                  <a:pt x="41391" y="4808"/>
                  <a:pt x="41170" y="4808"/>
                </a:cubicBezTo>
                <a:cubicBezTo>
                  <a:pt x="40607" y="4808"/>
                  <a:pt x="40167" y="4655"/>
                  <a:pt x="39851" y="4350"/>
                </a:cubicBezTo>
                <a:cubicBezTo>
                  <a:pt x="39535" y="4045"/>
                  <a:pt x="39377" y="3611"/>
                  <a:pt x="39377" y="3048"/>
                </a:cubicBezTo>
                <a:cubicBezTo>
                  <a:pt x="39377" y="2492"/>
                  <a:pt x="39528" y="2051"/>
                  <a:pt x="39831" y="1724"/>
                </a:cubicBezTo>
                <a:cubicBezTo>
                  <a:pt x="40134" y="1397"/>
                  <a:pt x="40533" y="1234"/>
                  <a:pt x="41027" y="1234"/>
                </a:cubicBezTo>
                <a:cubicBezTo>
                  <a:pt x="41485" y="1234"/>
                  <a:pt x="41838" y="1368"/>
                  <a:pt x="42086" y="1636"/>
                </a:cubicBezTo>
                <a:cubicBezTo>
                  <a:pt x="42334" y="1904"/>
                  <a:pt x="42459" y="2284"/>
                  <a:pt x="42459" y="2777"/>
                </a:cubicBezTo>
                <a:lnTo>
                  <a:pt x="42459" y="3088"/>
                </a:lnTo>
                <a:moveTo>
                  <a:pt x="41902" y="2650"/>
                </a:moveTo>
                <a:cubicBezTo>
                  <a:pt x="41900" y="2350"/>
                  <a:pt x="41825" y="2118"/>
                  <a:pt x="41676" y="1954"/>
                </a:cubicBezTo>
                <a:cubicBezTo>
                  <a:pt x="41527" y="1790"/>
                  <a:pt x="41301" y="1708"/>
                  <a:pt x="40997" y="1708"/>
                </a:cubicBezTo>
                <a:cubicBezTo>
                  <a:pt x="40691" y="1708"/>
                  <a:pt x="40447" y="1798"/>
                  <a:pt x="40266" y="1979"/>
                </a:cubicBezTo>
                <a:cubicBezTo>
                  <a:pt x="40084" y="2159"/>
                  <a:pt x="39981" y="2383"/>
                  <a:pt x="39957" y="2650"/>
                </a:cubicBezTo>
                <a:lnTo>
                  <a:pt x="41902" y="26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13288A-031B-40F5-A578-FADDF46E5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480679"/>
            <a:ext cx="43028" cy="36756"/>
          </a:xfrm>
          <a:custGeom xmlns:a="http://schemas.openxmlformats.org/drawingml/2006/main">
            <a:pathLst>
              <a:path w="43028" h="36756">
                <a:moveTo>
                  <a:pt x="0" y="0"/>
                </a:moveTo>
                <a:lnTo>
                  <a:pt x="43028" y="0"/>
                </a:lnTo>
                <a:lnTo>
                  <a:pt x="43028" y="36756"/>
                </a:lnTo>
                <a:lnTo>
                  <a:pt x="0" y="367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D81428-C89A-44FF-8468-16A80C0016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480682"/>
            <a:ext cx="43028" cy="36756"/>
          </a:xfrm>
          <a:custGeom xmlns:a="http://schemas.openxmlformats.org/drawingml/2006/main">
            <a:pathLst>
              <a:path w="43028" h="36756" fill="none">
                <a:moveTo>
                  <a:pt x="0" y="0"/>
                </a:moveTo>
                <a:lnTo>
                  <a:pt x="43028" y="0"/>
                </a:lnTo>
                <a:lnTo>
                  <a:pt x="43028" y="36756"/>
                </a:lnTo>
                <a:lnTo>
                  <a:pt x="0" y="367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61" name="Text Empididae">
            <a:extLst xmlns:a="http://schemas.openxmlformats.org/drawingml/2006/main">
              <a:ext uri="{FF2B5EF4-FFF2-40B4-BE49-F238E27FC236}">
                <a16:creationId xmlns:a16="http://schemas.microsoft.com/office/drawing/2014/main" id="{373598A8-EBDC-4842-BB2E-D595B2DD6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51" y="1482712"/>
            <a:ext cx="41466" cy="7855"/>
          </a:xfrm>
          <a:custGeom xmlns:a="http://schemas.openxmlformats.org/drawingml/2006/main">
            <a:pathLst>
              <a:path w="41466" h="7855">
                <a:moveTo>
                  <a:pt x="3916" y="6211"/>
                </a:moveTo>
                <a:lnTo>
                  <a:pt x="0" y="6211"/>
                </a:lnTo>
                <a:lnTo>
                  <a:pt x="0" y="263"/>
                </a:lnTo>
                <a:lnTo>
                  <a:pt x="3916" y="263"/>
                </a:lnTo>
                <a:lnTo>
                  <a:pt x="3916" y="966"/>
                </a:lnTo>
                <a:lnTo>
                  <a:pt x="790" y="966"/>
                </a:lnTo>
                <a:lnTo>
                  <a:pt x="790" y="2594"/>
                </a:lnTo>
                <a:lnTo>
                  <a:pt x="3916" y="2594"/>
                </a:lnTo>
                <a:lnTo>
                  <a:pt x="3916" y="3297"/>
                </a:lnTo>
                <a:lnTo>
                  <a:pt x="790" y="3297"/>
                </a:lnTo>
                <a:lnTo>
                  <a:pt x="790" y="5508"/>
                </a:lnTo>
                <a:lnTo>
                  <a:pt x="3916" y="5508"/>
                </a:lnTo>
                <a:lnTo>
                  <a:pt x="3916" y="6211"/>
                </a:lnTo>
                <a:close/>
                <a:moveTo>
                  <a:pt x="11615" y="6211"/>
                </a:moveTo>
                <a:lnTo>
                  <a:pt x="10865" y="6211"/>
                </a:lnTo>
                <a:lnTo>
                  <a:pt x="10865" y="3669"/>
                </a:lnTo>
                <a:cubicBezTo>
                  <a:pt x="10865" y="3478"/>
                  <a:pt x="10856" y="3293"/>
                  <a:pt x="10839" y="3114"/>
                </a:cubicBezTo>
                <a:cubicBezTo>
                  <a:pt x="10821" y="2936"/>
                  <a:pt x="10785" y="2793"/>
                  <a:pt x="10729" y="2687"/>
                </a:cubicBezTo>
                <a:cubicBezTo>
                  <a:pt x="10668" y="2572"/>
                  <a:pt x="10580" y="2485"/>
                  <a:pt x="10465" y="2427"/>
                </a:cubicBezTo>
                <a:cubicBezTo>
                  <a:pt x="10351" y="2368"/>
                  <a:pt x="10186" y="2339"/>
                  <a:pt x="9970" y="2339"/>
                </a:cubicBezTo>
                <a:cubicBezTo>
                  <a:pt x="9760" y="2339"/>
                  <a:pt x="9550" y="2392"/>
                  <a:pt x="9340" y="2497"/>
                </a:cubicBezTo>
                <a:cubicBezTo>
                  <a:pt x="9130" y="2602"/>
                  <a:pt x="8919" y="2736"/>
                  <a:pt x="8709" y="2898"/>
                </a:cubicBezTo>
                <a:cubicBezTo>
                  <a:pt x="8717" y="2960"/>
                  <a:pt x="8724" y="3031"/>
                  <a:pt x="8729" y="3112"/>
                </a:cubicBezTo>
                <a:cubicBezTo>
                  <a:pt x="8734" y="3193"/>
                  <a:pt x="8737" y="3274"/>
                  <a:pt x="8737" y="3354"/>
                </a:cubicBezTo>
                <a:lnTo>
                  <a:pt x="8737" y="6211"/>
                </a:lnTo>
                <a:lnTo>
                  <a:pt x="7987" y="6211"/>
                </a:lnTo>
                <a:lnTo>
                  <a:pt x="7987" y="3669"/>
                </a:lnTo>
                <a:cubicBezTo>
                  <a:pt x="7987" y="3472"/>
                  <a:pt x="7978" y="3285"/>
                  <a:pt x="7961" y="3108"/>
                </a:cubicBezTo>
                <a:cubicBezTo>
                  <a:pt x="7943" y="2931"/>
                  <a:pt x="7907" y="2789"/>
                  <a:pt x="7851" y="2683"/>
                </a:cubicBezTo>
                <a:cubicBezTo>
                  <a:pt x="7790" y="2568"/>
                  <a:pt x="7702" y="2482"/>
                  <a:pt x="7588" y="2425"/>
                </a:cubicBezTo>
                <a:cubicBezTo>
                  <a:pt x="7473" y="2368"/>
                  <a:pt x="7308" y="2339"/>
                  <a:pt x="7093" y="2339"/>
                </a:cubicBezTo>
                <a:cubicBezTo>
                  <a:pt x="6888" y="2339"/>
                  <a:pt x="6682" y="2390"/>
                  <a:pt x="6476" y="2491"/>
                </a:cubicBezTo>
                <a:cubicBezTo>
                  <a:pt x="6270" y="2592"/>
                  <a:pt x="6064" y="2721"/>
                  <a:pt x="5859" y="2878"/>
                </a:cubicBezTo>
                <a:lnTo>
                  <a:pt x="5859" y="6211"/>
                </a:lnTo>
                <a:lnTo>
                  <a:pt x="5109" y="6211"/>
                </a:lnTo>
                <a:lnTo>
                  <a:pt x="5109" y="1748"/>
                </a:lnTo>
                <a:lnTo>
                  <a:pt x="5859" y="1748"/>
                </a:lnTo>
                <a:lnTo>
                  <a:pt x="5859" y="2244"/>
                </a:lnTo>
                <a:cubicBezTo>
                  <a:pt x="6093" y="2048"/>
                  <a:pt x="6327" y="1895"/>
                  <a:pt x="6560" y="1785"/>
                </a:cubicBezTo>
                <a:cubicBezTo>
                  <a:pt x="6793" y="1675"/>
                  <a:pt x="7041" y="1621"/>
                  <a:pt x="7304" y="1621"/>
                </a:cubicBezTo>
                <a:cubicBezTo>
                  <a:pt x="7608" y="1621"/>
                  <a:pt x="7865" y="1685"/>
                  <a:pt x="8077" y="1813"/>
                </a:cubicBezTo>
                <a:cubicBezTo>
                  <a:pt x="8288" y="1942"/>
                  <a:pt x="8446" y="2120"/>
                  <a:pt x="8550" y="2347"/>
                </a:cubicBezTo>
                <a:cubicBezTo>
                  <a:pt x="8853" y="2090"/>
                  <a:pt x="9130" y="1905"/>
                  <a:pt x="9380" y="1791"/>
                </a:cubicBezTo>
                <a:cubicBezTo>
                  <a:pt x="9630" y="1677"/>
                  <a:pt x="9897" y="1621"/>
                  <a:pt x="10182" y="1621"/>
                </a:cubicBezTo>
                <a:cubicBezTo>
                  <a:pt x="10672" y="1621"/>
                  <a:pt x="11033" y="1769"/>
                  <a:pt x="11266" y="2066"/>
                </a:cubicBezTo>
                <a:cubicBezTo>
                  <a:pt x="11498" y="2363"/>
                  <a:pt x="11615" y="2779"/>
                  <a:pt x="11615" y="3312"/>
                </a:cubicBezTo>
                <a:lnTo>
                  <a:pt x="11615" y="6211"/>
                </a:lnTo>
                <a:close/>
                <a:moveTo>
                  <a:pt x="16983" y="3924"/>
                </a:moveTo>
                <a:cubicBezTo>
                  <a:pt x="16983" y="4286"/>
                  <a:pt x="16931" y="4617"/>
                  <a:pt x="16828" y="4917"/>
                </a:cubicBezTo>
                <a:cubicBezTo>
                  <a:pt x="16724" y="5217"/>
                  <a:pt x="16577" y="5471"/>
                  <a:pt x="16388" y="5679"/>
                </a:cubicBezTo>
                <a:cubicBezTo>
                  <a:pt x="16213" y="5876"/>
                  <a:pt x="16006" y="6029"/>
                  <a:pt x="15768" y="6137"/>
                </a:cubicBezTo>
                <a:cubicBezTo>
                  <a:pt x="15530" y="6244"/>
                  <a:pt x="15278" y="6298"/>
                  <a:pt x="15011" y="6298"/>
                </a:cubicBezTo>
                <a:cubicBezTo>
                  <a:pt x="14780" y="6298"/>
                  <a:pt x="14570" y="6273"/>
                  <a:pt x="14383" y="6222"/>
                </a:cubicBezTo>
                <a:cubicBezTo>
                  <a:pt x="14195" y="6172"/>
                  <a:pt x="14004" y="6093"/>
                  <a:pt x="13810" y="5987"/>
                </a:cubicBezTo>
                <a:lnTo>
                  <a:pt x="13810" y="7855"/>
                </a:lnTo>
                <a:lnTo>
                  <a:pt x="13060" y="7855"/>
                </a:lnTo>
                <a:lnTo>
                  <a:pt x="13060" y="1748"/>
                </a:lnTo>
                <a:lnTo>
                  <a:pt x="13810" y="1748"/>
                </a:lnTo>
                <a:lnTo>
                  <a:pt x="13810" y="2212"/>
                </a:lnTo>
                <a:cubicBezTo>
                  <a:pt x="14010" y="2044"/>
                  <a:pt x="14234" y="1904"/>
                  <a:pt x="14483" y="1791"/>
                </a:cubicBezTo>
                <a:cubicBezTo>
                  <a:pt x="14731" y="1677"/>
                  <a:pt x="14997" y="1621"/>
                  <a:pt x="15279" y="1621"/>
                </a:cubicBezTo>
                <a:cubicBezTo>
                  <a:pt x="15816" y="1621"/>
                  <a:pt x="16235" y="1824"/>
                  <a:pt x="16534" y="2230"/>
                </a:cubicBezTo>
                <a:cubicBezTo>
                  <a:pt x="16833" y="2637"/>
                  <a:pt x="16983" y="3201"/>
                  <a:pt x="16983" y="3924"/>
                </a:cubicBezTo>
                <a:moveTo>
                  <a:pt x="16209" y="3944"/>
                </a:moveTo>
                <a:cubicBezTo>
                  <a:pt x="16209" y="3406"/>
                  <a:pt x="16117" y="3004"/>
                  <a:pt x="15933" y="2738"/>
                </a:cubicBezTo>
                <a:cubicBezTo>
                  <a:pt x="15750" y="2472"/>
                  <a:pt x="15468" y="2339"/>
                  <a:pt x="15087" y="2339"/>
                </a:cubicBezTo>
                <a:cubicBezTo>
                  <a:pt x="14872" y="2339"/>
                  <a:pt x="14655" y="2386"/>
                  <a:pt x="14437" y="2479"/>
                </a:cubicBezTo>
                <a:cubicBezTo>
                  <a:pt x="14218" y="2572"/>
                  <a:pt x="14010" y="2694"/>
                  <a:pt x="13810" y="2846"/>
                </a:cubicBezTo>
                <a:lnTo>
                  <a:pt x="13810" y="5372"/>
                </a:lnTo>
                <a:cubicBezTo>
                  <a:pt x="14023" y="5468"/>
                  <a:pt x="14206" y="5533"/>
                  <a:pt x="14359" y="5568"/>
                </a:cubicBezTo>
                <a:cubicBezTo>
                  <a:pt x="14512" y="5603"/>
                  <a:pt x="14685" y="5620"/>
                  <a:pt x="14880" y="5620"/>
                </a:cubicBezTo>
                <a:cubicBezTo>
                  <a:pt x="15297" y="5620"/>
                  <a:pt x="15623" y="5479"/>
                  <a:pt x="15858" y="5197"/>
                </a:cubicBezTo>
                <a:cubicBezTo>
                  <a:pt x="16092" y="4915"/>
                  <a:pt x="16209" y="4497"/>
                  <a:pt x="16209" y="3944"/>
                </a:cubicBezTo>
                <a:close/>
                <a:moveTo>
                  <a:pt x="18959" y="1006"/>
                </a:moveTo>
                <a:lnTo>
                  <a:pt x="18113" y="1006"/>
                </a:lnTo>
                <a:lnTo>
                  <a:pt x="18113" y="224"/>
                </a:lnTo>
                <a:lnTo>
                  <a:pt x="18959" y="224"/>
                </a:lnTo>
                <a:lnTo>
                  <a:pt x="18959" y="1006"/>
                </a:lnTo>
                <a:moveTo>
                  <a:pt x="18911" y="6211"/>
                </a:moveTo>
                <a:lnTo>
                  <a:pt x="18161" y="6211"/>
                </a:lnTo>
                <a:lnTo>
                  <a:pt x="18161" y="1748"/>
                </a:lnTo>
                <a:lnTo>
                  <a:pt x="18911" y="1748"/>
                </a:lnTo>
                <a:lnTo>
                  <a:pt x="18911" y="6211"/>
                </a:lnTo>
                <a:close/>
                <a:moveTo>
                  <a:pt x="24012" y="6211"/>
                </a:moveTo>
                <a:lnTo>
                  <a:pt x="23261" y="6211"/>
                </a:lnTo>
                <a:lnTo>
                  <a:pt x="23261" y="5746"/>
                </a:lnTo>
                <a:cubicBezTo>
                  <a:pt x="23046" y="5933"/>
                  <a:pt x="22821" y="6078"/>
                  <a:pt x="22587" y="6182"/>
                </a:cubicBezTo>
                <a:cubicBezTo>
                  <a:pt x="22353" y="6286"/>
                  <a:pt x="22099" y="6338"/>
                  <a:pt x="21824" y="6338"/>
                </a:cubicBezTo>
                <a:cubicBezTo>
                  <a:pt x="21292" y="6338"/>
                  <a:pt x="20870" y="6133"/>
                  <a:pt x="20557" y="5722"/>
                </a:cubicBezTo>
                <a:cubicBezTo>
                  <a:pt x="20245" y="5311"/>
                  <a:pt x="20088" y="4742"/>
                  <a:pt x="20088" y="4013"/>
                </a:cubicBezTo>
                <a:cubicBezTo>
                  <a:pt x="20088" y="3635"/>
                  <a:pt x="20142" y="3297"/>
                  <a:pt x="20250" y="3001"/>
                </a:cubicBezTo>
                <a:cubicBezTo>
                  <a:pt x="20358" y="2705"/>
                  <a:pt x="20503" y="2453"/>
                  <a:pt x="20687" y="2245"/>
                </a:cubicBezTo>
                <a:cubicBezTo>
                  <a:pt x="20868" y="2042"/>
                  <a:pt x="21079" y="1887"/>
                  <a:pt x="21320" y="1781"/>
                </a:cubicBezTo>
                <a:cubicBezTo>
                  <a:pt x="21560" y="1674"/>
                  <a:pt x="21810" y="1621"/>
                  <a:pt x="22068" y="1621"/>
                </a:cubicBezTo>
                <a:cubicBezTo>
                  <a:pt x="22302" y="1621"/>
                  <a:pt x="22510" y="1645"/>
                  <a:pt x="22691" y="1695"/>
                </a:cubicBezTo>
                <a:cubicBezTo>
                  <a:pt x="22872" y="1744"/>
                  <a:pt x="23062" y="1821"/>
                  <a:pt x="23261" y="1925"/>
                </a:cubicBezTo>
                <a:lnTo>
                  <a:pt x="23261" y="0"/>
                </a:lnTo>
                <a:lnTo>
                  <a:pt x="24012" y="0"/>
                </a:lnTo>
                <a:lnTo>
                  <a:pt x="24012" y="6211"/>
                </a:lnTo>
                <a:moveTo>
                  <a:pt x="23261" y="5113"/>
                </a:moveTo>
                <a:lnTo>
                  <a:pt x="23261" y="2554"/>
                </a:lnTo>
                <a:cubicBezTo>
                  <a:pt x="23059" y="2464"/>
                  <a:pt x="22878" y="2401"/>
                  <a:pt x="22719" y="2367"/>
                </a:cubicBezTo>
                <a:cubicBezTo>
                  <a:pt x="22559" y="2332"/>
                  <a:pt x="22385" y="2315"/>
                  <a:pt x="22196" y="2315"/>
                </a:cubicBezTo>
                <a:cubicBezTo>
                  <a:pt x="21775" y="2315"/>
                  <a:pt x="21448" y="2461"/>
                  <a:pt x="21214" y="2754"/>
                </a:cubicBezTo>
                <a:cubicBezTo>
                  <a:pt x="20980" y="3047"/>
                  <a:pt x="20863" y="3462"/>
                  <a:pt x="20863" y="3999"/>
                </a:cubicBezTo>
                <a:cubicBezTo>
                  <a:pt x="20863" y="4529"/>
                  <a:pt x="20953" y="4931"/>
                  <a:pt x="21134" y="5207"/>
                </a:cubicBezTo>
                <a:cubicBezTo>
                  <a:pt x="21315" y="5482"/>
                  <a:pt x="21605" y="5620"/>
                  <a:pt x="22004" y="5620"/>
                </a:cubicBezTo>
                <a:cubicBezTo>
                  <a:pt x="22217" y="5620"/>
                  <a:pt x="22433" y="5573"/>
                  <a:pt x="22651" y="5478"/>
                </a:cubicBezTo>
                <a:cubicBezTo>
                  <a:pt x="22869" y="5384"/>
                  <a:pt x="23072" y="5262"/>
                  <a:pt x="23261" y="5113"/>
                </a:cubicBezTo>
                <a:close/>
                <a:moveTo>
                  <a:pt x="26295" y="1006"/>
                </a:moveTo>
                <a:lnTo>
                  <a:pt x="25449" y="1006"/>
                </a:lnTo>
                <a:lnTo>
                  <a:pt x="25449" y="224"/>
                </a:lnTo>
                <a:lnTo>
                  <a:pt x="26295" y="224"/>
                </a:lnTo>
                <a:lnTo>
                  <a:pt x="26295" y="1006"/>
                </a:lnTo>
                <a:moveTo>
                  <a:pt x="26247" y="6211"/>
                </a:moveTo>
                <a:lnTo>
                  <a:pt x="25497" y="6211"/>
                </a:lnTo>
                <a:lnTo>
                  <a:pt x="25497" y="1748"/>
                </a:lnTo>
                <a:lnTo>
                  <a:pt x="26247" y="1748"/>
                </a:lnTo>
                <a:lnTo>
                  <a:pt x="26247" y="6211"/>
                </a:lnTo>
                <a:close/>
                <a:moveTo>
                  <a:pt x="31348" y="6211"/>
                </a:moveTo>
                <a:lnTo>
                  <a:pt x="30597" y="6211"/>
                </a:lnTo>
                <a:lnTo>
                  <a:pt x="30597" y="5746"/>
                </a:lnTo>
                <a:cubicBezTo>
                  <a:pt x="30382" y="5933"/>
                  <a:pt x="30157" y="6078"/>
                  <a:pt x="29923" y="6182"/>
                </a:cubicBezTo>
                <a:cubicBezTo>
                  <a:pt x="29689" y="6286"/>
                  <a:pt x="29435" y="6338"/>
                  <a:pt x="29161" y="6338"/>
                </a:cubicBezTo>
                <a:cubicBezTo>
                  <a:pt x="28628" y="6338"/>
                  <a:pt x="28206" y="6133"/>
                  <a:pt x="27893" y="5722"/>
                </a:cubicBezTo>
                <a:cubicBezTo>
                  <a:pt x="27581" y="5311"/>
                  <a:pt x="27424" y="4742"/>
                  <a:pt x="27424" y="4013"/>
                </a:cubicBezTo>
                <a:cubicBezTo>
                  <a:pt x="27424" y="3635"/>
                  <a:pt x="27478" y="3297"/>
                  <a:pt x="27586" y="3001"/>
                </a:cubicBezTo>
                <a:cubicBezTo>
                  <a:pt x="27694" y="2705"/>
                  <a:pt x="27839" y="2453"/>
                  <a:pt x="28023" y="2245"/>
                </a:cubicBezTo>
                <a:cubicBezTo>
                  <a:pt x="28204" y="2042"/>
                  <a:pt x="28415" y="1887"/>
                  <a:pt x="28656" y="1781"/>
                </a:cubicBezTo>
                <a:cubicBezTo>
                  <a:pt x="28896" y="1674"/>
                  <a:pt x="29146" y="1621"/>
                  <a:pt x="29404" y="1621"/>
                </a:cubicBezTo>
                <a:cubicBezTo>
                  <a:pt x="29638" y="1621"/>
                  <a:pt x="29846" y="1645"/>
                  <a:pt x="30027" y="1695"/>
                </a:cubicBezTo>
                <a:cubicBezTo>
                  <a:pt x="30208" y="1744"/>
                  <a:pt x="30398" y="1821"/>
                  <a:pt x="30597" y="1925"/>
                </a:cubicBezTo>
                <a:lnTo>
                  <a:pt x="30597" y="0"/>
                </a:lnTo>
                <a:lnTo>
                  <a:pt x="31348" y="0"/>
                </a:lnTo>
                <a:lnTo>
                  <a:pt x="31348" y="6211"/>
                </a:lnTo>
                <a:moveTo>
                  <a:pt x="30597" y="5113"/>
                </a:moveTo>
                <a:lnTo>
                  <a:pt x="30597" y="2554"/>
                </a:lnTo>
                <a:cubicBezTo>
                  <a:pt x="30395" y="2464"/>
                  <a:pt x="30214" y="2401"/>
                  <a:pt x="30055" y="2367"/>
                </a:cubicBezTo>
                <a:cubicBezTo>
                  <a:pt x="29895" y="2332"/>
                  <a:pt x="29721" y="2315"/>
                  <a:pt x="29532" y="2315"/>
                </a:cubicBezTo>
                <a:cubicBezTo>
                  <a:pt x="29111" y="2315"/>
                  <a:pt x="28784" y="2461"/>
                  <a:pt x="28550" y="2754"/>
                </a:cubicBezTo>
                <a:cubicBezTo>
                  <a:pt x="28316" y="3047"/>
                  <a:pt x="28199" y="3462"/>
                  <a:pt x="28199" y="3999"/>
                </a:cubicBezTo>
                <a:cubicBezTo>
                  <a:pt x="28199" y="4529"/>
                  <a:pt x="28289" y="4931"/>
                  <a:pt x="28470" y="5207"/>
                </a:cubicBezTo>
                <a:cubicBezTo>
                  <a:pt x="28651" y="5482"/>
                  <a:pt x="28941" y="5620"/>
                  <a:pt x="29340" y="5620"/>
                </a:cubicBezTo>
                <a:cubicBezTo>
                  <a:pt x="29553" y="5620"/>
                  <a:pt x="29769" y="5573"/>
                  <a:pt x="29987" y="5478"/>
                </a:cubicBezTo>
                <a:cubicBezTo>
                  <a:pt x="30205" y="5384"/>
                  <a:pt x="30409" y="5262"/>
                  <a:pt x="30597" y="5113"/>
                </a:cubicBezTo>
                <a:close/>
                <a:moveTo>
                  <a:pt x="36289" y="6211"/>
                </a:moveTo>
                <a:lnTo>
                  <a:pt x="35543" y="6211"/>
                </a:lnTo>
                <a:lnTo>
                  <a:pt x="35543" y="5739"/>
                </a:lnTo>
                <a:cubicBezTo>
                  <a:pt x="35476" y="5784"/>
                  <a:pt x="35386" y="5847"/>
                  <a:pt x="35273" y="5929"/>
                </a:cubicBezTo>
                <a:cubicBezTo>
                  <a:pt x="35160" y="6010"/>
                  <a:pt x="35050" y="6075"/>
                  <a:pt x="34944" y="6123"/>
                </a:cubicBezTo>
                <a:cubicBezTo>
                  <a:pt x="34819" y="6184"/>
                  <a:pt x="34675" y="6235"/>
                  <a:pt x="34513" y="6276"/>
                </a:cubicBezTo>
                <a:cubicBezTo>
                  <a:pt x="34351" y="6318"/>
                  <a:pt x="34160" y="6338"/>
                  <a:pt x="33942" y="6338"/>
                </a:cubicBezTo>
                <a:cubicBezTo>
                  <a:pt x="33540" y="6338"/>
                  <a:pt x="33200" y="6205"/>
                  <a:pt x="32920" y="5939"/>
                </a:cubicBezTo>
                <a:cubicBezTo>
                  <a:pt x="32641" y="5672"/>
                  <a:pt x="32501" y="5333"/>
                  <a:pt x="32501" y="4920"/>
                </a:cubicBezTo>
                <a:cubicBezTo>
                  <a:pt x="32501" y="4581"/>
                  <a:pt x="32574" y="4307"/>
                  <a:pt x="32719" y="4098"/>
                </a:cubicBezTo>
                <a:cubicBezTo>
                  <a:pt x="32864" y="3889"/>
                  <a:pt x="33071" y="3725"/>
                  <a:pt x="33339" y="3605"/>
                </a:cubicBezTo>
                <a:cubicBezTo>
                  <a:pt x="33611" y="3485"/>
                  <a:pt x="33937" y="3404"/>
                  <a:pt x="34317" y="3361"/>
                </a:cubicBezTo>
                <a:cubicBezTo>
                  <a:pt x="34698" y="3318"/>
                  <a:pt x="35106" y="3286"/>
                  <a:pt x="35543" y="3265"/>
                </a:cubicBezTo>
                <a:lnTo>
                  <a:pt x="35543" y="3148"/>
                </a:lnTo>
                <a:cubicBezTo>
                  <a:pt x="35543" y="2977"/>
                  <a:pt x="35513" y="2834"/>
                  <a:pt x="35453" y="2722"/>
                </a:cubicBezTo>
                <a:cubicBezTo>
                  <a:pt x="35393" y="2609"/>
                  <a:pt x="35307" y="2520"/>
                  <a:pt x="35195" y="2456"/>
                </a:cubicBezTo>
                <a:cubicBezTo>
                  <a:pt x="35089" y="2394"/>
                  <a:pt x="34961" y="2353"/>
                  <a:pt x="34812" y="2331"/>
                </a:cubicBezTo>
                <a:cubicBezTo>
                  <a:pt x="34663" y="2310"/>
                  <a:pt x="34508" y="2299"/>
                  <a:pt x="34345" y="2299"/>
                </a:cubicBezTo>
                <a:cubicBezTo>
                  <a:pt x="34148" y="2299"/>
                  <a:pt x="33929" y="2326"/>
                  <a:pt x="33687" y="2379"/>
                </a:cubicBezTo>
                <a:cubicBezTo>
                  <a:pt x="33445" y="2432"/>
                  <a:pt x="33194" y="2509"/>
                  <a:pt x="32936" y="2610"/>
                </a:cubicBezTo>
                <a:lnTo>
                  <a:pt x="32896" y="2610"/>
                </a:lnTo>
                <a:lnTo>
                  <a:pt x="32896" y="1848"/>
                </a:lnTo>
                <a:cubicBezTo>
                  <a:pt x="33043" y="1808"/>
                  <a:pt x="33254" y="1764"/>
                  <a:pt x="33531" y="1716"/>
                </a:cubicBezTo>
                <a:cubicBezTo>
                  <a:pt x="33808" y="1668"/>
                  <a:pt x="34081" y="1644"/>
                  <a:pt x="34349" y="1644"/>
                </a:cubicBezTo>
                <a:cubicBezTo>
                  <a:pt x="34663" y="1644"/>
                  <a:pt x="34937" y="1670"/>
                  <a:pt x="35170" y="1722"/>
                </a:cubicBezTo>
                <a:cubicBezTo>
                  <a:pt x="35402" y="1774"/>
                  <a:pt x="35604" y="1863"/>
                  <a:pt x="35774" y="1988"/>
                </a:cubicBezTo>
                <a:cubicBezTo>
                  <a:pt x="35942" y="2110"/>
                  <a:pt x="36070" y="2268"/>
                  <a:pt x="36157" y="2463"/>
                </a:cubicBezTo>
                <a:cubicBezTo>
                  <a:pt x="36245" y="2657"/>
                  <a:pt x="36289" y="2898"/>
                  <a:pt x="36289" y="3185"/>
                </a:cubicBezTo>
                <a:lnTo>
                  <a:pt x="36289" y="6211"/>
                </a:lnTo>
                <a:moveTo>
                  <a:pt x="35543" y="5119"/>
                </a:moveTo>
                <a:lnTo>
                  <a:pt x="35543" y="3872"/>
                </a:lnTo>
                <a:cubicBezTo>
                  <a:pt x="35314" y="3885"/>
                  <a:pt x="35044" y="3905"/>
                  <a:pt x="34734" y="3932"/>
                </a:cubicBezTo>
                <a:cubicBezTo>
                  <a:pt x="34424" y="3959"/>
                  <a:pt x="34179" y="3997"/>
                  <a:pt x="33998" y="4048"/>
                </a:cubicBezTo>
                <a:cubicBezTo>
                  <a:pt x="33782" y="4110"/>
                  <a:pt x="33608" y="4205"/>
                  <a:pt x="33475" y="4335"/>
                </a:cubicBezTo>
                <a:cubicBezTo>
                  <a:pt x="33342" y="4464"/>
                  <a:pt x="33276" y="4643"/>
                  <a:pt x="33276" y="4870"/>
                </a:cubicBezTo>
                <a:cubicBezTo>
                  <a:pt x="33276" y="5127"/>
                  <a:pt x="33353" y="5320"/>
                  <a:pt x="33507" y="5449"/>
                </a:cubicBezTo>
                <a:cubicBezTo>
                  <a:pt x="33661" y="5579"/>
                  <a:pt x="33897" y="5644"/>
                  <a:pt x="34214" y="5644"/>
                </a:cubicBezTo>
                <a:cubicBezTo>
                  <a:pt x="34477" y="5644"/>
                  <a:pt x="34718" y="5592"/>
                  <a:pt x="34936" y="5490"/>
                </a:cubicBezTo>
                <a:cubicBezTo>
                  <a:pt x="35154" y="5387"/>
                  <a:pt x="35356" y="5263"/>
                  <a:pt x="35543" y="5119"/>
                </a:cubicBezTo>
                <a:close/>
                <a:moveTo>
                  <a:pt x="41466" y="4055"/>
                </a:moveTo>
                <a:lnTo>
                  <a:pt x="38181" y="4055"/>
                </a:lnTo>
                <a:cubicBezTo>
                  <a:pt x="38181" y="4330"/>
                  <a:pt x="38222" y="4569"/>
                  <a:pt x="38305" y="4773"/>
                </a:cubicBezTo>
                <a:cubicBezTo>
                  <a:pt x="38387" y="4978"/>
                  <a:pt x="38500" y="5145"/>
                  <a:pt x="38644" y="5276"/>
                </a:cubicBezTo>
                <a:cubicBezTo>
                  <a:pt x="38782" y="5404"/>
                  <a:pt x="38947" y="5500"/>
                  <a:pt x="39137" y="5564"/>
                </a:cubicBezTo>
                <a:cubicBezTo>
                  <a:pt x="39327" y="5628"/>
                  <a:pt x="39537" y="5660"/>
                  <a:pt x="39766" y="5660"/>
                </a:cubicBezTo>
                <a:cubicBezTo>
                  <a:pt x="40069" y="5660"/>
                  <a:pt x="40374" y="5599"/>
                  <a:pt x="40682" y="5477"/>
                </a:cubicBezTo>
                <a:cubicBezTo>
                  <a:pt x="40989" y="5355"/>
                  <a:pt x="41208" y="5235"/>
                  <a:pt x="41338" y="5117"/>
                </a:cubicBezTo>
                <a:lnTo>
                  <a:pt x="41378" y="5117"/>
                </a:lnTo>
                <a:lnTo>
                  <a:pt x="41378" y="5938"/>
                </a:lnTo>
                <a:cubicBezTo>
                  <a:pt x="41125" y="6045"/>
                  <a:pt x="40867" y="6134"/>
                  <a:pt x="40604" y="6206"/>
                </a:cubicBezTo>
                <a:cubicBezTo>
                  <a:pt x="40340" y="6278"/>
                  <a:pt x="40064" y="6314"/>
                  <a:pt x="39774" y="6314"/>
                </a:cubicBezTo>
                <a:cubicBezTo>
                  <a:pt x="39034" y="6314"/>
                  <a:pt x="38456" y="6114"/>
                  <a:pt x="38041" y="5713"/>
                </a:cubicBezTo>
                <a:cubicBezTo>
                  <a:pt x="37626" y="5312"/>
                  <a:pt x="37419" y="4742"/>
                  <a:pt x="37419" y="4003"/>
                </a:cubicBezTo>
                <a:cubicBezTo>
                  <a:pt x="37419" y="3273"/>
                  <a:pt x="37618" y="2693"/>
                  <a:pt x="38015" y="2264"/>
                </a:cubicBezTo>
                <a:cubicBezTo>
                  <a:pt x="38413" y="1835"/>
                  <a:pt x="38937" y="1621"/>
                  <a:pt x="39586" y="1621"/>
                </a:cubicBezTo>
                <a:cubicBezTo>
                  <a:pt x="40187" y="1621"/>
                  <a:pt x="40651" y="1796"/>
                  <a:pt x="40977" y="2148"/>
                </a:cubicBezTo>
                <a:cubicBezTo>
                  <a:pt x="41303" y="2500"/>
                  <a:pt x="41466" y="3000"/>
                  <a:pt x="41466" y="3648"/>
                </a:cubicBezTo>
                <a:lnTo>
                  <a:pt x="41466" y="4055"/>
                </a:lnTo>
                <a:moveTo>
                  <a:pt x="40736" y="3481"/>
                </a:moveTo>
                <a:cubicBezTo>
                  <a:pt x="40733" y="3087"/>
                  <a:pt x="40634" y="2782"/>
                  <a:pt x="40438" y="2566"/>
                </a:cubicBezTo>
                <a:cubicBezTo>
                  <a:pt x="40243" y="2351"/>
                  <a:pt x="39945" y="2243"/>
                  <a:pt x="39546" y="2243"/>
                </a:cubicBezTo>
                <a:cubicBezTo>
                  <a:pt x="39144" y="2243"/>
                  <a:pt x="38824" y="2362"/>
                  <a:pt x="38586" y="2598"/>
                </a:cubicBezTo>
                <a:cubicBezTo>
                  <a:pt x="38348" y="2835"/>
                  <a:pt x="38213" y="3129"/>
                  <a:pt x="38181" y="3481"/>
                </a:cubicBezTo>
                <a:lnTo>
                  <a:pt x="40736" y="3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3B61F-625F-4293-9431-A431396F5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539935"/>
            <a:ext cx="43028" cy="32235"/>
          </a:xfrm>
          <a:custGeom xmlns:a="http://schemas.openxmlformats.org/drawingml/2006/main">
            <a:pathLst>
              <a:path w="43028" h="32235">
                <a:moveTo>
                  <a:pt x="0" y="0"/>
                </a:moveTo>
                <a:lnTo>
                  <a:pt x="43028" y="0"/>
                </a:lnTo>
                <a:lnTo>
                  <a:pt x="43028" y="32235"/>
                </a:lnTo>
                <a:lnTo>
                  <a:pt x="0" y="322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80753-D473-4AE5-9C86-99EFE673D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539937"/>
            <a:ext cx="43028" cy="32236"/>
          </a:xfrm>
          <a:custGeom xmlns:a="http://schemas.openxmlformats.org/drawingml/2006/main">
            <a:pathLst>
              <a:path w="43028" h="32236" fill="none">
                <a:moveTo>
                  <a:pt x="0" y="0"/>
                </a:moveTo>
                <a:lnTo>
                  <a:pt x="43028" y="0"/>
                </a:lnTo>
                <a:lnTo>
                  <a:pt x="43028" y="32236"/>
                </a:lnTo>
                <a:lnTo>
                  <a:pt x="0" y="322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64" name="Text Ephydridae">
            <a:extLst xmlns:a="http://schemas.openxmlformats.org/drawingml/2006/main">
              <a:ext uri="{FF2B5EF4-FFF2-40B4-BE49-F238E27FC236}">
                <a16:creationId xmlns:a16="http://schemas.microsoft.com/office/drawing/2014/main" id="{FBAA153A-0709-4A00-AF43-517433FF2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000" y="1541773"/>
            <a:ext cx="41896" cy="7351"/>
          </a:xfrm>
          <a:custGeom xmlns:a="http://schemas.openxmlformats.org/drawingml/2006/main">
            <a:pathLst>
              <a:path w="41896" h="7351">
                <a:moveTo>
                  <a:pt x="3664" y="5812"/>
                </a:moveTo>
                <a:lnTo>
                  <a:pt x="0" y="5812"/>
                </a:lnTo>
                <a:lnTo>
                  <a:pt x="0" y="247"/>
                </a:lnTo>
                <a:lnTo>
                  <a:pt x="3664" y="247"/>
                </a:lnTo>
                <a:lnTo>
                  <a:pt x="3664" y="904"/>
                </a:lnTo>
                <a:lnTo>
                  <a:pt x="740" y="904"/>
                </a:lnTo>
                <a:lnTo>
                  <a:pt x="740" y="2428"/>
                </a:lnTo>
                <a:lnTo>
                  <a:pt x="3664" y="2428"/>
                </a:lnTo>
                <a:lnTo>
                  <a:pt x="3664" y="3085"/>
                </a:lnTo>
                <a:lnTo>
                  <a:pt x="740" y="3085"/>
                </a:lnTo>
                <a:lnTo>
                  <a:pt x="740" y="5154"/>
                </a:lnTo>
                <a:lnTo>
                  <a:pt x="3664" y="5154"/>
                </a:lnTo>
                <a:lnTo>
                  <a:pt x="3664" y="5812"/>
                </a:lnTo>
                <a:close/>
                <a:moveTo>
                  <a:pt x="8452" y="3672"/>
                </a:moveTo>
                <a:cubicBezTo>
                  <a:pt x="8452" y="4011"/>
                  <a:pt x="8404" y="4321"/>
                  <a:pt x="8307" y="4601"/>
                </a:cubicBezTo>
                <a:cubicBezTo>
                  <a:pt x="8210" y="4882"/>
                  <a:pt x="8073" y="5119"/>
                  <a:pt x="7896" y="5314"/>
                </a:cubicBezTo>
                <a:cubicBezTo>
                  <a:pt x="7732" y="5499"/>
                  <a:pt x="7538" y="5641"/>
                  <a:pt x="7315" y="5742"/>
                </a:cubicBezTo>
                <a:cubicBezTo>
                  <a:pt x="7092" y="5843"/>
                  <a:pt x="6856" y="5894"/>
                  <a:pt x="6607" y="5894"/>
                </a:cubicBezTo>
                <a:cubicBezTo>
                  <a:pt x="6391" y="5894"/>
                  <a:pt x="6195" y="5870"/>
                  <a:pt x="6019" y="5823"/>
                </a:cubicBezTo>
                <a:cubicBezTo>
                  <a:pt x="5843" y="5775"/>
                  <a:pt x="5665" y="5702"/>
                  <a:pt x="5483" y="5602"/>
                </a:cubicBezTo>
                <a:lnTo>
                  <a:pt x="5483" y="7351"/>
                </a:lnTo>
                <a:lnTo>
                  <a:pt x="4781" y="7351"/>
                </a:lnTo>
                <a:lnTo>
                  <a:pt x="4781" y="1636"/>
                </a:lnTo>
                <a:lnTo>
                  <a:pt x="5483" y="1636"/>
                </a:lnTo>
                <a:lnTo>
                  <a:pt x="5483" y="2070"/>
                </a:lnTo>
                <a:cubicBezTo>
                  <a:pt x="5670" y="1913"/>
                  <a:pt x="5880" y="1782"/>
                  <a:pt x="6112" y="1676"/>
                </a:cubicBezTo>
                <a:cubicBezTo>
                  <a:pt x="6345" y="1569"/>
                  <a:pt x="6594" y="1516"/>
                  <a:pt x="6858" y="1516"/>
                </a:cubicBezTo>
                <a:cubicBezTo>
                  <a:pt x="7361" y="1516"/>
                  <a:pt x="7752" y="1707"/>
                  <a:pt x="8032" y="2087"/>
                </a:cubicBezTo>
                <a:cubicBezTo>
                  <a:pt x="8312" y="2467"/>
                  <a:pt x="8452" y="2996"/>
                  <a:pt x="8452" y="3672"/>
                </a:cubicBezTo>
                <a:moveTo>
                  <a:pt x="7728" y="3690"/>
                </a:moveTo>
                <a:cubicBezTo>
                  <a:pt x="7728" y="3187"/>
                  <a:pt x="7642" y="2811"/>
                  <a:pt x="7470" y="2562"/>
                </a:cubicBezTo>
                <a:cubicBezTo>
                  <a:pt x="7298" y="2313"/>
                  <a:pt x="7034" y="2189"/>
                  <a:pt x="6678" y="2189"/>
                </a:cubicBezTo>
                <a:cubicBezTo>
                  <a:pt x="6477" y="2189"/>
                  <a:pt x="6274" y="2232"/>
                  <a:pt x="6069" y="2319"/>
                </a:cubicBezTo>
                <a:cubicBezTo>
                  <a:pt x="5865" y="2407"/>
                  <a:pt x="5670" y="2521"/>
                  <a:pt x="5483" y="2663"/>
                </a:cubicBezTo>
                <a:lnTo>
                  <a:pt x="5483" y="5027"/>
                </a:lnTo>
                <a:cubicBezTo>
                  <a:pt x="5682" y="5117"/>
                  <a:pt x="5853" y="5178"/>
                  <a:pt x="5997" y="5210"/>
                </a:cubicBezTo>
                <a:cubicBezTo>
                  <a:pt x="6140" y="5243"/>
                  <a:pt x="6302" y="5259"/>
                  <a:pt x="6484" y="5259"/>
                </a:cubicBezTo>
                <a:cubicBezTo>
                  <a:pt x="6875" y="5259"/>
                  <a:pt x="7180" y="5127"/>
                  <a:pt x="7399" y="4863"/>
                </a:cubicBezTo>
                <a:cubicBezTo>
                  <a:pt x="7618" y="4599"/>
                  <a:pt x="7728" y="4208"/>
                  <a:pt x="7728" y="3690"/>
                </a:cubicBezTo>
                <a:close/>
                <a:moveTo>
                  <a:pt x="13035" y="5812"/>
                </a:moveTo>
                <a:lnTo>
                  <a:pt x="12333" y="5812"/>
                </a:lnTo>
                <a:lnTo>
                  <a:pt x="12333" y="3434"/>
                </a:lnTo>
                <a:cubicBezTo>
                  <a:pt x="12333" y="3242"/>
                  <a:pt x="12322" y="3062"/>
                  <a:pt x="12299" y="2894"/>
                </a:cubicBezTo>
                <a:cubicBezTo>
                  <a:pt x="12277" y="2725"/>
                  <a:pt x="12236" y="2594"/>
                  <a:pt x="12176" y="2499"/>
                </a:cubicBezTo>
                <a:cubicBezTo>
                  <a:pt x="12114" y="2394"/>
                  <a:pt x="12024" y="2316"/>
                  <a:pt x="11907" y="2265"/>
                </a:cubicBezTo>
                <a:cubicBezTo>
                  <a:pt x="11790" y="2214"/>
                  <a:pt x="11638" y="2189"/>
                  <a:pt x="11452" y="2189"/>
                </a:cubicBezTo>
                <a:cubicBezTo>
                  <a:pt x="11260" y="2189"/>
                  <a:pt x="11059" y="2236"/>
                  <a:pt x="10850" y="2331"/>
                </a:cubicBezTo>
                <a:cubicBezTo>
                  <a:pt x="10641" y="2426"/>
                  <a:pt x="10441" y="2546"/>
                  <a:pt x="10249" y="2693"/>
                </a:cubicBezTo>
                <a:lnTo>
                  <a:pt x="10249" y="5812"/>
                </a:lnTo>
                <a:lnTo>
                  <a:pt x="9547" y="5812"/>
                </a:lnTo>
                <a:lnTo>
                  <a:pt x="9547" y="0"/>
                </a:lnTo>
                <a:lnTo>
                  <a:pt x="10249" y="0"/>
                </a:lnTo>
                <a:lnTo>
                  <a:pt x="10249" y="2096"/>
                </a:lnTo>
                <a:cubicBezTo>
                  <a:pt x="10468" y="1914"/>
                  <a:pt x="10695" y="1772"/>
                  <a:pt x="10929" y="1670"/>
                </a:cubicBezTo>
                <a:cubicBezTo>
                  <a:pt x="11163" y="1568"/>
                  <a:pt x="11403" y="1516"/>
                  <a:pt x="11649" y="1516"/>
                </a:cubicBezTo>
                <a:cubicBezTo>
                  <a:pt x="12100" y="1516"/>
                  <a:pt x="12444" y="1652"/>
                  <a:pt x="12680" y="1924"/>
                </a:cubicBezTo>
                <a:cubicBezTo>
                  <a:pt x="12917" y="2196"/>
                  <a:pt x="13035" y="2588"/>
                  <a:pt x="13035" y="3099"/>
                </a:cubicBezTo>
                <a:lnTo>
                  <a:pt x="13035" y="5812"/>
                </a:lnTo>
                <a:close/>
                <a:moveTo>
                  <a:pt x="17995" y="1636"/>
                </a:moveTo>
                <a:lnTo>
                  <a:pt x="15560" y="7351"/>
                </a:lnTo>
                <a:lnTo>
                  <a:pt x="14809" y="7351"/>
                </a:lnTo>
                <a:lnTo>
                  <a:pt x="15586" y="5609"/>
                </a:lnTo>
                <a:lnTo>
                  <a:pt x="13924" y="1636"/>
                </a:lnTo>
                <a:lnTo>
                  <a:pt x="14686" y="1636"/>
                </a:lnTo>
                <a:lnTo>
                  <a:pt x="15967" y="4729"/>
                </a:lnTo>
                <a:lnTo>
                  <a:pt x="17260" y="1636"/>
                </a:lnTo>
                <a:lnTo>
                  <a:pt x="17995" y="1636"/>
                </a:lnTo>
                <a:close/>
                <a:moveTo>
                  <a:pt x="22298" y="5812"/>
                </a:moveTo>
                <a:lnTo>
                  <a:pt x="21596" y="5812"/>
                </a:lnTo>
                <a:lnTo>
                  <a:pt x="21596" y="5377"/>
                </a:lnTo>
                <a:cubicBezTo>
                  <a:pt x="21394" y="5552"/>
                  <a:pt x="21184" y="5688"/>
                  <a:pt x="20965" y="5785"/>
                </a:cubicBezTo>
                <a:cubicBezTo>
                  <a:pt x="20746" y="5883"/>
                  <a:pt x="20508" y="5931"/>
                  <a:pt x="20251" y="5931"/>
                </a:cubicBezTo>
                <a:cubicBezTo>
                  <a:pt x="19753" y="5931"/>
                  <a:pt x="19358" y="5739"/>
                  <a:pt x="19065" y="5355"/>
                </a:cubicBezTo>
                <a:cubicBezTo>
                  <a:pt x="18773" y="4970"/>
                  <a:pt x="18626" y="4437"/>
                  <a:pt x="18626" y="3756"/>
                </a:cubicBezTo>
                <a:cubicBezTo>
                  <a:pt x="18626" y="3401"/>
                  <a:pt x="18677" y="3085"/>
                  <a:pt x="18778" y="2808"/>
                </a:cubicBezTo>
                <a:cubicBezTo>
                  <a:pt x="18879" y="2531"/>
                  <a:pt x="19015" y="2295"/>
                  <a:pt x="19187" y="2101"/>
                </a:cubicBezTo>
                <a:cubicBezTo>
                  <a:pt x="19356" y="1911"/>
                  <a:pt x="19553" y="1766"/>
                  <a:pt x="19779" y="1666"/>
                </a:cubicBezTo>
                <a:cubicBezTo>
                  <a:pt x="20004" y="1566"/>
                  <a:pt x="20238" y="1516"/>
                  <a:pt x="20479" y="1516"/>
                </a:cubicBezTo>
                <a:cubicBezTo>
                  <a:pt x="20698" y="1516"/>
                  <a:pt x="20892" y="1540"/>
                  <a:pt x="21062" y="1586"/>
                </a:cubicBezTo>
                <a:cubicBezTo>
                  <a:pt x="21231" y="1632"/>
                  <a:pt x="21409" y="1704"/>
                  <a:pt x="21596" y="1801"/>
                </a:cubicBezTo>
                <a:lnTo>
                  <a:pt x="21596" y="0"/>
                </a:lnTo>
                <a:lnTo>
                  <a:pt x="22298" y="0"/>
                </a:lnTo>
                <a:lnTo>
                  <a:pt x="22298" y="5812"/>
                </a:lnTo>
                <a:moveTo>
                  <a:pt x="21596" y="4785"/>
                </a:moveTo>
                <a:lnTo>
                  <a:pt x="21596" y="2390"/>
                </a:lnTo>
                <a:cubicBezTo>
                  <a:pt x="21407" y="2306"/>
                  <a:pt x="21237" y="2247"/>
                  <a:pt x="21088" y="2215"/>
                </a:cubicBezTo>
                <a:cubicBezTo>
                  <a:pt x="20938" y="2183"/>
                  <a:pt x="20775" y="2166"/>
                  <a:pt x="20599" y="2166"/>
                </a:cubicBezTo>
                <a:cubicBezTo>
                  <a:pt x="20205" y="2166"/>
                  <a:pt x="19899" y="2303"/>
                  <a:pt x="19680" y="2577"/>
                </a:cubicBezTo>
                <a:cubicBezTo>
                  <a:pt x="19461" y="2851"/>
                  <a:pt x="19351" y="3240"/>
                  <a:pt x="19351" y="3743"/>
                </a:cubicBezTo>
                <a:cubicBezTo>
                  <a:pt x="19351" y="4238"/>
                  <a:pt x="19436" y="4615"/>
                  <a:pt x="19605" y="4872"/>
                </a:cubicBezTo>
                <a:cubicBezTo>
                  <a:pt x="19774" y="5130"/>
                  <a:pt x="20046" y="5259"/>
                  <a:pt x="20419" y="5259"/>
                </a:cubicBezTo>
                <a:cubicBezTo>
                  <a:pt x="20619" y="5259"/>
                  <a:pt x="20820" y="5215"/>
                  <a:pt x="21024" y="5126"/>
                </a:cubicBezTo>
                <a:cubicBezTo>
                  <a:pt x="21229" y="5038"/>
                  <a:pt x="21419" y="4924"/>
                  <a:pt x="21596" y="4785"/>
                </a:cubicBezTo>
                <a:close/>
                <a:moveTo>
                  <a:pt x="26283" y="2398"/>
                </a:moveTo>
                <a:lnTo>
                  <a:pt x="26246" y="2398"/>
                </a:lnTo>
                <a:cubicBezTo>
                  <a:pt x="26141" y="2374"/>
                  <a:pt x="26040" y="2357"/>
                  <a:pt x="25942" y="2347"/>
                </a:cubicBezTo>
                <a:cubicBezTo>
                  <a:pt x="25843" y="2336"/>
                  <a:pt x="25727" y="2331"/>
                  <a:pt x="25592" y="2331"/>
                </a:cubicBezTo>
                <a:cubicBezTo>
                  <a:pt x="25376" y="2331"/>
                  <a:pt x="25167" y="2379"/>
                  <a:pt x="24965" y="2475"/>
                </a:cubicBezTo>
                <a:cubicBezTo>
                  <a:pt x="24763" y="2571"/>
                  <a:pt x="24569" y="2695"/>
                  <a:pt x="24382" y="2847"/>
                </a:cubicBezTo>
                <a:lnTo>
                  <a:pt x="24382" y="5812"/>
                </a:lnTo>
                <a:lnTo>
                  <a:pt x="23680" y="5812"/>
                </a:lnTo>
                <a:lnTo>
                  <a:pt x="23680" y="1636"/>
                </a:lnTo>
                <a:lnTo>
                  <a:pt x="24382" y="1636"/>
                </a:lnTo>
                <a:lnTo>
                  <a:pt x="24382" y="2253"/>
                </a:lnTo>
                <a:cubicBezTo>
                  <a:pt x="24661" y="2028"/>
                  <a:pt x="24907" y="1870"/>
                  <a:pt x="25120" y="1776"/>
                </a:cubicBezTo>
                <a:cubicBezTo>
                  <a:pt x="25333" y="1683"/>
                  <a:pt x="25550" y="1636"/>
                  <a:pt x="25772" y="1636"/>
                </a:cubicBezTo>
                <a:cubicBezTo>
                  <a:pt x="25894" y="1636"/>
                  <a:pt x="25982" y="1639"/>
                  <a:pt x="26037" y="1645"/>
                </a:cubicBezTo>
                <a:cubicBezTo>
                  <a:pt x="26092" y="1651"/>
                  <a:pt x="26174" y="1663"/>
                  <a:pt x="26283" y="1681"/>
                </a:cubicBezTo>
                <a:lnTo>
                  <a:pt x="26283" y="2398"/>
                </a:lnTo>
                <a:close/>
                <a:moveTo>
                  <a:pt x="27699" y="941"/>
                </a:moveTo>
                <a:lnTo>
                  <a:pt x="26907" y="941"/>
                </a:lnTo>
                <a:lnTo>
                  <a:pt x="26907" y="209"/>
                </a:lnTo>
                <a:lnTo>
                  <a:pt x="27699" y="209"/>
                </a:lnTo>
                <a:lnTo>
                  <a:pt x="27699" y="941"/>
                </a:lnTo>
                <a:moveTo>
                  <a:pt x="27654" y="5812"/>
                </a:moveTo>
                <a:lnTo>
                  <a:pt x="26952" y="5812"/>
                </a:lnTo>
                <a:lnTo>
                  <a:pt x="26952" y="1636"/>
                </a:lnTo>
                <a:lnTo>
                  <a:pt x="27654" y="1636"/>
                </a:lnTo>
                <a:lnTo>
                  <a:pt x="27654" y="5812"/>
                </a:lnTo>
                <a:close/>
                <a:moveTo>
                  <a:pt x="32427" y="5812"/>
                </a:moveTo>
                <a:lnTo>
                  <a:pt x="31725" y="5812"/>
                </a:lnTo>
                <a:lnTo>
                  <a:pt x="31725" y="5377"/>
                </a:lnTo>
                <a:cubicBezTo>
                  <a:pt x="31523" y="5552"/>
                  <a:pt x="31313" y="5688"/>
                  <a:pt x="31094" y="5785"/>
                </a:cubicBezTo>
                <a:cubicBezTo>
                  <a:pt x="30875" y="5883"/>
                  <a:pt x="30637" y="5931"/>
                  <a:pt x="30381" y="5931"/>
                </a:cubicBezTo>
                <a:cubicBezTo>
                  <a:pt x="29882" y="5931"/>
                  <a:pt x="29487" y="5739"/>
                  <a:pt x="29195" y="5355"/>
                </a:cubicBezTo>
                <a:cubicBezTo>
                  <a:pt x="28902" y="4970"/>
                  <a:pt x="28756" y="4437"/>
                  <a:pt x="28756" y="3756"/>
                </a:cubicBezTo>
                <a:cubicBezTo>
                  <a:pt x="28756" y="3401"/>
                  <a:pt x="28806" y="3085"/>
                  <a:pt x="28907" y="2808"/>
                </a:cubicBezTo>
                <a:cubicBezTo>
                  <a:pt x="29008" y="2531"/>
                  <a:pt x="29144" y="2295"/>
                  <a:pt x="29316" y="2101"/>
                </a:cubicBezTo>
                <a:cubicBezTo>
                  <a:pt x="29485" y="1911"/>
                  <a:pt x="29683" y="1766"/>
                  <a:pt x="29908" y="1666"/>
                </a:cubicBezTo>
                <a:cubicBezTo>
                  <a:pt x="30133" y="1566"/>
                  <a:pt x="30367" y="1516"/>
                  <a:pt x="30608" y="1516"/>
                </a:cubicBezTo>
                <a:cubicBezTo>
                  <a:pt x="30827" y="1516"/>
                  <a:pt x="31022" y="1540"/>
                  <a:pt x="31191" y="1586"/>
                </a:cubicBezTo>
                <a:cubicBezTo>
                  <a:pt x="31360" y="1632"/>
                  <a:pt x="31538" y="1704"/>
                  <a:pt x="31725" y="1801"/>
                </a:cubicBezTo>
                <a:lnTo>
                  <a:pt x="31725" y="0"/>
                </a:lnTo>
                <a:lnTo>
                  <a:pt x="32427" y="0"/>
                </a:lnTo>
                <a:lnTo>
                  <a:pt x="32427" y="5812"/>
                </a:lnTo>
                <a:moveTo>
                  <a:pt x="31725" y="4785"/>
                </a:moveTo>
                <a:lnTo>
                  <a:pt x="31725" y="2390"/>
                </a:lnTo>
                <a:cubicBezTo>
                  <a:pt x="31536" y="2306"/>
                  <a:pt x="31367" y="2247"/>
                  <a:pt x="31217" y="2215"/>
                </a:cubicBezTo>
                <a:cubicBezTo>
                  <a:pt x="31068" y="2183"/>
                  <a:pt x="30905" y="2166"/>
                  <a:pt x="30728" y="2166"/>
                </a:cubicBezTo>
                <a:cubicBezTo>
                  <a:pt x="30334" y="2166"/>
                  <a:pt x="30028" y="2303"/>
                  <a:pt x="29809" y="2577"/>
                </a:cubicBezTo>
                <a:cubicBezTo>
                  <a:pt x="29590" y="2851"/>
                  <a:pt x="29480" y="3240"/>
                  <a:pt x="29480" y="3743"/>
                </a:cubicBezTo>
                <a:cubicBezTo>
                  <a:pt x="29480" y="4238"/>
                  <a:pt x="29565" y="4615"/>
                  <a:pt x="29734" y="4872"/>
                </a:cubicBezTo>
                <a:cubicBezTo>
                  <a:pt x="29904" y="5130"/>
                  <a:pt x="30175" y="5259"/>
                  <a:pt x="30549" y="5259"/>
                </a:cubicBezTo>
                <a:cubicBezTo>
                  <a:pt x="30748" y="5259"/>
                  <a:pt x="30949" y="5215"/>
                  <a:pt x="31154" y="5126"/>
                </a:cubicBezTo>
                <a:cubicBezTo>
                  <a:pt x="31358" y="5038"/>
                  <a:pt x="31548" y="4924"/>
                  <a:pt x="31725" y="4785"/>
                </a:cubicBezTo>
                <a:close/>
                <a:moveTo>
                  <a:pt x="37051" y="5812"/>
                </a:moveTo>
                <a:lnTo>
                  <a:pt x="36353" y="5812"/>
                </a:lnTo>
                <a:lnTo>
                  <a:pt x="36353" y="5370"/>
                </a:lnTo>
                <a:cubicBezTo>
                  <a:pt x="36291" y="5413"/>
                  <a:pt x="36207" y="5472"/>
                  <a:pt x="36101" y="5548"/>
                </a:cubicBezTo>
                <a:cubicBezTo>
                  <a:pt x="35995" y="5624"/>
                  <a:pt x="35892" y="5684"/>
                  <a:pt x="35793" y="5729"/>
                </a:cubicBezTo>
                <a:cubicBezTo>
                  <a:pt x="35676" y="5787"/>
                  <a:pt x="35541" y="5835"/>
                  <a:pt x="35389" y="5873"/>
                </a:cubicBezTo>
                <a:cubicBezTo>
                  <a:pt x="35237" y="5912"/>
                  <a:pt x="35059" y="5931"/>
                  <a:pt x="34855" y="5931"/>
                </a:cubicBezTo>
                <a:cubicBezTo>
                  <a:pt x="34479" y="5931"/>
                  <a:pt x="34160" y="5807"/>
                  <a:pt x="33899" y="5557"/>
                </a:cubicBezTo>
                <a:cubicBezTo>
                  <a:pt x="33637" y="5308"/>
                  <a:pt x="33507" y="4990"/>
                  <a:pt x="33507" y="4604"/>
                </a:cubicBezTo>
                <a:cubicBezTo>
                  <a:pt x="33507" y="4287"/>
                  <a:pt x="33575" y="4031"/>
                  <a:pt x="33710" y="3835"/>
                </a:cubicBezTo>
                <a:cubicBezTo>
                  <a:pt x="33846" y="3639"/>
                  <a:pt x="34040" y="3485"/>
                  <a:pt x="34291" y="3373"/>
                </a:cubicBezTo>
                <a:cubicBezTo>
                  <a:pt x="34545" y="3261"/>
                  <a:pt x="34850" y="3185"/>
                  <a:pt x="35206" y="3145"/>
                </a:cubicBezTo>
                <a:cubicBezTo>
                  <a:pt x="35562" y="3105"/>
                  <a:pt x="35945" y="3075"/>
                  <a:pt x="36353" y="3055"/>
                </a:cubicBezTo>
                <a:lnTo>
                  <a:pt x="36353" y="2946"/>
                </a:lnTo>
                <a:cubicBezTo>
                  <a:pt x="36353" y="2785"/>
                  <a:pt x="36325" y="2652"/>
                  <a:pt x="36269" y="2547"/>
                </a:cubicBezTo>
                <a:cubicBezTo>
                  <a:pt x="36213" y="2441"/>
                  <a:pt x="36133" y="2359"/>
                  <a:pt x="36028" y="2298"/>
                </a:cubicBezTo>
                <a:cubicBezTo>
                  <a:pt x="35928" y="2240"/>
                  <a:pt x="35809" y="2202"/>
                  <a:pt x="35669" y="2182"/>
                </a:cubicBezTo>
                <a:cubicBezTo>
                  <a:pt x="35530" y="2161"/>
                  <a:pt x="35384" y="2151"/>
                  <a:pt x="35232" y="2151"/>
                </a:cubicBezTo>
                <a:cubicBezTo>
                  <a:pt x="35048" y="2151"/>
                  <a:pt x="34843" y="2176"/>
                  <a:pt x="34616" y="2226"/>
                </a:cubicBezTo>
                <a:cubicBezTo>
                  <a:pt x="34389" y="2276"/>
                  <a:pt x="34155" y="2348"/>
                  <a:pt x="33914" y="2443"/>
                </a:cubicBezTo>
                <a:lnTo>
                  <a:pt x="33877" y="2443"/>
                </a:lnTo>
                <a:lnTo>
                  <a:pt x="33877" y="1729"/>
                </a:lnTo>
                <a:cubicBezTo>
                  <a:pt x="34013" y="1692"/>
                  <a:pt x="34211" y="1651"/>
                  <a:pt x="34470" y="1606"/>
                </a:cubicBezTo>
                <a:cubicBezTo>
                  <a:pt x="34729" y="1561"/>
                  <a:pt x="34985" y="1539"/>
                  <a:pt x="35236" y="1539"/>
                </a:cubicBezTo>
                <a:cubicBezTo>
                  <a:pt x="35530" y="1539"/>
                  <a:pt x="35786" y="1563"/>
                  <a:pt x="36004" y="1612"/>
                </a:cubicBezTo>
                <a:cubicBezTo>
                  <a:pt x="36222" y="1660"/>
                  <a:pt x="36410" y="1743"/>
                  <a:pt x="36570" y="1860"/>
                </a:cubicBezTo>
                <a:cubicBezTo>
                  <a:pt x="36726" y="1975"/>
                  <a:pt x="36846" y="2123"/>
                  <a:pt x="36928" y="2305"/>
                </a:cubicBezTo>
                <a:cubicBezTo>
                  <a:pt x="37010" y="2486"/>
                  <a:pt x="37051" y="2712"/>
                  <a:pt x="37051" y="2981"/>
                </a:cubicBezTo>
                <a:lnTo>
                  <a:pt x="37051" y="5812"/>
                </a:lnTo>
                <a:moveTo>
                  <a:pt x="36353" y="4790"/>
                </a:moveTo>
                <a:lnTo>
                  <a:pt x="36353" y="3623"/>
                </a:lnTo>
                <a:cubicBezTo>
                  <a:pt x="36139" y="3636"/>
                  <a:pt x="35887" y="3654"/>
                  <a:pt x="35597" y="3679"/>
                </a:cubicBezTo>
                <a:cubicBezTo>
                  <a:pt x="35306" y="3704"/>
                  <a:pt x="35077" y="3741"/>
                  <a:pt x="34907" y="3788"/>
                </a:cubicBezTo>
                <a:cubicBezTo>
                  <a:pt x="34706" y="3846"/>
                  <a:pt x="34543" y="3935"/>
                  <a:pt x="34418" y="4056"/>
                </a:cubicBezTo>
                <a:cubicBezTo>
                  <a:pt x="34294" y="4178"/>
                  <a:pt x="34231" y="4345"/>
                  <a:pt x="34231" y="4557"/>
                </a:cubicBezTo>
                <a:cubicBezTo>
                  <a:pt x="34231" y="4797"/>
                  <a:pt x="34304" y="4978"/>
                  <a:pt x="34448" y="5099"/>
                </a:cubicBezTo>
                <a:cubicBezTo>
                  <a:pt x="34592" y="5221"/>
                  <a:pt x="34813" y="5281"/>
                  <a:pt x="35109" y="5281"/>
                </a:cubicBezTo>
                <a:cubicBezTo>
                  <a:pt x="35356" y="5281"/>
                  <a:pt x="35581" y="5233"/>
                  <a:pt x="35785" y="5137"/>
                </a:cubicBezTo>
                <a:cubicBezTo>
                  <a:pt x="35989" y="5041"/>
                  <a:pt x="36179" y="4925"/>
                  <a:pt x="36353" y="4790"/>
                </a:cubicBezTo>
                <a:close/>
                <a:moveTo>
                  <a:pt x="41896" y="3795"/>
                </a:moveTo>
                <a:lnTo>
                  <a:pt x="38822" y="3795"/>
                </a:lnTo>
                <a:cubicBezTo>
                  <a:pt x="38822" y="4052"/>
                  <a:pt x="38860" y="4276"/>
                  <a:pt x="38937" y="4467"/>
                </a:cubicBezTo>
                <a:cubicBezTo>
                  <a:pt x="39015" y="4658"/>
                  <a:pt x="39121" y="4815"/>
                  <a:pt x="39255" y="4937"/>
                </a:cubicBezTo>
                <a:cubicBezTo>
                  <a:pt x="39384" y="5057"/>
                  <a:pt x="39538" y="5147"/>
                  <a:pt x="39716" y="5206"/>
                </a:cubicBezTo>
                <a:cubicBezTo>
                  <a:pt x="39894" y="5266"/>
                  <a:pt x="40090" y="5296"/>
                  <a:pt x="40305" y="5296"/>
                </a:cubicBezTo>
                <a:cubicBezTo>
                  <a:pt x="40588" y="5296"/>
                  <a:pt x="40874" y="5239"/>
                  <a:pt x="41162" y="5125"/>
                </a:cubicBezTo>
                <a:cubicBezTo>
                  <a:pt x="41449" y="5011"/>
                  <a:pt x="41654" y="4899"/>
                  <a:pt x="41776" y="4788"/>
                </a:cubicBezTo>
                <a:lnTo>
                  <a:pt x="41814" y="4788"/>
                </a:lnTo>
                <a:lnTo>
                  <a:pt x="41814" y="5557"/>
                </a:lnTo>
                <a:cubicBezTo>
                  <a:pt x="41577" y="5657"/>
                  <a:pt x="41335" y="5740"/>
                  <a:pt x="41089" y="5808"/>
                </a:cubicBezTo>
                <a:cubicBezTo>
                  <a:pt x="40842" y="5875"/>
                  <a:pt x="40583" y="5909"/>
                  <a:pt x="40312" y="5909"/>
                </a:cubicBezTo>
                <a:cubicBezTo>
                  <a:pt x="39620" y="5909"/>
                  <a:pt x="39079" y="5721"/>
                  <a:pt x="38691" y="5346"/>
                </a:cubicBezTo>
                <a:cubicBezTo>
                  <a:pt x="38303" y="4970"/>
                  <a:pt x="38108" y="4437"/>
                  <a:pt x="38108" y="3746"/>
                </a:cubicBezTo>
                <a:cubicBezTo>
                  <a:pt x="38108" y="3063"/>
                  <a:pt x="38294" y="2520"/>
                  <a:pt x="38667" y="2119"/>
                </a:cubicBezTo>
                <a:cubicBezTo>
                  <a:pt x="39039" y="1717"/>
                  <a:pt x="39529" y="1516"/>
                  <a:pt x="40136" y="1516"/>
                </a:cubicBezTo>
                <a:cubicBezTo>
                  <a:pt x="40699" y="1516"/>
                  <a:pt x="41133" y="1681"/>
                  <a:pt x="41438" y="2010"/>
                </a:cubicBezTo>
                <a:cubicBezTo>
                  <a:pt x="41743" y="2340"/>
                  <a:pt x="41896" y="2807"/>
                  <a:pt x="41896" y="3413"/>
                </a:cubicBezTo>
                <a:lnTo>
                  <a:pt x="41896" y="3795"/>
                </a:lnTo>
                <a:moveTo>
                  <a:pt x="41212" y="3257"/>
                </a:moveTo>
                <a:cubicBezTo>
                  <a:pt x="41210" y="2888"/>
                  <a:pt x="41117" y="2603"/>
                  <a:pt x="40934" y="2402"/>
                </a:cubicBezTo>
                <a:cubicBezTo>
                  <a:pt x="40751" y="2200"/>
                  <a:pt x="40473" y="2099"/>
                  <a:pt x="40099" y="2099"/>
                </a:cubicBezTo>
                <a:cubicBezTo>
                  <a:pt x="39723" y="2099"/>
                  <a:pt x="39424" y="2210"/>
                  <a:pt x="39201" y="2432"/>
                </a:cubicBezTo>
                <a:cubicBezTo>
                  <a:pt x="38978" y="2653"/>
                  <a:pt x="38852" y="2928"/>
                  <a:pt x="38822" y="3257"/>
                </a:cubicBezTo>
                <a:lnTo>
                  <a:pt x="41212" y="32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B0AC72-E4FA-4FF2-A404-21C806AB2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594668"/>
            <a:ext cx="43028" cy="31387"/>
          </a:xfrm>
          <a:custGeom xmlns:a="http://schemas.openxmlformats.org/drawingml/2006/main">
            <a:pathLst>
              <a:path w="43028" h="31387">
                <a:moveTo>
                  <a:pt x="0" y="0"/>
                </a:moveTo>
                <a:lnTo>
                  <a:pt x="43028" y="0"/>
                </a:lnTo>
                <a:lnTo>
                  <a:pt x="43028" y="31387"/>
                </a:lnTo>
                <a:lnTo>
                  <a:pt x="0" y="313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A2EC61-9F00-4D21-8BEC-203B46C9B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4753" y="1594671"/>
            <a:ext cx="43028" cy="31385"/>
          </a:xfrm>
          <a:custGeom xmlns:a="http://schemas.openxmlformats.org/drawingml/2006/main">
            <a:pathLst>
              <a:path w="43028" h="31385" fill="none">
                <a:moveTo>
                  <a:pt x="0" y="0"/>
                </a:moveTo>
                <a:lnTo>
                  <a:pt x="43028" y="0"/>
                </a:lnTo>
                <a:lnTo>
                  <a:pt x="43028" y="31385"/>
                </a:lnTo>
                <a:lnTo>
                  <a:pt x="0" y="313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67" name="Text Scatopsidae">
            <a:extLst xmlns:a="http://schemas.openxmlformats.org/drawingml/2006/main">
              <a:ext uri="{FF2B5EF4-FFF2-40B4-BE49-F238E27FC236}">
                <a16:creationId xmlns:a16="http://schemas.microsoft.com/office/drawing/2014/main" id="{4811C4A3-F0FC-4AEF-BEF7-398C3051B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7714" y="1596433"/>
            <a:ext cx="41801" cy="6774"/>
          </a:xfrm>
          <a:custGeom xmlns:a="http://schemas.openxmlformats.org/drawingml/2006/main">
            <a:pathLst>
              <a:path w="41801" h="6774">
                <a:moveTo>
                  <a:pt x="3952" y="3896"/>
                </a:moveTo>
                <a:cubicBezTo>
                  <a:pt x="3952" y="4095"/>
                  <a:pt x="3905" y="4293"/>
                  <a:pt x="3812" y="4488"/>
                </a:cubicBezTo>
                <a:cubicBezTo>
                  <a:pt x="3719" y="4683"/>
                  <a:pt x="3589" y="4848"/>
                  <a:pt x="3421" y="4984"/>
                </a:cubicBezTo>
                <a:cubicBezTo>
                  <a:pt x="3238" y="5131"/>
                  <a:pt x="3024" y="5246"/>
                  <a:pt x="2780" y="5328"/>
                </a:cubicBezTo>
                <a:cubicBezTo>
                  <a:pt x="2535" y="5411"/>
                  <a:pt x="2241" y="5452"/>
                  <a:pt x="1897" y="5452"/>
                </a:cubicBezTo>
                <a:cubicBezTo>
                  <a:pt x="1527" y="5452"/>
                  <a:pt x="1195" y="5418"/>
                  <a:pt x="900" y="5349"/>
                </a:cubicBezTo>
                <a:cubicBezTo>
                  <a:pt x="605" y="5280"/>
                  <a:pt x="305" y="5177"/>
                  <a:pt x="0" y="5042"/>
                </a:cubicBezTo>
                <a:lnTo>
                  <a:pt x="0" y="4186"/>
                </a:lnTo>
                <a:lnTo>
                  <a:pt x="48" y="4186"/>
                </a:lnTo>
                <a:cubicBezTo>
                  <a:pt x="307" y="4401"/>
                  <a:pt x="607" y="4568"/>
                  <a:pt x="947" y="4685"/>
                </a:cubicBezTo>
                <a:cubicBezTo>
                  <a:pt x="1286" y="4802"/>
                  <a:pt x="1605" y="4860"/>
                  <a:pt x="1903" y="4860"/>
                </a:cubicBezTo>
                <a:cubicBezTo>
                  <a:pt x="2326" y="4860"/>
                  <a:pt x="2654" y="4781"/>
                  <a:pt x="2890" y="4624"/>
                </a:cubicBezTo>
                <a:cubicBezTo>
                  <a:pt x="3125" y="4466"/>
                  <a:pt x="3242" y="4255"/>
                  <a:pt x="3242" y="3992"/>
                </a:cubicBezTo>
                <a:cubicBezTo>
                  <a:pt x="3242" y="3765"/>
                  <a:pt x="3187" y="3597"/>
                  <a:pt x="3076" y="3489"/>
                </a:cubicBezTo>
                <a:cubicBezTo>
                  <a:pt x="2964" y="3381"/>
                  <a:pt x="2795" y="3297"/>
                  <a:pt x="2568" y="3238"/>
                </a:cubicBezTo>
                <a:cubicBezTo>
                  <a:pt x="2396" y="3192"/>
                  <a:pt x="2209" y="3154"/>
                  <a:pt x="2008" y="3124"/>
                </a:cubicBezTo>
                <a:cubicBezTo>
                  <a:pt x="1808" y="3094"/>
                  <a:pt x="1595" y="3056"/>
                  <a:pt x="1370" y="3010"/>
                </a:cubicBezTo>
                <a:cubicBezTo>
                  <a:pt x="916" y="2914"/>
                  <a:pt x="579" y="2749"/>
                  <a:pt x="360" y="2516"/>
                </a:cubicBezTo>
                <a:cubicBezTo>
                  <a:pt x="141" y="2283"/>
                  <a:pt x="31" y="1979"/>
                  <a:pt x="31" y="1605"/>
                </a:cubicBezTo>
                <a:cubicBezTo>
                  <a:pt x="31" y="1176"/>
                  <a:pt x="212" y="824"/>
                  <a:pt x="575" y="549"/>
                </a:cubicBezTo>
                <a:cubicBezTo>
                  <a:pt x="937" y="275"/>
                  <a:pt x="1398" y="138"/>
                  <a:pt x="1955" y="138"/>
                </a:cubicBezTo>
                <a:cubicBezTo>
                  <a:pt x="2315" y="138"/>
                  <a:pt x="2646" y="172"/>
                  <a:pt x="2946" y="241"/>
                </a:cubicBezTo>
                <a:cubicBezTo>
                  <a:pt x="3247" y="310"/>
                  <a:pt x="3513" y="395"/>
                  <a:pt x="3745" y="496"/>
                </a:cubicBezTo>
                <a:lnTo>
                  <a:pt x="3745" y="1301"/>
                </a:lnTo>
                <a:lnTo>
                  <a:pt x="3697" y="1301"/>
                </a:lnTo>
                <a:cubicBezTo>
                  <a:pt x="3502" y="1137"/>
                  <a:pt x="3245" y="1001"/>
                  <a:pt x="2928" y="892"/>
                </a:cubicBezTo>
                <a:cubicBezTo>
                  <a:pt x="2610" y="784"/>
                  <a:pt x="2284" y="730"/>
                  <a:pt x="1952" y="730"/>
                </a:cubicBezTo>
                <a:cubicBezTo>
                  <a:pt x="1587" y="730"/>
                  <a:pt x="1294" y="805"/>
                  <a:pt x="1072" y="956"/>
                </a:cubicBezTo>
                <a:cubicBezTo>
                  <a:pt x="851" y="1107"/>
                  <a:pt x="740" y="1302"/>
                  <a:pt x="740" y="1539"/>
                </a:cubicBezTo>
                <a:cubicBezTo>
                  <a:pt x="740" y="1753"/>
                  <a:pt x="795" y="1921"/>
                  <a:pt x="905" y="2042"/>
                </a:cubicBezTo>
                <a:cubicBezTo>
                  <a:pt x="1015" y="2164"/>
                  <a:pt x="1209" y="2257"/>
                  <a:pt x="1487" y="2321"/>
                </a:cubicBezTo>
                <a:cubicBezTo>
                  <a:pt x="1634" y="2354"/>
                  <a:pt x="1843" y="2393"/>
                  <a:pt x="2113" y="2439"/>
                </a:cubicBezTo>
                <a:cubicBezTo>
                  <a:pt x="2384" y="2484"/>
                  <a:pt x="2614" y="2532"/>
                  <a:pt x="2802" y="2580"/>
                </a:cubicBezTo>
                <a:cubicBezTo>
                  <a:pt x="3183" y="2681"/>
                  <a:pt x="3470" y="2834"/>
                  <a:pt x="3662" y="3038"/>
                </a:cubicBezTo>
                <a:cubicBezTo>
                  <a:pt x="3855" y="3242"/>
                  <a:pt x="3952" y="3528"/>
                  <a:pt x="3952" y="3896"/>
                </a:cubicBezTo>
                <a:close/>
                <a:moveTo>
                  <a:pt x="7838" y="5118"/>
                </a:moveTo>
                <a:cubicBezTo>
                  <a:pt x="7622" y="5222"/>
                  <a:pt x="7417" y="5302"/>
                  <a:pt x="7223" y="5359"/>
                </a:cubicBezTo>
                <a:cubicBezTo>
                  <a:pt x="7029" y="5417"/>
                  <a:pt x="6823" y="5445"/>
                  <a:pt x="6605" y="5445"/>
                </a:cubicBezTo>
                <a:cubicBezTo>
                  <a:pt x="6328" y="5445"/>
                  <a:pt x="6073" y="5405"/>
                  <a:pt x="5841" y="5323"/>
                </a:cubicBezTo>
                <a:cubicBezTo>
                  <a:pt x="5609" y="5241"/>
                  <a:pt x="5411" y="5118"/>
                  <a:pt x="5246" y="4952"/>
                </a:cubicBezTo>
                <a:cubicBezTo>
                  <a:pt x="5078" y="4787"/>
                  <a:pt x="4949" y="4578"/>
                  <a:pt x="4857" y="4325"/>
                </a:cubicBezTo>
                <a:cubicBezTo>
                  <a:pt x="4765" y="4072"/>
                  <a:pt x="4719" y="3777"/>
                  <a:pt x="4719" y="3439"/>
                </a:cubicBezTo>
                <a:cubicBezTo>
                  <a:pt x="4719" y="2809"/>
                  <a:pt x="4892" y="2315"/>
                  <a:pt x="5237" y="1956"/>
                </a:cubicBezTo>
                <a:cubicBezTo>
                  <a:pt x="5582" y="1597"/>
                  <a:pt x="6039" y="1418"/>
                  <a:pt x="6605" y="1418"/>
                </a:cubicBezTo>
                <a:cubicBezTo>
                  <a:pt x="6826" y="1418"/>
                  <a:pt x="7042" y="1449"/>
                  <a:pt x="7254" y="1511"/>
                </a:cubicBezTo>
                <a:cubicBezTo>
                  <a:pt x="7466" y="1573"/>
                  <a:pt x="7661" y="1649"/>
                  <a:pt x="7838" y="1738"/>
                </a:cubicBezTo>
                <a:lnTo>
                  <a:pt x="7838" y="2458"/>
                </a:lnTo>
                <a:lnTo>
                  <a:pt x="7803" y="2458"/>
                </a:lnTo>
                <a:cubicBezTo>
                  <a:pt x="7606" y="2305"/>
                  <a:pt x="7402" y="2188"/>
                  <a:pt x="7192" y="2106"/>
                </a:cubicBezTo>
                <a:cubicBezTo>
                  <a:pt x="6982" y="2024"/>
                  <a:pt x="6777" y="1983"/>
                  <a:pt x="6578" y="1983"/>
                </a:cubicBezTo>
                <a:cubicBezTo>
                  <a:pt x="6211" y="1983"/>
                  <a:pt x="5921" y="2106"/>
                  <a:pt x="5709" y="2353"/>
                </a:cubicBezTo>
                <a:cubicBezTo>
                  <a:pt x="5496" y="2599"/>
                  <a:pt x="5390" y="2961"/>
                  <a:pt x="5390" y="3439"/>
                </a:cubicBezTo>
                <a:cubicBezTo>
                  <a:pt x="5390" y="3902"/>
                  <a:pt x="5494" y="4258"/>
                  <a:pt x="5702" y="4507"/>
                </a:cubicBezTo>
                <a:cubicBezTo>
                  <a:pt x="5909" y="4756"/>
                  <a:pt x="6202" y="4881"/>
                  <a:pt x="6578" y="4881"/>
                </a:cubicBezTo>
                <a:cubicBezTo>
                  <a:pt x="6709" y="4881"/>
                  <a:pt x="6842" y="4864"/>
                  <a:pt x="6977" y="4830"/>
                </a:cubicBezTo>
                <a:cubicBezTo>
                  <a:pt x="7113" y="4796"/>
                  <a:pt x="7234" y="4751"/>
                  <a:pt x="7342" y="4696"/>
                </a:cubicBezTo>
                <a:cubicBezTo>
                  <a:pt x="7436" y="4649"/>
                  <a:pt x="7524" y="4598"/>
                  <a:pt x="7607" y="4544"/>
                </a:cubicBezTo>
                <a:cubicBezTo>
                  <a:pt x="7690" y="4491"/>
                  <a:pt x="7755" y="4445"/>
                  <a:pt x="7803" y="4406"/>
                </a:cubicBezTo>
                <a:lnTo>
                  <a:pt x="7838" y="4406"/>
                </a:lnTo>
                <a:lnTo>
                  <a:pt x="7838" y="5118"/>
                </a:lnTo>
                <a:close/>
                <a:moveTo>
                  <a:pt x="11655" y="5356"/>
                </a:moveTo>
                <a:lnTo>
                  <a:pt x="11011" y="5356"/>
                </a:lnTo>
                <a:lnTo>
                  <a:pt x="11011" y="4949"/>
                </a:lnTo>
                <a:cubicBezTo>
                  <a:pt x="10954" y="4988"/>
                  <a:pt x="10876" y="5043"/>
                  <a:pt x="10779" y="5113"/>
                </a:cubicBezTo>
                <a:cubicBezTo>
                  <a:pt x="10681" y="5183"/>
                  <a:pt x="10587" y="5239"/>
                  <a:pt x="10495" y="5280"/>
                </a:cubicBezTo>
                <a:cubicBezTo>
                  <a:pt x="10387" y="5333"/>
                  <a:pt x="10263" y="5377"/>
                  <a:pt x="10123" y="5413"/>
                </a:cubicBezTo>
                <a:cubicBezTo>
                  <a:pt x="9983" y="5448"/>
                  <a:pt x="9819" y="5466"/>
                  <a:pt x="9631" y="5466"/>
                </a:cubicBezTo>
                <a:cubicBezTo>
                  <a:pt x="9284" y="5466"/>
                  <a:pt x="8991" y="5351"/>
                  <a:pt x="8750" y="5121"/>
                </a:cubicBezTo>
                <a:cubicBezTo>
                  <a:pt x="8509" y="4892"/>
                  <a:pt x="8388" y="4599"/>
                  <a:pt x="8388" y="4243"/>
                </a:cubicBezTo>
                <a:cubicBezTo>
                  <a:pt x="8388" y="3951"/>
                  <a:pt x="8451" y="3715"/>
                  <a:pt x="8576" y="3534"/>
                </a:cubicBezTo>
                <a:cubicBezTo>
                  <a:pt x="8701" y="3354"/>
                  <a:pt x="8879" y="3212"/>
                  <a:pt x="9111" y="3109"/>
                </a:cubicBezTo>
                <a:cubicBezTo>
                  <a:pt x="9345" y="3005"/>
                  <a:pt x="9626" y="2935"/>
                  <a:pt x="9955" y="2898"/>
                </a:cubicBezTo>
                <a:cubicBezTo>
                  <a:pt x="10283" y="2862"/>
                  <a:pt x="10635" y="2834"/>
                  <a:pt x="11011" y="2816"/>
                </a:cubicBezTo>
                <a:lnTo>
                  <a:pt x="11011" y="2715"/>
                </a:lnTo>
                <a:cubicBezTo>
                  <a:pt x="11011" y="2567"/>
                  <a:pt x="10985" y="2444"/>
                  <a:pt x="10934" y="2347"/>
                </a:cubicBezTo>
                <a:cubicBezTo>
                  <a:pt x="10882" y="2250"/>
                  <a:pt x="10808" y="2174"/>
                  <a:pt x="10712" y="2118"/>
                </a:cubicBezTo>
                <a:cubicBezTo>
                  <a:pt x="10620" y="2065"/>
                  <a:pt x="10510" y="2029"/>
                  <a:pt x="10381" y="2010"/>
                </a:cubicBezTo>
                <a:cubicBezTo>
                  <a:pt x="10253" y="1992"/>
                  <a:pt x="10119" y="1983"/>
                  <a:pt x="9979" y="1983"/>
                </a:cubicBezTo>
                <a:cubicBezTo>
                  <a:pt x="9809" y="1983"/>
                  <a:pt x="9620" y="2006"/>
                  <a:pt x="9411" y="2052"/>
                </a:cubicBezTo>
                <a:cubicBezTo>
                  <a:pt x="9202" y="2098"/>
                  <a:pt x="8986" y="2164"/>
                  <a:pt x="8764" y="2251"/>
                </a:cubicBezTo>
                <a:lnTo>
                  <a:pt x="8729" y="2251"/>
                </a:lnTo>
                <a:lnTo>
                  <a:pt x="8729" y="1594"/>
                </a:lnTo>
                <a:cubicBezTo>
                  <a:pt x="8855" y="1559"/>
                  <a:pt x="9038" y="1521"/>
                  <a:pt x="9276" y="1480"/>
                </a:cubicBezTo>
                <a:cubicBezTo>
                  <a:pt x="9515" y="1439"/>
                  <a:pt x="9750" y="1418"/>
                  <a:pt x="9982" y="1418"/>
                </a:cubicBezTo>
                <a:cubicBezTo>
                  <a:pt x="10253" y="1418"/>
                  <a:pt x="10489" y="1441"/>
                  <a:pt x="10689" y="1485"/>
                </a:cubicBezTo>
                <a:cubicBezTo>
                  <a:pt x="10890" y="1530"/>
                  <a:pt x="11064" y="1606"/>
                  <a:pt x="11211" y="1714"/>
                </a:cubicBezTo>
                <a:cubicBezTo>
                  <a:pt x="11356" y="1820"/>
                  <a:pt x="11466" y="1956"/>
                  <a:pt x="11541" y="2124"/>
                </a:cubicBezTo>
                <a:cubicBezTo>
                  <a:pt x="11617" y="2291"/>
                  <a:pt x="11655" y="2499"/>
                  <a:pt x="11655" y="2747"/>
                </a:cubicBezTo>
                <a:lnTo>
                  <a:pt x="11655" y="5356"/>
                </a:lnTo>
                <a:moveTo>
                  <a:pt x="11011" y="4414"/>
                </a:moveTo>
                <a:lnTo>
                  <a:pt x="11011" y="3339"/>
                </a:lnTo>
                <a:cubicBezTo>
                  <a:pt x="10814" y="3350"/>
                  <a:pt x="10582" y="3368"/>
                  <a:pt x="10314" y="3391"/>
                </a:cubicBezTo>
                <a:cubicBezTo>
                  <a:pt x="10047" y="3414"/>
                  <a:pt x="9835" y="3447"/>
                  <a:pt x="9679" y="3491"/>
                </a:cubicBezTo>
                <a:cubicBezTo>
                  <a:pt x="9493" y="3544"/>
                  <a:pt x="9343" y="3626"/>
                  <a:pt x="9228" y="3738"/>
                </a:cubicBezTo>
                <a:cubicBezTo>
                  <a:pt x="9114" y="3850"/>
                  <a:pt x="9056" y="4004"/>
                  <a:pt x="9056" y="4200"/>
                </a:cubicBezTo>
                <a:cubicBezTo>
                  <a:pt x="9056" y="4421"/>
                  <a:pt x="9123" y="4588"/>
                  <a:pt x="9256" y="4699"/>
                </a:cubicBezTo>
                <a:cubicBezTo>
                  <a:pt x="9389" y="4811"/>
                  <a:pt x="9592" y="4867"/>
                  <a:pt x="9865" y="4867"/>
                </a:cubicBezTo>
                <a:cubicBezTo>
                  <a:pt x="10092" y="4867"/>
                  <a:pt x="10300" y="4823"/>
                  <a:pt x="10488" y="4734"/>
                </a:cubicBezTo>
                <a:cubicBezTo>
                  <a:pt x="10676" y="4645"/>
                  <a:pt x="10851" y="4539"/>
                  <a:pt x="11011" y="4414"/>
                </a:cubicBezTo>
                <a:close/>
                <a:moveTo>
                  <a:pt x="14897" y="5322"/>
                </a:moveTo>
                <a:cubicBezTo>
                  <a:pt x="14776" y="5354"/>
                  <a:pt x="14643" y="5380"/>
                  <a:pt x="14500" y="5401"/>
                </a:cubicBezTo>
                <a:cubicBezTo>
                  <a:pt x="14356" y="5421"/>
                  <a:pt x="14229" y="5432"/>
                  <a:pt x="14116" y="5432"/>
                </a:cubicBezTo>
                <a:cubicBezTo>
                  <a:pt x="13724" y="5432"/>
                  <a:pt x="13425" y="5326"/>
                  <a:pt x="13221" y="5115"/>
                </a:cubicBezTo>
                <a:cubicBezTo>
                  <a:pt x="13017" y="4903"/>
                  <a:pt x="12915" y="4565"/>
                  <a:pt x="12915" y="4098"/>
                </a:cubicBezTo>
                <a:lnTo>
                  <a:pt x="12915" y="2052"/>
                </a:lnTo>
                <a:lnTo>
                  <a:pt x="12478" y="2052"/>
                </a:lnTo>
                <a:lnTo>
                  <a:pt x="12478" y="1508"/>
                </a:lnTo>
                <a:lnTo>
                  <a:pt x="12915" y="1508"/>
                </a:lnTo>
                <a:lnTo>
                  <a:pt x="12915" y="399"/>
                </a:lnTo>
                <a:lnTo>
                  <a:pt x="13562" y="399"/>
                </a:lnTo>
                <a:lnTo>
                  <a:pt x="13562" y="1508"/>
                </a:lnTo>
                <a:lnTo>
                  <a:pt x="14897" y="1508"/>
                </a:lnTo>
                <a:lnTo>
                  <a:pt x="14897" y="2052"/>
                </a:lnTo>
                <a:lnTo>
                  <a:pt x="13562" y="2052"/>
                </a:lnTo>
                <a:lnTo>
                  <a:pt x="13562" y="3808"/>
                </a:lnTo>
                <a:cubicBezTo>
                  <a:pt x="13562" y="4010"/>
                  <a:pt x="13566" y="4168"/>
                  <a:pt x="13576" y="4282"/>
                </a:cubicBezTo>
                <a:cubicBezTo>
                  <a:pt x="13585" y="4396"/>
                  <a:pt x="13617" y="4503"/>
                  <a:pt x="13672" y="4601"/>
                </a:cubicBezTo>
                <a:cubicBezTo>
                  <a:pt x="13723" y="4693"/>
                  <a:pt x="13792" y="4761"/>
                  <a:pt x="13880" y="4803"/>
                </a:cubicBezTo>
                <a:cubicBezTo>
                  <a:pt x="13969" y="4846"/>
                  <a:pt x="14103" y="4867"/>
                  <a:pt x="14285" y="4867"/>
                </a:cubicBezTo>
                <a:cubicBezTo>
                  <a:pt x="14390" y="4867"/>
                  <a:pt x="14500" y="4852"/>
                  <a:pt x="14615" y="4821"/>
                </a:cubicBezTo>
                <a:cubicBezTo>
                  <a:pt x="14730" y="4790"/>
                  <a:pt x="14813" y="4764"/>
                  <a:pt x="14863" y="4743"/>
                </a:cubicBezTo>
                <a:lnTo>
                  <a:pt x="14897" y="4743"/>
                </a:lnTo>
                <a:lnTo>
                  <a:pt x="14897" y="5322"/>
                </a:lnTo>
                <a:close/>
                <a:moveTo>
                  <a:pt x="18956" y="3434"/>
                </a:moveTo>
                <a:cubicBezTo>
                  <a:pt x="18956" y="4062"/>
                  <a:pt x="18795" y="4557"/>
                  <a:pt x="18474" y="4921"/>
                </a:cubicBezTo>
                <a:cubicBezTo>
                  <a:pt x="18152" y="5284"/>
                  <a:pt x="17722" y="5466"/>
                  <a:pt x="17183" y="5466"/>
                </a:cubicBezTo>
                <a:cubicBezTo>
                  <a:pt x="16639" y="5466"/>
                  <a:pt x="16207" y="5284"/>
                  <a:pt x="15887" y="4921"/>
                </a:cubicBezTo>
                <a:cubicBezTo>
                  <a:pt x="15567" y="4557"/>
                  <a:pt x="15407" y="4062"/>
                  <a:pt x="15407" y="3434"/>
                </a:cubicBezTo>
                <a:cubicBezTo>
                  <a:pt x="15407" y="2805"/>
                  <a:pt x="15567" y="2309"/>
                  <a:pt x="15887" y="1944"/>
                </a:cubicBezTo>
                <a:cubicBezTo>
                  <a:pt x="16207" y="1580"/>
                  <a:pt x="16639" y="1398"/>
                  <a:pt x="17183" y="1398"/>
                </a:cubicBezTo>
                <a:cubicBezTo>
                  <a:pt x="17722" y="1398"/>
                  <a:pt x="18152" y="1580"/>
                  <a:pt x="18474" y="1944"/>
                </a:cubicBezTo>
                <a:cubicBezTo>
                  <a:pt x="18795" y="2309"/>
                  <a:pt x="18956" y="2805"/>
                  <a:pt x="18956" y="3434"/>
                </a:cubicBezTo>
                <a:moveTo>
                  <a:pt x="18288" y="3434"/>
                </a:moveTo>
                <a:cubicBezTo>
                  <a:pt x="18288" y="2936"/>
                  <a:pt x="18190" y="2567"/>
                  <a:pt x="17995" y="2325"/>
                </a:cubicBezTo>
                <a:cubicBezTo>
                  <a:pt x="17800" y="2083"/>
                  <a:pt x="17529" y="1962"/>
                  <a:pt x="17183" y="1962"/>
                </a:cubicBezTo>
                <a:cubicBezTo>
                  <a:pt x="16832" y="1962"/>
                  <a:pt x="16559" y="2083"/>
                  <a:pt x="16365" y="2325"/>
                </a:cubicBezTo>
                <a:cubicBezTo>
                  <a:pt x="16171" y="2567"/>
                  <a:pt x="16075" y="2936"/>
                  <a:pt x="16075" y="3434"/>
                </a:cubicBezTo>
                <a:cubicBezTo>
                  <a:pt x="16075" y="3915"/>
                  <a:pt x="16172" y="4280"/>
                  <a:pt x="16367" y="4529"/>
                </a:cubicBezTo>
                <a:cubicBezTo>
                  <a:pt x="16562" y="4777"/>
                  <a:pt x="16834" y="4902"/>
                  <a:pt x="17183" y="4902"/>
                </a:cubicBezTo>
                <a:cubicBezTo>
                  <a:pt x="17527" y="4902"/>
                  <a:pt x="17797" y="4778"/>
                  <a:pt x="17993" y="4532"/>
                </a:cubicBezTo>
                <a:cubicBezTo>
                  <a:pt x="18190" y="4286"/>
                  <a:pt x="18288" y="3919"/>
                  <a:pt x="18288" y="3434"/>
                </a:cubicBezTo>
                <a:close/>
                <a:moveTo>
                  <a:pt x="23341" y="3384"/>
                </a:moveTo>
                <a:cubicBezTo>
                  <a:pt x="23341" y="3696"/>
                  <a:pt x="23296" y="3982"/>
                  <a:pt x="23207" y="4240"/>
                </a:cubicBezTo>
                <a:cubicBezTo>
                  <a:pt x="23117" y="4499"/>
                  <a:pt x="22991" y="4718"/>
                  <a:pt x="22828" y="4897"/>
                </a:cubicBezTo>
                <a:cubicBezTo>
                  <a:pt x="22676" y="5067"/>
                  <a:pt x="22498" y="5199"/>
                  <a:pt x="22293" y="5292"/>
                </a:cubicBezTo>
                <a:cubicBezTo>
                  <a:pt x="22087" y="5385"/>
                  <a:pt x="21870" y="5432"/>
                  <a:pt x="21640" y="5432"/>
                </a:cubicBezTo>
                <a:cubicBezTo>
                  <a:pt x="21441" y="5432"/>
                  <a:pt x="21260" y="5410"/>
                  <a:pt x="21098" y="5366"/>
                </a:cubicBezTo>
                <a:cubicBezTo>
                  <a:pt x="20936" y="5322"/>
                  <a:pt x="20772" y="5255"/>
                  <a:pt x="20604" y="5163"/>
                </a:cubicBezTo>
                <a:lnTo>
                  <a:pt x="20604" y="6774"/>
                </a:lnTo>
                <a:lnTo>
                  <a:pt x="19957" y="6774"/>
                </a:lnTo>
                <a:lnTo>
                  <a:pt x="19957" y="1508"/>
                </a:lnTo>
                <a:lnTo>
                  <a:pt x="20604" y="1508"/>
                </a:lnTo>
                <a:lnTo>
                  <a:pt x="20604" y="1908"/>
                </a:lnTo>
                <a:cubicBezTo>
                  <a:pt x="20776" y="1763"/>
                  <a:pt x="20970" y="1642"/>
                  <a:pt x="21184" y="1544"/>
                </a:cubicBezTo>
                <a:cubicBezTo>
                  <a:pt x="21399" y="1446"/>
                  <a:pt x="21628" y="1398"/>
                  <a:pt x="21871" y="1398"/>
                </a:cubicBezTo>
                <a:cubicBezTo>
                  <a:pt x="22335" y="1398"/>
                  <a:pt x="22695" y="1573"/>
                  <a:pt x="22954" y="1923"/>
                </a:cubicBezTo>
                <a:cubicBezTo>
                  <a:pt x="23212" y="2274"/>
                  <a:pt x="23341" y="2761"/>
                  <a:pt x="23341" y="3384"/>
                </a:cubicBezTo>
                <a:moveTo>
                  <a:pt x="22673" y="3401"/>
                </a:moveTo>
                <a:cubicBezTo>
                  <a:pt x="22673" y="2937"/>
                  <a:pt x="22594" y="2591"/>
                  <a:pt x="22436" y="2361"/>
                </a:cubicBezTo>
                <a:cubicBezTo>
                  <a:pt x="22277" y="2132"/>
                  <a:pt x="22034" y="2017"/>
                  <a:pt x="21706" y="2017"/>
                </a:cubicBezTo>
                <a:cubicBezTo>
                  <a:pt x="21520" y="2017"/>
                  <a:pt x="21333" y="2057"/>
                  <a:pt x="21145" y="2138"/>
                </a:cubicBezTo>
                <a:cubicBezTo>
                  <a:pt x="20957" y="2218"/>
                  <a:pt x="20776" y="2323"/>
                  <a:pt x="20604" y="2454"/>
                </a:cubicBezTo>
                <a:lnTo>
                  <a:pt x="20604" y="4633"/>
                </a:lnTo>
                <a:cubicBezTo>
                  <a:pt x="20788" y="4716"/>
                  <a:pt x="20946" y="4772"/>
                  <a:pt x="21078" y="4802"/>
                </a:cubicBezTo>
                <a:cubicBezTo>
                  <a:pt x="21210" y="4832"/>
                  <a:pt x="21359" y="4847"/>
                  <a:pt x="21527" y="4847"/>
                </a:cubicBezTo>
                <a:cubicBezTo>
                  <a:pt x="21887" y="4847"/>
                  <a:pt x="22168" y="4725"/>
                  <a:pt x="22370" y="4482"/>
                </a:cubicBezTo>
                <a:cubicBezTo>
                  <a:pt x="22572" y="4238"/>
                  <a:pt x="22673" y="3878"/>
                  <a:pt x="22673" y="3401"/>
                </a:cubicBezTo>
                <a:close/>
                <a:moveTo>
                  <a:pt x="27096" y="4245"/>
                </a:moveTo>
                <a:cubicBezTo>
                  <a:pt x="27096" y="4596"/>
                  <a:pt x="26951" y="4884"/>
                  <a:pt x="26661" y="5108"/>
                </a:cubicBezTo>
                <a:cubicBezTo>
                  <a:pt x="26370" y="5333"/>
                  <a:pt x="25974" y="5445"/>
                  <a:pt x="25471" y="5445"/>
                </a:cubicBezTo>
                <a:cubicBezTo>
                  <a:pt x="25187" y="5445"/>
                  <a:pt x="24926" y="5411"/>
                  <a:pt x="24688" y="5344"/>
                </a:cubicBezTo>
                <a:cubicBezTo>
                  <a:pt x="24451" y="5276"/>
                  <a:pt x="24252" y="5201"/>
                  <a:pt x="24091" y="5121"/>
                </a:cubicBezTo>
                <a:lnTo>
                  <a:pt x="24091" y="4392"/>
                </a:lnTo>
                <a:lnTo>
                  <a:pt x="24126" y="4392"/>
                </a:lnTo>
                <a:cubicBezTo>
                  <a:pt x="24330" y="4548"/>
                  <a:pt x="24557" y="4672"/>
                  <a:pt x="24807" y="4764"/>
                </a:cubicBezTo>
                <a:cubicBezTo>
                  <a:pt x="25057" y="4856"/>
                  <a:pt x="25297" y="4902"/>
                  <a:pt x="25527" y="4902"/>
                </a:cubicBezTo>
                <a:cubicBezTo>
                  <a:pt x="25811" y="4902"/>
                  <a:pt x="26034" y="4856"/>
                  <a:pt x="26194" y="4763"/>
                </a:cubicBezTo>
                <a:cubicBezTo>
                  <a:pt x="26355" y="4671"/>
                  <a:pt x="26435" y="4526"/>
                  <a:pt x="26435" y="4328"/>
                </a:cubicBezTo>
                <a:cubicBezTo>
                  <a:pt x="26435" y="4176"/>
                  <a:pt x="26392" y="4062"/>
                  <a:pt x="26304" y="3984"/>
                </a:cubicBezTo>
                <a:cubicBezTo>
                  <a:pt x="26217" y="3906"/>
                  <a:pt x="26050" y="3839"/>
                  <a:pt x="25802" y="3784"/>
                </a:cubicBezTo>
                <a:cubicBezTo>
                  <a:pt x="25710" y="3764"/>
                  <a:pt x="25590" y="3740"/>
                  <a:pt x="25442" y="3712"/>
                </a:cubicBezTo>
                <a:cubicBezTo>
                  <a:pt x="25294" y="3685"/>
                  <a:pt x="25159" y="3655"/>
                  <a:pt x="25038" y="3623"/>
                </a:cubicBezTo>
                <a:cubicBezTo>
                  <a:pt x="24700" y="3533"/>
                  <a:pt x="24461" y="3402"/>
                  <a:pt x="24320" y="3229"/>
                </a:cubicBezTo>
                <a:cubicBezTo>
                  <a:pt x="24179" y="3056"/>
                  <a:pt x="24108" y="2843"/>
                  <a:pt x="24108" y="2591"/>
                </a:cubicBezTo>
                <a:cubicBezTo>
                  <a:pt x="24108" y="2433"/>
                  <a:pt x="24141" y="2284"/>
                  <a:pt x="24206" y="2144"/>
                </a:cubicBezTo>
                <a:cubicBezTo>
                  <a:pt x="24272" y="2004"/>
                  <a:pt x="24371" y="1879"/>
                  <a:pt x="24504" y="1769"/>
                </a:cubicBezTo>
                <a:cubicBezTo>
                  <a:pt x="24633" y="1661"/>
                  <a:pt x="24796" y="1576"/>
                  <a:pt x="24995" y="1513"/>
                </a:cubicBezTo>
                <a:cubicBezTo>
                  <a:pt x="25193" y="1450"/>
                  <a:pt x="25415" y="1418"/>
                  <a:pt x="25661" y="1418"/>
                </a:cubicBezTo>
                <a:cubicBezTo>
                  <a:pt x="25890" y="1418"/>
                  <a:pt x="26123" y="1446"/>
                  <a:pt x="26358" y="1502"/>
                </a:cubicBezTo>
                <a:cubicBezTo>
                  <a:pt x="26593" y="1558"/>
                  <a:pt x="26789" y="1626"/>
                  <a:pt x="26945" y="1706"/>
                </a:cubicBezTo>
                <a:lnTo>
                  <a:pt x="26945" y="2396"/>
                </a:lnTo>
                <a:lnTo>
                  <a:pt x="26910" y="2396"/>
                </a:lnTo>
                <a:cubicBezTo>
                  <a:pt x="26745" y="2274"/>
                  <a:pt x="26544" y="2171"/>
                  <a:pt x="26308" y="2088"/>
                </a:cubicBezTo>
                <a:cubicBezTo>
                  <a:pt x="26072" y="2004"/>
                  <a:pt x="25840" y="1962"/>
                  <a:pt x="25613" y="1962"/>
                </a:cubicBezTo>
                <a:cubicBezTo>
                  <a:pt x="25376" y="1962"/>
                  <a:pt x="25177" y="2008"/>
                  <a:pt x="25014" y="2099"/>
                </a:cubicBezTo>
                <a:cubicBezTo>
                  <a:pt x="24851" y="2190"/>
                  <a:pt x="24769" y="2325"/>
                  <a:pt x="24769" y="2505"/>
                </a:cubicBezTo>
                <a:cubicBezTo>
                  <a:pt x="24769" y="2663"/>
                  <a:pt x="24819" y="2782"/>
                  <a:pt x="24917" y="2863"/>
                </a:cubicBezTo>
                <a:cubicBezTo>
                  <a:pt x="25014" y="2943"/>
                  <a:pt x="25170" y="3008"/>
                  <a:pt x="25385" y="3059"/>
                </a:cubicBezTo>
                <a:cubicBezTo>
                  <a:pt x="25505" y="3086"/>
                  <a:pt x="25638" y="3114"/>
                  <a:pt x="25786" y="3141"/>
                </a:cubicBezTo>
                <a:cubicBezTo>
                  <a:pt x="25934" y="3169"/>
                  <a:pt x="26058" y="3194"/>
                  <a:pt x="26156" y="3217"/>
                </a:cubicBezTo>
                <a:cubicBezTo>
                  <a:pt x="26457" y="3286"/>
                  <a:pt x="26689" y="3404"/>
                  <a:pt x="26852" y="3571"/>
                </a:cubicBezTo>
                <a:cubicBezTo>
                  <a:pt x="27015" y="3741"/>
                  <a:pt x="27096" y="3965"/>
                  <a:pt x="27096" y="4245"/>
                </a:cubicBezTo>
                <a:close/>
                <a:moveTo>
                  <a:pt x="28717" y="867"/>
                </a:moveTo>
                <a:lnTo>
                  <a:pt x="27988" y="867"/>
                </a:lnTo>
                <a:lnTo>
                  <a:pt x="27988" y="193"/>
                </a:lnTo>
                <a:lnTo>
                  <a:pt x="28717" y="193"/>
                </a:lnTo>
                <a:lnTo>
                  <a:pt x="28717" y="867"/>
                </a:lnTo>
                <a:moveTo>
                  <a:pt x="28676" y="5356"/>
                </a:moveTo>
                <a:lnTo>
                  <a:pt x="28029" y="5356"/>
                </a:lnTo>
                <a:lnTo>
                  <a:pt x="28029" y="1508"/>
                </a:lnTo>
                <a:lnTo>
                  <a:pt x="28676" y="1508"/>
                </a:lnTo>
                <a:lnTo>
                  <a:pt x="28676" y="5356"/>
                </a:lnTo>
                <a:close/>
                <a:moveTo>
                  <a:pt x="33075" y="5356"/>
                </a:moveTo>
                <a:lnTo>
                  <a:pt x="32428" y="5356"/>
                </a:lnTo>
                <a:lnTo>
                  <a:pt x="32428" y="4955"/>
                </a:lnTo>
                <a:cubicBezTo>
                  <a:pt x="32242" y="5116"/>
                  <a:pt x="32048" y="5242"/>
                  <a:pt x="31846" y="5332"/>
                </a:cubicBezTo>
                <a:cubicBezTo>
                  <a:pt x="31644" y="5421"/>
                  <a:pt x="31425" y="5466"/>
                  <a:pt x="31189" y="5466"/>
                </a:cubicBezTo>
                <a:cubicBezTo>
                  <a:pt x="30730" y="5466"/>
                  <a:pt x="30365" y="5289"/>
                  <a:pt x="30096" y="4935"/>
                </a:cubicBezTo>
                <a:cubicBezTo>
                  <a:pt x="29826" y="4580"/>
                  <a:pt x="29691" y="4089"/>
                  <a:pt x="29691" y="3461"/>
                </a:cubicBezTo>
                <a:cubicBezTo>
                  <a:pt x="29691" y="3134"/>
                  <a:pt x="29738" y="2843"/>
                  <a:pt x="29831" y="2588"/>
                </a:cubicBezTo>
                <a:cubicBezTo>
                  <a:pt x="29924" y="2333"/>
                  <a:pt x="30049" y="2115"/>
                  <a:pt x="30208" y="1936"/>
                </a:cubicBezTo>
                <a:cubicBezTo>
                  <a:pt x="30364" y="1761"/>
                  <a:pt x="30546" y="1628"/>
                  <a:pt x="30753" y="1536"/>
                </a:cubicBezTo>
                <a:cubicBezTo>
                  <a:pt x="30961" y="1444"/>
                  <a:pt x="31176" y="1398"/>
                  <a:pt x="31399" y="1398"/>
                </a:cubicBezTo>
                <a:cubicBezTo>
                  <a:pt x="31601" y="1398"/>
                  <a:pt x="31780" y="1419"/>
                  <a:pt x="31936" y="1461"/>
                </a:cubicBezTo>
                <a:cubicBezTo>
                  <a:pt x="32092" y="1504"/>
                  <a:pt x="32256" y="1570"/>
                  <a:pt x="32428" y="1660"/>
                </a:cubicBezTo>
                <a:lnTo>
                  <a:pt x="32428" y="0"/>
                </a:lnTo>
                <a:lnTo>
                  <a:pt x="33075" y="0"/>
                </a:lnTo>
                <a:lnTo>
                  <a:pt x="33075" y="5356"/>
                </a:lnTo>
                <a:moveTo>
                  <a:pt x="32428" y="4409"/>
                </a:moveTo>
                <a:lnTo>
                  <a:pt x="32428" y="2203"/>
                </a:lnTo>
                <a:cubicBezTo>
                  <a:pt x="32253" y="2125"/>
                  <a:pt x="32097" y="2071"/>
                  <a:pt x="31960" y="2041"/>
                </a:cubicBezTo>
                <a:cubicBezTo>
                  <a:pt x="31822" y="2011"/>
                  <a:pt x="31672" y="1996"/>
                  <a:pt x="31509" y="1996"/>
                </a:cubicBezTo>
                <a:cubicBezTo>
                  <a:pt x="31146" y="1996"/>
                  <a:pt x="30864" y="2123"/>
                  <a:pt x="30662" y="2375"/>
                </a:cubicBezTo>
                <a:cubicBezTo>
                  <a:pt x="30460" y="2627"/>
                  <a:pt x="30359" y="2985"/>
                  <a:pt x="30359" y="3449"/>
                </a:cubicBezTo>
                <a:cubicBezTo>
                  <a:pt x="30359" y="3906"/>
                  <a:pt x="30437" y="4253"/>
                  <a:pt x="30593" y="4490"/>
                </a:cubicBezTo>
                <a:cubicBezTo>
                  <a:pt x="30749" y="4728"/>
                  <a:pt x="30999" y="4847"/>
                  <a:pt x="31344" y="4847"/>
                </a:cubicBezTo>
                <a:cubicBezTo>
                  <a:pt x="31527" y="4847"/>
                  <a:pt x="31713" y="4806"/>
                  <a:pt x="31901" y="4724"/>
                </a:cubicBezTo>
                <a:cubicBezTo>
                  <a:pt x="32089" y="4643"/>
                  <a:pt x="32265" y="4538"/>
                  <a:pt x="32428" y="4409"/>
                </a:cubicBezTo>
                <a:close/>
                <a:moveTo>
                  <a:pt x="37336" y="5356"/>
                </a:moveTo>
                <a:lnTo>
                  <a:pt x="36693" y="5356"/>
                </a:lnTo>
                <a:lnTo>
                  <a:pt x="36693" y="4949"/>
                </a:lnTo>
                <a:cubicBezTo>
                  <a:pt x="36635" y="4988"/>
                  <a:pt x="36558" y="5043"/>
                  <a:pt x="36460" y="5113"/>
                </a:cubicBezTo>
                <a:cubicBezTo>
                  <a:pt x="36363" y="5183"/>
                  <a:pt x="36268" y="5239"/>
                  <a:pt x="36176" y="5280"/>
                </a:cubicBezTo>
                <a:cubicBezTo>
                  <a:pt x="36069" y="5333"/>
                  <a:pt x="35945" y="5377"/>
                  <a:pt x="35805" y="5413"/>
                </a:cubicBezTo>
                <a:cubicBezTo>
                  <a:pt x="35665" y="5448"/>
                  <a:pt x="35501" y="5466"/>
                  <a:pt x="35312" y="5466"/>
                </a:cubicBezTo>
                <a:cubicBezTo>
                  <a:pt x="34966" y="5466"/>
                  <a:pt x="34672" y="5351"/>
                  <a:pt x="34431" y="5121"/>
                </a:cubicBezTo>
                <a:cubicBezTo>
                  <a:pt x="34190" y="4892"/>
                  <a:pt x="34070" y="4599"/>
                  <a:pt x="34070" y="4243"/>
                </a:cubicBezTo>
                <a:cubicBezTo>
                  <a:pt x="34070" y="3951"/>
                  <a:pt x="34132" y="3715"/>
                  <a:pt x="34257" y="3534"/>
                </a:cubicBezTo>
                <a:cubicBezTo>
                  <a:pt x="34382" y="3354"/>
                  <a:pt x="34561" y="3212"/>
                  <a:pt x="34793" y="3109"/>
                </a:cubicBezTo>
                <a:cubicBezTo>
                  <a:pt x="35027" y="3005"/>
                  <a:pt x="35308" y="2935"/>
                  <a:pt x="35636" y="2898"/>
                </a:cubicBezTo>
                <a:cubicBezTo>
                  <a:pt x="35964" y="2862"/>
                  <a:pt x="36316" y="2834"/>
                  <a:pt x="36693" y="2816"/>
                </a:cubicBezTo>
                <a:lnTo>
                  <a:pt x="36693" y="2715"/>
                </a:lnTo>
                <a:cubicBezTo>
                  <a:pt x="36693" y="2567"/>
                  <a:pt x="36667" y="2444"/>
                  <a:pt x="36615" y="2347"/>
                </a:cubicBezTo>
                <a:cubicBezTo>
                  <a:pt x="36564" y="2250"/>
                  <a:pt x="36490" y="2174"/>
                  <a:pt x="36393" y="2118"/>
                </a:cubicBezTo>
                <a:cubicBezTo>
                  <a:pt x="36301" y="2065"/>
                  <a:pt x="36191" y="2029"/>
                  <a:pt x="36063" y="2010"/>
                </a:cubicBezTo>
                <a:cubicBezTo>
                  <a:pt x="35934" y="1992"/>
                  <a:pt x="35800" y="1983"/>
                  <a:pt x="35660" y="1983"/>
                </a:cubicBezTo>
                <a:cubicBezTo>
                  <a:pt x="35490" y="1983"/>
                  <a:pt x="35301" y="2006"/>
                  <a:pt x="35092" y="2052"/>
                </a:cubicBezTo>
                <a:cubicBezTo>
                  <a:pt x="34883" y="2098"/>
                  <a:pt x="34668" y="2164"/>
                  <a:pt x="34445" y="2251"/>
                </a:cubicBezTo>
                <a:lnTo>
                  <a:pt x="34411" y="2251"/>
                </a:lnTo>
                <a:lnTo>
                  <a:pt x="34411" y="1594"/>
                </a:lnTo>
                <a:cubicBezTo>
                  <a:pt x="34537" y="1559"/>
                  <a:pt x="34719" y="1521"/>
                  <a:pt x="34958" y="1480"/>
                </a:cubicBezTo>
                <a:cubicBezTo>
                  <a:pt x="35197" y="1439"/>
                  <a:pt x="35432" y="1418"/>
                  <a:pt x="35663" y="1418"/>
                </a:cubicBezTo>
                <a:cubicBezTo>
                  <a:pt x="35934" y="1418"/>
                  <a:pt x="36170" y="1441"/>
                  <a:pt x="36371" y="1485"/>
                </a:cubicBezTo>
                <a:cubicBezTo>
                  <a:pt x="36572" y="1530"/>
                  <a:pt x="36745" y="1606"/>
                  <a:pt x="36892" y="1714"/>
                </a:cubicBezTo>
                <a:cubicBezTo>
                  <a:pt x="37037" y="1820"/>
                  <a:pt x="37147" y="1956"/>
                  <a:pt x="37223" y="2124"/>
                </a:cubicBezTo>
                <a:cubicBezTo>
                  <a:pt x="37298" y="2291"/>
                  <a:pt x="37336" y="2499"/>
                  <a:pt x="37336" y="2747"/>
                </a:cubicBezTo>
                <a:lnTo>
                  <a:pt x="37336" y="5356"/>
                </a:lnTo>
                <a:moveTo>
                  <a:pt x="36693" y="4414"/>
                </a:moveTo>
                <a:lnTo>
                  <a:pt x="36693" y="3339"/>
                </a:lnTo>
                <a:cubicBezTo>
                  <a:pt x="36495" y="3350"/>
                  <a:pt x="36263" y="3368"/>
                  <a:pt x="35996" y="3391"/>
                </a:cubicBezTo>
                <a:cubicBezTo>
                  <a:pt x="35728" y="3414"/>
                  <a:pt x="35517" y="3447"/>
                  <a:pt x="35361" y="3491"/>
                </a:cubicBezTo>
                <a:cubicBezTo>
                  <a:pt x="35175" y="3544"/>
                  <a:pt x="35024" y="3626"/>
                  <a:pt x="34910" y="3738"/>
                </a:cubicBezTo>
                <a:cubicBezTo>
                  <a:pt x="34795" y="3850"/>
                  <a:pt x="34738" y="4004"/>
                  <a:pt x="34738" y="4200"/>
                </a:cubicBezTo>
                <a:cubicBezTo>
                  <a:pt x="34738" y="4421"/>
                  <a:pt x="34804" y="4588"/>
                  <a:pt x="34937" y="4699"/>
                </a:cubicBezTo>
                <a:cubicBezTo>
                  <a:pt x="35070" y="4811"/>
                  <a:pt x="35273" y="4867"/>
                  <a:pt x="35546" y="4867"/>
                </a:cubicBezTo>
                <a:cubicBezTo>
                  <a:pt x="35774" y="4867"/>
                  <a:pt x="35981" y="4823"/>
                  <a:pt x="36169" y="4734"/>
                </a:cubicBezTo>
                <a:cubicBezTo>
                  <a:pt x="36358" y="4645"/>
                  <a:pt x="36532" y="4539"/>
                  <a:pt x="36693" y="4414"/>
                </a:cubicBezTo>
                <a:close/>
                <a:moveTo>
                  <a:pt x="41801" y="3497"/>
                </a:moveTo>
                <a:lnTo>
                  <a:pt x="38968" y="3497"/>
                </a:lnTo>
                <a:cubicBezTo>
                  <a:pt x="38968" y="3734"/>
                  <a:pt x="39003" y="3941"/>
                  <a:pt x="39075" y="4117"/>
                </a:cubicBezTo>
                <a:cubicBezTo>
                  <a:pt x="39146" y="4293"/>
                  <a:pt x="39243" y="4437"/>
                  <a:pt x="39367" y="4550"/>
                </a:cubicBezTo>
                <a:cubicBezTo>
                  <a:pt x="39486" y="4660"/>
                  <a:pt x="39628" y="4743"/>
                  <a:pt x="39792" y="4798"/>
                </a:cubicBezTo>
                <a:cubicBezTo>
                  <a:pt x="39956" y="4853"/>
                  <a:pt x="40137" y="4881"/>
                  <a:pt x="40334" y="4881"/>
                </a:cubicBezTo>
                <a:cubicBezTo>
                  <a:pt x="40596" y="4881"/>
                  <a:pt x="40859" y="4828"/>
                  <a:pt x="41124" y="4723"/>
                </a:cubicBezTo>
                <a:cubicBezTo>
                  <a:pt x="41389" y="4618"/>
                  <a:pt x="41578" y="4514"/>
                  <a:pt x="41691" y="4413"/>
                </a:cubicBezTo>
                <a:lnTo>
                  <a:pt x="41725" y="4413"/>
                </a:lnTo>
                <a:lnTo>
                  <a:pt x="41725" y="5121"/>
                </a:lnTo>
                <a:cubicBezTo>
                  <a:pt x="41507" y="5213"/>
                  <a:pt x="41284" y="5290"/>
                  <a:pt x="41057" y="5352"/>
                </a:cubicBezTo>
                <a:cubicBezTo>
                  <a:pt x="40830" y="5414"/>
                  <a:pt x="40591" y="5445"/>
                  <a:pt x="40341" y="5445"/>
                </a:cubicBezTo>
                <a:cubicBezTo>
                  <a:pt x="39703" y="5445"/>
                  <a:pt x="39205" y="5272"/>
                  <a:pt x="38847" y="4927"/>
                </a:cubicBezTo>
                <a:cubicBezTo>
                  <a:pt x="38489" y="4581"/>
                  <a:pt x="38310" y="4089"/>
                  <a:pt x="38310" y="3452"/>
                </a:cubicBezTo>
                <a:cubicBezTo>
                  <a:pt x="38310" y="2823"/>
                  <a:pt x="38482" y="2323"/>
                  <a:pt x="38825" y="1953"/>
                </a:cubicBezTo>
                <a:cubicBezTo>
                  <a:pt x="39168" y="1583"/>
                  <a:pt x="39620" y="1398"/>
                  <a:pt x="40179" y="1398"/>
                </a:cubicBezTo>
                <a:cubicBezTo>
                  <a:pt x="40698" y="1398"/>
                  <a:pt x="41098" y="1549"/>
                  <a:pt x="41379" y="1853"/>
                </a:cubicBezTo>
                <a:cubicBezTo>
                  <a:pt x="41660" y="2156"/>
                  <a:pt x="41801" y="2587"/>
                  <a:pt x="41801" y="3146"/>
                </a:cubicBezTo>
                <a:lnTo>
                  <a:pt x="41801" y="3497"/>
                </a:lnTo>
                <a:moveTo>
                  <a:pt x="41171" y="3002"/>
                </a:moveTo>
                <a:cubicBezTo>
                  <a:pt x="41169" y="2662"/>
                  <a:pt x="41083" y="2399"/>
                  <a:pt x="40914" y="2213"/>
                </a:cubicBezTo>
                <a:cubicBezTo>
                  <a:pt x="40746" y="2027"/>
                  <a:pt x="40489" y="1934"/>
                  <a:pt x="40145" y="1934"/>
                </a:cubicBezTo>
                <a:cubicBezTo>
                  <a:pt x="39799" y="1934"/>
                  <a:pt x="39523" y="2037"/>
                  <a:pt x="39317" y="2241"/>
                </a:cubicBezTo>
                <a:cubicBezTo>
                  <a:pt x="39112" y="2445"/>
                  <a:pt x="38995" y="2699"/>
                  <a:pt x="38968" y="3002"/>
                </a:cubicBezTo>
                <a:lnTo>
                  <a:pt x="41171" y="300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B07501-47BE-4475-A000-70113768F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81" y="1420623"/>
            <a:ext cx="33793" cy="39365"/>
          </a:xfrm>
          <a:custGeom xmlns:a="http://schemas.openxmlformats.org/drawingml/2006/main">
            <a:pathLst>
              <a:path w="33793" h="39365">
                <a:moveTo>
                  <a:pt x="0" y="0"/>
                </a:moveTo>
                <a:lnTo>
                  <a:pt x="33793" y="0"/>
                </a:lnTo>
                <a:lnTo>
                  <a:pt x="33793" y="39365"/>
                </a:lnTo>
                <a:lnTo>
                  <a:pt x="0" y="39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7C4642-1B08-4B65-8F87-A648E1CD8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80" y="1420627"/>
            <a:ext cx="33795" cy="39364"/>
          </a:xfrm>
          <a:custGeom xmlns:a="http://schemas.openxmlformats.org/drawingml/2006/main">
            <a:pathLst>
              <a:path w="33795" h="39364" fill="none">
                <a:moveTo>
                  <a:pt x="0" y="0"/>
                </a:moveTo>
                <a:lnTo>
                  <a:pt x="33795" y="0"/>
                </a:lnTo>
                <a:lnTo>
                  <a:pt x="33795" y="39364"/>
                </a:lnTo>
                <a:lnTo>
                  <a:pt x="0" y="393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70" name="Text unknown">
            <a:extLst xmlns:a="http://schemas.openxmlformats.org/drawingml/2006/main">
              <a:ext uri="{FF2B5EF4-FFF2-40B4-BE49-F238E27FC236}">
                <a16:creationId xmlns:a16="http://schemas.microsoft.com/office/drawing/2014/main" id="{AB3BF137-A602-46A7-B011-77DFA960C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419" y="1422412"/>
            <a:ext cx="32485" cy="5757"/>
          </a:xfrm>
          <a:custGeom xmlns:a="http://schemas.openxmlformats.org/drawingml/2006/main">
            <a:pathLst>
              <a:path w="32485" h="5757">
                <a:moveTo>
                  <a:pt x="3386" y="5641"/>
                </a:moveTo>
                <a:lnTo>
                  <a:pt x="2704" y="5641"/>
                </a:lnTo>
                <a:lnTo>
                  <a:pt x="2704" y="5194"/>
                </a:lnTo>
                <a:cubicBezTo>
                  <a:pt x="2475" y="5375"/>
                  <a:pt x="2255" y="5515"/>
                  <a:pt x="2045" y="5612"/>
                </a:cubicBezTo>
                <a:cubicBezTo>
                  <a:pt x="1834" y="5708"/>
                  <a:pt x="1602" y="5757"/>
                  <a:pt x="1349" y="5757"/>
                </a:cubicBezTo>
                <a:cubicBezTo>
                  <a:pt x="923" y="5757"/>
                  <a:pt x="592" y="5627"/>
                  <a:pt x="355" y="5366"/>
                </a:cubicBezTo>
                <a:cubicBezTo>
                  <a:pt x="118" y="5106"/>
                  <a:pt x="0" y="4724"/>
                  <a:pt x="0" y="4221"/>
                </a:cubicBezTo>
                <a:lnTo>
                  <a:pt x="0" y="1588"/>
                </a:lnTo>
                <a:lnTo>
                  <a:pt x="682" y="1588"/>
                </a:lnTo>
                <a:lnTo>
                  <a:pt x="682" y="3896"/>
                </a:lnTo>
                <a:cubicBezTo>
                  <a:pt x="682" y="4102"/>
                  <a:pt x="691" y="4278"/>
                  <a:pt x="711" y="4424"/>
                </a:cubicBezTo>
                <a:cubicBezTo>
                  <a:pt x="730" y="4570"/>
                  <a:pt x="771" y="4695"/>
                  <a:pt x="834" y="4799"/>
                </a:cubicBezTo>
                <a:cubicBezTo>
                  <a:pt x="899" y="4906"/>
                  <a:pt x="984" y="4983"/>
                  <a:pt x="1088" y="5032"/>
                </a:cubicBezTo>
                <a:cubicBezTo>
                  <a:pt x="1191" y="5080"/>
                  <a:pt x="1343" y="5104"/>
                  <a:pt x="1541" y="5104"/>
                </a:cubicBezTo>
                <a:cubicBezTo>
                  <a:pt x="1717" y="5104"/>
                  <a:pt x="1910" y="5058"/>
                  <a:pt x="2119" y="4966"/>
                </a:cubicBezTo>
                <a:cubicBezTo>
                  <a:pt x="2328" y="4874"/>
                  <a:pt x="2523" y="4757"/>
                  <a:pt x="2704" y="4614"/>
                </a:cubicBezTo>
                <a:lnTo>
                  <a:pt x="2704" y="1588"/>
                </a:lnTo>
                <a:lnTo>
                  <a:pt x="3386" y="1588"/>
                </a:lnTo>
                <a:lnTo>
                  <a:pt x="3386" y="5641"/>
                </a:lnTo>
                <a:close/>
                <a:moveTo>
                  <a:pt x="8113" y="5641"/>
                </a:moveTo>
                <a:lnTo>
                  <a:pt x="7432" y="5641"/>
                </a:lnTo>
                <a:lnTo>
                  <a:pt x="7432" y="3333"/>
                </a:lnTo>
                <a:cubicBezTo>
                  <a:pt x="7432" y="3146"/>
                  <a:pt x="7421" y="2972"/>
                  <a:pt x="7399" y="2808"/>
                </a:cubicBezTo>
                <a:cubicBezTo>
                  <a:pt x="7377" y="2645"/>
                  <a:pt x="7337" y="2518"/>
                  <a:pt x="7279" y="2426"/>
                </a:cubicBezTo>
                <a:cubicBezTo>
                  <a:pt x="7219" y="2324"/>
                  <a:pt x="7132" y="2248"/>
                  <a:pt x="7018" y="2199"/>
                </a:cubicBezTo>
                <a:cubicBezTo>
                  <a:pt x="6905" y="2149"/>
                  <a:pt x="6757" y="2124"/>
                  <a:pt x="6576" y="2124"/>
                </a:cubicBezTo>
                <a:cubicBezTo>
                  <a:pt x="6390" y="2124"/>
                  <a:pt x="6195" y="2170"/>
                  <a:pt x="5992" y="2262"/>
                </a:cubicBezTo>
                <a:cubicBezTo>
                  <a:pt x="5789" y="2354"/>
                  <a:pt x="5595" y="2472"/>
                  <a:pt x="5409" y="2614"/>
                </a:cubicBezTo>
                <a:lnTo>
                  <a:pt x="5409" y="5641"/>
                </a:lnTo>
                <a:lnTo>
                  <a:pt x="4727" y="5641"/>
                </a:lnTo>
                <a:lnTo>
                  <a:pt x="4727" y="1588"/>
                </a:lnTo>
                <a:lnTo>
                  <a:pt x="5409" y="1588"/>
                </a:lnTo>
                <a:lnTo>
                  <a:pt x="5409" y="2035"/>
                </a:lnTo>
                <a:cubicBezTo>
                  <a:pt x="5621" y="1858"/>
                  <a:pt x="5841" y="1720"/>
                  <a:pt x="6069" y="1621"/>
                </a:cubicBezTo>
                <a:cubicBezTo>
                  <a:pt x="6296" y="1521"/>
                  <a:pt x="6529" y="1472"/>
                  <a:pt x="6768" y="1472"/>
                </a:cubicBezTo>
                <a:cubicBezTo>
                  <a:pt x="7206" y="1472"/>
                  <a:pt x="7539" y="1604"/>
                  <a:pt x="7769" y="1868"/>
                </a:cubicBezTo>
                <a:cubicBezTo>
                  <a:pt x="7998" y="2132"/>
                  <a:pt x="8113" y="2512"/>
                  <a:pt x="8113" y="3008"/>
                </a:cubicBezTo>
                <a:lnTo>
                  <a:pt x="8113" y="5641"/>
                </a:lnTo>
                <a:close/>
                <a:moveTo>
                  <a:pt x="13101" y="5641"/>
                </a:moveTo>
                <a:lnTo>
                  <a:pt x="12202" y="5641"/>
                </a:lnTo>
                <a:lnTo>
                  <a:pt x="10578" y="3867"/>
                </a:lnTo>
                <a:lnTo>
                  <a:pt x="10136" y="4287"/>
                </a:lnTo>
                <a:lnTo>
                  <a:pt x="10136" y="5641"/>
                </a:lnTo>
                <a:lnTo>
                  <a:pt x="9454" y="5641"/>
                </a:lnTo>
                <a:lnTo>
                  <a:pt x="9454" y="0"/>
                </a:lnTo>
                <a:lnTo>
                  <a:pt x="10136" y="0"/>
                </a:lnTo>
                <a:lnTo>
                  <a:pt x="10136" y="3616"/>
                </a:lnTo>
                <a:lnTo>
                  <a:pt x="12104" y="1588"/>
                </a:lnTo>
                <a:lnTo>
                  <a:pt x="12964" y="1588"/>
                </a:lnTo>
                <a:lnTo>
                  <a:pt x="11082" y="3460"/>
                </a:lnTo>
                <a:lnTo>
                  <a:pt x="13101" y="5641"/>
                </a:lnTo>
                <a:close/>
                <a:moveTo>
                  <a:pt x="17205" y="5641"/>
                </a:moveTo>
                <a:lnTo>
                  <a:pt x="16524" y="5641"/>
                </a:lnTo>
                <a:lnTo>
                  <a:pt x="16524" y="3333"/>
                </a:lnTo>
                <a:cubicBezTo>
                  <a:pt x="16524" y="3146"/>
                  <a:pt x="16513" y="2972"/>
                  <a:pt x="16491" y="2808"/>
                </a:cubicBezTo>
                <a:cubicBezTo>
                  <a:pt x="16469" y="2645"/>
                  <a:pt x="16429" y="2518"/>
                  <a:pt x="16371" y="2426"/>
                </a:cubicBezTo>
                <a:cubicBezTo>
                  <a:pt x="16311" y="2324"/>
                  <a:pt x="16224" y="2248"/>
                  <a:pt x="16110" y="2199"/>
                </a:cubicBezTo>
                <a:cubicBezTo>
                  <a:pt x="15997" y="2149"/>
                  <a:pt x="15849" y="2124"/>
                  <a:pt x="15668" y="2124"/>
                </a:cubicBezTo>
                <a:cubicBezTo>
                  <a:pt x="15482" y="2124"/>
                  <a:pt x="15287" y="2170"/>
                  <a:pt x="15084" y="2262"/>
                </a:cubicBezTo>
                <a:cubicBezTo>
                  <a:pt x="14881" y="2354"/>
                  <a:pt x="14687" y="2472"/>
                  <a:pt x="14501" y="2614"/>
                </a:cubicBezTo>
                <a:lnTo>
                  <a:pt x="14501" y="5641"/>
                </a:lnTo>
                <a:lnTo>
                  <a:pt x="13819" y="5641"/>
                </a:lnTo>
                <a:lnTo>
                  <a:pt x="13819" y="1588"/>
                </a:lnTo>
                <a:lnTo>
                  <a:pt x="14501" y="1588"/>
                </a:lnTo>
                <a:lnTo>
                  <a:pt x="14501" y="2035"/>
                </a:lnTo>
                <a:cubicBezTo>
                  <a:pt x="14713" y="1858"/>
                  <a:pt x="14933" y="1720"/>
                  <a:pt x="15161" y="1621"/>
                </a:cubicBezTo>
                <a:cubicBezTo>
                  <a:pt x="15388" y="1521"/>
                  <a:pt x="15621" y="1472"/>
                  <a:pt x="15860" y="1472"/>
                </a:cubicBezTo>
                <a:cubicBezTo>
                  <a:pt x="16298" y="1472"/>
                  <a:pt x="16631" y="1604"/>
                  <a:pt x="16861" y="1868"/>
                </a:cubicBezTo>
                <a:cubicBezTo>
                  <a:pt x="17090" y="2132"/>
                  <a:pt x="17205" y="2512"/>
                  <a:pt x="17205" y="3008"/>
                </a:cubicBezTo>
                <a:lnTo>
                  <a:pt x="17205" y="5641"/>
                </a:lnTo>
                <a:close/>
                <a:moveTo>
                  <a:pt x="21969" y="3616"/>
                </a:moveTo>
                <a:cubicBezTo>
                  <a:pt x="21969" y="4278"/>
                  <a:pt x="21799" y="4800"/>
                  <a:pt x="21461" y="5183"/>
                </a:cubicBezTo>
                <a:cubicBezTo>
                  <a:pt x="21123" y="5565"/>
                  <a:pt x="20670" y="5757"/>
                  <a:pt x="20102" y="5757"/>
                </a:cubicBezTo>
                <a:cubicBezTo>
                  <a:pt x="19529" y="5757"/>
                  <a:pt x="19074" y="5565"/>
                  <a:pt x="18737" y="5183"/>
                </a:cubicBezTo>
                <a:cubicBezTo>
                  <a:pt x="18400" y="4800"/>
                  <a:pt x="18231" y="4278"/>
                  <a:pt x="18231" y="3616"/>
                </a:cubicBezTo>
                <a:cubicBezTo>
                  <a:pt x="18231" y="2955"/>
                  <a:pt x="18400" y="2432"/>
                  <a:pt x="18737" y="2048"/>
                </a:cubicBezTo>
                <a:cubicBezTo>
                  <a:pt x="19074" y="1664"/>
                  <a:pt x="19529" y="1472"/>
                  <a:pt x="20102" y="1472"/>
                </a:cubicBezTo>
                <a:cubicBezTo>
                  <a:pt x="20670" y="1472"/>
                  <a:pt x="21123" y="1664"/>
                  <a:pt x="21461" y="2048"/>
                </a:cubicBezTo>
                <a:cubicBezTo>
                  <a:pt x="21799" y="2432"/>
                  <a:pt x="21969" y="2955"/>
                  <a:pt x="21969" y="3616"/>
                </a:cubicBezTo>
                <a:moveTo>
                  <a:pt x="21265" y="3616"/>
                </a:moveTo>
                <a:cubicBezTo>
                  <a:pt x="21265" y="3092"/>
                  <a:pt x="21163" y="2703"/>
                  <a:pt x="20957" y="2448"/>
                </a:cubicBezTo>
                <a:cubicBezTo>
                  <a:pt x="20752" y="2194"/>
                  <a:pt x="20467" y="2066"/>
                  <a:pt x="20102" y="2066"/>
                </a:cubicBezTo>
                <a:cubicBezTo>
                  <a:pt x="19732" y="2066"/>
                  <a:pt x="19445" y="2194"/>
                  <a:pt x="19241" y="2448"/>
                </a:cubicBezTo>
                <a:cubicBezTo>
                  <a:pt x="19036" y="2703"/>
                  <a:pt x="18934" y="3092"/>
                  <a:pt x="18934" y="3616"/>
                </a:cubicBezTo>
                <a:cubicBezTo>
                  <a:pt x="18934" y="4123"/>
                  <a:pt x="19037" y="4508"/>
                  <a:pt x="19242" y="4769"/>
                </a:cubicBezTo>
                <a:cubicBezTo>
                  <a:pt x="19448" y="5031"/>
                  <a:pt x="19734" y="5162"/>
                  <a:pt x="20102" y="5162"/>
                </a:cubicBezTo>
                <a:cubicBezTo>
                  <a:pt x="20464" y="5162"/>
                  <a:pt x="20749" y="5033"/>
                  <a:pt x="20955" y="4773"/>
                </a:cubicBezTo>
                <a:cubicBezTo>
                  <a:pt x="21162" y="4514"/>
                  <a:pt x="21265" y="4128"/>
                  <a:pt x="21265" y="3616"/>
                </a:cubicBezTo>
                <a:close/>
                <a:moveTo>
                  <a:pt x="28117" y="1588"/>
                </a:moveTo>
                <a:lnTo>
                  <a:pt x="27062" y="5641"/>
                </a:lnTo>
                <a:lnTo>
                  <a:pt x="26431" y="5641"/>
                </a:lnTo>
                <a:lnTo>
                  <a:pt x="25391" y="2517"/>
                </a:lnTo>
                <a:lnTo>
                  <a:pt x="24358" y="5641"/>
                </a:lnTo>
                <a:lnTo>
                  <a:pt x="23731" y="5641"/>
                </a:lnTo>
                <a:lnTo>
                  <a:pt x="22665" y="1588"/>
                </a:lnTo>
                <a:lnTo>
                  <a:pt x="23375" y="1588"/>
                </a:lnTo>
                <a:lnTo>
                  <a:pt x="24118" y="4726"/>
                </a:lnTo>
                <a:lnTo>
                  <a:pt x="25130" y="1588"/>
                </a:lnTo>
                <a:lnTo>
                  <a:pt x="25692" y="1588"/>
                </a:lnTo>
                <a:lnTo>
                  <a:pt x="26729" y="4726"/>
                </a:lnTo>
                <a:lnTo>
                  <a:pt x="27432" y="1588"/>
                </a:lnTo>
                <a:lnTo>
                  <a:pt x="28117" y="1588"/>
                </a:lnTo>
                <a:close/>
                <a:moveTo>
                  <a:pt x="32485" y="5641"/>
                </a:moveTo>
                <a:lnTo>
                  <a:pt x="31804" y="5641"/>
                </a:lnTo>
                <a:lnTo>
                  <a:pt x="31804" y="3333"/>
                </a:lnTo>
                <a:cubicBezTo>
                  <a:pt x="31804" y="3146"/>
                  <a:pt x="31793" y="2972"/>
                  <a:pt x="31771" y="2808"/>
                </a:cubicBezTo>
                <a:cubicBezTo>
                  <a:pt x="31749" y="2645"/>
                  <a:pt x="31710" y="2518"/>
                  <a:pt x="31652" y="2426"/>
                </a:cubicBezTo>
                <a:cubicBezTo>
                  <a:pt x="31591" y="2324"/>
                  <a:pt x="31504" y="2248"/>
                  <a:pt x="31391" y="2199"/>
                </a:cubicBezTo>
                <a:cubicBezTo>
                  <a:pt x="31277" y="2149"/>
                  <a:pt x="31130" y="2124"/>
                  <a:pt x="30948" y="2124"/>
                </a:cubicBezTo>
                <a:cubicBezTo>
                  <a:pt x="30762" y="2124"/>
                  <a:pt x="30568" y="2170"/>
                  <a:pt x="30365" y="2262"/>
                </a:cubicBezTo>
                <a:cubicBezTo>
                  <a:pt x="30162" y="2354"/>
                  <a:pt x="29967" y="2472"/>
                  <a:pt x="29781" y="2614"/>
                </a:cubicBezTo>
                <a:lnTo>
                  <a:pt x="29781" y="5641"/>
                </a:lnTo>
                <a:lnTo>
                  <a:pt x="29099" y="5641"/>
                </a:lnTo>
                <a:lnTo>
                  <a:pt x="29099" y="1588"/>
                </a:lnTo>
                <a:lnTo>
                  <a:pt x="29781" y="1588"/>
                </a:lnTo>
                <a:lnTo>
                  <a:pt x="29781" y="2035"/>
                </a:lnTo>
                <a:cubicBezTo>
                  <a:pt x="29994" y="1858"/>
                  <a:pt x="30214" y="1720"/>
                  <a:pt x="30441" y="1621"/>
                </a:cubicBezTo>
                <a:cubicBezTo>
                  <a:pt x="30668" y="1521"/>
                  <a:pt x="30901" y="1472"/>
                  <a:pt x="31140" y="1472"/>
                </a:cubicBezTo>
                <a:cubicBezTo>
                  <a:pt x="31578" y="1472"/>
                  <a:pt x="31911" y="1604"/>
                  <a:pt x="32141" y="1868"/>
                </a:cubicBezTo>
                <a:cubicBezTo>
                  <a:pt x="32371" y="2132"/>
                  <a:pt x="32485" y="2512"/>
                  <a:pt x="32485" y="3008"/>
                </a:cubicBezTo>
                <a:lnTo>
                  <a:pt x="32485" y="564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1D0D37-EB52-4F9D-A883-07D4F7F1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574" y="1420623"/>
            <a:ext cx="32070" cy="39365"/>
          </a:xfrm>
          <a:custGeom xmlns:a="http://schemas.openxmlformats.org/drawingml/2006/main">
            <a:pathLst>
              <a:path w="32070" h="39365">
                <a:moveTo>
                  <a:pt x="0" y="0"/>
                </a:moveTo>
                <a:lnTo>
                  <a:pt x="32070" y="0"/>
                </a:lnTo>
                <a:lnTo>
                  <a:pt x="32070" y="39365"/>
                </a:lnTo>
                <a:lnTo>
                  <a:pt x="0" y="39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387AE0-2DA9-4FE6-A2DF-13CD7C08F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6573" y="1420627"/>
            <a:ext cx="32071" cy="39364"/>
          </a:xfrm>
          <a:custGeom xmlns:a="http://schemas.openxmlformats.org/drawingml/2006/main">
            <a:pathLst>
              <a:path w="32071" h="39364" fill="none">
                <a:moveTo>
                  <a:pt x="0" y="0"/>
                </a:moveTo>
                <a:lnTo>
                  <a:pt x="32071" y="0"/>
                </a:lnTo>
                <a:lnTo>
                  <a:pt x="32071" y="39364"/>
                </a:lnTo>
                <a:lnTo>
                  <a:pt x="0" y="393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73" name="Text Calliphoridae">
            <a:extLst xmlns:a="http://schemas.openxmlformats.org/drawingml/2006/main">
              <a:ext uri="{FF2B5EF4-FFF2-40B4-BE49-F238E27FC236}">
                <a16:creationId xmlns:a16="http://schemas.microsoft.com/office/drawing/2014/main" id="{81FD0606-9C9B-47CC-8EE2-708548679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9344" y="1421850"/>
            <a:ext cx="31199" cy="4684"/>
          </a:xfrm>
          <a:custGeom xmlns:a="http://schemas.openxmlformats.org/drawingml/2006/main">
            <a:pathLst>
              <a:path w="31199" h="4684">
                <a:moveTo>
                  <a:pt x="2940" y="3448"/>
                </a:moveTo>
                <a:cubicBezTo>
                  <a:pt x="2852" y="3486"/>
                  <a:pt x="2773" y="3522"/>
                  <a:pt x="2703" y="3555"/>
                </a:cubicBezTo>
                <a:cubicBezTo>
                  <a:pt x="2632" y="3589"/>
                  <a:pt x="2540" y="3624"/>
                  <a:pt x="2425" y="3660"/>
                </a:cubicBezTo>
                <a:cubicBezTo>
                  <a:pt x="2329" y="3691"/>
                  <a:pt x="2223" y="3717"/>
                  <a:pt x="2110" y="3738"/>
                </a:cubicBezTo>
                <a:cubicBezTo>
                  <a:pt x="1997" y="3759"/>
                  <a:pt x="1872" y="3770"/>
                  <a:pt x="1735" y="3770"/>
                </a:cubicBezTo>
                <a:cubicBezTo>
                  <a:pt x="1478" y="3770"/>
                  <a:pt x="1244" y="3734"/>
                  <a:pt x="1034" y="3662"/>
                </a:cubicBezTo>
                <a:cubicBezTo>
                  <a:pt x="824" y="3590"/>
                  <a:pt x="641" y="3476"/>
                  <a:pt x="486" y="3322"/>
                </a:cubicBezTo>
                <a:cubicBezTo>
                  <a:pt x="333" y="3172"/>
                  <a:pt x="214" y="2980"/>
                  <a:pt x="129" y="2747"/>
                </a:cubicBezTo>
                <a:cubicBezTo>
                  <a:pt x="43" y="2515"/>
                  <a:pt x="0" y="2244"/>
                  <a:pt x="0" y="1936"/>
                </a:cubicBezTo>
                <a:cubicBezTo>
                  <a:pt x="0" y="1644"/>
                  <a:pt x="41" y="1383"/>
                  <a:pt x="124" y="1153"/>
                </a:cubicBezTo>
                <a:cubicBezTo>
                  <a:pt x="206" y="922"/>
                  <a:pt x="325" y="728"/>
                  <a:pt x="481" y="569"/>
                </a:cubicBezTo>
                <a:cubicBezTo>
                  <a:pt x="632" y="415"/>
                  <a:pt x="814" y="298"/>
                  <a:pt x="1027" y="217"/>
                </a:cubicBezTo>
                <a:cubicBezTo>
                  <a:pt x="1240" y="136"/>
                  <a:pt x="1477" y="95"/>
                  <a:pt x="1738" y="95"/>
                </a:cubicBezTo>
                <a:cubicBezTo>
                  <a:pt x="1928" y="95"/>
                  <a:pt x="2118" y="118"/>
                  <a:pt x="2308" y="164"/>
                </a:cubicBezTo>
                <a:cubicBezTo>
                  <a:pt x="2497" y="210"/>
                  <a:pt x="2708" y="291"/>
                  <a:pt x="2940" y="407"/>
                </a:cubicBezTo>
                <a:lnTo>
                  <a:pt x="2940" y="966"/>
                </a:lnTo>
                <a:lnTo>
                  <a:pt x="2904" y="966"/>
                </a:lnTo>
                <a:cubicBezTo>
                  <a:pt x="2709" y="805"/>
                  <a:pt x="2515" y="688"/>
                  <a:pt x="2323" y="615"/>
                </a:cubicBezTo>
                <a:cubicBezTo>
                  <a:pt x="2131" y="541"/>
                  <a:pt x="1926" y="505"/>
                  <a:pt x="1707" y="505"/>
                </a:cubicBezTo>
                <a:cubicBezTo>
                  <a:pt x="1527" y="505"/>
                  <a:pt x="1366" y="533"/>
                  <a:pt x="1222" y="591"/>
                </a:cubicBezTo>
                <a:cubicBezTo>
                  <a:pt x="1079" y="649"/>
                  <a:pt x="950" y="739"/>
                  <a:pt x="838" y="861"/>
                </a:cubicBezTo>
                <a:cubicBezTo>
                  <a:pt x="728" y="979"/>
                  <a:pt x="643" y="1129"/>
                  <a:pt x="582" y="1311"/>
                </a:cubicBezTo>
                <a:cubicBezTo>
                  <a:pt x="521" y="1492"/>
                  <a:pt x="490" y="1701"/>
                  <a:pt x="490" y="1939"/>
                </a:cubicBezTo>
                <a:cubicBezTo>
                  <a:pt x="490" y="2187"/>
                  <a:pt x="524" y="2401"/>
                  <a:pt x="591" y="2580"/>
                </a:cubicBezTo>
                <a:cubicBezTo>
                  <a:pt x="659" y="2759"/>
                  <a:pt x="746" y="2904"/>
                  <a:pt x="852" y="3017"/>
                </a:cubicBezTo>
                <a:cubicBezTo>
                  <a:pt x="963" y="3134"/>
                  <a:pt x="1093" y="3220"/>
                  <a:pt x="1241" y="3277"/>
                </a:cubicBezTo>
                <a:cubicBezTo>
                  <a:pt x="1390" y="3333"/>
                  <a:pt x="1546" y="3361"/>
                  <a:pt x="1711" y="3361"/>
                </a:cubicBezTo>
                <a:cubicBezTo>
                  <a:pt x="1938" y="3361"/>
                  <a:pt x="2151" y="3322"/>
                  <a:pt x="2349" y="3244"/>
                </a:cubicBezTo>
                <a:cubicBezTo>
                  <a:pt x="2548" y="3166"/>
                  <a:pt x="2733" y="3050"/>
                  <a:pt x="2906" y="2894"/>
                </a:cubicBezTo>
                <a:lnTo>
                  <a:pt x="2940" y="2894"/>
                </a:lnTo>
                <a:lnTo>
                  <a:pt x="2940" y="3448"/>
                </a:lnTo>
                <a:close/>
                <a:moveTo>
                  <a:pt x="5636" y="3704"/>
                </a:moveTo>
                <a:lnTo>
                  <a:pt x="5191" y="3704"/>
                </a:lnTo>
                <a:lnTo>
                  <a:pt x="5191" y="3422"/>
                </a:lnTo>
                <a:cubicBezTo>
                  <a:pt x="5151" y="3449"/>
                  <a:pt x="5098" y="3487"/>
                  <a:pt x="5030" y="3535"/>
                </a:cubicBezTo>
                <a:cubicBezTo>
                  <a:pt x="4963" y="3584"/>
                  <a:pt x="4898" y="3622"/>
                  <a:pt x="4834" y="3651"/>
                </a:cubicBezTo>
                <a:cubicBezTo>
                  <a:pt x="4759" y="3688"/>
                  <a:pt x="4674" y="3718"/>
                  <a:pt x="4577" y="3743"/>
                </a:cubicBezTo>
                <a:cubicBezTo>
                  <a:pt x="4480" y="3767"/>
                  <a:pt x="4367" y="3780"/>
                  <a:pt x="4237" y="3780"/>
                </a:cubicBezTo>
                <a:cubicBezTo>
                  <a:pt x="3997" y="3780"/>
                  <a:pt x="3794" y="3700"/>
                  <a:pt x="3627" y="3541"/>
                </a:cubicBezTo>
                <a:cubicBezTo>
                  <a:pt x="3461" y="3383"/>
                  <a:pt x="3377" y="3180"/>
                  <a:pt x="3377" y="2934"/>
                </a:cubicBezTo>
                <a:cubicBezTo>
                  <a:pt x="3377" y="2732"/>
                  <a:pt x="3421" y="2569"/>
                  <a:pt x="3507" y="2444"/>
                </a:cubicBezTo>
                <a:cubicBezTo>
                  <a:pt x="3594" y="2319"/>
                  <a:pt x="3717" y="2221"/>
                  <a:pt x="3877" y="2150"/>
                </a:cubicBezTo>
                <a:cubicBezTo>
                  <a:pt x="4039" y="2078"/>
                  <a:pt x="4233" y="2030"/>
                  <a:pt x="4460" y="2004"/>
                </a:cubicBezTo>
                <a:cubicBezTo>
                  <a:pt x="4687" y="1979"/>
                  <a:pt x="4931" y="1960"/>
                  <a:pt x="5191" y="1947"/>
                </a:cubicBezTo>
                <a:lnTo>
                  <a:pt x="5191" y="1877"/>
                </a:lnTo>
                <a:cubicBezTo>
                  <a:pt x="5191" y="1775"/>
                  <a:pt x="5173" y="1690"/>
                  <a:pt x="5138" y="1623"/>
                </a:cubicBezTo>
                <a:cubicBezTo>
                  <a:pt x="5102" y="1556"/>
                  <a:pt x="5051" y="1503"/>
                  <a:pt x="4984" y="1465"/>
                </a:cubicBezTo>
                <a:cubicBezTo>
                  <a:pt x="4921" y="1428"/>
                  <a:pt x="4844" y="1403"/>
                  <a:pt x="4756" y="1390"/>
                </a:cubicBezTo>
                <a:cubicBezTo>
                  <a:pt x="4667" y="1377"/>
                  <a:pt x="4574" y="1371"/>
                  <a:pt x="4477" y="1371"/>
                </a:cubicBezTo>
                <a:cubicBezTo>
                  <a:pt x="4360" y="1371"/>
                  <a:pt x="4229" y="1387"/>
                  <a:pt x="4084" y="1419"/>
                </a:cubicBezTo>
                <a:cubicBezTo>
                  <a:pt x="3940" y="1450"/>
                  <a:pt x="3791" y="1496"/>
                  <a:pt x="3637" y="1557"/>
                </a:cubicBezTo>
                <a:lnTo>
                  <a:pt x="3613" y="1557"/>
                </a:lnTo>
                <a:lnTo>
                  <a:pt x="3613" y="1102"/>
                </a:lnTo>
                <a:cubicBezTo>
                  <a:pt x="3700" y="1078"/>
                  <a:pt x="3826" y="1052"/>
                  <a:pt x="3991" y="1023"/>
                </a:cubicBezTo>
                <a:cubicBezTo>
                  <a:pt x="4157" y="995"/>
                  <a:pt x="4319" y="981"/>
                  <a:pt x="4479" y="981"/>
                </a:cubicBezTo>
                <a:cubicBezTo>
                  <a:pt x="4667" y="981"/>
                  <a:pt x="4830" y="996"/>
                  <a:pt x="4969" y="1027"/>
                </a:cubicBezTo>
                <a:cubicBezTo>
                  <a:pt x="5107" y="1058"/>
                  <a:pt x="5228" y="1111"/>
                  <a:pt x="5329" y="1185"/>
                </a:cubicBezTo>
                <a:cubicBezTo>
                  <a:pt x="5429" y="1258"/>
                  <a:pt x="5505" y="1353"/>
                  <a:pt x="5558" y="1469"/>
                </a:cubicBezTo>
                <a:cubicBezTo>
                  <a:pt x="5610" y="1584"/>
                  <a:pt x="5636" y="1728"/>
                  <a:pt x="5636" y="1899"/>
                </a:cubicBezTo>
                <a:lnTo>
                  <a:pt x="5636" y="3704"/>
                </a:lnTo>
                <a:moveTo>
                  <a:pt x="5191" y="3052"/>
                </a:moveTo>
                <a:lnTo>
                  <a:pt x="5191" y="2309"/>
                </a:lnTo>
                <a:cubicBezTo>
                  <a:pt x="5055" y="2317"/>
                  <a:pt x="4894" y="2329"/>
                  <a:pt x="4709" y="2345"/>
                </a:cubicBezTo>
                <a:cubicBezTo>
                  <a:pt x="4524" y="2361"/>
                  <a:pt x="4378" y="2384"/>
                  <a:pt x="4270" y="2414"/>
                </a:cubicBezTo>
                <a:cubicBezTo>
                  <a:pt x="4141" y="2451"/>
                  <a:pt x="4037" y="2508"/>
                  <a:pt x="3958" y="2585"/>
                </a:cubicBezTo>
                <a:cubicBezTo>
                  <a:pt x="3879" y="2662"/>
                  <a:pt x="3839" y="2769"/>
                  <a:pt x="3839" y="2904"/>
                </a:cubicBezTo>
                <a:cubicBezTo>
                  <a:pt x="3839" y="3057"/>
                  <a:pt x="3885" y="3172"/>
                  <a:pt x="3977" y="3250"/>
                </a:cubicBezTo>
                <a:cubicBezTo>
                  <a:pt x="4069" y="3327"/>
                  <a:pt x="4210" y="3366"/>
                  <a:pt x="4398" y="3366"/>
                </a:cubicBezTo>
                <a:cubicBezTo>
                  <a:pt x="4556" y="3366"/>
                  <a:pt x="4699" y="3335"/>
                  <a:pt x="4829" y="3274"/>
                </a:cubicBezTo>
                <a:cubicBezTo>
                  <a:pt x="4959" y="3212"/>
                  <a:pt x="5080" y="3138"/>
                  <a:pt x="5191" y="3052"/>
                </a:cubicBezTo>
                <a:close/>
                <a:moveTo>
                  <a:pt x="6950" y="3704"/>
                </a:moveTo>
                <a:lnTo>
                  <a:pt x="6503" y="3704"/>
                </a:lnTo>
                <a:lnTo>
                  <a:pt x="6503" y="0"/>
                </a:lnTo>
                <a:lnTo>
                  <a:pt x="6950" y="0"/>
                </a:lnTo>
                <a:lnTo>
                  <a:pt x="6950" y="3704"/>
                </a:lnTo>
                <a:close/>
                <a:moveTo>
                  <a:pt x="8288" y="3704"/>
                </a:moveTo>
                <a:lnTo>
                  <a:pt x="7840" y="3704"/>
                </a:lnTo>
                <a:lnTo>
                  <a:pt x="7840" y="0"/>
                </a:lnTo>
                <a:lnTo>
                  <a:pt x="8288" y="0"/>
                </a:lnTo>
                <a:lnTo>
                  <a:pt x="8288" y="3704"/>
                </a:lnTo>
                <a:close/>
                <a:moveTo>
                  <a:pt x="9654" y="600"/>
                </a:moveTo>
                <a:lnTo>
                  <a:pt x="9149" y="600"/>
                </a:lnTo>
                <a:lnTo>
                  <a:pt x="9149" y="133"/>
                </a:lnTo>
                <a:lnTo>
                  <a:pt x="9654" y="133"/>
                </a:lnTo>
                <a:lnTo>
                  <a:pt x="9654" y="600"/>
                </a:lnTo>
                <a:moveTo>
                  <a:pt x="9625" y="3704"/>
                </a:moveTo>
                <a:lnTo>
                  <a:pt x="9178" y="3704"/>
                </a:lnTo>
                <a:lnTo>
                  <a:pt x="9178" y="1043"/>
                </a:lnTo>
                <a:lnTo>
                  <a:pt x="9625" y="1043"/>
                </a:lnTo>
                <a:lnTo>
                  <a:pt x="9625" y="3704"/>
                </a:lnTo>
                <a:close/>
                <a:moveTo>
                  <a:pt x="12850" y="2340"/>
                </a:moveTo>
                <a:cubicBezTo>
                  <a:pt x="12850" y="2556"/>
                  <a:pt x="12819" y="2753"/>
                  <a:pt x="12758" y="2932"/>
                </a:cubicBezTo>
                <a:cubicBezTo>
                  <a:pt x="12696" y="3111"/>
                  <a:pt x="12608" y="3262"/>
                  <a:pt x="12496" y="3386"/>
                </a:cubicBezTo>
                <a:cubicBezTo>
                  <a:pt x="12391" y="3504"/>
                  <a:pt x="12268" y="3595"/>
                  <a:pt x="12126" y="3659"/>
                </a:cubicBezTo>
                <a:cubicBezTo>
                  <a:pt x="11984" y="3724"/>
                  <a:pt x="11833" y="3756"/>
                  <a:pt x="11675" y="3756"/>
                </a:cubicBezTo>
                <a:cubicBezTo>
                  <a:pt x="11537" y="3756"/>
                  <a:pt x="11412" y="3741"/>
                  <a:pt x="11300" y="3711"/>
                </a:cubicBezTo>
                <a:cubicBezTo>
                  <a:pt x="11188" y="3680"/>
                  <a:pt x="11074" y="3634"/>
                  <a:pt x="10958" y="3570"/>
                </a:cubicBezTo>
                <a:lnTo>
                  <a:pt x="10958" y="4684"/>
                </a:lnTo>
                <a:lnTo>
                  <a:pt x="10511" y="4684"/>
                </a:lnTo>
                <a:lnTo>
                  <a:pt x="10511" y="1043"/>
                </a:lnTo>
                <a:lnTo>
                  <a:pt x="10958" y="1043"/>
                </a:lnTo>
                <a:lnTo>
                  <a:pt x="10958" y="1319"/>
                </a:lnTo>
                <a:cubicBezTo>
                  <a:pt x="11077" y="1219"/>
                  <a:pt x="11211" y="1135"/>
                  <a:pt x="11359" y="1068"/>
                </a:cubicBezTo>
                <a:cubicBezTo>
                  <a:pt x="11508" y="1000"/>
                  <a:pt x="11666" y="966"/>
                  <a:pt x="11834" y="966"/>
                </a:cubicBezTo>
                <a:cubicBezTo>
                  <a:pt x="12155" y="966"/>
                  <a:pt x="12404" y="1088"/>
                  <a:pt x="12583" y="1330"/>
                </a:cubicBezTo>
                <a:cubicBezTo>
                  <a:pt x="12761" y="1572"/>
                  <a:pt x="12850" y="1909"/>
                  <a:pt x="12850" y="2340"/>
                </a:cubicBezTo>
                <a:moveTo>
                  <a:pt x="12389" y="2352"/>
                </a:moveTo>
                <a:cubicBezTo>
                  <a:pt x="12389" y="2031"/>
                  <a:pt x="12334" y="1791"/>
                  <a:pt x="12224" y="1633"/>
                </a:cubicBezTo>
                <a:cubicBezTo>
                  <a:pt x="12115" y="1474"/>
                  <a:pt x="11947" y="1395"/>
                  <a:pt x="11720" y="1395"/>
                </a:cubicBezTo>
                <a:cubicBezTo>
                  <a:pt x="11591" y="1395"/>
                  <a:pt x="11462" y="1423"/>
                  <a:pt x="11332" y="1478"/>
                </a:cubicBezTo>
                <a:cubicBezTo>
                  <a:pt x="11202" y="1534"/>
                  <a:pt x="11077" y="1607"/>
                  <a:pt x="10958" y="1697"/>
                </a:cubicBezTo>
                <a:lnTo>
                  <a:pt x="10958" y="3204"/>
                </a:lnTo>
                <a:cubicBezTo>
                  <a:pt x="11085" y="3261"/>
                  <a:pt x="11194" y="3300"/>
                  <a:pt x="11285" y="3320"/>
                </a:cubicBezTo>
                <a:cubicBezTo>
                  <a:pt x="11377" y="3341"/>
                  <a:pt x="11480" y="3351"/>
                  <a:pt x="11596" y="3351"/>
                </a:cubicBezTo>
                <a:cubicBezTo>
                  <a:pt x="11845" y="3351"/>
                  <a:pt x="12040" y="3267"/>
                  <a:pt x="12179" y="3099"/>
                </a:cubicBezTo>
                <a:cubicBezTo>
                  <a:pt x="12319" y="2931"/>
                  <a:pt x="12389" y="2682"/>
                  <a:pt x="12389" y="2352"/>
                </a:cubicBezTo>
                <a:close/>
                <a:moveTo>
                  <a:pt x="15771" y="3704"/>
                </a:moveTo>
                <a:lnTo>
                  <a:pt x="15323" y="3704"/>
                </a:lnTo>
                <a:lnTo>
                  <a:pt x="15323" y="2188"/>
                </a:lnTo>
                <a:cubicBezTo>
                  <a:pt x="15323" y="2066"/>
                  <a:pt x="15316" y="1951"/>
                  <a:pt x="15302" y="1844"/>
                </a:cubicBezTo>
                <a:cubicBezTo>
                  <a:pt x="15288" y="1737"/>
                  <a:pt x="15261" y="1653"/>
                  <a:pt x="15223" y="1593"/>
                </a:cubicBezTo>
                <a:cubicBezTo>
                  <a:pt x="15184" y="1526"/>
                  <a:pt x="15127" y="1476"/>
                  <a:pt x="15052" y="1444"/>
                </a:cubicBezTo>
                <a:cubicBezTo>
                  <a:pt x="14977" y="1411"/>
                  <a:pt x="14881" y="1395"/>
                  <a:pt x="14762" y="1395"/>
                </a:cubicBezTo>
                <a:cubicBezTo>
                  <a:pt x="14639" y="1395"/>
                  <a:pt x="14512" y="1425"/>
                  <a:pt x="14378" y="1485"/>
                </a:cubicBezTo>
                <a:cubicBezTo>
                  <a:pt x="14245" y="1546"/>
                  <a:pt x="14117" y="1623"/>
                  <a:pt x="13995" y="1716"/>
                </a:cubicBezTo>
                <a:lnTo>
                  <a:pt x="13995" y="3704"/>
                </a:lnTo>
                <a:lnTo>
                  <a:pt x="13548" y="3704"/>
                </a:lnTo>
                <a:lnTo>
                  <a:pt x="13548" y="0"/>
                </a:lnTo>
                <a:lnTo>
                  <a:pt x="13995" y="0"/>
                </a:lnTo>
                <a:lnTo>
                  <a:pt x="13995" y="1336"/>
                </a:lnTo>
                <a:cubicBezTo>
                  <a:pt x="14135" y="1220"/>
                  <a:pt x="14279" y="1129"/>
                  <a:pt x="14428" y="1064"/>
                </a:cubicBezTo>
                <a:cubicBezTo>
                  <a:pt x="14577" y="999"/>
                  <a:pt x="14731" y="966"/>
                  <a:pt x="14888" y="966"/>
                </a:cubicBezTo>
                <a:cubicBezTo>
                  <a:pt x="15175" y="966"/>
                  <a:pt x="15394" y="1053"/>
                  <a:pt x="15545" y="1226"/>
                </a:cubicBezTo>
                <a:cubicBezTo>
                  <a:pt x="15695" y="1400"/>
                  <a:pt x="15771" y="1649"/>
                  <a:pt x="15771" y="1975"/>
                </a:cubicBezTo>
                <a:lnTo>
                  <a:pt x="15771" y="3704"/>
                </a:lnTo>
                <a:close/>
                <a:moveTo>
                  <a:pt x="18898" y="2374"/>
                </a:moveTo>
                <a:cubicBezTo>
                  <a:pt x="18898" y="2809"/>
                  <a:pt x="18787" y="3151"/>
                  <a:pt x="18565" y="3403"/>
                </a:cubicBezTo>
                <a:cubicBezTo>
                  <a:pt x="18343" y="3654"/>
                  <a:pt x="18045" y="3780"/>
                  <a:pt x="17672" y="3780"/>
                </a:cubicBezTo>
                <a:cubicBezTo>
                  <a:pt x="17296" y="3780"/>
                  <a:pt x="16998" y="3654"/>
                  <a:pt x="16776" y="3403"/>
                </a:cubicBezTo>
                <a:cubicBezTo>
                  <a:pt x="16555" y="3151"/>
                  <a:pt x="16444" y="2809"/>
                  <a:pt x="16444" y="2374"/>
                </a:cubicBezTo>
                <a:cubicBezTo>
                  <a:pt x="16444" y="1940"/>
                  <a:pt x="16555" y="1597"/>
                  <a:pt x="16776" y="1345"/>
                </a:cubicBezTo>
                <a:cubicBezTo>
                  <a:pt x="16998" y="1092"/>
                  <a:pt x="17296" y="966"/>
                  <a:pt x="17672" y="966"/>
                </a:cubicBezTo>
                <a:cubicBezTo>
                  <a:pt x="18045" y="966"/>
                  <a:pt x="18343" y="1092"/>
                  <a:pt x="18565" y="1345"/>
                </a:cubicBezTo>
                <a:cubicBezTo>
                  <a:pt x="18787" y="1597"/>
                  <a:pt x="18898" y="1940"/>
                  <a:pt x="18898" y="2374"/>
                </a:cubicBezTo>
                <a:moveTo>
                  <a:pt x="18436" y="2374"/>
                </a:moveTo>
                <a:cubicBezTo>
                  <a:pt x="18436" y="2030"/>
                  <a:pt x="18369" y="1775"/>
                  <a:pt x="18234" y="1608"/>
                </a:cubicBezTo>
                <a:cubicBezTo>
                  <a:pt x="18099" y="1440"/>
                  <a:pt x="17912" y="1357"/>
                  <a:pt x="17672" y="1357"/>
                </a:cubicBezTo>
                <a:cubicBezTo>
                  <a:pt x="17430" y="1357"/>
                  <a:pt x="17241" y="1440"/>
                  <a:pt x="17107" y="1608"/>
                </a:cubicBezTo>
                <a:cubicBezTo>
                  <a:pt x="16973" y="1775"/>
                  <a:pt x="16906" y="2030"/>
                  <a:pt x="16906" y="2374"/>
                </a:cubicBezTo>
                <a:cubicBezTo>
                  <a:pt x="16906" y="2707"/>
                  <a:pt x="16973" y="2959"/>
                  <a:pt x="17108" y="3131"/>
                </a:cubicBezTo>
                <a:cubicBezTo>
                  <a:pt x="17243" y="3303"/>
                  <a:pt x="17431" y="3389"/>
                  <a:pt x="17672" y="3389"/>
                </a:cubicBezTo>
                <a:cubicBezTo>
                  <a:pt x="17910" y="3389"/>
                  <a:pt x="18097" y="3304"/>
                  <a:pt x="18233" y="3134"/>
                </a:cubicBezTo>
                <a:cubicBezTo>
                  <a:pt x="18369" y="2963"/>
                  <a:pt x="18436" y="2710"/>
                  <a:pt x="18436" y="2374"/>
                </a:cubicBezTo>
                <a:close/>
                <a:moveTo>
                  <a:pt x="21250" y="1528"/>
                </a:moveTo>
                <a:lnTo>
                  <a:pt x="21226" y="1528"/>
                </a:lnTo>
                <a:cubicBezTo>
                  <a:pt x="21159" y="1513"/>
                  <a:pt x="21095" y="1502"/>
                  <a:pt x="21032" y="1495"/>
                </a:cubicBezTo>
                <a:cubicBezTo>
                  <a:pt x="20969" y="1489"/>
                  <a:pt x="20895" y="1485"/>
                  <a:pt x="20810" y="1485"/>
                </a:cubicBezTo>
                <a:cubicBezTo>
                  <a:pt x="20671" y="1485"/>
                  <a:pt x="20538" y="1516"/>
                  <a:pt x="20410" y="1577"/>
                </a:cubicBezTo>
                <a:cubicBezTo>
                  <a:pt x="20281" y="1638"/>
                  <a:pt x="20157" y="1717"/>
                  <a:pt x="20038" y="1814"/>
                </a:cubicBezTo>
                <a:lnTo>
                  <a:pt x="20038" y="3704"/>
                </a:lnTo>
                <a:lnTo>
                  <a:pt x="19591" y="3704"/>
                </a:lnTo>
                <a:lnTo>
                  <a:pt x="19591" y="1043"/>
                </a:lnTo>
                <a:lnTo>
                  <a:pt x="20038" y="1043"/>
                </a:lnTo>
                <a:lnTo>
                  <a:pt x="20038" y="1436"/>
                </a:lnTo>
                <a:cubicBezTo>
                  <a:pt x="20216" y="1293"/>
                  <a:pt x="20373" y="1191"/>
                  <a:pt x="20508" y="1132"/>
                </a:cubicBezTo>
                <a:cubicBezTo>
                  <a:pt x="20644" y="1072"/>
                  <a:pt x="20783" y="1043"/>
                  <a:pt x="20924" y="1043"/>
                </a:cubicBezTo>
                <a:cubicBezTo>
                  <a:pt x="21002" y="1043"/>
                  <a:pt x="21058" y="1045"/>
                  <a:pt x="21093" y="1048"/>
                </a:cubicBezTo>
                <a:cubicBezTo>
                  <a:pt x="21128" y="1052"/>
                  <a:pt x="21180" y="1060"/>
                  <a:pt x="21250" y="1071"/>
                </a:cubicBezTo>
                <a:lnTo>
                  <a:pt x="21250" y="1528"/>
                </a:lnTo>
                <a:close/>
                <a:moveTo>
                  <a:pt x="22152" y="600"/>
                </a:moveTo>
                <a:lnTo>
                  <a:pt x="21647" y="600"/>
                </a:lnTo>
                <a:lnTo>
                  <a:pt x="21647" y="133"/>
                </a:lnTo>
                <a:lnTo>
                  <a:pt x="22152" y="133"/>
                </a:lnTo>
                <a:lnTo>
                  <a:pt x="22152" y="600"/>
                </a:lnTo>
                <a:moveTo>
                  <a:pt x="22123" y="3704"/>
                </a:moveTo>
                <a:lnTo>
                  <a:pt x="21676" y="3704"/>
                </a:lnTo>
                <a:lnTo>
                  <a:pt x="21676" y="1043"/>
                </a:lnTo>
                <a:lnTo>
                  <a:pt x="22123" y="1043"/>
                </a:lnTo>
                <a:lnTo>
                  <a:pt x="22123" y="3704"/>
                </a:lnTo>
                <a:close/>
                <a:moveTo>
                  <a:pt x="25165" y="3704"/>
                </a:moveTo>
                <a:lnTo>
                  <a:pt x="24718" y="3704"/>
                </a:lnTo>
                <a:lnTo>
                  <a:pt x="24718" y="3427"/>
                </a:lnTo>
                <a:cubicBezTo>
                  <a:pt x="24589" y="3538"/>
                  <a:pt x="24455" y="3625"/>
                  <a:pt x="24315" y="3687"/>
                </a:cubicBezTo>
                <a:cubicBezTo>
                  <a:pt x="24176" y="3749"/>
                  <a:pt x="24024" y="3780"/>
                  <a:pt x="23861" y="3780"/>
                </a:cubicBezTo>
                <a:cubicBezTo>
                  <a:pt x="23543" y="3780"/>
                  <a:pt x="23292" y="3657"/>
                  <a:pt x="23105" y="3412"/>
                </a:cubicBezTo>
                <a:cubicBezTo>
                  <a:pt x="22919" y="3167"/>
                  <a:pt x="22825" y="2828"/>
                  <a:pt x="22825" y="2393"/>
                </a:cubicBezTo>
                <a:cubicBezTo>
                  <a:pt x="22825" y="2167"/>
                  <a:pt x="22858" y="1966"/>
                  <a:pt x="22922" y="1790"/>
                </a:cubicBezTo>
                <a:cubicBezTo>
                  <a:pt x="22986" y="1613"/>
                  <a:pt x="23073" y="1463"/>
                  <a:pt x="23182" y="1339"/>
                </a:cubicBezTo>
                <a:cubicBezTo>
                  <a:pt x="23290" y="1218"/>
                  <a:pt x="23416" y="1125"/>
                  <a:pt x="23560" y="1062"/>
                </a:cubicBezTo>
                <a:cubicBezTo>
                  <a:pt x="23703" y="998"/>
                  <a:pt x="23852" y="966"/>
                  <a:pt x="24006" y="966"/>
                </a:cubicBezTo>
                <a:cubicBezTo>
                  <a:pt x="24146" y="966"/>
                  <a:pt x="24269" y="981"/>
                  <a:pt x="24377" y="1011"/>
                </a:cubicBezTo>
                <a:cubicBezTo>
                  <a:pt x="24485" y="1040"/>
                  <a:pt x="24599" y="1086"/>
                  <a:pt x="24718" y="1148"/>
                </a:cubicBezTo>
                <a:lnTo>
                  <a:pt x="24718" y="0"/>
                </a:lnTo>
                <a:lnTo>
                  <a:pt x="25165" y="0"/>
                </a:lnTo>
                <a:lnTo>
                  <a:pt x="25165" y="3704"/>
                </a:lnTo>
                <a:moveTo>
                  <a:pt x="24718" y="3049"/>
                </a:moveTo>
                <a:lnTo>
                  <a:pt x="24718" y="1523"/>
                </a:lnTo>
                <a:cubicBezTo>
                  <a:pt x="24597" y="1469"/>
                  <a:pt x="24489" y="1432"/>
                  <a:pt x="24394" y="1411"/>
                </a:cubicBezTo>
                <a:cubicBezTo>
                  <a:pt x="24299" y="1391"/>
                  <a:pt x="24195" y="1381"/>
                  <a:pt x="24082" y="1381"/>
                </a:cubicBezTo>
                <a:cubicBezTo>
                  <a:pt x="23831" y="1381"/>
                  <a:pt x="23636" y="1468"/>
                  <a:pt x="23497" y="1642"/>
                </a:cubicBezTo>
                <a:cubicBezTo>
                  <a:pt x="23357" y="1817"/>
                  <a:pt x="23287" y="2064"/>
                  <a:pt x="23287" y="2385"/>
                </a:cubicBezTo>
                <a:cubicBezTo>
                  <a:pt x="23287" y="2701"/>
                  <a:pt x="23341" y="2941"/>
                  <a:pt x="23449" y="3105"/>
                </a:cubicBezTo>
                <a:cubicBezTo>
                  <a:pt x="23557" y="3269"/>
                  <a:pt x="23730" y="3351"/>
                  <a:pt x="23968" y="3351"/>
                </a:cubicBezTo>
                <a:cubicBezTo>
                  <a:pt x="24095" y="3351"/>
                  <a:pt x="24223" y="3323"/>
                  <a:pt x="24354" y="3267"/>
                </a:cubicBezTo>
                <a:cubicBezTo>
                  <a:pt x="24484" y="3210"/>
                  <a:pt x="24605" y="3138"/>
                  <a:pt x="24718" y="3049"/>
                </a:cubicBezTo>
                <a:close/>
                <a:moveTo>
                  <a:pt x="28112" y="3704"/>
                </a:moveTo>
                <a:lnTo>
                  <a:pt x="27667" y="3704"/>
                </a:lnTo>
                <a:lnTo>
                  <a:pt x="27667" y="3422"/>
                </a:lnTo>
                <a:cubicBezTo>
                  <a:pt x="27627" y="3449"/>
                  <a:pt x="27573" y="3487"/>
                  <a:pt x="27506" y="3535"/>
                </a:cubicBezTo>
                <a:cubicBezTo>
                  <a:pt x="27439" y="3584"/>
                  <a:pt x="27373" y="3622"/>
                  <a:pt x="27310" y="3651"/>
                </a:cubicBezTo>
                <a:cubicBezTo>
                  <a:pt x="27235" y="3688"/>
                  <a:pt x="27149" y="3718"/>
                  <a:pt x="27053" y="3743"/>
                </a:cubicBezTo>
                <a:cubicBezTo>
                  <a:pt x="26956" y="3767"/>
                  <a:pt x="26842" y="3780"/>
                  <a:pt x="26712" y="3780"/>
                </a:cubicBezTo>
                <a:cubicBezTo>
                  <a:pt x="26473" y="3780"/>
                  <a:pt x="26269" y="3700"/>
                  <a:pt x="26103" y="3541"/>
                </a:cubicBezTo>
                <a:cubicBezTo>
                  <a:pt x="25936" y="3383"/>
                  <a:pt x="25853" y="3180"/>
                  <a:pt x="25853" y="2934"/>
                </a:cubicBezTo>
                <a:cubicBezTo>
                  <a:pt x="25853" y="2732"/>
                  <a:pt x="25896" y="2569"/>
                  <a:pt x="25983" y="2444"/>
                </a:cubicBezTo>
                <a:cubicBezTo>
                  <a:pt x="26069" y="2319"/>
                  <a:pt x="26192" y="2221"/>
                  <a:pt x="26353" y="2150"/>
                </a:cubicBezTo>
                <a:cubicBezTo>
                  <a:pt x="26515" y="2078"/>
                  <a:pt x="26709" y="2030"/>
                  <a:pt x="26936" y="2004"/>
                </a:cubicBezTo>
                <a:cubicBezTo>
                  <a:pt x="27163" y="1979"/>
                  <a:pt x="27406" y="1960"/>
                  <a:pt x="27667" y="1947"/>
                </a:cubicBezTo>
                <a:lnTo>
                  <a:pt x="27667" y="1877"/>
                </a:lnTo>
                <a:cubicBezTo>
                  <a:pt x="27667" y="1775"/>
                  <a:pt x="27649" y="1690"/>
                  <a:pt x="27613" y="1623"/>
                </a:cubicBezTo>
                <a:cubicBezTo>
                  <a:pt x="27577" y="1556"/>
                  <a:pt x="27526" y="1503"/>
                  <a:pt x="27460" y="1465"/>
                </a:cubicBezTo>
                <a:cubicBezTo>
                  <a:pt x="27396" y="1428"/>
                  <a:pt x="27320" y="1403"/>
                  <a:pt x="27231" y="1390"/>
                </a:cubicBezTo>
                <a:cubicBezTo>
                  <a:pt x="27142" y="1377"/>
                  <a:pt x="27049" y="1371"/>
                  <a:pt x="26953" y="1371"/>
                </a:cubicBezTo>
                <a:cubicBezTo>
                  <a:pt x="26835" y="1371"/>
                  <a:pt x="26704" y="1387"/>
                  <a:pt x="26560" y="1419"/>
                </a:cubicBezTo>
                <a:cubicBezTo>
                  <a:pt x="26415" y="1450"/>
                  <a:pt x="26266" y="1496"/>
                  <a:pt x="26112" y="1557"/>
                </a:cubicBezTo>
                <a:lnTo>
                  <a:pt x="26089" y="1557"/>
                </a:lnTo>
                <a:lnTo>
                  <a:pt x="26089" y="1102"/>
                </a:lnTo>
                <a:cubicBezTo>
                  <a:pt x="26176" y="1078"/>
                  <a:pt x="26302" y="1052"/>
                  <a:pt x="26467" y="1023"/>
                </a:cubicBezTo>
                <a:cubicBezTo>
                  <a:pt x="26632" y="995"/>
                  <a:pt x="26795" y="981"/>
                  <a:pt x="26955" y="981"/>
                </a:cubicBezTo>
                <a:cubicBezTo>
                  <a:pt x="27142" y="981"/>
                  <a:pt x="27305" y="996"/>
                  <a:pt x="27444" y="1027"/>
                </a:cubicBezTo>
                <a:cubicBezTo>
                  <a:pt x="27583" y="1058"/>
                  <a:pt x="27703" y="1111"/>
                  <a:pt x="27805" y="1185"/>
                </a:cubicBezTo>
                <a:cubicBezTo>
                  <a:pt x="27905" y="1258"/>
                  <a:pt x="27981" y="1353"/>
                  <a:pt x="28033" y="1469"/>
                </a:cubicBezTo>
                <a:cubicBezTo>
                  <a:pt x="28086" y="1584"/>
                  <a:pt x="28112" y="1728"/>
                  <a:pt x="28112" y="1899"/>
                </a:cubicBezTo>
                <a:lnTo>
                  <a:pt x="28112" y="3704"/>
                </a:lnTo>
                <a:moveTo>
                  <a:pt x="27667" y="3052"/>
                </a:moveTo>
                <a:lnTo>
                  <a:pt x="27667" y="2309"/>
                </a:lnTo>
                <a:cubicBezTo>
                  <a:pt x="27530" y="2317"/>
                  <a:pt x="27369" y="2329"/>
                  <a:pt x="27185" y="2345"/>
                </a:cubicBezTo>
                <a:cubicBezTo>
                  <a:pt x="27000" y="2361"/>
                  <a:pt x="26853" y="2384"/>
                  <a:pt x="26745" y="2414"/>
                </a:cubicBezTo>
                <a:cubicBezTo>
                  <a:pt x="26617" y="2451"/>
                  <a:pt x="26513" y="2508"/>
                  <a:pt x="26434" y="2585"/>
                </a:cubicBezTo>
                <a:cubicBezTo>
                  <a:pt x="26354" y="2662"/>
                  <a:pt x="26315" y="2769"/>
                  <a:pt x="26315" y="2904"/>
                </a:cubicBezTo>
                <a:cubicBezTo>
                  <a:pt x="26315" y="3057"/>
                  <a:pt x="26361" y="3172"/>
                  <a:pt x="26453" y="3250"/>
                </a:cubicBezTo>
                <a:cubicBezTo>
                  <a:pt x="26545" y="3327"/>
                  <a:pt x="26685" y="3366"/>
                  <a:pt x="26874" y="3366"/>
                </a:cubicBezTo>
                <a:cubicBezTo>
                  <a:pt x="27031" y="3366"/>
                  <a:pt x="27175" y="3335"/>
                  <a:pt x="27305" y="3274"/>
                </a:cubicBezTo>
                <a:cubicBezTo>
                  <a:pt x="27435" y="3212"/>
                  <a:pt x="27556" y="3138"/>
                  <a:pt x="27667" y="3052"/>
                </a:cubicBezTo>
                <a:close/>
                <a:moveTo>
                  <a:pt x="31199" y="2418"/>
                </a:moveTo>
                <a:lnTo>
                  <a:pt x="29240" y="2418"/>
                </a:lnTo>
                <a:cubicBezTo>
                  <a:pt x="29240" y="2582"/>
                  <a:pt x="29265" y="2725"/>
                  <a:pt x="29314" y="2847"/>
                </a:cubicBezTo>
                <a:cubicBezTo>
                  <a:pt x="29363" y="2968"/>
                  <a:pt x="29430" y="3068"/>
                  <a:pt x="29516" y="3146"/>
                </a:cubicBezTo>
                <a:cubicBezTo>
                  <a:pt x="29599" y="3222"/>
                  <a:pt x="29697" y="3280"/>
                  <a:pt x="29810" y="3318"/>
                </a:cubicBezTo>
                <a:cubicBezTo>
                  <a:pt x="29924" y="3356"/>
                  <a:pt x="30049" y="3375"/>
                  <a:pt x="30185" y="3375"/>
                </a:cubicBezTo>
                <a:cubicBezTo>
                  <a:pt x="30366" y="3375"/>
                  <a:pt x="30548" y="3339"/>
                  <a:pt x="30731" y="3266"/>
                </a:cubicBezTo>
                <a:cubicBezTo>
                  <a:pt x="30915" y="3193"/>
                  <a:pt x="31045" y="3122"/>
                  <a:pt x="31123" y="3051"/>
                </a:cubicBezTo>
                <a:lnTo>
                  <a:pt x="31147" y="3051"/>
                </a:lnTo>
                <a:lnTo>
                  <a:pt x="31147" y="3541"/>
                </a:lnTo>
                <a:cubicBezTo>
                  <a:pt x="30996" y="3605"/>
                  <a:pt x="30842" y="3658"/>
                  <a:pt x="30685" y="3701"/>
                </a:cubicBezTo>
                <a:cubicBezTo>
                  <a:pt x="30528" y="3744"/>
                  <a:pt x="30363" y="3765"/>
                  <a:pt x="30190" y="3765"/>
                </a:cubicBezTo>
                <a:cubicBezTo>
                  <a:pt x="29749" y="3765"/>
                  <a:pt x="29404" y="3646"/>
                  <a:pt x="29157" y="3407"/>
                </a:cubicBezTo>
                <a:cubicBezTo>
                  <a:pt x="28909" y="3167"/>
                  <a:pt x="28785" y="2828"/>
                  <a:pt x="28785" y="2387"/>
                </a:cubicBezTo>
                <a:cubicBezTo>
                  <a:pt x="28785" y="1952"/>
                  <a:pt x="28904" y="1606"/>
                  <a:pt x="29141" y="1350"/>
                </a:cubicBezTo>
                <a:cubicBezTo>
                  <a:pt x="29379" y="1094"/>
                  <a:pt x="29691" y="966"/>
                  <a:pt x="30078" y="966"/>
                </a:cubicBezTo>
                <a:cubicBezTo>
                  <a:pt x="30436" y="966"/>
                  <a:pt x="30713" y="1071"/>
                  <a:pt x="30907" y="1281"/>
                </a:cubicBezTo>
                <a:cubicBezTo>
                  <a:pt x="31102" y="1491"/>
                  <a:pt x="31199" y="1789"/>
                  <a:pt x="31199" y="2175"/>
                </a:cubicBezTo>
                <a:lnTo>
                  <a:pt x="31199" y="2418"/>
                </a:lnTo>
                <a:moveTo>
                  <a:pt x="30763" y="2076"/>
                </a:moveTo>
                <a:cubicBezTo>
                  <a:pt x="30762" y="1841"/>
                  <a:pt x="30703" y="1659"/>
                  <a:pt x="30586" y="1530"/>
                </a:cubicBezTo>
                <a:cubicBezTo>
                  <a:pt x="30469" y="1402"/>
                  <a:pt x="30292" y="1338"/>
                  <a:pt x="30054" y="1338"/>
                </a:cubicBezTo>
                <a:cubicBezTo>
                  <a:pt x="29814" y="1338"/>
                  <a:pt x="29624" y="1408"/>
                  <a:pt x="29482" y="1550"/>
                </a:cubicBezTo>
                <a:cubicBezTo>
                  <a:pt x="29340" y="1691"/>
                  <a:pt x="29259" y="1866"/>
                  <a:pt x="29240" y="2076"/>
                </a:cubicBezTo>
                <a:lnTo>
                  <a:pt x="30763" y="207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29C44B-1C9F-43E0-A62B-B5B3436620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40" y="1420623"/>
            <a:ext cx="31090" cy="39365"/>
          </a:xfrm>
          <a:custGeom xmlns:a="http://schemas.openxmlformats.org/drawingml/2006/main">
            <a:pathLst>
              <a:path w="31090" h="39365">
                <a:moveTo>
                  <a:pt x="0" y="0"/>
                </a:moveTo>
                <a:lnTo>
                  <a:pt x="31090" y="0"/>
                </a:lnTo>
                <a:lnTo>
                  <a:pt x="31090" y="39365"/>
                </a:lnTo>
                <a:lnTo>
                  <a:pt x="0" y="39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1DE31-C4F9-4D2F-A16E-D37BC15F2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1142" y="1420627"/>
            <a:ext cx="31090" cy="39364"/>
          </a:xfrm>
          <a:custGeom xmlns:a="http://schemas.openxmlformats.org/drawingml/2006/main">
            <a:pathLst>
              <a:path w="31090" h="39364" fill="none">
                <a:moveTo>
                  <a:pt x="0" y="0"/>
                </a:moveTo>
                <a:lnTo>
                  <a:pt x="31090" y="0"/>
                </a:lnTo>
                <a:lnTo>
                  <a:pt x="31090" y="39364"/>
                </a:lnTo>
                <a:lnTo>
                  <a:pt x="0" y="393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76" name="Text Milichiidae">
            <a:extLst xmlns:a="http://schemas.openxmlformats.org/drawingml/2006/main">
              <a:ext uri="{FF2B5EF4-FFF2-40B4-BE49-F238E27FC236}">
                <a16:creationId xmlns:a16="http://schemas.microsoft.com/office/drawing/2014/main" id="{3E3ACE4E-B797-4F9C-8FDC-9D6FCEC192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4219" y="1422114"/>
            <a:ext cx="29868" cy="4594"/>
          </a:xfrm>
          <a:custGeom xmlns:a="http://schemas.openxmlformats.org/drawingml/2006/main">
            <a:pathLst>
              <a:path w="29868" h="4594">
                <a:moveTo>
                  <a:pt x="3836" y="4501"/>
                </a:moveTo>
                <a:lnTo>
                  <a:pt x="3263" y="4501"/>
                </a:lnTo>
                <a:lnTo>
                  <a:pt x="3263" y="787"/>
                </a:lnTo>
                <a:lnTo>
                  <a:pt x="2065" y="3315"/>
                </a:lnTo>
                <a:lnTo>
                  <a:pt x="1724" y="3315"/>
                </a:lnTo>
                <a:lnTo>
                  <a:pt x="535" y="787"/>
                </a:lnTo>
                <a:lnTo>
                  <a:pt x="535" y="4501"/>
                </a:lnTo>
                <a:lnTo>
                  <a:pt x="0" y="4501"/>
                </a:lnTo>
                <a:lnTo>
                  <a:pt x="0" y="191"/>
                </a:lnTo>
                <a:lnTo>
                  <a:pt x="781" y="191"/>
                </a:lnTo>
                <a:lnTo>
                  <a:pt x="1930" y="2591"/>
                </a:lnTo>
                <a:lnTo>
                  <a:pt x="3040" y="191"/>
                </a:lnTo>
                <a:lnTo>
                  <a:pt x="3836" y="191"/>
                </a:lnTo>
                <a:lnTo>
                  <a:pt x="3836" y="4501"/>
                </a:lnTo>
                <a:close/>
                <a:moveTo>
                  <a:pt x="5534" y="729"/>
                </a:moveTo>
                <a:lnTo>
                  <a:pt x="4921" y="729"/>
                </a:lnTo>
                <a:lnTo>
                  <a:pt x="4921" y="162"/>
                </a:lnTo>
                <a:lnTo>
                  <a:pt x="5534" y="162"/>
                </a:lnTo>
                <a:lnTo>
                  <a:pt x="5534" y="729"/>
                </a:lnTo>
                <a:moveTo>
                  <a:pt x="5499" y="4501"/>
                </a:moveTo>
                <a:lnTo>
                  <a:pt x="4955" y="4501"/>
                </a:lnTo>
                <a:lnTo>
                  <a:pt x="4955" y="1267"/>
                </a:lnTo>
                <a:lnTo>
                  <a:pt x="5499" y="1267"/>
                </a:lnTo>
                <a:lnTo>
                  <a:pt x="5499" y="4501"/>
                </a:lnTo>
                <a:close/>
                <a:moveTo>
                  <a:pt x="7125" y="4501"/>
                </a:moveTo>
                <a:lnTo>
                  <a:pt x="6581" y="4501"/>
                </a:lnTo>
                <a:lnTo>
                  <a:pt x="6581" y="0"/>
                </a:lnTo>
                <a:lnTo>
                  <a:pt x="7125" y="0"/>
                </a:lnTo>
                <a:lnTo>
                  <a:pt x="7125" y="4501"/>
                </a:lnTo>
                <a:close/>
                <a:moveTo>
                  <a:pt x="8785" y="729"/>
                </a:moveTo>
                <a:lnTo>
                  <a:pt x="8172" y="729"/>
                </a:lnTo>
                <a:lnTo>
                  <a:pt x="8172" y="162"/>
                </a:lnTo>
                <a:lnTo>
                  <a:pt x="8785" y="162"/>
                </a:lnTo>
                <a:lnTo>
                  <a:pt x="8785" y="729"/>
                </a:lnTo>
                <a:moveTo>
                  <a:pt x="8751" y="4501"/>
                </a:moveTo>
                <a:lnTo>
                  <a:pt x="8207" y="4501"/>
                </a:lnTo>
                <a:lnTo>
                  <a:pt x="8207" y="1267"/>
                </a:lnTo>
                <a:lnTo>
                  <a:pt x="8751" y="1267"/>
                </a:lnTo>
                <a:lnTo>
                  <a:pt x="8751" y="4501"/>
                </a:lnTo>
                <a:close/>
                <a:moveTo>
                  <a:pt x="12216" y="4302"/>
                </a:moveTo>
                <a:cubicBezTo>
                  <a:pt x="12035" y="4388"/>
                  <a:pt x="11863" y="4456"/>
                  <a:pt x="11700" y="4504"/>
                </a:cubicBezTo>
                <a:cubicBezTo>
                  <a:pt x="11537" y="4552"/>
                  <a:pt x="11364" y="4576"/>
                  <a:pt x="11181" y="4576"/>
                </a:cubicBezTo>
                <a:cubicBezTo>
                  <a:pt x="10947" y="4576"/>
                  <a:pt x="10733" y="4542"/>
                  <a:pt x="10539" y="4474"/>
                </a:cubicBezTo>
                <a:cubicBezTo>
                  <a:pt x="10344" y="4405"/>
                  <a:pt x="10177" y="4301"/>
                  <a:pt x="10038" y="4162"/>
                </a:cubicBezTo>
                <a:cubicBezTo>
                  <a:pt x="9897" y="4023"/>
                  <a:pt x="9788" y="3847"/>
                  <a:pt x="9711" y="3635"/>
                </a:cubicBezTo>
                <a:cubicBezTo>
                  <a:pt x="9634" y="3422"/>
                  <a:pt x="9595" y="3174"/>
                  <a:pt x="9595" y="2890"/>
                </a:cubicBezTo>
                <a:cubicBezTo>
                  <a:pt x="9595" y="2361"/>
                  <a:pt x="9741" y="1945"/>
                  <a:pt x="10031" y="1644"/>
                </a:cubicBezTo>
                <a:cubicBezTo>
                  <a:pt x="10321" y="1343"/>
                  <a:pt x="10704" y="1192"/>
                  <a:pt x="11181" y="1192"/>
                </a:cubicBezTo>
                <a:cubicBezTo>
                  <a:pt x="11366" y="1192"/>
                  <a:pt x="11548" y="1218"/>
                  <a:pt x="11726" y="1270"/>
                </a:cubicBezTo>
                <a:cubicBezTo>
                  <a:pt x="11904" y="1322"/>
                  <a:pt x="12068" y="1386"/>
                  <a:pt x="12216" y="1461"/>
                </a:cubicBezTo>
                <a:lnTo>
                  <a:pt x="12216" y="2065"/>
                </a:lnTo>
                <a:lnTo>
                  <a:pt x="12187" y="2065"/>
                </a:lnTo>
                <a:cubicBezTo>
                  <a:pt x="12022" y="1937"/>
                  <a:pt x="11850" y="1839"/>
                  <a:pt x="11674" y="1770"/>
                </a:cubicBezTo>
                <a:cubicBezTo>
                  <a:pt x="11498" y="1701"/>
                  <a:pt x="11325" y="1666"/>
                  <a:pt x="11158" y="1666"/>
                </a:cubicBezTo>
                <a:cubicBezTo>
                  <a:pt x="10849" y="1666"/>
                  <a:pt x="10606" y="1770"/>
                  <a:pt x="10427" y="1977"/>
                </a:cubicBezTo>
                <a:cubicBezTo>
                  <a:pt x="10249" y="2185"/>
                  <a:pt x="10160" y="2489"/>
                  <a:pt x="10160" y="2890"/>
                </a:cubicBezTo>
                <a:cubicBezTo>
                  <a:pt x="10160" y="3280"/>
                  <a:pt x="10247" y="3579"/>
                  <a:pt x="10421" y="3788"/>
                </a:cubicBezTo>
                <a:cubicBezTo>
                  <a:pt x="10596" y="3997"/>
                  <a:pt x="10841" y="4102"/>
                  <a:pt x="11158" y="4102"/>
                </a:cubicBezTo>
                <a:cubicBezTo>
                  <a:pt x="11268" y="4102"/>
                  <a:pt x="11379" y="4088"/>
                  <a:pt x="11493" y="4059"/>
                </a:cubicBezTo>
                <a:cubicBezTo>
                  <a:pt x="11607" y="4030"/>
                  <a:pt x="11709" y="3993"/>
                  <a:pt x="11800" y="3947"/>
                </a:cubicBezTo>
                <a:cubicBezTo>
                  <a:pt x="11879" y="3907"/>
                  <a:pt x="11953" y="3864"/>
                  <a:pt x="12023" y="3819"/>
                </a:cubicBezTo>
                <a:cubicBezTo>
                  <a:pt x="12092" y="3774"/>
                  <a:pt x="12147" y="3735"/>
                  <a:pt x="12187" y="3703"/>
                </a:cubicBezTo>
                <a:lnTo>
                  <a:pt x="12216" y="3703"/>
                </a:lnTo>
                <a:lnTo>
                  <a:pt x="12216" y="4302"/>
                </a:lnTo>
                <a:close/>
                <a:moveTo>
                  <a:pt x="15615" y="4501"/>
                </a:moveTo>
                <a:lnTo>
                  <a:pt x="15071" y="4501"/>
                </a:lnTo>
                <a:lnTo>
                  <a:pt x="15071" y="2660"/>
                </a:lnTo>
                <a:cubicBezTo>
                  <a:pt x="15071" y="2511"/>
                  <a:pt x="15063" y="2371"/>
                  <a:pt x="15045" y="2241"/>
                </a:cubicBezTo>
                <a:cubicBezTo>
                  <a:pt x="15028" y="2111"/>
                  <a:pt x="14996" y="2009"/>
                  <a:pt x="14950" y="1936"/>
                </a:cubicBezTo>
                <a:cubicBezTo>
                  <a:pt x="14902" y="1854"/>
                  <a:pt x="14832" y="1794"/>
                  <a:pt x="14742" y="1755"/>
                </a:cubicBezTo>
                <a:cubicBezTo>
                  <a:pt x="14651" y="1715"/>
                  <a:pt x="14533" y="1695"/>
                  <a:pt x="14389" y="1695"/>
                </a:cubicBezTo>
                <a:cubicBezTo>
                  <a:pt x="14240" y="1695"/>
                  <a:pt x="14085" y="1732"/>
                  <a:pt x="13923" y="1805"/>
                </a:cubicBezTo>
                <a:cubicBezTo>
                  <a:pt x="13761" y="1879"/>
                  <a:pt x="13606" y="1972"/>
                  <a:pt x="13457" y="2086"/>
                </a:cubicBezTo>
                <a:lnTo>
                  <a:pt x="13457" y="4501"/>
                </a:lnTo>
                <a:lnTo>
                  <a:pt x="12913" y="4501"/>
                </a:lnTo>
                <a:lnTo>
                  <a:pt x="12913" y="0"/>
                </a:lnTo>
                <a:lnTo>
                  <a:pt x="13457" y="0"/>
                </a:lnTo>
                <a:lnTo>
                  <a:pt x="13457" y="1624"/>
                </a:lnTo>
                <a:cubicBezTo>
                  <a:pt x="13627" y="1483"/>
                  <a:pt x="13802" y="1373"/>
                  <a:pt x="13984" y="1293"/>
                </a:cubicBezTo>
                <a:cubicBezTo>
                  <a:pt x="14165" y="1214"/>
                  <a:pt x="14351" y="1174"/>
                  <a:pt x="14542" y="1174"/>
                </a:cubicBezTo>
                <a:cubicBezTo>
                  <a:pt x="14891" y="1174"/>
                  <a:pt x="15157" y="1280"/>
                  <a:pt x="15340" y="1490"/>
                </a:cubicBezTo>
                <a:cubicBezTo>
                  <a:pt x="15524" y="1701"/>
                  <a:pt x="15615" y="2004"/>
                  <a:pt x="15615" y="2400"/>
                </a:cubicBezTo>
                <a:lnTo>
                  <a:pt x="15615" y="4501"/>
                </a:lnTo>
                <a:close/>
                <a:moveTo>
                  <a:pt x="17247" y="729"/>
                </a:moveTo>
                <a:lnTo>
                  <a:pt x="16634" y="729"/>
                </a:lnTo>
                <a:lnTo>
                  <a:pt x="16634" y="162"/>
                </a:lnTo>
                <a:lnTo>
                  <a:pt x="17247" y="162"/>
                </a:lnTo>
                <a:lnTo>
                  <a:pt x="17247" y="729"/>
                </a:lnTo>
                <a:moveTo>
                  <a:pt x="17212" y="4501"/>
                </a:moveTo>
                <a:lnTo>
                  <a:pt x="16668" y="4501"/>
                </a:lnTo>
                <a:lnTo>
                  <a:pt x="16668" y="1267"/>
                </a:lnTo>
                <a:lnTo>
                  <a:pt x="17212" y="1267"/>
                </a:lnTo>
                <a:lnTo>
                  <a:pt x="17212" y="4501"/>
                </a:lnTo>
                <a:close/>
                <a:moveTo>
                  <a:pt x="18873" y="729"/>
                </a:moveTo>
                <a:lnTo>
                  <a:pt x="18259" y="729"/>
                </a:lnTo>
                <a:lnTo>
                  <a:pt x="18259" y="162"/>
                </a:lnTo>
                <a:lnTo>
                  <a:pt x="18873" y="162"/>
                </a:lnTo>
                <a:lnTo>
                  <a:pt x="18873" y="729"/>
                </a:lnTo>
                <a:moveTo>
                  <a:pt x="18838" y="4501"/>
                </a:moveTo>
                <a:lnTo>
                  <a:pt x="18294" y="4501"/>
                </a:lnTo>
                <a:lnTo>
                  <a:pt x="18294" y="1267"/>
                </a:lnTo>
                <a:lnTo>
                  <a:pt x="18838" y="1267"/>
                </a:lnTo>
                <a:lnTo>
                  <a:pt x="18838" y="4501"/>
                </a:lnTo>
                <a:close/>
                <a:moveTo>
                  <a:pt x="22535" y="4501"/>
                </a:moveTo>
                <a:lnTo>
                  <a:pt x="21991" y="4501"/>
                </a:lnTo>
                <a:lnTo>
                  <a:pt x="21991" y="4165"/>
                </a:lnTo>
                <a:cubicBezTo>
                  <a:pt x="21835" y="4300"/>
                  <a:pt x="21672" y="4405"/>
                  <a:pt x="21502" y="4481"/>
                </a:cubicBezTo>
                <a:cubicBezTo>
                  <a:pt x="21332" y="4556"/>
                  <a:pt x="21148" y="4594"/>
                  <a:pt x="20950" y="4594"/>
                </a:cubicBezTo>
                <a:cubicBezTo>
                  <a:pt x="20564" y="4594"/>
                  <a:pt x="20258" y="4445"/>
                  <a:pt x="20031" y="4147"/>
                </a:cubicBezTo>
                <a:cubicBezTo>
                  <a:pt x="19805" y="3849"/>
                  <a:pt x="19691" y="3437"/>
                  <a:pt x="19691" y="2909"/>
                </a:cubicBezTo>
                <a:cubicBezTo>
                  <a:pt x="19691" y="2634"/>
                  <a:pt x="19730" y="2390"/>
                  <a:pt x="19808" y="2175"/>
                </a:cubicBezTo>
                <a:cubicBezTo>
                  <a:pt x="19887" y="1960"/>
                  <a:pt x="19992" y="1778"/>
                  <a:pt x="20125" y="1627"/>
                </a:cubicBezTo>
                <a:cubicBezTo>
                  <a:pt x="20256" y="1480"/>
                  <a:pt x="20409" y="1368"/>
                  <a:pt x="20584" y="1291"/>
                </a:cubicBezTo>
                <a:cubicBezTo>
                  <a:pt x="20758" y="1213"/>
                  <a:pt x="20939" y="1174"/>
                  <a:pt x="21126" y="1174"/>
                </a:cubicBezTo>
                <a:cubicBezTo>
                  <a:pt x="21296" y="1174"/>
                  <a:pt x="21446" y="1192"/>
                  <a:pt x="21577" y="1228"/>
                </a:cubicBezTo>
                <a:cubicBezTo>
                  <a:pt x="21709" y="1264"/>
                  <a:pt x="21846" y="1320"/>
                  <a:pt x="21991" y="1395"/>
                </a:cubicBezTo>
                <a:lnTo>
                  <a:pt x="21991" y="0"/>
                </a:lnTo>
                <a:lnTo>
                  <a:pt x="22535" y="0"/>
                </a:lnTo>
                <a:lnTo>
                  <a:pt x="22535" y="4501"/>
                </a:lnTo>
                <a:moveTo>
                  <a:pt x="21991" y="3706"/>
                </a:moveTo>
                <a:lnTo>
                  <a:pt x="21991" y="1851"/>
                </a:lnTo>
                <a:cubicBezTo>
                  <a:pt x="21844" y="1786"/>
                  <a:pt x="21713" y="1741"/>
                  <a:pt x="21598" y="1715"/>
                </a:cubicBezTo>
                <a:cubicBezTo>
                  <a:pt x="21482" y="1690"/>
                  <a:pt x="21356" y="1678"/>
                  <a:pt x="21219" y="1678"/>
                </a:cubicBezTo>
                <a:cubicBezTo>
                  <a:pt x="20914" y="1678"/>
                  <a:pt x="20677" y="1784"/>
                  <a:pt x="20507" y="1996"/>
                </a:cubicBezTo>
                <a:cubicBezTo>
                  <a:pt x="20337" y="2208"/>
                  <a:pt x="20252" y="2509"/>
                  <a:pt x="20252" y="2899"/>
                </a:cubicBezTo>
                <a:cubicBezTo>
                  <a:pt x="20252" y="3282"/>
                  <a:pt x="20318" y="3574"/>
                  <a:pt x="20449" y="3774"/>
                </a:cubicBezTo>
                <a:cubicBezTo>
                  <a:pt x="20580" y="3973"/>
                  <a:pt x="20791" y="4073"/>
                  <a:pt x="21080" y="4073"/>
                </a:cubicBezTo>
                <a:cubicBezTo>
                  <a:pt x="21234" y="4073"/>
                  <a:pt x="21390" y="4039"/>
                  <a:pt x="21548" y="3970"/>
                </a:cubicBezTo>
                <a:cubicBezTo>
                  <a:pt x="21707" y="3902"/>
                  <a:pt x="21854" y="3814"/>
                  <a:pt x="21991" y="3706"/>
                </a:cubicBezTo>
                <a:close/>
                <a:moveTo>
                  <a:pt x="26116" y="4501"/>
                </a:moveTo>
                <a:lnTo>
                  <a:pt x="25575" y="4501"/>
                </a:lnTo>
                <a:lnTo>
                  <a:pt x="25575" y="4159"/>
                </a:lnTo>
                <a:cubicBezTo>
                  <a:pt x="25527" y="4192"/>
                  <a:pt x="25462" y="4238"/>
                  <a:pt x="25380" y="4297"/>
                </a:cubicBezTo>
                <a:cubicBezTo>
                  <a:pt x="25298" y="4356"/>
                  <a:pt x="25218" y="4403"/>
                  <a:pt x="25141" y="4437"/>
                </a:cubicBezTo>
                <a:cubicBezTo>
                  <a:pt x="25051" y="4482"/>
                  <a:pt x="24947" y="4519"/>
                  <a:pt x="24829" y="4549"/>
                </a:cubicBezTo>
                <a:cubicBezTo>
                  <a:pt x="24711" y="4579"/>
                  <a:pt x="24573" y="4594"/>
                  <a:pt x="24415" y="4594"/>
                </a:cubicBezTo>
                <a:cubicBezTo>
                  <a:pt x="24124" y="4594"/>
                  <a:pt x="23877" y="4497"/>
                  <a:pt x="23675" y="4304"/>
                </a:cubicBezTo>
                <a:cubicBezTo>
                  <a:pt x="23472" y="4111"/>
                  <a:pt x="23371" y="3865"/>
                  <a:pt x="23371" y="3566"/>
                </a:cubicBezTo>
                <a:cubicBezTo>
                  <a:pt x="23371" y="3320"/>
                  <a:pt x="23423" y="3122"/>
                  <a:pt x="23529" y="2970"/>
                </a:cubicBezTo>
                <a:cubicBezTo>
                  <a:pt x="23634" y="2819"/>
                  <a:pt x="23784" y="2699"/>
                  <a:pt x="23978" y="2613"/>
                </a:cubicBezTo>
                <a:cubicBezTo>
                  <a:pt x="24175" y="2526"/>
                  <a:pt x="24411" y="2467"/>
                  <a:pt x="24687" y="2436"/>
                </a:cubicBezTo>
                <a:cubicBezTo>
                  <a:pt x="24963" y="2405"/>
                  <a:pt x="25259" y="2382"/>
                  <a:pt x="25575" y="2366"/>
                </a:cubicBezTo>
                <a:lnTo>
                  <a:pt x="25575" y="2282"/>
                </a:lnTo>
                <a:cubicBezTo>
                  <a:pt x="25575" y="2157"/>
                  <a:pt x="25554" y="2054"/>
                  <a:pt x="25510" y="1973"/>
                </a:cubicBezTo>
                <a:cubicBezTo>
                  <a:pt x="25467" y="1891"/>
                  <a:pt x="25405" y="1827"/>
                  <a:pt x="25324" y="1780"/>
                </a:cubicBezTo>
                <a:cubicBezTo>
                  <a:pt x="25246" y="1735"/>
                  <a:pt x="25154" y="1705"/>
                  <a:pt x="25046" y="1690"/>
                </a:cubicBezTo>
                <a:cubicBezTo>
                  <a:pt x="24938" y="1674"/>
                  <a:pt x="24825" y="1666"/>
                  <a:pt x="24707" y="1666"/>
                </a:cubicBezTo>
                <a:cubicBezTo>
                  <a:pt x="24565" y="1666"/>
                  <a:pt x="24406" y="1686"/>
                  <a:pt x="24230" y="1724"/>
                </a:cubicBezTo>
                <a:cubicBezTo>
                  <a:pt x="24055" y="1763"/>
                  <a:pt x="23873" y="1819"/>
                  <a:pt x="23686" y="1892"/>
                </a:cubicBezTo>
                <a:lnTo>
                  <a:pt x="23657" y="1892"/>
                </a:lnTo>
                <a:lnTo>
                  <a:pt x="23657" y="1339"/>
                </a:lnTo>
                <a:cubicBezTo>
                  <a:pt x="23763" y="1310"/>
                  <a:pt x="23917" y="1279"/>
                  <a:pt x="24117" y="1244"/>
                </a:cubicBezTo>
                <a:cubicBezTo>
                  <a:pt x="24318" y="1209"/>
                  <a:pt x="24516" y="1192"/>
                  <a:pt x="24710" y="1192"/>
                </a:cubicBezTo>
                <a:cubicBezTo>
                  <a:pt x="24938" y="1192"/>
                  <a:pt x="25136" y="1211"/>
                  <a:pt x="25305" y="1248"/>
                </a:cubicBezTo>
                <a:cubicBezTo>
                  <a:pt x="25474" y="1286"/>
                  <a:pt x="25620" y="1350"/>
                  <a:pt x="25743" y="1441"/>
                </a:cubicBezTo>
                <a:cubicBezTo>
                  <a:pt x="25865" y="1529"/>
                  <a:pt x="25957" y="1644"/>
                  <a:pt x="26021" y="1785"/>
                </a:cubicBezTo>
                <a:cubicBezTo>
                  <a:pt x="26084" y="1926"/>
                  <a:pt x="26116" y="2100"/>
                  <a:pt x="26116" y="2308"/>
                </a:cubicBezTo>
                <a:lnTo>
                  <a:pt x="26116" y="4501"/>
                </a:lnTo>
                <a:moveTo>
                  <a:pt x="25575" y="3710"/>
                </a:moveTo>
                <a:lnTo>
                  <a:pt x="25575" y="2806"/>
                </a:lnTo>
                <a:cubicBezTo>
                  <a:pt x="25409" y="2816"/>
                  <a:pt x="25214" y="2830"/>
                  <a:pt x="24989" y="2850"/>
                </a:cubicBezTo>
                <a:cubicBezTo>
                  <a:pt x="24765" y="2869"/>
                  <a:pt x="24587" y="2897"/>
                  <a:pt x="24456" y="2934"/>
                </a:cubicBezTo>
                <a:cubicBezTo>
                  <a:pt x="24300" y="2978"/>
                  <a:pt x="24173" y="3048"/>
                  <a:pt x="24077" y="3142"/>
                </a:cubicBezTo>
                <a:cubicBezTo>
                  <a:pt x="23980" y="3236"/>
                  <a:pt x="23932" y="3365"/>
                  <a:pt x="23932" y="3530"/>
                </a:cubicBezTo>
                <a:cubicBezTo>
                  <a:pt x="23932" y="3716"/>
                  <a:pt x="23988" y="3856"/>
                  <a:pt x="24100" y="3950"/>
                </a:cubicBezTo>
                <a:cubicBezTo>
                  <a:pt x="24212" y="4044"/>
                  <a:pt x="24382" y="4090"/>
                  <a:pt x="24612" y="4090"/>
                </a:cubicBezTo>
                <a:cubicBezTo>
                  <a:pt x="24803" y="4090"/>
                  <a:pt x="24977" y="4053"/>
                  <a:pt x="25136" y="3979"/>
                </a:cubicBezTo>
                <a:cubicBezTo>
                  <a:pt x="25294" y="3904"/>
                  <a:pt x="25440" y="3814"/>
                  <a:pt x="25575" y="3710"/>
                </a:cubicBezTo>
                <a:close/>
                <a:moveTo>
                  <a:pt x="29868" y="2939"/>
                </a:moveTo>
                <a:lnTo>
                  <a:pt x="27487" y="2939"/>
                </a:lnTo>
                <a:cubicBezTo>
                  <a:pt x="27487" y="3138"/>
                  <a:pt x="27517" y="3312"/>
                  <a:pt x="27577" y="3460"/>
                </a:cubicBezTo>
                <a:cubicBezTo>
                  <a:pt x="27637" y="3608"/>
                  <a:pt x="27719" y="3729"/>
                  <a:pt x="27823" y="3824"/>
                </a:cubicBezTo>
                <a:cubicBezTo>
                  <a:pt x="27923" y="3916"/>
                  <a:pt x="28042" y="3986"/>
                  <a:pt x="28180" y="4032"/>
                </a:cubicBezTo>
                <a:cubicBezTo>
                  <a:pt x="28318" y="4079"/>
                  <a:pt x="28470" y="4102"/>
                  <a:pt x="28636" y="4102"/>
                </a:cubicBezTo>
                <a:cubicBezTo>
                  <a:pt x="28856" y="4102"/>
                  <a:pt x="29077" y="4058"/>
                  <a:pt x="29300" y="3969"/>
                </a:cubicBezTo>
                <a:cubicBezTo>
                  <a:pt x="29522" y="3881"/>
                  <a:pt x="29681" y="3794"/>
                  <a:pt x="29776" y="3709"/>
                </a:cubicBezTo>
                <a:lnTo>
                  <a:pt x="29805" y="3709"/>
                </a:lnTo>
                <a:lnTo>
                  <a:pt x="29805" y="4304"/>
                </a:lnTo>
                <a:cubicBezTo>
                  <a:pt x="29621" y="4381"/>
                  <a:pt x="29434" y="4446"/>
                  <a:pt x="29243" y="4498"/>
                </a:cubicBezTo>
                <a:cubicBezTo>
                  <a:pt x="29052" y="4550"/>
                  <a:pt x="28852" y="4576"/>
                  <a:pt x="28642" y="4576"/>
                </a:cubicBezTo>
                <a:cubicBezTo>
                  <a:pt x="28105" y="4576"/>
                  <a:pt x="27687" y="4431"/>
                  <a:pt x="27386" y="4140"/>
                </a:cubicBezTo>
                <a:cubicBezTo>
                  <a:pt x="27085" y="3850"/>
                  <a:pt x="26935" y="3437"/>
                  <a:pt x="26935" y="2902"/>
                </a:cubicBezTo>
                <a:cubicBezTo>
                  <a:pt x="26935" y="2372"/>
                  <a:pt x="27079" y="1952"/>
                  <a:pt x="27367" y="1641"/>
                </a:cubicBezTo>
                <a:cubicBezTo>
                  <a:pt x="27656" y="1330"/>
                  <a:pt x="28035" y="1174"/>
                  <a:pt x="28506" y="1174"/>
                </a:cubicBezTo>
                <a:cubicBezTo>
                  <a:pt x="28942" y="1174"/>
                  <a:pt x="29278" y="1302"/>
                  <a:pt x="29514" y="1557"/>
                </a:cubicBezTo>
                <a:cubicBezTo>
                  <a:pt x="29750" y="1812"/>
                  <a:pt x="29868" y="2174"/>
                  <a:pt x="29868" y="2644"/>
                </a:cubicBezTo>
                <a:lnTo>
                  <a:pt x="29868" y="2939"/>
                </a:lnTo>
                <a:moveTo>
                  <a:pt x="29339" y="2523"/>
                </a:moveTo>
                <a:cubicBezTo>
                  <a:pt x="29337" y="2237"/>
                  <a:pt x="29265" y="2016"/>
                  <a:pt x="29123" y="1860"/>
                </a:cubicBezTo>
                <a:cubicBezTo>
                  <a:pt x="28982" y="1704"/>
                  <a:pt x="28766" y="1626"/>
                  <a:pt x="28477" y="1626"/>
                </a:cubicBezTo>
                <a:cubicBezTo>
                  <a:pt x="28186" y="1626"/>
                  <a:pt x="27954" y="1712"/>
                  <a:pt x="27781" y="1883"/>
                </a:cubicBezTo>
                <a:cubicBezTo>
                  <a:pt x="27608" y="2055"/>
                  <a:pt x="27511" y="2268"/>
                  <a:pt x="27487" y="2523"/>
                </a:cubicBezTo>
                <a:lnTo>
                  <a:pt x="29339" y="25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4934EF-923A-403F-9705-A96199A4B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730" y="1420623"/>
            <a:ext cx="22960" cy="39365"/>
          </a:xfrm>
          <a:custGeom xmlns:a="http://schemas.openxmlformats.org/drawingml/2006/main">
            <a:pathLst>
              <a:path w="22960" h="39365">
                <a:moveTo>
                  <a:pt x="0" y="0"/>
                </a:moveTo>
                <a:lnTo>
                  <a:pt x="22960" y="0"/>
                </a:lnTo>
                <a:lnTo>
                  <a:pt x="22960" y="39365"/>
                </a:lnTo>
                <a:lnTo>
                  <a:pt x="0" y="393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65726E-B32A-420C-9C05-B786A3BC7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4730" y="1420627"/>
            <a:ext cx="22960" cy="39364"/>
          </a:xfrm>
          <a:custGeom xmlns:a="http://schemas.openxmlformats.org/drawingml/2006/main">
            <a:pathLst>
              <a:path w="22960" h="39364" fill="none">
                <a:moveTo>
                  <a:pt x="0" y="0"/>
                </a:moveTo>
                <a:lnTo>
                  <a:pt x="22960" y="0"/>
                </a:lnTo>
                <a:lnTo>
                  <a:pt x="22960" y="39364"/>
                </a:lnTo>
                <a:lnTo>
                  <a:pt x="0" y="393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79" name="Text Bibionidae">
            <a:extLst xmlns:a="http://schemas.openxmlformats.org/drawingml/2006/main">
              <a:ext uri="{FF2B5EF4-FFF2-40B4-BE49-F238E27FC236}">
                <a16:creationId xmlns:a16="http://schemas.microsoft.com/office/drawing/2014/main" id="{2D55CA90-2C8C-41D0-B314-D463D0D6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7659" y="1421686"/>
            <a:ext cx="22319" cy="3431"/>
          </a:xfrm>
          <a:custGeom xmlns:a="http://schemas.openxmlformats.org/drawingml/2006/main">
            <a:pathLst>
              <a:path w="22319" h="3431">
                <a:moveTo>
                  <a:pt x="2426" y="2372"/>
                </a:moveTo>
                <a:cubicBezTo>
                  <a:pt x="2426" y="2532"/>
                  <a:pt x="2396" y="2673"/>
                  <a:pt x="2335" y="2796"/>
                </a:cubicBezTo>
                <a:cubicBezTo>
                  <a:pt x="2275" y="2918"/>
                  <a:pt x="2194" y="3019"/>
                  <a:pt x="2091" y="3098"/>
                </a:cubicBezTo>
                <a:cubicBezTo>
                  <a:pt x="1970" y="3193"/>
                  <a:pt x="1837" y="3261"/>
                  <a:pt x="1693" y="3301"/>
                </a:cubicBezTo>
                <a:cubicBezTo>
                  <a:pt x="1548" y="3342"/>
                  <a:pt x="1364" y="3362"/>
                  <a:pt x="1141" y="3362"/>
                </a:cubicBezTo>
                <a:lnTo>
                  <a:pt x="0" y="3362"/>
                </a:lnTo>
                <a:lnTo>
                  <a:pt x="0" y="143"/>
                </a:lnTo>
                <a:lnTo>
                  <a:pt x="953" y="143"/>
                </a:lnTo>
                <a:cubicBezTo>
                  <a:pt x="1188" y="143"/>
                  <a:pt x="1363" y="151"/>
                  <a:pt x="1480" y="169"/>
                </a:cubicBezTo>
                <a:cubicBezTo>
                  <a:pt x="1597" y="186"/>
                  <a:pt x="1708" y="222"/>
                  <a:pt x="1815" y="277"/>
                </a:cubicBezTo>
                <a:cubicBezTo>
                  <a:pt x="1933" y="339"/>
                  <a:pt x="2019" y="418"/>
                  <a:pt x="2072" y="516"/>
                </a:cubicBezTo>
                <a:cubicBezTo>
                  <a:pt x="2125" y="613"/>
                  <a:pt x="2152" y="730"/>
                  <a:pt x="2152" y="865"/>
                </a:cubicBezTo>
                <a:cubicBezTo>
                  <a:pt x="2152" y="1018"/>
                  <a:pt x="2113" y="1148"/>
                  <a:pt x="2035" y="1256"/>
                </a:cubicBezTo>
                <a:cubicBezTo>
                  <a:pt x="1957" y="1363"/>
                  <a:pt x="1854" y="1450"/>
                  <a:pt x="1724" y="1515"/>
                </a:cubicBezTo>
                <a:lnTo>
                  <a:pt x="1724" y="1532"/>
                </a:lnTo>
                <a:cubicBezTo>
                  <a:pt x="1942" y="1577"/>
                  <a:pt x="2113" y="1672"/>
                  <a:pt x="2238" y="1818"/>
                </a:cubicBezTo>
                <a:cubicBezTo>
                  <a:pt x="2364" y="1965"/>
                  <a:pt x="2426" y="2149"/>
                  <a:pt x="2426" y="2372"/>
                </a:cubicBezTo>
                <a:moveTo>
                  <a:pt x="1707" y="925"/>
                </a:moveTo>
                <a:cubicBezTo>
                  <a:pt x="1707" y="848"/>
                  <a:pt x="1694" y="782"/>
                  <a:pt x="1668" y="729"/>
                </a:cubicBezTo>
                <a:cubicBezTo>
                  <a:pt x="1642" y="676"/>
                  <a:pt x="1600" y="633"/>
                  <a:pt x="1543" y="600"/>
                </a:cubicBezTo>
                <a:cubicBezTo>
                  <a:pt x="1475" y="562"/>
                  <a:pt x="1393" y="537"/>
                  <a:pt x="1296" y="528"/>
                </a:cubicBezTo>
                <a:cubicBezTo>
                  <a:pt x="1200" y="519"/>
                  <a:pt x="1080" y="514"/>
                  <a:pt x="938" y="514"/>
                </a:cubicBezTo>
                <a:lnTo>
                  <a:pt x="428" y="514"/>
                </a:lnTo>
                <a:lnTo>
                  <a:pt x="428" y="1439"/>
                </a:lnTo>
                <a:lnTo>
                  <a:pt x="981" y="1439"/>
                </a:lnTo>
                <a:cubicBezTo>
                  <a:pt x="1115" y="1439"/>
                  <a:pt x="1221" y="1432"/>
                  <a:pt x="1301" y="1418"/>
                </a:cubicBezTo>
                <a:cubicBezTo>
                  <a:pt x="1380" y="1405"/>
                  <a:pt x="1453" y="1377"/>
                  <a:pt x="1521" y="1333"/>
                </a:cubicBezTo>
                <a:cubicBezTo>
                  <a:pt x="1589" y="1291"/>
                  <a:pt x="1637" y="1235"/>
                  <a:pt x="1665" y="1167"/>
                </a:cubicBezTo>
                <a:cubicBezTo>
                  <a:pt x="1693" y="1099"/>
                  <a:pt x="1707" y="1018"/>
                  <a:pt x="1707" y="925"/>
                </a:cubicBezTo>
                <a:moveTo>
                  <a:pt x="1981" y="2387"/>
                </a:moveTo>
                <a:cubicBezTo>
                  <a:pt x="1981" y="2259"/>
                  <a:pt x="1962" y="2156"/>
                  <a:pt x="1923" y="2081"/>
                </a:cubicBezTo>
                <a:cubicBezTo>
                  <a:pt x="1884" y="2005"/>
                  <a:pt x="1813" y="1941"/>
                  <a:pt x="1711" y="1888"/>
                </a:cubicBezTo>
                <a:cubicBezTo>
                  <a:pt x="1642" y="1852"/>
                  <a:pt x="1558" y="1829"/>
                  <a:pt x="1459" y="1818"/>
                </a:cubicBezTo>
                <a:cubicBezTo>
                  <a:pt x="1361" y="1807"/>
                  <a:pt x="1241" y="1802"/>
                  <a:pt x="1100" y="1802"/>
                </a:cubicBezTo>
                <a:lnTo>
                  <a:pt x="428" y="1802"/>
                </a:lnTo>
                <a:lnTo>
                  <a:pt x="428" y="2990"/>
                </a:lnTo>
                <a:lnTo>
                  <a:pt x="994" y="2990"/>
                </a:lnTo>
                <a:cubicBezTo>
                  <a:pt x="1181" y="2990"/>
                  <a:pt x="1334" y="2980"/>
                  <a:pt x="1454" y="2961"/>
                </a:cubicBezTo>
                <a:cubicBezTo>
                  <a:pt x="1574" y="2942"/>
                  <a:pt x="1671" y="2906"/>
                  <a:pt x="1748" y="2855"/>
                </a:cubicBezTo>
                <a:cubicBezTo>
                  <a:pt x="1828" y="2799"/>
                  <a:pt x="1888" y="2736"/>
                  <a:pt x="1925" y="2664"/>
                </a:cubicBezTo>
                <a:cubicBezTo>
                  <a:pt x="1962" y="2593"/>
                  <a:pt x="1981" y="2500"/>
                  <a:pt x="1981" y="2387"/>
                </a:cubicBezTo>
                <a:close/>
                <a:moveTo>
                  <a:pt x="3437" y="544"/>
                </a:moveTo>
                <a:lnTo>
                  <a:pt x="2979" y="544"/>
                </a:lnTo>
                <a:lnTo>
                  <a:pt x="2979" y="121"/>
                </a:lnTo>
                <a:lnTo>
                  <a:pt x="3437" y="121"/>
                </a:lnTo>
                <a:lnTo>
                  <a:pt x="3437" y="544"/>
                </a:lnTo>
                <a:moveTo>
                  <a:pt x="3411" y="3362"/>
                </a:moveTo>
                <a:lnTo>
                  <a:pt x="3005" y="3362"/>
                </a:lnTo>
                <a:lnTo>
                  <a:pt x="3005" y="946"/>
                </a:lnTo>
                <a:lnTo>
                  <a:pt x="3411" y="946"/>
                </a:lnTo>
                <a:lnTo>
                  <a:pt x="3411" y="3362"/>
                </a:lnTo>
                <a:close/>
                <a:moveTo>
                  <a:pt x="6339" y="2136"/>
                </a:moveTo>
                <a:cubicBezTo>
                  <a:pt x="6339" y="2338"/>
                  <a:pt x="6310" y="2520"/>
                  <a:pt x="6253" y="2681"/>
                </a:cubicBezTo>
                <a:cubicBezTo>
                  <a:pt x="6197" y="2843"/>
                  <a:pt x="6120" y="2979"/>
                  <a:pt x="6023" y="3089"/>
                </a:cubicBezTo>
                <a:cubicBezTo>
                  <a:pt x="5921" y="3203"/>
                  <a:pt x="5809" y="3288"/>
                  <a:pt x="5686" y="3345"/>
                </a:cubicBezTo>
                <a:cubicBezTo>
                  <a:pt x="5564" y="3402"/>
                  <a:pt x="5429" y="3431"/>
                  <a:pt x="5282" y="3431"/>
                </a:cubicBezTo>
                <a:cubicBezTo>
                  <a:pt x="5145" y="3431"/>
                  <a:pt x="5026" y="3415"/>
                  <a:pt x="4924" y="3382"/>
                </a:cubicBezTo>
                <a:cubicBezTo>
                  <a:pt x="4821" y="3350"/>
                  <a:pt x="4721" y="3306"/>
                  <a:pt x="4621" y="3251"/>
                </a:cubicBezTo>
                <a:lnTo>
                  <a:pt x="4595" y="3362"/>
                </a:lnTo>
                <a:lnTo>
                  <a:pt x="4215" y="3362"/>
                </a:lnTo>
                <a:lnTo>
                  <a:pt x="4215" y="0"/>
                </a:lnTo>
                <a:lnTo>
                  <a:pt x="4621" y="0"/>
                </a:lnTo>
                <a:lnTo>
                  <a:pt x="4621" y="1198"/>
                </a:lnTo>
                <a:cubicBezTo>
                  <a:pt x="4735" y="1104"/>
                  <a:pt x="4856" y="1027"/>
                  <a:pt x="4984" y="967"/>
                </a:cubicBezTo>
                <a:cubicBezTo>
                  <a:pt x="5112" y="907"/>
                  <a:pt x="5256" y="877"/>
                  <a:pt x="5416" y="877"/>
                </a:cubicBezTo>
                <a:cubicBezTo>
                  <a:pt x="5701" y="877"/>
                  <a:pt x="5926" y="987"/>
                  <a:pt x="6091" y="1206"/>
                </a:cubicBezTo>
                <a:cubicBezTo>
                  <a:pt x="6256" y="1426"/>
                  <a:pt x="6339" y="1736"/>
                  <a:pt x="6339" y="2136"/>
                </a:cubicBezTo>
                <a:moveTo>
                  <a:pt x="5920" y="2146"/>
                </a:moveTo>
                <a:cubicBezTo>
                  <a:pt x="5920" y="1858"/>
                  <a:pt x="5872" y="1639"/>
                  <a:pt x="5777" y="1490"/>
                </a:cubicBezTo>
                <a:cubicBezTo>
                  <a:pt x="5682" y="1341"/>
                  <a:pt x="5529" y="1266"/>
                  <a:pt x="5317" y="1266"/>
                </a:cubicBezTo>
                <a:cubicBezTo>
                  <a:pt x="5199" y="1266"/>
                  <a:pt x="5079" y="1292"/>
                  <a:pt x="4958" y="1343"/>
                </a:cubicBezTo>
                <a:cubicBezTo>
                  <a:pt x="4837" y="1394"/>
                  <a:pt x="4725" y="1460"/>
                  <a:pt x="4621" y="1541"/>
                </a:cubicBezTo>
                <a:lnTo>
                  <a:pt x="4621" y="2925"/>
                </a:lnTo>
                <a:cubicBezTo>
                  <a:pt x="4736" y="2977"/>
                  <a:pt x="4835" y="3013"/>
                  <a:pt x="4918" y="3033"/>
                </a:cubicBezTo>
                <a:cubicBezTo>
                  <a:pt x="5001" y="3053"/>
                  <a:pt x="5095" y="3064"/>
                  <a:pt x="5200" y="3064"/>
                </a:cubicBezTo>
                <a:cubicBezTo>
                  <a:pt x="5425" y="3064"/>
                  <a:pt x="5601" y="2990"/>
                  <a:pt x="5728" y="2842"/>
                </a:cubicBezTo>
                <a:cubicBezTo>
                  <a:pt x="5856" y="2694"/>
                  <a:pt x="5920" y="2462"/>
                  <a:pt x="5920" y="2146"/>
                </a:cubicBezTo>
                <a:close/>
                <a:moveTo>
                  <a:pt x="7408" y="544"/>
                </a:moveTo>
                <a:lnTo>
                  <a:pt x="6950" y="544"/>
                </a:lnTo>
                <a:lnTo>
                  <a:pt x="6950" y="121"/>
                </a:lnTo>
                <a:lnTo>
                  <a:pt x="7408" y="121"/>
                </a:lnTo>
                <a:lnTo>
                  <a:pt x="7408" y="544"/>
                </a:lnTo>
                <a:moveTo>
                  <a:pt x="7382" y="3362"/>
                </a:moveTo>
                <a:lnTo>
                  <a:pt x="6976" y="3362"/>
                </a:lnTo>
                <a:lnTo>
                  <a:pt x="6976" y="946"/>
                </a:lnTo>
                <a:lnTo>
                  <a:pt x="7382" y="946"/>
                </a:lnTo>
                <a:lnTo>
                  <a:pt x="7382" y="3362"/>
                </a:lnTo>
                <a:close/>
                <a:moveTo>
                  <a:pt x="10243" y="2155"/>
                </a:moveTo>
                <a:cubicBezTo>
                  <a:pt x="10243" y="2549"/>
                  <a:pt x="10142" y="2860"/>
                  <a:pt x="9940" y="3089"/>
                </a:cubicBezTo>
                <a:cubicBezTo>
                  <a:pt x="9738" y="3317"/>
                  <a:pt x="9468" y="3431"/>
                  <a:pt x="9130" y="3431"/>
                </a:cubicBezTo>
                <a:cubicBezTo>
                  <a:pt x="8789" y="3431"/>
                  <a:pt x="8517" y="3317"/>
                  <a:pt x="8317" y="3089"/>
                </a:cubicBezTo>
                <a:cubicBezTo>
                  <a:pt x="8116" y="2860"/>
                  <a:pt x="8015" y="2549"/>
                  <a:pt x="8015" y="2155"/>
                </a:cubicBezTo>
                <a:cubicBezTo>
                  <a:pt x="8015" y="1761"/>
                  <a:pt x="8116" y="1449"/>
                  <a:pt x="8317" y="1220"/>
                </a:cubicBezTo>
                <a:cubicBezTo>
                  <a:pt x="8517" y="992"/>
                  <a:pt x="8789" y="877"/>
                  <a:pt x="9130" y="877"/>
                </a:cubicBezTo>
                <a:cubicBezTo>
                  <a:pt x="9468" y="877"/>
                  <a:pt x="9738" y="992"/>
                  <a:pt x="9940" y="1220"/>
                </a:cubicBezTo>
                <a:cubicBezTo>
                  <a:pt x="10142" y="1449"/>
                  <a:pt x="10243" y="1761"/>
                  <a:pt x="10243" y="2155"/>
                </a:cubicBezTo>
                <a:moveTo>
                  <a:pt x="9823" y="2155"/>
                </a:moveTo>
                <a:cubicBezTo>
                  <a:pt x="9823" y="1843"/>
                  <a:pt x="9762" y="1611"/>
                  <a:pt x="9640" y="1459"/>
                </a:cubicBezTo>
                <a:cubicBezTo>
                  <a:pt x="9517" y="1307"/>
                  <a:pt x="9347" y="1231"/>
                  <a:pt x="9130" y="1231"/>
                </a:cubicBezTo>
                <a:cubicBezTo>
                  <a:pt x="8910" y="1231"/>
                  <a:pt x="8739" y="1307"/>
                  <a:pt x="8617" y="1459"/>
                </a:cubicBezTo>
                <a:cubicBezTo>
                  <a:pt x="8495" y="1611"/>
                  <a:pt x="8434" y="1843"/>
                  <a:pt x="8434" y="2155"/>
                </a:cubicBezTo>
                <a:cubicBezTo>
                  <a:pt x="8434" y="2457"/>
                  <a:pt x="8495" y="2686"/>
                  <a:pt x="8618" y="2842"/>
                </a:cubicBezTo>
                <a:cubicBezTo>
                  <a:pt x="8740" y="2998"/>
                  <a:pt x="8911" y="3077"/>
                  <a:pt x="9130" y="3077"/>
                </a:cubicBezTo>
                <a:cubicBezTo>
                  <a:pt x="9346" y="3077"/>
                  <a:pt x="9516" y="2999"/>
                  <a:pt x="9639" y="2845"/>
                </a:cubicBezTo>
                <a:cubicBezTo>
                  <a:pt x="9762" y="2690"/>
                  <a:pt x="9823" y="2460"/>
                  <a:pt x="9823" y="2155"/>
                </a:cubicBezTo>
                <a:close/>
                <a:moveTo>
                  <a:pt x="12889" y="3362"/>
                </a:moveTo>
                <a:lnTo>
                  <a:pt x="12483" y="3362"/>
                </a:lnTo>
                <a:lnTo>
                  <a:pt x="12483" y="1986"/>
                </a:lnTo>
                <a:cubicBezTo>
                  <a:pt x="12483" y="1875"/>
                  <a:pt x="12476" y="1771"/>
                  <a:pt x="12463" y="1674"/>
                </a:cubicBezTo>
                <a:cubicBezTo>
                  <a:pt x="12450" y="1576"/>
                  <a:pt x="12427" y="1500"/>
                  <a:pt x="12392" y="1446"/>
                </a:cubicBezTo>
                <a:cubicBezTo>
                  <a:pt x="12356" y="1385"/>
                  <a:pt x="12304" y="1340"/>
                  <a:pt x="12237" y="1310"/>
                </a:cubicBezTo>
                <a:cubicBezTo>
                  <a:pt x="12169" y="1281"/>
                  <a:pt x="12081" y="1266"/>
                  <a:pt x="11973" y="1266"/>
                </a:cubicBezTo>
                <a:cubicBezTo>
                  <a:pt x="11862" y="1266"/>
                  <a:pt x="11746" y="1293"/>
                  <a:pt x="11625" y="1348"/>
                </a:cubicBezTo>
                <a:cubicBezTo>
                  <a:pt x="11504" y="1403"/>
                  <a:pt x="11388" y="1473"/>
                  <a:pt x="11277" y="1558"/>
                </a:cubicBezTo>
                <a:lnTo>
                  <a:pt x="11277" y="3362"/>
                </a:lnTo>
                <a:lnTo>
                  <a:pt x="10871" y="3362"/>
                </a:lnTo>
                <a:lnTo>
                  <a:pt x="10871" y="946"/>
                </a:lnTo>
                <a:lnTo>
                  <a:pt x="11277" y="946"/>
                </a:lnTo>
                <a:lnTo>
                  <a:pt x="11277" y="1213"/>
                </a:lnTo>
                <a:cubicBezTo>
                  <a:pt x="11404" y="1107"/>
                  <a:pt x="11535" y="1025"/>
                  <a:pt x="11671" y="966"/>
                </a:cubicBezTo>
                <a:cubicBezTo>
                  <a:pt x="11806" y="907"/>
                  <a:pt x="11945" y="877"/>
                  <a:pt x="12087" y="877"/>
                </a:cubicBezTo>
                <a:cubicBezTo>
                  <a:pt x="12348" y="877"/>
                  <a:pt x="12547" y="956"/>
                  <a:pt x="12684" y="1113"/>
                </a:cubicBezTo>
                <a:cubicBezTo>
                  <a:pt x="12821" y="1270"/>
                  <a:pt x="12889" y="1497"/>
                  <a:pt x="12889" y="1793"/>
                </a:cubicBezTo>
                <a:lnTo>
                  <a:pt x="12889" y="3362"/>
                </a:lnTo>
                <a:close/>
                <a:moveTo>
                  <a:pt x="14107" y="544"/>
                </a:moveTo>
                <a:lnTo>
                  <a:pt x="13649" y="544"/>
                </a:lnTo>
                <a:lnTo>
                  <a:pt x="13649" y="121"/>
                </a:lnTo>
                <a:lnTo>
                  <a:pt x="14107" y="121"/>
                </a:lnTo>
                <a:lnTo>
                  <a:pt x="14107" y="544"/>
                </a:lnTo>
                <a:moveTo>
                  <a:pt x="14082" y="3362"/>
                </a:moveTo>
                <a:lnTo>
                  <a:pt x="13675" y="3362"/>
                </a:lnTo>
                <a:lnTo>
                  <a:pt x="13675" y="946"/>
                </a:lnTo>
                <a:lnTo>
                  <a:pt x="14082" y="946"/>
                </a:lnTo>
                <a:lnTo>
                  <a:pt x="14082" y="3362"/>
                </a:lnTo>
                <a:close/>
                <a:moveTo>
                  <a:pt x="16843" y="3362"/>
                </a:moveTo>
                <a:lnTo>
                  <a:pt x="16436" y="3362"/>
                </a:lnTo>
                <a:lnTo>
                  <a:pt x="16436" y="3110"/>
                </a:lnTo>
                <a:cubicBezTo>
                  <a:pt x="16320" y="3211"/>
                  <a:pt x="16198" y="3290"/>
                  <a:pt x="16071" y="3346"/>
                </a:cubicBezTo>
                <a:cubicBezTo>
                  <a:pt x="15945" y="3403"/>
                  <a:pt x="15807" y="3431"/>
                  <a:pt x="15659" y="3431"/>
                </a:cubicBezTo>
                <a:cubicBezTo>
                  <a:pt x="15371" y="3431"/>
                  <a:pt x="15142" y="3320"/>
                  <a:pt x="14973" y="3097"/>
                </a:cubicBezTo>
                <a:cubicBezTo>
                  <a:pt x="14804" y="2875"/>
                  <a:pt x="14719" y="2567"/>
                  <a:pt x="14719" y="2172"/>
                </a:cubicBezTo>
                <a:cubicBezTo>
                  <a:pt x="14719" y="1967"/>
                  <a:pt x="14748" y="1785"/>
                  <a:pt x="14806" y="1624"/>
                </a:cubicBezTo>
                <a:cubicBezTo>
                  <a:pt x="14865" y="1464"/>
                  <a:pt x="14944" y="1328"/>
                  <a:pt x="15043" y="1215"/>
                </a:cubicBezTo>
                <a:cubicBezTo>
                  <a:pt x="15141" y="1105"/>
                  <a:pt x="15255" y="1022"/>
                  <a:pt x="15385" y="964"/>
                </a:cubicBezTo>
                <a:cubicBezTo>
                  <a:pt x="15516" y="906"/>
                  <a:pt x="15651" y="877"/>
                  <a:pt x="15790" y="877"/>
                </a:cubicBezTo>
                <a:cubicBezTo>
                  <a:pt x="15917" y="877"/>
                  <a:pt x="16030" y="891"/>
                  <a:pt x="16128" y="917"/>
                </a:cubicBezTo>
                <a:cubicBezTo>
                  <a:pt x="16225" y="944"/>
                  <a:pt x="16328" y="985"/>
                  <a:pt x="16436" y="1042"/>
                </a:cubicBezTo>
                <a:lnTo>
                  <a:pt x="16436" y="0"/>
                </a:lnTo>
                <a:lnTo>
                  <a:pt x="16843" y="0"/>
                </a:lnTo>
                <a:lnTo>
                  <a:pt x="16843" y="3362"/>
                </a:lnTo>
                <a:moveTo>
                  <a:pt x="16436" y="2768"/>
                </a:moveTo>
                <a:lnTo>
                  <a:pt x="16436" y="1383"/>
                </a:lnTo>
                <a:cubicBezTo>
                  <a:pt x="16327" y="1334"/>
                  <a:pt x="16229" y="1300"/>
                  <a:pt x="16143" y="1281"/>
                </a:cubicBezTo>
                <a:cubicBezTo>
                  <a:pt x="16056" y="1262"/>
                  <a:pt x="15962" y="1253"/>
                  <a:pt x="15860" y="1253"/>
                </a:cubicBezTo>
                <a:cubicBezTo>
                  <a:pt x="15632" y="1253"/>
                  <a:pt x="15455" y="1332"/>
                  <a:pt x="15328" y="1491"/>
                </a:cubicBezTo>
                <a:cubicBezTo>
                  <a:pt x="15201" y="1649"/>
                  <a:pt x="15138" y="1874"/>
                  <a:pt x="15138" y="2165"/>
                </a:cubicBezTo>
                <a:cubicBezTo>
                  <a:pt x="15138" y="2451"/>
                  <a:pt x="15187" y="2669"/>
                  <a:pt x="15285" y="2818"/>
                </a:cubicBezTo>
                <a:cubicBezTo>
                  <a:pt x="15383" y="2967"/>
                  <a:pt x="15540" y="3042"/>
                  <a:pt x="15756" y="3042"/>
                </a:cubicBezTo>
                <a:cubicBezTo>
                  <a:pt x="15871" y="3042"/>
                  <a:pt x="15988" y="3016"/>
                  <a:pt x="16106" y="2965"/>
                </a:cubicBezTo>
                <a:cubicBezTo>
                  <a:pt x="16224" y="2914"/>
                  <a:pt x="16334" y="2848"/>
                  <a:pt x="16436" y="2768"/>
                </a:cubicBezTo>
                <a:close/>
                <a:moveTo>
                  <a:pt x="19517" y="3362"/>
                </a:moveTo>
                <a:lnTo>
                  <a:pt x="19113" y="3362"/>
                </a:lnTo>
                <a:lnTo>
                  <a:pt x="19113" y="3106"/>
                </a:lnTo>
                <a:cubicBezTo>
                  <a:pt x="19077" y="3131"/>
                  <a:pt x="19029" y="3165"/>
                  <a:pt x="18967" y="3209"/>
                </a:cubicBezTo>
                <a:cubicBezTo>
                  <a:pt x="18906" y="3253"/>
                  <a:pt x="18847" y="3288"/>
                  <a:pt x="18789" y="3314"/>
                </a:cubicBezTo>
                <a:cubicBezTo>
                  <a:pt x="18721" y="3347"/>
                  <a:pt x="18644" y="3375"/>
                  <a:pt x="18556" y="3397"/>
                </a:cubicBezTo>
                <a:cubicBezTo>
                  <a:pt x="18468" y="3420"/>
                  <a:pt x="18365" y="3431"/>
                  <a:pt x="18247" y="3431"/>
                </a:cubicBezTo>
                <a:cubicBezTo>
                  <a:pt x="18029" y="3431"/>
                  <a:pt x="17845" y="3359"/>
                  <a:pt x="17694" y="3215"/>
                </a:cubicBezTo>
                <a:cubicBezTo>
                  <a:pt x="17543" y="3070"/>
                  <a:pt x="17467" y="2886"/>
                  <a:pt x="17467" y="2663"/>
                </a:cubicBezTo>
                <a:cubicBezTo>
                  <a:pt x="17467" y="2480"/>
                  <a:pt x="17506" y="2332"/>
                  <a:pt x="17585" y="2218"/>
                </a:cubicBezTo>
                <a:cubicBezTo>
                  <a:pt x="17663" y="2105"/>
                  <a:pt x="17775" y="2016"/>
                  <a:pt x="17921" y="1951"/>
                </a:cubicBezTo>
                <a:cubicBezTo>
                  <a:pt x="18068" y="1886"/>
                  <a:pt x="18244" y="1842"/>
                  <a:pt x="18450" y="1819"/>
                </a:cubicBezTo>
                <a:cubicBezTo>
                  <a:pt x="18656" y="1796"/>
                  <a:pt x="18877" y="1779"/>
                  <a:pt x="19113" y="1767"/>
                </a:cubicBezTo>
                <a:lnTo>
                  <a:pt x="19113" y="1704"/>
                </a:lnTo>
                <a:cubicBezTo>
                  <a:pt x="19113" y="1611"/>
                  <a:pt x="19097" y="1534"/>
                  <a:pt x="19065" y="1473"/>
                </a:cubicBezTo>
                <a:cubicBezTo>
                  <a:pt x="19032" y="1412"/>
                  <a:pt x="18986" y="1364"/>
                  <a:pt x="18925" y="1329"/>
                </a:cubicBezTo>
                <a:cubicBezTo>
                  <a:pt x="18868" y="1296"/>
                  <a:pt x="18798" y="1273"/>
                  <a:pt x="18718" y="1262"/>
                </a:cubicBezTo>
                <a:cubicBezTo>
                  <a:pt x="18637" y="1250"/>
                  <a:pt x="18553" y="1244"/>
                  <a:pt x="18465" y="1244"/>
                </a:cubicBezTo>
                <a:cubicBezTo>
                  <a:pt x="18358" y="1244"/>
                  <a:pt x="18240" y="1259"/>
                  <a:pt x="18109" y="1288"/>
                </a:cubicBezTo>
                <a:cubicBezTo>
                  <a:pt x="17977" y="1317"/>
                  <a:pt x="17842" y="1358"/>
                  <a:pt x="17702" y="1413"/>
                </a:cubicBezTo>
                <a:lnTo>
                  <a:pt x="17681" y="1413"/>
                </a:lnTo>
                <a:lnTo>
                  <a:pt x="17681" y="1000"/>
                </a:lnTo>
                <a:cubicBezTo>
                  <a:pt x="17760" y="979"/>
                  <a:pt x="17874" y="955"/>
                  <a:pt x="18024" y="929"/>
                </a:cubicBezTo>
                <a:cubicBezTo>
                  <a:pt x="18174" y="903"/>
                  <a:pt x="18322" y="890"/>
                  <a:pt x="18467" y="890"/>
                </a:cubicBezTo>
                <a:cubicBezTo>
                  <a:pt x="18637" y="890"/>
                  <a:pt x="18785" y="904"/>
                  <a:pt x="18911" y="932"/>
                </a:cubicBezTo>
                <a:cubicBezTo>
                  <a:pt x="19037" y="960"/>
                  <a:pt x="19146" y="1008"/>
                  <a:pt x="19238" y="1076"/>
                </a:cubicBezTo>
                <a:cubicBezTo>
                  <a:pt x="19329" y="1142"/>
                  <a:pt x="19398" y="1228"/>
                  <a:pt x="19446" y="1333"/>
                </a:cubicBezTo>
                <a:cubicBezTo>
                  <a:pt x="19493" y="1438"/>
                  <a:pt x="19517" y="1569"/>
                  <a:pt x="19517" y="1724"/>
                </a:cubicBezTo>
                <a:lnTo>
                  <a:pt x="19517" y="3362"/>
                </a:lnTo>
                <a:moveTo>
                  <a:pt x="19113" y="2771"/>
                </a:moveTo>
                <a:lnTo>
                  <a:pt x="19113" y="2096"/>
                </a:lnTo>
                <a:cubicBezTo>
                  <a:pt x="18989" y="2103"/>
                  <a:pt x="18843" y="2114"/>
                  <a:pt x="18676" y="2128"/>
                </a:cubicBezTo>
                <a:cubicBezTo>
                  <a:pt x="18508" y="2143"/>
                  <a:pt x="18375" y="2164"/>
                  <a:pt x="18277" y="2191"/>
                </a:cubicBezTo>
                <a:cubicBezTo>
                  <a:pt x="18160" y="2224"/>
                  <a:pt x="18066" y="2276"/>
                  <a:pt x="17994" y="2346"/>
                </a:cubicBezTo>
                <a:cubicBezTo>
                  <a:pt x="17922" y="2417"/>
                  <a:pt x="17886" y="2513"/>
                  <a:pt x="17886" y="2636"/>
                </a:cubicBezTo>
                <a:cubicBezTo>
                  <a:pt x="17886" y="2775"/>
                  <a:pt x="17928" y="2879"/>
                  <a:pt x="18011" y="2950"/>
                </a:cubicBezTo>
                <a:cubicBezTo>
                  <a:pt x="18095" y="3020"/>
                  <a:pt x="18222" y="3055"/>
                  <a:pt x="18394" y="3055"/>
                </a:cubicBezTo>
                <a:cubicBezTo>
                  <a:pt x="18536" y="3055"/>
                  <a:pt x="18667" y="3027"/>
                  <a:pt x="18785" y="2971"/>
                </a:cubicBezTo>
                <a:cubicBezTo>
                  <a:pt x="18903" y="2916"/>
                  <a:pt x="19012" y="2849"/>
                  <a:pt x="19113" y="2771"/>
                </a:cubicBezTo>
                <a:close/>
                <a:moveTo>
                  <a:pt x="22319" y="2195"/>
                </a:moveTo>
                <a:lnTo>
                  <a:pt x="20541" y="2195"/>
                </a:lnTo>
                <a:cubicBezTo>
                  <a:pt x="20541" y="2344"/>
                  <a:pt x="20563" y="2473"/>
                  <a:pt x="20608" y="2584"/>
                </a:cubicBezTo>
                <a:cubicBezTo>
                  <a:pt x="20653" y="2694"/>
                  <a:pt x="20714" y="2785"/>
                  <a:pt x="20792" y="2856"/>
                </a:cubicBezTo>
                <a:cubicBezTo>
                  <a:pt x="20867" y="2925"/>
                  <a:pt x="20956" y="2977"/>
                  <a:pt x="21059" y="3012"/>
                </a:cubicBezTo>
                <a:cubicBezTo>
                  <a:pt x="21162" y="3046"/>
                  <a:pt x="21275" y="3064"/>
                  <a:pt x="21399" y="3064"/>
                </a:cubicBezTo>
                <a:cubicBezTo>
                  <a:pt x="21563" y="3064"/>
                  <a:pt x="21728" y="3031"/>
                  <a:pt x="21895" y="2965"/>
                </a:cubicBezTo>
                <a:cubicBezTo>
                  <a:pt x="22061" y="2898"/>
                  <a:pt x="22180" y="2834"/>
                  <a:pt x="22250" y="2770"/>
                </a:cubicBezTo>
                <a:lnTo>
                  <a:pt x="22272" y="2770"/>
                </a:lnTo>
                <a:lnTo>
                  <a:pt x="22272" y="3214"/>
                </a:lnTo>
                <a:cubicBezTo>
                  <a:pt x="22135" y="3272"/>
                  <a:pt x="21995" y="3320"/>
                  <a:pt x="21853" y="3359"/>
                </a:cubicBezTo>
                <a:cubicBezTo>
                  <a:pt x="21710" y="3398"/>
                  <a:pt x="21560" y="3418"/>
                  <a:pt x="21403" y="3418"/>
                </a:cubicBezTo>
                <a:cubicBezTo>
                  <a:pt x="21003" y="3418"/>
                  <a:pt x="20690" y="3309"/>
                  <a:pt x="20466" y="3092"/>
                </a:cubicBezTo>
                <a:cubicBezTo>
                  <a:pt x="20241" y="2875"/>
                  <a:pt x="20128" y="2567"/>
                  <a:pt x="20128" y="2167"/>
                </a:cubicBezTo>
                <a:cubicBezTo>
                  <a:pt x="20128" y="1772"/>
                  <a:pt x="20236" y="1458"/>
                  <a:pt x="20451" y="1226"/>
                </a:cubicBezTo>
                <a:cubicBezTo>
                  <a:pt x="20667" y="993"/>
                  <a:pt x="20950" y="877"/>
                  <a:pt x="21302" y="877"/>
                </a:cubicBezTo>
                <a:cubicBezTo>
                  <a:pt x="21627" y="877"/>
                  <a:pt x="21878" y="972"/>
                  <a:pt x="22055" y="1163"/>
                </a:cubicBezTo>
                <a:cubicBezTo>
                  <a:pt x="22231" y="1353"/>
                  <a:pt x="22319" y="1624"/>
                  <a:pt x="22319" y="1974"/>
                </a:cubicBezTo>
                <a:lnTo>
                  <a:pt x="22319" y="2195"/>
                </a:lnTo>
                <a:moveTo>
                  <a:pt x="21924" y="1884"/>
                </a:moveTo>
                <a:cubicBezTo>
                  <a:pt x="21922" y="1671"/>
                  <a:pt x="21869" y="1506"/>
                  <a:pt x="21763" y="1389"/>
                </a:cubicBezTo>
                <a:cubicBezTo>
                  <a:pt x="21657" y="1273"/>
                  <a:pt x="21496" y="1214"/>
                  <a:pt x="21280" y="1214"/>
                </a:cubicBezTo>
                <a:cubicBezTo>
                  <a:pt x="21063" y="1214"/>
                  <a:pt x="20889" y="1278"/>
                  <a:pt x="20760" y="1406"/>
                </a:cubicBezTo>
                <a:cubicBezTo>
                  <a:pt x="20632" y="1535"/>
                  <a:pt x="20558" y="1694"/>
                  <a:pt x="20541" y="1884"/>
                </a:cubicBezTo>
                <a:lnTo>
                  <a:pt x="21924" y="18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9B24F2-A1F1-4B75-88F1-597C32031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81" y="1482488"/>
            <a:ext cx="18982" cy="35942"/>
          </a:xfrm>
          <a:custGeom xmlns:a="http://schemas.openxmlformats.org/drawingml/2006/main">
            <a:pathLst>
              <a:path w="18982" h="35942">
                <a:moveTo>
                  <a:pt x="0" y="0"/>
                </a:moveTo>
                <a:lnTo>
                  <a:pt x="18982" y="0"/>
                </a:lnTo>
                <a:lnTo>
                  <a:pt x="18982" y="35942"/>
                </a:lnTo>
                <a:lnTo>
                  <a:pt x="0" y="359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9CFA8-B685-4D4D-9527-609DB535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80" y="1482489"/>
            <a:ext cx="18983" cy="35943"/>
          </a:xfrm>
          <a:custGeom xmlns:a="http://schemas.openxmlformats.org/drawingml/2006/main">
            <a:pathLst>
              <a:path w="18983" h="35943" fill="none">
                <a:moveTo>
                  <a:pt x="0" y="0"/>
                </a:moveTo>
                <a:lnTo>
                  <a:pt x="18983" y="0"/>
                </a:lnTo>
                <a:lnTo>
                  <a:pt x="18983" y="35943"/>
                </a:lnTo>
                <a:lnTo>
                  <a:pt x="0" y="359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82" name="Text Ulidiidae">
            <a:extLst xmlns:a="http://schemas.openxmlformats.org/drawingml/2006/main">
              <a:ext uri="{FF2B5EF4-FFF2-40B4-BE49-F238E27FC236}">
                <a16:creationId xmlns:a16="http://schemas.microsoft.com/office/drawing/2014/main" id="{B3C0CD6A-2BC2-4218-9049-F4C3BD434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162" y="1483567"/>
            <a:ext cx="18301" cy="3431"/>
          </a:xfrm>
          <a:custGeom xmlns:a="http://schemas.openxmlformats.org/drawingml/2006/main">
            <a:pathLst>
              <a:path w="18301" h="3431">
                <a:moveTo>
                  <a:pt x="2469" y="2070"/>
                </a:moveTo>
                <a:cubicBezTo>
                  <a:pt x="2469" y="2304"/>
                  <a:pt x="2444" y="2507"/>
                  <a:pt x="2393" y="2681"/>
                </a:cubicBezTo>
                <a:cubicBezTo>
                  <a:pt x="2342" y="2855"/>
                  <a:pt x="2258" y="3000"/>
                  <a:pt x="2141" y="3115"/>
                </a:cubicBezTo>
                <a:cubicBezTo>
                  <a:pt x="2030" y="3225"/>
                  <a:pt x="1901" y="3305"/>
                  <a:pt x="1752" y="3355"/>
                </a:cubicBezTo>
                <a:cubicBezTo>
                  <a:pt x="1604" y="3406"/>
                  <a:pt x="1431" y="3431"/>
                  <a:pt x="1234" y="3431"/>
                </a:cubicBezTo>
                <a:cubicBezTo>
                  <a:pt x="1032" y="3431"/>
                  <a:pt x="856" y="3404"/>
                  <a:pt x="706" y="3351"/>
                </a:cubicBezTo>
                <a:cubicBezTo>
                  <a:pt x="557" y="3297"/>
                  <a:pt x="431" y="3219"/>
                  <a:pt x="328" y="3115"/>
                </a:cubicBezTo>
                <a:cubicBezTo>
                  <a:pt x="212" y="2997"/>
                  <a:pt x="128" y="2854"/>
                  <a:pt x="77" y="2687"/>
                </a:cubicBezTo>
                <a:cubicBezTo>
                  <a:pt x="26" y="2519"/>
                  <a:pt x="0" y="2314"/>
                  <a:pt x="0" y="2070"/>
                </a:cubicBezTo>
                <a:lnTo>
                  <a:pt x="0" y="143"/>
                </a:lnTo>
                <a:lnTo>
                  <a:pt x="428" y="143"/>
                </a:lnTo>
                <a:lnTo>
                  <a:pt x="428" y="2089"/>
                </a:lnTo>
                <a:cubicBezTo>
                  <a:pt x="428" y="2263"/>
                  <a:pt x="440" y="2401"/>
                  <a:pt x="463" y="2502"/>
                </a:cubicBezTo>
                <a:cubicBezTo>
                  <a:pt x="487" y="2603"/>
                  <a:pt x="527" y="2694"/>
                  <a:pt x="583" y="2776"/>
                </a:cubicBezTo>
                <a:cubicBezTo>
                  <a:pt x="647" y="2870"/>
                  <a:pt x="733" y="2940"/>
                  <a:pt x="842" y="2988"/>
                </a:cubicBezTo>
                <a:cubicBezTo>
                  <a:pt x="950" y="3035"/>
                  <a:pt x="1081" y="3059"/>
                  <a:pt x="1234" y="3059"/>
                </a:cubicBezTo>
                <a:cubicBezTo>
                  <a:pt x="1388" y="3059"/>
                  <a:pt x="1519" y="3036"/>
                  <a:pt x="1627" y="2989"/>
                </a:cubicBezTo>
                <a:cubicBezTo>
                  <a:pt x="1735" y="2942"/>
                  <a:pt x="1821" y="2871"/>
                  <a:pt x="1886" y="2776"/>
                </a:cubicBezTo>
                <a:cubicBezTo>
                  <a:pt x="1942" y="2694"/>
                  <a:pt x="1982" y="2600"/>
                  <a:pt x="2006" y="2494"/>
                </a:cubicBezTo>
                <a:cubicBezTo>
                  <a:pt x="2030" y="2388"/>
                  <a:pt x="2042" y="2257"/>
                  <a:pt x="2042" y="2100"/>
                </a:cubicBezTo>
                <a:lnTo>
                  <a:pt x="2042" y="143"/>
                </a:lnTo>
                <a:lnTo>
                  <a:pt x="2469" y="143"/>
                </a:lnTo>
                <a:lnTo>
                  <a:pt x="2469" y="2070"/>
                </a:lnTo>
                <a:close/>
                <a:moveTo>
                  <a:pt x="3664" y="3362"/>
                </a:moveTo>
                <a:lnTo>
                  <a:pt x="3258" y="3362"/>
                </a:lnTo>
                <a:lnTo>
                  <a:pt x="3258" y="0"/>
                </a:lnTo>
                <a:lnTo>
                  <a:pt x="3664" y="0"/>
                </a:lnTo>
                <a:lnTo>
                  <a:pt x="3664" y="3362"/>
                </a:lnTo>
                <a:close/>
                <a:moveTo>
                  <a:pt x="4904" y="544"/>
                </a:moveTo>
                <a:lnTo>
                  <a:pt x="4446" y="544"/>
                </a:lnTo>
                <a:lnTo>
                  <a:pt x="4446" y="121"/>
                </a:lnTo>
                <a:lnTo>
                  <a:pt x="4904" y="121"/>
                </a:lnTo>
                <a:lnTo>
                  <a:pt x="4904" y="544"/>
                </a:lnTo>
                <a:moveTo>
                  <a:pt x="4878" y="3362"/>
                </a:moveTo>
                <a:lnTo>
                  <a:pt x="4472" y="3362"/>
                </a:lnTo>
                <a:lnTo>
                  <a:pt x="4472" y="946"/>
                </a:lnTo>
                <a:lnTo>
                  <a:pt x="4878" y="946"/>
                </a:lnTo>
                <a:lnTo>
                  <a:pt x="4878" y="3362"/>
                </a:lnTo>
                <a:close/>
                <a:moveTo>
                  <a:pt x="7639" y="3362"/>
                </a:moveTo>
                <a:lnTo>
                  <a:pt x="7233" y="3362"/>
                </a:lnTo>
                <a:lnTo>
                  <a:pt x="7233" y="3110"/>
                </a:lnTo>
                <a:cubicBezTo>
                  <a:pt x="7117" y="3211"/>
                  <a:pt x="6995" y="3290"/>
                  <a:pt x="6868" y="3346"/>
                </a:cubicBezTo>
                <a:cubicBezTo>
                  <a:pt x="6741" y="3403"/>
                  <a:pt x="6604" y="3431"/>
                  <a:pt x="6455" y="3431"/>
                </a:cubicBezTo>
                <a:cubicBezTo>
                  <a:pt x="6167" y="3431"/>
                  <a:pt x="5939" y="3320"/>
                  <a:pt x="5769" y="3097"/>
                </a:cubicBezTo>
                <a:cubicBezTo>
                  <a:pt x="5600" y="2875"/>
                  <a:pt x="5516" y="2567"/>
                  <a:pt x="5516" y="2172"/>
                </a:cubicBezTo>
                <a:cubicBezTo>
                  <a:pt x="5516" y="1967"/>
                  <a:pt x="5545" y="1785"/>
                  <a:pt x="5603" y="1624"/>
                </a:cubicBezTo>
                <a:cubicBezTo>
                  <a:pt x="5661" y="1464"/>
                  <a:pt x="5740" y="1328"/>
                  <a:pt x="5840" y="1215"/>
                </a:cubicBezTo>
                <a:cubicBezTo>
                  <a:pt x="5938" y="1105"/>
                  <a:pt x="6052" y="1022"/>
                  <a:pt x="6182" y="964"/>
                </a:cubicBezTo>
                <a:cubicBezTo>
                  <a:pt x="6312" y="906"/>
                  <a:pt x="6448" y="877"/>
                  <a:pt x="6587" y="877"/>
                </a:cubicBezTo>
                <a:cubicBezTo>
                  <a:pt x="6714" y="877"/>
                  <a:pt x="6826" y="891"/>
                  <a:pt x="6924" y="917"/>
                </a:cubicBezTo>
                <a:cubicBezTo>
                  <a:pt x="7022" y="944"/>
                  <a:pt x="7125" y="985"/>
                  <a:pt x="7233" y="1042"/>
                </a:cubicBezTo>
                <a:lnTo>
                  <a:pt x="7233" y="0"/>
                </a:lnTo>
                <a:lnTo>
                  <a:pt x="7639" y="0"/>
                </a:lnTo>
                <a:lnTo>
                  <a:pt x="7639" y="3362"/>
                </a:lnTo>
                <a:moveTo>
                  <a:pt x="7233" y="2768"/>
                </a:moveTo>
                <a:lnTo>
                  <a:pt x="7233" y="1383"/>
                </a:lnTo>
                <a:cubicBezTo>
                  <a:pt x="7124" y="1334"/>
                  <a:pt x="7026" y="1300"/>
                  <a:pt x="6939" y="1281"/>
                </a:cubicBezTo>
                <a:cubicBezTo>
                  <a:pt x="6853" y="1262"/>
                  <a:pt x="6759" y="1253"/>
                  <a:pt x="6656" y="1253"/>
                </a:cubicBezTo>
                <a:cubicBezTo>
                  <a:pt x="6429" y="1253"/>
                  <a:pt x="6252" y="1332"/>
                  <a:pt x="6125" y="1491"/>
                </a:cubicBezTo>
                <a:cubicBezTo>
                  <a:pt x="5998" y="1649"/>
                  <a:pt x="5935" y="1874"/>
                  <a:pt x="5935" y="2165"/>
                </a:cubicBezTo>
                <a:cubicBezTo>
                  <a:pt x="5935" y="2451"/>
                  <a:pt x="5984" y="2669"/>
                  <a:pt x="6082" y="2818"/>
                </a:cubicBezTo>
                <a:cubicBezTo>
                  <a:pt x="6180" y="2967"/>
                  <a:pt x="6337" y="3042"/>
                  <a:pt x="6553" y="3042"/>
                </a:cubicBezTo>
                <a:cubicBezTo>
                  <a:pt x="6668" y="3042"/>
                  <a:pt x="6785" y="3016"/>
                  <a:pt x="6903" y="2965"/>
                </a:cubicBezTo>
                <a:cubicBezTo>
                  <a:pt x="7021" y="2914"/>
                  <a:pt x="7131" y="2848"/>
                  <a:pt x="7233" y="2768"/>
                </a:cubicBezTo>
                <a:close/>
                <a:moveTo>
                  <a:pt x="8875" y="544"/>
                </a:moveTo>
                <a:lnTo>
                  <a:pt x="8417" y="544"/>
                </a:lnTo>
                <a:lnTo>
                  <a:pt x="8417" y="121"/>
                </a:lnTo>
                <a:lnTo>
                  <a:pt x="8875" y="121"/>
                </a:lnTo>
                <a:lnTo>
                  <a:pt x="8875" y="544"/>
                </a:lnTo>
                <a:moveTo>
                  <a:pt x="8849" y="3362"/>
                </a:moveTo>
                <a:lnTo>
                  <a:pt x="8443" y="3362"/>
                </a:lnTo>
                <a:lnTo>
                  <a:pt x="8443" y="946"/>
                </a:lnTo>
                <a:lnTo>
                  <a:pt x="8849" y="946"/>
                </a:lnTo>
                <a:lnTo>
                  <a:pt x="8849" y="3362"/>
                </a:lnTo>
                <a:close/>
                <a:moveTo>
                  <a:pt x="10089" y="544"/>
                </a:moveTo>
                <a:lnTo>
                  <a:pt x="9631" y="544"/>
                </a:lnTo>
                <a:lnTo>
                  <a:pt x="9631" y="121"/>
                </a:lnTo>
                <a:lnTo>
                  <a:pt x="10089" y="121"/>
                </a:lnTo>
                <a:lnTo>
                  <a:pt x="10089" y="544"/>
                </a:lnTo>
                <a:moveTo>
                  <a:pt x="10063" y="3362"/>
                </a:moveTo>
                <a:lnTo>
                  <a:pt x="9657" y="3362"/>
                </a:lnTo>
                <a:lnTo>
                  <a:pt x="9657" y="946"/>
                </a:lnTo>
                <a:lnTo>
                  <a:pt x="10063" y="946"/>
                </a:lnTo>
                <a:lnTo>
                  <a:pt x="10063" y="3362"/>
                </a:lnTo>
                <a:close/>
                <a:moveTo>
                  <a:pt x="12824" y="3362"/>
                </a:moveTo>
                <a:lnTo>
                  <a:pt x="12418" y="3362"/>
                </a:lnTo>
                <a:lnTo>
                  <a:pt x="12418" y="3110"/>
                </a:lnTo>
                <a:cubicBezTo>
                  <a:pt x="12301" y="3211"/>
                  <a:pt x="12180" y="3290"/>
                  <a:pt x="12053" y="3346"/>
                </a:cubicBezTo>
                <a:cubicBezTo>
                  <a:pt x="11926" y="3403"/>
                  <a:pt x="11789" y="3431"/>
                  <a:pt x="11640" y="3431"/>
                </a:cubicBezTo>
                <a:cubicBezTo>
                  <a:pt x="11352" y="3431"/>
                  <a:pt x="11124" y="3320"/>
                  <a:pt x="10954" y="3097"/>
                </a:cubicBezTo>
                <a:cubicBezTo>
                  <a:pt x="10785" y="2875"/>
                  <a:pt x="10701" y="2567"/>
                  <a:pt x="10701" y="2172"/>
                </a:cubicBezTo>
                <a:cubicBezTo>
                  <a:pt x="10701" y="1967"/>
                  <a:pt x="10730" y="1785"/>
                  <a:pt x="10788" y="1624"/>
                </a:cubicBezTo>
                <a:cubicBezTo>
                  <a:pt x="10846" y="1464"/>
                  <a:pt x="10925" y="1328"/>
                  <a:pt x="11025" y="1215"/>
                </a:cubicBezTo>
                <a:cubicBezTo>
                  <a:pt x="11123" y="1105"/>
                  <a:pt x="11237" y="1022"/>
                  <a:pt x="11367" y="964"/>
                </a:cubicBezTo>
                <a:cubicBezTo>
                  <a:pt x="11497" y="906"/>
                  <a:pt x="11632" y="877"/>
                  <a:pt x="11772" y="877"/>
                </a:cubicBezTo>
                <a:cubicBezTo>
                  <a:pt x="11899" y="877"/>
                  <a:pt x="12011" y="891"/>
                  <a:pt x="12109" y="917"/>
                </a:cubicBezTo>
                <a:cubicBezTo>
                  <a:pt x="12207" y="944"/>
                  <a:pt x="12310" y="985"/>
                  <a:pt x="12418" y="1042"/>
                </a:cubicBezTo>
                <a:lnTo>
                  <a:pt x="12418" y="0"/>
                </a:lnTo>
                <a:lnTo>
                  <a:pt x="12824" y="0"/>
                </a:lnTo>
                <a:lnTo>
                  <a:pt x="12824" y="3362"/>
                </a:lnTo>
                <a:moveTo>
                  <a:pt x="12418" y="2768"/>
                </a:moveTo>
                <a:lnTo>
                  <a:pt x="12418" y="1383"/>
                </a:lnTo>
                <a:cubicBezTo>
                  <a:pt x="12309" y="1334"/>
                  <a:pt x="12211" y="1300"/>
                  <a:pt x="12124" y="1281"/>
                </a:cubicBezTo>
                <a:cubicBezTo>
                  <a:pt x="12038" y="1262"/>
                  <a:pt x="11944" y="1253"/>
                  <a:pt x="11841" y="1253"/>
                </a:cubicBezTo>
                <a:cubicBezTo>
                  <a:pt x="11614" y="1253"/>
                  <a:pt x="11437" y="1332"/>
                  <a:pt x="11310" y="1491"/>
                </a:cubicBezTo>
                <a:cubicBezTo>
                  <a:pt x="11183" y="1649"/>
                  <a:pt x="11120" y="1874"/>
                  <a:pt x="11120" y="2165"/>
                </a:cubicBezTo>
                <a:cubicBezTo>
                  <a:pt x="11120" y="2451"/>
                  <a:pt x="11169" y="2669"/>
                  <a:pt x="11267" y="2818"/>
                </a:cubicBezTo>
                <a:cubicBezTo>
                  <a:pt x="11365" y="2967"/>
                  <a:pt x="11522" y="3042"/>
                  <a:pt x="11738" y="3042"/>
                </a:cubicBezTo>
                <a:cubicBezTo>
                  <a:pt x="11853" y="3042"/>
                  <a:pt x="11969" y="3016"/>
                  <a:pt x="12088" y="2965"/>
                </a:cubicBezTo>
                <a:cubicBezTo>
                  <a:pt x="12206" y="2914"/>
                  <a:pt x="12316" y="2848"/>
                  <a:pt x="12418" y="2768"/>
                </a:cubicBezTo>
                <a:close/>
                <a:moveTo>
                  <a:pt x="15499" y="3362"/>
                </a:moveTo>
                <a:lnTo>
                  <a:pt x="15095" y="3362"/>
                </a:lnTo>
                <a:lnTo>
                  <a:pt x="15095" y="3106"/>
                </a:lnTo>
                <a:cubicBezTo>
                  <a:pt x="15059" y="3131"/>
                  <a:pt x="15010" y="3165"/>
                  <a:pt x="14949" y="3209"/>
                </a:cubicBezTo>
                <a:cubicBezTo>
                  <a:pt x="14888" y="3253"/>
                  <a:pt x="14828" y="3288"/>
                  <a:pt x="14771" y="3314"/>
                </a:cubicBezTo>
                <a:cubicBezTo>
                  <a:pt x="14703" y="3347"/>
                  <a:pt x="14625" y="3375"/>
                  <a:pt x="14537" y="3397"/>
                </a:cubicBezTo>
                <a:cubicBezTo>
                  <a:pt x="14450" y="3420"/>
                  <a:pt x="14347" y="3431"/>
                  <a:pt x="14228" y="3431"/>
                </a:cubicBezTo>
                <a:cubicBezTo>
                  <a:pt x="14011" y="3431"/>
                  <a:pt x="13827" y="3359"/>
                  <a:pt x="13675" y="3215"/>
                </a:cubicBezTo>
                <a:cubicBezTo>
                  <a:pt x="13524" y="3070"/>
                  <a:pt x="13449" y="2886"/>
                  <a:pt x="13449" y="2663"/>
                </a:cubicBezTo>
                <a:cubicBezTo>
                  <a:pt x="13449" y="2480"/>
                  <a:pt x="13488" y="2332"/>
                  <a:pt x="13566" y="2218"/>
                </a:cubicBezTo>
                <a:cubicBezTo>
                  <a:pt x="13645" y="2105"/>
                  <a:pt x="13757" y="2016"/>
                  <a:pt x="13902" y="1951"/>
                </a:cubicBezTo>
                <a:cubicBezTo>
                  <a:pt x="14049" y="1886"/>
                  <a:pt x="14226" y="1842"/>
                  <a:pt x="14432" y="1819"/>
                </a:cubicBezTo>
                <a:cubicBezTo>
                  <a:pt x="14638" y="1796"/>
                  <a:pt x="14859" y="1779"/>
                  <a:pt x="15095" y="1767"/>
                </a:cubicBezTo>
                <a:lnTo>
                  <a:pt x="15095" y="1704"/>
                </a:lnTo>
                <a:cubicBezTo>
                  <a:pt x="15095" y="1611"/>
                  <a:pt x="15079" y="1534"/>
                  <a:pt x="15046" y="1473"/>
                </a:cubicBezTo>
                <a:cubicBezTo>
                  <a:pt x="15014" y="1412"/>
                  <a:pt x="14967" y="1364"/>
                  <a:pt x="14907" y="1329"/>
                </a:cubicBezTo>
                <a:cubicBezTo>
                  <a:pt x="14849" y="1296"/>
                  <a:pt x="14780" y="1273"/>
                  <a:pt x="14699" y="1262"/>
                </a:cubicBezTo>
                <a:cubicBezTo>
                  <a:pt x="14619" y="1250"/>
                  <a:pt x="14535" y="1244"/>
                  <a:pt x="14447" y="1244"/>
                </a:cubicBezTo>
                <a:cubicBezTo>
                  <a:pt x="14340" y="1244"/>
                  <a:pt x="14221" y="1259"/>
                  <a:pt x="14090" y="1288"/>
                </a:cubicBezTo>
                <a:cubicBezTo>
                  <a:pt x="13959" y="1317"/>
                  <a:pt x="13824" y="1358"/>
                  <a:pt x="13684" y="1413"/>
                </a:cubicBezTo>
                <a:lnTo>
                  <a:pt x="13662" y="1413"/>
                </a:lnTo>
                <a:lnTo>
                  <a:pt x="13662" y="1000"/>
                </a:lnTo>
                <a:cubicBezTo>
                  <a:pt x="13742" y="979"/>
                  <a:pt x="13856" y="955"/>
                  <a:pt x="14006" y="929"/>
                </a:cubicBezTo>
                <a:cubicBezTo>
                  <a:pt x="14156" y="903"/>
                  <a:pt x="14303" y="890"/>
                  <a:pt x="14449" y="890"/>
                </a:cubicBezTo>
                <a:cubicBezTo>
                  <a:pt x="14619" y="890"/>
                  <a:pt x="14767" y="904"/>
                  <a:pt x="14893" y="932"/>
                </a:cubicBezTo>
                <a:cubicBezTo>
                  <a:pt x="15019" y="960"/>
                  <a:pt x="15128" y="1008"/>
                  <a:pt x="15220" y="1076"/>
                </a:cubicBezTo>
                <a:cubicBezTo>
                  <a:pt x="15311" y="1142"/>
                  <a:pt x="15380" y="1228"/>
                  <a:pt x="15428" y="1333"/>
                </a:cubicBezTo>
                <a:cubicBezTo>
                  <a:pt x="15475" y="1438"/>
                  <a:pt x="15499" y="1569"/>
                  <a:pt x="15499" y="1724"/>
                </a:cubicBezTo>
                <a:lnTo>
                  <a:pt x="15499" y="3362"/>
                </a:lnTo>
                <a:moveTo>
                  <a:pt x="15095" y="2771"/>
                </a:moveTo>
                <a:lnTo>
                  <a:pt x="15095" y="2096"/>
                </a:lnTo>
                <a:cubicBezTo>
                  <a:pt x="14971" y="2103"/>
                  <a:pt x="14825" y="2114"/>
                  <a:pt x="14657" y="2128"/>
                </a:cubicBezTo>
                <a:cubicBezTo>
                  <a:pt x="14490" y="2143"/>
                  <a:pt x="14357" y="2164"/>
                  <a:pt x="14259" y="2191"/>
                </a:cubicBezTo>
                <a:cubicBezTo>
                  <a:pt x="14142" y="2224"/>
                  <a:pt x="14048" y="2276"/>
                  <a:pt x="13976" y="2346"/>
                </a:cubicBezTo>
                <a:cubicBezTo>
                  <a:pt x="13904" y="2417"/>
                  <a:pt x="13868" y="2513"/>
                  <a:pt x="13868" y="2636"/>
                </a:cubicBezTo>
                <a:cubicBezTo>
                  <a:pt x="13868" y="2775"/>
                  <a:pt x="13909" y="2879"/>
                  <a:pt x="13993" y="2950"/>
                </a:cubicBezTo>
                <a:cubicBezTo>
                  <a:pt x="14077" y="3020"/>
                  <a:pt x="14204" y="3055"/>
                  <a:pt x="14375" y="3055"/>
                </a:cubicBezTo>
                <a:cubicBezTo>
                  <a:pt x="14518" y="3055"/>
                  <a:pt x="14648" y="3027"/>
                  <a:pt x="14766" y="2971"/>
                </a:cubicBezTo>
                <a:cubicBezTo>
                  <a:pt x="14885" y="2916"/>
                  <a:pt x="14994" y="2849"/>
                  <a:pt x="15095" y="2771"/>
                </a:cubicBezTo>
                <a:close/>
                <a:moveTo>
                  <a:pt x="18301" y="2195"/>
                </a:moveTo>
                <a:lnTo>
                  <a:pt x="16523" y="2195"/>
                </a:lnTo>
                <a:cubicBezTo>
                  <a:pt x="16523" y="2344"/>
                  <a:pt x="16545" y="2473"/>
                  <a:pt x="16590" y="2584"/>
                </a:cubicBezTo>
                <a:cubicBezTo>
                  <a:pt x="16634" y="2694"/>
                  <a:pt x="16696" y="2785"/>
                  <a:pt x="16773" y="2856"/>
                </a:cubicBezTo>
                <a:cubicBezTo>
                  <a:pt x="16848" y="2925"/>
                  <a:pt x="16937" y="2977"/>
                  <a:pt x="17040" y="3012"/>
                </a:cubicBezTo>
                <a:cubicBezTo>
                  <a:pt x="17143" y="3046"/>
                  <a:pt x="17257" y="3064"/>
                  <a:pt x="17381" y="3064"/>
                </a:cubicBezTo>
                <a:cubicBezTo>
                  <a:pt x="17545" y="3064"/>
                  <a:pt x="17710" y="3031"/>
                  <a:pt x="17876" y="2965"/>
                </a:cubicBezTo>
                <a:cubicBezTo>
                  <a:pt x="18043" y="2898"/>
                  <a:pt x="18161" y="2834"/>
                  <a:pt x="18232" y="2770"/>
                </a:cubicBezTo>
                <a:lnTo>
                  <a:pt x="18253" y="2770"/>
                </a:lnTo>
                <a:lnTo>
                  <a:pt x="18253" y="3214"/>
                </a:lnTo>
                <a:cubicBezTo>
                  <a:pt x="18117" y="3272"/>
                  <a:pt x="17977" y="3320"/>
                  <a:pt x="17834" y="3359"/>
                </a:cubicBezTo>
                <a:cubicBezTo>
                  <a:pt x="17692" y="3398"/>
                  <a:pt x="17542" y="3418"/>
                  <a:pt x="17385" y="3418"/>
                </a:cubicBezTo>
                <a:cubicBezTo>
                  <a:pt x="16984" y="3418"/>
                  <a:pt x="16672" y="3309"/>
                  <a:pt x="16447" y="3092"/>
                </a:cubicBezTo>
                <a:cubicBezTo>
                  <a:pt x="16223" y="2875"/>
                  <a:pt x="16110" y="2567"/>
                  <a:pt x="16110" y="2167"/>
                </a:cubicBezTo>
                <a:cubicBezTo>
                  <a:pt x="16110" y="1772"/>
                  <a:pt x="16218" y="1458"/>
                  <a:pt x="16433" y="1226"/>
                </a:cubicBezTo>
                <a:cubicBezTo>
                  <a:pt x="16648" y="993"/>
                  <a:pt x="16932" y="877"/>
                  <a:pt x="17283" y="877"/>
                </a:cubicBezTo>
                <a:cubicBezTo>
                  <a:pt x="17609" y="877"/>
                  <a:pt x="17860" y="972"/>
                  <a:pt x="18036" y="1163"/>
                </a:cubicBezTo>
                <a:cubicBezTo>
                  <a:pt x="18213" y="1353"/>
                  <a:pt x="18301" y="1624"/>
                  <a:pt x="18301" y="1974"/>
                </a:cubicBezTo>
                <a:lnTo>
                  <a:pt x="18301" y="2195"/>
                </a:lnTo>
                <a:moveTo>
                  <a:pt x="17906" y="1884"/>
                </a:moveTo>
                <a:cubicBezTo>
                  <a:pt x="17904" y="1671"/>
                  <a:pt x="17850" y="1506"/>
                  <a:pt x="17745" y="1389"/>
                </a:cubicBezTo>
                <a:cubicBezTo>
                  <a:pt x="17639" y="1273"/>
                  <a:pt x="17478" y="1214"/>
                  <a:pt x="17262" y="1214"/>
                </a:cubicBezTo>
                <a:cubicBezTo>
                  <a:pt x="17044" y="1214"/>
                  <a:pt x="16871" y="1278"/>
                  <a:pt x="16742" y="1406"/>
                </a:cubicBezTo>
                <a:cubicBezTo>
                  <a:pt x="16613" y="1535"/>
                  <a:pt x="16540" y="1694"/>
                  <a:pt x="16523" y="1884"/>
                </a:cubicBezTo>
                <a:lnTo>
                  <a:pt x="17906" y="18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A57244-BB37-42DB-B815-321071873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81" y="1540927"/>
            <a:ext cx="18982" cy="35764"/>
          </a:xfrm>
          <a:custGeom xmlns:a="http://schemas.openxmlformats.org/drawingml/2006/main">
            <a:pathLst>
              <a:path w="18982" h="35764">
                <a:moveTo>
                  <a:pt x="0" y="0"/>
                </a:moveTo>
                <a:lnTo>
                  <a:pt x="18982" y="0"/>
                </a:lnTo>
                <a:lnTo>
                  <a:pt x="18982" y="35764"/>
                </a:lnTo>
                <a:lnTo>
                  <a:pt x="0" y="357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60E345-B5DD-4D5E-A07D-D5C4CB146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80" y="1540930"/>
            <a:ext cx="18983" cy="35764"/>
          </a:xfrm>
          <a:custGeom xmlns:a="http://schemas.openxmlformats.org/drawingml/2006/main">
            <a:pathLst>
              <a:path w="18983" h="35764" fill="none">
                <a:moveTo>
                  <a:pt x="0" y="0"/>
                </a:moveTo>
                <a:lnTo>
                  <a:pt x="18983" y="0"/>
                </a:lnTo>
                <a:lnTo>
                  <a:pt x="18983" y="35764"/>
                </a:lnTo>
                <a:lnTo>
                  <a:pt x="0" y="357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31B0F6-4EC3-4732-B701-B4558F62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81" y="1599188"/>
            <a:ext cx="18982" cy="26866"/>
          </a:xfrm>
          <a:custGeom xmlns:a="http://schemas.openxmlformats.org/drawingml/2006/main">
            <a:pathLst>
              <a:path w="18982" h="26866">
                <a:moveTo>
                  <a:pt x="0" y="0"/>
                </a:moveTo>
                <a:lnTo>
                  <a:pt x="18982" y="0"/>
                </a:lnTo>
                <a:lnTo>
                  <a:pt x="18982" y="26866"/>
                </a:lnTo>
                <a:lnTo>
                  <a:pt x="0" y="268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F407E5-5101-424E-ACCA-9B47978C2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0280" y="1599192"/>
            <a:ext cx="18983" cy="26864"/>
          </a:xfrm>
          <a:custGeom xmlns:a="http://schemas.openxmlformats.org/drawingml/2006/main">
            <a:pathLst>
              <a:path w="18983" h="26864" fill="none">
                <a:moveTo>
                  <a:pt x="0" y="0"/>
                </a:moveTo>
                <a:lnTo>
                  <a:pt x="18983" y="0"/>
                </a:lnTo>
                <a:lnTo>
                  <a:pt x="18983" y="26864"/>
                </a:lnTo>
                <a:lnTo>
                  <a:pt x="0" y="268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4CE47E-D1A2-406C-9A45-228245D96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60" y="1482488"/>
            <a:ext cx="17931" cy="24374"/>
          </a:xfrm>
          <a:custGeom xmlns:a="http://schemas.openxmlformats.org/drawingml/2006/main">
            <a:pathLst>
              <a:path w="17931" h="24374">
                <a:moveTo>
                  <a:pt x="0" y="0"/>
                </a:moveTo>
                <a:lnTo>
                  <a:pt x="17931" y="0"/>
                </a:lnTo>
                <a:lnTo>
                  <a:pt x="17931" y="24374"/>
                </a:lnTo>
                <a:lnTo>
                  <a:pt x="0" y="2437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653DEE-EFBF-49C9-807A-F4E4A3490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61" y="1482489"/>
            <a:ext cx="17930" cy="24375"/>
          </a:xfrm>
          <a:custGeom xmlns:a="http://schemas.openxmlformats.org/drawingml/2006/main">
            <a:pathLst>
              <a:path w="17930" h="24375" fill="none">
                <a:moveTo>
                  <a:pt x="0" y="0"/>
                </a:moveTo>
                <a:lnTo>
                  <a:pt x="17930" y="0"/>
                </a:lnTo>
                <a:lnTo>
                  <a:pt x="17930" y="24375"/>
                </a:lnTo>
                <a:lnTo>
                  <a:pt x="0" y="243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25AF8C-42D5-435E-A1F7-7455D2504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60" y="1529360"/>
            <a:ext cx="17931" cy="20643"/>
          </a:xfrm>
          <a:custGeom xmlns:a="http://schemas.openxmlformats.org/drawingml/2006/main">
            <a:pathLst>
              <a:path w="17931" h="20643">
                <a:moveTo>
                  <a:pt x="0" y="0"/>
                </a:moveTo>
                <a:lnTo>
                  <a:pt x="17931" y="0"/>
                </a:lnTo>
                <a:lnTo>
                  <a:pt x="17931" y="20643"/>
                </a:lnTo>
                <a:lnTo>
                  <a:pt x="0" y="206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49164B-ECE6-427E-8499-1927B3F49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61" y="1529362"/>
            <a:ext cx="17930" cy="20641"/>
          </a:xfrm>
          <a:custGeom xmlns:a="http://schemas.openxmlformats.org/drawingml/2006/main">
            <a:pathLst>
              <a:path w="17930" h="20641" fill="none">
                <a:moveTo>
                  <a:pt x="0" y="0"/>
                </a:moveTo>
                <a:lnTo>
                  <a:pt x="17930" y="0"/>
                </a:lnTo>
                <a:lnTo>
                  <a:pt x="17930" y="20641"/>
                </a:lnTo>
                <a:lnTo>
                  <a:pt x="0" y="206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10D845-89DD-43D2-BFB5-21AFF64EE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60" y="1572499"/>
            <a:ext cx="17931" cy="18065"/>
          </a:xfrm>
          <a:custGeom xmlns:a="http://schemas.openxmlformats.org/drawingml/2006/main">
            <a:pathLst>
              <a:path w="17931" h="18065">
                <a:moveTo>
                  <a:pt x="0" y="0"/>
                </a:moveTo>
                <a:lnTo>
                  <a:pt x="17931" y="0"/>
                </a:lnTo>
                <a:lnTo>
                  <a:pt x="17931" y="18065"/>
                </a:lnTo>
                <a:lnTo>
                  <a:pt x="0" y="180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3BC65-8FA9-473D-B73A-820085DC4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61" y="1572502"/>
            <a:ext cx="17930" cy="18065"/>
          </a:xfrm>
          <a:custGeom xmlns:a="http://schemas.openxmlformats.org/drawingml/2006/main">
            <a:pathLst>
              <a:path w="17930" h="18065" fill="none">
                <a:moveTo>
                  <a:pt x="0" y="0"/>
                </a:moveTo>
                <a:lnTo>
                  <a:pt x="17930" y="0"/>
                </a:lnTo>
                <a:lnTo>
                  <a:pt x="17930" y="18065"/>
                </a:lnTo>
                <a:lnTo>
                  <a:pt x="0" y="1806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61AC74-0A9F-4281-A5E1-43A5D7C74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60" y="1613062"/>
            <a:ext cx="17931" cy="12993"/>
          </a:xfrm>
          <a:custGeom xmlns:a="http://schemas.openxmlformats.org/drawingml/2006/main">
            <a:pathLst>
              <a:path w="17931" h="12993">
                <a:moveTo>
                  <a:pt x="0" y="0"/>
                </a:moveTo>
                <a:lnTo>
                  <a:pt x="17931" y="0"/>
                </a:lnTo>
                <a:lnTo>
                  <a:pt x="17931" y="12993"/>
                </a:lnTo>
                <a:lnTo>
                  <a:pt x="0" y="129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010D59-5275-4936-8D40-29380AB539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1761" y="1613065"/>
            <a:ext cx="17930" cy="12991"/>
          </a:xfrm>
          <a:custGeom xmlns:a="http://schemas.openxmlformats.org/drawingml/2006/main">
            <a:pathLst>
              <a:path w="17930" h="12991" fill="none">
                <a:moveTo>
                  <a:pt x="0" y="0"/>
                </a:moveTo>
                <a:lnTo>
                  <a:pt x="17930" y="0"/>
                </a:lnTo>
                <a:lnTo>
                  <a:pt x="17930" y="12991"/>
                </a:lnTo>
                <a:lnTo>
                  <a:pt x="0" y="129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E484D5-ACCD-438E-9B01-7B5B53DC6B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8" y="1482488"/>
            <a:ext cx="14459" cy="14705"/>
          </a:xfrm>
          <a:custGeom xmlns:a="http://schemas.openxmlformats.org/drawingml/2006/main">
            <a:pathLst>
              <a:path w="14459" h="14705">
                <a:moveTo>
                  <a:pt x="0" y="0"/>
                </a:moveTo>
                <a:lnTo>
                  <a:pt x="14459" y="0"/>
                </a:lnTo>
                <a:lnTo>
                  <a:pt x="14459" y="14705"/>
                </a:lnTo>
                <a:lnTo>
                  <a:pt x="0" y="14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A0BA2EA-7057-4EDE-8EB6-8E89E608B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9" y="1482489"/>
            <a:ext cx="14457" cy="14706"/>
          </a:xfrm>
          <a:custGeom xmlns:a="http://schemas.openxmlformats.org/drawingml/2006/main">
            <a:pathLst>
              <a:path w="14457" h="14706" fill="none">
                <a:moveTo>
                  <a:pt x="0" y="0"/>
                </a:moveTo>
                <a:lnTo>
                  <a:pt x="14457" y="0"/>
                </a:lnTo>
                <a:lnTo>
                  <a:pt x="14457" y="14706"/>
                </a:lnTo>
                <a:lnTo>
                  <a:pt x="0" y="147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E63C9A-71DD-41A5-BD20-9E1298E69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144" y="1482488"/>
            <a:ext cx="12230" cy="14705"/>
          </a:xfrm>
          <a:custGeom xmlns:a="http://schemas.openxmlformats.org/drawingml/2006/main">
            <a:pathLst>
              <a:path w="12230" h="14705">
                <a:moveTo>
                  <a:pt x="0" y="0"/>
                </a:moveTo>
                <a:lnTo>
                  <a:pt x="12230" y="0"/>
                </a:lnTo>
                <a:lnTo>
                  <a:pt x="12230" y="14705"/>
                </a:lnTo>
                <a:lnTo>
                  <a:pt x="0" y="14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6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0EFA69-6757-490B-8784-A33D051C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144" y="1482489"/>
            <a:ext cx="12230" cy="14706"/>
          </a:xfrm>
          <a:custGeom xmlns:a="http://schemas.openxmlformats.org/drawingml/2006/main">
            <a:pathLst>
              <a:path w="12230" h="14706" fill="none">
                <a:moveTo>
                  <a:pt x="0" y="0"/>
                </a:moveTo>
                <a:lnTo>
                  <a:pt x="12230" y="0"/>
                </a:lnTo>
                <a:lnTo>
                  <a:pt x="12230" y="14706"/>
                </a:lnTo>
                <a:lnTo>
                  <a:pt x="0" y="147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6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80392B-BD9B-482E-8BC3-64C78AB11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74" y="1482488"/>
            <a:ext cx="6429" cy="14705"/>
          </a:xfrm>
          <a:custGeom xmlns:a="http://schemas.openxmlformats.org/drawingml/2006/main">
            <a:pathLst>
              <a:path w="6429" h="14705">
                <a:moveTo>
                  <a:pt x="0" y="0"/>
                </a:moveTo>
                <a:lnTo>
                  <a:pt x="6429" y="0"/>
                </a:lnTo>
                <a:lnTo>
                  <a:pt x="6429" y="14705"/>
                </a:lnTo>
                <a:lnTo>
                  <a:pt x="0" y="14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0B78AA7-4932-4F3B-AD98-BF5C10477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873" y="1482489"/>
            <a:ext cx="6432" cy="14706"/>
          </a:xfrm>
          <a:custGeom xmlns:a="http://schemas.openxmlformats.org/drawingml/2006/main">
            <a:pathLst>
              <a:path w="6432" h="14706" fill="none">
                <a:moveTo>
                  <a:pt x="0" y="0"/>
                </a:moveTo>
                <a:lnTo>
                  <a:pt x="6432" y="0"/>
                </a:lnTo>
                <a:lnTo>
                  <a:pt x="6432" y="14706"/>
                </a:lnTo>
                <a:lnTo>
                  <a:pt x="0" y="147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A498D1-B8D2-43DF-8FEA-540F54FB7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804" y="1482488"/>
            <a:ext cx="4886" cy="14705"/>
          </a:xfrm>
          <a:custGeom xmlns:a="http://schemas.openxmlformats.org/drawingml/2006/main">
            <a:pathLst>
              <a:path w="4886" h="14705">
                <a:moveTo>
                  <a:pt x="0" y="0"/>
                </a:moveTo>
                <a:lnTo>
                  <a:pt x="4886" y="0"/>
                </a:lnTo>
                <a:lnTo>
                  <a:pt x="4886" y="14705"/>
                </a:lnTo>
                <a:lnTo>
                  <a:pt x="0" y="14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85641D-E27F-4DBF-9B65-B942EA3BB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803" y="1482489"/>
            <a:ext cx="4887" cy="14706"/>
          </a:xfrm>
          <a:custGeom xmlns:a="http://schemas.openxmlformats.org/drawingml/2006/main">
            <a:pathLst>
              <a:path w="4887" h="14706" fill="none">
                <a:moveTo>
                  <a:pt x="0" y="0"/>
                </a:moveTo>
                <a:lnTo>
                  <a:pt x="4887" y="0"/>
                </a:lnTo>
                <a:lnTo>
                  <a:pt x="4887" y="14706"/>
                </a:lnTo>
                <a:lnTo>
                  <a:pt x="0" y="147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AF026E-E89D-4493-A09D-398E56E13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8" y="1519693"/>
            <a:ext cx="10590" cy="6758"/>
          </a:xfrm>
          <a:custGeom xmlns:a="http://schemas.openxmlformats.org/drawingml/2006/main">
            <a:pathLst>
              <a:path w="10590" h="6758">
                <a:moveTo>
                  <a:pt x="0" y="0"/>
                </a:moveTo>
                <a:lnTo>
                  <a:pt x="10590" y="0"/>
                </a:lnTo>
                <a:lnTo>
                  <a:pt x="10590" y="6758"/>
                </a:lnTo>
                <a:lnTo>
                  <a:pt x="0" y="67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2D0333-32EB-4079-873D-867E525B8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9" y="1519693"/>
            <a:ext cx="10588" cy="6759"/>
          </a:xfrm>
          <a:custGeom xmlns:a="http://schemas.openxmlformats.org/drawingml/2006/main">
            <a:pathLst>
              <a:path w="10588" h="6759" fill="none">
                <a:moveTo>
                  <a:pt x="0" y="0"/>
                </a:moveTo>
                <a:lnTo>
                  <a:pt x="10588" y="0"/>
                </a:lnTo>
                <a:lnTo>
                  <a:pt x="10588" y="6759"/>
                </a:lnTo>
                <a:lnTo>
                  <a:pt x="0" y="67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97847-78FA-4DAD-BBE9-BB1F92ABF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275" y="1519693"/>
            <a:ext cx="9944" cy="6758"/>
          </a:xfrm>
          <a:custGeom xmlns:a="http://schemas.openxmlformats.org/drawingml/2006/main">
            <a:pathLst>
              <a:path w="9944" h="6758">
                <a:moveTo>
                  <a:pt x="0" y="0"/>
                </a:moveTo>
                <a:lnTo>
                  <a:pt x="9944" y="0"/>
                </a:lnTo>
                <a:lnTo>
                  <a:pt x="9944" y="6758"/>
                </a:lnTo>
                <a:lnTo>
                  <a:pt x="0" y="67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58AC28-8957-4AE2-AAC4-DE71976DA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5275" y="1519693"/>
            <a:ext cx="9943" cy="6759"/>
          </a:xfrm>
          <a:custGeom xmlns:a="http://schemas.openxmlformats.org/drawingml/2006/main">
            <a:pathLst>
              <a:path w="9943" h="6759" fill="none">
                <a:moveTo>
                  <a:pt x="0" y="0"/>
                </a:moveTo>
                <a:lnTo>
                  <a:pt x="9943" y="0"/>
                </a:lnTo>
                <a:lnTo>
                  <a:pt x="9943" y="6759"/>
                </a:lnTo>
                <a:lnTo>
                  <a:pt x="0" y="67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0BFF2C-2A24-4799-85E3-A8EB2F296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716" y="1519693"/>
            <a:ext cx="9524" cy="6758"/>
          </a:xfrm>
          <a:custGeom xmlns:a="http://schemas.openxmlformats.org/drawingml/2006/main">
            <a:pathLst>
              <a:path w="9524" h="6758">
                <a:moveTo>
                  <a:pt x="0" y="0"/>
                </a:moveTo>
                <a:lnTo>
                  <a:pt x="9524" y="0"/>
                </a:lnTo>
                <a:lnTo>
                  <a:pt x="9524" y="6758"/>
                </a:lnTo>
                <a:lnTo>
                  <a:pt x="0" y="67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B90BFFD-4A01-4725-BC8E-031E44DE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716" y="1519693"/>
            <a:ext cx="9523" cy="6759"/>
          </a:xfrm>
          <a:custGeom xmlns:a="http://schemas.openxmlformats.org/drawingml/2006/main">
            <a:pathLst>
              <a:path w="9523" h="6759" fill="none">
                <a:moveTo>
                  <a:pt x="0" y="0"/>
                </a:moveTo>
                <a:lnTo>
                  <a:pt x="9523" y="0"/>
                </a:lnTo>
                <a:lnTo>
                  <a:pt x="9523" y="6759"/>
                </a:lnTo>
                <a:lnTo>
                  <a:pt x="0" y="67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9C4EFD-7CF8-46E3-ACD5-8CE878E5A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38" y="1519693"/>
            <a:ext cx="7952" cy="6758"/>
          </a:xfrm>
          <a:custGeom xmlns:a="http://schemas.openxmlformats.org/drawingml/2006/main">
            <a:pathLst>
              <a:path w="7952" h="6758">
                <a:moveTo>
                  <a:pt x="0" y="0"/>
                </a:moveTo>
                <a:lnTo>
                  <a:pt x="7952" y="0"/>
                </a:lnTo>
                <a:lnTo>
                  <a:pt x="7952" y="6758"/>
                </a:lnTo>
                <a:lnTo>
                  <a:pt x="0" y="67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99C2D-9081-4B21-B78B-4555DEFFF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738" y="1519693"/>
            <a:ext cx="7952" cy="6759"/>
          </a:xfrm>
          <a:custGeom xmlns:a="http://schemas.openxmlformats.org/drawingml/2006/main">
            <a:pathLst>
              <a:path w="7952" h="6759" fill="none">
                <a:moveTo>
                  <a:pt x="0" y="0"/>
                </a:moveTo>
                <a:lnTo>
                  <a:pt x="7952" y="0"/>
                </a:lnTo>
                <a:lnTo>
                  <a:pt x="7952" y="6759"/>
                </a:lnTo>
                <a:lnTo>
                  <a:pt x="0" y="67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BA0383-9446-4386-A7D9-2A703CEEA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8" y="1548948"/>
            <a:ext cx="2589" cy="4055"/>
          </a:xfrm>
          <a:custGeom xmlns:a="http://schemas.openxmlformats.org/drawingml/2006/main">
            <a:pathLst>
              <a:path w="2589" h="4055">
                <a:moveTo>
                  <a:pt x="0" y="0"/>
                </a:moveTo>
                <a:lnTo>
                  <a:pt x="2589" y="0"/>
                </a:lnTo>
                <a:lnTo>
                  <a:pt x="2589" y="4055"/>
                </a:lnTo>
                <a:lnTo>
                  <a:pt x="0" y="40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596497-2AFE-4BE1-889A-14C703BAD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9" y="1548951"/>
            <a:ext cx="2589" cy="4054"/>
          </a:xfrm>
          <a:custGeom xmlns:a="http://schemas.openxmlformats.org/drawingml/2006/main">
            <a:pathLst>
              <a:path w="2589" h="4054" fill="none">
                <a:moveTo>
                  <a:pt x="0" y="0"/>
                </a:moveTo>
                <a:lnTo>
                  <a:pt x="2589" y="0"/>
                </a:lnTo>
                <a:lnTo>
                  <a:pt x="2589" y="4054"/>
                </a:lnTo>
                <a:lnTo>
                  <a:pt x="0" y="40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625460-56D0-41DB-B2C9-565180A91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8" y="1575503"/>
            <a:ext cx="2589" cy="3498"/>
          </a:xfrm>
          <a:custGeom xmlns:a="http://schemas.openxmlformats.org/drawingml/2006/main">
            <a:pathLst>
              <a:path w="2589" h="3498">
                <a:moveTo>
                  <a:pt x="0" y="0"/>
                </a:moveTo>
                <a:lnTo>
                  <a:pt x="2589" y="0"/>
                </a:lnTo>
                <a:lnTo>
                  <a:pt x="2589" y="3498"/>
                </a:lnTo>
                <a:lnTo>
                  <a:pt x="0" y="34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352A81-43BF-43DF-B593-83143C90B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9" y="1575503"/>
            <a:ext cx="2589" cy="3498"/>
          </a:xfrm>
          <a:custGeom xmlns:a="http://schemas.openxmlformats.org/drawingml/2006/main">
            <a:pathLst>
              <a:path w="2589" h="3498" fill="none">
                <a:moveTo>
                  <a:pt x="0" y="0"/>
                </a:moveTo>
                <a:lnTo>
                  <a:pt x="2589" y="0"/>
                </a:lnTo>
                <a:lnTo>
                  <a:pt x="2589" y="3498"/>
                </a:lnTo>
                <a:lnTo>
                  <a:pt x="0" y="34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46D4C6-4586-4C90-A70C-C8F3B9FC88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8" y="1601497"/>
            <a:ext cx="2589" cy="2452"/>
          </a:xfrm>
          <a:custGeom xmlns:a="http://schemas.openxmlformats.org/drawingml/2006/main">
            <a:pathLst>
              <a:path w="2589" h="2452">
                <a:moveTo>
                  <a:pt x="0" y="0"/>
                </a:moveTo>
                <a:lnTo>
                  <a:pt x="2589" y="0"/>
                </a:lnTo>
                <a:lnTo>
                  <a:pt x="2589" y="2452"/>
                </a:lnTo>
                <a:lnTo>
                  <a:pt x="0" y="24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CBECD2-FCE3-4CB1-9EDD-C3892EE224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2189" y="1601500"/>
            <a:ext cx="2589" cy="2452"/>
          </a:xfrm>
          <a:custGeom xmlns:a="http://schemas.openxmlformats.org/drawingml/2006/main">
            <a:pathLst>
              <a:path w="2589" h="2452" fill="none">
                <a:moveTo>
                  <a:pt x="0" y="0"/>
                </a:moveTo>
                <a:lnTo>
                  <a:pt x="2589" y="0"/>
                </a:lnTo>
                <a:lnTo>
                  <a:pt x="2589" y="2452"/>
                </a:lnTo>
                <a:lnTo>
                  <a:pt x="0" y="24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FD2E93-3FC4-487E-9305-78D659EE1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36" y="1986028"/>
            <a:ext cx="296454" cy="366489"/>
          </a:xfrm>
          <a:custGeom xmlns:a="http://schemas.openxmlformats.org/drawingml/2006/main">
            <a:pathLst>
              <a:path w="296454" h="366489">
                <a:moveTo>
                  <a:pt x="0" y="0"/>
                </a:moveTo>
                <a:lnTo>
                  <a:pt x="296454" y="0"/>
                </a:lnTo>
                <a:lnTo>
                  <a:pt x="296454" y="366489"/>
                </a:lnTo>
                <a:lnTo>
                  <a:pt x="0" y="36648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56B31-1D1E-4A6A-86BE-A6926DE49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36" y="1986029"/>
            <a:ext cx="296455" cy="366491"/>
          </a:xfrm>
          <a:custGeom xmlns:a="http://schemas.openxmlformats.org/drawingml/2006/main">
            <a:pathLst>
              <a:path w="296455" h="366491" fill="none">
                <a:moveTo>
                  <a:pt x="0" y="0"/>
                </a:moveTo>
                <a:lnTo>
                  <a:pt x="296455" y="0"/>
                </a:lnTo>
                <a:lnTo>
                  <a:pt x="296455" y="366491"/>
                </a:lnTo>
                <a:lnTo>
                  <a:pt x="0" y="3664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19" name="Text Nymphalidae">
            <a:extLst xmlns:a="http://schemas.openxmlformats.org/drawingml/2006/main">
              <a:ext uri="{FF2B5EF4-FFF2-40B4-BE49-F238E27FC236}">
                <a16:creationId xmlns:a16="http://schemas.microsoft.com/office/drawing/2014/main" id="{DE5DC4EA-F074-4026-89AA-ADC32967A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286" y="2017817"/>
            <a:ext cx="245381" cy="36897"/>
          </a:xfrm>
          <a:custGeom xmlns:a="http://schemas.openxmlformats.org/drawingml/2006/main">
            <a:pathLst>
              <a:path w="245381" h="36897">
                <a:moveTo>
                  <a:pt x="21298" y="29173"/>
                </a:moveTo>
                <a:lnTo>
                  <a:pt x="16705" y="29173"/>
                </a:lnTo>
                <a:lnTo>
                  <a:pt x="3468" y="4183"/>
                </a:lnTo>
                <a:lnTo>
                  <a:pt x="3468" y="29173"/>
                </a:lnTo>
                <a:lnTo>
                  <a:pt x="0" y="29173"/>
                </a:lnTo>
                <a:lnTo>
                  <a:pt x="0" y="1237"/>
                </a:lnTo>
                <a:lnTo>
                  <a:pt x="5756" y="1237"/>
                </a:lnTo>
                <a:lnTo>
                  <a:pt x="17830" y="24051"/>
                </a:lnTo>
                <a:lnTo>
                  <a:pt x="17830" y="1237"/>
                </a:lnTo>
                <a:lnTo>
                  <a:pt x="21298" y="1237"/>
                </a:lnTo>
                <a:lnTo>
                  <a:pt x="21298" y="29173"/>
                </a:lnTo>
                <a:close/>
                <a:moveTo>
                  <a:pt x="46553" y="8212"/>
                </a:moveTo>
                <a:lnTo>
                  <a:pt x="34329" y="36897"/>
                </a:lnTo>
                <a:lnTo>
                  <a:pt x="30560" y="36897"/>
                </a:lnTo>
                <a:lnTo>
                  <a:pt x="34460" y="28155"/>
                </a:lnTo>
                <a:lnTo>
                  <a:pt x="26117" y="8212"/>
                </a:lnTo>
                <a:lnTo>
                  <a:pt x="29941" y="8212"/>
                </a:lnTo>
                <a:lnTo>
                  <a:pt x="36372" y="23736"/>
                </a:lnTo>
                <a:lnTo>
                  <a:pt x="42859" y="8212"/>
                </a:lnTo>
                <a:lnTo>
                  <a:pt x="46553" y="8212"/>
                </a:lnTo>
                <a:close/>
                <a:moveTo>
                  <a:pt x="81725" y="29173"/>
                </a:moveTo>
                <a:lnTo>
                  <a:pt x="78200" y="29173"/>
                </a:lnTo>
                <a:lnTo>
                  <a:pt x="78200" y="17236"/>
                </a:lnTo>
                <a:cubicBezTo>
                  <a:pt x="78200" y="16336"/>
                  <a:pt x="78160" y="15466"/>
                  <a:pt x="78078" y="14628"/>
                </a:cubicBezTo>
                <a:cubicBezTo>
                  <a:pt x="77997" y="13789"/>
                  <a:pt x="77825" y="13120"/>
                  <a:pt x="77563" y="12620"/>
                </a:cubicBezTo>
                <a:cubicBezTo>
                  <a:pt x="77275" y="12081"/>
                  <a:pt x="76863" y="11675"/>
                  <a:pt x="76325" y="11400"/>
                </a:cubicBezTo>
                <a:cubicBezTo>
                  <a:pt x="75788" y="11124"/>
                  <a:pt x="75013" y="10987"/>
                  <a:pt x="74001" y="10987"/>
                </a:cubicBezTo>
                <a:cubicBezTo>
                  <a:pt x="73013" y="10987"/>
                  <a:pt x="72026" y="11234"/>
                  <a:pt x="71038" y="11728"/>
                </a:cubicBezTo>
                <a:cubicBezTo>
                  <a:pt x="70051" y="12223"/>
                  <a:pt x="69063" y="12851"/>
                  <a:pt x="68076" y="13614"/>
                </a:cubicBezTo>
                <a:cubicBezTo>
                  <a:pt x="68114" y="13902"/>
                  <a:pt x="68145" y="14236"/>
                  <a:pt x="68170" y="14618"/>
                </a:cubicBezTo>
                <a:cubicBezTo>
                  <a:pt x="68195" y="15000"/>
                  <a:pt x="68207" y="15378"/>
                  <a:pt x="68207" y="15754"/>
                </a:cubicBezTo>
                <a:lnTo>
                  <a:pt x="68207" y="29173"/>
                </a:lnTo>
                <a:lnTo>
                  <a:pt x="64683" y="29173"/>
                </a:lnTo>
                <a:lnTo>
                  <a:pt x="64683" y="17236"/>
                </a:lnTo>
                <a:cubicBezTo>
                  <a:pt x="64683" y="16311"/>
                  <a:pt x="64642" y="15432"/>
                  <a:pt x="64561" y="14600"/>
                </a:cubicBezTo>
                <a:cubicBezTo>
                  <a:pt x="64479" y="13768"/>
                  <a:pt x="64308" y="13101"/>
                  <a:pt x="64045" y="12601"/>
                </a:cubicBezTo>
                <a:cubicBezTo>
                  <a:pt x="63758" y="12063"/>
                  <a:pt x="63345" y="11659"/>
                  <a:pt x="62808" y="11390"/>
                </a:cubicBezTo>
                <a:cubicBezTo>
                  <a:pt x="62270" y="11121"/>
                  <a:pt x="61495" y="10987"/>
                  <a:pt x="60483" y="10987"/>
                </a:cubicBezTo>
                <a:cubicBezTo>
                  <a:pt x="59520" y="10987"/>
                  <a:pt x="58555" y="11225"/>
                  <a:pt x="57586" y="11700"/>
                </a:cubicBezTo>
                <a:cubicBezTo>
                  <a:pt x="56618" y="12176"/>
                  <a:pt x="55652" y="12782"/>
                  <a:pt x="54690" y="13520"/>
                </a:cubicBezTo>
                <a:lnTo>
                  <a:pt x="54690" y="29173"/>
                </a:lnTo>
                <a:lnTo>
                  <a:pt x="51165" y="29173"/>
                </a:lnTo>
                <a:lnTo>
                  <a:pt x="51165" y="8212"/>
                </a:lnTo>
                <a:lnTo>
                  <a:pt x="54690" y="8212"/>
                </a:lnTo>
                <a:lnTo>
                  <a:pt x="54690" y="10539"/>
                </a:lnTo>
                <a:cubicBezTo>
                  <a:pt x="55789" y="9620"/>
                  <a:pt x="56886" y="8902"/>
                  <a:pt x="57980" y="8386"/>
                </a:cubicBezTo>
                <a:cubicBezTo>
                  <a:pt x="59074" y="7870"/>
                  <a:pt x="60239" y="7612"/>
                  <a:pt x="61477" y="7612"/>
                </a:cubicBezTo>
                <a:cubicBezTo>
                  <a:pt x="62901" y="7612"/>
                  <a:pt x="64111" y="7914"/>
                  <a:pt x="65104" y="8518"/>
                </a:cubicBezTo>
                <a:cubicBezTo>
                  <a:pt x="66098" y="9121"/>
                  <a:pt x="66839" y="9957"/>
                  <a:pt x="67326" y="11027"/>
                </a:cubicBezTo>
                <a:cubicBezTo>
                  <a:pt x="68751" y="9819"/>
                  <a:pt x="70051" y="8948"/>
                  <a:pt x="71226" y="8414"/>
                </a:cubicBezTo>
                <a:cubicBezTo>
                  <a:pt x="72401" y="7879"/>
                  <a:pt x="73657" y="7612"/>
                  <a:pt x="74994" y="7612"/>
                </a:cubicBezTo>
                <a:cubicBezTo>
                  <a:pt x="77294" y="7612"/>
                  <a:pt x="78991" y="8310"/>
                  <a:pt x="80085" y="9706"/>
                </a:cubicBezTo>
                <a:cubicBezTo>
                  <a:pt x="81178" y="11102"/>
                  <a:pt x="81725" y="13052"/>
                  <a:pt x="81725" y="15557"/>
                </a:cubicBezTo>
                <a:lnTo>
                  <a:pt x="81725" y="29173"/>
                </a:lnTo>
                <a:close/>
                <a:moveTo>
                  <a:pt x="106942" y="18430"/>
                </a:moveTo>
                <a:cubicBezTo>
                  <a:pt x="106942" y="20132"/>
                  <a:pt x="106698" y="21688"/>
                  <a:pt x="106211" y="23097"/>
                </a:cubicBezTo>
                <a:cubicBezTo>
                  <a:pt x="105723" y="24505"/>
                  <a:pt x="105036" y="25698"/>
                  <a:pt x="104148" y="26675"/>
                </a:cubicBezTo>
                <a:cubicBezTo>
                  <a:pt x="103323" y="27601"/>
                  <a:pt x="102352" y="28318"/>
                  <a:pt x="101233" y="28825"/>
                </a:cubicBezTo>
                <a:cubicBezTo>
                  <a:pt x="100114" y="29332"/>
                  <a:pt x="98930" y="29585"/>
                  <a:pt x="97680" y="29585"/>
                </a:cubicBezTo>
                <a:cubicBezTo>
                  <a:pt x="96593" y="29585"/>
                  <a:pt x="95608" y="29466"/>
                  <a:pt x="94727" y="29228"/>
                </a:cubicBezTo>
                <a:cubicBezTo>
                  <a:pt x="93846" y="28991"/>
                  <a:pt x="92949" y="28621"/>
                  <a:pt x="92037" y="28121"/>
                </a:cubicBezTo>
                <a:lnTo>
                  <a:pt x="92037" y="36897"/>
                </a:lnTo>
                <a:lnTo>
                  <a:pt x="88512" y="36897"/>
                </a:lnTo>
                <a:lnTo>
                  <a:pt x="88512" y="8212"/>
                </a:lnTo>
                <a:lnTo>
                  <a:pt x="92037" y="8212"/>
                </a:lnTo>
                <a:lnTo>
                  <a:pt x="92037" y="10391"/>
                </a:lnTo>
                <a:cubicBezTo>
                  <a:pt x="92974" y="9603"/>
                  <a:pt x="94027" y="8942"/>
                  <a:pt x="95196" y="8411"/>
                </a:cubicBezTo>
                <a:cubicBezTo>
                  <a:pt x="96364" y="7878"/>
                  <a:pt x="97611" y="7612"/>
                  <a:pt x="98936" y="7612"/>
                </a:cubicBezTo>
                <a:cubicBezTo>
                  <a:pt x="101461" y="7612"/>
                  <a:pt x="103426" y="8567"/>
                  <a:pt x="104833" y="10476"/>
                </a:cubicBezTo>
                <a:cubicBezTo>
                  <a:pt x="106239" y="12386"/>
                  <a:pt x="106942" y="15037"/>
                  <a:pt x="106942" y="18430"/>
                </a:cubicBezTo>
                <a:moveTo>
                  <a:pt x="103305" y="18524"/>
                </a:moveTo>
                <a:cubicBezTo>
                  <a:pt x="103305" y="15999"/>
                  <a:pt x="102873" y="14111"/>
                  <a:pt x="102011" y="12862"/>
                </a:cubicBezTo>
                <a:cubicBezTo>
                  <a:pt x="101149" y="11612"/>
                  <a:pt x="99824" y="10987"/>
                  <a:pt x="98036" y="10987"/>
                </a:cubicBezTo>
                <a:cubicBezTo>
                  <a:pt x="97024" y="10987"/>
                  <a:pt x="96005" y="11205"/>
                  <a:pt x="94980" y="11643"/>
                </a:cubicBezTo>
                <a:cubicBezTo>
                  <a:pt x="93955" y="12080"/>
                  <a:pt x="92974" y="12655"/>
                  <a:pt x="92037" y="13368"/>
                </a:cubicBezTo>
                <a:lnTo>
                  <a:pt x="92037" y="25236"/>
                </a:lnTo>
                <a:cubicBezTo>
                  <a:pt x="93037" y="25686"/>
                  <a:pt x="93896" y="25992"/>
                  <a:pt x="94615" y="26154"/>
                </a:cubicBezTo>
                <a:cubicBezTo>
                  <a:pt x="95333" y="26317"/>
                  <a:pt x="96149" y="26398"/>
                  <a:pt x="97061" y="26398"/>
                </a:cubicBezTo>
                <a:cubicBezTo>
                  <a:pt x="99024" y="26398"/>
                  <a:pt x="100555" y="25736"/>
                  <a:pt x="101655" y="24411"/>
                </a:cubicBezTo>
                <a:cubicBezTo>
                  <a:pt x="102755" y="23086"/>
                  <a:pt x="103305" y="21123"/>
                  <a:pt x="103305" y="18524"/>
                </a:cubicBezTo>
                <a:close/>
                <a:moveTo>
                  <a:pt x="129946" y="29173"/>
                </a:moveTo>
                <a:lnTo>
                  <a:pt x="126422" y="29173"/>
                </a:lnTo>
                <a:lnTo>
                  <a:pt x="126422" y="17236"/>
                </a:lnTo>
                <a:cubicBezTo>
                  <a:pt x="126422" y="16273"/>
                  <a:pt x="126365" y="15369"/>
                  <a:pt x="126253" y="14524"/>
                </a:cubicBezTo>
                <a:cubicBezTo>
                  <a:pt x="126140" y="13680"/>
                  <a:pt x="125934" y="13020"/>
                  <a:pt x="125634" y="12545"/>
                </a:cubicBezTo>
                <a:cubicBezTo>
                  <a:pt x="125322" y="12019"/>
                  <a:pt x="124872" y="11628"/>
                  <a:pt x="124284" y="11372"/>
                </a:cubicBezTo>
                <a:cubicBezTo>
                  <a:pt x="123697" y="11115"/>
                  <a:pt x="122934" y="10987"/>
                  <a:pt x="121997" y="10987"/>
                </a:cubicBezTo>
                <a:cubicBezTo>
                  <a:pt x="121034" y="10987"/>
                  <a:pt x="120028" y="11225"/>
                  <a:pt x="118978" y="11700"/>
                </a:cubicBezTo>
                <a:cubicBezTo>
                  <a:pt x="117928" y="12176"/>
                  <a:pt x="116922" y="12782"/>
                  <a:pt x="115960" y="13520"/>
                </a:cubicBezTo>
                <a:lnTo>
                  <a:pt x="115960" y="29173"/>
                </a:lnTo>
                <a:lnTo>
                  <a:pt x="112435" y="29173"/>
                </a:lnTo>
                <a:lnTo>
                  <a:pt x="112435" y="0"/>
                </a:lnTo>
                <a:lnTo>
                  <a:pt x="115960" y="0"/>
                </a:lnTo>
                <a:lnTo>
                  <a:pt x="115960" y="10523"/>
                </a:lnTo>
                <a:cubicBezTo>
                  <a:pt x="117060" y="9609"/>
                  <a:pt x="118197" y="8896"/>
                  <a:pt x="119372" y="8382"/>
                </a:cubicBezTo>
                <a:cubicBezTo>
                  <a:pt x="120547" y="7869"/>
                  <a:pt x="121753" y="7612"/>
                  <a:pt x="122991" y="7612"/>
                </a:cubicBezTo>
                <a:cubicBezTo>
                  <a:pt x="125253" y="7612"/>
                  <a:pt x="126978" y="8294"/>
                  <a:pt x="128165" y="9659"/>
                </a:cubicBezTo>
                <a:cubicBezTo>
                  <a:pt x="129353" y="11024"/>
                  <a:pt x="129946" y="12990"/>
                  <a:pt x="129946" y="15557"/>
                </a:cubicBezTo>
                <a:lnTo>
                  <a:pt x="129946" y="29173"/>
                </a:lnTo>
                <a:close/>
                <a:moveTo>
                  <a:pt x="153007" y="29173"/>
                </a:moveTo>
                <a:lnTo>
                  <a:pt x="149501" y="29173"/>
                </a:lnTo>
                <a:lnTo>
                  <a:pt x="149501" y="26957"/>
                </a:lnTo>
                <a:cubicBezTo>
                  <a:pt x="149188" y="27170"/>
                  <a:pt x="148767" y="27467"/>
                  <a:pt x="148235" y="27849"/>
                </a:cubicBezTo>
                <a:cubicBezTo>
                  <a:pt x="147704" y="28230"/>
                  <a:pt x="147189" y="28534"/>
                  <a:pt x="146689" y="28759"/>
                </a:cubicBezTo>
                <a:cubicBezTo>
                  <a:pt x="146101" y="29047"/>
                  <a:pt x="145426" y="29288"/>
                  <a:pt x="144664" y="29482"/>
                </a:cubicBezTo>
                <a:cubicBezTo>
                  <a:pt x="143901" y="29676"/>
                  <a:pt x="143008" y="29773"/>
                  <a:pt x="141983" y="29773"/>
                </a:cubicBezTo>
                <a:cubicBezTo>
                  <a:pt x="140095" y="29773"/>
                  <a:pt x="138496" y="29147"/>
                  <a:pt x="137183" y="27896"/>
                </a:cubicBezTo>
                <a:cubicBezTo>
                  <a:pt x="135871" y="26644"/>
                  <a:pt x="135215" y="25048"/>
                  <a:pt x="135215" y="23108"/>
                </a:cubicBezTo>
                <a:cubicBezTo>
                  <a:pt x="135215" y="21519"/>
                  <a:pt x="135555" y="20233"/>
                  <a:pt x="136236" y="19251"/>
                </a:cubicBezTo>
                <a:cubicBezTo>
                  <a:pt x="136918" y="18268"/>
                  <a:pt x="137889" y="17495"/>
                  <a:pt x="139152" y="16932"/>
                </a:cubicBezTo>
                <a:cubicBezTo>
                  <a:pt x="140427" y="16369"/>
                  <a:pt x="141958" y="15987"/>
                  <a:pt x="143745" y="15787"/>
                </a:cubicBezTo>
                <a:cubicBezTo>
                  <a:pt x="145533" y="15587"/>
                  <a:pt x="147451" y="15436"/>
                  <a:pt x="149501" y="15336"/>
                </a:cubicBezTo>
                <a:lnTo>
                  <a:pt x="149501" y="14788"/>
                </a:lnTo>
                <a:cubicBezTo>
                  <a:pt x="149501" y="13981"/>
                  <a:pt x="149360" y="13313"/>
                  <a:pt x="149079" y="12784"/>
                </a:cubicBezTo>
                <a:cubicBezTo>
                  <a:pt x="148798" y="12255"/>
                  <a:pt x="148395" y="11839"/>
                  <a:pt x="147870" y="11536"/>
                </a:cubicBezTo>
                <a:cubicBezTo>
                  <a:pt x="147370" y="11246"/>
                  <a:pt x="146770" y="11051"/>
                  <a:pt x="146070" y="10950"/>
                </a:cubicBezTo>
                <a:cubicBezTo>
                  <a:pt x="145370" y="10850"/>
                  <a:pt x="144639" y="10799"/>
                  <a:pt x="143876" y="10799"/>
                </a:cubicBezTo>
                <a:cubicBezTo>
                  <a:pt x="142951" y="10799"/>
                  <a:pt x="141920" y="10924"/>
                  <a:pt x="140783" y="11175"/>
                </a:cubicBezTo>
                <a:cubicBezTo>
                  <a:pt x="139645" y="11425"/>
                  <a:pt x="138471" y="11787"/>
                  <a:pt x="137258" y="12262"/>
                </a:cubicBezTo>
                <a:lnTo>
                  <a:pt x="137071" y="12262"/>
                </a:lnTo>
                <a:lnTo>
                  <a:pt x="137071" y="8681"/>
                </a:lnTo>
                <a:cubicBezTo>
                  <a:pt x="137758" y="8493"/>
                  <a:pt x="138752" y="8287"/>
                  <a:pt x="140052" y="8062"/>
                </a:cubicBezTo>
                <a:cubicBezTo>
                  <a:pt x="141352" y="7837"/>
                  <a:pt x="142633" y="7724"/>
                  <a:pt x="143895" y="7724"/>
                </a:cubicBezTo>
                <a:cubicBezTo>
                  <a:pt x="145370" y="7724"/>
                  <a:pt x="146654" y="7846"/>
                  <a:pt x="147748" y="8090"/>
                </a:cubicBezTo>
                <a:cubicBezTo>
                  <a:pt x="148842" y="8334"/>
                  <a:pt x="149788" y="8749"/>
                  <a:pt x="150588" y="9337"/>
                </a:cubicBezTo>
                <a:cubicBezTo>
                  <a:pt x="151376" y="9912"/>
                  <a:pt x="151976" y="10655"/>
                  <a:pt x="152388" y="11568"/>
                </a:cubicBezTo>
                <a:cubicBezTo>
                  <a:pt x="152801" y="12480"/>
                  <a:pt x="153007" y="13611"/>
                  <a:pt x="153007" y="14961"/>
                </a:cubicBezTo>
                <a:lnTo>
                  <a:pt x="153007" y="29173"/>
                </a:lnTo>
                <a:moveTo>
                  <a:pt x="149501" y="24043"/>
                </a:moveTo>
                <a:lnTo>
                  <a:pt x="149501" y="18186"/>
                </a:lnTo>
                <a:cubicBezTo>
                  <a:pt x="148426" y="18249"/>
                  <a:pt x="147161" y="18343"/>
                  <a:pt x="145704" y="18469"/>
                </a:cubicBezTo>
                <a:cubicBezTo>
                  <a:pt x="144248" y="18595"/>
                  <a:pt x="143095" y="18776"/>
                  <a:pt x="142245" y="19015"/>
                </a:cubicBezTo>
                <a:cubicBezTo>
                  <a:pt x="141233" y="19304"/>
                  <a:pt x="140414" y="19753"/>
                  <a:pt x="139789" y="20362"/>
                </a:cubicBezTo>
                <a:cubicBezTo>
                  <a:pt x="139164" y="20970"/>
                  <a:pt x="138852" y="21809"/>
                  <a:pt x="138852" y="22876"/>
                </a:cubicBezTo>
                <a:cubicBezTo>
                  <a:pt x="138852" y="24081"/>
                  <a:pt x="139214" y="24988"/>
                  <a:pt x="139939" y="25597"/>
                </a:cubicBezTo>
                <a:cubicBezTo>
                  <a:pt x="140664" y="26206"/>
                  <a:pt x="141770" y="26511"/>
                  <a:pt x="143258" y="26511"/>
                </a:cubicBezTo>
                <a:cubicBezTo>
                  <a:pt x="144495" y="26511"/>
                  <a:pt x="145626" y="26269"/>
                  <a:pt x="146651" y="25786"/>
                </a:cubicBezTo>
                <a:cubicBezTo>
                  <a:pt x="147676" y="25302"/>
                  <a:pt x="148626" y="24721"/>
                  <a:pt x="149501" y="24043"/>
                </a:cubicBezTo>
                <a:close/>
                <a:moveTo>
                  <a:pt x="163356" y="29173"/>
                </a:moveTo>
                <a:lnTo>
                  <a:pt x="159831" y="29173"/>
                </a:lnTo>
                <a:lnTo>
                  <a:pt x="159831" y="0"/>
                </a:lnTo>
                <a:lnTo>
                  <a:pt x="163356" y="0"/>
                </a:lnTo>
                <a:lnTo>
                  <a:pt x="163356" y="29173"/>
                </a:lnTo>
                <a:close/>
                <a:moveTo>
                  <a:pt x="174118" y="4725"/>
                </a:moveTo>
                <a:lnTo>
                  <a:pt x="170143" y="4725"/>
                </a:lnTo>
                <a:lnTo>
                  <a:pt x="170143" y="1050"/>
                </a:lnTo>
                <a:lnTo>
                  <a:pt x="174118" y="1050"/>
                </a:lnTo>
                <a:lnTo>
                  <a:pt x="174118" y="4725"/>
                </a:lnTo>
                <a:moveTo>
                  <a:pt x="173893" y="29173"/>
                </a:moveTo>
                <a:lnTo>
                  <a:pt x="170368" y="29173"/>
                </a:lnTo>
                <a:lnTo>
                  <a:pt x="170368" y="8212"/>
                </a:lnTo>
                <a:lnTo>
                  <a:pt x="173893" y="8212"/>
                </a:lnTo>
                <a:lnTo>
                  <a:pt x="173893" y="29173"/>
                </a:lnTo>
                <a:close/>
                <a:moveTo>
                  <a:pt x="197853" y="29173"/>
                </a:moveTo>
                <a:lnTo>
                  <a:pt x="194329" y="29173"/>
                </a:lnTo>
                <a:lnTo>
                  <a:pt x="194329" y="26991"/>
                </a:lnTo>
                <a:cubicBezTo>
                  <a:pt x="193316" y="27868"/>
                  <a:pt x="192260" y="28551"/>
                  <a:pt x="191160" y="29040"/>
                </a:cubicBezTo>
                <a:cubicBezTo>
                  <a:pt x="190060" y="29528"/>
                  <a:pt x="188867" y="29773"/>
                  <a:pt x="187579" y="29773"/>
                </a:cubicBezTo>
                <a:cubicBezTo>
                  <a:pt x="185079" y="29773"/>
                  <a:pt x="183095" y="28808"/>
                  <a:pt x="181627" y="26878"/>
                </a:cubicBezTo>
                <a:cubicBezTo>
                  <a:pt x="180158" y="24949"/>
                  <a:pt x="179424" y="22273"/>
                  <a:pt x="179424" y="18852"/>
                </a:cubicBezTo>
                <a:cubicBezTo>
                  <a:pt x="179424" y="17073"/>
                  <a:pt x="179677" y="15488"/>
                  <a:pt x="180183" y="14097"/>
                </a:cubicBezTo>
                <a:cubicBezTo>
                  <a:pt x="180689" y="12706"/>
                  <a:pt x="181373" y="11522"/>
                  <a:pt x="182236" y="10544"/>
                </a:cubicBezTo>
                <a:cubicBezTo>
                  <a:pt x="183086" y="9592"/>
                  <a:pt x="184076" y="8865"/>
                  <a:pt x="185208" y="8364"/>
                </a:cubicBezTo>
                <a:cubicBezTo>
                  <a:pt x="186339" y="7863"/>
                  <a:pt x="187511" y="7612"/>
                  <a:pt x="188723" y="7612"/>
                </a:cubicBezTo>
                <a:cubicBezTo>
                  <a:pt x="189823" y="7612"/>
                  <a:pt x="190798" y="7728"/>
                  <a:pt x="191648" y="7960"/>
                </a:cubicBezTo>
                <a:cubicBezTo>
                  <a:pt x="192498" y="8192"/>
                  <a:pt x="193391" y="8552"/>
                  <a:pt x="194329" y="9040"/>
                </a:cubicBezTo>
                <a:lnTo>
                  <a:pt x="194329" y="0"/>
                </a:lnTo>
                <a:lnTo>
                  <a:pt x="197853" y="0"/>
                </a:lnTo>
                <a:lnTo>
                  <a:pt x="197853" y="29173"/>
                </a:lnTo>
                <a:moveTo>
                  <a:pt x="194329" y="24017"/>
                </a:moveTo>
                <a:lnTo>
                  <a:pt x="194329" y="11999"/>
                </a:lnTo>
                <a:cubicBezTo>
                  <a:pt x="193379" y="11574"/>
                  <a:pt x="192529" y="11280"/>
                  <a:pt x="191779" y="11118"/>
                </a:cubicBezTo>
                <a:cubicBezTo>
                  <a:pt x="191029" y="10955"/>
                  <a:pt x="190210" y="10874"/>
                  <a:pt x="189323" y="10874"/>
                </a:cubicBezTo>
                <a:cubicBezTo>
                  <a:pt x="187348" y="10874"/>
                  <a:pt x="185811" y="11562"/>
                  <a:pt x="184711" y="12937"/>
                </a:cubicBezTo>
                <a:cubicBezTo>
                  <a:pt x="183611" y="14311"/>
                  <a:pt x="183061" y="16261"/>
                  <a:pt x="183061" y="18786"/>
                </a:cubicBezTo>
                <a:cubicBezTo>
                  <a:pt x="183061" y="21273"/>
                  <a:pt x="183486" y="23164"/>
                  <a:pt x="184336" y="24458"/>
                </a:cubicBezTo>
                <a:cubicBezTo>
                  <a:pt x="185186" y="25751"/>
                  <a:pt x="186548" y="26398"/>
                  <a:pt x="188423" y="26398"/>
                </a:cubicBezTo>
                <a:cubicBezTo>
                  <a:pt x="189423" y="26398"/>
                  <a:pt x="190435" y="26176"/>
                  <a:pt x="191460" y="25732"/>
                </a:cubicBezTo>
                <a:cubicBezTo>
                  <a:pt x="192485" y="25289"/>
                  <a:pt x="193441" y="24717"/>
                  <a:pt x="194329" y="24017"/>
                </a:cubicBezTo>
                <a:close/>
                <a:moveTo>
                  <a:pt x="221064" y="29173"/>
                </a:moveTo>
                <a:lnTo>
                  <a:pt x="217558" y="29173"/>
                </a:lnTo>
                <a:lnTo>
                  <a:pt x="217558" y="26957"/>
                </a:lnTo>
                <a:cubicBezTo>
                  <a:pt x="217246" y="27170"/>
                  <a:pt x="216824" y="27467"/>
                  <a:pt x="216293" y="27849"/>
                </a:cubicBezTo>
                <a:cubicBezTo>
                  <a:pt x="215761" y="28230"/>
                  <a:pt x="215246" y="28534"/>
                  <a:pt x="214746" y="28759"/>
                </a:cubicBezTo>
                <a:cubicBezTo>
                  <a:pt x="214158" y="29047"/>
                  <a:pt x="213484" y="29288"/>
                  <a:pt x="212721" y="29482"/>
                </a:cubicBezTo>
                <a:cubicBezTo>
                  <a:pt x="211959" y="29676"/>
                  <a:pt x="211065" y="29773"/>
                  <a:pt x="210040" y="29773"/>
                </a:cubicBezTo>
                <a:cubicBezTo>
                  <a:pt x="208153" y="29773"/>
                  <a:pt x="206553" y="29147"/>
                  <a:pt x="205240" y="27896"/>
                </a:cubicBezTo>
                <a:cubicBezTo>
                  <a:pt x="203928" y="26644"/>
                  <a:pt x="203272" y="25048"/>
                  <a:pt x="203272" y="23108"/>
                </a:cubicBezTo>
                <a:cubicBezTo>
                  <a:pt x="203272" y="21519"/>
                  <a:pt x="203612" y="20233"/>
                  <a:pt x="204294" y="19251"/>
                </a:cubicBezTo>
                <a:cubicBezTo>
                  <a:pt x="204975" y="18268"/>
                  <a:pt x="205947" y="17495"/>
                  <a:pt x="207209" y="16932"/>
                </a:cubicBezTo>
                <a:cubicBezTo>
                  <a:pt x="208484" y="16369"/>
                  <a:pt x="210015" y="15987"/>
                  <a:pt x="211802" y="15787"/>
                </a:cubicBezTo>
                <a:cubicBezTo>
                  <a:pt x="213590" y="15587"/>
                  <a:pt x="215508" y="15436"/>
                  <a:pt x="217558" y="15336"/>
                </a:cubicBezTo>
                <a:lnTo>
                  <a:pt x="217558" y="14788"/>
                </a:lnTo>
                <a:cubicBezTo>
                  <a:pt x="217558" y="13981"/>
                  <a:pt x="217418" y="13313"/>
                  <a:pt x="217136" y="12784"/>
                </a:cubicBezTo>
                <a:cubicBezTo>
                  <a:pt x="216855" y="12255"/>
                  <a:pt x="216452" y="11839"/>
                  <a:pt x="215927" y="11536"/>
                </a:cubicBezTo>
                <a:cubicBezTo>
                  <a:pt x="215427" y="11246"/>
                  <a:pt x="214827" y="11051"/>
                  <a:pt x="214127" y="10950"/>
                </a:cubicBezTo>
                <a:cubicBezTo>
                  <a:pt x="213427" y="10850"/>
                  <a:pt x="212696" y="10799"/>
                  <a:pt x="211934" y="10799"/>
                </a:cubicBezTo>
                <a:cubicBezTo>
                  <a:pt x="211009" y="10799"/>
                  <a:pt x="209978" y="10924"/>
                  <a:pt x="208840" y="11175"/>
                </a:cubicBezTo>
                <a:cubicBezTo>
                  <a:pt x="207703" y="11425"/>
                  <a:pt x="206528" y="11787"/>
                  <a:pt x="205315" y="12262"/>
                </a:cubicBezTo>
                <a:lnTo>
                  <a:pt x="205128" y="12262"/>
                </a:lnTo>
                <a:lnTo>
                  <a:pt x="205128" y="8681"/>
                </a:lnTo>
                <a:cubicBezTo>
                  <a:pt x="205815" y="8493"/>
                  <a:pt x="206809" y="8287"/>
                  <a:pt x="208109" y="8062"/>
                </a:cubicBezTo>
                <a:cubicBezTo>
                  <a:pt x="209409" y="7837"/>
                  <a:pt x="210690" y="7724"/>
                  <a:pt x="211952" y="7724"/>
                </a:cubicBezTo>
                <a:cubicBezTo>
                  <a:pt x="213427" y="7724"/>
                  <a:pt x="214712" y="7846"/>
                  <a:pt x="215805" y="8090"/>
                </a:cubicBezTo>
                <a:cubicBezTo>
                  <a:pt x="216899" y="8334"/>
                  <a:pt x="217846" y="8749"/>
                  <a:pt x="218646" y="9337"/>
                </a:cubicBezTo>
                <a:cubicBezTo>
                  <a:pt x="219433" y="9912"/>
                  <a:pt x="220033" y="10655"/>
                  <a:pt x="220446" y="11568"/>
                </a:cubicBezTo>
                <a:cubicBezTo>
                  <a:pt x="220858" y="12480"/>
                  <a:pt x="221064" y="13611"/>
                  <a:pt x="221064" y="14961"/>
                </a:cubicBezTo>
                <a:lnTo>
                  <a:pt x="221064" y="29173"/>
                </a:lnTo>
                <a:moveTo>
                  <a:pt x="217558" y="24043"/>
                </a:moveTo>
                <a:lnTo>
                  <a:pt x="217558" y="18186"/>
                </a:lnTo>
                <a:cubicBezTo>
                  <a:pt x="216483" y="18249"/>
                  <a:pt x="215218" y="18343"/>
                  <a:pt x="213762" y="18469"/>
                </a:cubicBezTo>
                <a:cubicBezTo>
                  <a:pt x="212305" y="18595"/>
                  <a:pt x="211152" y="18776"/>
                  <a:pt x="210303" y="19015"/>
                </a:cubicBezTo>
                <a:cubicBezTo>
                  <a:pt x="209290" y="19304"/>
                  <a:pt x="208471" y="19753"/>
                  <a:pt x="207846" y="20362"/>
                </a:cubicBezTo>
                <a:cubicBezTo>
                  <a:pt x="207221" y="20970"/>
                  <a:pt x="206909" y="21809"/>
                  <a:pt x="206909" y="22876"/>
                </a:cubicBezTo>
                <a:cubicBezTo>
                  <a:pt x="206909" y="24081"/>
                  <a:pt x="207271" y="24988"/>
                  <a:pt x="207996" y="25597"/>
                </a:cubicBezTo>
                <a:cubicBezTo>
                  <a:pt x="208721" y="26206"/>
                  <a:pt x="209828" y="26511"/>
                  <a:pt x="211315" y="26511"/>
                </a:cubicBezTo>
                <a:cubicBezTo>
                  <a:pt x="212552" y="26511"/>
                  <a:pt x="213684" y="26269"/>
                  <a:pt x="214708" y="25786"/>
                </a:cubicBezTo>
                <a:cubicBezTo>
                  <a:pt x="215733" y="25302"/>
                  <a:pt x="216683" y="24721"/>
                  <a:pt x="217558" y="24043"/>
                </a:cubicBezTo>
                <a:close/>
                <a:moveTo>
                  <a:pt x="245381" y="19049"/>
                </a:moveTo>
                <a:lnTo>
                  <a:pt x="229951" y="19049"/>
                </a:lnTo>
                <a:cubicBezTo>
                  <a:pt x="229951" y="20339"/>
                  <a:pt x="230145" y="21464"/>
                  <a:pt x="230532" y="22422"/>
                </a:cubicBezTo>
                <a:cubicBezTo>
                  <a:pt x="230920" y="23381"/>
                  <a:pt x="231451" y="24167"/>
                  <a:pt x="232126" y="24781"/>
                </a:cubicBezTo>
                <a:cubicBezTo>
                  <a:pt x="232776" y="25382"/>
                  <a:pt x="233548" y="25834"/>
                  <a:pt x="234441" y="26134"/>
                </a:cubicBezTo>
                <a:cubicBezTo>
                  <a:pt x="235335" y="26435"/>
                  <a:pt x="236319" y="26586"/>
                  <a:pt x="237394" y="26586"/>
                </a:cubicBezTo>
                <a:cubicBezTo>
                  <a:pt x="238819" y="26586"/>
                  <a:pt x="240253" y="26299"/>
                  <a:pt x="241697" y="25726"/>
                </a:cubicBezTo>
                <a:cubicBezTo>
                  <a:pt x="243141" y="25153"/>
                  <a:pt x="244169" y="24590"/>
                  <a:pt x="244781" y="24036"/>
                </a:cubicBezTo>
                <a:lnTo>
                  <a:pt x="244969" y="24036"/>
                </a:lnTo>
                <a:lnTo>
                  <a:pt x="244969" y="27892"/>
                </a:lnTo>
                <a:cubicBezTo>
                  <a:pt x="243781" y="28394"/>
                  <a:pt x="242569" y="28814"/>
                  <a:pt x="241331" y="29152"/>
                </a:cubicBezTo>
                <a:cubicBezTo>
                  <a:pt x="240094" y="29491"/>
                  <a:pt x="238794" y="29660"/>
                  <a:pt x="237432" y="29660"/>
                </a:cubicBezTo>
                <a:cubicBezTo>
                  <a:pt x="233957" y="29660"/>
                  <a:pt x="231245" y="28718"/>
                  <a:pt x="229295" y="26834"/>
                </a:cubicBezTo>
                <a:cubicBezTo>
                  <a:pt x="227345" y="24950"/>
                  <a:pt x="226370" y="22273"/>
                  <a:pt x="226370" y="18805"/>
                </a:cubicBezTo>
                <a:cubicBezTo>
                  <a:pt x="226370" y="15375"/>
                  <a:pt x="227304" y="12652"/>
                  <a:pt x="229173" y="10636"/>
                </a:cubicBezTo>
                <a:cubicBezTo>
                  <a:pt x="231042" y="8620"/>
                  <a:pt x="233501" y="7612"/>
                  <a:pt x="236551" y="7612"/>
                </a:cubicBezTo>
                <a:cubicBezTo>
                  <a:pt x="239375" y="7612"/>
                  <a:pt x="241553" y="8438"/>
                  <a:pt x="243084" y="10091"/>
                </a:cubicBezTo>
                <a:cubicBezTo>
                  <a:pt x="244616" y="11743"/>
                  <a:pt x="245381" y="14091"/>
                  <a:pt x="245381" y="17133"/>
                </a:cubicBezTo>
                <a:lnTo>
                  <a:pt x="245381" y="19049"/>
                </a:lnTo>
                <a:moveTo>
                  <a:pt x="241950" y="16349"/>
                </a:moveTo>
                <a:cubicBezTo>
                  <a:pt x="241938" y="14499"/>
                  <a:pt x="241472" y="13068"/>
                  <a:pt x="240553" y="12055"/>
                </a:cubicBezTo>
                <a:cubicBezTo>
                  <a:pt x="239635" y="11043"/>
                  <a:pt x="238238" y="10537"/>
                  <a:pt x="236363" y="10537"/>
                </a:cubicBezTo>
                <a:cubicBezTo>
                  <a:pt x="234476" y="10537"/>
                  <a:pt x="232973" y="11093"/>
                  <a:pt x="231854" y="12205"/>
                </a:cubicBezTo>
                <a:cubicBezTo>
                  <a:pt x="230735" y="13318"/>
                  <a:pt x="230101" y="14699"/>
                  <a:pt x="229951" y="16349"/>
                </a:cubicBezTo>
                <a:lnTo>
                  <a:pt x="241950" y="1634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2C8015-EA81-466B-A459-4DFB0CA6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36" y="2375017"/>
            <a:ext cx="296454" cy="351030"/>
          </a:xfrm>
          <a:custGeom xmlns:a="http://schemas.openxmlformats.org/drawingml/2006/main">
            <a:pathLst>
              <a:path w="296454" h="351030">
                <a:moveTo>
                  <a:pt x="0" y="0"/>
                </a:moveTo>
                <a:lnTo>
                  <a:pt x="296454" y="0"/>
                </a:lnTo>
                <a:lnTo>
                  <a:pt x="296454" y="351030"/>
                </a:lnTo>
                <a:lnTo>
                  <a:pt x="0" y="3510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3CB4E-39B5-48F6-A5CF-AE01D7EE2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036" y="2375018"/>
            <a:ext cx="296455" cy="351031"/>
          </a:xfrm>
          <a:custGeom xmlns:a="http://schemas.openxmlformats.org/drawingml/2006/main">
            <a:pathLst>
              <a:path w="296455" h="351031" fill="none">
                <a:moveTo>
                  <a:pt x="0" y="0"/>
                </a:moveTo>
                <a:lnTo>
                  <a:pt x="296455" y="0"/>
                </a:lnTo>
                <a:lnTo>
                  <a:pt x="296455" y="351031"/>
                </a:lnTo>
                <a:lnTo>
                  <a:pt x="0" y="3510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22" name="Text Geometridae">
            <a:extLst xmlns:a="http://schemas.openxmlformats.org/drawingml/2006/main">
              <a:ext uri="{FF2B5EF4-FFF2-40B4-BE49-F238E27FC236}">
                <a16:creationId xmlns:a16="http://schemas.microsoft.com/office/drawing/2014/main" id="{87927772-3ECC-431A-8AB4-4CA527E73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18" y="2406921"/>
            <a:ext cx="246910" cy="30122"/>
          </a:xfrm>
          <a:custGeom xmlns:a="http://schemas.openxmlformats.org/drawingml/2006/main">
            <a:pathLst>
              <a:path w="246910" h="30122">
                <a:moveTo>
                  <a:pt x="25171" y="27479"/>
                </a:moveTo>
                <a:cubicBezTo>
                  <a:pt x="23628" y="28188"/>
                  <a:pt x="21943" y="28806"/>
                  <a:pt x="20116" y="29333"/>
                </a:cubicBezTo>
                <a:cubicBezTo>
                  <a:pt x="18289" y="29859"/>
                  <a:pt x="16521" y="30122"/>
                  <a:pt x="14814" y="30122"/>
                </a:cubicBezTo>
                <a:cubicBezTo>
                  <a:pt x="12614" y="30122"/>
                  <a:pt x="10597" y="29818"/>
                  <a:pt x="8763" y="29209"/>
                </a:cubicBezTo>
                <a:cubicBezTo>
                  <a:pt x="6930" y="28601"/>
                  <a:pt x="5368" y="27689"/>
                  <a:pt x="4078" y="26473"/>
                </a:cubicBezTo>
                <a:cubicBezTo>
                  <a:pt x="2776" y="25244"/>
                  <a:pt x="1770" y="23707"/>
                  <a:pt x="1062" y="21864"/>
                </a:cubicBezTo>
                <a:cubicBezTo>
                  <a:pt x="354" y="20020"/>
                  <a:pt x="0" y="17863"/>
                  <a:pt x="0" y="15393"/>
                </a:cubicBezTo>
                <a:cubicBezTo>
                  <a:pt x="0" y="10870"/>
                  <a:pt x="1318" y="7300"/>
                  <a:pt x="3955" y="4683"/>
                </a:cubicBezTo>
                <a:cubicBezTo>
                  <a:pt x="6591" y="2067"/>
                  <a:pt x="10211" y="759"/>
                  <a:pt x="14814" y="759"/>
                </a:cubicBezTo>
                <a:cubicBezTo>
                  <a:pt x="16420" y="759"/>
                  <a:pt x="18061" y="951"/>
                  <a:pt x="19737" y="1336"/>
                </a:cubicBezTo>
                <a:cubicBezTo>
                  <a:pt x="21412" y="1721"/>
                  <a:pt x="23217" y="2373"/>
                  <a:pt x="25152" y="3293"/>
                </a:cubicBezTo>
                <a:lnTo>
                  <a:pt x="25152" y="7739"/>
                </a:lnTo>
                <a:lnTo>
                  <a:pt x="24811" y="7739"/>
                </a:lnTo>
                <a:cubicBezTo>
                  <a:pt x="24419" y="7442"/>
                  <a:pt x="23849" y="7051"/>
                  <a:pt x="23103" y="6568"/>
                </a:cubicBezTo>
                <a:cubicBezTo>
                  <a:pt x="22357" y="6084"/>
                  <a:pt x="21624" y="5682"/>
                  <a:pt x="20903" y="5360"/>
                </a:cubicBezTo>
                <a:cubicBezTo>
                  <a:pt x="20031" y="4976"/>
                  <a:pt x="19041" y="4657"/>
                  <a:pt x="17935" y="4402"/>
                </a:cubicBezTo>
                <a:cubicBezTo>
                  <a:pt x="16828" y="4148"/>
                  <a:pt x="15573" y="4021"/>
                  <a:pt x="14169" y="4021"/>
                </a:cubicBezTo>
                <a:cubicBezTo>
                  <a:pt x="11008" y="4021"/>
                  <a:pt x="8507" y="5035"/>
                  <a:pt x="6667" y="7063"/>
                </a:cubicBezTo>
                <a:cubicBezTo>
                  <a:pt x="4827" y="9091"/>
                  <a:pt x="3907" y="11836"/>
                  <a:pt x="3907" y="15298"/>
                </a:cubicBezTo>
                <a:cubicBezTo>
                  <a:pt x="3907" y="18950"/>
                  <a:pt x="4869" y="21790"/>
                  <a:pt x="6791" y="23818"/>
                </a:cubicBezTo>
                <a:cubicBezTo>
                  <a:pt x="8713" y="25845"/>
                  <a:pt x="11330" y="26859"/>
                  <a:pt x="14644" y="26859"/>
                </a:cubicBezTo>
                <a:cubicBezTo>
                  <a:pt x="15858" y="26859"/>
                  <a:pt x="17068" y="26739"/>
                  <a:pt x="18276" y="26500"/>
                </a:cubicBezTo>
                <a:cubicBezTo>
                  <a:pt x="19484" y="26260"/>
                  <a:pt x="20543" y="25951"/>
                  <a:pt x="21453" y="25572"/>
                </a:cubicBezTo>
                <a:lnTo>
                  <a:pt x="21453" y="18665"/>
                </a:lnTo>
                <a:lnTo>
                  <a:pt x="13885" y="18665"/>
                </a:lnTo>
                <a:lnTo>
                  <a:pt x="13885" y="15326"/>
                </a:lnTo>
                <a:lnTo>
                  <a:pt x="25171" y="15326"/>
                </a:lnTo>
                <a:lnTo>
                  <a:pt x="25171" y="27479"/>
                </a:lnTo>
                <a:close/>
                <a:moveTo>
                  <a:pt x="49185" y="19272"/>
                </a:moveTo>
                <a:lnTo>
                  <a:pt x="33574" y="19272"/>
                </a:lnTo>
                <a:cubicBezTo>
                  <a:pt x="33574" y="20577"/>
                  <a:pt x="33770" y="21715"/>
                  <a:pt x="34162" y="22685"/>
                </a:cubicBezTo>
                <a:cubicBezTo>
                  <a:pt x="34554" y="23655"/>
                  <a:pt x="35091" y="24450"/>
                  <a:pt x="35774" y="25071"/>
                </a:cubicBezTo>
                <a:cubicBezTo>
                  <a:pt x="36432" y="25680"/>
                  <a:pt x="37213" y="26136"/>
                  <a:pt x="38117" y="26441"/>
                </a:cubicBezTo>
                <a:cubicBezTo>
                  <a:pt x="39021" y="26745"/>
                  <a:pt x="40017" y="26897"/>
                  <a:pt x="41104" y="26897"/>
                </a:cubicBezTo>
                <a:cubicBezTo>
                  <a:pt x="42546" y="26897"/>
                  <a:pt x="43997" y="26607"/>
                  <a:pt x="45457" y="26027"/>
                </a:cubicBezTo>
                <a:cubicBezTo>
                  <a:pt x="46918" y="25448"/>
                  <a:pt x="47958" y="24878"/>
                  <a:pt x="48578" y="24317"/>
                </a:cubicBezTo>
                <a:lnTo>
                  <a:pt x="48767" y="24317"/>
                </a:lnTo>
                <a:lnTo>
                  <a:pt x="48767" y="28219"/>
                </a:lnTo>
                <a:cubicBezTo>
                  <a:pt x="47566" y="28726"/>
                  <a:pt x="46339" y="29151"/>
                  <a:pt x="45088" y="29494"/>
                </a:cubicBezTo>
                <a:cubicBezTo>
                  <a:pt x="43836" y="29837"/>
                  <a:pt x="42521" y="30008"/>
                  <a:pt x="41142" y="30008"/>
                </a:cubicBezTo>
                <a:cubicBezTo>
                  <a:pt x="37627" y="30008"/>
                  <a:pt x="34883" y="29055"/>
                  <a:pt x="32910" y="27148"/>
                </a:cubicBezTo>
                <a:cubicBezTo>
                  <a:pt x="30937" y="25242"/>
                  <a:pt x="29951" y="22534"/>
                  <a:pt x="29951" y="19025"/>
                </a:cubicBezTo>
                <a:cubicBezTo>
                  <a:pt x="29951" y="15555"/>
                  <a:pt x="30896" y="12800"/>
                  <a:pt x="32787" y="10760"/>
                </a:cubicBezTo>
                <a:cubicBezTo>
                  <a:pt x="34677" y="8721"/>
                  <a:pt x="37165" y="7701"/>
                  <a:pt x="40251" y="7701"/>
                </a:cubicBezTo>
                <a:cubicBezTo>
                  <a:pt x="43109" y="7701"/>
                  <a:pt x="45312" y="8537"/>
                  <a:pt x="46861" y="10209"/>
                </a:cubicBezTo>
                <a:cubicBezTo>
                  <a:pt x="48410" y="11881"/>
                  <a:pt x="49185" y="14256"/>
                  <a:pt x="49185" y="17334"/>
                </a:cubicBezTo>
                <a:lnTo>
                  <a:pt x="49185" y="19272"/>
                </a:lnTo>
                <a:moveTo>
                  <a:pt x="45714" y="16540"/>
                </a:moveTo>
                <a:cubicBezTo>
                  <a:pt x="45701" y="14669"/>
                  <a:pt x="45230" y="13221"/>
                  <a:pt x="44300" y="12197"/>
                </a:cubicBezTo>
                <a:cubicBezTo>
                  <a:pt x="43371" y="11172"/>
                  <a:pt x="41958" y="10660"/>
                  <a:pt x="40061" y="10660"/>
                </a:cubicBezTo>
                <a:cubicBezTo>
                  <a:pt x="38151" y="10660"/>
                  <a:pt x="36631" y="11223"/>
                  <a:pt x="35499" y="12348"/>
                </a:cubicBezTo>
                <a:cubicBezTo>
                  <a:pt x="34367" y="13474"/>
                  <a:pt x="33726" y="14871"/>
                  <a:pt x="33574" y="16540"/>
                </a:cubicBezTo>
                <a:lnTo>
                  <a:pt x="45714" y="16540"/>
                </a:lnTo>
                <a:close/>
                <a:moveTo>
                  <a:pt x="72648" y="18921"/>
                </a:moveTo>
                <a:cubicBezTo>
                  <a:pt x="72648" y="22382"/>
                  <a:pt x="71763" y="25114"/>
                  <a:pt x="69993" y="27117"/>
                </a:cubicBezTo>
                <a:cubicBezTo>
                  <a:pt x="68223" y="29120"/>
                  <a:pt x="65852" y="30122"/>
                  <a:pt x="62880" y="30122"/>
                </a:cubicBezTo>
                <a:cubicBezTo>
                  <a:pt x="59883" y="30122"/>
                  <a:pt x="57502" y="29120"/>
                  <a:pt x="55738" y="27117"/>
                </a:cubicBezTo>
                <a:cubicBezTo>
                  <a:pt x="53974" y="25114"/>
                  <a:pt x="53092" y="22382"/>
                  <a:pt x="53092" y="18921"/>
                </a:cubicBezTo>
                <a:cubicBezTo>
                  <a:pt x="53092" y="15460"/>
                  <a:pt x="53974" y="12725"/>
                  <a:pt x="55738" y="10715"/>
                </a:cubicBezTo>
                <a:cubicBezTo>
                  <a:pt x="57502" y="8706"/>
                  <a:pt x="59883" y="7701"/>
                  <a:pt x="62880" y="7701"/>
                </a:cubicBezTo>
                <a:cubicBezTo>
                  <a:pt x="65852" y="7701"/>
                  <a:pt x="68223" y="8706"/>
                  <a:pt x="69993" y="10715"/>
                </a:cubicBezTo>
                <a:cubicBezTo>
                  <a:pt x="71763" y="12725"/>
                  <a:pt x="72648" y="15460"/>
                  <a:pt x="72648" y="18921"/>
                </a:cubicBezTo>
                <a:moveTo>
                  <a:pt x="68969" y="18921"/>
                </a:moveTo>
                <a:cubicBezTo>
                  <a:pt x="68969" y="16180"/>
                  <a:pt x="68431" y="14143"/>
                  <a:pt x="67356" y="12811"/>
                </a:cubicBezTo>
                <a:cubicBezTo>
                  <a:pt x="66281" y="11478"/>
                  <a:pt x="64789" y="10812"/>
                  <a:pt x="62880" y="10812"/>
                </a:cubicBezTo>
                <a:cubicBezTo>
                  <a:pt x="60945" y="10812"/>
                  <a:pt x="59443" y="11478"/>
                  <a:pt x="58375" y="12811"/>
                </a:cubicBezTo>
                <a:cubicBezTo>
                  <a:pt x="57306" y="14143"/>
                  <a:pt x="56772" y="16180"/>
                  <a:pt x="56772" y="18921"/>
                </a:cubicBezTo>
                <a:cubicBezTo>
                  <a:pt x="56772" y="21573"/>
                  <a:pt x="57309" y="23585"/>
                  <a:pt x="58384" y="24955"/>
                </a:cubicBezTo>
                <a:cubicBezTo>
                  <a:pt x="59459" y="26326"/>
                  <a:pt x="60958" y="27011"/>
                  <a:pt x="62880" y="27011"/>
                </a:cubicBezTo>
                <a:cubicBezTo>
                  <a:pt x="64777" y="27011"/>
                  <a:pt x="66266" y="26332"/>
                  <a:pt x="67347" y="24974"/>
                </a:cubicBezTo>
                <a:cubicBezTo>
                  <a:pt x="68428" y="23616"/>
                  <a:pt x="68969" y="21599"/>
                  <a:pt x="68969" y="18921"/>
                </a:cubicBezTo>
                <a:close/>
                <a:moveTo>
                  <a:pt x="109086" y="29515"/>
                </a:moveTo>
                <a:lnTo>
                  <a:pt x="105520" y="29515"/>
                </a:lnTo>
                <a:lnTo>
                  <a:pt x="105520" y="17438"/>
                </a:lnTo>
                <a:cubicBezTo>
                  <a:pt x="105520" y="16527"/>
                  <a:pt x="105479" y="15647"/>
                  <a:pt x="105397" y="14799"/>
                </a:cubicBezTo>
                <a:cubicBezTo>
                  <a:pt x="105315" y="13951"/>
                  <a:pt x="105141" y="13274"/>
                  <a:pt x="104875" y="12767"/>
                </a:cubicBezTo>
                <a:cubicBezTo>
                  <a:pt x="104585" y="12223"/>
                  <a:pt x="104167" y="11812"/>
                  <a:pt x="103624" y="11533"/>
                </a:cubicBezTo>
                <a:cubicBezTo>
                  <a:pt x="103080" y="11255"/>
                  <a:pt x="102296" y="11115"/>
                  <a:pt x="101272" y="11115"/>
                </a:cubicBezTo>
                <a:cubicBezTo>
                  <a:pt x="100273" y="11115"/>
                  <a:pt x="99274" y="11366"/>
                  <a:pt x="98275" y="11866"/>
                </a:cubicBezTo>
                <a:cubicBezTo>
                  <a:pt x="97276" y="12366"/>
                  <a:pt x="96277" y="13002"/>
                  <a:pt x="95278" y="13774"/>
                </a:cubicBezTo>
                <a:cubicBezTo>
                  <a:pt x="95315" y="14065"/>
                  <a:pt x="95347" y="14403"/>
                  <a:pt x="95372" y="14789"/>
                </a:cubicBezTo>
                <a:cubicBezTo>
                  <a:pt x="95398" y="15175"/>
                  <a:pt x="95410" y="15558"/>
                  <a:pt x="95410" y="15938"/>
                </a:cubicBezTo>
                <a:lnTo>
                  <a:pt x="95410" y="29515"/>
                </a:lnTo>
                <a:lnTo>
                  <a:pt x="91844" y="29515"/>
                </a:lnTo>
                <a:lnTo>
                  <a:pt x="91844" y="17438"/>
                </a:lnTo>
                <a:cubicBezTo>
                  <a:pt x="91844" y="16502"/>
                  <a:pt x="91803" y="15613"/>
                  <a:pt x="91721" y="14771"/>
                </a:cubicBezTo>
                <a:cubicBezTo>
                  <a:pt x="91639" y="13929"/>
                  <a:pt x="91465" y="13255"/>
                  <a:pt x="91199" y="12748"/>
                </a:cubicBezTo>
                <a:cubicBezTo>
                  <a:pt x="90909" y="12204"/>
                  <a:pt x="90491" y="11796"/>
                  <a:pt x="89947" y="11524"/>
                </a:cubicBezTo>
                <a:cubicBezTo>
                  <a:pt x="89404" y="11252"/>
                  <a:pt x="88620" y="11115"/>
                  <a:pt x="87595" y="11115"/>
                </a:cubicBezTo>
                <a:cubicBezTo>
                  <a:pt x="86622" y="11115"/>
                  <a:pt x="85645" y="11356"/>
                  <a:pt x="84665" y="11837"/>
                </a:cubicBezTo>
                <a:cubicBezTo>
                  <a:pt x="83685" y="12318"/>
                  <a:pt x="82708" y="12932"/>
                  <a:pt x="81734" y="13679"/>
                </a:cubicBezTo>
                <a:lnTo>
                  <a:pt x="81734" y="29515"/>
                </a:lnTo>
                <a:lnTo>
                  <a:pt x="78168" y="29515"/>
                </a:lnTo>
                <a:lnTo>
                  <a:pt x="78168" y="8308"/>
                </a:lnTo>
                <a:lnTo>
                  <a:pt x="81734" y="8308"/>
                </a:lnTo>
                <a:lnTo>
                  <a:pt x="81734" y="10663"/>
                </a:lnTo>
                <a:cubicBezTo>
                  <a:pt x="82847" y="9733"/>
                  <a:pt x="83957" y="9007"/>
                  <a:pt x="85063" y="8485"/>
                </a:cubicBezTo>
                <a:cubicBezTo>
                  <a:pt x="86170" y="7962"/>
                  <a:pt x="87349" y="7701"/>
                  <a:pt x="88601" y="7701"/>
                </a:cubicBezTo>
                <a:cubicBezTo>
                  <a:pt x="90042" y="7701"/>
                  <a:pt x="91266" y="8007"/>
                  <a:pt x="92271" y="8618"/>
                </a:cubicBezTo>
                <a:cubicBezTo>
                  <a:pt x="93276" y="9228"/>
                  <a:pt x="94026" y="10074"/>
                  <a:pt x="94519" y="11156"/>
                </a:cubicBezTo>
                <a:cubicBezTo>
                  <a:pt x="95960" y="9934"/>
                  <a:pt x="97276" y="9053"/>
                  <a:pt x="98464" y="8513"/>
                </a:cubicBezTo>
                <a:cubicBezTo>
                  <a:pt x="99653" y="7972"/>
                  <a:pt x="100924" y="7701"/>
                  <a:pt x="102277" y="7701"/>
                </a:cubicBezTo>
                <a:cubicBezTo>
                  <a:pt x="104604" y="7701"/>
                  <a:pt x="106320" y="8407"/>
                  <a:pt x="107427" y="9820"/>
                </a:cubicBezTo>
                <a:cubicBezTo>
                  <a:pt x="108533" y="11232"/>
                  <a:pt x="109086" y="13205"/>
                  <a:pt x="109086" y="15739"/>
                </a:cubicBezTo>
                <a:lnTo>
                  <a:pt x="109086" y="29515"/>
                </a:lnTo>
                <a:close/>
                <a:moveTo>
                  <a:pt x="133688" y="19272"/>
                </a:moveTo>
                <a:lnTo>
                  <a:pt x="118077" y="19272"/>
                </a:lnTo>
                <a:cubicBezTo>
                  <a:pt x="118077" y="20577"/>
                  <a:pt x="118273" y="21715"/>
                  <a:pt x="118665" y="22685"/>
                </a:cubicBezTo>
                <a:cubicBezTo>
                  <a:pt x="119057" y="23655"/>
                  <a:pt x="119595" y="24450"/>
                  <a:pt x="120278" y="25071"/>
                </a:cubicBezTo>
                <a:cubicBezTo>
                  <a:pt x="120935" y="25680"/>
                  <a:pt x="121716" y="26136"/>
                  <a:pt x="122620" y="26441"/>
                </a:cubicBezTo>
                <a:cubicBezTo>
                  <a:pt x="123524" y="26745"/>
                  <a:pt x="124520" y="26897"/>
                  <a:pt x="125608" y="26897"/>
                </a:cubicBezTo>
                <a:cubicBezTo>
                  <a:pt x="127049" y="26897"/>
                  <a:pt x="128500" y="26607"/>
                  <a:pt x="129961" y="26027"/>
                </a:cubicBezTo>
                <a:cubicBezTo>
                  <a:pt x="131422" y="25448"/>
                  <a:pt x="132462" y="24878"/>
                  <a:pt x="133081" y="24317"/>
                </a:cubicBezTo>
                <a:lnTo>
                  <a:pt x="133271" y="24317"/>
                </a:lnTo>
                <a:lnTo>
                  <a:pt x="133271" y="28219"/>
                </a:lnTo>
                <a:cubicBezTo>
                  <a:pt x="132070" y="28726"/>
                  <a:pt x="130843" y="29151"/>
                  <a:pt x="129591" y="29494"/>
                </a:cubicBezTo>
                <a:cubicBezTo>
                  <a:pt x="128339" y="29837"/>
                  <a:pt x="127024" y="30008"/>
                  <a:pt x="125646" y="30008"/>
                </a:cubicBezTo>
                <a:cubicBezTo>
                  <a:pt x="122130" y="30008"/>
                  <a:pt x="119386" y="29055"/>
                  <a:pt x="117413" y="27148"/>
                </a:cubicBezTo>
                <a:cubicBezTo>
                  <a:pt x="115441" y="25242"/>
                  <a:pt x="114454" y="22534"/>
                  <a:pt x="114454" y="19025"/>
                </a:cubicBezTo>
                <a:cubicBezTo>
                  <a:pt x="114454" y="15555"/>
                  <a:pt x="115400" y="12800"/>
                  <a:pt x="117290" y="10760"/>
                </a:cubicBezTo>
                <a:cubicBezTo>
                  <a:pt x="119181" y="8721"/>
                  <a:pt x="121669" y="7701"/>
                  <a:pt x="124754" y="7701"/>
                </a:cubicBezTo>
                <a:cubicBezTo>
                  <a:pt x="127612" y="7701"/>
                  <a:pt x="129816" y="8537"/>
                  <a:pt x="131365" y="10209"/>
                </a:cubicBezTo>
                <a:cubicBezTo>
                  <a:pt x="132914" y="11881"/>
                  <a:pt x="133688" y="14256"/>
                  <a:pt x="133688" y="17334"/>
                </a:cubicBezTo>
                <a:lnTo>
                  <a:pt x="133688" y="19272"/>
                </a:lnTo>
                <a:moveTo>
                  <a:pt x="130217" y="16540"/>
                </a:moveTo>
                <a:cubicBezTo>
                  <a:pt x="130204" y="14669"/>
                  <a:pt x="129733" y="13221"/>
                  <a:pt x="128804" y="12197"/>
                </a:cubicBezTo>
                <a:cubicBezTo>
                  <a:pt x="127875" y="11172"/>
                  <a:pt x="126461" y="10660"/>
                  <a:pt x="124565" y="10660"/>
                </a:cubicBezTo>
                <a:cubicBezTo>
                  <a:pt x="122655" y="10660"/>
                  <a:pt x="121134" y="11223"/>
                  <a:pt x="120003" y="12348"/>
                </a:cubicBezTo>
                <a:cubicBezTo>
                  <a:pt x="118871" y="13474"/>
                  <a:pt x="118229" y="14871"/>
                  <a:pt x="118077" y="16540"/>
                </a:cubicBezTo>
                <a:lnTo>
                  <a:pt x="130217" y="16540"/>
                </a:lnTo>
                <a:close/>
                <a:moveTo>
                  <a:pt x="150096" y="29328"/>
                </a:moveTo>
                <a:cubicBezTo>
                  <a:pt x="149426" y="29504"/>
                  <a:pt x="148695" y="29649"/>
                  <a:pt x="147905" y="29762"/>
                </a:cubicBezTo>
                <a:cubicBezTo>
                  <a:pt x="147115" y="29875"/>
                  <a:pt x="146410" y="29932"/>
                  <a:pt x="145790" y="29932"/>
                </a:cubicBezTo>
                <a:cubicBezTo>
                  <a:pt x="143628" y="29932"/>
                  <a:pt x="141984" y="29350"/>
                  <a:pt x="140858" y="28185"/>
                </a:cubicBezTo>
                <a:cubicBezTo>
                  <a:pt x="139733" y="27021"/>
                  <a:pt x="139170" y="25153"/>
                  <a:pt x="139170" y="22584"/>
                </a:cubicBezTo>
                <a:lnTo>
                  <a:pt x="139170" y="11305"/>
                </a:lnTo>
                <a:lnTo>
                  <a:pt x="136761" y="11305"/>
                </a:lnTo>
                <a:lnTo>
                  <a:pt x="136761" y="8308"/>
                </a:lnTo>
                <a:lnTo>
                  <a:pt x="139170" y="8308"/>
                </a:lnTo>
                <a:lnTo>
                  <a:pt x="139170" y="2200"/>
                </a:lnTo>
                <a:lnTo>
                  <a:pt x="142736" y="2200"/>
                </a:lnTo>
                <a:lnTo>
                  <a:pt x="142736" y="8308"/>
                </a:lnTo>
                <a:lnTo>
                  <a:pt x="150096" y="8308"/>
                </a:lnTo>
                <a:lnTo>
                  <a:pt x="150096" y="11305"/>
                </a:lnTo>
                <a:lnTo>
                  <a:pt x="142736" y="11305"/>
                </a:lnTo>
                <a:lnTo>
                  <a:pt x="142736" y="20984"/>
                </a:lnTo>
                <a:cubicBezTo>
                  <a:pt x="142736" y="22099"/>
                  <a:pt x="142761" y="22971"/>
                  <a:pt x="142812" y="23598"/>
                </a:cubicBezTo>
                <a:cubicBezTo>
                  <a:pt x="142863" y="24226"/>
                  <a:pt x="143040" y="24812"/>
                  <a:pt x="143343" y="25357"/>
                </a:cubicBezTo>
                <a:cubicBezTo>
                  <a:pt x="143621" y="25864"/>
                  <a:pt x="144004" y="26235"/>
                  <a:pt x="144491" y="26470"/>
                </a:cubicBezTo>
                <a:cubicBezTo>
                  <a:pt x="144978" y="26704"/>
                  <a:pt x="145720" y="26821"/>
                  <a:pt x="146719" y="26821"/>
                </a:cubicBezTo>
                <a:cubicBezTo>
                  <a:pt x="147301" y="26821"/>
                  <a:pt x="147908" y="26736"/>
                  <a:pt x="148540" y="26565"/>
                </a:cubicBezTo>
                <a:cubicBezTo>
                  <a:pt x="149173" y="26394"/>
                  <a:pt x="149628" y="26252"/>
                  <a:pt x="149906" y="26138"/>
                </a:cubicBezTo>
                <a:lnTo>
                  <a:pt x="150096" y="26138"/>
                </a:lnTo>
                <a:lnTo>
                  <a:pt x="150096" y="29328"/>
                </a:lnTo>
                <a:close/>
                <a:moveTo>
                  <a:pt x="167623" y="12178"/>
                </a:moveTo>
                <a:lnTo>
                  <a:pt x="167433" y="12178"/>
                </a:lnTo>
                <a:cubicBezTo>
                  <a:pt x="166902" y="12058"/>
                  <a:pt x="166386" y="11971"/>
                  <a:pt x="165887" y="11917"/>
                </a:cubicBezTo>
                <a:cubicBezTo>
                  <a:pt x="165387" y="11863"/>
                  <a:pt x="164796" y="11836"/>
                  <a:pt x="164113" y="11836"/>
                </a:cubicBezTo>
                <a:cubicBezTo>
                  <a:pt x="163013" y="11836"/>
                  <a:pt x="161951" y="12080"/>
                  <a:pt x="160927" y="12568"/>
                </a:cubicBezTo>
                <a:cubicBezTo>
                  <a:pt x="159902" y="13055"/>
                  <a:pt x="158916" y="13685"/>
                  <a:pt x="157968" y="14457"/>
                </a:cubicBezTo>
                <a:lnTo>
                  <a:pt x="157968" y="29515"/>
                </a:lnTo>
                <a:lnTo>
                  <a:pt x="154402" y="29515"/>
                </a:lnTo>
                <a:lnTo>
                  <a:pt x="154402" y="8308"/>
                </a:lnTo>
                <a:lnTo>
                  <a:pt x="157968" y="8308"/>
                </a:lnTo>
                <a:lnTo>
                  <a:pt x="157968" y="11441"/>
                </a:lnTo>
                <a:cubicBezTo>
                  <a:pt x="159384" y="10302"/>
                  <a:pt x="160633" y="9495"/>
                  <a:pt x="161714" y="9020"/>
                </a:cubicBezTo>
                <a:cubicBezTo>
                  <a:pt x="162795" y="8545"/>
                  <a:pt x="163898" y="8308"/>
                  <a:pt x="165024" y="8308"/>
                </a:cubicBezTo>
                <a:cubicBezTo>
                  <a:pt x="165644" y="8308"/>
                  <a:pt x="166092" y="8324"/>
                  <a:pt x="166371" y="8356"/>
                </a:cubicBezTo>
                <a:cubicBezTo>
                  <a:pt x="166649" y="8387"/>
                  <a:pt x="167066" y="8446"/>
                  <a:pt x="167623" y="8535"/>
                </a:cubicBezTo>
                <a:lnTo>
                  <a:pt x="167623" y="12178"/>
                </a:lnTo>
                <a:close/>
                <a:moveTo>
                  <a:pt x="174811" y="4780"/>
                </a:moveTo>
                <a:lnTo>
                  <a:pt x="170790" y="4780"/>
                </a:lnTo>
                <a:lnTo>
                  <a:pt x="170790" y="1062"/>
                </a:lnTo>
                <a:lnTo>
                  <a:pt x="174811" y="1062"/>
                </a:lnTo>
                <a:lnTo>
                  <a:pt x="174811" y="4780"/>
                </a:lnTo>
                <a:moveTo>
                  <a:pt x="174584" y="29515"/>
                </a:moveTo>
                <a:lnTo>
                  <a:pt x="171018" y="29515"/>
                </a:lnTo>
                <a:lnTo>
                  <a:pt x="171018" y="8308"/>
                </a:lnTo>
                <a:lnTo>
                  <a:pt x="174584" y="8308"/>
                </a:lnTo>
                <a:lnTo>
                  <a:pt x="174584" y="29515"/>
                </a:lnTo>
                <a:close/>
                <a:moveTo>
                  <a:pt x="198825" y="29515"/>
                </a:moveTo>
                <a:lnTo>
                  <a:pt x="195259" y="29515"/>
                </a:lnTo>
                <a:lnTo>
                  <a:pt x="195259" y="27307"/>
                </a:lnTo>
                <a:cubicBezTo>
                  <a:pt x="194235" y="28195"/>
                  <a:pt x="193166" y="28886"/>
                  <a:pt x="192054" y="29380"/>
                </a:cubicBezTo>
                <a:cubicBezTo>
                  <a:pt x="190941" y="29874"/>
                  <a:pt x="189733" y="30122"/>
                  <a:pt x="188431" y="30122"/>
                </a:cubicBezTo>
                <a:cubicBezTo>
                  <a:pt x="185902" y="30122"/>
                  <a:pt x="183894" y="29146"/>
                  <a:pt x="182408" y="27193"/>
                </a:cubicBezTo>
                <a:cubicBezTo>
                  <a:pt x="180922" y="25241"/>
                  <a:pt x="180180" y="22534"/>
                  <a:pt x="180180" y="19073"/>
                </a:cubicBezTo>
                <a:cubicBezTo>
                  <a:pt x="180180" y="17273"/>
                  <a:pt x="180436" y="15669"/>
                  <a:pt x="180948" y="14262"/>
                </a:cubicBezTo>
                <a:cubicBezTo>
                  <a:pt x="181460" y="12855"/>
                  <a:pt x="182152" y="11657"/>
                  <a:pt x="183025" y="10668"/>
                </a:cubicBezTo>
                <a:cubicBezTo>
                  <a:pt x="183885" y="9704"/>
                  <a:pt x="184887" y="8969"/>
                  <a:pt x="186031" y="8462"/>
                </a:cubicBezTo>
                <a:cubicBezTo>
                  <a:pt x="187176" y="7955"/>
                  <a:pt x="188361" y="7701"/>
                  <a:pt x="189588" y="7701"/>
                </a:cubicBezTo>
                <a:cubicBezTo>
                  <a:pt x="190701" y="7701"/>
                  <a:pt x="191687" y="7818"/>
                  <a:pt x="192547" y="8053"/>
                </a:cubicBezTo>
                <a:cubicBezTo>
                  <a:pt x="193407" y="8288"/>
                  <a:pt x="194311" y="8652"/>
                  <a:pt x="195259" y="9146"/>
                </a:cubicBezTo>
                <a:lnTo>
                  <a:pt x="195259" y="0"/>
                </a:lnTo>
                <a:lnTo>
                  <a:pt x="198825" y="0"/>
                </a:lnTo>
                <a:lnTo>
                  <a:pt x="198825" y="29515"/>
                </a:lnTo>
                <a:moveTo>
                  <a:pt x="195259" y="24298"/>
                </a:moveTo>
                <a:lnTo>
                  <a:pt x="195259" y="12140"/>
                </a:lnTo>
                <a:cubicBezTo>
                  <a:pt x="194298" y="11710"/>
                  <a:pt x="193438" y="11413"/>
                  <a:pt x="192680" y="11248"/>
                </a:cubicBezTo>
                <a:cubicBezTo>
                  <a:pt x="191921" y="11084"/>
                  <a:pt x="191093" y="11002"/>
                  <a:pt x="190195" y="11002"/>
                </a:cubicBezTo>
                <a:cubicBezTo>
                  <a:pt x="188197" y="11002"/>
                  <a:pt x="186641" y="11697"/>
                  <a:pt x="185529" y="13088"/>
                </a:cubicBezTo>
                <a:cubicBezTo>
                  <a:pt x="184416" y="14479"/>
                  <a:pt x="183859" y="16452"/>
                  <a:pt x="183859" y="19006"/>
                </a:cubicBezTo>
                <a:cubicBezTo>
                  <a:pt x="183859" y="21523"/>
                  <a:pt x="184289" y="23435"/>
                  <a:pt x="185149" y="24744"/>
                </a:cubicBezTo>
                <a:cubicBezTo>
                  <a:pt x="186009" y="26053"/>
                  <a:pt x="187387" y="26707"/>
                  <a:pt x="189284" y="26707"/>
                </a:cubicBezTo>
                <a:cubicBezTo>
                  <a:pt x="190296" y="26707"/>
                  <a:pt x="191320" y="26483"/>
                  <a:pt x="192357" y="26034"/>
                </a:cubicBezTo>
                <a:cubicBezTo>
                  <a:pt x="193394" y="25585"/>
                  <a:pt x="194361" y="25007"/>
                  <a:pt x="195259" y="24298"/>
                </a:cubicBezTo>
                <a:close/>
                <a:moveTo>
                  <a:pt x="222308" y="29515"/>
                </a:moveTo>
                <a:lnTo>
                  <a:pt x="218761" y="29515"/>
                </a:lnTo>
                <a:lnTo>
                  <a:pt x="218761" y="27273"/>
                </a:lnTo>
                <a:cubicBezTo>
                  <a:pt x="218445" y="27488"/>
                  <a:pt x="218018" y="27789"/>
                  <a:pt x="217481" y="28175"/>
                </a:cubicBezTo>
                <a:cubicBezTo>
                  <a:pt x="216943" y="28561"/>
                  <a:pt x="216422" y="28868"/>
                  <a:pt x="215916" y="29096"/>
                </a:cubicBezTo>
                <a:cubicBezTo>
                  <a:pt x="215321" y="29387"/>
                  <a:pt x="214638" y="29631"/>
                  <a:pt x="213867" y="29827"/>
                </a:cubicBezTo>
                <a:cubicBezTo>
                  <a:pt x="213096" y="30023"/>
                  <a:pt x="212192" y="30122"/>
                  <a:pt x="211155" y="30122"/>
                </a:cubicBezTo>
                <a:cubicBezTo>
                  <a:pt x="209245" y="30122"/>
                  <a:pt x="207627" y="29489"/>
                  <a:pt x="206299" y="28222"/>
                </a:cubicBezTo>
                <a:cubicBezTo>
                  <a:pt x="204971" y="26956"/>
                  <a:pt x="204307" y="25342"/>
                  <a:pt x="204307" y="23379"/>
                </a:cubicBezTo>
                <a:cubicBezTo>
                  <a:pt x="204307" y="21771"/>
                  <a:pt x="204652" y="20470"/>
                  <a:pt x="205341" y="19476"/>
                </a:cubicBezTo>
                <a:cubicBezTo>
                  <a:pt x="206030" y="18482"/>
                  <a:pt x="207013" y="17700"/>
                  <a:pt x="208290" y="17131"/>
                </a:cubicBezTo>
                <a:cubicBezTo>
                  <a:pt x="209580" y="16561"/>
                  <a:pt x="211129" y="16175"/>
                  <a:pt x="212938" y="15972"/>
                </a:cubicBezTo>
                <a:cubicBezTo>
                  <a:pt x="214746" y="15769"/>
                  <a:pt x="216687" y="15617"/>
                  <a:pt x="218761" y="15516"/>
                </a:cubicBezTo>
                <a:lnTo>
                  <a:pt x="218761" y="14961"/>
                </a:lnTo>
                <a:cubicBezTo>
                  <a:pt x="218761" y="14145"/>
                  <a:pt x="218619" y="13469"/>
                  <a:pt x="218334" y="12934"/>
                </a:cubicBezTo>
                <a:cubicBezTo>
                  <a:pt x="218050" y="12399"/>
                  <a:pt x="217642" y="11978"/>
                  <a:pt x="217111" y="11671"/>
                </a:cubicBezTo>
                <a:cubicBezTo>
                  <a:pt x="216605" y="11378"/>
                  <a:pt x="215998" y="11181"/>
                  <a:pt x="215290" y="11079"/>
                </a:cubicBezTo>
                <a:cubicBezTo>
                  <a:pt x="214582" y="10977"/>
                  <a:pt x="213842" y="10926"/>
                  <a:pt x="213070" y="10926"/>
                </a:cubicBezTo>
                <a:cubicBezTo>
                  <a:pt x="212135" y="10926"/>
                  <a:pt x="211091" y="11052"/>
                  <a:pt x="209941" y="11306"/>
                </a:cubicBezTo>
                <a:cubicBezTo>
                  <a:pt x="208790" y="11559"/>
                  <a:pt x="207601" y="11925"/>
                  <a:pt x="206375" y="12405"/>
                </a:cubicBezTo>
                <a:lnTo>
                  <a:pt x="206185" y="12405"/>
                </a:lnTo>
                <a:lnTo>
                  <a:pt x="206185" y="8782"/>
                </a:lnTo>
                <a:cubicBezTo>
                  <a:pt x="206880" y="8593"/>
                  <a:pt x="207886" y="8384"/>
                  <a:pt x="209201" y="8156"/>
                </a:cubicBezTo>
                <a:cubicBezTo>
                  <a:pt x="210516" y="7929"/>
                  <a:pt x="211812" y="7815"/>
                  <a:pt x="213089" y="7815"/>
                </a:cubicBezTo>
                <a:cubicBezTo>
                  <a:pt x="214582" y="7815"/>
                  <a:pt x="215881" y="7938"/>
                  <a:pt x="216987" y="8185"/>
                </a:cubicBezTo>
                <a:cubicBezTo>
                  <a:pt x="218094" y="8431"/>
                  <a:pt x="219052" y="8852"/>
                  <a:pt x="219861" y="9446"/>
                </a:cubicBezTo>
                <a:cubicBezTo>
                  <a:pt x="220658" y="10028"/>
                  <a:pt x="221265" y="10780"/>
                  <a:pt x="221682" y="11703"/>
                </a:cubicBezTo>
                <a:cubicBezTo>
                  <a:pt x="222099" y="12627"/>
                  <a:pt x="222308" y="13771"/>
                  <a:pt x="222308" y="15137"/>
                </a:cubicBezTo>
                <a:lnTo>
                  <a:pt x="222308" y="29515"/>
                </a:lnTo>
                <a:moveTo>
                  <a:pt x="218761" y="24325"/>
                </a:moveTo>
                <a:lnTo>
                  <a:pt x="218761" y="18399"/>
                </a:lnTo>
                <a:cubicBezTo>
                  <a:pt x="217673" y="18463"/>
                  <a:pt x="216393" y="18558"/>
                  <a:pt x="214920" y="18686"/>
                </a:cubicBezTo>
                <a:cubicBezTo>
                  <a:pt x="213447" y="18812"/>
                  <a:pt x="212280" y="18996"/>
                  <a:pt x="211420" y="19237"/>
                </a:cubicBezTo>
                <a:cubicBezTo>
                  <a:pt x="210396" y="19530"/>
                  <a:pt x="209568" y="19984"/>
                  <a:pt x="208935" y="20600"/>
                </a:cubicBezTo>
                <a:cubicBezTo>
                  <a:pt x="208303" y="21216"/>
                  <a:pt x="207987" y="22064"/>
                  <a:pt x="207987" y="23144"/>
                </a:cubicBezTo>
                <a:cubicBezTo>
                  <a:pt x="207987" y="24363"/>
                  <a:pt x="208354" y="25281"/>
                  <a:pt x="209087" y="25897"/>
                </a:cubicBezTo>
                <a:cubicBezTo>
                  <a:pt x="209821" y="26513"/>
                  <a:pt x="210940" y="26821"/>
                  <a:pt x="212444" y="26821"/>
                </a:cubicBezTo>
                <a:cubicBezTo>
                  <a:pt x="213696" y="26821"/>
                  <a:pt x="214841" y="26577"/>
                  <a:pt x="215878" y="26088"/>
                </a:cubicBezTo>
                <a:cubicBezTo>
                  <a:pt x="216915" y="25599"/>
                  <a:pt x="217876" y="25011"/>
                  <a:pt x="218761" y="24325"/>
                </a:cubicBezTo>
                <a:close/>
                <a:moveTo>
                  <a:pt x="246910" y="19272"/>
                </a:moveTo>
                <a:lnTo>
                  <a:pt x="231299" y="19272"/>
                </a:lnTo>
                <a:cubicBezTo>
                  <a:pt x="231299" y="20577"/>
                  <a:pt x="231495" y="21715"/>
                  <a:pt x="231887" y="22685"/>
                </a:cubicBezTo>
                <a:cubicBezTo>
                  <a:pt x="232279" y="23655"/>
                  <a:pt x="232816" y="24450"/>
                  <a:pt x="233499" y="25071"/>
                </a:cubicBezTo>
                <a:cubicBezTo>
                  <a:pt x="234157" y="25680"/>
                  <a:pt x="234938" y="26136"/>
                  <a:pt x="235842" y="26441"/>
                </a:cubicBezTo>
                <a:cubicBezTo>
                  <a:pt x="236746" y="26745"/>
                  <a:pt x="237742" y="26897"/>
                  <a:pt x="238829" y="26897"/>
                </a:cubicBezTo>
                <a:cubicBezTo>
                  <a:pt x="240271" y="26897"/>
                  <a:pt x="241722" y="26607"/>
                  <a:pt x="243183" y="26027"/>
                </a:cubicBezTo>
                <a:cubicBezTo>
                  <a:pt x="244643" y="25448"/>
                  <a:pt x="245683" y="24878"/>
                  <a:pt x="246303" y="24317"/>
                </a:cubicBezTo>
                <a:lnTo>
                  <a:pt x="246493" y="24317"/>
                </a:lnTo>
                <a:lnTo>
                  <a:pt x="246493" y="28219"/>
                </a:lnTo>
                <a:cubicBezTo>
                  <a:pt x="245291" y="28726"/>
                  <a:pt x="244065" y="29151"/>
                  <a:pt x="242813" y="29494"/>
                </a:cubicBezTo>
                <a:cubicBezTo>
                  <a:pt x="241561" y="29837"/>
                  <a:pt x="240246" y="30008"/>
                  <a:pt x="238867" y="30008"/>
                </a:cubicBezTo>
                <a:cubicBezTo>
                  <a:pt x="235352" y="30008"/>
                  <a:pt x="232608" y="29055"/>
                  <a:pt x="230635" y="27148"/>
                </a:cubicBezTo>
                <a:cubicBezTo>
                  <a:pt x="228662" y="25242"/>
                  <a:pt x="227676" y="22534"/>
                  <a:pt x="227676" y="19025"/>
                </a:cubicBezTo>
                <a:cubicBezTo>
                  <a:pt x="227676" y="15555"/>
                  <a:pt x="228621" y="12800"/>
                  <a:pt x="230512" y="10760"/>
                </a:cubicBezTo>
                <a:cubicBezTo>
                  <a:pt x="232402" y="8721"/>
                  <a:pt x="234890" y="7701"/>
                  <a:pt x="237976" y="7701"/>
                </a:cubicBezTo>
                <a:cubicBezTo>
                  <a:pt x="240834" y="7701"/>
                  <a:pt x="243037" y="8537"/>
                  <a:pt x="244586" y="10209"/>
                </a:cubicBezTo>
                <a:cubicBezTo>
                  <a:pt x="246135" y="11881"/>
                  <a:pt x="246910" y="14256"/>
                  <a:pt x="246910" y="17334"/>
                </a:cubicBezTo>
                <a:lnTo>
                  <a:pt x="246910" y="19272"/>
                </a:lnTo>
                <a:moveTo>
                  <a:pt x="243439" y="16540"/>
                </a:moveTo>
                <a:cubicBezTo>
                  <a:pt x="243426" y="14669"/>
                  <a:pt x="242955" y="13221"/>
                  <a:pt x="242026" y="12197"/>
                </a:cubicBezTo>
                <a:cubicBezTo>
                  <a:pt x="241096" y="11172"/>
                  <a:pt x="239683" y="10660"/>
                  <a:pt x="237786" y="10660"/>
                </a:cubicBezTo>
                <a:cubicBezTo>
                  <a:pt x="235877" y="10660"/>
                  <a:pt x="234356" y="11223"/>
                  <a:pt x="233224" y="12348"/>
                </a:cubicBezTo>
                <a:cubicBezTo>
                  <a:pt x="232092" y="13474"/>
                  <a:pt x="231451" y="14871"/>
                  <a:pt x="231299" y="16540"/>
                </a:cubicBezTo>
                <a:lnTo>
                  <a:pt x="243439" y="165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66200F0-EBDE-4CA3-8F92-C21119896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90" y="1986028"/>
            <a:ext cx="257281" cy="369212"/>
          </a:xfrm>
          <a:custGeom xmlns:a="http://schemas.openxmlformats.org/drawingml/2006/main">
            <a:pathLst>
              <a:path w="257281" h="369212">
                <a:moveTo>
                  <a:pt x="0" y="0"/>
                </a:moveTo>
                <a:lnTo>
                  <a:pt x="257281" y="0"/>
                </a:lnTo>
                <a:lnTo>
                  <a:pt x="257281" y="369212"/>
                </a:lnTo>
                <a:lnTo>
                  <a:pt x="0" y="3692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593C2A-7799-4992-B337-BC6EB988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90" y="1986029"/>
            <a:ext cx="257280" cy="369212"/>
          </a:xfrm>
          <a:custGeom xmlns:a="http://schemas.openxmlformats.org/drawingml/2006/main">
            <a:pathLst>
              <a:path w="257280" h="369212" fill="none">
                <a:moveTo>
                  <a:pt x="0" y="0"/>
                </a:moveTo>
                <a:lnTo>
                  <a:pt x="257280" y="0"/>
                </a:lnTo>
                <a:lnTo>
                  <a:pt x="257280" y="369212"/>
                </a:lnTo>
                <a:lnTo>
                  <a:pt x="0" y="3692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25" name="Text Erebidae">
            <a:extLst xmlns:a="http://schemas.openxmlformats.org/drawingml/2006/main">
              <a:ext uri="{FF2B5EF4-FFF2-40B4-BE49-F238E27FC236}">
                <a16:creationId xmlns:a16="http://schemas.microsoft.com/office/drawing/2014/main" id="{4377808B-ACE3-4716-A297-CE81C2194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226" y="2020213"/>
            <a:ext cx="205007" cy="37623"/>
          </a:xfrm>
          <a:custGeom xmlns:a="http://schemas.openxmlformats.org/drawingml/2006/main">
            <a:pathLst>
              <a:path w="205007" h="37623">
                <a:moveTo>
                  <a:pt x="23242" y="36865"/>
                </a:moveTo>
                <a:lnTo>
                  <a:pt x="0" y="36865"/>
                </a:lnTo>
                <a:lnTo>
                  <a:pt x="0" y="1564"/>
                </a:lnTo>
                <a:lnTo>
                  <a:pt x="23242" y="1564"/>
                </a:lnTo>
                <a:lnTo>
                  <a:pt x="23242" y="5733"/>
                </a:lnTo>
                <a:lnTo>
                  <a:pt x="4691" y="5733"/>
                </a:lnTo>
                <a:lnTo>
                  <a:pt x="4691" y="15400"/>
                </a:lnTo>
                <a:lnTo>
                  <a:pt x="23242" y="15400"/>
                </a:lnTo>
                <a:lnTo>
                  <a:pt x="23242" y="19570"/>
                </a:lnTo>
                <a:lnTo>
                  <a:pt x="4691" y="19570"/>
                </a:lnTo>
                <a:lnTo>
                  <a:pt x="4691" y="32695"/>
                </a:lnTo>
                <a:lnTo>
                  <a:pt x="23242" y="32695"/>
                </a:lnTo>
                <a:lnTo>
                  <a:pt x="23242" y="36865"/>
                </a:lnTo>
                <a:close/>
                <a:moveTo>
                  <a:pt x="46839" y="15210"/>
                </a:moveTo>
                <a:lnTo>
                  <a:pt x="46602" y="15210"/>
                </a:lnTo>
                <a:cubicBezTo>
                  <a:pt x="45939" y="15061"/>
                  <a:pt x="45295" y="14952"/>
                  <a:pt x="44671" y="14885"/>
                </a:cubicBezTo>
                <a:cubicBezTo>
                  <a:pt x="44047" y="14818"/>
                  <a:pt x="43309" y="14784"/>
                  <a:pt x="42456" y="14784"/>
                </a:cubicBezTo>
                <a:cubicBezTo>
                  <a:pt x="41082" y="14784"/>
                  <a:pt x="39755" y="15088"/>
                  <a:pt x="38476" y="15697"/>
                </a:cubicBezTo>
                <a:cubicBezTo>
                  <a:pt x="37196" y="16306"/>
                  <a:pt x="35964" y="17093"/>
                  <a:pt x="34780" y="18057"/>
                </a:cubicBezTo>
                <a:lnTo>
                  <a:pt x="34780" y="36865"/>
                </a:lnTo>
                <a:lnTo>
                  <a:pt x="30326" y="36865"/>
                </a:lnTo>
                <a:lnTo>
                  <a:pt x="30326" y="10377"/>
                </a:lnTo>
                <a:lnTo>
                  <a:pt x="34780" y="10377"/>
                </a:lnTo>
                <a:lnTo>
                  <a:pt x="34780" y="14290"/>
                </a:lnTo>
                <a:cubicBezTo>
                  <a:pt x="36549" y="12867"/>
                  <a:pt x="38109" y="11859"/>
                  <a:pt x="39459" y="11266"/>
                </a:cubicBezTo>
                <a:cubicBezTo>
                  <a:pt x="40810" y="10674"/>
                  <a:pt x="42188" y="10377"/>
                  <a:pt x="43593" y="10377"/>
                </a:cubicBezTo>
                <a:cubicBezTo>
                  <a:pt x="44367" y="10377"/>
                  <a:pt x="44928" y="10397"/>
                  <a:pt x="45275" y="10436"/>
                </a:cubicBezTo>
                <a:cubicBezTo>
                  <a:pt x="45623" y="10475"/>
                  <a:pt x="46144" y="10550"/>
                  <a:pt x="46839" y="10660"/>
                </a:cubicBezTo>
                <a:lnTo>
                  <a:pt x="46839" y="15210"/>
                </a:lnTo>
                <a:close/>
                <a:moveTo>
                  <a:pt x="73185" y="24071"/>
                </a:moveTo>
                <a:lnTo>
                  <a:pt x="53686" y="24071"/>
                </a:lnTo>
                <a:cubicBezTo>
                  <a:pt x="53686" y="25702"/>
                  <a:pt x="53931" y="27123"/>
                  <a:pt x="54420" y="28334"/>
                </a:cubicBezTo>
                <a:cubicBezTo>
                  <a:pt x="54910" y="29545"/>
                  <a:pt x="55581" y="30539"/>
                  <a:pt x="56434" y="31315"/>
                </a:cubicBezTo>
                <a:cubicBezTo>
                  <a:pt x="57256" y="32075"/>
                  <a:pt x="58231" y="32645"/>
                  <a:pt x="59360" y="33025"/>
                </a:cubicBezTo>
                <a:cubicBezTo>
                  <a:pt x="60490" y="33405"/>
                  <a:pt x="61733" y="33595"/>
                  <a:pt x="63092" y="33595"/>
                </a:cubicBezTo>
                <a:cubicBezTo>
                  <a:pt x="64892" y="33595"/>
                  <a:pt x="66705" y="33233"/>
                  <a:pt x="68529" y="32509"/>
                </a:cubicBezTo>
                <a:cubicBezTo>
                  <a:pt x="70353" y="31785"/>
                  <a:pt x="71652" y="31073"/>
                  <a:pt x="72426" y="30373"/>
                </a:cubicBezTo>
                <a:lnTo>
                  <a:pt x="72663" y="30373"/>
                </a:lnTo>
                <a:lnTo>
                  <a:pt x="72663" y="35246"/>
                </a:lnTo>
                <a:cubicBezTo>
                  <a:pt x="71163" y="35880"/>
                  <a:pt x="69631" y="36411"/>
                  <a:pt x="68067" y="36839"/>
                </a:cubicBezTo>
                <a:cubicBezTo>
                  <a:pt x="66503" y="37267"/>
                  <a:pt x="64861" y="37481"/>
                  <a:pt x="63139" y="37481"/>
                </a:cubicBezTo>
                <a:cubicBezTo>
                  <a:pt x="58748" y="37481"/>
                  <a:pt x="55321" y="36290"/>
                  <a:pt x="52857" y="33909"/>
                </a:cubicBezTo>
                <a:cubicBezTo>
                  <a:pt x="50393" y="31528"/>
                  <a:pt x="49161" y="28146"/>
                  <a:pt x="49161" y="23763"/>
                </a:cubicBezTo>
                <a:cubicBezTo>
                  <a:pt x="49161" y="19428"/>
                  <a:pt x="50341" y="15987"/>
                  <a:pt x="52703" y="13440"/>
                </a:cubicBezTo>
                <a:cubicBezTo>
                  <a:pt x="55064" y="10893"/>
                  <a:pt x="58172" y="9619"/>
                  <a:pt x="62026" y="9619"/>
                </a:cubicBezTo>
                <a:cubicBezTo>
                  <a:pt x="65595" y="9619"/>
                  <a:pt x="68347" y="10663"/>
                  <a:pt x="70282" y="12752"/>
                </a:cubicBezTo>
                <a:cubicBezTo>
                  <a:pt x="72217" y="14840"/>
                  <a:pt x="73185" y="17806"/>
                  <a:pt x="73185" y="21651"/>
                </a:cubicBezTo>
                <a:lnTo>
                  <a:pt x="73185" y="24071"/>
                </a:lnTo>
                <a:moveTo>
                  <a:pt x="68849" y="20659"/>
                </a:moveTo>
                <a:cubicBezTo>
                  <a:pt x="68833" y="18322"/>
                  <a:pt x="68245" y="16513"/>
                  <a:pt x="67084" y="15234"/>
                </a:cubicBezTo>
                <a:cubicBezTo>
                  <a:pt x="65923" y="13955"/>
                  <a:pt x="64158" y="13315"/>
                  <a:pt x="61789" y="13315"/>
                </a:cubicBezTo>
                <a:cubicBezTo>
                  <a:pt x="59404" y="13315"/>
                  <a:pt x="57504" y="14018"/>
                  <a:pt x="56091" y="15424"/>
                </a:cubicBezTo>
                <a:cubicBezTo>
                  <a:pt x="54677" y="16829"/>
                  <a:pt x="53876" y="18575"/>
                  <a:pt x="53686" y="20659"/>
                </a:cubicBezTo>
                <a:lnTo>
                  <a:pt x="68849" y="20659"/>
                </a:lnTo>
                <a:close/>
                <a:moveTo>
                  <a:pt x="103226" y="23419"/>
                </a:moveTo>
                <a:cubicBezTo>
                  <a:pt x="103226" y="25636"/>
                  <a:pt x="102914" y="27631"/>
                  <a:pt x="102290" y="29405"/>
                </a:cubicBezTo>
                <a:cubicBezTo>
                  <a:pt x="101666" y="31178"/>
                  <a:pt x="100825" y="32667"/>
                  <a:pt x="99767" y="33870"/>
                </a:cubicBezTo>
                <a:cubicBezTo>
                  <a:pt x="98646" y="35121"/>
                  <a:pt x="97414" y="36060"/>
                  <a:pt x="96071" y="36685"/>
                </a:cubicBezTo>
                <a:cubicBezTo>
                  <a:pt x="94728" y="37310"/>
                  <a:pt x="93252" y="37623"/>
                  <a:pt x="91641" y="37623"/>
                </a:cubicBezTo>
                <a:cubicBezTo>
                  <a:pt x="90140" y="37623"/>
                  <a:pt x="88829" y="37445"/>
                  <a:pt x="87708" y="37088"/>
                </a:cubicBezTo>
                <a:cubicBezTo>
                  <a:pt x="86586" y="36732"/>
                  <a:pt x="85481" y="36253"/>
                  <a:pt x="84391" y="35651"/>
                </a:cubicBezTo>
                <a:lnTo>
                  <a:pt x="84107" y="36865"/>
                </a:lnTo>
                <a:lnTo>
                  <a:pt x="79937" y="36865"/>
                </a:lnTo>
                <a:lnTo>
                  <a:pt x="79937" y="0"/>
                </a:lnTo>
                <a:lnTo>
                  <a:pt x="84391" y="0"/>
                </a:lnTo>
                <a:lnTo>
                  <a:pt x="84391" y="13134"/>
                </a:lnTo>
                <a:cubicBezTo>
                  <a:pt x="85639" y="12105"/>
                  <a:pt x="86965" y="11262"/>
                  <a:pt x="88371" y="10605"/>
                </a:cubicBezTo>
                <a:cubicBezTo>
                  <a:pt x="89777" y="9948"/>
                  <a:pt x="91356" y="9619"/>
                  <a:pt x="93110" y="9619"/>
                </a:cubicBezTo>
                <a:cubicBezTo>
                  <a:pt x="96237" y="9619"/>
                  <a:pt x="98705" y="10823"/>
                  <a:pt x="100513" y="13230"/>
                </a:cubicBezTo>
                <a:cubicBezTo>
                  <a:pt x="102322" y="15637"/>
                  <a:pt x="103226" y="19033"/>
                  <a:pt x="103226" y="23419"/>
                </a:cubicBezTo>
                <a:moveTo>
                  <a:pt x="98630" y="23538"/>
                </a:moveTo>
                <a:cubicBezTo>
                  <a:pt x="98630" y="20375"/>
                  <a:pt x="98109" y="17975"/>
                  <a:pt x="97066" y="16339"/>
                </a:cubicBezTo>
                <a:cubicBezTo>
                  <a:pt x="96024" y="14702"/>
                  <a:pt x="94342" y="13884"/>
                  <a:pt x="92020" y="13884"/>
                </a:cubicBezTo>
                <a:cubicBezTo>
                  <a:pt x="90725" y="13884"/>
                  <a:pt x="89414" y="14164"/>
                  <a:pt x="88087" y="14726"/>
                </a:cubicBezTo>
                <a:cubicBezTo>
                  <a:pt x="86760" y="15287"/>
                  <a:pt x="85528" y="16011"/>
                  <a:pt x="84391" y="16896"/>
                </a:cubicBezTo>
                <a:lnTo>
                  <a:pt x="84391" y="32078"/>
                </a:lnTo>
                <a:cubicBezTo>
                  <a:pt x="85654" y="32647"/>
                  <a:pt x="86740" y="33042"/>
                  <a:pt x="87649" y="33264"/>
                </a:cubicBezTo>
                <a:cubicBezTo>
                  <a:pt x="88557" y="33485"/>
                  <a:pt x="89587" y="33595"/>
                  <a:pt x="90740" y="33595"/>
                </a:cubicBezTo>
                <a:cubicBezTo>
                  <a:pt x="93204" y="33595"/>
                  <a:pt x="95135" y="32785"/>
                  <a:pt x="96533" y="31164"/>
                </a:cubicBezTo>
                <a:cubicBezTo>
                  <a:pt x="97931" y="29543"/>
                  <a:pt x="98630" y="27001"/>
                  <a:pt x="98630" y="23538"/>
                </a:cubicBezTo>
                <a:close/>
                <a:moveTo>
                  <a:pt x="114954" y="5970"/>
                </a:moveTo>
                <a:lnTo>
                  <a:pt x="109931" y="5970"/>
                </a:lnTo>
                <a:lnTo>
                  <a:pt x="109931" y="1327"/>
                </a:lnTo>
                <a:lnTo>
                  <a:pt x="114954" y="1327"/>
                </a:lnTo>
                <a:lnTo>
                  <a:pt x="114954" y="5970"/>
                </a:lnTo>
                <a:moveTo>
                  <a:pt x="114669" y="36865"/>
                </a:moveTo>
                <a:lnTo>
                  <a:pt x="110215" y="36865"/>
                </a:lnTo>
                <a:lnTo>
                  <a:pt x="110215" y="10377"/>
                </a:lnTo>
                <a:lnTo>
                  <a:pt x="114669" y="10377"/>
                </a:lnTo>
                <a:lnTo>
                  <a:pt x="114669" y="36865"/>
                </a:lnTo>
                <a:close/>
                <a:moveTo>
                  <a:pt x="144948" y="36865"/>
                </a:moveTo>
                <a:lnTo>
                  <a:pt x="140494" y="36865"/>
                </a:lnTo>
                <a:lnTo>
                  <a:pt x="140494" y="34108"/>
                </a:lnTo>
                <a:cubicBezTo>
                  <a:pt x="139214" y="35216"/>
                  <a:pt x="137880" y="36079"/>
                  <a:pt x="136490" y="36697"/>
                </a:cubicBezTo>
                <a:cubicBezTo>
                  <a:pt x="135100" y="37314"/>
                  <a:pt x="133591" y="37623"/>
                  <a:pt x="131965" y="37623"/>
                </a:cubicBezTo>
                <a:cubicBezTo>
                  <a:pt x="128806" y="37623"/>
                  <a:pt x="126298" y="36404"/>
                  <a:pt x="124442" y="33966"/>
                </a:cubicBezTo>
                <a:cubicBezTo>
                  <a:pt x="122586" y="31527"/>
                  <a:pt x="121658" y="28146"/>
                  <a:pt x="121658" y="23823"/>
                </a:cubicBezTo>
                <a:cubicBezTo>
                  <a:pt x="121658" y="21574"/>
                  <a:pt x="121978" y="19571"/>
                  <a:pt x="122618" y="17813"/>
                </a:cubicBezTo>
                <a:cubicBezTo>
                  <a:pt x="123258" y="16056"/>
                  <a:pt x="124122" y="14560"/>
                  <a:pt x="125212" y="13325"/>
                </a:cubicBezTo>
                <a:cubicBezTo>
                  <a:pt x="126286" y="12121"/>
                  <a:pt x="127538" y="11203"/>
                  <a:pt x="128967" y="10570"/>
                </a:cubicBezTo>
                <a:cubicBezTo>
                  <a:pt x="130397" y="9936"/>
                  <a:pt x="131878" y="9619"/>
                  <a:pt x="133410" y="9619"/>
                </a:cubicBezTo>
                <a:cubicBezTo>
                  <a:pt x="134800" y="9619"/>
                  <a:pt x="136032" y="9766"/>
                  <a:pt x="137106" y="10059"/>
                </a:cubicBezTo>
                <a:cubicBezTo>
                  <a:pt x="138180" y="10351"/>
                  <a:pt x="139309" y="10807"/>
                  <a:pt x="140494" y="11424"/>
                </a:cubicBezTo>
                <a:lnTo>
                  <a:pt x="140494" y="0"/>
                </a:lnTo>
                <a:lnTo>
                  <a:pt x="144948" y="0"/>
                </a:lnTo>
                <a:lnTo>
                  <a:pt x="144948" y="36865"/>
                </a:lnTo>
                <a:moveTo>
                  <a:pt x="140494" y="30350"/>
                </a:moveTo>
                <a:lnTo>
                  <a:pt x="140494" y="15163"/>
                </a:lnTo>
                <a:cubicBezTo>
                  <a:pt x="139293" y="14626"/>
                  <a:pt x="138219" y="14255"/>
                  <a:pt x="137272" y="14049"/>
                </a:cubicBezTo>
                <a:cubicBezTo>
                  <a:pt x="136324" y="13844"/>
                  <a:pt x="135289" y="13741"/>
                  <a:pt x="134168" y="13741"/>
                </a:cubicBezTo>
                <a:cubicBezTo>
                  <a:pt x="131672" y="13741"/>
                  <a:pt x="129730" y="14610"/>
                  <a:pt x="128340" y="16348"/>
                </a:cubicBezTo>
                <a:cubicBezTo>
                  <a:pt x="126950" y="18085"/>
                  <a:pt x="126255" y="20549"/>
                  <a:pt x="126255" y="23739"/>
                </a:cubicBezTo>
                <a:cubicBezTo>
                  <a:pt x="126255" y="26883"/>
                  <a:pt x="126792" y="29272"/>
                  <a:pt x="127866" y="30906"/>
                </a:cubicBezTo>
                <a:cubicBezTo>
                  <a:pt x="128940" y="32541"/>
                  <a:pt x="130661" y="33358"/>
                  <a:pt x="133031" y="33358"/>
                </a:cubicBezTo>
                <a:cubicBezTo>
                  <a:pt x="134294" y="33358"/>
                  <a:pt x="135574" y="33078"/>
                  <a:pt x="136869" y="32517"/>
                </a:cubicBezTo>
                <a:cubicBezTo>
                  <a:pt x="138164" y="31957"/>
                  <a:pt x="139372" y="31234"/>
                  <a:pt x="140494" y="30350"/>
                </a:cubicBezTo>
                <a:close/>
                <a:moveTo>
                  <a:pt x="174279" y="36865"/>
                </a:moveTo>
                <a:lnTo>
                  <a:pt x="169848" y="36865"/>
                </a:lnTo>
                <a:lnTo>
                  <a:pt x="169848" y="34065"/>
                </a:lnTo>
                <a:cubicBezTo>
                  <a:pt x="169453" y="34334"/>
                  <a:pt x="168920" y="34709"/>
                  <a:pt x="168249" y="35192"/>
                </a:cubicBezTo>
                <a:cubicBezTo>
                  <a:pt x="167578" y="35674"/>
                  <a:pt x="166926" y="36057"/>
                  <a:pt x="166294" y="36342"/>
                </a:cubicBezTo>
                <a:cubicBezTo>
                  <a:pt x="165552" y="36706"/>
                  <a:pt x="164699" y="37010"/>
                  <a:pt x="163736" y="37255"/>
                </a:cubicBezTo>
                <a:cubicBezTo>
                  <a:pt x="162772" y="37500"/>
                  <a:pt x="161643" y="37623"/>
                  <a:pt x="160348" y="37623"/>
                </a:cubicBezTo>
                <a:cubicBezTo>
                  <a:pt x="157963" y="37623"/>
                  <a:pt x="155941" y="36832"/>
                  <a:pt x="154282" y="35251"/>
                </a:cubicBezTo>
                <a:cubicBezTo>
                  <a:pt x="152624" y="33669"/>
                  <a:pt x="151795" y="31653"/>
                  <a:pt x="151795" y="29201"/>
                </a:cubicBezTo>
                <a:cubicBezTo>
                  <a:pt x="151795" y="27193"/>
                  <a:pt x="152225" y="25568"/>
                  <a:pt x="153086" y="24327"/>
                </a:cubicBezTo>
                <a:cubicBezTo>
                  <a:pt x="153947" y="23085"/>
                  <a:pt x="155175" y="22108"/>
                  <a:pt x="156770" y="21397"/>
                </a:cubicBezTo>
                <a:cubicBezTo>
                  <a:pt x="158381" y="20685"/>
                  <a:pt x="160316" y="20203"/>
                  <a:pt x="162575" y="19949"/>
                </a:cubicBezTo>
                <a:cubicBezTo>
                  <a:pt x="164833" y="19696"/>
                  <a:pt x="167258" y="19506"/>
                  <a:pt x="169848" y="19380"/>
                </a:cubicBezTo>
                <a:lnTo>
                  <a:pt x="169848" y="18687"/>
                </a:lnTo>
                <a:cubicBezTo>
                  <a:pt x="169848" y="17668"/>
                  <a:pt x="169670" y="16824"/>
                  <a:pt x="169315" y="16155"/>
                </a:cubicBezTo>
                <a:cubicBezTo>
                  <a:pt x="168960" y="15486"/>
                  <a:pt x="168450" y="14961"/>
                  <a:pt x="167787" y="14578"/>
                </a:cubicBezTo>
                <a:cubicBezTo>
                  <a:pt x="167155" y="14212"/>
                  <a:pt x="166397" y="13965"/>
                  <a:pt x="165512" y="13838"/>
                </a:cubicBezTo>
                <a:cubicBezTo>
                  <a:pt x="164628" y="13710"/>
                  <a:pt x="163704" y="13647"/>
                  <a:pt x="162740" y="13647"/>
                </a:cubicBezTo>
                <a:cubicBezTo>
                  <a:pt x="161572" y="13647"/>
                  <a:pt x="160269" y="13805"/>
                  <a:pt x="158831" y="14121"/>
                </a:cubicBezTo>
                <a:cubicBezTo>
                  <a:pt x="157394" y="14437"/>
                  <a:pt x="155909" y="14895"/>
                  <a:pt x="154377" y="15495"/>
                </a:cubicBezTo>
                <a:lnTo>
                  <a:pt x="154140" y="15495"/>
                </a:lnTo>
                <a:lnTo>
                  <a:pt x="154140" y="10969"/>
                </a:lnTo>
                <a:cubicBezTo>
                  <a:pt x="155009" y="10733"/>
                  <a:pt x="156265" y="10472"/>
                  <a:pt x="157907" y="10188"/>
                </a:cubicBezTo>
                <a:cubicBezTo>
                  <a:pt x="159550" y="9903"/>
                  <a:pt x="161169" y="9761"/>
                  <a:pt x="162764" y="9761"/>
                </a:cubicBezTo>
                <a:cubicBezTo>
                  <a:pt x="164628" y="9761"/>
                  <a:pt x="166251" y="9915"/>
                  <a:pt x="167633" y="10223"/>
                </a:cubicBezTo>
                <a:cubicBezTo>
                  <a:pt x="169015" y="10531"/>
                  <a:pt x="170211" y="11056"/>
                  <a:pt x="171222" y="11799"/>
                </a:cubicBezTo>
                <a:cubicBezTo>
                  <a:pt x="172217" y="12525"/>
                  <a:pt x="172975" y="13465"/>
                  <a:pt x="173497" y="14618"/>
                </a:cubicBezTo>
                <a:cubicBezTo>
                  <a:pt x="174018" y="15771"/>
                  <a:pt x="174279" y="17200"/>
                  <a:pt x="174279" y="18906"/>
                </a:cubicBezTo>
                <a:lnTo>
                  <a:pt x="174279" y="36865"/>
                </a:lnTo>
                <a:moveTo>
                  <a:pt x="169848" y="30383"/>
                </a:moveTo>
                <a:lnTo>
                  <a:pt x="169848" y="22981"/>
                </a:lnTo>
                <a:cubicBezTo>
                  <a:pt x="168490" y="23061"/>
                  <a:pt x="166891" y="23180"/>
                  <a:pt x="165050" y="23339"/>
                </a:cubicBezTo>
                <a:cubicBezTo>
                  <a:pt x="163210" y="23497"/>
                  <a:pt x="161753" y="23727"/>
                  <a:pt x="160679" y="24028"/>
                </a:cubicBezTo>
                <a:cubicBezTo>
                  <a:pt x="159400" y="24393"/>
                  <a:pt x="158365" y="24961"/>
                  <a:pt x="157576" y="25730"/>
                </a:cubicBezTo>
                <a:cubicBezTo>
                  <a:pt x="156786" y="26500"/>
                  <a:pt x="156391" y="27559"/>
                  <a:pt x="156391" y="28907"/>
                </a:cubicBezTo>
                <a:cubicBezTo>
                  <a:pt x="156391" y="30430"/>
                  <a:pt x="156849" y="31577"/>
                  <a:pt x="157765" y="32346"/>
                </a:cubicBezTo>
                <a:cubicBezTo>
                  <a:pt x="158681" y="33116"/>
                  <a:pt x="160079" y="33501"/>
                  <a:pt x="161959" y="33501"/>
                </a:cubicBezTo>
                <a:cubicBezTo>
                  <a:pt x="163522" y="33501"/>
                  <a:pt x="164952" y="33195"/>
                  <a:pt x="166247" y="32585"/>
                </a:cubicBezTo>
                <a:cubicBezTo>
                  <a:pt x="167542" y="31974"/>
                  <a:pt x="168742" y="31240"/>
                  <a:pt x="169848" y="30383"/>
                </a:cubicBezTo>
                <a:close/>
                <a:moveTo>
                  <a:pt x="205007" y="24071"/>
                </a:moveTo>
                <a:lnTo>
                  <a:pt x="185509" y="24071"/>
                </a:lnTo>
                <a:cubicBezTo>
                  <a:pt x="185509" y="25702"/>
                  <a:pt x="185753" y="27123"/>
                  <a:pt x="186243" y="28334"/>
                </a:cubicBezTo>
                <a:cubicBezTo>
                  <a:pt x="186733" y="29545"/>
                  <a:pt x="187404" y="30539"/>
                  <a:pt x="188257" y="31315"/>
                </a:cubicBezTo>
                <a:cubicBezTo>
                  <a:pt x="189078" y="32075"/>
                  <a:pt x="190054" y="32645"/>
                  <a:pt x="191183" y="33025"/>
                </a:cubicBezTo>
                <a:cubicBezTo>
                  <a:pt x="192312" y="33405"/>
                  <a:pt x="193556" y="33595"/>
                  <a:pt x="194914" y="33595"/>
                </a:cubicBezTo>
                <a:cubicBezTo>
                  <a:pt x="196715" y="33595"/>
                  <a:pt x="198527" y="33233"/>
                  <a:pt x="200352" y="32509"/>
                </a:cubicBezTo>
                <a:cubicBezTo>
                  <a:pt x="202176" y="31785"/>
                  <a:pt x="203475" y="31073"/>
                  <a:pt x="204249" y="30373"/>
                </a:cubicBezTo>
                <a:lnTo>
                  <a:pt x="204486" y="30373"/>
                </a:lnTo>
                <a:lnTo>
                  <a:pt x="204486" y="35246"/>
                </a:lnTo>
                <a:cubicBezTo>
                  <a:pt x="202985" y="35880"/>
                  <a:pt x="201453" y="36411"/>
                  <a:pt x="199890" y="36839"/>
                </a:cubicBezTo>
                <a:cubicBezTo>
                  <a:pt x="198326" y="37267"/>
                  <a:pt x="196683" y="37481"/>
                  <a:pt x="194962" y="37481"/>
                </a:cubicBezTo>
                <a:cubicBezTo>
                  <a:pt x="190571" y="37481"/>
                  <a:pt x="187143" y="36290"/>
                  <a:pt x="184679" y="33909"/>
                </a:cubicBezTo>
                <a:cubicBezTo>
                  <a:pt x="182215" y="31528"/>
                  <a:pt x="180983" y="28146"/>
                  <a:pt x="180983" y="23763"/>
                </a:cubicBezTo>
                <a:cubicBezTo>
                  <a:pt x="180983" y="19428"/>
                  <a:pt x="182164" y="15987"/>
                  <a:pt x="184525" y="13440"/>
                </a:cubicBezTo>
                <a:cubicBezTo>
                  <a:pt x="186887" y="10893"/>
                  <a:pt x="189994" y="9619"/>
                  <a:pt x="193848" y="9619"/>
                </a:cubicBezTo>
                <a:cubicBezTo>
                  <a:pt x="197418" y="9619"/>
                  <a:pt x="200170" y="10663"/>
                  <a:pt x="202105" y="12752"/>
                </a:cubicBezTo>
                <a:cubicBezTo>
                  <a:pt x="204040" y="14840"/>
                  <a:pt x="205007" y="17806"/>
                  <a:pt x="205007" y="21651"/>
                </a:cubicBezTo>
                <a:lnTo>
                  <a:pt x="205007" y="24071"/>
                </a:lnTo>
                <a:moveTo>
                  <a:pt x="200671" y="20659"/>
                </a:moveTo>
                <a:cubicBezTo>
                  <a:pt x="200656" y="18322"/>
                  <a:pt x="200067" y="16513"/>
                  <a:pt x="198906" y="15234"/>
                </a:cubicBezTo>
                <a:cubicBezTo>
                  <a:pt x="197746" y="13955"/>
                  <a:pt x="195980" y="13315"/>
                  <a:pt x="193611" y="13315"/>
                </a:cubicBezTo>
                <a:cubicBezTo>
                  <a:pt x="191226" y="13315"/>
                  <a:pt x="189327" y="14018"/>
                  <a:pt x="187913" y="15424"/>
                </a:cubicBezTo>
                <a:cubicBezTo>
                  <a:pt x="186500" y="16829"/>
                  <a:pt x="185698" y="18575"/>
                  <a:pt x="185509" y="20659"/>
                </a:cubicBezTo>
                <a:lnTo>
                  <a:pt x="200671" y="206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97FC900-09D2-4956-9CE1-DF685E9BB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90" y="2377737"/>
            <a:ext cx="257281" cy="348309"/>
          </a:xfrm>
          <a:custGeom xmlns:a="http://schemas.openxmlformats.org/drawingml/2006/main">
            <a:pathLst>
              <a:path w="257281" h="348309">
                <a:moveTo>
                  <a:pt x="0" y="0"/>
                </a:moveTo>
                <a:lnTo>
                  <a:pt x="257281" y="0"/>
                </a:lnTo>
                <a:lnTo>
                  <a:pt x="257281" y="348309"/>
                </a:lnTo>
                <a:lnTo>
                  <a:pt x="0" y="3483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B28E91-10B9-4D70-9AFD-E229CDA32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4990" y="2377739"/>
            <a:ext cx="257280" cy="348311"/>
          </a:xfrm>
          <a:custGeom xmlns:a="http://schemas.openxmlformats.org/drawingml/2006/main">
            <a:pathLst>
              <a:path w="257280" h="348311" fill="none">
                <a:moveTo>
                  <a:pt x="0" y="0"/>
                </a:moveTo>
                <a:lnTo>
                  <a:pt x="257280" y="0"/>
                </a:lnTo>
                <a:lnTo>
                  <a:pt x="257280" y="348311"/>
                </a:lnTo>
                <a:lnTo>
                  <a:pt x="0" y="3483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28" name="Text Noctuidae">
            <a:extLst xmlns:a="http://schemas.openxmlformats.org/drawingml/2006/main">
              <a:ext uri="{FF2B5EF4-FFF2-40B4-BE49-F238E27FC236}">
                <a16:creationId xmlns:a16="http://schemas.microsoft.com/office/drawing/2014/main" id="{D24D5787-F32E-482E-8FFC-426A1DDF4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633" y="2410465"/>
            <a:ext cx="205871" cy="32913"/>
          </a:xfrm>
          <a:custGeom xmlns:a="http://schemas.openxmlformats.org/drawingml/2006/main">
            <a:pathLst>
              <a:path w="205871" h="32913">
                <a:moveTo>
                  <a:pt x="23545" y="32250"/>
                </a:moveTo>
                <a:lnTo>
                  <a:pt x="18467" y="32250"/>
                </a:lnTo>
                <a:lnTo>
                  <a:pt x="3834" y="4624"/>
                </a:lnTo>
                <a:lnTo>
                  <a:pt x="3834" y="32250"/>
                </a:lnTo>
                <a:lnTo>
                  <a:pt x="0" y="32250"/>
                </a:lnTo>
                <a:lnTo>
                  <a:pt x="0" y="1368"/>
                </a:lnTo>
                <a:lnTo>
                  <a:pt x="6363" y="1368"/>
                </a:lnTo>
                <a:lnTo>
                  <a:pt x="19710" y="26588"/>
                </a:lnTo>
                <a:lnTo>
                  <a:pt x="19710" y="1368"/>
                </a:lnTo>
                <a:lnTo>
                  <a:pt x="23545" y="1368"/>
                </a:lnTo>
                <a:lnTo>
                  <a:pt x="23545" y="32250"/>
                </a:lnTo>
                <a:close/>
                <a:moveTo>
                  <a:pt x="51172" y="20674"/>
                </a:moveTo>
                <a:cubicBezTo>
                  <a:pt x="51172" y="24456"/>
                  <a:pt x="50205" y="27441"/>
                  <a:pt x="48271" y="29630"/>
                </a:cubicBezTo>
                <a:cubicBezTo>
                  <a:pt x="46336" y="31818"/>
                  <a:pt x="43746" y="32913"/>
                  <a:pt x="40498" y="32913"/>
                </a:cubicBezTo>
                <a:cubicBezTo>
                  <a:pt x="37224" y="32913"/>
                  <a:pt x="34623" y="31818"/>
                  <a:pt x="32695" y="29630"/>
                </a:cubicBezTo>
                <a:cubicBezTo>
                  <a:pt x="30768" y="27441"/>
                  <a:pt x="29804" y="24456"/>
                  <a:pt x="29804" y="20674"/>
                </a:cubicBezTo>
                <a:cubicBezTo>
                  <a:pt x="29804" y="16893"/>
                  <a:pt x="30768" y="13904"/>
                  <a:pt x="32695" y="11708"/>
                </a:cubicBezTo>
                <a:cubicBezTo>
                  <a:pt x="34623" y="9513"/>
                  <a:pt x="37224" y="8415"/>
                  <a:pt x="40498" y="8415"/>
                </a:cubicBezTo>
                <a:cubicBezTo>
                  <a:pt x="43746" y="8415"/>
                  <a:pt x="46336" y="9513"/>
                  <a:pt x="48271" y="11708"/>
                </a:cubicBezTo>
                <a:cubicBezTo>
                  <a:pt x="50205" y="13904"/>
                  <a:pt x="51172" y="16893"/>
                  <a:pt x="51172" y="20674"/>
                </a:cubicBezTo>
                <a:moveTo>
                  <a:pt x="47152" y="20674"/>
                </a:moveTo>
                <a:cubicBezTo>
                  <a:pt x="47152" y="17679"/>
                  <a:pt x="46564" y="15454"/>
                  <a:pt x="45390" y="13998"/>
                </a:cubicBezTo>
                <a:cubicBezTo>
                  <a:pt x="44215" y="12542"/>
                  <a:pt x="42585" y="11814"/>
                  <a:pt x="40498" y="11814"/>
                </a:cubicBezTo>
                <a:cubicBezTo>
                  <a:pt x="38384" y="11814"/>
                  <a:pt x="36744" y="12542"/>
                  <a:pt x="35576" y="13998"/>
                </a:cubicBezTo>
                <a:cubicBezTo>
                  <a:pt x="34408" y="15454"/>
                  <a:pt x="33825" y="17679"/>
                  <a:pt x="33825" y="20674"/>
                </a:cubicBezTo>
                <a:cubicBezTo>
                  <a:pt x="33825" y="23572"/>
                  <a:pt x="34412" y="25770"/>
                  <a:pt x="35586" y="27268"/>
                </a:cubicBezTo>
                <a:cubicBezTo>
                  <a:pt x="36761" y="28765"/>
                  <a:pt x="38398" y="29514"/>
                  <a:pt x="40498" y="29514"/>
                </a:cubicBezTo>
                <a:cubicBezTo>
                  <a:pt x="42571" y="29514"/>
                  <a:pt x="44198" y="28772"/>
                  <a:pt x="45379" y="27288"/>
                </a:cubicBezTo>
                <a:cubicBezTo>
                  <a:pt x="46561" y="25805"/>
                  <a:pt x="47152" y="23600"/>
                  <a:pt x="47152" y="20674"/>
                </a:cubicBezTo>
                <a:close/>
                <a:moveTo>
                  <a:pt x="74323" y="30820"/>
                </a:moveTo>
                <a:cubicBezTo>
                  <a:pt x="73024" y="31441"/>
                  <a:pt x="71791" y="31925"/>
                  <a:pt x="70624" y="32270"/>
                </a:cubicBezTo>
                <a:cubicBezTo>
                  <a:pt x="69456" y="32616"/>
                  <a:pt x="68216" y="32789"/>
                  <a:pt x="66903" y="32789"/>
                </a:cubicBezTo>
                <a:cubicBezTo>
                  <a:pt x="65231" y="32789"/>
                  <a:pt x="63698" y="32543"/>
                  <a:pt x="62302" y="32051"/>
                </a:cubicBezTo>
                <a:cubicBezTo>
                  <a:pt x="60907" y="31560"/>
                  <a:pt x="59711" y="30816"/>
                  <a:pt x="58717" y="29820"/>
                </a:cubicBezTo>
                <a:cubicBezTo>
                  <a:pt x="57708" y="28823"/>
                  <a:pt x="56927" y="27563"/>
                  <a:pt x="56375" y="26041"/>
                </a:cubicBezTo>
                <a:cubicBezTo>
                  <a:pt x="55822" y="24518"/>
                  <a:pt x="55546" y="22740"/>
                  <a:pt x="55546" y="20705"/>
                </a:cubicBezTo>
                <a:cubicBezTo>
                  <a:pt x="55546" y="16913"/>
                  <a:pt x="56585" y="13937"/>
                  <a:pt x="58665" y="11778"/>
                </a:cubicBezTo>
                <a:cubicBezTo>
                  <a:pt x="60744" y="9619"/>
                  <a:pt x="63490" y="8539"/>
                  <a:pt x="66903" y="8539"/>
                </a:cubicBezTo>
                <a:cubicBezTo>
                  <a:pt x="68230" y="8539"/>
                  <a:pt x="69532" y="8726"/>
                  <a:pt x="70810" y="9099"/>
                </a:cubicBezTo>
                <a:cubicBezTo>
                  <a:pt x="72088" y="9472"/>
                  <a:pt x="73259" y="9928"/>
                  <a:pt x="74323" y="10467"/>
                </a:cubicBezTo>
                <a:lnTo>
                  <a:pt x="74323" y="14798"/>
                </a:lnTo>
                <a:lnTo>
                  <a:pt x="74116" y="14798"/>
                </a:lnTo>
                <a:cubicBezTo>
                  <a:pt x="72928" y="13879"/>
                  <a:pt x="71701" y="13173"/>
                  <a:pt x="70437" y="12679"/>
                </a:cubicBezTo>
                <a:cubicBezTo>
                  <a:pt x="69173" y="12185"/>
                  <a:pt x="67940" y="11938"/>
                  <a:pt x="66738" y="11938"/>
                </a:cubicBezTo>
                <a:cubicBezTo>
                  <a:pt x="64527" y="11938"/>
                  <a:pt x="62782" y="12681"/>
                  <a:pt x="61504" y="14166"/>
                </a:cubicBezTo>
                <a:cubicBezTo>
                  <a:pt x="60226" y="15652"/>
                  <a:pt x="59587" y="17831"/>
                  <a:pt x="59587" y="20705"/>
                </a:cubicBezTo>
                <a:cubicBezTo>
                  <a:pt x="59587" y="23496"/>
                  <a:pt x="60212" y="25641"/>
                  <a:pt x="61463" y="27141"/>
                </a:cubicBezTo>
                <a:cubicBezTo>
                  <a:pt x="62713" y="28640"/>
                  <a:pt x="64472" y="29389"/>
                  <a:pt x="66738" y="29389"/>
                </a:cubicBezTo>
                <a:cubicBezTo>
                  <a:pt x="67525" y="29389"/>
                  <a:pt x="68327" y="29287"/>
                  <a:pt x="69142" y="29081"/>
                </a:cubicBezTo>
                <a:cubicBezTo>
                  <a:pt x="69957" y="28875"/>
                  <a:pt x="70689" y="28607"/>
                  <a:pt x="71339" y="28278"/>
                </a:cubicBezTo>
                <a:cubicBezTo>
                  <a:pt x="71905" y="27990"/>
                  <a:pt x="72437" y="27685"/>
                  <a:pt x="72935" y="27363"/>
                </a:cubicBezTo>
                <a:cubicBezTo>
                  <a:pt x="73432" y="27040"/>
                  <a:pt x="73826" y="26762"/>
                  <a:pt x="74116" y="26529"/>
                </a:cubicBezTo>
                <a:lnTo>
                  <a:pt x="74323" y="26529"/>
                </a:lnTo>
                <a:lnTo>
                  <a:pt x="74323" y="30820"/>
                </a:lnTo>
                <a:close/>
                <a:moveTo>
                  <a:pt x="91339" y="32046"/>
                </a:moveTo>
                <a:cubicBezTo>
                  <a:pt x="90607" y="32238"/>
                  <a:pt x="89809" y="32396"/>
                  <a:pt x="88945" y="32520"/>
                </a:cubicBezTo>
                <a:cubicBezTo>
                  <a:pt x="88082" y="32644"/>
                  <a:pt x="87312" y="32706"/>
                  <a:pt x="86634" y="32706"/>
                </a:cubicBezTo>
                <a:cubicBezTo>
                  <a:pt x="84272" y="32706"/>
                  <a:pt x="82475" y="32069"/>
                  <a:pt x="81246" y="30797"/>
                </a:cubicBezTo>
                <a:cubicBezTo>
                  <a:pt x="80016" y="29524"/>
                  <a:pt x="79401" y="27484"/>
                  <a:pt x="79401" y="24676"/>
                </a:cubicBezTo>
                <a:lnTo>
                  <a:pt x="79401" y="12353"/>
                </a:lnTo>
                <a:lnTo>
                  <a:pt x="76769" y="12353"/>
                </a:lnTo>
                <a:lnTo>
                  <a:pt x="76769" y="9078"/>
                </a:lnTo>
                <a:lnTo>
                  <a:pt x="79401" y="9078"/>
                </a:lnTo>
                <a:lnTo>
                  <a:pt x="79401" y="2404"/>
                </a:lnTo>
                <a:lnTo>
                  <a:pt x="83298" y="2404"/>
                </a:lnTo>
                <a:lnTo>
                  <a:pt x="83298" y="9078"/>
                </a:lnTo>
                <a:lnTo>
                  <a:pt x="91339" y="9078"/>
                </a:lnTo>
                <a:lnTo>
                  <a:pt x="91339" y="12353"/>
                </a:lnTo>
                <a:lnTo>
                  <a:pt x="83298" y="12353"/>
                </a:lnTo>
                <a:lnTo>
                  <a:pt x="83298" y="22928"/>
                </a:lnTo>
                <a:cubicBezTo>
                  <a:pt x="83298" y="24147"/>
                  <a:pt x="83325" y="25099"/>
                  <a:pt x="83380" y="25785"/>
                </a:cubicBezTo>
                <a:cubicBezTo>
                  <a:pt x="83436" y="26471"/>
                  <a:pt x="83629" y="27111"/>
                  <a:pt x="83961" y="27707"/>
                </a:cubicBezTo>
                <a:cubicBezTo>
                  <a:pt x="84265" y="28261"/>
                  <a:pt x="84683" y="28666"/>
                  <a:pt x="85215" y="28922"/>
                </a:cubicBezTo>
                <a:cubicBezTo>
                  <a:pt x="85747" y="29179"/>
                  <a:pt x="86558" y="29307"/>
                  <a:pt x="87650" y="29307"/>
                </a:cubicBezTo>
                <a:cubicBezTo>
                  <a:pt x="88286" y="29307"/>
                  <a:pt x="88949" y="29213"/>
                  <a:pt x="89640" y="29027"/>
                </a:cubicBezTo>
                <a:cubicBezTo>
                  <a:pt x="90331" y="28840"/>
                  <a:pt x="90828" y="28685"/>
                  <a:pt x="91132" y="28560"/>
                </a:cubicBezTo>
                <a:lnTo>
                  <a:pt x="91339" y="28560"/>
                </a:lnTo>
                <a:lnTo>
                  <a:pt x="91339" y="32046"/>
                </a:lnTo>
                <a:close/>
                <a:moveTo>
                  <a:pt x="115236" y="32250"/>
                </a:moveTo>
                <a:lnTo>
                  <a:pt x="111340" y="32250"/>
                </a:lnTo>
                <a:lnTo>
                  <a:pt x="111340" y="29695"/>
                </a:lnTo>
                <a:cubicBezTo>
                  <a:pt x="110027" y="30733"/>
                  <a:pt x="108770" y="31529"/>
                  <a:pt x="107568" y="32083"/>
                </a:cubicBezTo>
                <a:cubicBezTo>
                  <a:pt x="106366" y="32636"/>
                  <a:pt x="105039" y="32913"/>
                  <a:pt x="103588" y="32913"/>
                </a:cubicBezTo>
                <a:cubicBezTo>
                  <a:pt x="101156" y="32913"/>
                  <a:pt x="99263" y="32169"/>
                  <a:pt x="97909" y="30681"/>
                </a:cubicBezTo>
                <a:cubicBezTo>
                  <a:pt x="96555" y="29193"/>
                  <a:pt x="95878" y="27009"/>
                  <a:pt x="95878" y="24130"/>
                </a:cubicBezTo>
                <a:lnTo>
                  <a:pt x="95878" y="9078"/>
                </a:lnTo>
                <a:lnTo>
                  <a:pt x="99775" y="9078"/>
                </a:lnTo>
                <a:lnTo>
                  <a:pt x="99775" y="22273"/>
                </a:lnTo>
                <a:cubicBezTo>
                  <a:pt x="99775" y="23449"/>
                  <a:pt x="99830" y="24455"/>
                  <a:pt x="99940" y="25292"/>
                </a:cubicBezTo>
                <a:cubicBezTo>
                  <a:pt x="100051" y="26129"/>
                  <a:pt x="100286" y="26845"/>
                  <a:pt x="100645" y="27439"/>
                </a:cubicBezTo>
                <a:cubicBezTo>
                  <a:pt x="101018" y="28048"/>
                  <a:pt x="101502" y="28491"/>
                  <a:pt x="102096" y="28768"/>
                </a:cubicBezTo>
                <a:cubicBezTo>
                  <a:pt x="102690" y="29044"/>
                  <a:pt x="103554" y="29182"/>
                  <a:pt x="104687" y="29182"/>
                </a:cubicBezTo>
                <a:cubicBezTo>
                  <a:pt x="105695" y="29182"/>
                  <a:pt x="106797" y="28919"/>
                  <a:pt x="107993" y="28394"/>
                </a:cubicBezTo>
                <a:cubicBezTo>
                  <a:pt x="109188" y="27868"/>
                  <a:pt x="110303" y="27197"/>
                  <a:pt x="111340" y="26382"/>
                </a:cubicBezTo>
                <a:lnTo>
                  <a:pt x="111340" y="9078"/>
                </a:lnTo>
                <a:lnTo>
                  <a:pt x="115236" y="9078"/>
                </a:lnTo>
                <a:lnTo>
                  <a:pt x="115236" y="32250"/>
                </a:lnTo>
                <a:close/>
                <a:moveTo>
                  <a:pt x="127091" y="5223"/>
                </a:moveTo>
                <a:lnTo>
                  <a:pt x="122698" y="5223"/>
                </a:lnTo>
                <a:lnTo>
                  <a:pt x="122698" y="1161"/>
                </a:lnTo>
                <a:lnTo>
                  <a:pt x="127091" y="1161"/>
                </a:lnTo>
                <a:lnTo>
                  <a:pt x="127091" y="5223"/>
                </a:lnTo>
                <a:moveTo>
                  <a:pt x="126843" y="32250"/>
                </a:moveTo>
                <a:lnTo>
                  <a:pt x="122946" y="32250"/>
                </a:lnTo>
                <a:lnTo>
                  <a:pt x="122946" y="9078"/>
                </a:lnTo>
                <a:lnTo>
                  <a:pt x="126843" y="9078"/>
                </a:lnTo>
                <a:lnTo>
                  <a:pt x="126843" y="32250"/>
                </a:lnTo>
                <a:close/>
                <a:moveTo>
                  <a:pt x="153331" y="32250"/>
                </a:moveTo>
                <a:lnTo>
                  <a:pt x="149434" y="32250"/>
                </a:lnTo>
                <a:lnTo>
                  <a:pt x="149434" y="29838"/>
                </a:lnTo>
                <a:cubicBezTo>
                  <a:pt x="148315" y="30807"/>
                  <a:pt x="147147" y="31562"/>
                  <a:pt x="145931" y="32103"/>
                </a:cubicBezTo>
                <a:cubicBezTo>
                  <a:pt x="144715" y="32643"/>
                  <a:pt x="143396" y="32913"/>
                  <a:pt x="141973" y="32913"/>
                </a:cubicBezTo>
                <a:cubicBezTo>
                  <a:pt x="139209" y="32913"/>
                  <a:pt x="137016" y="31846"/>
                  <a:pt x="135392" y="29713"/>
                </a:cubicBezTo>
                <a:cubicBezTo>
                  <a:pt x="133769" y="27580"/>
                  <a:pt x="132957" y="24622"/>
                  <a:pt x="132957" y="20841"/>
                </a:cubicBezTo>
                <a:cubicBezTo>
                  <a:pt x="132957" y="18873"/>
                  <a:pt x="133237" y="17121"/>
                  <a:pt x="133796" y="15583"/>
                </a:cubicBezTo>
                <a:cubicBezTo>
                  <a:pt x="134356" y="14046"/>
                  <a:pt x="135112" y="12737"/>
                  <a:pt x="136066" y="11656"/>
                </a:cubicBezTo>
                <a:cubicBezTo>
                  <a:pt x="137005" y="10604"/>
                  <a:pt x="138100" y="9800"/>
                  <a:pt x="139351" y="9246"/>
                </a:cubicBezTo>
                <a:cubicBezTo>
                  <a:pt x="140601" y="8692"/>
                  <a:pt x="141897" y="8415"/>
                  <a:pt x="143237" y="8415"/>
                </a:cubicBezTo>
                <a:cubicBezTo>
                  <a:pt x="144453" y="8415"/>
                  <a:pt x="145531" y="8543"/>
                  <a:pt x="146470" y="8799"/>
                </a:cubicBezTo>
                <a:cubicBezTo>
                  <a:pt x="147410" y="9056"/>
                  <a:pt x="148398" y="9454"/>
                  <a:pt x="149434" y="9994"/>
                </a:cubicBezTo>
                <a:lnTo>
                  <a:pt x="149434" y="0"/>
                </a:lnTo>
                <a:lnTo>
                  <a:pt x="153331" y="0"/>
                </a:lnTo>
                <a:lnTo>
                  <a:pt x="153331" y="32250"/>
                </a:lnTo>
                <a:moveTo>
                  <a:pt x="149434" y="26550"/>
                </a:moveTo>
                <a:lnTo>
                  <a:pt x="149434" y="13265"/>
                </a:lnTo>
                <a:cubicBezTo>
                  <a:pt x="148384" y="12795"/>
                  <a:pt x="147444" y="12470"/>
                  <a:pt x="146615" y="12291"/>
                </a:cubicBezTo>
                <a:cubicBezTo>
                  <a:pt x="145786" y="12111"/>
                  <a:pt x="144881" y="12021"/>
                  <a:pt x="143900" y="12021"/>
                </a:cubicBezTo>
                <a:cubicBezTo>
                  <a:pt x="141717" y="12021"/>
                  <a:pt x="140018" y="12781"/>
                  <a:pt x="138802" y="14301"/>
                </a:cubicBezTo>
                <a:cubicBezTo>
                  <a:pt x="137586" y="15821"/>
                  <a:pt x="136978" y="17976"/>
                  <a:pt x="136978" y="20767"/>
                </a:cubicBezTo>
                <a:cubicBezTo>
                  <a:pt x="136978" y="23517"/>
                  <a:pt x="137448" y="25607"/>
                  <a:pt x="138387" y="27037"/>
                </a:cubicBezTo>
                <a:cubicBezTo>
                  <a:pt x="139327" y="28467"/>
                  <a:pt x="140833" y="29182"/>
                  <a:pt x="142905" y="29182"/>
                </a:cubicBezTo>
                <a:cubicBezTo>
                  <a:pt x="144011" y="29182"/>
                  <a:pt x="145130" y="28937"/>
                  <a:pt x="146263" y="28446"/>
                </a:cubicBezTo>
                <a:cubicBezTo>
                  <a:pt x="147396" y="27956"/>
                  <a:pt x="148453" y="27324"/>
                  <a:pt x="149434" y="26550"/>
                </a:cubicBezTo>
                <a:close/>
                <a:moveTo>
                  <a:pt x="178989" y="32250"/>
                </a:moveTo>
                <a:lnTo>
                  <a:pt x="175113" y="32250"/>
                </a:lnTo>
                <a:lnTo>
                  <a:pt x="175113" y="29800"/>
                </a:lnTo>
                <a:cubicBezTo>
                  <a:pt x="174768" y="30035"/>
                  <a:pt x="174302" y="30364"/>
                  <a:pt x="173714" y="30786"/>
                </a:cubicBezTo>
                <a:cubicBezTo>
                  <a:pt x="173127" y="31208"/>
                  <a:pt x="172557" y="31543"/>
                  <a:pt x="172005" y="31792"/>
                </a:cubicBezTo>
                <a:cubicBezTo>
                  <a:pt x="171355" y="32111"/>
                  <a:pt x="170609" y="32377"/>
                  <a:pt x="169766" y="32591"/>
                </a:cubicBezTo>
                <a:cubicBezTo>
                  <a:pt x="168923" y="32806"/>
                  <a:pt x="167935" y="32913"/>
                  <a:pt x="166802" y="32913"/>
                </a:cubicBezTo>
                <a:cubicBezTo>
                  <a:pt x="164716" y="32913"/>
                  <a:pt x="162947" y="32221"/>
                  <a:pt x="161496" y="30838"/>
                </a:cubicBezTo>
                <a:cubicBezTo>
                  <a:pt x="160046" y="29454"/>
                  <a:pt x="159320" y="27690"/>
                  <a:pt x="159320" y="25545"/>
                </a:cubicBezTo>
                <a:cubicBezTo>
                  <a:pt x="159320" y="23788"/>
                  <a:pt x="159697" y="22367"/>
                  <a:pt x="160450" y="21281"/>
                </a:cubicBezTo>
                <a:cubicBezTo>
                  <a:pt x="161203" y="20195"/>
                  <a:pt x="162277" y="19340"/>
                  <a:pt x="163673" y="18718"/>
                </a:cubicBezTo>
                <a:cubicBezTo>
                  <a:pt x="165082" y="18096"/>
                  <a:pt x="166775" y="17673"/>
                  <a:pt x="168751" y="17452"/>
                </a:cubicBezTo>
                <a:cubicBezTo>
                  <a:pt x="170726" y="17230"/>
                  <a:pt x="172847" y="17064"/>
                  <a:pt x="175113" y="16954"/>
                </a:cubicBezTo>
                <a:lnTo>
                  <a:pt x="175113" y="16348"/>
                </a:lnTo>
                <a:cubicBezTo>
                  <a:pt x="175113" y="15456"/>
                  <a:pt x="174958" y="14718"/>
                  <a:pt x="174647" y="14133"/>
                </a:cubicBezTo>
                <a:cubicBezTo>
                  <a:pt x="174336" y="13547"/>
                  <a:pt x="173891" y="13088"/>
                  <a:pt x="173310" y="12753"/>
                </a:cubicBezTo>
                <a:cubicBezTo>
                  <a:pt x="172758" y="12433"/>
                  <a:pt x="172094" y="12217"/>
                  <a:pt x="171321" y="12105"/>
                </a:cubicBezTo>
                <a:cubicBezTo>
                  <a:pt x="170547" y="11994"/>
                  <a:pt x="169739" y="11938"/>
                  <a:pt x="168896" y="11938"/>
                </a:cubicBezTo>
                <a:cubicBezTo>
                  <a:pt x="167873" y="11938"/>
                  <a:pt x="166733" y="12077"/>
                  <a:pt x="165476" y="12353"/>
                </a:cubicBezTo>
                <a:cubicBezTo>
                  <a:pt x="164219" y="12630"/>
                  <a:pt x="162920" y="13030"/>
                  <a:pt x="161579" y="13555"/>
                </a:cubicBezTo>
                <a:lnTo>
                  <a:pt x="161372" y="13555"/>
                </a:lnTo>
                <a:lnTo>
                  <a:pt x="161372" y="9596"/>
                </a:lnTo>
                <a:cubicBezTo>
                  <a:pt x="162132" y="9389"/>
                  <a:pt x="163231" y="9161"/>
                  <a:pt x="164668" y="8912"/>
                </a:cubicBezTo>
                <a:cubicBezTo>
                  <a:pt x="166105" y="8663"/>
                  <a:pt x="167521" y="8539"/>
                  <a:pt x="168916" y="8539"/>
                </a:cubicBezTo>
                <a:cubicBezTo>
                  <a:pt x="170547" y="8539"/>
                  <a:pt x="171967" y="8674"/>
                  <a:pt x="173176" y="8943"/>
                </a:cubicBezTo>
                <a:cubicBezTo>
                  <a:pt x="174385" y="9213"/>
                  <a:pt x="175431" y="9672"/>
                  <a:pt x="176316" y="10322"/>
                </a:cubicBezTo>
                <a:cubicBezTo>
                  <a:pt x="177186" y="10957"/>
                  <a:pt x="177849" y="11779"/>
                  <a:pt x="178305" y="12788"/>
                </a:cubicBezTo>
                <a:cubicBezTo>
                  <a:pt x="178761" y="13797"/>
                  <a:pt x="178989" y="15047"/>
                  <a:pt x="178989" y="16539"/>
                </a:cubicBezTo>
                <a:lnTo>
                  <a:pt x="178989" y="32250"/>
                </a:lnTo>
                <a:moveTo>
                  <a:pt x="175113" y="26579"/>
                </a:moveTo>
                <a:lnTo>
                  <a:pt x="175113" y="20104"/>
                </a:lnTo>
                <a:cubicBezTo>
                  <a:pt x="173925" y="20174"/>
                  <a:pt x="172526" y="20278"/>
                  <a:pt x="170916" y="20417"/>
                </a:cubicBezTo>
                <a:cubicBezTo>
                  <a:pt x="169307" y="20556"/>
                  <a:pt x="168032" y="20757"/>
                  <a:pt x="167093" y="21020"/>
                </a:cubicBezTo>
                <a:cubicBezTo>
                  <a:pt x="165973" y="21340"/>
                  <a:pt x="165068" y="21836"/>
                  <a:pt x="164377" y="22509"/>
                </a:cubicBezTo>
                <a:cubicBezTo>
                  <a:pt x="163687" y="23182"/>
                  <a:pt x="163341" y="24109"/>
                  <a:pt x="163341" y="25288"/>
                </a:cubicBezTo>
                <a:cubicBezTo>
                  <a:pt x="163341" y="26621"/>
                  <a:pt x="163742" y="27624"/>
                  <a:pt x="164543" y="28297"/>
                </a:cubicBezTo>
                <a:cubicBezTo>
                  <a:pt x="165345" y="28970"/>
                  <a:pt x="166567" y="29307"/>
                  <a:pt x="168212" y="29307"/>
                </a:cubicBezTo>
                <a:cubicBezTo>
                  <a:pt x="169580" y="29307"/>
                  <a:pt x="170830" y="29039"/>
                  <a:pt x="171963" y="28505"/>
                </a:cubicBezTo>
                <a:cubicBezTo>
                  <a:pt x="173096" y="27971"/>
                  <a:pt x="174146" y="27329"/>
                  <a:pt x="175113" y="26579"/>
                </a:cubicBezTo>
                <a:close/>
                <a:moveTo>
                  <a:pt x="205871" y="21058"/>
                </a:moveTo>
                <a:lnTo>
                  <a:pt x="188813" y="21058"/>
                </a:lnTo>
                <a:cubicBezTo>
                  <a:pt x="188813" y="22484"/>
                  <a:pt x="189028" y="23727"/>
                  <a:pt x="189456" y="24787"/>
                </a:cubicBezTo>
                <a:cubicBezTo>
                  <a:pt x="189884" y="25847"/>
                  <a:pt x="190471" y="26716"/>
                  <a:pt x="191218" y="27395"/>
                </a:cubicBezTo>
                <a:cubicBezTo>
                  <a:pt x="191936" y="28060"/>
                  <a:pt x="192789" y="28558"/>
                  <a:pt x="193777" y="28891"/>
                </a:cubicBezTo>
                <a:cubicBezTo>
                  <a:pt x="194765" y="29223"/>
                  <a:pt x="195853" y="29389"/>
                  <a:pt x="197042" y="29389"/>
                </a:cubicBezTo>
                <a:cubicBezTo>
                  <a:pt x="198617" y="29389"/>
                  <a:pt x="200202" y="29073"/>
                  <a:pt x="201798" y="28439"/>
                </a:cubicBezTo>
                <a:cubicBezTo>
                  <a:pt x="203394" y="27806"/>
                  <a:pt x="204531" y="27183"/>
                  <a:pt x="205208" y="26571"/>
                </a:cubicBezTo>
                <a:lnTo>
                  <a:pt x="205415" y="26571"/>
                </a:lnTo>
                <a:lnTo>
                  <a:pt x="205415" y="30834"/>
                </a:lnTo>
                <a:cubicBezTo>
                  <a:pt x="204102" y="31388"/>
                  <a:pt x="202762" y="31853"/>
                  <a:pt x="201394" y="32227"/>
                </a:cubicBezTo>
                <a:cubicBezTo>
                  <a:pt x="200026" y="32601"/>
                  <a:pt x="198589" y="32789"/>
                  <a:pt x="197083" y="32789"/>
                </a:cubicBezTo>
                <a:cubicBezTo>
                  <a:pt x="193242" y="32789"/>
                  <a:pt x="190243" y="31747"/>
                  <a:pt x="188088" y="29664"/>
                </a:cubicBezTo>
                <a:cubicBezTo>
                  <a:pt x="185932" y="27581"/>
                  <a:pt x="184855" y="24622"/>
                  <a:pt x="184855" y="20788"/>
                </a:cubicBezTo>
                <a:cubicBezTo>
                  <a:pt x="184855" y="16996"/>
                  <a:pt x="185888" y="13986"/>
                  <a:pt x="187953" y="11757"/>
                </a:cubicBezTo>
                <a:cubicBezTo>
                  <a:pt x="190019" y="9529"/>
                  <a:pt x="192737" y="8415"/>
                  <a:pt x="196109" y="8415"/>
                </a:cubicBezTo>
                <a:cubicBezTo>
                  <a:pt x="199232" y="8415"/>
                  <a:pt x="201639" y="9328"/>
                  <a:pt x="203332" y="11155"/>
                </a:cubicBezTo>
                <a:cubicBezTo>
                  <a:pt x="205025" y="12982"/>
                  <a:pt x="205871" y="15577"/>
                  <a:pt x="205871" y="18940"/>
                </a:cubicBezTo>
                <a:lnTo>
                  <a:pt x="205871" y="21058"/>
                </a:lnTo>
                <a:moveTo>
                  <a:pt x="202078" y="18073"/>
                </a:moveTo>
                <a:cubicBezTo>
                  <a:pt x="202064" y="16028"/>
                  <a:pt x="201549" y="14446"/>
                  <a:pt x="200534" y="13327"/>
                </a:cubicBezTo>
                <a:cubicBezTo>
                  <a:pt x="199518" y="12208"/>
                  <a:pt x="197974" y="11648"/>
                  <a:pt x="195902" y="11648"/>
                </a:cubicBezTo>
                <a:cubicBezTo>
                  <a:pt x="193815" y="11648"/>
                  <a:pt x="192154" y="12263"/>
                  <a:pt x="190917" y="13493"/>
                </a:cubicBezTo>
                <a:cubicBezTo>
                  <a:pt x="189680" y="14722"/>
                  <a:pt x="188979" y="16249"/>
                  <a:pt x="188813" y="18073"/>
                </a:cubicBezTo>
                <a:lnTo>
                  <a:pt x="202078" y="1807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8A7E51-0F65-4430-AA84-451FD90E2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68" y="1986028"/>
            <a:ext cx="210478" cy="223639"/>
          </a:xfrm>
          <a:custGeom xmlns:a="http://schemas.openxmlformats.org/drawingml/2006/main">
            <a:pathLst>
              <a:path w="210478" h="223639">
                <a:moveTo>
                  <a:pt x="0" y="0"/>
                </a:moveTo>
                <a:lnTo>
                  <a:pt x="210478" y="0"/>
                </a:lnTo>
                <a:lnTo>
                  <a:pt x="210478" y="223639"/>
                </a:lnTo>
                <a:lnTo>
                  <a:pt x="0" y="2236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6A388A-A4A6-4BED-99A6-7CB5816C0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68" y="1986029"/>
            <a:ext cx="210478" cy="223641"/>
          </a:xfrm>
          <a:custGeom xmlns:a="http://schemas.openxmlformats.org/drawingml/2006/main">
            <a:pathLst>
              <a:path w="210478" h="223641" fill="none">
                <a:moveTo>
                  <a:pt x="0" y="0"/>
                </a:moveTo>
                <a:lnTo>
                  <a:pt x="210478" y="0"/>
                </a:lnTo>
                <a:lnTo>
                  <a:pt x="210478" y="223641"/>
                </a:lnTo>
                <a:lnTo>
                  <a:pt x="0" y="2236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31" name="Text Lycaenidae">
            <a:extLst xmlns:a="http://schemas.openxmlformats.org/drawingml/2006/main">
              <a:ext uri="{FF2B5EF4-FFF2-40B4-BE49-F238E27FC236}">
                <a16:creationId xmlns:a16="http://schemas.microsoft.com/office/drawing/2014/main" id="{09FA3222-B57F-43D6-B497-87A2C74F3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151" y="2015664"/>
            <a:ext cx="160911" cy="28394"/>
          </a:xfrm>
          <a:custGeom xmlns:a="http://schemas.openxmlformats.org/drawingml/2006/main">
            <a:pathLst>
              <a:path w="160911" h="28394">
                <a:moveTo>
                  <a:pt x="13591" y="22449"/>
                </a:moveTo>
                <a:lnTo>
                  <a:pt x="0" y="22449"/>
                </a:lnTo>
                <a:lnTo>
                  <a:pt x="0" y="952"/>
                </a:lnTo>
                <a:lnTo>
                  <a:pt x="2857" y="952"/>
                </a:lnTo>
                <a:lnTo>
                  <a:pt x="2857" y="19910"/>
                </a:lnTo>
                <a:lnTo>
                  <a:pt x="13591" y="19910"/>
                </a:lnTo>
                <a:lnTo>
                  <a:pt x="13591" y="22449"/>
                </a:lnTo>
                <a:close/>
                <a:moveTo>
                  <a:pt x="30168" y="6319"/>
                </a:moveTo>
                <a:lnTo>
                  <a:pt x="20761" y="28394"/>
                </a:lnTo>
                <a:lnTo>
                  <a:pt x="17861" y="28394"/>
                </a:lnTo>
                <a:lnTo>
                  <a:pt x="20862" y="21666"/>
                </a:lnTo>
                <a:lnTo>
                  <a:pt x="14442" y="6319"/>
                </a:lnTo>
                <a:lnTo>
                  <a:pt x="17385" y="6319"/>
                </a:lnTo>
                <a:lnTo>
                  <a:pt x="22334" y="18265"/>
                </a:lnTo>
                <a:lnTo>
                  <a:pt x="27326" y="6319"/>
                </a:lnTo>
                <a:lnTo>
                  <a:pt x="30168" y="6319"/>
                </a:lnTo>
                <a:close/>
                <a:moveTo>
                  <a:pt x="45635" y="21454"/>
                </a:moveTo>
                <a:cubicBezTo>
                  <a:pt x="44730" y="21887"/>
                  <a:pt x="43872" y="22223"/>
                  <a:pt x="43059" y="22464"/>
                </a:cubicBezTo>
                <a:cubicBezTo>
                  <a:pt x="42246" y="22704"/>
                  <a:pt x="41383" y="22825"/>
                  <a:pt x="40469" y="22825"/>
                </a:cubicBezTo>
                <a:cubicBezTo>
                  <a:pt x="39306" y="22825"/>
                  <a:pt x="38238" y="22653"/>
                  <a:pt x="37267" y="22311"/>
                </a:cubicBezTo>
                <a:cubicBezTo>
                  <a:pt x="36295" y="21969"/>
                  <a:pt x="35463" y="21451"/>
                  <a:pt x="34771" y="20758"/>
                </a:cubicBezTo>
                <a:cubicBezTo>
                  <a:pt x="34068" y="20064"/>
                  <a:pt x="33525" y="19187"/>
                  <a:pt x="33140" y="18127"/>
                </a:cubicBezTo>
                <a:cubicBezTo>
                  <a:pt x="32755" y="17068"/>
                  <a:pt x="32563" y="15830"/>
                  <a:pt x="32563" y="14413"/>
                </a:cubicBezTo>
                <a:cubicBezTo>
                  <a:pt x="32563" y="11773"/>
                  <a:pt x="33287" y="9702"/>
                  <a:pt x="34734" y="8199"/>
                </a:cubicBezTo>
                <a:cubicBezTo>
                  <a:pt x="36182" y="6696"/>
                  <a:pt x="38094" y="5944"/>
                  <a:pt x="40469" y="5944"/>
                </a:cubicBezTo>
                <a:cubicBezTo>
                  <a:pt x="41393" y="5944"/>
                  <a:pt x="42299" y="6074"/>
                  <a:pt x="43189" y="6334"/>
                </a:cubicBezTo>
                <a:cubicBezTo>
                  <a:pt x="44079" y="6593"/>
                  <a:pt x="44894" y="6911"/>
                  <a:pt x="45635" y="7286"/>
                </a:cubicBezTo>
                <a:lnTo>
                  <a:pt x="45635" y="10301"/>
                </a:lnTo>
                <a:lnTo>
                  <a:pt x="45490" y="10301"/>
                </a:lnTo>
                <a:cubicBezTo>
                  <a:pt x="44663" y="9661"/>
                  <a:pt x="43809" y="9170"/>
                  <a:pt x="42929" y="8826"/>
                </a:cubicBezTo>
                <a:cubicBezTo>
                  <a:pt x="42049" y="8482"/>
                  <a:pt x="41191" y="8310"/>
                  <a:pt x="40354" y="8310"/>
                </a:cubicBezTo>
                <a:cubicBezTo>
                  <a:pt x="38815" y="8310"/>
                  <a:pt x="37601" y="8827"/>
                  <a:pt x="36711" y="9861"/>
                </a:cubicBezTo>
                <a:cubicBezTo>
                  <a:pt x="35821" y="10895"/>
                  <a:pt x="35376" y="12413"/>
                  <a:pt x="35376" y="14413"/>
                </a:cubicBezTo>
                <a:cubicBezTo>
                  <a:pt x="35376" y="16356"/>
                  <a:pt x="35812" y="17849"/>
                  <a:pt x="36682" y="18893"/>
                </a:cubicBezTo>
                <a:cubicBezTo>
                  <a:pt x="37553" y="19937"/>
                  <a:pt x="38777" y="20458"/>
                  <a:pt x="40354" y="20458"/>
                </a:cubicBezTo>
                <a:cubicBezTo>
                  <a:pt x="40902" y="20458"/>
                  <a:pt x="41460" y="20387"/>
                  <a:pt x="42028" y="20244"/>
                </a:cubicBezTo>
                <a:cubicBezTo>
                  <a:pt x="42595" y="20100"/>
                  <a:pt x="43105" y="19914"/>
                  <a:pt x="43557" y="19685"/>
                </a:cubicBezTo>
                <a:cubicBezTo>
                  <a:pt x="43951" y="19484"/>
                  <a:pt x="44322" y="19272"/>
                  <a:pt x="44668" y="19048"/>
                </a:cubicBezTo>
                <a:cubicBezTo>
                  <a:pt x="45014" y="18823"/>
                  <a:pt x="45288" y="18630"/>
                  <a:pt x="45490" y="18467"/>
                </a:cubicBezTo>
                <a:lnTo>
                  <a:pt x="45635" y="18467"/>
                </a:lnTo>
                <a:lnTo>
                  <a:pt x="45635" y="21454"/>
                </a:lnTo>
                <a:close/>
                <a:moveTo>
                  <a:pt x="61635" y="22449"/>
                </a:moveTo>
                <a:lnTo>
                  <a:pt x="58937" y="22449"/>
                </a:lnTo>
                <a:lnTo>
                  <a:pt x="58937" y="20744"/>
                </a:lnTo>
                <a:cubicBezTo>
                  <a:pt x="58696" y="20908"/>
                  <a:pt x="58372" y="21137"/>
                  <a:pt x="57963" y="21430"/>
                </a:cubicBezTo>
                <a:cubicBezTo>
                  <a:pt x="57554" y="21724"/>
                  <a:pt x="57157" y="21958"/>
                  <a:pt x="56773" y="22131"/>
                </a:cubicBezTo>
                <a:cubicBezTo>
                  <a:pt x="56321" y="22353"/>
                  <a:pt x="55801" y="22538"/>
                  <a:pt x="55214" y="22687"/>
                </a:cubicBezTo>
                <a:cubicBezTo>
                  <a:pt x="54628" y="22836"/>
                  <a:pt x="53940" y="22911"/>
                  <a:pt x="53151" y="22911"/>
                </a:cubicBezTo>
                <a:cubicBezTo>
                  <a:pt x="51699" y="22911"/>
                  <a:pt x="50468" y="22430"/>
                  <a:pt x="49458" y="21467"/>
                </a:cubicBezTo>
                <a:cubicBezTo>
                  <a:pt x="48448" y="20503"/>
                  <a:pt x="47943" y="19275"/>
                  <a:pt x="47943" y="17783"/>
                </a:cubicBezTo>
                <a:cubicBezTo>
                  <a:pt x="47943" y="16559"/>
                  <a:pt x="48205" y="15570"/>
                  <a:pt x="48729" y="14814"/>
                </a:cubicBezTo>
                <a:cubicBezTo>
                  <a:pt x="49253" y="14058"/>
                  <a:pt x="50001" y="13463"/>
                  <a:pt x="50973" y="13030"/>
                </a:cubicBezTo>
                <a:cubicBezTo>
                  <a:pt x="51954" y="12597"/>
                  <a:pt x="53132" y="12303"/>
                  <a:pt x="54507" y="12149"/>
                </a:cubicBezTo>
                <a:cubicBezTo>
                  <a:pt x="55883" y="11994"/>
                  <a:pt x="57359" y="11879"/>
                  <a:pt x="58937" y="11802"/>
                </a:cubicBezTo>
                <a:lnTo>
                  <a:pt x="58937" y="11380"/>
                </a:lnTo>
                <a:cubicBezTo>
                  <a:pt x="58937" y="10759"/>
                  <a:pt x="58829" y="10245"/>
                  <a:pt x="58612" y="9838"/>
                </a:cubicBezTo>
                <a:cubicBezTo>
                  <a:pt x="58396" y="9431"/>
                  <a:pt x="58086" y="9110"/>
                  <a:pt x="57682" y="8877"/>
                </a:cubicBezTo>
                <a:cubicBezTo>
                  <a:pt x="57297" y="8654"/>
                  <a:pt x="56835" y="8504"/>
                  <a:pt x="56297" y="8427"/>
                </a:cubicBezTo>
                <a:cubicBezTo>
                  <a:pt x="55758" y="8349"/>
                  <a:pt x="55195" y="8310"/>
                  <a:pt x="54608" y="8310"/>
                </a:cubicBezTo>
                <a:cubicBezTo>
                  <a:pt x="53897" y="8310"/>
                  <a:pt x="53103" y="8407"/>
                  <a:pt x="52228" y="8599"/>
                </a:cubicBezTo>
                <a:cubicBezTo>
                  <a:pt x="51353" y="8792"/>
                  <a:pt x="50449" y="9070"/>
                  <a:pt x="49516" y="9436"/>
                </a:cubicBezTo>
                <a:lnTo>
                  <a:pt x="49371" y="9436"/>
                </a:lnTo>
                <a:lnTo>
                  <a:pt x="49371" y="6680"/>
                </a:lnTo>
                <a:cubicBezTo>
                  <a:pt x="49900" y="6536"/>
                  <a:pt x="50665" y="6377"/>
                  <a:pt x="51665" y="6204"/>
                </a:cubicBezTo>
                <a:cubicBezTo>
                  <a:pt x="52666" y="6031"/>
                  <a:pt x="53651" y="5944"/>
                  <a:pt x="54623" y="5944"/>
                </a:cubicBezTo>
                <a:cubicBezTo>
                  <a:pt x="55758" y="5944"/>
                  <a:pt x="56746" y="6038"/>
                  <a:pt x="57588" y="6226"/>
                </a:cubicBezTo>
                <a:cubicBezTo>
                  <a:pt x="58429" y="6413"/>
                  <a:pt x="59158" y="6733"/>
                  <a:pt x="59774" y="7185"/>
                </a:cubicBezTo>
                <a:cubicBezTo>
                  <a:pt x="60380" y="7627"/>
                  <a:pt x="60841" y="8200"/>
                  <a:pt x="61159" y="8902"/>
                </a:cubicBezTo>
                <a:cubicBezTo>
                  <a:pt x="61476" y="9604"/>
                  <a:pt x="61635" y="10474"/>
                  <a:pt x="61635" y="11513"/>
                </a:cubicBezTo>
                <a:lnTo>
                  <a:pt x="61635" y="22449"/>
                </a:lnTo>
                <a:moveTo>
                  <a:pt x="58937" y="18502"/>
                </a:moveTo>
                <a:lnTo>
                  <a:pt x="58937" y="13995"/>
                </a:lnTo>
                <a:cubicBezTo>
                  <a:pt x="58110" y="14043"/>
                  <a:pt x="57136" y="14116"/>
                  <a:pt x="56015" y="14213"/>
                </a:cubicBezTo>
                <a:cubicBezTo>
                  <a:pt x="54895" y="14309"/>
                  <a:pt x="54007" y="14449"/>
                  <a:pt x="53353" y="14632"/>
                </a:cubicBezTo>
                <a:cubicBezTo>
                  <a:pt x="52574" y="14855"/>
                  <a:pt x="51944" y="15200"/>
                  <a:pt x="51463" y="15669"/>
                </a:cubicBezTo>
                <a:cubicBezTo>
                  <a:pt x="50982" y="16137"/>
                  <a:pt x="50742" y="16782"/>
                  <a:pt x="50742" y="17604"/>
                </a:cubicBezTo>
                <a:cubicBezTo>
                  <a:pt x="50742" y="18531"/>
                  <a:pt x="51021" y="19229"/>
                  <a:pt x="51579" y="19698"/>
                </a:cubicBezTo>
                <a:cubicBezTo>
                  <a:pt x="52137" y="20166"/>
                  <a:pt x="52988" y="20401"/>
                  <a:pt x="54132" y="20401"/>
                </a:cubicBezTo>
                <a:cubicBezTo>
                  <a:pt x="55085" y="20401"/>
                  <a:pt x="55955" y="20215"/>
                  <a:pt x="56744" y="19843"/>
                </a:cubicBezTo>
                <a:cubicBezTo>
                  <a:pt x="57532" y="19471"/>
                  <a:pt x="58263" y="19024"/>
                  <a:pt x="58937" y="18502"/>
                </a:cubicBezTo>
                <a:close/>
                <a:moveTo>
                  <a:pt x="80347" y="14658"/>
                </a:moveTo>
                <a:lnTo>
                  <a:pt x="68473" y="14658"/>
                </a:lnTo>
                <a:cubicBezTo>
                  <a:pt x="68473" y="15652"/>
                  <a:pt x="68622" y="16517"/>
                  <a:pt x="68921" y="17255"/>
                </a:cubicBezTo>
                <a:cubicBezTo>
                  <a:pt x="69219" y="17992"/>
                  <a:pt x="69628" y="18597"/>
                  <a:pt x="70147" y="19070"/>
                </a:cubicBezTo>
                <a:cubicBezTo>
                  <a:pt x="70647" y="19533"/>
                  <a:pt x="71241" y="19880"/>
                  <a:pt x="71929" y="20111"/>
                </a:cubicBezTo>
                <a:cubicBezTo>
                  <a:pt x="72616" y="20343"/>
                  <a:pt x="73374" y="20458"/>
                  <a:pt x="74201" y="20458"/>
                </a:cubicBezTo>
                <a:cubicBezTo>
                  <a:pt x="75298" y="20458"/>
                  <a:pt x="76401" y="20238"/>
                  <a:pt x="77512" y="19797"/>
                </a:cubicBezTo>
                <a:cubicBezTo>
                  <a:pt x="78623" y="19356"/>
                  <a:pt x="79414" y="18922"/>
                  <a:pt x="79886" y="18496"/>
                </a:cubicBezTo>
                <a:lnTo>
                  <a:pt x="80030" y="18496"/>
                </a:lnTo>
                <a:lnTo>
                  <a:pt x="80030" y="21464"/>
                </a:lnTo>
                <a:cubicBezTo>
                  <a:pt x="79116" y="21850"/>
                  <a:pt x="78183" y="22173"/>
                  <a:pt x="77231" y="22434"/>
                </a:cubicBezTo>
                <a:cubicBezTo>
                  <a:pt x="76279" y="22694"/>
                  <a:pt x="75278" y="22825"/>
                  <a:pt x="74230" y="22825"/>
                </a:cubicBezTo>
                <a:cubicBezTo>
                  <a:pt x="71556" y="22825"/>
                  <a:pt x="69469" y="22100"/>
                  <a:pt x="67968" y="20650"/>
                </a:cubicBezTo>
                <a:cubicBezTo>
                  <a:pt x="66468" y="19200"/>
                  <a:pt x="65718" y="17140"/>
                  <a:pt x="65718" y="14471"/>
                </a:cubicBezTo>
                <a:cubicBezTo>
                  <a:pt x="65718" y="11831"/>
                  <a:pt x="66437" y="9736"/>
                  <a:pt x="67875" y="8185"/>
                </a:cubicBezTo>
                <a:cubicBezTo>
                  <a:pt x="69313" y="6633"/>
                  <a:pt x="71205" y="5858"/>
                  <a:pt x="73552" y="5858"/>
                </a:cubicBezTo>
                <a:cubicBezTo>
                  <a:pt x="75726" y="5858"/>
                  <a:pt x="77402" y="6493"/>
                  <a:pt x="78580" y="7765"/>
                </a:cubicBezTo>
                <a:cubicBezTo>
                  <a:pt x="79758" y="9037"/>
                  <a:pt x="80347" y="10843"/>
                  <a:pt x="80347" y="13185"/>
                </a:cubicBezTo>
                <a:lnTo>
                  <a:pt x="80347" y="14658"/>
                </a:lnTo>
                <a:moveTo>
                  <a:pt x="77707" y="12581"/>
                </a:moveTo>
                <a:cubicBezTo>
                  <a:pt x="77697" y="11157"/>
                  <a:pt x="77339" y="10056"/>
                  <a:pt x="76632" y="9277"/>
                </a:cubicBezTo>
                <a:cubicBezTo>
                  <a:pt x="75925" y="8498"/>
                  <a:pt x="74850" y="8108"/>
                  <a:pt x="73408" y="8108"/>
                </a:cubicBezTo>
                <a:cubicBezTo>
                  <a:pt x="71955" y="8108"/>
                  <a:pt x="70799" y="8536"/>
                  <a:pt x="69938" y="9392"/>
                </a:cubicBezTo>
                <a:cubicBezTo>
                  <a:pt x="69077" y="10248"/>
                  <a:pt x="68589" y="11311"/>
                  <a:pt x="68473" y="12581"/>
                </a:cubicBezTo>
                <a:lnTo>
                  <a:pt x="77707" y="12581"/>
                </a:lnTo>
                <a:close/>
                <a:moveTo>
                  <a:pt x="97935" y="22449"/>
                </a:moveTo>
                <a:lnTo>
                  <a:pt x="95222" y="22449"/>
                </a:lnTo>
                <a:lnTo>
                  <a:pt x="95222" y="13264"/>
                </a:lnTo>
                <a:cubicBezTo>
                  <a:pt x="95222" y="12522"/>
                  <a:pt x="95179" y="11827"/>
                  <a:pt x="95092" y="11177"/>
                </a:cubicBezTo>
                <a:cubicBezTo>
                  <a:pt x="95006" y="10527"/>
                  <a:pt x="94847" y="10019"/>
                  <a:pt x="94616" y="9653"/>
                </a:cubicBezTo>
                <a:cubicBezTo>
                  <a:pt x="94376" y="9249"/>
                  <a:pt x="94029" y="8948"/>
                  <a:pt x="93577" y="8751"/>
                </a:cubicBezTo>
                <a:cubicBezTo>
                  <a:pt x="93125" y="8553"/>
                  <a:pt x="92539" y="8455"/>
                  <a:pt x="91817" y="8455"/>
                </a:cubicBezTo>
                <a:cubicBezTo>
                  <a:pt x="91077" y="8455"/>
                  <a:pt x="90302" y="8638"/>
                  <a:pt x="89494" y="9004"/>
                </a:cubicBezTo>
                <a:cubicBezTo>
                  <a:pt x="88686" y="9370"/>
                  <a:pt x="87912" y="9836"/>
                  <a:pt x="87172" y="10404"/>
                </a:cubicBezTo>
                <a:lnTo>
                  <a:pt x="87172" y="22449"/>
                </a:lnTo>
                <a:lnTo>
                  <a:pt x="84459" y="22449"/>
                </a:lnTo>
                <a:lnTo>
                  <a:pt x="84459" y="6319"/>
                </a:lnTo>
                <a:lnTo>
                  <a:pt x="87172" y="6319"/>
                </a:lnTo>
                <a:lnTo>
                  <a:pt x="87172" y="8098"/>
                </a:lnTo>
                <a:cubicBezTo>
                  <a:pt x="88018" y="7395"/>
                  <a:pt x="88893" y="6845"/>
                  <a:pt x="89797" y="6451"/>
                </a:cubicBezTo>
                <a:cubicBezTo>
                  <a:pt x="90701" y="6055"/>
                  <a:pt x="91630" y="5858"/>
                  <a:pt x="92582" y="5858"/>
                </a:cubicBezTo>
                <a:cubicBezTo>
                  <a:pt x="94323" y="5858"/>
                  <a:pt x="95650" y="6383"/>
                  <a:pt x="96564" y="7433"/>
                </a:cubicBezTo>
                <a:cubicBezTo>
                  <a:pt x="97478" y="8483"/>
                  <a:pt x="97935" y="9996"/>
                  <a:pt x="97935" y="11971"/>
                </a:cubicBezTo>
                <a:lnTo>
                  <a:pt x="97935" y="22449"/>
                </a:lnTo>
                <a:close/>
                <a:moveTo>
                  <a:pt x="106072" y="3636"/>
                </a:moveTo>
                <a:lnTo>
                  <a:pt x="103013" y="3636"/>
                </a:lnTo>
                <a:lnTo>
                  <a:pt x="103013" y="808"/>
                </a:lnTo>
                <a:lnTo>
                  <a:pt x="106072" y="808"/>
                </a:lnTo>
                <a:lnTo>
                  <a:pt x="106072" y="3636"/>
                </a:lnTo>
                <a:moveTo>
                  <a:pt x="105898" y="22449"/>
                </a:moveTo>
                <a:lnTo>
                  <a:pt x="103186" y="22449"/>
                </a:lnTo>
                <a:lnTo>
                  <a:pt x="103186" y="6319"/>
                </a:lnTo>
                <a:lnTo>
                  <a:pt x="105898" y="6319"/>
                </a:lnTo>
                <a:lnTo>
                  <a:pt x="105898" y="22449"/>
                </a:lnTo>
                <a:close/>
                <a:moveTo>
                  <a:pt x="124337" y="22449"/>
                </a:moveTo>
                <a:lnTo>
                  <a:pt x="121624" y="22449"/>
                </a:lnTo>
                <a:lnTo>
                  <a:pt x="121624" y="20770"/>
                </a:lnTo>
                <a:cubicBezTo>
                  <a:pt x="120845" y="21445"/>
                  <a:pt x="120033" y="21971"/>
                  <a:pt x="119186" y="22347"/>
                </a:cubicBezTo>
                <a:cubicBezTo>
                  <a:pt x="118340" y="22723"/>
                  <a:pt x="117421" y="22911"/>
                  <a:pt x="116430" y="22911"/>
                </a:cubicBezTo>
                <a:cubicBezTo>
                  <a:pt x="114507" y="22911"/>
                  <a:pt x="112980" y="22169"/>
                  <a:pt x="111850" y="20684"/>
                </a:cubicBezTo>
                <a:cubicBezTo>
                  <a:pt x="110720" y="19199"/>
                  <a:pt x="110154" y="17140"/>
                  <a:pt x="110154" y="14507"/>
                </a:cubicBezTo>
                <a:cubicBezTo>
                  <a:pt x="110154" y="13138"/>
                  <a:pt x="110349" y="11918"/>
                  <a:pt x="110739" y="10848"/>
                </a:cubicBezTo>
                <a:cubicBezTo>
                  <a:pt x="111128" y="9777"/>
                  <a:pt x="111655" y="8866"/>
                  <a:pt x="112319" y="8114"/>
                </a:cubicBezTo>
                <a:cubicBezTo>
                  <a:pt x="112973" y="7381"/>
                  <a:pt x="113735" y="6822"/>
                  <a:pt x="114605" y="6437"/>
                </a:cubicBezTo>
                <a:cubicBezTo>
                  <a:pt x="115476" y="6051"/>
                  <a:pt x="116378" y="5858"/>
                  <a:pt x="117311" y="5858"/>
                </a:cubicBezTo>
                <a:cubicBezTo>
                  <a:pt x="118157" y="5858"/>
                  <a:pt x="118907" y="5947"/>
                  <a:pt x="119561" y="6125"/>
                </a:cubicBezTo>
                <a:cubicBezTo>
                  <a:pt x="120215" y="6304"/>
                  <a:pt x="120903" y="6581"/>
                  <a:pt x="121624" y="6957"/>
                </a:cubicBezTo>
                <a:lnTo>
                  <a:pt x="121624" y="0"/>
                </a:lnTo>
                <a:lnTo>
                  <a:pt x="124337" y="0"/>
                </a:lnTo>
                <a:lnTo>
                  <a:pt x="124337" y="22449"/>
                </a:lnTo>
                <a:moveTo>
                  <a:pt x="121624" y="18482"/>
                </a:moveTo>
                <a:lnTo>
                  <a:pt x="121624" y="9234"/>
                </a:lnTo>
                <a:cubicBezTo>
                  <a:pt x="120893" y="8907"/>
                  <a:pt x="120239" y="8681"/>
                  <a:pt x="119662" y="8556"/>
                </a:cubicBezTo>
                <a:cubicBezTo>
                  <a:pt x="119085" y="8431"/>
                  <a:pt x="118455" y="8368"/>
                  <a:pt x="117772" y="8368"/>
                </a:cubicBezTo>
                <a:cubicBezTo>
                  <a:pt x="116253" y="8368"/>
                  <a:pt x="115069" y="8897"/>
                  <a:pt x="114223" y="9955"/>
                </a:cubicBezTo>
                <a:cubicBezTo>
                  <a:pt x="113377" y="11013"/>
                  <a:pt x="112953" y="12514"/>
                  <a:pt x="112953" y="14456"/>
                </a:cubicBezTo>
                <a:cubicBezTo>
                  <a:pt x="112953" y="16371"/>
                  <a:pt x="113280" y="17825"/>
                  <a:pt x="113934" y="18821"/>
                </a:cubicBezTo>
                <a:cubicBezTo>
                  <a:pt x="114589" y="19816"/>
                  <a:pt x="115637" y="20314"/>
                  <a:pt x="117080" y="20314"/>
                </a:cubicBezTo>
                <a:cubicBezTo>
                  <a:pt x="117849" y="20314"/>
                  <a:pt x="118628" y="20143"/>
                  <a:pt x="119417" y="19802"/>
                </a:cubicBezTo>
                <a:cubicBezTo>
                  <a:pt x="120206" y="19460"/>
                  <a:pt x="120942" y="19020"/>
                  <a:pt x="121624" y="18482"/>
                </a:cubicBezTo>
                <a:close/>
                <a:moveTo>
                  <a:pt x="142198" y="22449"/>
                </a:moveTo>
                <a:lnTo>
                  <a:pt x="139500" y="22449"/>
                </a:lnTo>
                <a:lnTo>
                  <a:pt x="139500" y="20744"/>
                </a:lnTo>
                <a:cubicBezTo>
                  <a:pt x="139260" y="20908"/>
                  <a:pt x="138935" y="21137"/>
                  <a:pt x="138526" y="21430"/>
                </a:cubicBezTo>
                <a:cubicBezTo>
                  <a:pt x="138118" y="21724"/>
                  <a:pt x="137721" y="21958"/>
                  <a:pt x="137336" y="22131"/>
                </a:cubicBezTo>
                <a:cubicBezTo>
                  <a:pt x="136884" y="22353"/>
                  <a:pt x="136365" y="22538"/>
                  <a:pt x="135778" y="22687"/>
                </a:cubicBezTo>
                <a:cubicBezTo>
                  <a:pt x="135191" y="22836"/>
                  <a:pt x="134503" y="22911"/>
                  <a:pt x="133715" y="22911"/>
                </a:cubicBezTo>
                <a:cubicBezTo>
                  <a:pt x="132262" y="22911"/>
                  <a:pt x="131031" y="22430"/>
                  <a:pt x="130021" y="21467"/>
                </a:cubicBezTo>
                <a:cubicBezTo>
                  <a:pt x="129011" y="20503"/>
                  <a:pt x="128506" y="19275"/>
                  <a:pt x="128506" y="17783"/>
                </a:cubicBezTo>
                <a:cubicBezTo>
                  <a:pt x="128506" y="16559"/>
                  <a:pt x="128769" y="15570"/>
                  <a:pt x="129293" y="14814"/>
                </a:cubicBezTo>
                <a:cubicBezTo>
                  <a:pt x="129817" y="14058"/>
                  <a:pt x="130565" y="13463"/>
                  <a:pt x="131536" y="13030"/>
                </a:cubicBezTo>
                <a:cubicBezTo>
                  <a:pt x="132517" y="12597"/>
                  <a:pt x="133696" y="12303"/>
                  <a:pt x="135071" y="12149"/>
                </a:cubicBezTo>
                <a:cubicBezTo>
                  <a:pt x="136446" y="11994"/>
                  <a:pt x="137923" y="11879"/>
                  <a:pt x="139500" y="11802"/>
                </a:cubicBezTo>
                <a:lnTo>
                  <a:pt x="139500" y="11380"/>
                </a:lnTo>
                <a:cubicBezTo>
                  <a:pt x="139500" y="10759"/>
                  <a:pt x="139392" y="10245"/>
                  <a:pt x="139176" y="9838"/>
                </a:cubicBezTo>
                <a:cubicBezTo>
                  <a:pt x="138959" y="9431"/>
                  <a:pt x="138649" y="9110"/>
                  <a:pt x="138245" y="8877"/>
                </a:cubicBezTo>
                <a:cubicBezTo>
                  <a:pt x="137860" y="8654"/>
                  <a:pt x="137399" y="8504"/>
                  <a:pt x="136860" y="8427"/>
                </a:cubicBezTo>
                <a:cubicBezTo>
                  <a:pt x="136321" y="8349"/>
                  <a:pt x="135759" y="8310"/>
                  <a:pt x="135172" y="8310"/>
                </a:cubicBezTo>
                <a:cubicBezTo>
                  <a:pt x="134460" y="8310"/>
                  <a:pt x="133667" y="8407"/>
                  <a:pt x="132791" y="8599"/>
                </a:cubicBezTo>
                <a:cubicBezTo>
                  <a:pt x="131916" y="8792"/>
                  <a:pt x="131012" y="9070"/>
                  <a:pt x="130079" y="9436"/>
                </a:cubicBezTo>
                <a:lnTo>
                  <a:pt x="129935" y="9436"/>
                </a:lnTo>
                <a:lnTo>
                  <a:pt x="129935" y="6680"/>
                </a:lnTo>
                <a:cubicBezTo>
                  <a:pt x="130464" y="6536"/>
                  <a:pt x="131228" y="6377"/>
                  <a:pt x="132229" y="6204"/>
                </a:cubicBezTo>
                <a:cubicBezTo>
                  <a:pt x="133229" y="6031"/>
                  <a:pt x="134215" y="5944"/>
                  <a:pt x="135186" y="5944"/>
                </a:cubicBezTo>
                <a:cubicBezTo>
                  <a:pt x="136321" y="5944"/>
                  <a:pt x="137310" y="6038"/>
                  <a:pt x="138151" y="6226"/>
                </a:cubicBezTo>
                <a:cubicBezTo>
                  <a:pt x="138993" y="6413"/>
                  <a:pt x="139721" y="6733"/>
                  <a:pt x="140337" y="7185"/>
                </a:cubicBezTo>
                <a:cubicBezTo>
                  <a:pt x="140943" y="7627"/>
                  <a:pt x="141405" y="8200"/>
                  <a:pt x="141722" y="8902"/>
                </a:cubicBezTo>
                <a:cubicBezTo>
                  <a:pt x="142040" y="9604"/>
                  <a:pt x="142198" y="10474"/>
                  <a:pt x="142198" y="11513"/>
                </a:cubicBezTo>
                <a:lnTo>
                  <a:pt x="142198" y="22449"/>
                </a:lnTo>
                <a:moveTo>
                  <a:pt x="139500" y="18502"/>
                </a:moveTo>
                <a:lnTo>
                  <a:pt x="139500" y="13995"/>
                </a:lnTo>
                <a:cubicBezTo>
                  <a:pt x="138673" y="14043"/>
                  <a:pt x="137699" y="14116"/>
                  <a:pt x="136579" y="14213"/>
                </a:cubicBezTo>
                <a:cubicBezTo>
                  <a:pt x="135458" y="14309"/>
                  <a:pt x="134571" y="14449"/>
                  <a:pt x="133917" y="14632"/>
                </a:cubicBezTo>
                <a:cubicBezTo>
                  <a:pt x="133138" y="14855"/>
                  <a:pt x="132508" y="15200"/>
                  <a:pt x="132027" y="15669"/>
                </a:cubicBezTo>
                <a:cubicBezTo>
                  <a:pt x="131546" y="16137"/>
                  <a:pt x="131305" y="16782"/>
                  <a:pt x="131305" y="17604"/>
                </a:cubicBezTo>
                <a:cubicBezTo>
                  <a:pt x="131305" y="18531"/>
                  <a:pt x="131584" y="19229"/>
                  <a:pt x="132142" y="19698"/>
                </a:cubicBezTo>
                <a:cubicBezTo>
                  <a:pt x="132700" y="20166"/>
                  <a:pt x="133551" y="20401"/>
                  <a:pt x="134696" y="20401"/>
                </a:cubicBezTo>
                <a:cubicBezTo>
                  <a:pt x="135648" y="20401"/>
                  <a:pt x="136519" y="20215"/>
                  <a:pt x="137307" y="19843"/>
                </a:cubicBezTo>
                <a:cubicBezTo>
                  <a:pt x="138096" y="19471"/>
                  <a:pt x="138827" y="19024"/>
                  <a:pt x="139500" y="18502"/>
                </a:cubicBezTo>
                <a:close/>
                <a:moveTo>
                  <a:pt x="160911" y="14658"/>
                </a:moveTo>
                <a:lnTo>
                  <a:pt x="149037" y="14658"/>
                </a:lnTo>
                <a:cubicBezTo>
                  <a:pt x="149037" y="15652"/>
                  <a:pt x="149186" y="16517"/>
                  <a:pt x="149484" y="17255"/>
                </a:cubicBezTo>
                <a:cubicBezTo>
                  <a:pt x="149782" y="17992"/>
                  <a:pt x="150191" y="18597"/>
                  <a:pt x="150711" y="19070"/>
                </a:cubicBezTo>
                <a:cubicBezTo>
                  <a:pt x="151211" y="19533"/>
                  <a:pt x="151805" y="19880"/>
                  <a:pt x="152492" y="20111"/>
                </a:cubicBezTo>
                <a:cubicBezTo>
                  <a:pt x="153180" y="20343"/>
                  <a:pt x="153938" y="20458"/>
                  <a:pt x="154765" y="20458"/>
                </a:cubicBezTo>
                <a:cubicBezTo>
                  <a:pt x="155861" y="20458"/>
                  <a:pt x="156965" y="20238"/>
                  <a:pt x="158076" y="19797"/>
                </a:cubicBezTo>
                <a:cubicBezTo>
                  <a:pt x="159187" y="19356"/>
                  <a:pt x="159978" y="18922"/>
                  <a:pt x="160449" y="18496"/>
                </a:cubicBezTo>
                <a:lnTo>
                  <a:pt x="160593" y="18496"/>
                </a:lnTo>
                <a:lnTo>
                  <a:pt x="160593" y="21464"/>
                </a:lnTo>
                <a:cubicBezTo>
                  <a:pt x="159680" y="21850"/>
                  <a:pt x="158747" y="22173"/>
                  <a:pt x="157795" y="22434"/>
                </a:cubicBezTo>
                <a:cubicBezTo>
                  <a:pt x="156842" y="22694"/>
                  <a:pt x="155842" y="22825"/>
                  <a:pt x="154794" y="22825"/>
                </a:cubicBezTo>
                <a:cubicBezTo>
                  <a:pt x="152120" y="22825"/>
                  <a:pt x="150032" y="22100"/>
                  <a:pt x="148532" y="20650"/>
                </a:cubicBezTo>
                <a:cubicBezTo>
                  <a:pt x="147031" y="19200"/>
                  <a:pt x="146281" y="17140"/>
                  <a:pt x="146281" y="14471"/>
                </a:cubicBezTo>
                <a:cubicBezTo>
                  <a:pt x="146281" y="11831"/>
                  <a:pt x="147000" y="9736"/>
                  <a:pt x="148438" y="8185"/>
                </a:cubicBezTo>
                <a:cubicBezTo>
                  <a:pt x="149876" y="6633"/>
                  <a:pt x="151769" y="5858"/>
                  <a:pt x="154115" y="5858"/>
                </a:cubicBezTo>
                <a:cubicBezTo>
                  <a:pt x="156289" y="5858"/>
                  <a:pt x="157965" y="6493"/>
                  <a:pt x="159143" y="7765"/>
                </a:cubicBezTo>
                <a:cubicBezTo>
                  <a:pt x="160322" y="9037"/>
                  <a:pt x="160911" y="10843"/>
                  <a:pt x="160911" y="13185"/>
                </a:cubicBezTo>
                <a:lnTo>
                  <a:pt x="160911" y="14658"/>
                </a:lnTo>
                <a:moveTo>
                  <a:pt x="158271" y="12581"/>
                </a:moveTo>
                <a:cubicBezTo>
                  <a:pt x="158261" y="11157"/>
                  <a:pt x="157903" y="10056"/>
                  <a:pt x="157196" y="9277"/>
                </a:cubicBezTo>
                <a:cubicBezTo>
                  <a:pt x="156489" y="8498"/>
                  <a:pt x="155414" y="8108"/>
                  <a:pt x="153971" y="8108"/>
                </a:cubicBezTo>
                <a:cubicBezTo>
                  <a:pt x="152519" y="8108"/>
                  <a:pt x="151362" y="8536"/>
                  <a:pt x="150501" y="9392"/>
                </a:cubicBezTo>
                <a:cubicBezTo>
                  <a:pt x="149640" y="10248"/>
                  <a:pt x="149152" y="11311"/>
                  <a:pt x="149037" y="12581"/>
                </a:cubicBezTo>
                <a:lnTo>
                  <a:pt x="158271" y="125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7BC17D-4BD8-4387-9D4F-F54650476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6" y="1986028"/>
            <a:ext cx="205851" cy="223639"/>
          </a:xfrm>
          <a:custGeom xmlns:a="http://schemas.openxmlformats.org/drawingml/2006/main">
            <a:pathLst>
              <a:path w="205851" h="223639">
                <a:moveTo>
                  <a:pt x="0" y="0"/>
                </a:moveTo>
                <a:lnTo>
                  <a:pt x="205851" y="0"/>
                </a:lnTo>
                <a:lnTo>
                  <a:pt x="205851" y="223639"/>
                </a:lnTo>
                <a:lnTo>
                  <a:pt x="0" y="2236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0BF0C9-8E26-4304-8E0B-E768989E17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7745" y="1986029"/>
            <a:ext cx="205854" cy="223641"/>
          </a:xfrm>
          <a:custGeom xmlns:a="http://schemas.openxmlformats.org/drawingml/2006/main">
            <a:pathLst>
              <a:path w="205854" h="223641" fill="none">
                <a:moveTo>
                  <a:pt x="0" y="0"/>
                </a:moveTo>
                <a:lnTo>
                  <a:pt x="205854" y="0"/>
                </a:lnTo>
                <a:lnTo>
                  <a:pt x="205854" y="223641"/>
                </a:lnTo>
                <a:lnTo>
                  <a:pt x="0" y="2236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34" name="Text Crambidae">
            <a:extLst xmlns:a="http://schemas.openxmlformats.org/drawingml/2006/main">
              <a:ext uri="{FF2B5EF4-FFF2-40B4-BE49-F238E27FC236}">
                <a16:creationId xmlns:a16="http://schemas.microsoft.com/office/drawing/2014/main" id="{5D5904F4-3E37-4FEA-AD50-17A325C1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1911" y="2015662"/>
            <a:ext cx="157696" cy="23027"/>
          </a:xfrm>
          <a:custGeom xmlns:a="http://schemas.openxmlformats.org/drawingml/2006/main">
            <a:pathLst>
              <a:path w="157696" h="23027">
                <a:moveTo>
                  <a:pt x="17909" y="21006"/>
                </a:moveTo>
                <a:cubicBezTo>
                  <a:pt x="17377" y="21239"/>
                  <a:pt x="16896" y="21457"/>
                  <a:pt x="16466" y="21661"/>
                </a:cubicBezTo>
                <a:cubicBezTo>
                  <a:pt x="16036" y="21864"/>
                  <a:pt x="15472" y="22078"/>
                  <a:pt x="14776" y="22301"/>
                </a:cubicBezTo>
                <a:cubicBezTo>
                  <a:pt x="14187" y="22485"/>
                  <a:pt x="13546" y="22642"/>
                  <a:pt x="12855" y="22773"/>
                </a:cubicBezTo>
                <a:cubicBezTo>
                  <a:pt x="12164" y="22904"/>
                  <a:pt x="11403" y="22969"/>
                  <a:pt x="10571" y="22969"/>
                </a:cubicBezTo>
                <a:cubicBezTo>
                  <a:pt x="9005" y="22969"/>
                  <a:pt x="7582" y="22749"/>
                  <a:pt x="6301" y="22309"/>
                </a:cubicBezTo>
                <a:cubicBezTo>
                  <a:pt x="5020" y="21869"/>
                  <a:pt x="3906" y="21180"/>
                  <a:pt x="2958" y="20241"/>
                </a:cubicBezTo>
                <a:cubicBezTo>
                  <a:pt x="2030" y="19322"/>
                  <a:pt x="1305" y="18154"/>
                  <a:pt x="783" y="16737"/>
                </a:cubicBezTo>
                <a:cubicBezTo>
                  <a:pt x="261" y="15320"/>
                  <a:pt x="0" y="13673"/>
                  <a:pt x="0" y="11796"/>
                </a:cubicBezTo>
                <a:cubicBezTo>
                  <a:pt x="0" y="10016"/>
                  <a:pt x="251" y="8425"/>
                  <a:pt x="754" y="7022"/>
                </a:cubicBezTo>
                <a:cubicBezTo>
                  <a:pt x="1257" y="5620"/>
                  <a:pt x="1982" y="4435"/>
                  <a:pt x="2929" y="3468"/>
                </a:cubicBezTo>
                <a:cubicBezTo>
                  <a:pt x="3848" y="2529"/>
                  <a:pt x="4957" y="1813"/>
                  <a:pt x="6257" y="1320"/>
                </a:cubicBezTo>
                <a:cubicBezTo>
                  <a:pt x="7557" y="827"/>
                  <a:pt x="9000" y="580"/>
                  <a:pt x="10586" y="580"/>
                </a:cubicBezTo>
                <a:cubicBezTo>
                  <a:pt x="11746" y="580"/>
                  <a:pt x="12903" y="720"/>
                  <a:pt x="14059" y="1001"/>
                </a:cubicBezTo>
                <a:cubicBezTo>
                  <a:pt x="15214" y="1281"/>
                  <a:pt x="16497" y="1774"/>
                  <a:pt x="17909" y="2480"/>
                </a:cubicBezTo>
                <a:lnTo>
                  <a:pt x="17909" y="5887"/>
                </a:lnTo>
                <a:lnTo>
                  <a:pt x="17691" y="5887"/>
                </a:lnTo>
                <a:cubicBezTo>
                  <a:pt x="16502" y="4907"/>
                  <a:pt x="15323" y="4193"/>
                  <a:pt x="14153" y="3745"/>
                </a:cubicBezTo>
                <a:cubicBezTo>
                  <a:pt x="12983" y="3298"/>
                  <a:pt x="11731" y="3074"/>
                  <a:pt x="10397" y="3074"/>
                </a:cubicBezTo>
                <a:cubicBezTo>
                  <a:pt x="9305" y="3074"/>
                  <a:pt x="8321" y="3250"/>
                  <a:pt x="7446" y="3602"/>
                </a:cubicBezTo>
                <a:cubicBezTo>
                  <a:pt x="6571" y="3954"/>
                  <a:pt x="5791" y="4501"/>
                  <a:pt x="5104" y="5244"/>
                </a:cubicBezTo>
                <a:cubicBezTo>
                  <a:pt x="4437" y="5967"/>
                  <a:pt x="3918" y="6881"/>
                  <a:pt x="3545" y="7985"/>
                </a:cubicBezTo>
                <a:cubicBezTo>
                  <a:pt x="3173" y="9089"/>
                  <a:pt x="2987" y="10364"/>
                  <a:pt x="2987" y="11811"/>
                </a:cubicBezTo>
                <a:cubicBezTo>
                  <a:pt x="2987" y="13325"/>
                  <a:pt x="3193" y="14627"/>
                  <a:pt x="3603" y="15716"/>
                </a:cubicBezTo>
                <a:cubicBezTo>
                  <a:pt x="4014" y="16806"/>
                  <a:pt x="4544" y="17693"/>
                  <a:pt x="5191" y="18378"/>
                </a:cubicBezTo>
                <a:cubicBezTo>
                  <a:pt x="5868" y="19092"/>
                  <a:pt x="6658" y="19620"/>
                  <a:pt x="7562" y="19962"/>
                </a:cubicBezTo>
                <a:cubicBezTo>
                  <a:pt x="8466" y="20304"/>
                  <a:pt x="9421" y="20475"/>
                  <a:pt x="10426" y="20475"/>
                </a:cubicBezTo>
                <a:cubicBezTo>
                  <a:pt x="11809" y="20475"/>
                  <a:pt x="13104" y="20238"/>
                  <a:pt x="14312" y="19765"/>
                </a:cubicBezTo>
                <a:cubicBezTo>
                  <a:pt x="15521" y="19291"/>
                  <a:pt x="16652" y="18580"/>
                  <a:pt x="17706" y="17633"/>
                </a:cubicBezTo>
                <a:lnTo>
                  <a:pt x="17909" y="17633"/>
                </a:lnTo>
                <a:lnTo>
                  <a:pt x="17909" y="21006"/>
                </a:lnTo>
                <a:close/>
                <a:moveTo>
                  <a:pt x="31858" y="9310"/>
                </a:moveTo>
                <a:lnTo>
                  <a:pt x="31713" y="9310"/>
                </a:lnTo>
                <a:cubicBezTo>
                  <a:pt x="31307" y="9218"/>
                  <a:pt x="30913" y="9152"/>
                  <a:pt x="30531" y="9111"/>
                </a:cubicBezTo>
                <a:cubicBezTo>
                  <a:pt x="30150" y="9069"/>
                  <a:pt x="29698" y="9049"/>
                  <a:pt x="29176" y="9049"/>
                </a:cubicBezTo>
                <a:cubicBezTo>
                  <a:pt x="28335" y="9049"/>
                  <a:pt x="27523" y="9235"/>
                  <a:pt x="26739" y="9608"/>
                </a:cubicBezTo>
                <a:cubicBezTo>
                  <a:pt x="25956" y="9980"/>
                  <a:pt x="25202" y="10462"/>
                  <a:pt x="24477" y="11052"/>
                </a:cubicBezTo>
                <a:lnTo>
                  <a:pt x="24477" y="22563"/>
                </a:lnTo>
                <a:lnTo>
                  <a:pt x="21751" y="22563"/>
                </a:lnTo>
                <a:lnTo>
                  <a:pt x="21751" y="6351"/>
                </a:lnTo>
                <a:lnTo>
                  <a:pt x="24477" y="6351"/>
                </a:lnTo>
                <a:lnTo>
                  <a:pt x="24477" y="8746"/>
                </a:lnTo>
                <a:cubicBezTo>
                  <a:pt x="25560" y="7875"/>
                  <a:pt x="26515" y="7258"/>
                  <a:pt x="27341" y="6896"/>
                </a:cubicBezTo>
                <a:cubicBezTo>
                  <a:pt x="28168" y="6533"/>
                  <a:pt x="29011" y="6351"/>
                  <a:pt x="29872" y="6351"/>
                </a:cubicBezTo>
                <a:cubicBezTo>
                  <a:pt x="30345" y="6351"/>
                  <a:pt x="30689" y="6363"/>
                  <a:pt x="30901" y="6388"/>
                </a:cubicBezTo>
                <a:cubicBezTo>
                  <a:pt x="31114" y="6411"/>
                  <a:pt x="31433" y="6457"/>
                  <a:pt x="31858" y="6524"/>
                </a:cubicBezTo>
                <a:lnTo>
                  <a:pt x="31858" y="9310"/>
                </a:lnTo>
                <a:close/>
                <a:moveTo>
                  <a:pt x="47012" y="22563"/>
                </a:moveTo>
                <a:lnTo>
                  <a:pt x="44300" y="22563"/>
                </a:lnTo>
                <a:lnTo>
                  <a:pt x="44300" y="20850"/>
                </a:lnTo>
                <a:cubicBezTo>
                  <a:pt x="44058" y="21014"/>
                  <a:pt x="43732" y="21244"/>
                  <a:pt x="43321" y="21539"/>
                </a:cubicBezTo>
                <a:cubicBezTo>
                  <a:pt x="42910" y="21834"/>
                  <a:pt x="42512" y="22069"/>
                  <a:pt x="42125" y="22243"/>
                </a:cubicBezTo>
                <a:cubicBezTo>
                  <a:pt x="41671" y="22466"/>
                  <a:pt x="41149" y="22652"/>
                  <a:pt x="40559" y="22802"/>
                </a:cubicBezTo>
                <a:cubicBezTo>
                  <a:pt x="39969" y="22952"/>
                  <a:pt x="39278" y="23027"/>
                  <a:pt x="38485" y="23027"/>
                </a:cubicBezTo>
                <a:cubicBezTo>
                  <a:pt x="37025" y="23027"/>
                  <a:pt x="35788" y="22543"/>
                  <a:pt x="34773" y="21575"/>
                </a:cubicBezTo>
                <a:cubicBezTo>
                  <a:pt x="33758" y="20608"/>
                  <a:pt x="33250" y="19373"/>
                  <a:pt x="33250" y="17873"/>
                </a:cubicBezTo>
                <a:cubicBezTo>
                  <a:pt x="33250" y="16644"/>
                  <a:pt x="33514" y="15649"/>
                  <a:pt x="34041" y="14889"/>
                </a:cubicBezTo>
                <a:cubicBezTo>
                  <a:pt x="34568" y="14129"/>
                  <a:pt x="35319" y="13531"/>
                  <a:pt x="36296" y="13096"/>
                </a:cubicBezTo>
                <a:cubicBezTo>
                  <a:pt x="37282" y="12660"/>
                  <a:pt x="38466" y="12365"/>
                  <a:pt x="39848" y="12210"/>
                </a:cubicBezTo>
                <a:cubicBezTo>
                  <a:pt x="41231" y="12055"/>
                  <a:pt x="42715" y="11939"/>
                  <a:pt x="44300" y="11862"/>
                </a:cubicBezTo>
                <a:lnTo>
                  <a:pt x="44300" y="11438"/>
                </a:lnTo>
                <a:cubicBezTo>
                  <a:pt x="44300" y="10814"/>
                  <a:pt x="44191" y="10297"/>
                  <a:pt x="43974" y="9888"/>
                </a:cubicBezTo>
                <a:cubicBezTo>
                  <a:pt x="43756" y="9478"/>
                  <a:pt x="43445" y="9157"/>
                  <a:pt x="43038" y="8923"/>
                </a:cubicBezTo>
                <a:cubicBezTo>
                  <a:pt x="42652" y="8698"/>
                  <a:pt x="42188" y="8547"/>
                  <a:pt x="41646" y="8469"/>
                </a:cubicBezTo>
                <a:cubicBezTo>
                  <a:pt x="41105" y="8391"/>
                  <a:pt x="40540" y="8352"/>
                  <a:pt x="39950" y="8352"/>
                </a:cubicBezTo>
                <a:cubicBezTo>
                  <a:pt x="39234" y="8352"/>
                  <a:pt x="38437" y="8449"/>
                  <a:pt x="37557" y="8643"/>
                </a:cubicBezTo>
                <a:cubicBezTo>
                  <a:pt x="36677" y="8836"/>
                  <a:pt x="35769" y="9117"/>
                  <a:pt x="34831" y="9484"/>
                </a:cubicBezTo>
                <a:lnTo>
                  <a:pt x="34686" y="9484"/>
                </a:lnTo>
                <a:lnTo>
                  <a:pt x="34686" y="6714"/>
                </a:lnTo>
                <a:cubicBezTo>
                  <a:pt x="35218" y="6569"/>
                  <a:pt x="35986" y="6409"/>
                  <a:pt x="36992" y="6235"/>
                </a:cubicBezTo>
                <a:cubicBezTo>
                  <a:pt x="37997" y="6061"/>
                  <a:pt x="38988" y="5974"/>
                  <a:pt x="39964" y="5974"/>
                </a:cubicBezTo>
                <a:cubicBezTo>
                  <a:pt x="41105" y="5974"/>
                  <a:pt x="42098" y="6069"/>
                  <a:pt x="42944" y="6257"/>
                </a:cubicBezTo>
                <a:cubicBezTo>
                  <a:pt x="43790" y="6446"/>
                  <a:pt x="44522" y="6767"/>
                  <a:pt x="45141" y="7221"/>
                </a:cubicBezTo>
                <a:cubicBezTo>
                  <a:pt x="45750" y="7666"/>
                  <a:pt x="46214" y="8241"/>
                  <a:pt x="46533" y="8947"/>
                </a:cubicBezTo>
                <a:cubicBezTo>
                  <a:pt x="46852" y="9653"/>
                  <a:pt x="47012" y="10528"/>
                  <a:pt x="47012" y="11572"/>
                </a:cubicBezTo>
                <a:lnTo>
                  <a:pt x="47012" y="22563"/>
                </a:lnTo>
                <a:moveTo>
                  <a:pt x="44300" y="18596"/>
                </a:moveTo>
                <a:lnTo>
                  <a:pt x="44300" y="14066"/>
                </a:lnTo>
                <a:cubicBezTo>
                  <a:pt x="43469" y="14114"/>
                  <a:pt x="42490" y="14187"/>
                  <a:pt x="41364" y="14285"/>
                </a:cubicBezTo>
                <a:cubicBezTo>
                  <a:pt x="40237" y="14382"/>
                  <a:pt x="39346" y="14522"/>
                  <a:pt x="38688" y="14707"/>
                </a:cubicBezTo>
                <a:cubicBezTo>
                  <a:pt x="37905" y="14930"/>
                  <a:pt x="37272" y="15277"/>
                  <a:pt x="36789" y="15748"/>
                </a:cubicBezTo>
                <a:cubicBezTo>
                  <a:pt x="36305" y="16219"/>
                  <a:pt x="36064" y="16868"/>
                  <a:pt x="36064" y="17693"/>
                </a:cubicBezTo>
                <a:cubicBezTo>
                  <a:pt x="36064" y="18625"/>
                  <a:pt x="36344" y="19327"/>
                  <a:pt x="36905" y="19798"/>
                </a:cubicBezTo>
                <a:cubicBezTo>
                  <a:pt x="37465" y="20269"/>
                  <a:pt x="38321" y="20504"/>
                  <a:pt x="39471" y="20504"/>
                </a:cubicBezTo>
                <a:cubicBezTo>
                  <a:pt x="40428" y="20504"/>
                  <a:pt x="41303" y="20317"/>
                  <a:pt x="42096" y="19944"/>
                </a:cubicBezTo>
                <a:cubicBezTo>
                  <a:pt x="42889" y="19570"/>
                  <a:pt x="43623" y="19120"/>
                  <a:pt x="44300" y="18596"/>
                </a:cubicBezTo>
                <a:close/>
                <a:moveTo>
                  <a:pt x="75897" y="22563"/>
                </a:moveTo>
                <a:lnTo>
                  <a:pt x="73171" y="22563"/>
                </a:lnTo>
                <a:lnTo>
                  <a:pt x="73171" y="13331"/>
                </a:lnTo>
                <a:cubicBezTo>
                  <a:pt x="73171" y="12635"/>
                  <a:pt x="73140" y="11962"/>
                  <a:pt x="73077" y="11314"/>
                </a:cubicBezTo>
                <a:cubicBezTo>
                  <a:pt x="73014" y="10665"/>
                  <a:pt x="72881" y="10147"/>
                  <a:pt x="72678" y="9760"/>
                </a:cubicBezTo>
                <a:cubicBezTo>
                  <a:pt x="72456" y="9344"/>
                  <a:pt x="72137" y="9030"/>
                  <a:pt x="71721" y="8817"/>
                </a:cubicBezTo>
                <a:cubicBezTo>
                  <a:pt x="71305" y="8604"/>
                  <a:pt x="70706" y="8498"/>
                  <a:pt x="69923" y="8498"/>
                </a:cubicBezTo>
                <a:cubicBezTo>
                  <a:pt x="69159" y="8498"/>
                  <a:pt x="68396" y="8689"/>
                  <a:pt x="67632" y="9071"/>
                </a:cubicBezTo>
                <a:cubicBezTo>
                  <a:pt x="66868" y="9453"/>
                  <a:pt x="66104" y="9940"/>
                  <a:pt x="65341" y="10530"/>
                </a:cubicBezTo>
                <a:cubicBezTo>
                  <a:pt x="65370" y="10752"/>
                  <a:pt x="65394" y="11011"/>
                  <a:pt x="65413" y="11306"/>
                </a:cubicBezTo>
                <a:cubicBezTo>
                  <a:pt x="65433" y="11601"/>
                  <a:pt x="65442" y="11894"/>
                  <a:pt x="65442" y="12184"/>
                </a:cubicBezTo>
                <a:lnTo>
                  <a:pt x="65442" y="22563"/>
                </a:lnTo>
                <a:lnTo>
                  <a:pt x="62716" y="22563"/>
                </a:lnTo>
                <a:lnTo>
                  <a:pt x="62716" y="13331"/>
                </a:lnTo>
                <a:cubicBezTo>
                  <a:pt x="62716" y="12615"/>
                  <a:pt x="62685" y="11936"/>
                  <a:pt x="62622" y="11292"/>
                </a:cubicBezTo>
                <a:cubicBezTo>
                  <a:pt x="62559" y="10648"/>
                  <a:pt x="62426" y="10133"/>
                  <a:pt x="62223" y="9746"/>
                </a:cubicBezTo>
                <a:cubicBezTo>
                  <a:pt x="62001" y="9330"/>
                  <a:pt x="61682" y="9018"/>
                  <a:pt x="61266" y="8810"/>
                </a:cubicBezTo>
                <a:cubicBezTo>
                  <a:pt x="60850" y="8602"/>
                  <a:pt x="60251" y="8498"/>
                  <a:pt x="59468" y="8498"/>
                </a:cubicBezTo>
                <a:cubicBezTo>
                  <a:pt x="58723" y="8498"/>
                  <a:pt x="57977" y="8681"/>
                  <a:pt x="57227" y="9049"/>
                </a:cubicBezTo>
                <a:cubicBezTo>
                  <a:pt x="56478" y="9417"/>
                  <a:pt x="55731" y="9886"/>
                  <a:pt x="54987" y="10457"/>
                </a:cubicBezTo>
                <a:lnTo>
                  <a:pt x="54987" y="22563"/>
                </a:lnTo>
                <a:lnTo>
                  <a:pt x="52261" y="22563"/>
                </a:lnTo>
                <a:lnTo>
                  <a:pt x="52261" y="6351"/>
                </a:lnTo>
                <a:lnTo>
                  <a:pt x="54987" y="6351"/>
                </a:lnTo>
                <a:lnTo>
                  <a:pt x="54987" y="8151"/>
                </a:lnTo>
                <a:cubicBezTo>
                  <a:pt x="55838" y="7440"/>
                  <a:pt x="56686" y="6885"/>
                  <a:pt x="57532" y="6486"/>
                </a:cubicBezTo>
                <a:cubicBezTo>
                  <a:pt x="58378" y="6087"/>
                  <a:pt x="59279" y="5887"/>
                  <a:pt x="60236" y="5887"/>
                </a:cubicBezTo>
                <a:cubicBezTo>
                  <a:pt x="61338" y="5887"/>
                  <a:pt x="62274" y="6121"/>
                  <a:pt x="63042" y="6588"/>
                </a:cubicBezTo>
                <a:cubicBezTo>
                  <a:pt x="63811" y="7055"/>
                  <a:pt x="64384" y="7701"/>
                  <a:pt x="64761" y="8528"/>
                </a:cubicBezTo>
                <a:cubicBezTo>
                  <a:pt x="65863" y="7595"/>
                  <a:pt x="66868" y="6921"/>
                  <a:pt x="67777" y="6508"/>
                </a:cubicBezTo>
                <a:cubicBezTo>
                  <a:pt x="68686" y="6094"/>
                  <a:pt x="69657" y="5887"/>
                  <a:pt x="70691" y="5887"/>
                </a:cubicBezTo>
                <a:cubicBezTo>
                  <a:pt x="72470" y="5887"/>
                  <a:pt x="73783" y="6427"/>
                  <a:pt x="74628" y="7507"/>
                </a:cubicBezTo>
                <a:cubicBezTo>
                  <a:pt x="75474" y="8587"/>
                  <a:pt x="75897" y="10095"/>
                  <a:pt x="75897" y="12032"/>
                </a:cubicBezTo>
                <a:lnTo>
                  <a:pt x="75897" y="22563"/>
                </a:lnTo>
                <a:close/>
                <a:moveTo>
                  <a:pt x="95401" y="14334"/>
                </a:moveTo>
                <a:cubicBezTo>
                  <a:pt x="95401" y="15691"/>
                  <a:pt x="95210" y="16912"/>
                  <a:pt x="94828" y="17997"/>
                </a:cubicBezTo>
                <a:cubicBezTo>
                  <a:pt x="94446" y="19083"/>
                  <a:pt x="93931" y="19994"/>
                  <a:pt x="93284" y="20730"/>
                </a:cubicBezTo>
                <a:cubicBezTo>
                  <a:pt x="92597" y="21496"/>
                  <a:pt x="91843" y="22070"/>
                  <a:pt x="91022" y="22453"/>
                </a:cubicBezTo>
                <a:cubicBezTo>
                  <a:pt x="90200" y="22836"/>
                  <a:pt x="89296" y="23027"/>
                  <a:pt x="88310" y="23027"/>
                </a:cubicBezTo>
                <a:cubicBezTo>
                  <a:pt x="87392" y="23027"/>
                  <a:pt x="86589" y="22918"/>
                  <a:pt x="85903" y="22700"/>
                </a:cubicBezTo>
                <a:cubicBezTo>
                  <a:pt x="85216" y="22482"/>
                  <a:pt x="84540" y="22189"/>
                  <a:pt x="83873" y="21821"/>
                </a:cubicBezTo>
                <a:lnTo>
                  <a:pt x="83699" y="22563"/>
                </a:lnTo>
                <a:lnTo>
                  <a:pt x="81147" y="22563"/>
                </a:lnTo>
                <a:lnTo>
                  <a:pt x="81147" y="0"/>
                </a:lnTo>
                <a:lnTo>
                  <a:pt x="83873" y="0"/>
                </a:lnTo>
                <a:lnTo>
                  <a:pt x="83873" y="8039"/>
                </a:lnTo>
                <a:cubicBezTo>
                  <a:pt x="84636" y="7409"/>
                  <a:pt x="85448" y="6893"/>
                  <a:pt x="86309" y="6491"/>
                </a:cubicBezTo>
                <a:cubicBezTo>
                  <a:pt x="87169" y="6089"/>
                  <a:pt x="88136" y="5887"/>
                  <a:pt x="89209" y="5887"/>
                </a:cubicBezTo>
                <a:cubicBezTo>
                  <a:pt x="91123" y="5887"/>
                  <a:pt x="92634" y="6624"/>
                  <a:pt x="93741" y="8097"/>
                </a:cubicBezTo>
                <a:cubicBezTo>
                  <a:pt x="94847" y="9570"/>
                  <a:pt x="95401" y="11649"/>
                  <a:pt x="95401" y="14334"/>
                </a:cubicBezTo>
                <a:moveTo>
                  <a:pt x="92588" y="14407"/>
                </a:moveTo>
                <a:cubicBezTo>
                  <a:pt x="92588" y="12471"/>
                  <a:pt x="92269" y="11002"/>
                  <a:pt x="91631" y="10000"/>
                </a:cubicBezTo>
                <a:cubicBezTo>
                  <a:pt x="90993" y="8998"/>
                  <a:pt x="89963" y="8498"/>
                  <a:pt x="88542" y="8498"/>
                </a:cubicBezTo>
                <a:cubicBezTo>
                  <a:pt x="87749" y="8498"/>
                  <a:pt x="86947" y="8669"/>
                  <a:pt x="86135" y="9013"/>
                </a:cubicBezTo>
                <a:cubicBezTo>
                  <a:pt x="85323" y="9357"/>
                  <a:pt x="84569" y="9799"/>
                  <a:pt x="83873" y="10341"/>
                </a:cubicBezTo>
                <a:lnTo>
                  <a:pt x="83873" y="19633"/>
                </a:lnTo>
                <a:cubicBezTo>
                  <a:pt x="84646" y="19982"/>
                  <a:pt x="85311" y="20224"/>
                  <a:pt x="85867" y="20359"/>
                </a:cubicBezTo>
                <a:cubicBezTo>
                  <a:pt x="86422" y="20495"/>
                  <a:pt x="87053" y="20562"/>
                  <a:pt x="87759" y="20562"/>
                </a:cubicBezTo>
                <a:cubicBezTo>
                  <a:pt x="89267" y="20562"/>
                  <a:pt x="90449" y="20066"/>
                  <a:pt x="91304" y="19074"/>
                </a:cubicBezTo>
                <a:cubicBezTo>
                  <a:pt x="92160" y="18082"/>
                  <a:pt x="92588" y="16526"/>
                  <a:pt x="92588" y="14407"/>
                </a:cubicBezTo>
                <a:close/>
                <a:moveTo>
                  <a:pt x="102579" y="3654"/>
                </a:moveTo>
                <a:lnTo>
                  <a:pt x="99505" y="3654"/>
                </a:lnTo>
                <a:lnTo>
                  <a:pt x="99505" y="812"/>
                </a:lnTo>
                <a:lnTo>
                  <a:pt x="102579" y="812"/>
                </a:lnTo>
                <a:lnTo>
                  <a:pt x="102579" y="3654"/>
                </a:lnTo>
                <a:moveTo>
                  <a:pt x="102405" y="22563"/>
                </a:moveTo>
                <a:lnTo>
                  <a:pt x="99679" y="22563"/>
                </a:lnTo>
                <a:lnTo>
                  <a:pt x="99679" y="6351"/>
                </a:lnTo>
                <a:lnTo>
                  <a:pt x="102405" y="6351"/>
                </a:lnTo>
                <a:lnTo>
                  <a:pt x="102405" y="22563"/>
                </a:lnTo>
                <a:close/>
                <a:moveTo>
                  <a:pt x="120937" y="22563"/>
                </a:moveTo>
                <a:lnTo>
                  <a:pt x="118211" y="22563"/>
                </a:lnTo>
                <a:lnTo>
                  <a:pt x="118211" y="20876"/>
                </a:lnTo>
                <a:cubicBezTo>
                  <a:pt x="117428" y="21554"/>
                  <a:pt x="116611" y="22083"/>
                  <a:pt x="115760" y="22460"/>
                </a:cubicBezTo>
                <a:cubicBezTo>
                  <a:pt x="114909" y="22838"/>
                  <a:pt x="113986" y="23027"/>
                  <a:pt x="112990" y="23027"/>
                </a:cubicBezTo>
                <a:cubicBezTo>
                  <a:pt x="111057" y="23027"/>
                  <a:pt x="109522" y="22281"/>
                  <a:pt x="108386" y="20789"/>
                </a:cubicBezTo>
                <a:cubicBezTo>
                  <a:pt x="107250" y="19296"/>
                  <a:pt x="106682" y="17227"/>
                  <a:pt x="106682" y="14581"/>
                </a:cubicBezTo>
                <a:cubicBezTo>
                  <a:pt x="106682" y="13205"/>
                  <a:pt x="106878" y="11979"/>
                  <a:pt x="107270" y="10903"/>
                </a:cubicBezTo>
                <a:cubicBezTo>
                  <a:pt x="107661" y="9827"/>
                  <a:pt x="108191" y="8911"/>
                  <a:pt x="108858" y="8155"/>
                </a:cubicBezTo>
                <a:cubicBezTo>
                  <a:pt x="109515" y="7419"/>
                  <a:pt x="110281" y="6857"/>
                  <a:pt x="111156" y="6469"/>
                </a:cubicBezTo>
                <a:cubicBezTo>
                  <a:pt x="112031" y="6081"/>
                  <a:pt x="112937" y="5887"/>
                  <a:pt x="113875" y="5887"/>
                </a:cubicBezTo>
                <a:cubicBezTo>
                  <a:pt x="114726" y="5887"/>
                  <a:pt x="115480" y="5977"/>
                  <a:pt x="116137" y="6157"/>
                </a:cubicBezTo>
                <a:cubicBezTo>
                  <a:pt x="116794" y="6336"/>
                  <a:pt x="117486" y="6614"/>
                  <a:pt x="118211" y="6992"/>
                </a:cubicBezTo>
                <a:lnTo>
                  <a:pt x="118211" y="0"/>
                </a:lnTo>
                <a:lnTo>
                  <a:pt x="120937" y="0"/>
                </a:lnTo>
                <a:lnTo>
                  <a:pt x="120937" y="22563"/>
                </a:lnTo>
                <a:moveTo>
                  <a:pt x="118211" y="18576"/>
                </a:moveTo>
                <a:lnTo>
                  <a:pt x="118211" y="9281"/>
                </a:lnTo>
                <a:cubicBezTo>
                  <a:pt x="117476" y="8952"/>
                  <a:pt x="116819" y="8725"/>
                  <a:pt x="116239" y="8599"/>
                </a:cubicBezTo>
                <a:cubicBezTo>
                  <a:pt x="115659" y="8473"/>
                  <a:pt x="115025" y="8411"/>
                  <a:pt x="114339" y="8411"/>
                </a:cubicBezTo>
                <a:cubicBezTo>
                  <a:pt x="112812" y="8411"/>
                  <a:pt x="111622" y="8942"/>
                  <a:pt x="110772" y="10006"/>
                </a:cubicBezTo>
                <a:cubicBezTo>
                  <a:pt x="109921" y="11069"/>
                  <a:pt x="109496" y="12577"/>
                  <a:pt x="109496" y="14530"/>
                </a:cubicBezTo>
                <a:cubicBezTo>
                  <a:pt x="109496" y="16454"/>
                  <a:pt x="109824" y="17916"/>
                  <a:pt x="110482" y="18916"/>
                </a:cubicBezTo>
                <a:cubicBezTo>
                  <a:pt x="111139" y="19917"/>
                  <a:pt x="112193" y="20417"/>
                  <a:pt x="113643" y="20417"/>
                </a:cubicBezTo>
                <a:cubicBezTo>
                  <a:pt x="114416" y="20417"/>
                  <a:pt x="115199" y="20246"/>
                  <a:pt x="115992" y="19902"/>
                </a:cubicBezTo>
                <a:cubicBezTo>
                  <a:pt x="116785" y="19559"/>
                  <a:pt x="117524" y="19117"/>
                  <a:pt x="118211" y="18576"/>
                </a:cubicBezTo>
                <a:close/>
                <a:moveTo>
                  <a:pt x="138889" y="22563"/>
                </a:moveTo>
                <a:lnTo>
                  <a:pt x="136177" y="22563"/>
                </a:lnTo>
                <a:lnTo>
                  <a:pt x="136177" y="20850"/>
                </a:lnTo>
                <a:cubicBezTo>
                  <a:pt x="135935" y="21014"/>
                  <a:pt x="135609" y="21244"/>
                  <a:pt x="135198" y="21539"/>
                </a:cubicBezTo>
                <a:cubicBezTo>
                  <a:pt x="134787" y="21834"/>
                  <a:pt x="134389" y="22069"/>
                  <a:pt x="134002" y="22243"/>
                </a:cubicBezTo>
                <a:cubicBezTo>
                  <a:pt x="133548" y="22466"/>
                  <a:pt x="133026" y="22652"/>
                  <a:pt x="132436" y="22802"/>
                </a:cubicBezTo>
                <a:cubicBezTo>
                  <a:pt x="131846" y="22952"/>
                  <a:pt x="131155" y="23027"/>
                  <a:pt x="130362" y="23027"/>
                </a:cubicBezTo>
                <a:cubicBezTo>
                  <a:pt x="128902" y="23027"/>
                  <a:pt x="127665" y="22543"/>
                  <a:pt x="126650" y="21575"/>
                </a:cubicBezTo>
                <a:cubicBezTo>
                  <a:pt x="125635" y="20608"/>
                  <a:pt x="125127" y="19373"/>
                  <a:pt x="125127" y="17873"/>
                </a:cubicBezTo>
                <a:cubicBezTo>
                  <a:pt x="125127" y="16644"/>
                  <a:pt x="125391" y="15649"/>
                  <a:pt x="125918" y="14889"/>
                </a:cubicBezTo>
                <a:cubicBezTo>
                  <a:pt x="126445" y="14129"/>
                  <a:pt x="127196" y="13531"/>
                  <a:pt x="128173" y="13096"/>
                </a:cubicBezTo>
                <a:cubicBezTo>
                  <a:pt x="129159" y="12660"/>
                  <a:pt x="130343" y="12365"/>
                  <a:pt x="131725" y="12210"/>
                </a:cubicBezTo>
                <a:cubicBezTo>
                  <a:pt x="133108" y="12055"/>
                  <a:pt x="134592" y="11939"/>
                  <a:pt x="136177" y="11862"/>
                </a:cubicBezTo>
                <a:lnTo>
                  <a:pt x="136177" y="11438"/>
                </a:lnTo>
                <a:cubicBezTo>
                  <a:pt x="136177" y="10814"/>
                  <a:pt x="136068" y="10297"/>
                  <a:pt x="135851" y="9888"/>
                </a:cubicBezTo>
                <a:cubicBezTo>
                  <a:pt x="135633" y="9478"/>
                  <a:pt x="135322" y="9157"/>
                  <a:pt x="134916" y="8923"/>
                </a:cubicBezTo>
                <a:cubicBezTo>
                  <a:pt x="134529" y="8698"/>
                  <a:pt x="134065" y="8547"/>
                  <a:pt x="133523" y="8469"/>
                </a:cubicBezTo>
                <a:cubicBezTo>
                  <a:pt x="132982" y="8391"/>
                  <a:pt x="132417" y="8352"/>
                  <a:pt x="131827" y="8352"/>
                </a:cubicBezTo>
                <a:cubicBezTo>
                  <a:pt x="131111" y="8352"/>
                  <a:pt x="130314" y="8449"/>
                  <a:pt x="129434" y="8643"/>
                </a:cubicBezTo>
                <a:cubicBezTo>
                  <a:pt x="128554" y="8836"/>
                  <a:pt x="127646" y="9117"/>
                  <a:pt x="126708" y="9484"/>
                </a:cubicBezTo>
                <a:lnTo>
                  <a:pt x="126563" y="9484"/>
                </a:lnTo>
                <a:lnTo>
                  <a:pt x="126563" y="6714"/>
                </a:lnTo>
                <a:cubicBezTo>
                  <a:pt x="127095" y="6569"/>
                  <a:pt x="127863" y="6409"/>
                  <a:pt x="128869" y="6235"/>
                </a:cubicBezTo>
                <a:cubicBezTo>
                  <a:pt x="129874" y="6061"/>
                  <a:pt x="130865" y="5974"/>
                  <a:pt x="131841" y="5974"/>
                </a:cubicBezTo>
                <a:cubicBezTo>
                  <a:pt x="132982" y="5974"/>
                  <a:pt x="133975" y="6069"/>
                  <a:pt x="134821" y="6257"/>
                </a:cubicBezTo>
                <a:cubicBezTo>
                  <a:pt x="135667" y="6446"/>
                  <a:pt x="136399" y="6767"/>
                  <a:pt x="137018" y="7221"/>
                </a:cubicBezTo>
                <a:cubicBezTo>
                  <a:pt x="137627" y="7666"/>
                  <a:pt x="138091" y="8241"/>
                  <a:pt x="138410" y="8947"/>
                </a:cubicBezTo>
                <a:cubicBezTo>
                  <a:pt x="138729" y="9653"/>
                  <a:pt x="138889" y="10528"/>
                  <a:pt x="138889" y="11572"/>
                </a:cubicBezTo>
                <a:lnTo>
                  <a:pt x="138889" y="22563"/>
                </a:lnTo>
                <a:moveTo>
                  <a:pt x="136177" y="18596"/>
                </a:moveTo>
                <a:lnTo>
                  <a:pt x="136177" y="14066"/>
                </a:lnTo>
                <a:cubicBezTo>
                  <a:pt x="135346" y="14114"/>
                  <a:pt x="134367" y="14187"/>
                  <a:pt x="133241" y="14285"/>
                </a:cubicBezTo>
                <a:cubicBezTo>
                  <a:pt x="132114" y="14382"/>
                  <a:pt x="131223" y="14522"/>
                  <a:pt x="130565" y="14707"/>
                </a:cubicBezTo>
                <a:cubicBezTo>
                  <a:pt x="129782" y="14930"/>
                  <a:pt x="129149" y="15277"/>
                  <a:pt x="128666" y="15748"/>
                </a:cubicBezTo>
                <a:cubicBezTo>
                  <a:pt x="128182" y="16219"/>
                  <a:pt x="127941" y="16868"/>
                  <a:pt x="127941" y="17693"/>
                </a:cubicBezTo>
                <a:cubicBezTo>
                  <a:pt x="127941" y="18625"/>
                  <a:pt x="128221" y="19327"/>
                  <a:pt x="128782" y="19798"/>
                </a:cubicBezTo>
                <a:cubicBezTo>
                  <a:pt x="129342" y="20269"/>
                  <a:pt x="130198" y="20504"/>
                  <a:pt x="131348" y="20504"/>
                </a:cubicBezTo>
                <a:cubicBezTo>
                  <a:pt x="132305" y="20504"/>
                  <a:pt x="133180" y="20317"/>
                  <a:pt x="133973" y="19944"/>
                </a:cubicBezTo>
                <a:cubicBezTo>
                  <a:pt x="134766" y="19570"/>
                  <a:pt x="135500" y="19120"/>
                  <a:pt x="136177" y="18596"/>
                </a:cubicBezTo>
                <a:close/>
                <a:moveTo>
                  <a:pt x="157696" y="14733"/>
                </a:moveTo>
                <a:lnTo>
                  <a:pt x="145762" y="14733"/>
                </a:lnTo>
                <a:cubicBezTo>
                  <a:pt x="145762" y="15731"/>
                  <a:pt x="145912" y="16601"/>
                  <a:pt x="146212" y="17342"/>
                </a:cubicBezTo>
                <a:cubicBezTo>
                  <a:pt x="146511" y="18083"/>
                  <a:pt x="146922" y="18692"/>
                  <a:pt x="147444" y="19167"/>
                </a:cubicBezTo>
                <a:cubicBezTo>
                  <a:pt x="147947" y="19632"/>
                  <a:pt x="148544" y="19981"/>
                  <a:pt x="149235" y="20213"/>
                </a:cubicBezTo>
                <a:cubicBezTo>
                  <a:pt x="149926" y="20446"/>
                  <a:pt x="150688" y="20562"/>
                  <a:pt x="151519" y="20562"/>
                </a:cubicBezTo>
                <a:cubicBezTo>
                  <a:pt x="152621" y="20562"/>
                  <a:pt x="153730" y="20341"/>
                  <a:pt x="154847" y="19897"/>
                </a:cubicBezTo>
                <a:cubicBezTo>
                  <a:pt x="155963" y="19454"/>
                  <a:pt x="156759" y="19018"/>
                  <a:pt x="157232" y="18590"/>
                </a:cubicBezTo>
                <a:lnTo>
                  <a:pt x="157377" y="18590"/>
                </a:lnTo>
                <a:lnTo>
                  <a:pt x="157377" y="21573"/>
                </a:lnTo>
                <a:cubicBezTo>
                  <a:pt x="156459" y="21961"/>
                  <a:pt x="155521" y="22286"/>
                  <a:pt x="154564" y="22547"/>
                </a:cubicBezTo>
                <a:cubicBezTo>
                  <a:pt x="153607" y="22809"/>
                  <a:pt x="152602" y="22940"/>
                  <a:pt x="151548" y="22940"/>
                </a:cubicBezTo>
                <a:cubicBezTo>
                  <a:pt x="148860" y="22940"/>
                  <a:pt x="146763" y="22212"/>
                  <a:pt x="145255" y="20754"/>
                </a:cubicBezTo>
                <a:cubicBezTo>
                  <a:pt x="143746" y="19297"/>
                  <a:pt x="142992" y="17227"/>
                  <a:pt x="142992" y="14544"/>
                </a:cubicBezTo>
                <a:cubicBezTo>
                  <a:pt x="142992" y="11891"/>
                  <a:pt x="143715" y="9785"/>
                  <a:pt x="145160" y="8226"/>
                </a:cubicBezTo>
                <a:cubicBezTo>
                  <a:pt x="146606" y="6667"/>
                  <a:pt x="148508" y="5887"/>
                  <a:pt x="150866" y="5887"/>
                </a:cubicBezTo>
                <a:cubicBezTo>
                  <a:pt x="153051" y="5887"/>
                  <a:pt x="154736" y="6526"/>
                  <a:pt x="155920" y="7805"/>
                </a:cubicBezTo>
                <a:cubicBezTo>
                  <a:pt x="157104" y="9083"/>
                  <a:pt x="157696" y="10898"/>
                  <a:pt x="157696" y="13252"/>
                </a:cubicBezTo>
                <a:lnTo>
                  <a:pt x="157696" y="14733"/>
                </a:lnTo>
                <a:moveTo>
                  <a:pt x="155043" y="12645"/>
                </a:moveTo>
                <a:cubicBezTo>
                  <a:pt x="155033" y="11214"/>
                  <a:pt x="154673" y="10107"/>
                  <a:pt x="153962" y="9324"/>
                </a:cubicBezTo>
                <a:cubicBezTo>
                  <a:pt x="153252" y="8541"/>
                  <a:pt x="152171" y="8149"/>
                  <a:pt x="150721" y="8149"/>
                </a:cubicBezTo>
                <a:cubicBezTo>
                  <a:pt x="149262" y="8149"/>
                  <a:pt x="148099" y="8580"/>
                  <a:pt x="147234" y="9440"/>
                </a:cubicBezTo>
                <a:cubicBezTo>
                  <a:pt x="146369" y="10300"/>
                  <a:pt x="145878" y="11369"/>
                  <a:pt x="145762" y="12645"/>
                </a:cubicBezTo>
                <a:lnTo>
                  <a:pt x="155043" y="1264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663FC6-165D-4C7B-9C67-CF675F366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97" y="1986028"/>
            <a:ext cx="171593" cy="223639"/>
          </a:xfrm>
          <a:custGeom xmlns:a="http://schemas.openxmlformats.org/drawingml/2006/main">
            <a:pathLst>
              <a:path w="171593" h="223639">
                <a:moveTo>
                  <a:pt x="0" y="0"/>
                </a:moveTo>
                <a:lnTo>
                  <a:pt x="171593" y="0"/>
                </a:lnTo>
                <a:lnTo>
                  <a:pt x="171593" y="223639"/>
                </a:lnTo>
                <a:lnTo>
                  <a:pt x="0" y="2236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807211-F7D8-47AE-BC53-E91A8D190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097" y="1986029"/>
            <a:ext cx="171593" cy="223641"/>
          </a:xfrm>
          <a:custGeom xmlns:a="http://schemas.openxmlformats.org/drawingml/2006/main">
            <a:pathLst>
              <a:path w="171593" h="223641" fill="none">
                <a:moveTo>
                  <a:pt x="0" y="0"/>
                </a:moveTo>
                <a:lnTo>
                  <a:pt x="171593" y="0"/>
                </a:lnTo>
                <a:lnTo>
                  <a:pt x="171593" y="223641"/>
                </a:lnTo>
                <a:lnTo>
                  <a:pt x="0" y="2236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37" name="Text Hesperiidae">
            <a:extLst xmlns:a="http://schemas.openxmlformats.org/drawingml/2006/main">
              <a:ext uri="{FF2B5EF4-FFF2-40B4-BE49-F238E27FC236}">
                <a16:creationId xmlns:a16="http://schemas.microsoft.com/office/drawing/2014/main" id="{512A04D1-B132-42EB-8895-B7C8BB924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0688" y="2013752"/>
            <a:ext cx="123013" cy="20611"/>
          </a:xfrm>
          <a:custGeom xmlns:a="http://schemas.openxmlformats.org/drawingml/2006/main">
            <a:pathLst>
              <a:path w="123013" h="20611">
                <a:moveTo>
                  <a:pt x="11929" y="16296"/>
                </a:moveTo>
                <a:lnTo>
                  <a:pt x="9855" y="16296"/>
                </a:lnTo>
                <a:lnTo>
                  <a:pt x="9855" y="8651"/>
                </a:lnTo>
                <a:lnTo>
                  <a:pt x="2074" y="8651"/>
                </a:lnTo>
                <a:lnTo>
                  <a:pt x="2074" y="16296"/>
                </a:lnTo>
                <a:lnTo>
                  <a:pt x="0" y="16296"/>
                </a:lnTo>
                <a:lnTo>
                  <a:pt x="0" y="691"/>
                </a:lnTo>
                <a:lnTo>
                  <a:pt x="2074" y="691"/>
                </a:lnTo>
                <a:lnTo>
                  <a:pt x="2074" y="6807"/>
                </a:lnTo>
                <a:lnTo>
                  <a:pt x="9855" y="6807"/>
                </a:lnTo>
                <a:lnTo>
                  <a:pt x="9855" y="691"/>
                </a:lnTo>
                <a:lnTo>
                  <a:pt x="11929" y="691"/>
                </a:lnTo>
                <a:lnTo>
                  <a:pt x="11929" y="16296"/>
                </a:lnTo>
                <a:close/>
                <a:moveTo>
                  <a:pt x="25753" y="10640"/>
                </a:moveTo>
                <a:lnTo>
                  <a:pt x="17134" y="10640"/>
                </a:lnTo>
                <a:cubicBezTo>
                  <a:pt x="17134" y="11361"/>
                  <a:pt x="17242" y="11989"/>
                  <a:pt x="17458" y="12525"/>
                </a:cubicBezTo>
                <a:cubicBezTo>
                  <a:pt x="17675" y="13060"/>
                  <a:pt x="17971" y="13499"/>
                  <a:pt x="18348" y="13842"/>
                </a:cubicBezTo>
                <a:cubicBezTo>
                  <a:pt x="18711" y="14178"/>
                  <a:pt x="19143" y="14430"/>
                  <a:pt x="19642" y="14598"/>
                </a:cubicBezTo>
                <a:cubicBezTo>
                  <a:pt x="20141" y="14766"/>
                  <a:pt x="20691" y="14850"/>
                  <a:pt x="21291" y="14850"/>
                </a:cubicBezTo>
                <a:cubicBezTo>
                  <a:pt x="22087" y="14850"/>
                  <a:pt x="22888" y="14690"/>
                  <a:pt x="23695" y="14370"/>
                </a:cubicBezTo>
                <a:cubicBezTo>
                  <a:pt x="24501" y="14050"/>
                  <a:pt x="25075" y="13736"/>
                  <a:pt x="25418" y="13426"/>
                </a:cubicBezTo>
                <a:lnTo>
                  <a:pt x="25522" y="13426"/>
                </a:lnTo>
                <a:lnTo>
                  <a:pt x="25522" y="15580"/>
                </a:lnTo>
                <a:cubicBezTo>
                  <a:pt x="24859" y="15860"/>
                  <a:pt x="24182" y="16095"/>
                  <a:pt x="23491" y="16284"/>
                </a:cubicBezTo>
                <a:cubicBezTo>
                  <a:pt x="22799" y="16473"/>
                  <a:pt x="22073" y="16568"/>
                  <a:pt x="21312" y="16568"/>
                </a:cubicBezTo>
                <a:cubicBezTo>
                  <a:pt x="19371" y="16568"/>
                  <a:pt x="17856" y="16042"/>
                  <a:pt x="16767" y="14989"/>
                </a:cubicBezTo>
                <a:cubicBezTo>
                  <a:pt x="15678" y="13937"/>
                  <a:pt x="15133" y="12442"/>
                  <a:pt x="15133" y="10504"/>
                </a:cubicBezTo>
                <a:cubicBezTo>
                  <a:pt x="15133" y="8588"/>
                  <a:pt x="15655" y="7067"/>
                  <a:pt x="16699" y="5941"/>
                </a:cubicBezTo>
                <a:cubicBezTo>
                  <a:pt x="17743" y="4815"/>
                  <a:pt x="19116" y="4252"/>
                  <a:pt x="20820" y="4252"/>
                </a:cubicBezTo>
                <a:cubicBezTo>
                  <a:pt x="22398" y="4252"/>
                  <a:pt x="23614" y="4714"/>
                  <a:pt x="24470" y="5637"/>
                </a:cubicBezTo>
                <a:cubicBezTo>
                  <a:pt x="25325" y="6560"/>
                  <a:pt x="25753" y="7871"/>
                  <a:pt x="25753" y="9571"/>
                </a:cubicBezTo>
                <a:lnTo>
                  <a:pt x="25753" y="10640"/>
                </a:lnTo>
                <a:moveTo>
                  <a:pt x="23836" y="9132"/>
                </a:moveTo>
                <a:cubicBezTo>
                  <a:pt x="23829" y="8099"/>
                  <a:pt x="23569" y="7300"/>
                  <a:pt x="23056" y="6734"/>
                </a:cubicBezTo>
                <a:cubicBezTo>
                  <a:pt x="22543" y="6169"/>
                  <a:pt x="21763" y="5886"/>
                  <a:pt x="20715" y="5886"/>
                </a:cubicBezTo>
                <a:cubicBezTo>
                  <a:pt x="19661" y="5886"/>
                  <a:pt x="18821" y="6196"/>
                  <a:pt x="18197" y="6818"/>
                </a:cubicBezTo>
                <a:cubicBezTo>
                  <a:pt x="17572" y="7439"/>
                  <a:pt x="17217" y="8211"/>
                  <a:pt x="17134" y="9132"/>
                </a:cubicBezTo>
                <a:lnTo>
                  <a:pt x="23836" y="9132"/>
                </a:lnTo>
                <a:close/>
                <a:moveTo>
                  <a:pt x="37095" y="12916"/>
                </a:moveTo>
                <a:cubicBezTo>
                  <a:pt x="37095" y="13984"/>
                  <a:pt x="36653" y="14859"/>
                  <a:pt x="35770" y="15543"/>
                </a:cubicBezTo>
                <a:cubicBezTo>
                  <a:pt x="34887" y="16226"/>
                  <a:pt x="33681" y="16568"/>
                  <a:pt x="32152" y="16568"/>
                </a:cubicBezTo>
                <a:cubicBezTo>
                  <a:pt x="31286" y="16568"/>
                  <a:pt x="30492" y="16465"/>
                  <a:pt x="29769" y="16258"/>
                </a:cubicBezTo>
                <a:cubicBezTo>
                  <a:pt x="29046" y="16051"/>
                  <a:pt x="28441" y="15826"/>
                  <a:pt x="27952" y="15580"/>
                </a:cubicBezTo>
                <a:lnTo>
                  <a:pt x="27952" y="13363"/>
                </a:lnTo>
                <a:lnTo>
                  <a:pt x="28057" y="13363"/>
                </a:lnTo>
                <a:cubicBezTo>
                  <a:pt x="28678" y="13837"/>
                  <a:pt x="29369" y="14214"/>
                  <a:pt x="30130" y="14494"/>
                </a:cubicBezTo>
                <a:cubicBezTo>
                  <a:pt x="30891" y="14774"/>
                  <a:pt x="31621" y="14913"/>
                  <a:pt x="32319" y="14913"/>
                </a:cubicBezTo>
                <a:cubicBezTo>
                  <a:pt x="33185" y="14913"/>
                  <a:pt x="33862" y="14773"/>
                  <a:pt x="34351" y="14493"/>
                </a:cubicBezTo>
                <a:cubicBezTo>
                  <a:pt x="34840" y="14212"/>
                  <a:pt x="35084" y="13770"/>
                  <a:pt x="35084" y="13167"/>
                </a:cubicBezTo>
                <a:cubicBezTo>
                  <a:pt x="35084" y="12707"/>
                  <a:pt x="34951" y="12358"/>
                  <a:pt x="34686" y="12121"/>
                </a:cubicBezTo>
                <a:cubicBezTo>
                  <a:pt x="34421" y="11884"/>
                  <a:pt x="33911" y="11681"/>
                  <a:pt x="33157" y="11514"/>
                </a:cubicBezTo>
                <a:cubicBezTo>
                  <a:pt x="32878" y="11451"/>
                  <a:pt x="32513" y="11378"/>
                  <a:pt x="32063" y="11294"/>
                </a:cubicBezTo>
                <a:cubicBezTo>
                  <a:pt x="31612" y="11211"/>
                  <a:pt x="31202" y="11120"/>
                  <a:pt x="30832" y="11022"/>
                </a:cubicBezTo>
                <a:cubicBezTo>
                  <a:pt x="29806" y="10750"/>
                  <a:pt x="29078" y="10351"/>
                  <a:pt x="28648" y="9824"/>
                </a:cubicBezTo>
                <a:cubicBezTo>
                  <a:pt x="28219" y="9297"/>
                  <a:pt x="28004" y="8650"/>
                  <a:pt x="28004" y="7883"/>
                </a:cubicBezTo>
                <a:cubicBezTo>
                  <a:pt x="28004" y="7402"/>
                  <a:pt x="28104" y="6948"/>
                  <a:pt x="28303" y="6523"/>
                </a:cubicBezTo>
                <a:cubicBezTo>
                  <a:pt x="28502" y="6097"/>
                  <a:pt x="28804" y="5717"/>
                  <a:pt x="29209" y="5382"/>
                </a:cubicBezTo>
                <a:cubicBezTo>
                  <a:pt x="29600" y="5054"/>
                  <a:pt x="30097" y="4795"/>
                  <a:pt x="30701" y="4603"/>
                </a:cubicBezTo>
                <a:cubicBezTo>
                  <a:pt x="31305" y="4411"/>
                  <a:pt x="31980" y="4315"/>
                  <a:pt x="32728" y="4315"/>
                </a:cubicBezTo>
                <a:cubicBezTo>
                  <a:pt x="33426" y="4315"/>
                  <a:pt x="34133" y="4400"/>
                  <a:pt x="34848" y="4570"/>
                </a:cubicBezTo>
                <a:cubicBezTo>
                  <a:pt x="35564" y="4741"/>
                  <a:pt x="36159" y="4948"/>
                  <a:pt x="36634" y="5192"/>
                </a:cubicBezTo>
                <a:lnTo>
                  <a:pt x="36634" y="7289"/>
                </a:lnTo>
                <a:lnTo>
                  <a:pt x="36529" y="7289"/>
                </a:lnTo>
                <a:cubicBezTo>
                  <a:pt x="36027" y="6919"/>
                  <a:pt x="35416" y="6607"/>
                  <a:pt x="34696" y="6352"/>
                </a:cubicBezTo>
                <a:cubicBezTo>
                  <a:pt x="33977" y="6097"/>
                  <a:pt x="33272" y="5970"/>
                  <a:pt x="32581" y="5970"/>
                </a:cubicBezTo>
                <a:cubicBezTo>
                  <a:pt x="31862" y="5970"/>
                  <a:pt x="31254" y="6108"/>
                  <a:pt x="30759" y="6385"/>
                </a:cubicBezTo>
                <a:cubicBezTo>
                  <a:pt x="30263" y="6662"/>
                  <a:pt x="30015" y="7074"/>
                  <a:pt x="30015" y="7621"/>
                </a:cubicBezTo>
                <a:cubicBezTo>
                  <a:pt x="30015" y="8103"/>
                  <a:pt x="30165" y="8465"/>
                  <a:pt x="30465" y="8709"/>
                </a:cubicBezTo>
                <a:cubicBezTo>
                  <a:pt x="30759" y="8954"/>
                  <a:pt x="31233" y="9153"/>
                  <a:pt x="31890" y="9306"/>
                </a:cubicBezTo>
                <a:cubicBezTo>
                  <a:pt x="32253" y="9390"/>
                  <a:pt x="32659" y="9474"/>
                  <a:pt x="33110" y="9557"/>
                </a:cubicBezTo>
                <a:cubicBezTo>
                  <a:pt x="33560" y="9641"/>
                  <a:pt x="33935" y="9718"/>
                  <a:pt x="34236" y="9788"/>
                </a:cubicBezTo>
                <a:cubicBezTo>
                  <a:pt x="35150" y="9997"/>
                  <a:pt x="35855" y="10356"/>
                  <a:pt x="36351" y="10865"/>
                </a:cubicBezTo>
                <a:cubicBezTo>
                  <a:pt x="36847" y="11381"/>
                  <a:pt x="37095" y="12065"/>
                  <a:pt x="37095" y="12916"/>
                </a:cubicBezTo>
                <a:close/>
                <a:moveTo>
                  <a:pt x="50207" y="10295"/>
                </a:moveTo>
                <a:cubicBezTo>
                  <a:pt x="50207" y="11246"/>
                  <a:pt x="50070" y="12115"/>
                  <a:pt x="49798" y="12902"/>
                </a:cubicBezTo>
                <a:cubicBezTo>
                  <a:pt x="49526" y="13688"/>
                  <a:pt x="49142" y="14355"/>
                  <a:pt x="48646" y="14900"/>
                </a:cubicBezTo>
                <a:cubicBezTo>
                  <a:pt x="48185" y="15418"/>
                  <a:pt x="47643" y="15818"/>
                  <a:pt x="47018" y="16101"/>
                </a:cubicBezTo>
                <a:cubicBezTo>
                  <a:pt x="46393" y="16385"/>
                  <a:pt x="45731" y="16526"/>
                  <a:pt x="45033" y="16526"/>
                </a:cubicBezTo>
                <a:cubicBezTo>
                  <a:pt x="44426" y="16526"/>
                  <a:pt x="43876" y="16460"/>
                  <a:pt x="43384" y="16327"/>
                </a:cubicBezTo>
                <a:cubicBezTo>
                  <a:pt x="42891" y="16194"/>
                  <a:pt x="42390" y="15988"/>
                  <a:pt x="41881" y="15708"/>
                </a:cubicBezTo>
                <a:lnTo>
                  <a:pt x="41881" y="20611"/>
                </a:lnTo>
                <a:lnTo>
                  <a:pt x="39912" y="20611"/>
                </a:lnTo>
                <a:lnTo>
                  <a:pt x="39912" y="4587"/>
                </a:lnTo>
                <a:lnTo>
                  <a:pt x="41881" y="4587"/>
                </a:lnTo>
                <a:lnTo>
                  <a:pt x="41881" y="5805"/>
                </a:lnTo>
                <a:cubicBezTo>
                  <a:pt x="42404" y="5364"/>
                  <a:pt x="42993" y="4995"/>
                  <a:pt x="43645" y="4698"/>
                </a:cubicBezTo>
                <a:cubicBezTo>
                  <a:pt x="44298" y="4401"/>
                  <a:pt x="44995" y="4252"/>
                  <a:pt x="45735" y="4252"/>
                </a:cubicBezTo>
                <a:cubicBezTo>
                  <a:pt x="47145" y="4252"/>
                  <a:pt x="48243" y="4785"/>
                  <a:pt x="49028" y="5852"/>
                </a:cubicBezTo>
                <a:cubicBezTo>
                  <a:pt x="49814" y="6919"/>
                  <a:pt x="50207" y="8399"/>
                  <a:pt x="50207" y="10295"/>
                </a:cubicBezTo>
                <a:moveTo>
                  <a:pt x="48175" y="10347"/>
                </a:moveTo>
                <a:cubicBezTo>
                  <a:pt x="48175" y="8937"/>
                  <a:pt x="47934" y="7883"/>
                  <a:pt x="47452" y="7184"/>
                </a:cubicBezTo>
                <a:cubicBezTo>
                  <a:pt x="46971" y="6486"/>
                  <a:pt x="46230" y="6137"/>
                  <a:pt x="45232" y="6137"/>
                </a:cubicBezTo>
                <a:cubicBezTo>
                  <a:pt x="44667" y="6137"/>
                  <a:pt x="44097" y="6259"/>
                  <a:pt x="43525" y="6504"/>
                </a:cubicBezTo>
                <a:cubicBezTo>
                  <a:pt x="42952" y="6748"/>
                  <a:pt x="42404" y="7069"/>
                  <a:pt x="41881" y="7467"/>
                </a:cubicBezTo>
                <a:lnTo>
                  <a:pt x="41881" y="14096"/>
                </a:lnTo>
                <a:cubicBezTo>
                  <a:pt x="42439" y="14348"/>
                  <a:pt x="42919" y="14519"/>
                  <a:pt x="43321" y="14610"/>
                </a:cubicBezTo>
                <a:cubicBezTo>
                  <a:pt x="43722" y="14700"/>
                  <a:pt x="44178" y="14746"/>
                  <a:pt x="44687" y="14746"/>
                </a:cubicBezTo>
                <a:cubicBezTo>
                  <a:pt x="45784" y="14746"/>
                  <a:pt x="46639" y="14376"/>
                  <a:pt x="47253" y="13636"/>
                </a:cubicBezTo>
                <a:cubicBezTo>
                  <a:pt x="47868" y="12896"/>
                  <a:pt x="48175" y="11799"/>
                  <a:pt x="48175" y="10347"/>
                </a:cubicBezTo>
                <a:close/>
                <a:moveTo>
                  <a:pt x="63067" y="10640"/>
                </a:moveTo>
                <a:lnTo>
                  <a:pt x="54448" y="10640"/>
                </a:lnTo>
                <a:cubicBezTo>
                  <a:pt x="54448" y="11361"/>
                  <a:pt x="54556" y="11989"/>
                  <a:pt x="54773" y="12525"/>
                </a:cubicBezTo>
                <a:cubicBezTo>
                  <a:pt x="54989" y="13060"/>
                  <a:pt x="55286" y="13499"/>
                  <a:pt x="55663" y="13842"/>
                </a:cubicBezTo>
                <a:cubicBezTo>
                  <a:pt x="56026" y="14178"/>
                  <a:pt x="56457" y="14430"/>
                  <a:pt x="56956" y="14598"/>
                </a:cubicBezTo>
                <a:cubicBezTo>
                  <a:pt x="57456" y="14766"/>
                  <a:pt x="58005" y="14850"/>
                  <a:pt x="58606" y="14850"/>
                </a:cubicBezTo>
                <a:cubicBezTo>
                  <a:pt x="59402" y="14850"/>
                  <a:pt x="60203" y="14690"/>
                  <a:pt x="61009" y="14370"/>
                </a:cubicBezTo>
                <a:cubicBezTo>
                  <a:pt x="61816" y="14050"/>
                  <a:pt x="62390" y="13736"/>
                  <a:pt x="62732" y="13426"/>
                </a:cubicBezTo>
                <a:lnTo>
                  <a:pt x="62837" y="13426"/>
                </a:lnTo>
                <a:lnTo>
                  <a:pt x="62837" y="15580"/>
                </a:lnTo>
                <a:cubicBezTo>
                  <a:pt x="62174" y="15860"/>
                  <a:pt x="61496" y="16095"/>
                  <a:pt x="60805" y="16284"/>
                </a:cubicBezTo>
                <a:cubicBezTo>
                  <a:pt x="60114" y="16473"/>
                  <a:pt x="59388" y="16568"/>
                  <a:pt x="58627" y="16568"/>
                </a:cubicBezTo>
                <a:cubicBezTo>
                  <a:pt x="56686" y="16568"/>
                  <a:pt x="55171" y="16042"/>
                  <a:pt x="54082" y="14989"/>
                </a:cubicBezTo>
                <a:cubicBezTo>
                  <a:pt x="52992" y="13937"/>
                  <a:pt x="52448" y="12442"/>
                  <a:pt x="52448" y="10504"/>
                </a:cubicBezTo>
                <a:cubicBezTo>
                  <a:pt x="52448" y="8588"/>
                  <a:pt x="52970" y="7067"/>
                  <a:pt x="54013" y="5941"/>
                </a:cubicBezTo>
                <a:cubicBezTo>
                  <a:pt x="55057" y="4815"/>
                  <a:pt x="56431" y="4252"/>
                  <a:pt x="58135" y="4252"/>
                </a:cubicBezTo>
                <a:cubicBezTo>
                  <a:pt x="59712" y="4252"/>
                  <a:pt x="60929" y="4714"/>
                  <a:pt x="61784" y="5637"/>
                </a:cubicBezTo>
                <a:cubicBezTo>
                  <a:pt x="62640" y="6560"/>
                  <a:pt x="63067" y="7871"/>
                  <a:pt x="63067" y="9571"/>
                </a:cubicBezTo>
                <a:lnTo>
                  <a:pt x="63067" y="10640"/>
                </a:lnTo>
                <a:moveTo>
                  <a:pt x="61151" y="9132"/>
                </a:moveTo>
                <a:cubicBezTo>
                  <a:pt x="61144" y="8099"/>
                  <a:pt x="60884" y="7300"/>
                  <a:pt x="60370" y="6734"/>
                </a:cubicBezTo>
                <a:cubicBezTo>
                  <a:pt x="59857" y="6169"/>
                  <a:pt x="59077" y="5886"/>
                  <a:pt x="58030" y="5886"/>
                </a:cubicBezTo>
                <a:cubicBezTo>
                  <a:pt x="56976" y="5886"/>
                  <a:pt x="56136" y="6196"/>
                  <a:pt x="55511" y="6818"/>
                </a:cubicBezTo>
                <a:cubicBezTo>
                  <a:pt x="54886" y="7439"/>
                  <a:pt x="54532" y="8211"/>
                  <a:pt x="54448" y="9132"/>
                </a:cubicBezTo>
                <a:lnTo>
                  <a:pt x="61151" y="9132"/>
                </a:lnTo>
                <a:close/>
                <a:moveTo>
                  <a:pt x="73352" y="6724"/>
                </a:moveTo>
                <a:lnTo>
                  <a:pt x="73247" y="6724"/>
                </a:lnTo>
                <a:cubicBezTo>
                  <a:pt x="72954" y="6657"/>
                  <a:pt x="72669" y="6610"/>
                  <a:pt x="72393" y="6580"/>
                </a:cubicBezTo>
                <a:cubicBezTo>
                  <a:pt x="72118" y="6550"/>
                  <a:pt x="71791" y="6535"/>
                  <a:pt x="71414" y="6535"/>
                </a:cubicBezTo>
                <a:cubicBezTo>
                  <a:pt x="70807" y="6535"/>
                  <a:pt x="70220" y="6670"/>
                  <a:pt x="69655" y="6939"/>
                </a:cubicBezTo>
                <a:cubicBezTo>
                  <a:pt x="69089" y="7208"/>
                  <a:pt x="68545" y="7556"/>
                  <a:pt x="68021" y="7982"/>
                </a:cubicBezTo>
                <a:lnTo>
                  <a:pt x="68021" y="16296"/>
                </a:lnTo>
                <a:lnTo>
                  <a:pt x="66052" y="16296"/>
                </a:lnTo>
                <a:lnTo>
                  <a:pt x="66052" y="4587"/>
                </a:lnTo>
                <a:lnTo>
                  <a:pt x="68021" y="4587"/>
                </a:lnTo>
                <a:lnTo>
                  <a:pt x="68021" y="6317"/>
                </a:lnTo>
                <a:cubicBezTo>
                  <a:pt x="68803" y="5688"/>
                  <a:pt x="69492" y="5242"/>
                  <a:pt x="70089" y="4980"/>
                </a:cubicBezTo>
                <a:cubicBezTo>
                  <a:pt x="70686" y="4718"/>
                  <a:pt x="71295" y="4587"/>
                  <a:pt x="71917" y="4587"/>
                </a:cubicBezTo>
                <a:cubicBezTo>
                  <a:pt x="72259" y="4587"/>
                  <a:pt x="72507" y="4596"/>
                  <a:pt x="72660" y="4613"/>
                </a:cubicBezTo>
                <a:cubicBezTo>
                  <a:pt x="72814" y="4631"/>
                  <a:pt x="73044" y="4663"/>
                  <a:pt x="73352" y="4712"/>
                </a:cubicBezTo>
                <a:lnTo>
                  <a:pt x="73352" y="6724"/>
                </a:lnTo>
                <a:close/>
                <a:moveTo>
                  <a:pt x="77321" y="2639"/>
                </a:moveTo>
                <a:lnTo>
                  <a:pt x="75101" y="2639"/>
                </a:lnTo>
                <a:lnTo>
                  <a:pt x="75101" y="586"/>
                </a:lnTo>
                <a:lnTo>
                  <a:pt x="77321" y="586"/>
                </a:lnTo>
                <a:lnTo>
                  <a:pt x="77321" y="2639"/>
                </a:lnTo>
                <a:moveTo>
                  <a:pt x="77195" y="16296"/>
                </a:moveTo>
                <a:lnTo>
                  <a:pt x="75226" y="16296"/>
                </a:lnTo>
                <a:lnTo>
                  <a:pt x="75226" y="4587"/>
                </a:lnTo>
                <a:lnTo>
                  <a:pt x="77195" y="4587"/>
                </a:lnTo>
                <a:lnTo>
                  <a:pt x="77195" y="16296"/>
                </a:lnTo>
                <a:close/>
                <a:moveTo>
                  <a:pt x="83206" y="2639"/>
                </a:moveTo>
                <a:lnTo>
                  <a:pt x="80986" y="2639"/>
                </a:lnTo>
                <a:lnTo>
                  <a:pt x="80986" y="586"/>
                </a:lnTo>
                <a:lnTo>
                  <a:pt x="83206" y="586"/>
                </a:lnTo>
                <a:lnTo>
                  <a:pt x="83206" y="2639"/>
                </a:lnTo>
                <a:moveTo>
                  <a:pt x="83081" y="16296"/>
                </a:moveTo>
                <a:lnTo>
                  <a:pt x="81112" y="16296"/>
                </a:lnTo>
                <a:lnTo>
                  <a:pt x="81112" y="4587"/>
                </a:lnTo>
                <a:lnTo>
                  <a:pt x="83081" y="4587"/>
                </a:lnTo>
                <a:lnTo>
                  <a:pt x="83081" y="16296"/>
                </a:lnTo>
                <a:close/>
                <a:moveTo>
                  <a:pt x="96465" y="16296"/>
                </a:moveTo>
                <a:lnTo>
                  <a:pt x="94496" y="16296"/>
                </a:lnTo>
                <a:lnTo>
                  <a:pt x="94496" y="15077"/>
                </a:lnTo>
                <a:cubicBezTo>
                  <a:pt x="93931" y="15567"/>
                  <a:pt x="93341" y="15949"/>
                  <a:pt x="92726" y="16221"/>
                </a:cubicBezTo>
                <a:cubicBezTo>
                  <a:pt x="92112" y="16494"/>
                  <a:pt x="91445" y="16631"/>
                  <a:pt x="90726" y="16631"/>
                </a:cubicBezTo>
                <a:cubicBezTo>
                  <a:pt x="89329" y="16631"/>
                  <a:pt x="88221" y="16092"/>
                  <a:pt x="87401" y="15014"/>
                </a:cubicBezTo>
                <a:cubicBezTo>
                  <a:pt x="86580" y="13936"/>
                  <a:pt x="86170" y="12442"/>
                  <a:pt x="86170" y="10531"/>
                </a:cubicBezTo>
                <a:cubicBezTo>
                  <a:pt x="86170" y="9537"/>
                  <a:pt x="86312" y="8651"/>
                  <a:pt x="86594" y="7874"/>
                </a:cubicBezTo>
                <a:cubicBezTo>
                  <a:pt x="86877" y="7097"/>
                  <a:pt x="87259" y="6436"/>
                  <a:pt x="87741" y="5890"/>
                </a:cubicBezTo>
                <a:cubicBezTo>
                  <a:pt x="88216" y="5358"/>
                  <a:pt x="88769" y="4952"/>
                  <a:pt x="89401" y="4672"/>
                </a:cubicBezTo>
                <a:cubicBezTo>
                  <a:pt x="90033" y="4392"/>
                  <a:pt x="90687" y="4252"/>
                  <a:pt x="91365" y="4252"/>
                </a:cubicBezTo>
                <a:cubicBezTo>
                  <a:pt x="91979" y="4252"/>
                  <a:pt x="92524" y="4317"/>
                  <a:pt x="92998" y="4446"/>
                </a:cubicBezTo>
                <a:cubicBezTo>
                  <a:pt x="93473" y="4576"/>
                  <a:pt x="93972" y="4777"/>
                  <a:pt x="94496" y="5050"/>
                </a:cubicBezTo>
                <a:lnTo>
                  <a:pt x="94496" y="0"/>
                </a:lnTo>
                <a:lnTo>
                  <a:pt x="96465" y="0"/>
                </a:lnTo>
                <a:lnTo>
                  <a:pt x="96465" y="16296"/>
                </a:lnTo>
                <a:moveTo>
                  <a:pt x="94496" y="13416"/>
                </a:moveTo>
                <a:lnTo>
                  <a:pt x="94496" y="6703"/>
                </a:lnTo>
                <a:cubicBezTo>
                  <a:pt x="93965" y="6465"/>
                  <a:pt x="93491" y="6301"/>
                  <a:pt x="93072" y="6210"/>
                </a:cubicBezTo>
                <a:cubicBezTo>
                  <a:pt x="92653" y="6120"/>
                  <a:pt x="92196" y="6074"/>
                  <a:pt x="91700" y="6074"/>
                </a:cubicBezTo>
                <a:cubicBezTo>
                  <a:pt x="90597" y="6074"/>
                  <a:pt x="89738" y="6458"/>
                  <a:pt x="89124" y="7226"/>
                </a:cubicBezTo>
                <a:cubicBezTo>
                  <a:pt x="88509" y="7994"/>
                  <a:pt x="88202" y="9083"/>
                  <a:pt x="88202" y="10494"/>
                </a:cubicBezTo>
                <a:cubicBezTo>
                  <a:pt x="88202" y="11883"/>
                  <a:pt x="88439" y="12939"/>
                  <a:pt x="88914" y="13662"/>
                </a:cubicBezTo>
                <a:cubicBezTo>
                  <a:pt x="89389" y="14384"/>
                  <a:pt x="90150" y="14746"/>
                  <a:pt x="91197" y="14746"/>
                </a:cubicBezTo>
                <a:cubicBezTo>
                  <a:pt x="91756" y="14746"/>
                  <a:pt x="92321" y="14622"/>
                  <a:pt x="92894" y="14374"/>
                </a:cubicBezTo>
                <a:cubicBezTo>
                  <a:pt x="93466" y="14126"/>
                  <a:pt x="94000" y="13807"/>
                  <a:pt x="94496" y="13416"/>
                </a:cubicBezTo>
                <a:close/>
                <a:moveTo>
                  <a:pt x="109430" y="16296"/>
                </a:moveTo>
                <a:lnTo>
                  <a:pt x="107472" y="16296"/>
                </a:lnTo>
                <a:lnTo>
                  <a:pt x="107472" y="15058"/>
                </a:lnTo>
                <a:cubicBezTo>
                  <a:pt x="107297" y="15177"/>
                  <a:pt x="107062" y="15343"/>
                  <a:pt x="106765" y="15556"/>
                </a:cubicBezTo>
                <a:cubicBezTo>
                  <a:pt x="106468" y="15769"/>
                  <a:pt x="106180" y="15939"/>
                  <a:pt x="105901" y="16065"/>
                </a:cubicBezTo>
                <a:cubicBezTo>
                  <a:pt x="105573" y="16225"/>
                  <a:pt x="105196" y="16360"/>
                  <a:pt x="104770" y="16468"/>
                </a:cubicBezTo>
                <a:cubicBezTo>
                  <a:pt x="104344" y="16577"/>
                  <a:pt x="103845" y="16631"/>
                  <a:pt x="103272" y="16631"/>
                </a:cubicBezTo>
                <a:cubicBezTo>
                  <a:pt x="102218" y="16631"/>
                  <a:pt x="101324" y="16281"/>
                  <a:pt x="100591" y="15582"/>
                </a:cubicBezTo>
                <a:cubicBezTo>
                  <a:pt x="99858" y="14883"/>
                  <a:pt x="99492" y="13992"/>
                  <a:pt x="99492" y="12908"/>
                </a:cubicBezTo>
                <a:cubicBezTo>
                  <a:pt x="99492" y="12020"/>
                  <a:pt x="99682" y="11302"/>
                  <a:pt x="100062" y="10753"/>
                </a:cubicBezTo>
                <a:cubicBezTo>
                  <a:pt x="100443" y="10204"/>
                  <a:pt x="100986" y="9773"/>
                  <a:pt x="101691" y="9458"/>
                </a:cubicBezTo>
                <a:cubicBezTo>
                  <a:pt x="102403" y="9144"/>
                  <a:pt x="103258" y="8930"/>
                  <a:pt x="104257" y="8818"/>
                </a:cubicBezTo>
                <a:cubicBezTo>
                  <a:pt x="105255" y="8707"/>
                  <a:pt x="106327" y="8623"/>
                  <a:pt x="107472" y="8567"/>
                </a:cubicBezTo>
                <a:lnTo>
                  <a:pt x="107472" y="8260"/>
                </a:lnTo>
                <a:cubicBezTo>
                  <a:pt x="107472" y="7810"/>
                  <a:pt x="107393" y="7437"/>
                  <a:pt x="107236" y="7141"/>
                </a:cubicBezTo>
                <a:cubicBezTo>
                  <a:pt x="107079" y="6846"/>
                  <a:pt x="106854" y="6613"/>
                  <a:pt x="106561" y="6444"/>
                </a:cubicBezTo>
                <a:cubicBezTo>
                  <a:pt x="106281" y="6282"/>
                  <a:pt x="105946" y="6173"/>
                  <a:pt x="105555" y="6117"/>
                </a:cubicBezTo>
                <a:cubicBezTo>
                  <a:pt x="105164" y="6061"/>
                  <a:pt x="104756" y="6032"/>
                  <a:pt x="104330" y="6032"/>
                </a:cubicBezTo>
                <a:cubicBezTo>
                  <a:pt x="103813" y="6032"/>
                  <a:pt x="103237" y="6102"/>
                  <a:pt x="102602" y="6242"/>
                </a:cubicBezTo>
                <a:cubicBezTo>
                  <a:pt x="101967" y="6382"/>
                  <a:pt x="101310" y="6584"/>
                  <a:pt x="100633" y="6849"/>
                </a:cubicBezTo>
                <a:lnTo>
                  <a:pt x="100528" y="6849"/>
                </a:lnTo>
                <a:lnTo>
                  <a:pt x="100528" y="4849"/>
                </a:lnTo>
                <a:cubicBezTo>
                  <a:pt x="100912" y="4744"/>
                  <a:pt x="101467" y="4629"/>
                  <a:pt x="102194" y="4503"/>
                </a:cubicBezTo>
                <a:cubicBezTo>
                  <a:pt x="102920" y="4378"/>
                  <a:pt x="103635" y="4315"/>
                  <a:pt x="104340" y="4315"/>
                </a:cubicBezTo>
                <a:cubicBezTo>
                  <a:pt x="105164" y="4315"/>
                  <a:pt x="105882" y="4383"/>
                  <a:pt x="106493" y="4519"/>
                </a:cubicBezTo>
                <a:cubicBezTo>
                  <a:pt x="107104" y="4655"/>
                  <a:pt x="107632" y="4887"/>
                  <a:pt x="108079" y="5215"/>
                </a:cubicBezTo>
                <a:cubicBezTo>
                  <a:pt x="108519" y="5537"/>
                  <a:pt x="108854" y="5952"/>
                  <a:pt x="109085" y="6462"/>
                </a:cubicBezTo>
                <a:cubicBezTo>
                  <a:pt x="109315" y="6971"/>
                  <a:pt x="109430" y="7603"/>
                  <a:pt x="109430" y="8357"/>
                </a:cubicBezTo>
                <a:lnTo>
                  <a:pt x="109430" y="16296"/>
                </a:lnTo>
                <a:moveTo>
                  <a:pt x="107472" y="13430"/>
                </a:moveTo>
                <a:lnTo>
                  <a:pt x="107472" y="10159"/>
                </a:lnTo>
                <a:cubicBezTo>
                  <a:pt x="106871" y="10194"/>
                  <a:pt x="106164" y="10246"/>
                  <a:pt x="105351" y="10317"/>
                </a:cubicBezTo>
                <a:cubicBezTo>
                  <a:pt x="104538" y="10387"/>
                  <a:pt x="103894" y="10488"/>
                  <a:pt x="103419" y="10621"/>
                </a:cubicBezTo>
                <a:cubicBezTo>
                  <a:pt x="102853" y="10783"/>
                  <a:pt x="102396" y="11034"/>
                  <a:pt x="102047" y="11374"/>
                </a:cubicBezTo>
                <a:cubicBezTo>
                  <a:pt x="101698" y="11714"/>
                  <a:pt x="101523" y="12182"/>
                  <a:pt x="101523" y="12778"/>
                </a:cubicBezTo>
                <a:cubicBezTo>
                  <a:pt x="101523" y="13451"/>
                  <a:pt x="101726" y="13958"/>
                  <a:pt x="102131" y="14298"/>
                </a:cubicBezTo>
                <a:cubicBezTo>
                  <a:pt x="102536" y="14639"/>
                  <a:pt x="103154" y="14809"/>
                  <a:pt x="103984" y="14809"/>
                </a:cubicBezTo>
                <a:cubicBezTo>
                  <a:pt x="104676" y="14809"/>
                  <a:pt x="105307" y="14674"/>
                  <a:pt x="105880" y="14404"/>
                </a:cubicBezTo>
                <a:cubicBezTo>
                  <a:pt x="106452" y="14134"/>
                  <a:pt x="106983" y="13809"/>
                  <a:pt x="107472" y="13430"/>
                </a:cubicBezTo>
                <a:close/>
                <a:moveTo>
                  <a:pt x="123013" y="10640"/>
                </a:moveTo>
                <a:lnTo>
                  <a:pt x="114394" y="10640"/>
                </a:lnTo>
                <a:cubicBezTo>
                  <a:pt x="114394" y="11361"/>
                  <a:pt x="114503" y="11989"/>
                  <a:pt x="114719" y="12525"/>
                </a:cubicBezTo>
                <a:cubicBezTo>
                  <a:pt x="114935" y="13060"/>
                  <a:pt x="115232" y="13499"/>
                  <a:pt x="115609" y="13842"/>
                </a:cubicBezTo>
                <a:cubicBezTo>
                  <a:pt x="115972" y="14178"/>
                  <a:pt x="116403" y="14430"/>
                  <a:pt x="116903" y="14598"/>
                </a:cubicBezTo>
                <a:cubicBezTo>
                  <a:pt x="117402" y="14766"/>
                  <a:pt x="117952" y="14850"/>
                  <a:pt x="118552" y="14850"/>
                </a:cubicBezTo>
                <a:cubicBezTo>
                  <a:pt x="119348" y="14850"/>
                  <a:pt x="120149" y="14690"/>
                  <a:pt x="120956" y="14370"/>
                </a:cubicBezTo>
                <a:cubicBezTo>
                  <a:pt x="121762" y="14050"/>
                  <a:pt x="122336" y="13736"/>
                  <a:pt x="122678" y="13426"/>
                </a:cubicBezTo>
                <a:lnTo>
                  <a:pt x="122783" y="13426"/>
                </a:lnTo>
                <a:lnTo>
                  <a:pt x="122783" y="15580"/>
                </a:lnTo>
                <a:cubicBezTo>
                  <a:pt x="122120" y="15860"/>
                  <a:pt x="121443" y="16095"/>
                  <a:pt x="120751" y="16284"/>
                </a:cubicBezTo>
                <a:cubicBezTo>
                  <a:pt x="120060" y="16473"/>
                  <a:pt x="119334" y="16568"/>
                  <a:pt x="118573" y="16568"/>
                </a:cubicBezTo>
                <a:cubicBezTo>
                  <a:pt x="116632" y="16568"/>
                  <a:pt x="115117" y="16042"/>
                  <a:pt x="114028" y="14989"/>
                </a:cubicBezTo>
                <a:cubicBezTo>
                  <a:pt x="112939" y="13937"/>
                  <a:pt x="112394" y="12442"/>
                  <a:pt x="112394" y="10504"/>
                </a:cubicBezTo>
                <a:cubicBezTo>
                  <a:pt x="112394" y="8588"/>
                  <a:pt x="112916" y="7067"/>
                  <a:pt x="113960" y="5941"/>
                </a:cubicBezTo>
                <a:cubicBezTo>
                  <a:pt x="115003" y="4815"/>
                  <a:pt x="116377" y="4252"/>
                  <a:pt x="118081" y="4252"/>
                </a:cubicBezTo>
                <a:cubicBezTo>
                  <a:pt x="119659" y="4252"/>
                  <a:pt x="120875" y="4714"/>
                  <a:pt x="121731" y="5637"/>
                </a:cubicBezTo>
                <a:cubicBezTo>
                  <a:pt x="122586" y="6560"/>
                  <a:pt x="123013" y="7871"/>
                  <a:pt x="123013" y="9571"/>
                </a:cubicBezTo>
                <a:lnTo>
                  <a:pt x="123013" y="10640"/>
                </a:lnTo>
                <a:moveTo>
                  <a:pt x="121097" y="9132"/>
                </a:moveTo>
                <a:cubicBezTo>
                  <a:pt x="121090" y="8099"/>
                  <a:pt x="120830" y="7300"/>
                  <a:pt x="120317" y="6734"/>
                </a:cubicBezTo>
                <a:cubicBezTo>
                  <a:pt x="119804" y="6169"/>
                  <a:pt x="119023" y="5886"/>
                  <a:pt x="117976" y="5886"/>
                </a:cubicBezTo>
                <a:cubicBezTo>
                  <a:pt x="116922" y="5886"/>
                  <a:pt x="116082" y="6196"/>
                  <a:pt x="115457" y="6818"/>
                </a:cubicBezTo>
                <a:cubicBezTo>
                  <a:pt x="114832" y="7439"/>
                  <a:pt x="114478" y="8211"/>
                  <a:pt x="114394" y="9132"/>
                </a:cubicBezTo>
                <a:lnTo>
                  <a:pt x="121097" y="913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5286BD-1FDA-4FD9-8458-6DB475E14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68" y="2232168"/>
            <a:ext cx="169904" cy="168098"/>
          </a:xfrm>
          <a:custGeom xmlns:a="http://schemas.openxmlformats.org/drawingml/2006/main">
            <a:pathLst>
              <a:path w="169904" h="168098">
                <a:moveTo>
                  <a:pt x="0" y="0"/>
                </a:moveTo>
                <a:lnTo>
                  <a:pt x="169904" y="0"/>
                </a:lnTo>
                <a:lnTo>
                  <a:pt x="169904" y="168098"/>
                </a:lnTo>
                <a:lnTo>
                  <a:pt x="0" y="1680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62DC46-3478-4248-9D95-3775FB0BA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68" y="2232169"/>
            <a:ext cx="169903" cy="168098"/>
          </a:xfrm>
          <a:custGeom xmlns:a="http://schemas.openxmlformats.org/drawingml/2006/main">
            <a:pathLst>
              <a:path w="169903" h="168098" fill="none">
                <a:moveTo>
                  <a:pt x="0" y="0"/>
                </a:moveTo>
                <a:lnTo>
                  <a:pt x="169903" y="0"/>
                </a:lnTo>
                <a:lnTo>
                  <a:pt x="169903" y="168098"/>
                </a:lnTo>
                <a:lnTo>
                  <a:pt x="0" y="16809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40" name="Text Tortricidae">
            <a:extLst xmlns:a="http://schemas.openxmlformats.org/drawingml/2006/main">
              <a:ext uri="{FF2B5EF4-FFF2-40B4-BE49-F238E27FC236}">
                <a16:creationId xmlns:a16="http://schemas.microsoft.com/office/drawing/2014/main" id="{A417B78A-83BE-4EB4-AA91-F357755AA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7266" y="2260303"/>
            <a:ext cx="123472" cy="18026"/>
          </a:xfrm>
          <a:custGeom xmlns:a="http://schemas.openxmlformats.org/drawingml/2006/main">
            <a:pathLst>
              <a:path w="123472" h="18026">
                <a:moveTo>
                  <a:pt x="14326" y="2747"/>
                </a:moveTo>
                <a:lnTo>
                  <a:pt x="8287" y="2747"/>
                </a:lnTo>
                <a:lnTo>
                  <a:pt x="8287" y="17663"/>
                </a:lnTo>
                <a:lnTo>
                  <a:pt x="6039" y="17663"/>
                </a:lnTo>
                <a:lnTo>
                  <a:pt x="6039" y="2747"/>
                </a:lnTo>
                <a:lnTo>
                  <a:pt x="0" y="2747"/>
                </a:lnTo>
                <a:lnTo>
                  <a:pt x="0" y="749"/>
                </a:lnTo>
                <a:lnTo>
                  <a:pt x="14326" y="749"/>
                </a:lnTo>
                <a:lnTo>
                  <a:pt x="14326" y="2747"/>
                </a:lnTo>
                <a:close/>
                <a:moveTo>
                  <a:pt x="27233" y="11323"/>
                </a:moveTo>
                <a:cubicBezTo>
                  <a:pt x="27233" y="13395"/>
                  <a:pt x="26703" y="15030"/>
                  <a:pt x="25643" y="16228"/>
                </a:cubicBezTo>
                <a:cubicBezTo>
                  <a:pt x="24584" y="17427"/>
                  <a:pt x="23165" y="18026"/>
                  <a:pt x="21387" y="18026"/>
                </a:cubicBezTo>
                <a:cubicBezTo>
                  <a:pt x="19593" y="18026"/>
                  <a:pt x="18168" y="17427"/>
                  <a:pt x="17113" y="16228"/>
                </a:cubicBezTo>
                <a:cubicBezTo>
                  <a:pt x="16057" y="15030"/>
                  <a:pt x="15529" y="13395"/>
                  <a:pt x="15529" y="11323"/>
                </a:cubicBezTo>
                <a:cubicBezTo>
                  <a:pt x="15529" y="9252"/>
                  <a:pt x="16057" y="7615"/>
                  <a:pt x="17113" y="6413"/>
                </a:cubicBezTo>
                <a:cubicBezTo>
                  <a:pt x="18168" y="5210"/>
                  <a:pt x="19593" y="4609"/>
                  <a:pt x="21387" y="4609"/>
                </a:cubicBezTo>
                <a:cubicBezTo>
                  <a:pt x="23165" y="4609"/>
                  <a:pt x="24584" y="5210"/>
                  <a:pt x="25643" y="6413"/>
                </a:cubicBezTo>
                <a:cubicBezTo>
                  <a:pt x="26703" y="7615"/>
                  <a:pt x="27233" y="9252"/>
                  <a:pt x="27233" y="11323"/>
                </a:cubicBezTo>
                <a:moveTo>
                  <a:pt x="25030" y="11323"/>
                </a:moveTo>
                <a:cubicBezTo>
                  <a:pt x="25030" y="9683"/>
                  <a:pt x="24709" y="8464"/>
                  <a:pt x="24066" y="7667"/>
                </a:cubicBezTo>
                <a:cubicBezTo>
                  <a:pt x="23422" y="6869"/>
                  <a:pt x="22529" y="6470"/>
                  <a:pt x="21387" y="6470"/>
                </a:cubicBezTo>
                <a:cubicBezTo>
                  <a:pt x="20229" y="6470"/>
                  <a:pt x="19330" y="6869"/>
                  <a:pt x="18690" y="7667"/>
                </a:cubicBezTo>
                <a:cubicBezTo>
                  <a:pt x="18051" y="8464"/>
                  <a:pt x="17731" y="9683"/>
                  <a:pt x="17731" y="11323"/>
                </a:cubicBezTo>
                <a:cubicBezTo>
                  <a:pt x="17731" y="12911"/>
                  <a:pt x="18053" y="14114"/>
                  <a:pt x="18696" y="14935"/>
                </a:cubicBezTo>
                <a:cubicBezTo>
                  <a:pt x="19339" y="15755"/>
                  <a:pt x="20236" y="16165"/>
                  <a:pt x="21387" y="16165"/>
                </a:cubicBezTo>
                <a:cubicBezTo>
                  <a:pt x="22522" y="16165"/>
                  <a:pt x="23413" y="15759"/>
                  <a:pt x="24060" y="14946"/>
                </a:cubicBezTo>
                <a:cubicBezTo>
                  <a:pt x="24707" y="14133"/>
                  <a:pt x="25030" y="12926"/>
                  <a:pt x="25030" y="11323"/>
                </a:cubicBezTo>
                <a:close/>
                <a:moveTo>
                  <a:pt x="38448" y="7288"/>
                </a:moveTo>
                <a:lnTo>
                  <a:pt x="38335" y="7288"/>
                </a:lnTo>
                <a:cubicBezTo>
                  <a:pt x="38017" y="7216"/>
                  <a:pt x="37708" y="7164"/>
                  <a:pt x="37409" y="7132"/>
                </a:cubicBezTo>
                <a:cubicBezTo>
                  <a:pt x="37111" y="7100"/>
                  <a:pt x="36757" y="7083"/>
                  <a:pt x="36348" y="7083"/>
                </a:cubicBezTo>
                <a:cubicBezTo>
                  <a:pt x="35690" y="7083"/>
                  <a:pt x="35054" y="7229"/>
                  <a:pt x="34441" y="7521"/>
                </a:cubicBezTo>
                <a:cubicBezTo>
                  <a:pt x="33828" y="7813"/>
                  <a:pt x="33238" y="8190"/>
                  <a:pt x="32670" y="8652"/>
                </a:cubicBezTo>
                <a:lnTo>
                  <a:pt x="32670" y="17663"/>
                </a:lnTo>
                <a:lnTo>
                  <a:pt x="30536" y="17663"/>
                </a:lnTo>
                <a:lnTo>
                  <a:pt x="30536" y="4972"/>
                </a:lnTo>
                <a:lnTo>
                  <a:pt x="32670" y="4972"/>
                </a:lnTo>
                <a:lnTo>
                  <a:pt x="32670" y="6847"/>
                </a:lnTo>
                <a:cubicBezTo>
                  <a:pt x="33518" y="6165"/>
                  <a:pt x="34265" y="5682"/>
                  <a:pt x="34912" y="5398"/>
                </a:cubicBezTo>
                <a:cubicBezTo>
                  <a:pt x="35559" y="5114"/>
                  <a:pt x="36219" y="4972"/>
                  <a:pt x="36893" y="4972"/>
                </a:cubicBezTo>
                <a:cubicBezTo>
                  <a:pt x="37264" y="4972"/>
                  <a:pt x="37532" y="4981"/>
                  <a:pt x="37699" y="5000"/>
                </a:cubicBezTo>
                <a:cubicBezTo>
                  <a:pt x="37865" y="5019"/>
                  <a:pt x="38115" y="5055"/>
                  <a:pt x="38448" y="5108"/>
                </a:cubicBezTo>
                <a:lnTo>
                  <a:pt x="38448" y="7288"/>
                </a:lnTo>
                <a:close/>
                <a:moveTo>
                  <a:pt x="47041" y="17551"/>
                </a:moveTo>
                <a:cubicBezTo>
                  <a:pt x="46640" y="17657"/>
                  <a:pt x="46203" y="17744"/>
                  <a:pt x="45730" y="17811"/>
                </a:cubicBezTo>
                <a:cubicBezTo>
                  <a:pt x="45257" y="17879"/>
                  <a:pt x="44835" y="17913"/>
                  <a:pt x="44464" y="17913"/>
                </a:cubicBezTo>
                <a:cubicBezTo>
                  <a:pt x="43170" y="17913"/>
                  <a:pt x="42186" y="17564"/>
                  <a:pt x="41513" y="16868"/>
                </a:cubicBezTo>
                <a:cubicBezTo>
                  <a:pt x="40839" y="16171"/>
                  <a:pt x="40503" y="15053"/>
                  <a:pt x="40503" y="13515"/>
                </a:cubicBezTo>
                <a:lnTo>
                  <a:pt x="40503" y="6766"/>
                </a:lnTo>
                <a:lnTo>
                  <a:pt x="39061" y="6766"/>
                </a:lnTo>
                <a:lnTo>
                  <a:pt x="39061" y="4972"/>
                </a:lnTo>
                <a:lnTo>
                  <a:pt x="40503" y="4972"/>
                </a:lnTo>
                <a:lnTo>
                  <a:pt x="40503" y="1317"/>
                </a:lnTo>
                <a:lnTo>
                  <a:pt x="42637" y="1317"/>
                </a:lnTo>
                <a:lnTo>
                  <a:pt x="42637" y="4972"/>
                </a:lnTo>
                <a:lnTo>
                  <a:pt x="47041" y="4972"/>
                </a:lnTo>
                <a:lnTo>
                  <a:pt x="47041" y="6766"/>
                </a:lnTo>
                <a:lnTo>
                  <a:pt x="42637" y="6766"/>
                </a:lnTo>
                <a:lnTo>
                  <a:pt x="42637" y="12558"/>
                </a:lnTo>
                <a:cubicBezTo>
                  <a:pt x="42637" y="13225"/>
                  <a:pt x="42652" y="13747"/>
                  <a:pt x="42682" y="14123"/>
                </a:cubicBezTo>
                <a:cubicBezTo>
                  <a:pt x="42712" y="14498"/>
                  <a:pt x="42818" y="14849"/>
                  <a:pt x="43000" y="15175"/>
                </a:cubicBezTo>
                <a:cubicBezTo>
                  <a:pt x="43166" y="15478"/>
                  <a:pt x="43395" y="15700"/>
                  <a:pt x="43687" y="15841"/>
                </a:cubicBezTo>
                <a:cubicBezTo>
                  <a:pt x="43978" y="15981"/>
                  <a:pt x="44423" y="16051"/>
                  <a:pt x="45021" y="16051"/>
                </a:cubicBezTo>
                <a:cubicBezTo>
                  <a:pt x="45369" y="16051"/>
                  <a:pt x="45732" y="16000"/>
                  <a:pt x="46110" y="15898"/>
                </a:cubicBezTo>
                <a:cubicBezTo>
                  <a:pt x="46489" y="15796"/>
                  <a:pt x="46761" y="15711"/>
                  <a:pt x="46928" y="15643"/>
                </a:cubicBezTo>
                <a:lnTo>
                  <a:pt x="47041" y="15643"/>
                </a:lnTo>
                <a:lnTo>
                  <a:pt x="47041" y="17551"/>
                </a:lnTo>
                <a:close/>
                <a:moveTo>
                  <a:pt x="57530" y="7288"/>
                </a:moveTo>
                <a:lnTo>
                  <a:pt x="57417" y="7288"/>
                </a:lnTo>
                <a:cubicBezTo>
                  <a:pt x="57099" y="7216"/>
                  <a:pt x="56790" y="7164"/>
                  <a:pt x="56491" y="7132"/>
                </a:cubicBezTo>
                <a:cubicBezTo>
                  <a:pt x="56193" y="7100"/>
                  <a:pt x="55839" y="7083"/>
                  <a:pt x="55430" y="7083"/>
                </a:cubicBezTo>
                <a:cubicBezTo>
                  <a:pt x="54772" y="7083"/>
                  <a:pt x="54136" y="7229"/>
                  <a:pt x="53523" y="7521"/>
                </a:cubicBezTo>
                <a:cubicBezTo>
                  <a:pt x="52910" y="7813"/>
                  <a:pt x="52320" y="8190"/>
                  <a:pt x="51752" y="8652"/>
                </a:cubicBezTo>
                <a:lnTo>
                  <a:pt x="51752" y="17663"/>
                </a:lnTo>
                <a:lnTo>
                  <a:pt x="49618" y="17663"/>
                </a:lnTo>
                <a:lnTo>
                  <a:pt x="49618" y="4972"/>
                </a:lnTo>
                <a:lnTo>
                  <a:pt x="51752" y="4972"/>
                </a:lnTo>
                <a:lnTo>
                  <a:pt x="51752" y="6847"/>
                </a:lnTo>
                <a:cubicBezTo>
                  <a:pt x="52600" y="6165"/>
                  <a:pt x="53347" y="5682"/>
                  <a:pt x="53994" y="5398"/>
                </a:cubicBezTo>
                <a:cubicBezTo>
                  <a:pt x="54641" y="5114"/>
                  <a:pt x="55301" y="4972"/>
                  <a:pt x="55975" y="4972"/>
                </a:cubicBezTo>
                <a:cubicBezTo>
                  <a:pt x="56346" y="4972"/>
                  <a:pt x="56614" y="4981"/>
                  <a:pt x="56781" y="5000"/>
                </a:cubicBezTo>
                <a:cubicBezTo>
                  <a:pt x="56947" y="5019"/>
                  <a:pt x="57197" y="5055"/>
                  <a:pt x="57530" y="5108"/>
                </a:cubicBezTo>
                <a:lnTo>
                  <a:pt x="57530" y="7288"/>
                </a:lnTo>
                <a:close/>
                <a:moveTo>
                  <a:pt x="61832" y="2861"/>
                </a:moveTo>
                <a:lnTo>
                  <a:pt x="59426" y="2861"/>
                </a:lnTo>
                <a:lnTo>
                  <a:pt x="59426" y="636"/>
                </a:lnTo>
                <a:lnTo>
                  <a:pt x="61832" y="636"/>
                </a:lnTo>
                <a:lnTo>
                  <a:pt x="61832" y="2861"/>
                </a:lnTo>
                <a:moveTo>
                  <a:pt x="61696" y="17663"/>
                </a:moveTo>
                <a:lnTo>
                  <a:pt x="59562" y="17663"/>
                </a:lnTo>
                <a:lnTo>
                  <a:pt x="59562" y="4972"/>
                </a:lnTo>
                <a:lnTo>
                  <a:pt x="61696" y="4972"/>
                </a:lnTo>
                <a:lnTo>
                  <a:pt x="61696" y="17663"/>
                </a:lnTo>
                <a:close/>
                <a:moveTo>
                  <a:pt x="75295" y="16880"/>
                </a:moveTo>
                <a:cubicBezTo>
                  <a:pt x="74584" y="17221"/>
                  <a:pt x="73909" y="17485"/>
                  <a:pt x="73269" y="17675"/>
                </a:cubicBezTo>
                <a:cubicBezTo>
                  <a:pt x="72630" y="17864"/>
                  <a:pt x="71950" y="17958"/>
                  <a:pt x="71232" y="17958"/>
                </a:cubicBezTo>
                <a:cubicBezTo>
                  <a:pt x="70316" y="17958"/>
                  <a:pt x="69476" y="17824"/>
                  <a:pt x="68711" y="17555"/>
                </a:cubicBezTo>
                <a:cubicBezTo>
                  <a:pt x="67947" y="17286"/>
                  <a:pt x="67292" y="16878"/>
                  <a:pt x="66748" y="16332"/>
                </a:cubicBezTo>
                <a:cubicBezTo>
                  <a:pt x="66195" y="15786"/>
                  <a:pt x="65768" y="15097"/>
                  <a:pt x="65465" y="14263"/>
                </a:cubicBezTo>
                <a:cubicBezTo>
                  <a:pt x="65162" y="13429"/>
                  <a:pt x="65011" y="12455"/>
                  <a:pt x="65011" y="11340"/>
                </a:cubicBezTo>
                <a:cubicBezTo>
                  <a:pt x="65011" y="9263"/>
                  <a:pt x="65580" y="7633"/>
                  <a:pt x="66719" y="6451"/>
                </a:cubicBezTo>
                <a:cubicBezTo>
                  <a:pt x="67858" y="5268"/>
                  <a:pt x="69362" y="4677"/>
                  <a:pt x="71232" y="4677"/>
                </a:cubicBezTo>
                <a:cubicBezTo>
                  <a:pt x="71958" y="4677"/>
                  <a:pt x="72671" y="4779"/>
                  <a:pt x="73371" y="4983"/>
                </a:cubicBezTo>
                <a:cubicBezTo>
                  <a:pt x="74071" y="5188"/>
                  <a:pt x="74713" y="5437"/>
                  <a:pt x="75295" y="5733"/>
                </a:cubicBezTo>
                <a:lnTo>
                  <a:pt x="75295" y="8105"/>
                </a:lnTo>
                <a:lnTo>
                  <a:pt x="75182" y="8105"/>
                </a:lnTo>
                <a:cubicBezTo>
                  <a:pt x="74531" y="7602"/>
                  <a:pt x="73859" y="7215"/>
                  <a:pt x="73167" y="6944"/>
                </a:cubicBezTo>
                <a:cubicBezTo>
                  <a:pt x="72475" y="6674"/>
                  <a:pt x="71799" y="6539"/>
                  <a:pt x="71141" y="6539"/>
                </a:cubicBezTo>
                <a:cubicBezTo>
                  <a:pt x="69930" y="6539"/>
                  <a:pt x="68974" y="6945"/>
                  <a:pt x="68274" y="7759"/>
                </a:cubicBezTo>
                <a:cubicBezTo>
                  <a:pt x="67574" y="8572"/>
                  <a:pt x="67224" y="9766"/>
                  <a:pt x="67224" y="11340"/>
                </a:cubicBezTo>
                <a:cubicBezTo>
                  <a:pt x="67224" y="12869"/>
                  <a:pt x="67567" y="14044"/>
                  <a:pt x="68252" y="14865"/>
                </a:cubicBezTo>
                <a:cubicBezTo>
                  <a:pt x="68937" y="15686"/>
                  <a:pt x="69900" y="16097"/>
                  <a:pt x="71141" y="16097"/>
                </a:cubicBezTo>
                <a:cubicBezTo>
                  <a:pt x="71572" y="16097"/>
                  <a:pt x="72011" y="16040"/>
                  <a:pt x="72457" y="15928"/>
                </a:cubicBezTo>
                <a:cubicBezTo>
                  <a:pt x="72904" y="15815"/>
                  <a:pt x="73305" y="15668"/>
                  <a:pt x="73661" y="15488"/>
                </a:cubicBezTo>
                <a:cubicBezTo>
                  <a:pt x="73971" y="15330"/>
                  <a:pt x="74262" y="15163"/>
                  <a:pt x="74535" y="14987"/>
                </a:cubicBezTo>
                <a:cubicBezTo>
                  <a:pt x="74807" y="14810"/>
                  <a:pt x="75023" y="14658"/>
                  <a:pt x="75182" y="14530"/>
                </a:cubicBezTo>
                <a:lnTo>
                  <a:pt x="75295" y="14530"/>
                </a:lnTo>
                <a:lnTo>
                  <a:pt x="75295" y="16880"/>
                </a:lnTo>
                <a:close/>
                <a:moveTo>
                  <a:pt x="80324" y="2861"/>
                </a:moveTo>
                <a:lnTo>
                  <a:pt x="77918" y="2861"/>
                </a:lnTo>
                <a:lnTo>
                  <a:pt x="77918" y="636"/>
                </a:lnTo>
                <a:lnTo>
                  <a:pt x="80324" y="636"/>
                </a:lnTo>
                <a:lnTo>
                  <a:pt x="80324" y="2861"/>
                </a:lnTo>
                <a:moveTo>
                  <a:pt x="80188" y="17663"/>
                </a:moveTo>
                <a:lnTo>
                  <a:pt x="78054" y="17663"/>
                </a:lnTo>
                <a:lnTo>
                  <a:pt x="78054" y="4972"/>
                </a:lnTo>
                <a:lnTo>
                  <a:pt x="80188" y="4972"/>
                </a:lnTo>
                <a:lnTo>
                  <a:pt x="80188" y="17663"/>
                </a:lnTo>
                <a:close/>
                <a:moveTo>
                  <a:pt x="94695" y="17663"/>
                </a:moveTo>
                <a:lnTo>
                  <a:pt x="92561" y="17663"/>
                </a:lnTo>
                <a:lnTo>
                  <a:pt x="92561" y="16342"/>
                </a:lnTo>
                <a:cubicBezTo>
                  <a:pt x="91948" y="16873"/>
                  <a:pt x="91309" y="17287"/>
                  <a:pt x="90643" y="17583"/>
                </a:cubicBezTo>
                <a:cubicBezTo>
                  <a:pt x="89977" y="17879"/>
                  <a:pt x="89254" y="18026"/>
                  <a:pt x="88475" y="18026"/>
                </a:cubicBezTo>
                <a:cubicBezTo>
                  <a:pt x="86961" y="18026"/>
                  <a:pt x="85760" y="17442"/>
                  <a:pt x="84870" y="16274"/>
                </a:cubicBezTo>
                <a:cubicBezTo>
                  <a:pt x="83981" y="15106"/>
                  <a:pt x="83537" y="13486"/>
                  <a:pt x="83537" y="11414"/>
                </a:cubicBezTo>
                <a:cubicBezTo>
                  <a:pt x="83537" y="10337"/>
                  <a:pt x="83690" y="9377"/>
                  <a:pt x="83996" y="8535"/>
                </a:cubicBezTo>
                <a:cubicBezTo>
                  <a:pt x="84303" y="7693"/>
                  <a:pt x="84717" y="6976"/>
                  <a:pt x="85239" y="6384"/>
                </a:cubicBezTo>
                <a:cubicBezTo>
                  <a:pt x="85754" y="5808"/>
                  <a:pt x="86354" y="5368"/>
                  <a:pt x="87039" y="5064"/>
                </a:cubicBezTo>
                <a:cubicBezTo>
                  <a:pt x="87724" y="4761"/>
                  <a:pt x="88433" y="4609"/>
                  <a:pt x="89167" y="4609"/>
                </a:cubicBezTo>
                <a:cubicBezTo>
                  <a:pt x="89833" y="4609"/>
                  <a:pt x="90423" y="4679"/>
                  <a:pt x="90938" y="4820"/>
                </a:cubicBezTo>
                <a:cubicBezTo>
                  <a:pt x="91453" y="4960"/>
                  <a:pt x="91994" y="5178"/>
                  <a:pt x="92561" y="5474"/>
                </a:cubicBezTo>
                <a:lnTo>
                  <a:pt x="92561" y="0"/>
                </a:lnTo>
                <a:lnTo>
                  <a:pt x="94695" y="0"/>
                </a:lnTo>
                <a:lnTo>
                  <a:pt x="94695" y="17663"/>
                </a:lnTo>
                <a:moveTo>
                  <a:pt x="92561" y="14542"/>
                </a:moveTo>
                <a:lnTo>
                  <a:pt x="92561" y="7265"/>
                </a:lnTo>
                <a:cubicBezTo>
                  <a:pt x="91986" y="7008"/>
                  <a:pt x="91471" y="6830"/>
                  <a:pt x="91017" y="6732"/>
                </a:cubicBezTo>
                <a:cubicBezTo>
                  <a:pt x="90563" y="6633"/>
                  <a:pt x="90068" y="6584"/>
                  <a:pt x="89530" y="6584"/>
                </a:cubicBezTo>
                <a:cubicBezTo>
                  <a:pt x="88335" y="6584"/>
                  <a:pt x="87404" y="7000"/>
                  <a:pt x="86738" y="7833"/>
                </a:cubicBezTo>
                <a:cubicBezTo>
                  <a:pt x="86072" y="8665"/>
                  <a:pt x="85739" y="9846"/>
                  <a:pt x="85739" y="11374"/>
                </a:cubicBezTo>
                <a:cubicBezTo>
                  <a:pt x="85739" y="12880"/>
                  <a:pt x="85996" y="14025"/>
                  <a:pt x="86511" y="14808"/>
                </a:cubicBezTo>
                <a:cubicBezTo>
                  <a:pt x="87025" y="15592"/>
                  <a:pt x="87850" y="15983"/>
                  <a:pt x="88985" y="15983"/>
                </a:cubicBezTo>
                <a:cubicBezTo>
                  <a:pt x="89591" y="15983"/>
                  <a:pt x="90204" y="15849"/>
                  <a:pt x="90824" y="15580"/>
                </a:cubicBezTo>
                <a:cubicBezTo>
                  <a:pt x="91445" y="15312"/>
                  <a:pt x="92024" y="14965"/>
                  <a:pt x="92561" y="14542"/>
                </a:cubicBezTo>
                <a:close/>
                <a:moveTo>
                  <a:pt x="108749" y="17663"/>
                </a:moveTo>
                <a:lnTo>
                  <a:pt x="106626" y="17663"/>
                </a:lnTo>
                <a:lnTo>
                  <a:pt x="106626" y="16322"/>
                </a:lnTo>
                <a:cubicBezTo>
                  <a:pt x="106437" y="16450"/>
                  <a:pt x="106181" y="16630"/>
                  <a:pt x="105860" y="16862"/>
                </a:cubicBezTo>
                <a:cubicBezTo>
                  <a:pt x="105538" y="17093"/>
                  <a:pt x="105226" y="17276"/>
                  <a:pt x="104923" y="17413"/>
                </a:cubicBezTo>
                <a:cubicBezTo>
                  <a:pt x="104567" y="17587"/>
                  <a:pt x="104159" y="17733"/>
                  <a:pt x="103697" y="17850"/>
                </a:cubicBezTo>
                <a:cubicBezTo>
                  <a:pt x="103236" y="17968"/>
                  <a:pt x="102694" y="18026"/>
                  <a:pt x="102074" y="18026"/>
                </a:cubicBezTo>
                <a:cubicBezTo>
                  <a:pt x="100931" y="18026"/>
                  <a:pt x="99962" y="17648"/>
                  <a:pt x="99168" y="16890"/>
                </a:cubicBezTo>
                <a:cubicBezTo>
                  <a:pt x="98373" y="16132"/>
                  <a:pt x="97976" y="15166"/>
                  <a:pt x="97976" y="13991"/>
                </a:cubicBezTo>
                <a:cubicBezTo>
                  <a:pt x="97976" y="13029"/>
                  <a:pt x="98182" y="12250"/>
                  <a:pt x="98595" y="11656"/>
                </a:cubicBezTo>
                <a:cubicBezTo>
                  <a:pt x="99007" y="11061"/>
                  <a:pt x="99595" y="10593"/>
                  <a:pt x="100360" y="10252"/>
                </a:cubicBezTo>
                <a:cubicBezTo>
                  <a:pt x="101132" y="9911"/>
                  <a:pt x="102059" y="9680"/>
                  <a:pt x="103141" y="9558"/>
                </a:cubicBezTo>
                <a:cubicBezTo>
                  <a:pt x="104223" y="9437"/>
                  <a:pt x="105385" y="9346"/>
                  <a:pt x="106626" y="9286"/>
                </a:cubicBezTo>
                <a:lnTo>
                  <a:pt x="106626" y="8954"/>
                </a:lnTo>
                <a:cubicBezTo>
                  <a:pt x="106626" y="8465"/>
                  <a:pt x="106541" y="8061"/>
                  <a:pt x="106371" y="7740"/>
                </a:cubicBezTo>
                <a:cubicBezTo>
                  <a:pt x="106200" y="7420"/>
                  <a:pt x="105956" y="7168"/>
                  <a:pt x="105638" y="6985"/>
                </a:cubicBezTo>
                <a:cubicBezTo>
                  <a:pt x="105336" y="6809"/>
                  <a:pt x="104972" y="6691"/>
                  <a:pt x="104549" y="6630"/>
                </a:cubicBezTo>
                <a:cubicBezTo>
                  <a:pt x="104125" y="6569"/>
                  <a:pt x="103682" y="6539"/>
                  <a:pt x="103220" y="6539"/>
                </a:cubicBezTo>
                <a:cubicBezTo>
                  <a:pt x="102660" y="6539"/>
                  <a:pt x="102036" y="6614"/>
                  <a:pt x="101347" y="6766"/>
                </a:cubicBezTo>
                <a:cubicBezTo>
                  <a:pt x="100659" y="6917"/>
                  <a:pt x="99947" y="7137"/>
                  <a:pt x="99213" y="7424"/>
                </a:cubicBezTo>
                <a:lnTo>
                  <a:pt x="99100" y="7424"/>
                </a:lnTo>
                <a:lnTo>
                  <a:pt x="99100" y="5256"/>
                </a:lnTo>
                <a:cubicBezTo>
                  <a:pt x="99516" y="5142"/>
                  <a:pt x="100118" y="5017"/>
                  <a:pt x="100905" y="4881"/>
                </a:cubicBezTo>
                <a:cubicBezTo>
                  <a:pt x="101692" y="4745"/>
                  <a:pt x="102467" y="4677"/>
                  <a:pt x="103232" y="4677"/>
                </a:cubicBezTo>
                <a:cubicBezTo>
                  <a:pt x="104125" y="4677"/>
                  <a:pt x="104902" y="4751"/>
                  <a:pt x="105565" y="4898"/>
                </a:cubicBezTo>
                <a:cubicBezTo>
                  <a:pt x="106227" y="5046"/>
                  <a:pt x="106800" y="5297"/>
                  <a:pt x="107284" y="5653"/>
                </a:cubicBezTo>
                <a:cubicBezTo>
                  <a:pt x="107761" y="6001"/>
                  <a:pt x="108124" y="6452"/>
                  <a:pt x="108374" y="7004"/>
                </a:cubicBezTo>
                <a:cubicBezTo>
                  <a:pt x="108624" y="7556"/>
                  <a:pt x="108749" y="8241"/>
                  <a:pt x="108749" y="9059"/>
                </a:cubicBezTo>
                <a:lnTo>
                  <a:pt x="108749" y="17663"/>
                </a:lnTo>
                <a:moveTo>
                  <a:pt x="106626" y="14557"/>
                </a:moveTo>
                <a:lnTo>
                  <a:pt x="106626" y="11011"/>
                </a:lnTo>
                <a:cubicBezTo>
                  <a:pt x="105975" y="11049"/>
                  <a:pt x="105209" y="11106"/>
                  <a:pt x="104327" y="11182"/>
                </a:cubicBezTo>
                <a:cubicBezTo>
                  <a:pt x="103446" y="11258"/>
                  <a:pt x="102747" y="11368"/>
                  <a:pt x="102233" y="11513"/>
                </a:cubicBezTo>
                <a:cubicBezTo>
                  <a:pt x="101620" y="11688"/>
                  <a:pt x="101124" y="11960"/>
                  <a:pt x="100746" y="12328"/>
                </a:cubicBezTo>
                <a:cubicBezTo>
                  <a:pt x="100367" y="12697"/>
                  <a:pt x="100178" y="13204"/>
                  <a:pt x="100178" y="13850"/>
                </a:cubicBezTo>
                <a:cubicBezTo>
                  <a:pt x="100178" y="14580"/>
                  <a:pt x="100398" y="15130"/>
                  <a:pt x="100837" y="15498"/>
                </a:cubicBezTo>
                <a:cubicBezTo>
                  <a:pt x="101275" y="15867"/>
                  <a:pt x="101945" y="16051"/>
                  <a:pt x="102846" y="16051"/>
                </a:cubicBezTo>
                <a:cubicBezTo>
                  <a:pt x="103595" y="16051"/>
                  <a:pt x="104280" y="15905"/>
                  <a:pt x="104900" y="15612"/>
                </a:cubicBezTo>
                <a:cubicBezTo>
                  <a:pt x="105521" y="15320"/>
                  <a:pt x="106096" y="14968"/>
                  <a:pt x="106626" y="14557"/>
                </a:cubicBezTo>
                <a:close/>
                <a:moveTo>
                  <a:pt x="123472" y="11533"/>
                </a:moveTo>
                <a:lnTo>
                  <a:pt x="114130" y="11533"/>
                </a:lnTo>
                <a:cubicBezTo>
                  <a:pt x="114130" y="12315"/>
                  <a:pt x="114247" y="12996"/>
                  <a:pt x="114482" y="13576"/>
                </a:cubicBezTo>
                <a:cubicBezTo>
                  <a:pt x="114716" y="14156"/>
                  <a:pt x="115038" y="14632"/>
                  <a:pt x="115446" y="15004"/>
                </a:cubicBezTo>
                <a:cubicBezTo>
                  <a:pt x="115840" y="15368"/>
                  <a:pt x="116307" y="15641"/>
                  <a:pt x="116848" y="15824"/>
                </a:cubicBezTo>
                <a:cubicBezTo>
                  <a:pt x="117390" y="16006"/>
                  <a:pt x="117985" y="16097"/>
                  <a:pt x="118636" y="16097"/>
                </a:cubicBezTo>
                <a:cubicBezTo>
                  <a:pt x="119499" y="16097"/>
                  <a:pt x="120367" y="15923"/>
                  <a:pt x="121242" y="15576"/>
                </a:cubicBezTo>
                <a:cubicBezTo>
                  <a:pt x="122116" y="15229"/>
                  <a:pt x="122738" y="14888"/>
                  <a:pt x="123109" y="14553"/>
                </a:cubicBezTo>
                <a:lnTo>
                  <a:pt x="123222" y="14553"/>
                </a:lnTo>
                <a:lnTo>
                  <a:pt x="123222" y="16888"/>
                </a:lnTo>
                <a:cubicBezTo>
                  <a:pt x="122503" y="17191"/>
                  <a:pt x="121769" y="17446"/>
                  <a:pt x="121020" y="17651"/>
                </a:cubicBezTo>
                <a:cubicBezTo>
                  <a:pt x="120271" y="17856"/>
                  <a:pt x="119484" y="17958"/>
                  <a:pt x="118659" y="17958"/>
                </a:cubicBezTo>
                <a:cubicBezTo>
                  <a:pt x="116555" y="17958"/>
                  <a:pt x="114913" y="17388"/>
                  <a:pt x="113732" y="16247"/>
                </a:cubicBezTo>
                <a:cubicBezTo>
                  <a:pt x="112552" y="15106"/>
                  <a:pt x="111962" y="13486"/>
                  <a:pt x="111962" y="11386"/>
                </a:cubicBezTo>
                <a:cubicBezTo>
                  <a:pt x="111962" y="9309"/>
                  <a:pt x="112527" y="7660"/>
                  <a:pt x="113659" y="6440"/>
                </a:cubicBezTo>
                <a:cubicBezTo>
                  <a:pt x="114790" y="5219"/>
                  <a:pt x="116279" y="4609"/>
                  <a:pt x="118125" y="4609"/>
                </a:cubicBezTo>
                <a:cubicBezTo>
                  <a:pt x="119836" y="4609"/>
                  <a:pt x="121154" y="5109"/>
                  <a:pt x="122082" y="6110"/>
                </a:cubicBezTo>
                <a:cubicBezTo>
                  <a:pt x="123009" y="7110"/>
                  <a:pt x="123472" y="8532"/>
                  <a:pt x="123472" y="10374"/>
                </a:cubicBezTo>
                <a:lnTo>
                  <a:pt x="123472" y="11533"/>
                </a:lnTo>
                <a:moveTo>
                  <a:pt x="121395" y="9899"/>
                </a:moveTo>
                <a:cubicBezTo>
                  <a:pt x="121387" y="8779"/>
                  <a:pt x="121105" y="7912"/>
                  <a:pt x="120549" y="7299"/>
                </a:cubicBezTo>
                <a:cubicBezTo>
                  <a:pt x="119993" y="6686"/>
                  <a:pt x="119147" y="6380"/>
                  <a:pt x="118012" y="6380"/>
                </a:cubicBezTo>
                <a:cubicBezTo>
                  <a:pt x="116869" y="6380"/>
                  <a:pt x="115959" y="6716"/>
                  <a:pt x="115282" y="7390"/>
                </a:cubicBezTo>
                <a:cubicBezTo>
                  <a:pt x="114605" y="8063"/>
                  <a:pt x="114221" y="8900"/>
                  <a:pt x="114130" y="9899"/>
                </a:cubicBezTo>
                <a:lnTo>
                  <a:pt x="121395" y="989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0AB276E-611F-4F5E-83D3-419B00CE64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68" y="2422763"/>
            <a:ext cx="169904" cy="151042"/>
          </a:xfrm>
          <a:custGeom xmlns:a="http://schemas.openxmlformats.org/drawingml/2006/main">
            <a:pathLst>
              <a:path w="169904" h="151042">
                <a:moveTo>
                  <a:pt x="0" y="0"/>
                </a:moveTo>
                <a:lnTo>
                  <a:pt x="169904" y="0"/>
                </a:lnTo>
                <a:lnTo>
                  <a:pt x="169904" y="151042"/>
                </a:lnTo>
                <a:lnTo>
                  <a:pt x="0" y="1510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1108FB-9754-4CCA-B259-AEB80F74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68" y="2422765"/>
            <a:ext cx="169903" cy="151042"/>
          </a:xfrm>
          <a:custGeom xmlns:a="http://schemas.openxmlformats.org/drawingml/2006/main">
            <a:pathLst>
              <a:path w="169903" h="151042" fill="none">
                <a:moveTo>
                  <a:pt x="0" y="0"/>
                </a:moveTo>
                <a:lnTo>
                  <a:pt x="169903" y="0"/>
                </a:lnTo>
                <a:lnTo>
                  <a:pt x="169903" y="151042"/>
                </a:lnTo>
                <a:lnTo>
                  <a:pt x="0" y="1510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43" name="Text Pieridae">
            <a:extLst xmlns:a="http://schemas.openxmlformats.org/drawingml/2006/main">
              <a:ext uri="{FF2B5EF4-FFF2-40B4-BE49-F238E27FC236}">
                <a16:creationId xmlns:a16="http://schemas.microsoft.com/office/drawing/2014/main" id="{D1A0D984-51DB-4F48-AD26-74F68A7A0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320" y="2452776"/>
            <a:ext cx="120311" cy="24249"/>
          </a:xfrm>
          <a:custGeom xmlns:a="http://schemas.openxmlformats.org/drawingml/2006/main">
            <a:pathLst>
              <a:path w="120311" h="24249">
                <a:moveTo>
                  <a:pt x="14873" y="7879"/>
                </a:moveTo>
                <a:cubicBezTo>
                  <a:pt x="14873" y="8887"/>
                  <a:pt x="14697" y="9821"/>
                  <a:pt x="14346" y="10681"/>
                </a:cubicBezTo>
                <a:cubicBezTo>
                  <a:pt x="13995" y="11541"/>
                  <a:pt x="13504" y="12287"/>
                  <a:pt x="12872" y="12918"/>
                </a:cubicBezTo>
                <a:cubicBezTo>
                  <a:pt x="12089" y="13702"/>
                  <a:pt x="11162" y="14290"/>
                  <a:pt x="10093" y="14682"/>
                </a:cubicBezTo>
                <a:cubicBezTo>
                  <a:pt x="9024" y="15074"/>
                  <a:pt x="7676" y="15270"/>
                  <a:pt x="6047" y="15270"/>
                </a:cubicBezTo>
                <a:lnTo>
                  <a:pt x="3023" y="15270"/>
                </a:lnTo>
                <a:lnTo>
                  <a:pt x="3023" y="23760"/>
                </a:lnTo>
                <a:lnTo>
                  <a:pt x="0" y="23760"/>
                </a:lnTo>
                <a:lnTo>
                  <a:pt x="0" y="1008"/>
                </a:lnTo>
                <a:lnTo>
                  <a:pt x="6169" y="1008"/>
                </a:lnTo>
                <a:cubicBezTo>
                  <a:pt x="7533" y="1008"/>
                  <a:pt x="8689" y="1122"/>
                  <a:pt x="9635" y="1351"/>
                </a:cubicBezTo>
                <a:cubicBezTo>
                  <a:pt x="10582" y="1580"/>
                  <a:pt x="11422" y="1939"/>
                  <a:pt x="12155" y="2428"/>
                </a:cubicBezTo>
                <a:cubicBezTo>
                  <a:pt x="13020" y="3008"/>
                  <a:pt x="13689" y="3731"/>
                  <a:pt x="14163" y="4596"/>
                </a:cubicBezTo>
                <a:cubicBezTo>
                  <a:pt x="14636" y="5462"/>
                  <a:pt x="14873" y="6556"/>
                  <a:pt x="14873" y="7879"/>
                </a:cubicBezTo>
                <a:moveTo>
                  <a:pt x="11727" y="7949"/>
                </a:moveTo>
                <a:cubicBezTo>
                  <a:pt x="11727" y="7172"/>
                  <a:pt x="11590" y="6496"/>
                  <a:pt x="11315" y="5921"/>
                </a:cubicBezTo>
                <a:cubicBezTo>
                  <a:pt x="11040" y="5345"/>
                  <a:pt x="10623" y="4876"/>
                  <a:pt x="10063" y="4512"/>
                </a:cubicBezTo>
                <a:cubicBezTo>
                  <a:pt x="9574" y="4200"/>
                  <a:pt x="9017" y="3975"/>
                  <a:pt x="8391" y="3839"/>
                </a:cubicBezTo>
                <a:cubicBezTo>
                  <a:pt x="7765" y="3702"/>
                  <a:pt x="6973" y="3634"/>
                  <a:pt x="6016" y="3634"/>
                </a:cubicBezTo>
                <a:lnTo>
                  <a:pt x="3023" y="3634"/>
                </a:lnTo>
                <a:lnTo>
                  <a:pt x="3023" y="12643"/>
                </a:lnTo>
                <a:lnTo>
                  <a:pt x="5573" y="12643"/>
                </a:lnTo>
                <a:cubicBezTo>
                  <a:pt x="6795" y="12643"/>
                  <a:pt x="7788" y="12535"/>
                  <a:pt x="8551" y="12318"/>
                </a:cubicBezTo>
                <a:cubicBezTo>
                  <a:pt x="9315" y="12101"/>
                  <a:pt x="9936" y="11755"/>
                  <a:pt x="10414" y="11281"/>
                </a:cubicBezTo>
                <a:cubicBezTo>
                  <a:pt x="10892" y="10796"/>
                  <a:pt x="11231" y="10286"/>
                  <a:pt x="11429" y="9752"/>
                </a:cubicBezTo>
                <a:cubicBezTo>
                  <a:pt x="11628" y="9217"/>
                  <a:pt x="11727" y="8616"/>
                  <a:pt x="11727" y="7949"/>
                </a:cubicBezTo>
                <a:close/>
                <a:moveTo>
                  <a:pt x="21714" y="3848"/>
                </a:moveTo>
                <a:lnTo>
                  <a:pt x="18476" y="3848"/>
                </a:lnTo>
                <a:lnTo>
                  <a:pt x="18476" y="855"/>
                </a:lnTo>
                <a:lnTo>
                  <a:pt x="21714" y="855"/>
                </a:lnTo>
                <a:lnTo>
                  <a:pt x="21714" y="3848"/>
                </a:lnTo>
                <a:moveTo>
                  <a:pt x="21530" y="23760"/>
                </a:moveTo>
                <a:lnTo>
                  <a:pt x="18660" y="23760"/>
                </a:lnTo>
                <a:lnTo>
                  <a:pt x="18660" y="6688"/>
                </a:lnTo>
                <a:lnTo>
                  <a:pt x="21530" y="6688"/>
                </a:lnTo>
                <a:lnTo>
                  <a:pt x="21530" y="23760"/>
                </a:lnTo>
                <a:close/>
                <a:moveTo>
                  <a:pt x="41488" y="15514"/>
                </a:moveTo>
                <a:lnTo>
                  <a:pt x="28921" y="15514"/>
                </a:lnTo>
                <a:cubicBezTo>
                  <a:pt x="28921" y="16565"/>
                  <a:pt x="29079" y="17481"/>
                  <a:pt x="29394" y="18262"/>
                </a:cubicBezTo>
                <a:cubicBezTo>
                  <a:pt x="29710" y="19042"/>
                  <a:pt x="30143" y="19683"/>
                  <a:pt x="30692" y="20183"/>
                </a:cubicBezTo>
                <a:cubicBezTo>
                  <a:pt x="31222" y="20673"/>
                  <a:pt x="31850" y="21040"/>
                  <a:pt x="32578" y="21285"/>
                </a:cubicBezTo>
                <a:cubicBezTo>
                  <a:pt x="33306" y="21530"/>
                  <a:pt x="34108" y="21653"/>
                  <a:pt x="34983" y="21653"/>
                </a:cubicBezTo>
                <a:cubicBezTo>
                  <a:pt x="36144" y="21653"/>
                  <a:pt x="37312" y="21419"/>
                  <a:pt x="38488" y="20953"/>
                </a:cubicBezTo>
                <a:cubicBezTo>
                  <a:pt x="39663" y="20486"/>
                  <a:pt x="40501" y="20027"/>
                  <a:pt x="40999" y="19576"/>
                </a:cubicBezTo>
                <a:lnTo>
                  <a:pt x="41152" y="19576"/>
                </a:lnTo>
                <a:lnTo>
                  <a:pt x="41152" y="22717"/>
                </a:lnTo>
                <a:cubicBezTo>
                  <a:pt x="40185" y="23125"/>
                  <a:pt x="39198" y="23467"/>
                  <a:pt x="38190" y="23743"/>
                </a:cubicBezTo>
                <a:cubicBezTo>
                  <a:pt x="37182" y="24019"/>
                  <a:pt x="36123" y="24157"/>
                  <a:pt x="35014" y="24157"/>
                </a:cubicBezTo>
                <a:cubicBezTo>
                  <a:pt x="32184" y="24157"/>
                  <a:pt x="29975" y="23390"/>
                  <a:pt x="28387" y="21855"/>
                </a:cubicBezTo>
                <a:cubicBezTo>
                  <a:pt x="26799" y="20320"/>
                  <a:pt x="26004" y="18141"/>
                  <a:pt x="26004" y="15316"/>
                </a:cubicBezTo>
                <a:cubicBezTo>
                  <a:pt x="26004" y="12522"/>
                  <a:pt x="26765" y="10304"/>
                  <a:pt x="28287" y="8662"/>
                </a:cubicBezTo>
                <a:cubicBezTo>
                  <a:pt x="29809" y="7020"/>
                  <a:pt x="31812" y="6200"/>
                  <a:pt x="34296" y="6200"/>
                </a:cubicBezTo>
                <a:cubicBezTo>
                  <a:pt x="36597" y="6200"/>
                  <a:pt x="38371" y="6873"/>
                  <a:pt x="39618" y="8219"/>
                </a:cubicBezTo>
                <a:cubicBezTo>
                  <a:pt x="40865" y="9564"/>
                  <a:pt x="41488" y="11476"/>
                  <a:pt x="41488" y="13954"/>
                </a:cubicBezTo>
                <a:lnTo>
                  <a:pt x="41488" y="15514"/>
                </a:lnTo>
                <a:moveTo>
                  <a:pt x="38694" y="13315"/>
                </a:moveTo>
                <a:cubicBezTo>
                  <a:pt x="38684" y="11809"/>
                  <a:pt x="38304" y="10643"/>
                  <a:pt x="37556" y="9819"/>
                </a:cubicBezTo>
                <a:cubicBezTo>
                  <a:pt x="36808" y="8994"/>
                  <a:pt x="35670" y="8582"/>
                  <a:pt x="34143" y="8582"/>
                </a:cubicBezTo>
                <a:cubicBezTo>
                  <a:pt x="32606" y="8582"/>
                  <a:pt x="31382" y="9035"/>
                  <a:pt x="30471" y="9941"/>
                </a:cubicBezTo>
                <a:cubicBezTo>
                  <a:pt x="29560" y="10847"/>
                  <a:pt x="29043" y="11972"/>
                  <a:pt x="28921" y="13315"/>
                </a:cubicBezTo>
                <a:lnTo>
                  <a:pt x="38694" y="13315"/>
                </a:lnTo>
                <a:close/>
                <a:moveTo>
                  <a:pt x="56483" y="9803"/>
                </a:moveTo>
                <a:lnTo>
                  <a:pt x="56330" y="9803"/>
                </a:lnTo>
                <a:cubicBezTo>
                  <a:pt x="55903" y="9707"/>
                  <a:pt x="55488" y="9637"/>
                  <a:pt x="55086" y="9594"/>
                </a:cubicBezTo>
                <a:cubicBezTo>
                  <a:pt x="54684" y="9550"/>
                  <a:pt x="54208" y="9528"/>
                  <a:pt x="53658" y="9528"/>
                </a:cubicBezTo>
                <a:cubicBezTo>
                  <a:pt x="52773" y="9528"/>
                  <a:pt x="51917" y="9725"/>
                  <a:pt x="51093" y="10117"/>
                </a:cubicBezTo>
                <a:cubicBezTo>
                  <a:pt x="50268" y="10509"/>
                  <a:pt x="49474" y="11016"/>
                  <a:pt x="48711" y="11638"/>
                </a:cubicBezTo>
                <a:lnTo>
                  <a:pt x="48711" y="23760"/>
                </a:lnTo>
                <a:lnTo>
                  <a:pt x="45840" y="23760"/>
                </a:lnTo>
                <a:lnTo>
                  <a:pt x="45840" y="6688"/>
                </a:lnTo>
                <a:lnTo>
                  <a:pt x="48711" y="6688"/>
                </a:lnTo>
                <a:lnTo>
                  <a:pt x="48711" y="9210"/>
                </a:lnTo>
                <a:cubicBezTo>
                  <a:pt x="49851" y="8293"/>
                  <a:pt x="50856" y="7643"/>
                  <a:pt x="51727" y="7261"/>
                </a:cubicBezTo>
                <a:cubicBezTo>
                  <a:pt x="52597" y="6879"/>
                  <a:pt x="53485" y="6688"/>
                  <a:pt x="54391" y="6688"/>
                </a:cubicBezTo>
                <a:cubicBezTo>
                  <a:pt x="54890" y="6688"/>
                  <a:pt x="55251" y="6701"/>
                  <a:pt x="55475" y="6726"/>
                </a:cubicBezTo>
                <a:cubicBezTo>
                  <a:pt x="55699" y="6752"/>
                  <a:pt x="56035" y="6800"/>
                  <a:pt x="56483" y="6870"/>
                </a:cubicBezTo>
                <a:lnTo>
                  <a:pt x="56483" y="9803"/>
                </a:lnTo>
                <a:close/>
                <a:moveTo>
                  <a:pt x="62270" y="3848"/>
                </a:moveTo>
                <a:lnTo>
                  <a:pt x="59033" y="3848"/>
                </a:lnTo>
                <a:lnTo>
                  <a:pt x="59033" y="855"/>
                </a:lnTo>
                <a:lnTo>
                  <a:pt x="62270" y="855"/>
                </a:lnTo>
                <a:lnTo>
                  <a:pt x="62270" y="3848"/>
                </a:lnTo>
                <a:moveTo>
                  <a:pt x="62087" y="23760"/>
                </a:moveTo>
                <a:lnTo>
                  <a:pt x="59216" y="23760"/>
                </a:lnTo>
                <a:lnTo>
                  <a:pt x="59216" y="6688"/>
                </a:lnTo>
                <a:lnTo>
                  <a:pt x="62087" y="6688"/>
                </a:lnTo>
                <a:lnTo>
                  <a:pt x="62087" y="23760"/>
                </a:lnTo>
                <a:close/>
                <a:moveTo>
                  <a:pt x="81602" y="23760"/>
                </a:moveTo>
                <a:lnTo>
                  <a:pt x="78731" y="23760"/>
                </a:lnTo>
                <a:lnTo>
                  <a:pt x="78731" y="21983"/>
                </a:lnTo>
                <a:cubicBezTo>
                  <a:pt x="77907" y="22697"/>
                  <a:pt x="77046" y="23254"/>
                  <a:pt x="76151" y="23652"/>
                </a:cubicBezTo>
                <a:cubicBezTo>
                  <a:pt x="75255" y="24050"/>
                  <a:pt x="74283" y="24249"/>
                  <a:pt x="73234" y="24249"/>
                </a:cubicBezTo>
                <a:cubicBezTo>
                  <a:pt x="71198" y="24249"/>
                  <a:pt x="69582" y="23463"/>
                  <a:pt x="68386" y="21891"/>
                </a:cubicBezTo>
                <a:cubicBezTo>
                  <a:pt x="67190" y="20319"/>
                  <a:pt x="66592" y="18140"/>
                  <a:pt x="66592" y="15354"/>
                </a:cubicBezTo>
                <a:cubicBezTo>
                  <a:pt x="66592" y="13905"/>
                  <a:pt x="66798" y="12614"/>
                  <a:pt x="67210" y="11481"/>
                </a:cubicBezTo>
                <a:cubicBezTo>
                  <a:pt x="67622" y="10348"/>
                  <a:pt x="68180" y="9384"/>
                  <a:pt x="68882" y="8588"/>
                </a:cubicBezTo>
                <a:cubicBezTo>
                  <a:pt x="69574" y="7812"/>
                  <a:pt x="70381" y="7220"/>
                  <a:pt x="71302" y="6812"/>
                </a:cubicBezTo>
                <a:cubicBezTo>
                  <a:pt x="72224" y="6404"/>
                  <a:pt x="73178" y="6200"/>
                  <a:pt x="74165" y="6200"/>
                </a:cubicBezTo>
                <a:cubicBezTo>
                  <a:pt x="75061" y="6200"/>
                  <a:pt x="75855" y="6294"/>
                  <a:pt x="76548" y="6483"/>
                </a:cubicBezTo>
                <a:cubicBezTo>
                  <a:pt x="77240" y="6672"/>
                  <a:pt x="77968" y="6965"/>
                  <a:pt x="78731" y="7363"/>
                </a:cubicBezTo>
                <a:lnTo>
                  <a:pt x="78731" y="0"/>
                </a:lnTo>
                <a:lnTo>
                  <a:pt x="81602" y="0"/>
                </a:lnTo>
                <a:lnTo>
                  <a:pt x="81602" y="23760"/>
                </a:lnTo>
                <a:moveTo>
                  <a:pt x="78731" y="19561"/>
                </a:moveTo>
                <a:lnTo>
                  <a:pt x="78731" y="9773"/>
                </a:lnTo>
                <a:cubicBezTo>
                  <a:pt x="77958" y="9427"/>
                  <a:pt x="77265" y="9187"/>
                  <a:pt x="76654" y="9055"/>
                </a:cubicBezTo>
                <a:cubicBezTo>
                  <a:pt x="76044" y="8923"/>
                  <a:pt x="75377" y="8857"/>
                  <a:pt x="74654" y="8857"/>
                </a:cubicBezTo>
                <a:cubicBezTo>
                  <a:pt x="73046" y="8857"/>
                  <a:pt x="71794" y="9416"/>
                  <a:pt x="70898" y="10536"/>
                </a:cubicBezTo>
                <a:cubicBezTo>
                  <a:pt x="70002" y="11656"/>
                  <a:pt x="69554" y="13244"/>
                  <a:pt x="69554" y="15300"/>
                </a:cubicBezTo>
                <a:cubicBezTo>
                  <a:pt x="69554" y="17326"/>
                  <a:pt x="69900" y="18866"/>
                  <a:pt x="70592" y="19920"/>
                </a:cubicBezTo>
                <a:cubicBezTo>
                  <a:pt x="71285" y="20973"/>
                  <a:pt x="72394" y="21500"/>
                  <a:pt x="73921" y="21500"/>
                </a:cubicBezTo>
                <a:cubicBezTo>
                  <a:pt x="74736" y="21500"/>
                  <a:pt x="75560" y="21319"/>
                  <a:pt x="76395" y="20958"/>
                </a:cubicBezTo>
                <a:cubicBezTo>
                  <a:pt x="77230" y="20596"/>
                  <a:pt x="78008" y="20131"/>
                  <a:pt x="78731" y="19561"/>
                </a:cubicBezTo>
                <a:close/>
                <a:moveTo>
                  <a:pt x="100506" y="23760"/>
                </a:moveTo>
                <a:lnTo>
                  <a:pt x="97650" y="23760"/>
                </a:lnTo>
                <a:lnTo>
                  <a:pt x="97650" y="21955"/>
                </a:lnTo>
                <a:cubicBezTo>
                  <a:pt x="97396" y="22129"/>
                  <a:pt x="97052" y="22371"/>
                  <a:pt x="96620" y="22681"/>
                </a:cubicBezTo>
                <a:cubicBezTo>
                  <a:pt x="96187" y="22992"/>
                  <a:pt x="95767" y="23239"/>
                  <a:pt x="95360" y="23423"/>
                </a:cubicBezTo>
                <a:cubicBezTo>
                  <a:pt x="94881" y="23657"/>
                  <a:pt x="94332" y="23854"/>
                  <a:pt x="93711" y="24011"/>
                </a:cubicBezTo>
                <a:cubicBezTo>
                  <a:pt x="93090" y="24169"/>
                  <a:pt x="92362" y="24249"/>
                  <a:pt x="91527" y="24249"/>
                </a:cubicBezTo>
                <a:cubicBezTo>
                  <a:pt x="89990" y="24249"/>
                  <a:pt x="88687" y="23739"/>
                  <a:pt x="87618" y="22720"/>
                </a:cubicBezTo>
                <a:cubicBezTo>
                  <a:pt x="86549" y="21700"/>
                  <a:pt x="86015" y="20401"/>
                  <a:pt x="86015" y="18821"/>
                </a:cubicBezTo>
                <a:cubicBezTo>
                  <a:pt x="86015" y="17526"/>
                  <a:pt x="86292" y="16479"/>
                  <a:pt x="86847" y="15679"/>
                </a:cubicBezTo>
                <a:cubicBezTo>
                  <a:pt x="87402" y="14878"/>
                  <a:pt x="88193" y="14249"/>
                  <a:pt x="89221" y="13791"/>
                </a:cubicBezTo>
                <a:cubicBezTo>
                  <a:pt x="90260" y="13332"/>
                  <a:pt x="91507" y="13021"/>
                  <a:pt x="92963" y="12858"/>
                </a:cubicBezTo>
                <a:cubicBezTo>
                  <a:pt x="94418" y="12694"/>
                  <a:pt x="95981" y="12572"/>
                  <a:pt x="97650" y="12491"/>
                </a:cubicBezTo>
                <a:lnTo>
                  <a:pt x="97650" y="12044"/>
                </a:lnTo>
                <a:cubicBezTo>
                  <a:pt x="97650" y="11387"/>
                  <a:pt x="97536" y="10843"/>
                  <a:pt x="97307" y="10412"/>
                </a:cubicBezTo>
                <a:cubicBezTo>
                  <a:pt x="97078" y="9981"/>
                  <a:pt x="96749" y="9642"/>
                  <a:pt x="96322" y="9396"/>
                </a:cubicBezTo>
                <a:cubicBezTo>
                  <a:pt x="95915" y="9160"/>
                  <a:pt x="95426" y="9001"/>
                  <a:pt x="94856" y="8919"/>
                </a:cubicBezTo>
                <a:cubicBezTo>
                  <a:pt x="94286" y="8836"/>
                  <a:pt x="93690" y="8795"/>
                  <a:pt x="93069" y="8795"/>
                </a:cubicBezTo>
                <a:cubicBezTo>
                  <a:pt x="92316" y="8795"/>
                  <a:pt x="91476" y="8897"/>
                  <a:pt x="90550" y="9101"/>
                </a:cubicBezTo>
                <a:cubicBezTo>
                  <a:pt x="89624" y="9305"/>
                  <a:pt x="88667" y="9600"/>
                  <a:pt x="87679" y="9986"/>
                </a:cubicBezTo>
                <a:lnTo>
                  <a:pt x="87526" y="9986"/>
                </a:lnTo>
                <a:lnTo>
                  <a:pt x="87526" y="7070"/>
                </a:lnTo>
                <a:cubicBezTo>
                  <a:pt x="88086" y="6917"/>
                  <a:pt x="88896" y="6749"/>
                  <a:pt x="89954" y="6566"/>
                </a:cubicBezTo>
                <a:cubicBezTo>
                  <a:pt x="91013" y="6383"/>
                  <a:pt x="92057" y="6291"/>
                  <a:pt x="93085" y="6291"/>
                </a:cubicBezTo>
                <a:cubicBezTo>
                  <a:pt x="94286" y="6291"/>
                  <a:pt x="95332" y="6390"/>
                  <a:pt x="96223" y="6589"/>
                </a:cubicBezTo>
                <a:cubicBezTo>
                  <a:pt x="97113" y="6787"/>
                  <a:pt x="97885" y="7126"/>
                  <a:pt x="98536" y="7604"/>
                </a:cubicBezTo>
                <a:cubicBezTo>
                  <a:pt x="99177" y="8073"/>
                  <a:pt x="99666" y="8678"/>
                  <a:pt x="100002" y="9421"/>
                </a:cubicBezTo>
                <a:cubicBezTo>
                  <a:pt x="100338" y="10165"/>
                  <a:pt x="100506" y="11086"/>
                  <a:pt x="100506" y="12185"/>
                </a:cubicBezTo>
                <a:lnTo>
                  <a:pt x="100506" y="23760"/>
                </a:lnTo>
                <a:moveTo>
                  <a:pt x="97650" y="19582"/>
                </a:moveTo>
                <a:lnTo>
                  <a:pt x="97650" y="14812"/>
                </a:lnTo>
                <a:cubicBezTo>
                  <a:pt x="96775" y="14863"/>
                  <a:pt x="95744" y="14940"/>
                  <a:pt x="94558" y="15042"/>
                </a:cubicBezTo>
                <a:cubicBezTo>
                  <a:pt x="93372" y="15144"/>
                  <a:pt x="92433" y="15292"/>
                  <a:pt x="91741" y="15486"/>
                </a:cubicBezTo>
                <a:cubicBezTo>
                  <a:pt x="90916" y="15722"/>
                  <a:pt x="90250" y="16088"/>
                  <a:pt x="89741" y="16584"/>
                </a:cubicBezTo>
                <a:cubicBezTo>
                  <a:pt x="89232" y="17079"/>
                  <a:pt x="88977" y="17762"/>
                  <a:pt x="88977" y="18631"/>
                </a:cubicBezTo>
                <a:cubicBezTo>
                  <a:pt x="88977" y="19613"/>
                  <a:pt x="89272" y="20352"/>
                  <a:pt x="89863" y="20848"/>
                </a:cubicBezTo>
                <a:cubicBezTo>
                  <a:pt x="90453" y="21344"/>
                  <a:pt x="91354" y="21592"/>
                  <a:pt x="92566" y="21592"/>
                </a:cubicBezTo>
                <a:cubicBezTo>
                  <a:pt x="93573" y="21592"/>
                  <a:pt x="94495" y="21395"/>
                  <a:pt x="95329" y="21001"/>
                </a:cubicBezTo>
                <a:cubicBezTo>
                  <a:pt x="96164" y="20607"/>
                  <a:pt x="96938" y="20134"/>
                  <a:pt x="97650" y="19582"/>
                </a:cubicBezTo>
                <a:close/>
                <a:moveTo>
                  <a:pt x="120311" y="15514"/>
                </a:moveTo>
                <a:lnTo>
                  <a:pt x="107744" y="15514"/>
                </a:lnTo>
                <a:cubicBezTo>
                  <a:pt x="107744" y="16565"/>
                  <a:pt x="107902" y="17481"/>
                  <a:pt x="108217" y="18262"/>
                </a:cubicBezTo>
                <a:cubicBezTo>
                  <a:pt x="108533" y="19042"/>
                  <a:pt x="108965" y="19683"/>
                  <a:pt x="109515" y="20183"/>
                </a:cubicBezTo>
                <a:cubicBezTo>
                  <a:pt x="110044" y="20673"/>
                  <a:pt x="110673" y="21040"/>
                  <a:pt x="111401" y="21285"/>
                </a:cubicBezTo>
                <a:cubicBezTo>
                  <a:pt x="112129" y="21530"/>
                  <a:pt x="112930" y="21653"/>
                  <a:pt x="113806" y="21653"/>
                </a:cubicBezTo>
                <a:cubicBezTo>
                  <a:pt x="114966" y="21653"/>
                  <a:pt x="116135" y="21419"/>
                  <a:pt x="117310" y="20953"/>
                </a:cubicBezTo>
                <a:cubicBezTo>
                  <a:pt x="118486" y="20486"/>
                  <a:pt x="119323" y="20027"/>
                  <a:pt x="119822" y="19576"/>
                </a:cubicBezTo>
                <a:lnTo>
                  <a:pt x="119975" y="19576"/>
                </a:lnTo>
                <a:lnTo>
                  <a:pt x="119975" y="22717"/>
                </a:lnTo>
                <a:cubicBezTo>
                  <a:pt x="119008" y="23125"/>
                  <a:pt x="118020" y="23467"/>
                  <a:pt x="117013" y="23743"/>
                </a:cubicBezTo>
                <a:cubicBezTo>
                  <a:pt x="116005" y="24019"/>
                  <a:pt x="114946" y="24157"/>
                  <a:pt x="113836" y="24157"/>
                </a:cubicBezTo>
                <a:cubicBezTo>
                  <a:pt x="111006" y="24157"/>
                  <a:pt x="108797" y="23390"/>
                  <a:pt x="107209" y="21855"/>
                </a:cubicBezTo>
                <a:cubicBezTo>
                  <a:pt x="105621" y="20320"/>
                  <a:pt x="104827" y="18141"/>
                  <a:pt x="104827" y="15316"/>
                </a:cubicBezTo>
                <a:cubicBezTo>
                  <a:pt x="104827" y="12522"/>
                  <a:pt x="105588" y="10304"/>
                  <a:pt x="107110" y="8662"/>
                </a:cubicBezTo>
                <a:cubicBezTo>
                  <a:pt x="108632" y="7020"/>
                  <a:pt x="110635" y="6200"/>
                  <a:pt x="113119" y="6200"/>
                </a:cubicBezTo>
                <a:cubicBezTo>
                  <a:pt x="115419" y="6200"/>
                  <a:pt x="117193" y="6873"/>
                  <a:pt x="118440" y="8219"/>
                </a:cubicBezTo>
                <a:cubicBezTo>
                  <a:pt x="119687" y="9564"/>
                  <a:pt x="120311" y="11476"/>
                  <a:pt x="120311" y="13954"/>
                </a:cubicBezTo>
                <a:lnTo>
                  <a:pt x="120311" y="15514"/>
                </a:lnTo>
                <a:moveTo>
                  <a:pt x="117516" y="13315"/>
                </a:moveTo>
                <a:cubicBezTo>
                  <a:pt x="117506" y="11809"/>
                  <a:pt x="117127" y="10643"/>
                  <a:pt x="116379" y="9819"/>
                </a:cubicBezTo>
                <a:cubicBezTo>
                  <a:pt x="115631" y="8994"/>
                  <a:pt x="114493" y="8582"/>
                  <a:pt x="112966" y="8582"/>
                </a:cubicBezTo>
                <a:cubicBezTo>
                  <a:pt x="111429" y="8582"/>
                  <a:pt x="110205" y="9035"/>
                  <a:pt x="109294" y="9941"/>
                </a:cubicBezTo>
                <a:cubicBezTo>
                  <a:pt x="108383" y="10847"/>
                  <a:pt x="107866" y="11972"/>
                  <a:pt x="107744" y="13315"/>
                </a:cubicBezTo>
                <a:lnTo>
                  <a:pt x="117516" y="1331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120BF1-52B1-4946-9115-19BD8F79A0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68" y="2596302"/>
            <a:ext cx="169904" cy="129745"/>
          </a:xfrm>
          <a:custGeom xmlns:a="http://schemas.openxmlformats.org/drawingml/2006/main">
            <a:pathLst>
              <a:path w="169904" h="129745">
                <a:moveTo>
                  <a:pt x="0" y="0"/>
                </a:moveTo>
                <a:lnTo>
                  <a:pt x="169904" y="0"/>
                </a:lnTo>
                <a:lnTo>
                  <a:pt x="169904" y="129745"/>
                </a:lnTo>
                <a:lnTo>
                  <a:pt x="0" y="1297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7C26CDC-C604-4735-982B-417DEA48F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768" y="2596305"/>
            <a:ext cx="169903" cy="129744"/>
          </a:xfrm>
          <a:custGeom xmlns:a="http://schemas.openxmlformats.org/drawingml/2006/main">
            <a:pathLst>
              <a:path w="169903" h="129744" fill="none">
                <a:moveTo>
                  <a:pt x="0" y="0"/>
                </a:moveTo>
                <a:lnTo>
                  <a:pt x="169903" y="0"/>
                </a:lnTo>
                <a:lnTo>
                  <a:pt x="169903" y="129744"/>
                </a:lnTo>
                <a:lnTo>
                  <a:pt x="0" y="1297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46" name="Text Sphingidae">
            <a:extLst xmlns:a="http://schemas.openxmlformats.org/drawingml/2006/main">
              <a:ext uri="{FF2B5EF4-FFF2-40B4-BE49-F238E27FC236}">
                <a16:creationId xmlns:a16="http://schemas.microsoft.com/office/drawing/2014/main" id="{7ABA02E0-EB94-4246-A627-1C7808494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733" y="2624213"/>
            <a:ext cx="122189" cy="21679"/>
          </a:xfrm>
          <a:custGeom xmlns:a="http://schemas.openxmlformats.org/drawingml/2006/main">
            <a:pathLst>
              <a:path w="122189" h="21679">
                <a:moveTo>
                  <a:pt x="12569" y="12391"/>
                </a:moveTo>
                <a:cubicBezTo>
                  <a:pt x="12569" y="13027"/>
                  <a:pt x="12422" y="13655"/>
                  <a:pt x="12126" y="14276"/>
                </a:cubicBezTo>
                <a:cubicBezTo>
                  <a:pt x="11830" y="14896"/>
                  <a:pt x="11416" y="15422"/>
                  <a:pt x="10883" y="15853"/>
                </a:cubicBezTo>
                <a:cubicBezTo>
                  <a:pt x="10299" y="16321"/>
                  <a:pt x="9619" y="16686"/>
                  <a:pt x="8841" y="16949"/>
                </a:cubicBezTo>
                <a:cubicBezTo>
                  <a:pt x="8064" y="17212"/>
                  <a:pt x="7128" y="17343"/>
                  <a:pt x="6033" y="17343"/>
                </a:cubicBezTo>
                <a:cubicBezTo>
                  <a:pt x="4858" y="17343"/>
                  <a:pt x="3801" y="17233"/>
                  <a:pt x="2863" y="17014"/>
                </a:cubicBezTo>
                <a:cubicBezTo>
                  <a:pt x="1925" y="16794"/>
                  <a:pt x="971" y="16468"/>
                  <a:pt x="0" y="16037"/>
                </a:cubicBezTo>
                <a:lnTo>
                  <a:pt x="0" y="13314"/>
                </a:lnTo>
                <a:lnTo>
                  <a:pt x="153" y="13314"/>
                </a:lnTo>
                <a:cubicBezTo>
                  <a:pt x="978" y="14000"/>
                  <a:pt x="1931" y="14529"/>
                  <a:pt x="3011" y="14901"/>
                </a:cubicBezTo>
                <a:cubicBezTo>
                  <a:pt x="4091" y="15274"/>
                  <a:pt x="5106" y="15460"/>
                  <a:pt x="6055" y="15460"/>
                </a:cubicBezTo>
                <a:cubicBezTo>
                  <a:pt x="7398" y="15460"/>
                  <a:pt x="8443" y="15209"/>
                  <a:pt x="9192" y="14707"/>
                </a:cubicBezTo>
                <a:cubicBezTo>
                  <a:pt x="9940" y="14204"/>
                  <a:pt x="10314" y="13535"/>
                  <a:pt x="10314" y="12698"/>
                </a:cubicBezTo>
                <a:cubicBezTo>
                  <a:pt x="10314" y="11975"/>
                  <a:pt x="10137" y="11441"/>
                  <a:pt x="9783" y="11098"/>
                </a:cubicBezTo>
                <a:cubicBezTo>
                  <a:pt x="9429" y="10755"/>
                  <a:pt x="8890" y="10488"/>
                  <a:pt x="8168" y="10298"/>
                </a:cubicBezTo>
                <a:cubicBezTo>
                  <a:pt x="7620" y="10152"/>
                  <a:pt x="7027" y="10032"/>
                  <a:pt x="6389" y="9937"/>
                </a:cubicBezTo>
                <a:cubicBezTo>
                  <a:pt x="5750" y="9842"/>
                  <a:pt x="5073" y="9721"/>
                  <a:pt x="4358" y="9575"/>
                </a:cubicBezTo>
                <a:cubicBezTo>
                  <a:pt x="2912" y="9268"/>
                  <a:pt x="1841" y="8744"/>
                  <a:pt x="1144" y="8003"/>
                </a:cubicBezTo>
                <a:cubicBezTo>
                  <a:pt x="447" y="7262"/>
                  <a:pt x="99" y="6296"/>
                  <a:pt x="99" y="5105"/>
                </a:cubicBezTo>
                <a:cubicBezTo>
                  <a:pt x="99" y="3739"/>
                  <a:pt x="675" y="2620"/>
                  <a:pt x="1828" y="1747"/>
                </a:cubicBezTo>
                <a:cubicBezTo>
                  <a:pt x="2982" y="874"/>
                  <a:pt x="4445" y="438"/>
                  <a:pt x="6219" y="438"/>
                </a:cubicBezTo>
                <a:cubicBezTo>
                  <a:pt x="7365" y="438"/>
                  <a:pt x="8416" y="547"/>
                  <a:pt x="9372" y="766"/>
                </a:cubicBezTo>
                <a:cubicBezTo>
                  <a:pt x="10328" y="985"/>
                  <a:pt x="11175" y="1255"/>
                  <a:pt x="11912" y="1577"/>
                </a:cubicBezTo>
                <a:lnTo>
                  <a:pt x="11912" y="4139"/>
                </a:lnTo>
                <a:lnTo>
                  <a:pt x="11759" y="4139"/>
                </a:lnTo>
                <a:cubicBezTo>
                  <a:pt x="11139" y="3616"/>
                  <a:pt x="10323" y="3183"/>
                  <a:pt x="9312" y="2838"/>
                </a:cubicBezTo>
                <a:cubicBezTo>
                  <a:pt x="8301" y="2493"/>
                  <a:pt x="7266" y="2321"/>
                  <a:pt x="6208" y="2321"/>
                </a:cubicBezTo>
                <a:cubicBezTo>
                  <a:pt x="5047" y="2321"/>
                  <a:pt x="4115" y="2561"/>
                  <a:pt x="3411" y="3042"/>
                </a:cubicBezTo>
                <a:cubicBezTo>
                  <a:pt x="2706" y="3522"/>
                  <a:pt x="2354" y="4140"/>
                  <a:pt x="2354" y="4897"/>
                </a:cubicBezTo>
                <a:cubicBezTo>
                  <a:pt x="2354" y="5576"/>
                  <a:pt x="2529" y="6109"/>
                  <a:pt x="2880" y="6496"/>
                </a:cubicBezTo>
                <a:cubicBezTo>
                  <a:pt x="3230" y="6884"/>
                  <a:pt x="3847" y="7179"/>
                  <a:pt x="4730" y="7384"/>
                </a:cubicBezTo>
                <a:cubicBezTo>
                  <a:pt x="5197" y="7486"/>
                  <a:pt x="5861" y="7610"/>
                  <a:pt x="6723" y="7757"/>
                </a:cubicBezTo>
                <a:cubicBezTo>
                  <a:pt x="7584" y="7903"/>
                  <a:pt x="8314" y="8052"/>
                  <a:pt x="8912" y="8206"/>
                </a:cubicBezTo>
                <a:cubicBezTo>
                  <a:pt x="10124" y="8527"/>
                  <a:pt x="11036" y="9013"/>
                  <a:pt x="11650" y="9663"/>
                </a:cubicBezTo>
                <a:cubicBezTo>
                  <a:pt x="12263" y="10313"/>
                  <a:pt x="12569" y="11222"/>
                  <a:pt x="12569" y="12391"/>
                </a:cubicBezTo>
                <a:close/>
                <a:moveTo>
                  <a:pt x="26650" y="10763"/>
                </a:moveTo>
                <a:cubicBezTo>
                  <a:pt x="26650" y="11757"/>
                  <a:pt x="26507" y="12665"/>
                  <a:pt x="26223" y="13488"/>
                </a:cubicBezTo>
                <a:cubicBezTo>
                  <a:pt x="25938" y="14311"/>
                  <a:pt x="25537" y="15007"/>
                  <a:pt x="25018" y="15578"/>
                </a:cubicBezTo>
                <a:cubicBezTo>
                  <a:pt x="24537" y="16119"/>
                  <a:pt x="23969" y="16537"/>
                  <a:pt x="23316" y="16833"/>
                </a:cubicBezTo>
                <a:cubicBezTo>
                  <a:pt x="22663" y="17129"/>
                  <a:pt x="21971" y="17277"/>
                  <a:pt x="21241" y="17277"/>
                </a:cubicBezTo>
                <a:cubicBezTo>
                  <a:pt x="20606" y="17277"/>
                  <a:pt x="20031" y="17208"/>
                  <a:pt x="19517" y="17069"/>
                </a:cubicBezTo>
                <a:cubicBezTo>
                  <a:pt x="19002" y="16930"/>
                  <a:pt x="18478" y="16714"/>
                  <a:pt x="17945" y="16422"/>
                </a:cubicBezTo>
                <a:lnTo>
                  <a:pt x="17945" y="21547"/>
                </a:lnTo>
                <a:lnTo>
                  <a:pt x="15887" y="21547"/>
                </a:lnTo>
                <a:lnTo>
                  <a:pt x="15887" y="4796"/>
                </a:lnTo>
                <a:lnTo>
                  <a:pt x="17945" y="4796"/>
                </a:lnTo>
                <a:lnTo>
                  <a:pt x="17945" y="6068"/>
                </a:lnTo>
                <a:cubicBezTo>
                  <a:pt x="18493" y="5608"/>
                  <a:pt x="19108" y="5222"/>
                  <a:pt x="19790" y="4912"/>
                </a:cubicBezTo>
                <a:cubicBezTo>
                  <a:pt x="20473" y="4601"/>
                  <a:pt x="21201" y="4445"/>
                  <a:pt x="21975" y="4445"/>
                </a:cubicBezTo>
                <a:cubicBezTo>
                  <a:pt x="23449" y="4445"/>
                  <a:pt x="24597" y="5003"/>
                  <a:pt x="25418" y="6118"/>
                </a:cubicBezTo>
                <a:cubicBezTo>
                  <a:pt x="26239" y="7233"/>
                  <a:pt x="26650" y="8781"/>
                  <a:pt x="26650" y="10763"/>
                </a:cubicBezTo>
                <a:moveTo>
                  <a:pt x="24526" y="10817"/>
                </a:moveTo>
                <a:cubicBezTo>
                  <a:pt x="24526" y="9343"/>
                  <a:pt x="24274" y="8241"/>
                  <a:pt x="23770" y="7511"/>
                </a:cubicBezTo>
                <a:cubicBezTo>
                  <a:pt x="23267" y="6781"/>
                  <a:pt x="22493" y="6416"/>
                  <a:pt x="21449" y="6416"/>
                </a:cubicBezTo>
                <a:cubicBezTo>
                  <a:pt x="20858" y="6416"/>
                  <a:pt x="20263" y="6544"/>
                  <a:pt x="19664" y="6799"/>
                </a:cubicBezTo>
                <a:cubicBezTo>
                  <a:pt x="19066" y="7055"/>
                  <a:pt x="18493" y="7390"/>
                  <a:pt x="17945" y="7807"/>
                </a:cubicBezTo>
                <a:lnTo>
                  <a:pt x="17945" y="14737"/>
                </a:lnTo>
                <a:cubicBezTo>
                  <a:pt x="18529" y="15000"/>
                  <a:pt x="19031" y="15179"/>
                  <a:pt x="19451" y="15274"/>
                </a:cubicBezTo>
                <a:cubicBezTo>
                  <a:pt x="19871" y="15369"/>
                  <a:pt x="20347" y="15416"/>
                  <a:pt x="20880" y="15416"/>
                </a:cubicBezTo>
                <a:cubicBezTo>
                  <a:pt x="22026" y="15416"/>
                  <a:pt x="22920" y="15029"/>
                  <a:pt x="23562" y="14255"/>
                </a:cubicBezTo>
                <a:cubicBezTo>
                  <a:pt x="24205" y="13482"/>
                  <a:pt x="24526" y="12336"/>
                  <a:pt x="24526" y="10817"/>
                </a:cubicBezTo>
                <a:close/>
                <a:moveTo>
                  <a:pt x="40084" y="17036"/>
                </a:moveTo>
                <a:lnTo>
                  <a:pt x="38025" y="17036"/>
                </a:lnTo>
                <a:lnTo>
                  <a:pt x="38025" y="10066"/>
                </a:lnTo>
                <a:cubicBezTo>
                  <a:pt x="38025" y="9503"/>
                  <a:pt x="37993" y="8975"/>
                  <a:pt x="37927" y="8482"/>
                </a:cubicBezTo>
                <a:cubicBezTo>
                  <a:pt x="37861" y="7989"/>
                  <a:pt x="37741" y="7603"/>
                  <a:pt x="37566" y="7326"/>
                </a:cubicBezTo>
                <a:cubicBezTo>
                  <a:pt x="37383" y="7019"/>
                  <a:pt x="37120" y="6790"/>
                  <a:pt x="36777" y="6641"/>
                </a:cubicBezTo>
                <a:cubicBezTo>
                  <a:pt x="36434" y="6491"/>
                  <a:pt x="35989" y="6416"/>
                  <a:pt x="35441" y="6416"/>
                </a:cubicBezTo>
                <a:cubicBezTo>
                  <a:pt x="34879" y="6416"/>
                  <a:pt x="34292" y="6555"/>
                  <a:pt x="33679" y="6833"/>
                </a:cubicBezTo>
                <a:cubicBezTo>
                  <a:pt x="33066" y="7110"/>
                  <a:pt x="32478" y="7465"/>
                  <a:pt x="31916" y="7896"/>
                </a:cubicBezTo>
                <a:lnTo>
                  <a:pt x="31916" y="17036"/>
                </a:lnTo>
                <a:lnTo>
                  <a:pt x="29858" y="17036"/>
                </a:lnTo>
                <a:lnTo>
                  <a:pt x="29858" y="0"/>
                </a:lnTo>
                <a:lnTo>
                  <a:pt x="31916" y="0"/>
                </a:lnTo>
                <a:lnTo>
                  <a:pt x="31916" y="6145"/>
                </a:lnTo>
                <a:cubicBezTo>
                  <a:pt x="32558" y="5612"/>
                  <a:pt x="33222" y="5195"/>
                  <a:pt x="33909" y="4895"/>
                </a:cubicBezTo>
                <a:cubicBezTo>
                  <a:pt x="34595" y="4595"/>
                  <a:pt x="35299" y="4445"/>
                  <a:pt x="36022" y="4445"/>
                </a:cubicBezTo>
                <a:cubicBezTo>
                  <a:pt x="37343" y="4445"/>
                  <a:pt x="38350" y="4844"/>
                  <a:pt x="39044" y="5641"/>
                </a:cubicBezTo>
                <a:cubicBezTo>
                  <a:pt x="39737" y="6438"/>
                  <a:pt x="40084" y="7586"/>
                  <a:pt x="40084" y="9085"/>
                </a:cubicBezTo>
                <a:lnTo>
                  <a:pt x="40084" y="17036"/>
                </a:lnTo>
                <a:close/>
                <a:moveTo>
                  <a:pt x="46259" y="2759"/>
                </a:moveTo>
                <a:lnTo>
                  <a:pt x="43938" y="2759"/>
                </a:lnTo>
                <a:lnTo>
                  <a:pt x="43938" y="613"/>
                </a:lnTo>
                <a:lnTo>
                  <a:pt x="46259" y="613"/>
                </a:lnTo>
                <a:lnTo>
                  <a:pt x="46259" y="2759"/>
                </a:lnTo>
                <a:moveTo>
                  <a:pt x="46128" y="17036"/>
                </a:moveTo>
                <a:lnTo>
                  <a:pt x="44069" y="17036"/>
                </a:lnTo>
                <a:lnTo>
                  <a:pt x="44069" y="4796"/>
                </a:lnTo>
                <a:lnTo>
                  <a:pt x="46128" y="4796"/>
                </a:lnTo>
                <a:lnTo>
                  <a:pt x="46128" y="17036"/>
                </a:lnTo>
                <a:close/>
                <a:moveTo>
                  <a:pt x="60427" y="17036"/>
                </a:moveTo>
                <a:lnTo>
                  <a:pt x="58368" y="17036"/>
                </a:lnTo>
                <a:lnTo>
                  <a:pt x="58368" y="10066"/>
                </a:lnTo>
                <a:cubicBezTo>
                  <a:pt x="58368" y="9503"/>
                  <a:pt x="58336" y="8975"/>
                  <a:pt x="58270" y="8482"/>
                </a:cubicBezTo>
                <a:cubicBezTo>
                  <a:pt x="58204" y="7989"/>
                  <a:pt x="58084" y="7603"/>
                  <a:pt x="57909" y="7326"/>
                </a:cubicBezTo>
                <a:cubicBezTo>
                  <a:pt x="57726" y="7019"/>
                  <a:pt x="57463" y="6790"/>
                  <a:pt x="57120" y="6641"/>
                </a:cubicBezTo>
                <a:cubicBezTo>
                  <a:pt x="56777" y="6491"/>
                  <a:pt x="56332" y="6416"/>
                  <a:pt x="55785" y="6416"/>
                </a:cubicBezTo>
                <a:cubicBezTo>
                  <a:pt x="55222" y="6416"/>
                  <a:pt x="54635" y="6555"/>
                  <a:pt x="54022" y="6833"/>
                </a:cubicBezTo>
                <a:cubicBezTo>
                  <a:pt x="53409" y="7110"/>
                  <a:pt x="52821" y="7465"/>
                  <a:pt x="52259" y="7896"/>
                </a:cubicBezTo>
                <a:lnTo>
                  <a:pt x="52259" y="17036"/>
                </a:lnTo>
                <a:lnTo>
                  <a:pt x="50201" y="17036"/>
                </a:lnTo>
                <a:lnTo>
                  <a:pt x="50201" y="4796"/>
                </a:lnTo>
                <a:lnTo>
                  <a:pt x="52259" y="4796"/>
                </a:lnTo>
                <a:lnTo>
                  <a:pt x="52259" y="6145"/>
                </a:lnTo>
                <a:cubicBezTo>
                  <a:pt x="52901" y="5612"/>
                  <a:pt x="53566" y="5195"/>
                  <a:pt x="54252" y="4895"/>
                </a:cubicBezTo>
                <a:cubicBezTo>
                  <a:pt x="54938" y="4595"/>
                  <a:pt x="55642" y="4445"/>
                  <a:pt x="56365" y="4445"/>
                </a:cubicBezTo>
                <a:cubicBezTo>
                  <a:pt x="57686" y="4445"/>
                  <a:pt x="58693" y="4844"/>
                  <a:pt x="59387" y="5641"/>
                </a:cubicBezTo>
                <a:cubicBezTo>
                  <a:pt x="60080" y="6438"/>
                  <a:pt x="60427" y="7586"/>
                  <a:pt x="60427" y="9085"/>
                </a:cubicBezTo>
                <a:lnTo>
                  <a:pt x="60427" y="17036"/>
                </a:lnTo>
                <a:close/>
                <a:moveTo>
                  <a:pt x="74310" y="15649"/>
                </a:moveTo>
                <a:cubicBezTo>
                  <a:pt x="74310" y="17725"/>
                  <a:pt x="73839" y="19249"/>
                  <a:pt x="72898" y="20221"/>
                </a:cubicBezTo>
                <a:cubicBezTo>
                  <a:pt x="71956" y="21193"/>
                  <a:pt x="70507" y="21679"/>
                  <a:pt x="68551" y="21679"/>
                </a:cubicBezTo>
                <a:cubicBezTo>
                  <a:pt x="67901" y="21679"/>
                  <a:pt x="67268" y="21633"/>
                  <a:pt x="66651" y="21542"/>
                </a:cubicBezTo>
                <a:cubicBezTo>
                  <a:pt x="66034" y="21451"/>
                  <a:pt x="65427" y="21321"/>
                  <a:pt x="64828" y="21153"/>
                </a:cubicBezTo>
                <a:lnTo>
                  <a:pt x="64828" y="19051"/>
                </a:lnTo>
                <a:lnTo>
                  <a:pt x="64938" y="19051"/>
                </a:lnTo>
                <a:cubicBezTo>
                  <a:pt x="65273" y="19181"/>
                  <a:pt x="65806" y="19341"/>
                  <a:pt x="66536" y="19531"/>
                </a:cubicBezTo>
                <a:cubicBezTo>
                  <a:pt x="67266" y="19722"/>
                  <a:pt x="67996" y="19817"/>
                  <a:pt x="68726" y="19817"/>
                </a:cubicBezTo>
                <a:cubicBezTo>
                  <a:pt x="69427" y="19817"/>
                  <a:pt x="70007" y="19734"/>
                  <a:pt x="70467" y="19566"/>
                </a:cubicBezTo>
                <a:cubicBezTo>
                  <a:pt x="70927" y="19398"/>
                  <a:pt x="71284" y="19165"/>
                  <a:pt x="71540" y="18867"/>
                </a:cubicBezTo>
                <a:cubicBezTo>
                  <a:pt x="71795" y="18582"/>
                  <a:pt x="71978" y="18240"/>
                  <a:pt x="72087" y="17839"/>
                </a:cubicBezTo>
                <a:cubicBezTo>
                  <a:pt x="72197" y="17438"/>
                  <a:pt x="72252" y="16990"/>
                  <a:pt x="72252" y="16494"/>
                </a:cubicBezTo>
                <a:lnTo>
                  <a:pt x="72252" y="15379"/>
                </a:lnTo>
                <a:cubicBezTo>
                  <a:pt x="71631" y="15877"/>
                  <a:pt x="71038" y="16249"/>
                  <a:pt x="70472" y="16494"/>
                </a:cubicBezTo>
                <a:cubicBezTo>
                  <a:pt x="69907" y="16739"/>
                  <a:pt x="69186" y="16861"/>
                  <a:pt x="68310" y="16861"/>
                </a:cubicBezTo>
                <a:cubicBezTo>
                  <a:pt x="66850" y="16861"/>
                  <a:pt x="65691" y="16333"/>
                  <a:pt x="64834" y="15275"/>
                </a:cubicBezTo>
                <a:cubicBezTo>
                  <a:pt x="63976" y="14217"/>
                  <a:pt x="63547" y="12726"/>
                  <a:pt x="63547" y="10801"/>
                </a:cubicBezTo>
                <a:cubicBezTo>
                  <a:pt x="63547" y="9748"/>
                  <a:pt x="63695" y="8838"/>
                  <a:pt x="63991" y="8073"/>
                </a:cubicBezTo>
                <a:cubicBezTo>
                  <a:pt x="64286" y="7309"/>
                  <a:pt x="64689" y="6648"/>
                  <a:pt x="65200" y="6092"/>
                </a:cubicBezTo>
                <a:cubicBezTo>
                  <a:pt x="65675" y="5572"/>
                  <a:pt x="66252" y="5168"/>
                  <a:pt x="66930" y="4879"/>
                </a:cubicBezTo>
                <a:cubicBezTo>
                  <a:pt x="67609" y="4590"/>
                  <a:pt x="68284" y="4445"/>
                  <a:pt x="68956" y="4445"/>
                </a:cubicBezTo>
                <a:cubicBezTo>
                  <a:pt x="69664" y="4445"/>
                  <a:pt x="70257" y="4517"/>
                  <a:pt x="70735" y="4659"/>
                </a:cubicBezTo>
                <a:cubicBezTo>
                  <a:pt x="71213" y="4802"/>
                  <a:pt x="71719" y="5020"/>
                  <a:pt x="72252" y="5313"/>
                </a:cubicBezTo>
                <a:lnTo>
                  <a:pt x="72383" y="4796"/>
                </a:lnTo>
                <a:lnTo>
                  <a:pt x="74310" y="4796"/>
                </a:lnTo>
                <a:lnTo>
                  <a:pt x="74310" y="15649"/>
                </a:lnTo>
                <a:moveTo>
                  <a:pt x="72252" y="13683"/>
                </a:moveTo>
                <a:lnTo>
                  <a:pt x="72252" y="6998"/>
                </a:lnTo>
                <a:cubicBezTo>
                  <a:pt x="71704" y="6749"/>
                  <a:pt x="71195" y="6572"/>
                  <a:pt x="70724" y="6466"/>
                </a:cubicBezTo>
                <a:cubicBezTo>
                  <a:pt x="70253" y="6360"/>
                  <a:pt x="69784" y="6307"/>
                  <a:pt x="69317" y="6307"/>
                </a:cubicBezTo>
                <a:cubicBezTo>
                  <a:pt x="68186" y="6307"/>
                  <a:pt x="67295" y="6687"/>
                  <a:pt x="66646" y="7448"/>
                </a:cubicBezTo>
                <a:cubicBezTo>
                  <a:pt x="65996" y="8209"/>
                  <a:pt x="65671" y="9314"/>
                  <a:pt x="65671" y="10763"/>
                </a:cubicBezTo>
                <a:cubicBezTo>
                  <a:pt x="65671" y="12139"/>
                  <a:pt x="65912" y="13182"/>
                  <a:pt x="66394" y="13891"/>
                </a:cubicBezTo>
                <a:cubicBezTo>
                  <a:pt x="66876" y="14601"/>
                  <a:pt x="67675" y="14956"/>
                  <a:pt x="68792" y="14956"/>
                </a:cubicBezTo>
                <a:cubicBezTo>
                  <a:pt x="69390" y="14956"/>
                  <a:pt x="69991" y="14841"/>
                  <a:pt x="70593" y="14611"/>
                </a:cubicBezTo>
                <a:cubicBezTo>
                  <a:pt x="71195" y="14380"/>
                  <a:pt x="71748" y="14071"/>
                  <a:pt x="72252" y="13683"/>
                </a:cubicBezTo>
                <a:close/>
                <a:moveTo>
                  <a:pt x="80573" y="2759"/>
                </a:moveTo>
                <a:lnTo>
                  <a:pt x="78251" y="2759"/>
                </a:lnTo>
                <a:lnTo>
                  <a:pt x="78251" y="613"/>
                </a:lnTo>
                <a:lnTo>
                  <a:pt x="80573" y="613"/>
                </a:lnTo>
                <a:lnTo>
                  <a:pt x="80573" y="2759"/>
                </a:lnTo>
                <a:moveTo>
                  <a:pt x="80441" y="17036"/>
                </a:moveTo>
                <a:lnTo>
                  <a:pt x="78383" y="17036"/>
                </a:lnTo>
                <a:lnTo>
                  <a:pt x="78383" y="4796"/>
                </a:lnTo>
                <a:lnTo>
                  <a:pt x="80441" y="4796"/>
                </a:lnTo>
                <a:lnTo>
                  <a:pt x="80441" y="17036"/>
                </a:lnTo>
                <a:close/>
                <a:moveTo>
                  <a:pt x="94434" y="17036"/>
                </a:moveTo>
                <a:lnTo>
                  <a:pt x="92376" y="17036"/>
                </a:lnTo>
                <a:lnTo>
                  <a:pt x="92376" y="15762"/>
                </a:lnTo>
                <a:cubicBezTo>
                  <a:pt x="91784" y="16275"/>
                  <a:pt x="91168" y="16673"/>
                  <a:pt x="90525" y="16959"/>
                </a:cubicBezTo>
                <a:cubicBezTo>
                  <a:pt x="89883" y="17244"/>
                  <a:pt x="89186" y="17387"/>
                  <a:pt x="88434" y="17387"/>
                </a:cubicBezTo>
                <a:cubicBezTo>
                  <a:pt x="86974" y="17387"/>
                  <a:pt x="85815" y="16823"/>
                  <a:pt x="84958" y="15697"/>
                </a:cubicBezTo>
                <a:cubicBezTo>
                  <a:pt x="84100" y="14570"/>
                  <a:pt x="83671" y="13007"/>
                  <a:pt x="83671" y="11009"/>
                </a:cubicBezTo>
                <a:cubicBezTo>
                  <a:pt x="83671" y="9970"/>
                  <a:pt x="83819" y="9044"/>
                  <a:pt x="84115" y="8232"/>
                </a:cubicBezTo>
                <a:cubicBezTo>
                  <a:pt x="84410" y="7420"/>
                  <a:pt x="84810" y="6728"/>
                  <a:pt x="85314" y="6158"/>
                </a:cubicBezTo>
                <a:cubicBezTo>
                  <a:pt x="85810" y="5602"/>
                  <a:pt x="86388" y="5177"/>
                  <a:pt x="87049" y="4885"/>
                </a:cubicBezTo>
                <a:cubicBezTo>
                  <a:pt x="87710" y="4592"/>
                  <a:pt x="88394" y="4445"/>
                  <a:pt x="89102" y="4445"/>
                </a:cubicBezTo>
                <a:cubicBezTo>
                  <a:pt x="89744" y="4445"/>
                  <a:pt x="90314" y="4513"/>
                  <a:pt x="90810" y="4648"/>
                </a:cubicBezTo>
                <a:cubicBezTo>
                  <a:pt x="91306" y="4784"/>
                  <a:pt x="91828" y="4994"/>
                  <a:pt x="92376" y="5279"/>
                </a:cubicBezTo>
                <a:lnTo>
                  <a:pt x="92376" y="0"/>
                </a:lnTo>
                <a:lnTo>
                  <a:pt x="94434" y="0"/>
                </a:lnTo>
                <a:lnTo>
                  <a:pt x="94434" y="17036"/>
                </a:lnTo>
                <a:moveTo>
                  <a:pt x="92376" y="14026"/>
                </a:moveTo>
                <a:lnTo>
                  <a:pt x="92376" y="7007"/>
                </a:lnTo>
                <a:cubicBezTo>
                  <a:pt x="91821" y="6759"/>
                  <a:pt x="91324" y="6588"/>
                  <a:pt x="90887" y="6493"/>
                </a:cubicBezTo>
                <a:cubicBezTo>
                  <a:pt x="90449" y="6398"/>
                  <a:pt x="89970" y="6350"/>
                  <a:pt x="89452" y="6350"/>
                </a:cubicBezTo>
                <a:cubicBezTo>
                  <a:pt x="88299" y="6350"/>
                  <a:pt x="87401" y="6752"/>
                  <a:pt x="86759" y="7555"/>
                </a:cubicBezTo>
                <a:cubicBezTo>
                  <a:pt x="86116" y="8358"/>
                  <a:pt x="85795" y="9496"/>
                  <a:pt x="85795" y="10971"/>
                </a:cubicBezTo>
                <a:cubicBezTo>
                  <a:pt x="85795" y="12423"/>
                  <a:pt x="86043" y="13527"/>
                  <a:pt x="86540" y="14283"/>
                </a:cubicBezTo>
                <a:cubicBezTo>
                  <a:pt x="87036" y="15038"/>
                  <a:pt x="87832" y="15416"/>
                  <a:pt x="88927" y="15416"/>
                </a:cubicBezTo>
                <a:cubicBezTo>
                  <a:pt x="89511" y="15416"/>
                  <a:pt x="90102" y="15286"/>
                  <a:pt x="90700" y="15027"/>
                </a:cubicBezTo>
                <a:cubicBezTo>
                  <a:pt x="91299" y="14768"/>
                  <a:pt x="91857" y="14434"/>
                  <a:pt x="92376" y="14026"/>
                </a:cubicBezTo>
                <a:close/>
                <a:moveTo>
                  <a:pt x="107989" y="17036"/>
                </a:moveTo>
                <a:lnTo>
                  <a:pt x="105941" y="17036"/>
                </a:lnTo>
                <a:lnTo>
                  <a:pt x="105941" y="15742"/>
                </a:lnTo>
                <a:cubicBezTo>
                  <a:pt x="105759" y="15867"/>
                  <a:pt x="105512" y="16040"/>
                  <a:pt x="105202" y="16263"/>
                </a:cubicBezTo>
                <a:cubicBezTo>
                  <a:pt x="104892" y="16486"/>
                  <a:pt x="104591" y="16663"/>
                  <a:pt x="104299" y="16795"/>
                </a:cubicBezTo>
                <a:cubicBezTo>
                  <a:pt x="103956" y="16963"/>
                  <a:pt x="103562" y="17104"/>
                  <a:pt x="103116" y="17217"/>
                </a:cubicBezTo>
                <a:cubicBezTo>
                  <a:pt x="102671" y="17330"/>
                  <a:pt x="102149" y="17387"/>
                  <a:pt x="101551" y="17387"/>
                </a:cubicBezTo>
                <a:cubicBezTo>
                  <a:pt x="100449" y="17387"/>
                  <a:pt x="99514" y="17021"/>
                  <a:pt x="98748" y="16291"/>
                </a:cubicBezTo>
                <a:cubicBezTo>
                  <a:pt x="97981" y="15560"/>
                  <a:pt x="97598" y="14628"/>
                  <a:pt x="97598" y="13495"/>
                </a:cubicBezTo>
                <a:cubicBezTo>
                  <a:pt x="97598" y="12567"/>
                  <a:pt x="97797" y="11816"/>
                  <a:pt x="98195" y="11242"/>
                </a:cubicBezTo>
                <a:cubicBezTo>
                  <a:pt x="98593" y="10668"/>
                  <a:pt x="99160" y="10217"/>
                  <a:pt x="99897" y="9888"/>
                </a:cubicBezTo>
                <a:cubicBezTo>
                  <a:pt x="100642" y="9559"/>
                  <a:pt x="101536" y="9336"/>
                  <a:pt x="102580" y="9219"/>
                </a:cubicBezTo>
                <a:cubicBezTo>
                  <a:pt x="103624" y="9102"/>
                  <a:pt x="104744" y="9015"/>
                  <a:pt x="105941" y="8956"/>
                </a:cubicBezTo>
                <a:lnTo>
                  <a:pt x="105941" y="8636"/>
                </a:lnTo>
                <a:cubicBezTo>
                  <a:pt x="105941" y="8165"/>
                  <a:pt x="105859" y="7775"/>
                  <a:pt x="105695" y="7466"/>
                </a:cubicBezTo>
                <a:cubicBezTo>
                  <a:pt x="105531" y="7157"/>
                  <a:pt x="105295" y="6914"/>
                  <a:pt x="104989" y="6737"/>
                </a:cubicBezTo>
                <a:cubicBezTo>
                  <a:pt x="104697" y="6568"/>
                  <a:pt x="104346" y="6454"/>
                  <a:pt x="103938" y="6395"/>
                </a:cubicBezTo>
                <a:cubicBezTo>
                  <a:pt x="103529" y="6336"/>
                  <a:pt x="103102" y="6307"/>
                  <a:pt x="102657" y="6307"/>
                </a:cubicBezTo>
                <a:cubicBezTo>
                  <a:pt x="102116" y="6307"/>
                  <a:pt x="101514" y="6380"/>
                  <a:pt x="100850" y="6526"/>
                </a:cubicBezTo>
                <a:cubicBezTo>
                  <a:pt x="100186" y="6672"/>
                  <a:pt x="99500" y="6883"/>
                  <a:pt x="98792" y="7161"/>
                </a:cubicBezTo>
                <a:lnTo>
                  <a:pt x="98682" y="7161"/>
                </a:lnTo>
                <a:lnTo>
                  <a:pt x="98682" y="5069"/>
                </a:lnTo>
                <a:cubicBezTo>
                  <a:pt x="99084" y="4960"/>
                  <a:pt x="99664" y="4839"/>
                  <a:pt x="100423" y="4708"/>
                </a:cubicBezTo>
                <a:cubicBezTo>
                  <a:pt x="101182" y="4577"/>
                  <a:pt x="101930" y="4511"/>
                  <a:pt x="102667" y="4511"/>
                </a:cubicBezTo>
                <a:cubicBezTo>
                  <a:pt x="103529" y="4511"/>
                  <a:pt x="104279" y="4582"/>
                  <a:pt x="104917" y="4724"/>
                </a:cubicBezTo>
                <a:cubicBezTo>
                  <a:pt x="105556" y="4867"/>
                  <a:pt x="106109" y="5109"/>
                  <a:pt x="106576" y="5453"/>
                </a:cubicBezTo>
                <a:cubicBezTo>
                  <a:pt x="107036" y="5788"/>
                  <a:pt x="107386" y="6223"/>
                  <a:pt x="107627" y="6755"/>
                </a:cubicBezTo>
                <a:cubicBezTo>
                  <a:pt x="107868" y="7288"/>
                  <a:pt x="107989" y="7949"/>
                  <a:pt x="107989" y="8737"/>
                </a:cubicBezTo>
                <a:lnTo>
                  <a:pt x="107989" y="17036"/>
                </a:lnTo>
                <a:moveTo>
                  <a:pt x="105941" y="14041"/>
                </a:moveTo>
                <a:lnTo>
                  <a:pt x="105941" y="10620"/>
                </a:lnTo>
                <a:cubicBezTo>
                  <a:pt x="105313" y="10657"/>
                  <a:pt x="104574" y="10712"/>
                  <a:pt x="103724" y="10786"/>
                </a:cubicBezTo>
                <a:cubicBezTo>
                  <a:pt x="102874" y="10859"/>
                  <a:pt x="102200" y="10965"/>
                  <a:pt x="101704" y="11104"/>
                </a:cubicBezTo>
                <a:cubicBezTo>
                  <a:pt x="101113" y="11273"/>
                  <a:pt x="100635" y="11535"/>
                  <a:pt x="100270" y="11891"/>
                </a:cubicBezTo>
                <a:cubicBezTo>
                  <a:pt x="99905" y="12246"/>
                  <a:pt x="99722" y="12736"/>
                  <a:pt x="99722" y="13359"/>
                </a:cubicBezTo>
                <a:cubicBezTo>
                  <a:pt x="99722" y="14063"/>
                  <a:pt x="99934" y="14593"/>
                  <a:pt x="100357" y="14948"/>
                </a:cubicBezTo>
                <a:cubicBezTo>
                  <a:pt x="100781" y="15304"/>
                  <a:pt x="101427" y="15482"/>
                  <a:pt x="102295" y="15482"/>
                </a:cubicBezTo>
                <a:cubicBezTo>
                  <a:pt x="103018" y="15482"/>
                  <a:pt x="103678" y="15341"/>
                  <a:pt x="104277" y="15058"/>
                </a:cubicBezTo>
                <a:cubicBezTo>
                  <a:pt x="104876" y="14776"/>
                  <a:pt x="105430" y="14437"/>
                  <a:pt x="105941" y="14041"/>
                </a:cubicBezTo>
                <a:close/>
                <a:moveTo>
                  <a:pt x="122189" y="11124"/>
                </a:moveTo>
                <a:lnTo>
                  <a:pt x="113178" y="11124"/>
                </a:lnTo>
                <a:cubicBezTo>
                  <a:pt x="113178" y="11878"/>
                  <a:pt x="113291" y="12534"/>
                  <a:pt x="113518" y="13094"/>
                </a:cubicBezTo>
                <a:cubicBezTo>
                  <a:pt x="113744" y="13654"/>
                  <a:pt x="114054" y="14113"/>
                  <a:pt x="114448" y="14472"/>
                </a:cubicBezTo>
                <a:cubicBezTo>
                  <a:pt x="114828" y="14823"/>
                  <a:pt x="115279" y="15086"/>
                  <a:pt x="115801" y="15262"/>
                </a:cubicBezTo>
                <a:cubicBezTo>
                  <a:pt x="116322" y="15438"/>
                  <a:pt x="116897" y="15526"/>
                  <a:pt x="117525" y="15526"/>
                </a:cubicBezTo>
                <a:cubicBezTo>
                  <a:pt x="118357" y="15526"/>
                  <a:pt x="119195" y="15358"/>
                  <a:pt x="120038" y="15024"/>
                </a:cubicBezTo>
                <a:cubicBezTo>
                  <a:pt x="120881" y="14689"/>
                  <a:pt x="121481" y="14360"/>
                  <a:pt x="121839" y="14036"/>
                </a:cubicBezTo>
                <a:lnTo>
                  <a:pt x="121948" y="14036"/>
                </a:lnTo>
                <a:lnTo>
                  <a:pt x="121948" y="16289"/>
                </a:lnTo>
                <a:cubicBezTo>
                  <a:pt x="121255" y="16581"/>
                  <a:pt x="120547" y="16827"/>
                  <a:pt x="119824" y="17024"/>
                </a:cubicBezTo>
                <a:cubicBezTo>
                  <a:pt x="119102" y="17222"/>
                  <a:pt x="118343" y="17321"/>
                  <a:pt x="117547" y="17321"/>
                </a:cubicBezTo>
                <a:cubicBezTo>
                  <a:pt x="115518" y="17321"/>
                  <a:pt x="113934" y="16771"/>
                  <a:pt x="112795" y="15671"/>
                </a:cubicBezTo>
                <a:cubicBezTo>
                  <a:pt x="111656" y="14570"/>
                  <a:pt x="111087" y="13007"/>
                  <a:pt x="111087" y="10982"/>
                </a:cubicBezTo>
                <a:cubicBezTo>
                  <a:pt x="111087" y="8979"/>
                  <a:pt x="111633" y="7388"/>
                  <a:pt x="112724" y="6211"/>
                </a:cubicBezTo>
                <a:cubicBezTo>
                  <a:pt x="113815" y="5034"/>
                  <a:pt x="115251" y="4445"/>
                  <a:pt x="117032" y="4445"/>
                </a:cubicBezTo>
                <a:cubicBezTo>
                  <a:pt x="118682" y="4445"/>
                  <a:pt x="119954" y="4928"/>
                  <a:pt x="120848" y="5893"/>
                </a:cubicBezTo>
                <a:cubicBezTo>
                  <a:pt x="121742" y="6858"/>
                  <a:pt x="122189" y="8229"/>
                  <a:pt x="122189" y="10006"/>
                </a:cubicBezTo>
                <a:lnTo>
                  <a:pt x="122189" y="11124"/>
                </a:lnTo>
                <a:moveTo>
                  <a:pt x="120186" y="9547"/>
                </a:moveTo>
                <a:cubicBezTo>
                  <a:pt x="120178" y="8467"/>
                  <a:pt x="119906" y="7631"/>
                  <a:pt x="119370" y="7040"/>
                </a:cubicBezTo>
                <a:cubicBezTo>
                  <a:pt x="118833" y="6449"/>
                  <a:pt x="118018" y="6153"/>
                  <a:pt x="116923" y="6153"/>
                </a:cubicBezTo>
                <a:cubicBezTo>
                  <a:pt x="115821" y="6153"/>
                  <a:pt x="114943" y="6478"/>
                  <a:pt x="114290" y="7128"/>
                </a:cubicBezTo>
                <a:cubicBezTo>
                  <a:pt x="113636" y="7777"/>
                  <a:pt x="113266" y="8584"/>
                  <a:pt x="113178" y="9547"/>
                </a:cubicBezTo>
                <a:lnTo>
                  <a:pt x="120186" y="954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3B4373-7376-4293-B0C4-C8EAD4535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9" y="2232168"/>
            <a:ext cx="156474" cy="108336"/>
          </a:xfrm>
          <a:custGeom xmlns:a="http://schemas.openxmlformats.org/drawingml/2006/main">
            <a:pathLst>
              <a:path w="156474" h="108336">
                <a:moveTo>
                  <a:pt x="0" y="0"/>
                </a:moveTo>
                <a:lnTo>
                  <a:pt x="156474" y="0"/>
                </a:lnTo>
                <a:lnTo>
                  <a:pt x="156474" y="108336"/>
                </a:lnTo>
                <a:lnTo>
                  <a:pt x="0" y="1083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E4C73C-AC43-4407-8923-A823115E3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9" y="2232169"/>
            <a:ext cx="156474" cy="108338"/>
          </a:xfrm>
          <a:custGeom xmlns:a="http://schemas.openxmlformats.org/drawingml/2006/main">
            <a:pathLst>
              <a:path w="156474" h="108338" fill="none">
                <a:moveTo>
                  <a:pt x="0" y="0"/>
                </a:moveTo>
                <a:lnTo>
                  <a:pt x="156474" y="0"/>
                </a:lnTo>
                <a:lnTo>
                  <a:pt x="156474" y="108338"/>
                </a:lnTo>
                <a:lnTo>
                  <a:pt x="0" y="10833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49" name="Text Papilionidae">
            <a:extLst xmlns:a="http://schemas.openxmlformats.org/drawingml/2006/main">
              <a:ext uri="{FF2B5EF4-FFF2-40B4-BE49-F238E27FC236}">
                <a16:creationId xmlns:a16="http://schemas.microsoft.com/office/drawing/2014/main" id="{00B14147-D2F3-463C-B2F2-951C8726E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1483" y="2259166"/>
            <a:ext cx="108558" cy="17872"/>
          </a:xfrm>
          <a:custGeom xmlns:a="http://schemas.openxmlformats.org/drawingml/2006/main">
            <a:pathLst>
              <a:path w="108558" h="17872">
                <a:moveTo>
                  <a:pt x="8845" y="4686"/>
                </a:moveTo>
                <a:cubicBezTo>
                  <a:pt x="8845" y="5285"/>
                  <a:pt x="8741" y="5841"/>
                  <a:pt x="8532" y="6352"/>
                </a:cubicBezTo>
                <a:cubicBezTo>
                  <a:pt x="8323" y="6864"/>
                  <a:pt x="8031" y="7307"/>
                  <a:pt x="7656" y="7683"/>
                </a:cubicBezTo>
                <a:cubicBezTo>
                  <a:pt x="7189" y="8149"/>
                  <a:pt x="6638" y="8499"/>
                  <a:pt x="6003" y="8732"/>
                </a:cubicBezTo>
                <a:cubicBezTo>
                  <a:pt x="5367" y="8965"/>
                  <a:pt x="4565" y="9081"/>
                  <a:pt x="3596" y="9081"/>
                </a:cubicBezTo>
                <a:lnTo>
                  <a:pt x="1798" y="9081"/>
                </a:lnTo>
                <a:lnTo>
                  <a:pt x="1798" y="14131"/>
                </a:lnTo>
                <a:lnTo>
                  <a:pt x="0" y="14131"/>
                </a:lnTo>
                <a:lnTo>
                  <a:pt x="0" y="599"/>
                </a:lnTo>
                <a:lnTo>
                  <a:pt x="3669" y="599"/>
                </a:lnTo>
                <a:cubicBezTo>
                  <a:pt x="4480" y="599"/>
                  <a:pt x="5167" y="667"/>
                  <a:pt x="5730" y="804"/>
                </a:cubicBezTo>
                <a:cubicBezTo>
                  <a:pt x="6293" y="940"/>
                  <a:pt x="6793" y="1153"/>
                  <a:pt x="7229" y="1444"/>
                </a:cubicBezTo>
                <a:cubicBezTo>
                  <a:pt x="7743" y="1789"/>
                  <a:pt x="8141" y="2219"/>
                  <a:pt x="8423" y="2733"/>
                </a:cubicBezTo>
                <a:cubicBezTo>
                  <a:pt x="8704" y="3248"/>
                  <a:pt x="8845" y="3899"/>
                  <a:pt x="8845" y="4686"/>
                </a:cubicBezTo>
                <a:moveTo>
                  <a:pt x="6974" y="4728"/>
                </a:moveTo>
                <a:cubicBezTo>
                  <a:pt x="6974" y="4265"/>
                  <a:pt x="6893" y="3863"/>
                  <a:pt x="6729" y="3521"/>
                </a:cubicBezTo>
                <a:cubicBezTo>
                  <a:pt x="6566" y="3179"/>
                  <a:pt x="6318" y="2900"/>
                  <a:pt x="5985" y="2684"/>
                </a:cubicBezTo>
                <a:cubicBezTo>
                  <a:pt x="5694" y="2498"/>
                  <a:pt x="5363" y="2364"/>
                  <a:pt x="4990" y="2283"/>
                </a:cubicBezTo>
                <a:cubicBezTo>
                  <a:pt x="4618" y="2202"/>
                  <a:pt x="4147" y="2161"/>
                  <a:pt x="3578" y="2161"/>
                </a:cubicBezTo>
                <a:lnTo>
                  <a:pt x="1798" y="2161"/>
                </a:lnTo>
                <a:lnTo>
                  <a:pt x="1798" y="7519"/>
                </a:lnTo>
                <a:lnTo>
                  <a:pt x="3315" y="7519"/>
                </a:lnTo>
                <a:cubicBezTo>
                  <a:pt x="4041" y="7519"/>
                  <a:pt x="4631" y="7455"/>
                  <a:pt x="5086" y="7326"/>
                </a:cubicBezTo>
                <a:cubicBezTo>
                  <a:pt x="5540" y="7197"/>
                  <a:pt x="5909" y="6991"/>
                  <a:pt x="6193" y="6709"/>
                </a:cubicBezTo>
                <a:cubicBezTo>
                  <a:pt x="6478" y="6421"/>
                  <a:pt x="6679" y="6118"/>
                  <a:pt x="6797" y="5800"/>
                </a:cubicBezTo>
                <a:cubicBezTo>
                  <a:pt x="6915" y="5481"/>
                  <a:pt x="6974" y="5124"/>
                  <a:pt x="6974" y="4728"/>
                </a:cubicBezTo>
                <a:close/>
                <a:moveTo>
                  <a:pt x="18962" y="14131"/>
                </a:moveTo>
                <a:lnTo>
                  <a:pt x="17264" y="14131"/>
                </a:lnTo>
                <a:lnTo>
                  <a:pt x="17264" y="13057"/>
                </a:lnTo>
                <a:cubicBezTo>
                  <a:pt x="17112" y="13160"/>
                  <a:pt x="16908" y="13304"/>
                  <a:pt x="16651" y="13489"/>
                </a:cubicBezTo>
                <a:cubicBezTo>
                  <a:pt x="16393" y="13674"/>
                  <a:pt x="16144" y="13821"/>
                  <a:pt x="15901" y="13930"/>
                </a:cubicBezTo>
                <a:cubicBezTo>
                  <a:pt x="15617" y="14070"/>
                  <a:pt x="15290" y="14186"/>
                  <a:pt x="14921" y="14280"/>
                </a:cubicBezTo>
                <a:cubicBezTo>
                  <a:pt x="14551" y="14374"/>
                  <a:pt x="14118" y="14421"/>
                  <a:pt x="13622" y="14421"/>
                </a:cubicBezTo>
                <a:cubicBezTo>
                  <a:pt x="12708" y="14421"/>
                  <a:pt x="11933" y="14118"/>
                  <a:pt x="11297" y="13512"/>
                </a:cubicBezTo>
                <a:cubicBezTo>
                  <a:pt x="10661" y="12906"/>
                  <a:pt x="10344" y="12133"/>
                  <a:pt x="10344" y="11193"/>
                </a:cubicBezTo>
                <a:cubicBezTo>
                  <a:pt x="10344" y="10423"/>
                  <a:pt x="10509" y="9800"/>
                  <a:pt x="10839" y="9325"/>
                </a:cubicBezTo>
                <a:cubicBezTo>
                  <a:pt x="11168" y="8849"/>
                  <a:pt x="11639" y="8474"/>
                  <a:pt x="12251" y="8202"/>
                </a:cubicBezTo>
                <a:cubicBezTo>
                  <a:pt x="12868" y="7929"/>
                  <a:pt x="13610" y="7744"/>
                  <a:pt x="14476" y="7647"/>
                </a:cubicBezTo>
                <a:cubicBezTo>
                  <a:pt x="15341" y="7550"/>
                  <a:pt x="16271" y="7477"/>
                  <a:pt x="17264" y="7429"/>
                </a:cubicBezTo>
                <a:lnTo>
                  <a:pt x="17264" y="7163"/>
                </a:lnTo>
                <a:cubicBezTo>
                  <a:pt x="17264" y="6772"/>
                  <a:pt x="17195" y="6449"/>
                  <a:pt x="17059" y="6192"/>
                </a:cubicBezTo>
                <a:cubicBezTo>
                  <a:pt x="16923" y="5936"/>
                  <a:pt x="16728" y="5734"/>
                  <a:pt x="16474" y="5588"/>
                </a:cubicBezTo>
                <a:cubicBezTo>
                  <a:pt x="16231" y="5447"/>
                  <a:pt x="15941" y="5353"/>
                  <a:pt x="15602" y="5304"/>
                </a:cubicBezTo>
                <a:cubicBezTo>
                  <a:pt x="15263" y="5255"/>
                  <a:pt x="14908" y="5231"/>
                  <a:pt x="14539" y="5231"/>
                </a:cubicBezTo>
                <a:cubicBezTo>
                  <a:pt x="14091" y="5231"/>
                  <a:pt x="13592" y="5291"/>
                  <a:pt x="13041" y="5413"/>
                </a:cubicBezTo>
                <a:cubicBezTo>
                  <a:pt x="12490" y="5534"/>
                  <a:pt x="11921" y="5709"/>
                  <a:pt x="11333" y="5939"/>
                </a:cubicBezTo>
                <a:lnTo>
                  <a:pt x="11243" y="5939"/>
                </a:lnTo>
                <a:lnTo>
                  <a:pt x="11243" y="4205"/>
                </a:lnTo>
                <a:cubicBezTo>
                  <a:pt x="11576" y="4114"/>
                  <a:pt x="12057" y="4014"/>
                  <a:pt x="12687" y="3905"/>
                </a:cubicBezTo>
                <a:cubicBezTo>
                  <a:pt x="13316" y="3796"/>
                  <a:pt x="13937" y="3742"/>
                  <a:pt x="14548" y="3742"/>
                </a:cubicBezTo>
                <a:cubicBezTo>
                  <a:pt x="15263" y="3742"/>
                  <a:pt x="15885" y="3801"/>
                  <a:pt x="16414" y="3919"/>
                </a:cubicBezTo>
                <a:cubicBezTo>
                  <a:pt x="16944" y="4037"/>
                  <a:pt x="17403" y="4238"/>
                  <a:pt x="17790" y="4523"/>
                </a:cubicBezTo>
                <a:cubicBezTo>
                  <a:pt x="18172" y="4801"/>
                  <a:pt x="18462" y="5161"/>
                  <a:pt x="18662" y="5603"/>
                </a:cubicBezTo>
                <a:cubicBezTo>
                  <a:pt x="18862" y="6045"/>
                  <a:pt x="18962" y="6593"/>
                  <a:pt x="18962" y="7247"/>
                </a:cubicBezTo>
                <a:lnTo>
                  <a:pt x="18962" y="14131"/>
                </a:lnTo>
                <a:moveTo>
                  <a:pt x="17264" y="11646"/>
                </a:moveTo>
                <a:lnTo>
                  <a:pt x="17264" y="8809"/>
                </a:lnTo>
                <a:cubicBezTo>
                  <a:pt x="16743" y="8839"/>
                  <a:pt x="16130" y="8885"/>
                  <a:pt x="15425" y="8946"/>
                </a:cubicBezTo>
                <a:cubicBezTo>
                  <a:pt x="14719" y="9007"/>
                  <a:pt x="14161" y="9095"/>
                  <a:pt x="13749" y="9210"/>
                </a:cubicBezTo>
                <a:cubicBezTo>
                  <a:pt x="13259" y="9350"/>
                  <a:pt x="12862" y="9568"/>
                  <a:pt x="12559" y="9863"/>
                </a:cubicBezTo>
                <a:cubicBezTo>
                  <a:pt x="12257" y="10158"/>
                  <a:pt x="12105" y="10564"/>
                  <a:pt x="12105" y="11080"/>
                </a:cubicBezTo>
                <a:cubicBezTo>
                  <a:pt x="12105" y="11664"/>
                  <a:pt x="12281" y="12104"/>
                  <a:pt x="12632" y="12399"/>
                </a:cubicBezTo>
                <a:cubicBezTo>
                  <a:pt x="12983" y="12694"/>
                  <a:pt x="13519" y="12841"/>
                  <a:pt x="14239" y="12841"/>
                </a:cubicBezTo>
                <a:cubicBezTo>
                  <a:pt x="14839" y="12841"/>
                  <a:pt x="15387" y="12724"/>
                  <a:pt x="15883" y="12490"/>
                </a:cubicBezTo>
                <a:cubicBezTo>
                  <a:pt x="16380" y="12256"/>
                  <a:pt x="16840" y="11974"/>
                  <a:pt x="17264" y="11646"/>
                </a:cubicBezTo>
                <a:close/>
                <a:moveTo>
                  <a:pt x="31176" y="8927"/>
                </a:moveTo>
                <a:cubicBezTo>
                  <a:pt x="31176" y="9752"/>
                  <a:pt x="31058" y="10505"/>
                  <a:pt x="30822" y="11187"/>
                </a:cubicBezTo>
                <a:cubicBezTo>
                  <a:pt x="30586" y="11870"/>
                  <a:pt x="30253" y="12447"/>
                  <a:pt x="29823" y="12920"/>
                </a:cubicBezTo>
                <a:cubicBezTo>
                  <a:pt x="29423" y="13369"/>
                  <a:pt x="28953" y="13716"/>
                  <a:pt x="28411" y="13962"/>
                </a:cubicBezTo>
                <a:cubicBezTo>
                  <a:pt x="27869" y="14208"/>
                  <a:pt x="27295" y="14330"/>
                  <a:pt x="26690" y="14330"/>
                </a:cubicBezTo>
                <a:cubicBezTo>
                  <a:pt x="26163" y="14330"/>
                  <a:pt x="25686" y="14273"/>
                  <a:pt x="25260" y="14158"/>
                </a:cubicBezTo>
                <a:cubicBezTo>
                  <a:pt x="24833" y="14042"/>
                  <a:pt x="24398" y="13863"/>
                  <a:pt x="23956" y="13621"/>
                </a:cubicBezTo>
                <a:lnTo>
                  <a:pt x="23956" y="17872"/>
                </a:lnTo>
                <a:lnTo>
                  <a:pt x="22249" y="17872"/>
                </a:lnTo>
                <a:lnTo>
                  <a:pt x="22249" y="3978"/>
                </a:lnTo>
                <a:lnTo>
                  <a:pt x="23956" y="3978"/>
                </a:lnTo>
                <a:lnTo>
                  <a:pt x="23956" y="5033"/>
                </a:lnTo>
                <a:cubicBezTo>
                  <a:pt x="24411" y="4651"/>
                  <a:pt x="24921" y="4332"/>
                  <a:pt x="25487" y="4074"/>
                </a:cubicBezTo>
                <a:cubicBezTo>
                  <a:pt x="26053" y="3816"/>
                  <a:pt x="26657" y="3687"/>
                  <a:pt x="27298" y="3687"/>
                </a:cubicBezTo>
                <a:cubicBezTo>
                  <a:pt x="28521" y="3687"/>
                  <a:pt x="29473" y="4150"/>
                  <a:pt x="30154" y="5074"/>
                </a:cubicBezTo>
                <a:cubicBezTo>
                  <a:pt x="30836" y="5999"/>
                  <a:pt x="31176" y="7283"/>
                  <a:pt x="31176" y="8927"/>
                </a:cubicBezTo>
                <a:moveTo>
                  <a:pt x="29414" y="8972"/>
                </a:moveTo>
                <a:cubicBezTo>
                  <a:pt x="29414" y="7749"/>
                  <a:pt x="29205" y="6835"/>
                  <a:pt x="28788" y="6230"/>
                </a:cubicBezTo>
                <a:cubicBezTo>
                  <a:pt x="28370" y="5624"/>
                  <a:pt x="27728" y="5322"/>
                  <a:pt x="26862" y="5322"/>
                </a:cubicBezTo>
                <a:cubicBezTo>
                  <a:pt x="26372" y="5322"/>
                  <a:pt x="25879" y="5428"/>
                  <a:pt x="25382" y="5640"/>
                </a:cubicBezTo>
                <a:cubicBezTo>
                  <a:pt x="24886" y="5851"/>
                  <a:pt x="24411" y="6130"/>
                  <a:pt x="23956" y="6475"/>
                </a:cubicBezTo>
                <a:lnTo>
                  <a:pt x="23956" y="12223"/>
                </a:lnTo>
                <a:cubicBezTo>
                  <a:pt x="24441" y="12441"/>
                  <a:pt x="24857" y="12590"/>
                  <a:pt x="25205" y="12668"/>
                </a:cubicBezTo>
                <a:cubicBezTo>
                  <a:pt x="25553" y="12747"/>
                  <a:pt x="25948" y="12787"/>
                  <a:pt x="26390" y="12787"/>
                </a:cubicBezTo>
                <a:cubicBezTo>
                  <a:pt x="27341" y="12787"/>
                  <a:pt x="28082" y="12466"/>
                  <a:pt x="28615" y="11824"/>
                </a:cubicBezTo>
                <a:cubicBezTo>
                  <a:pt x="29148" y="11182"/>
                  <a:pt x="29414" y="10232"/>
                  <a:pt x="29414" y="8972"/>
                </a:cubicBezTo>
                <a:close/>
                <a:moveTo>
                  <a:pt x="35671" y="2288"/>
                </a:moveTo>
                <a:lnTo>
                  <a:pt x="33746" y="2288"/>
                </a:lnTo>
                <a:lnTo>
                  <a:pt x="33746" y="509"/>
                </a:lnTo>
                <a:lnTo>
                  <a:pt x="35671" y="509"/>
                </a:lnTo>
                <a:lnTo>
                  <a:pt x="35671" y="2288"/>
                </a:lnTo>
                <a:moveTo>
                  <a:pt x="35562" y="14131"/>
                </a:moveTo>
                <a:lnTo>
                  <a:pt x="33855" y="14131"/>
                </a:lnTo>
                <a:lnTo>
                  <a:pt x="33855" y="3978"/>
                </a:lnTo>
                <a:lnTo>
                  <a:pt x="35562" y="3978"/>
                </a:lnTo>
                <a:lnTo>
                  <a:pt x="35562" y="14131"/>
                </a:lnTo>
                <a:close/>
                <a:moveTo>
                  <a:pt x="40666" y="14131"/>
                </a:moveTo>
                <a:lnTo>
                  <a:pt x="38959" y="14131"/>
                </a:lnTo>
                <a:lnTo>
                  <a:pt x="38959" y="0"/>
                </a:lnTo>
                <a:lnTo>
                  <a:pt x="40666" y="0"/>
                </a:lnTo>
                <a:lnTo>
                  <a:pt x="40666" y="14131"/>
                </a:lnTo>
                <a:close/>
                <a:moveTo>
                  <a:pt x="45879" y="2288"/>
                </a:moveTo>
                <a:lnTo>
                  <a:pt x="43953" y="2288"/>
                </a:lnTo>
                <a:lnTo>
                  <a:pt x="43953" y="509"/>
                </a:lnTo>
                <a:lnTo>
                  <a:pt x="45879" y="509"/>
                </a:lnTo>
                <a:lnTo>
                  <a:pt x="45879" y="2288"/>
                </a:lnTo>
                <a:moveTo>
                  <a:pt x="45770" y="14131"/>
                </a:moveTo>
                <a:lnTo>
                  <a:pt x="44062" y="14131"/>
                </a:lnTo>
                <a:lnTo>
                  <a:pt x="44062" y="3978"/>
                </a:lnTo>
                <a:lnTo>
                  <a:pt x="45770" y="3978"/>
                </a:lnTo>
                <a:lnTo>
                  <a:pt x="45770" y="14131"/>
                </a:lnTo>
                <a:close/>
                <a:moveTo>
                  <a:pt x="57793" y="9059"/>
                </a:moveTo>
                <a:cubicBezTo>
                  <a:pt x="57793" y="10716"/>
                  <a:pt x="57370" y="12024"/>
                  <a:pt x="56522" y="12983"/>
                </a:cubicBezTo>
                <a:cubicBezTo>
                  <a:pt x="55674" y="13942"/>
                  <a:pt x="54539" y="14421"/>
                  <a:pt x="53116" y="14421"/>
                </a:cubicBezTo>
                <a:cubicBezTo>
                  <a:pt x="51682" y="14421"/>
                  <a:pt x="50542" y="13942"/>
                  <a:pt x="49697" y="12983"/>
                </a:cubicBezTo>
                <a:cubicBezTo>
                  <a:pt x="48853" y="12024"/>
                  <a:pt x="48431" y="10716"/>
                  <a:pt x="48431" y="9059"/>
                </a:cubicBezTo>
                <a:cubicBezTo>
                  <a:pt x="48431" y="7402"/>
                  <a:pt x="48853" y="6092"/>
                  <a:pt x="49697" y="5130"/>
                </a:cubicBezTo>
                <a:cubicBezTo>
                  <a:pt x="50542" y="4168"/>
                  <a:pt x="51682" y="3687"/>
                  <a:pt x="53116" y="3687"/>
                </a:cubicBezTo>
                <a:cubicBezTo>
                  <a:pt x="54539" y="3687"/>
                  <a:pt x="55674" y="4168"/>
                  <a:pt x="56522" y="5130"/>
                </a:cubicBezTo>
                <a:cubicBezTo>
                  <a:pt x="57370" y="6092"/>
                  <a:pt x="57793" y="7402"/>
                  <a:pt x="57793" y="9059"/>
                </a:cubicBezTo>
                <a:moveTo>
                  <a:pt x="56032" y="9059"/>
                </a:moveTo>
                <a:cubicBezTo>
                  <a:pt x="56032" y="7746"/>
                  <a:pt x="55774" y="6771"/>
                  <a:pt x="55260" y="6133"/>
                </a:cubicBezTo>
                <a:cubicBezTo>
                  <a:pt x="54745" y="5495"/>
                  <a:pt x="54031" y="5176"/>
                  <a:pt x="53116" y="5176"/>
                </a:cubicBezTo>
                <a:cubicBezTo>
                  <a:pt x="52190" y="5176"/>
                  <a:pt x="51471" y="5495"/>
                  <a:pt x="50960" y="6133"/>
                </a:cubicBezTo>
                <a:cubicBezTo>
                  <a:pt x="50448" y="6771"/>
                  <a:pt x="50192" y="7746"/>
                  <a:pt x="50192" y="9059"/>
                </a:cubicBezTo>
                <a:cubicBezTo>
                  <a:pt x="50192" y="10329"/>
                  <a:pt x="50450" y="11292"/>
                  <a:pt x="50964" y="11948"/>
                </a:cubicBezTo>
                <a:cubicBezTo>
                  <a:pt x="51479" y="12604"/>
                  <a:pt x="52196" y="12932"/>
                  <a:pt x="53116" y="12932"/>
                </a:cubicBezTo>
                <a:cubicBezTo>
                  <a:pt x="54025" y="12932"/>
                  <a:pt x="54738" y="12607"/>
                  <a:pt x="55255" y="11957"/>
                </a:cubicBezTo>
                <a:cubicBezTo>
                  <a:pt x="55773" y="11307"/>
                  <a:pt x="56032" y="10341"/>
                  <a:pt x="56032" y="9059"/>
                </a:cubicBezTo>
                <a:close/>
                <a:moveTo>
                  <a:pt x="68918" y="14131"/>
                </a:moveTo>
                <a:lnTo>
                  <a:pt x="67211" y="14131"/>
                </a:lnTo>
                <a:lnTo>
                  <a:pt x="67211" y="8349"/>
                </a:lnTo>
                <a:cubicBezTo>
                  <a:pt x="67211" y="7882"/>
                  <a:pt x="67183" y="7444"/>
                  <a:pt x="67129" y="7035"/>
                </a:cubicBezTo>
                <a:cubicBezTo>
                  <a:pt x="67075" y="6626"/>
                  <a:pt x="66975" y="6307"/>
                  <a:pt x="66829" y="6076"/>
                </a:cubicBezTo>
                <a:cubicBezTo>
                  <a:pt x="66678" y="5822"/>
                  <a:pt x="66460" y="5632"/>
                  <a:pt x="66175" y="5508"/>
                </a:cubicBezTo>
                <a:cubicBezTo>
                  <a:pt x="65891" y="5384"/>
                  <a:pt x="65522" y="5322"/>
                  <a:pt x="65068" y="5322"/>
                </a:cubicBezTo>
                <a:cubicBezTo>
                  <a:pt x="64601" y="5322"/>
                  <a:pt x="64114" y="5437"/>
                  <a:pt x="63605" y="5667"/>
                </a:cubicBezTo>
                <a:cubicBezTo>
                  <a:pt x="63097" y="5898"/>
                  <a:pt x="62610" y="6191"/>
                  <a:pt x="62143" y="6549"/>
                </a:cubicBezTo>
                <a:lnTo>
                  <a:pt x="62143" y="14131"/>
                </a:lnTo>
                <a:lnTo>
                  <a:pt x="60436" y="14131"/>
                </a:lnTo>
                <a:lnTo>
                  <a:pt x="60436" y="3978"/>
                </a:lnTo>
                <a:lnTo>
                  <a:pt x="62143" y="3978"/>
                </a:lnTo>
                <a:lnTo>
                  <a:pt x="62143" y="5097"/>
                </a:lnTo>
                <a:cubicBezTo>
                  <a:pt x="62676" y="4654"/>
                  <a:pt x="63227" y="4309"/>
                  <a:pt x="63796" y="4060"/>
                </a:cubicBezTo>
                <a:cubicBezTo>
                  <a:pt x="64365" y="3811"/>
                  <a:pt x="64949" y="3687"/>
                  <a:pt x="65549" y="3687"/>
                </a:cubicBezTo>
                <a:cubicBezTo>
                  <a:pt x="66645" y="3687"/>
                  <a:pt x="67480" y="4018"/>
                  <a:pt x="68055" y="4679"/>
                </a:cubicBezTo>
                <a:cubicBezTo>
                  <a:pt x="68630" y="5340"/>
                  <a:pt x="68918" y="6292"/>
                  <a:pt x="68918" y="7535"/>
                </a:cubicBezTo>
                <a:lnTo>
                  <a:pt x="68918" y="14131"/>
                </a:lnTo>
                <a:close/>
                <a:moveTo>
                  <a:pt x="74040" y="2288"/>
                </a:moveTo>
                <a:lnTo>
                  <a:pt x="72115" y="2288"/>
                </a:lnTo>
                <a:lnTo>
                  <a:pt x="72115" y="509"/>
                </a:lnTo>
                <a:lnTo>
                  <a:pt x="74040" y="509"/>
                </a:lnTo>
                <a:lnTo>
                  <a:pt x="74040" y="2288"/>
                </a:lnTo>
                <a:moveTo>
                  <a:pt x="73931" y="14131"/>
                </a:moveTo>
                <a:lnTo>
                  <a:pt x="72224" y="14131"/>
                </a:lnTo>
                <a:lnTo>
                  <a:pt x="72224" y="3978"/>
                </a:lnTo>
                <a:lnTo>
                  <a:pt x="73931" y="3978"/>
                </a:lnTo>
                <a:lnTo>
                  <a:pt x="73931" y="14131"/>
                </a:lnTo>
                <a:close/>
                <a:moveTo>
                  <a:pt x="85537" y="14131"/>
                </a:moveTo>
                <a:lnTo>
                  <a:pt x="83830" y="14131"/>
                </a:lnTo>
                <a:lnTo>
                  <a:pt x="83830" y="13074"/>
                </a:lnTo>
                <a:cubicBezTo>
                  <a:pt x="83339" y="13499"/>
                  <a:pt x="82828" y="13829"/>
                  <a:pt x="82295" y="14066"/>
                </a:cubicBezTo>
                <a:cubicBezTo>
                  <a:pt x="81762" y="14303"/>
                  <a:pt x="81184" y="14421"/>
                  <a:pt x="80560" y="14421"/>
                </a:cubicBezTo>
                <a:cubicBezTo>
                  <a:pt x="79349" y="14421"/>
                  <a:pt x="78388" y="13954"/>
                  <a:pt x="77677" y="13019"/>
                </a:cubicBezTo>
                <a:cubicBezTo>
                  <a:pt x="76966" y="12084"/>
                  <a:pt x="76610" y="10789"/>
                  <a:pt x="76610" y="9132"/>
                </a:cubicBezTo>
                <a:cubicBezTo>
                  <a:pt x="76610" y="8270"/>
                  <a:pt x="76732" y="7502"/>
                  <a:pt x="76978" y="6828"/>
                </a:cubicBezTo>
                <a:cubicBezTo>
                  <a:pt x="77223" y="6154"/>
                  <a:pt x="77554" y="5581"/>
                  <a:pt x="77972" y="5107"/>
                </a:cubicBezTo>
                <a:cubicBezTo>
                  <a:pt x="78384" y="4646"/>
                  <a:pt x="78864" y="4294"/>
                  <a:pt x="79411" y="4051"/>
                </a:cubicBezTo>
                <a:cubicBezTo>
                  <a:pt x="79959" y="3808"/>
                  <a:pt x="80527" y="3687"/>
                  <a:pt x="81114" y="3687"/>
                </a:cubicBezTo>
                <a:cubicBezTo>
                  <a:pt x="81647" y="3687"/>
                  <a:pt x="82119" y="3743"/>
                  <a:pt x="82531" y="3856"/>
                </a:cubicBezTo>
                <a:cubicBezTo>
                  <a:pt x="82943" y="3968"/>
                  <a:pt x="83375" y="4142"/>
                  <a:pt x="83830" y="4379"/>
                </a:cubicBezTo>
                <a:lnTo>
                  <a:pt x="83830" y="0"/>
                </a:lnTo>
                <a:lnTo>
                  <a:pt x="85537" y="0"/>
                </a:lnTo>
                <a:lnTo>
                  <a:pt x="85537" y="14131"/>
                </a:lnTo>
                <a:moveTo>
                  <a:pt x="83830" y="11633"/>
                </a:moveTo>
                <a:lnTo>
                  <a:pt x="83830" y="5812"/>
                </a:lnTo>
                <a:cubicBezTo>
                  <a:pt x="83369" y="5606"/>
                  <a:pt x="82958" y="5464"/>
                  <a:pt x="82594" y="5385"/>
                </a:cubicBezTo>
                <a:cubicBezTo>
                  <a:pt x="82231" y="5307"/>
                  <a:pt x="81835" y="5267"/>
                  <a:pt x="81405" y="5267"/>
                </a:cubicBezTo>
                <a:cubicBezTo>
                  <a:pt x="80448" y="5267"/>
                  <a:pt x="79704" y="5600"/>
                  <a:pt x="79171" y="6266"/>
                </a:cubicBezTo>
                <a:cubicBezTo>
                  <a:pt x="78638" y="6932"/>
                  <a:pt x="78372" y="7877"/>
                  <a:pt x="78372" y="9100"/>
                </a:cubicBezTo>
                <a:cubicBezTo>
                  <a:pt x="78372" y="10304"/>
                  <a:pt x="78577" y="11220"/>
                  <a:pt x="78989" y="11847"/>
                </a:cubicBezTo>
                <a:cubicBezTo>
                  <a:pt x="79401" y="12473"/>
                  <a:pt x="80061" y="12787"/>
                  <a:pt x="80969" y="12787"/>
                </a:cubicBezTo>
                <a:cubicBezTo>
                  <a:pt x="81453" y="12787"/>
                  <a:pt x="81944" y="12679"/>
                  <a:pt x="82440" y="12464"/>
                </a:cubicBezTo>
                <a:cubicBezTo>
                  <a:pt x="82937" y="12249"/>
                  <a:pt x="83400" y="11972"/>
                  <a:pt x="83830" y="11633"/>
                </a:cubicBezTo>
                <a:close/>
                <a:moveTo>
                  <a:pt x="96779" y="14131"/>
                </a:moveTo>
                <a:lnTo>
                  <a:pt x="95081" y="14131"/>
                </a:lnTo>
                <a:lnTo>
                  <a:pt x="95081" y="13057"/>
                </a:lnTo>
                <a:cubicBezTo>
                  <a:pt x="94930" y="13160"/>
                  <a:pt x="94726" y="13304"/>
                  <a:pt x="94468" y="13489"/>
                </a:cubicBezTo>
                <a:cubicBezTo>
                  <a:pt x="94211" y="13674"/>
                  <a:pt x="93961" y="13821"/>
                  <a:pt x="93719" y="13930"/>
                </a:cubicBezTo>
                <a:cubicBezTo>
                  <a:pt x="93434" y="14070"/>
                  <a:pt x="93108" y="14186"/>
                  <a:pt x="92738" y="14280"/>
                </a:cubicBezTo>
                <a:cubicBezTo>
                  <a:pt x="92369" y="14374"/>
                  <a:pt x="91936" y="14421"/>
                  <a:pt x="91440" y="14421"/>
                </a:cubicBezTo>
                <a:cubicBezTo>
                  <a:pt x="90525" y="14421"/>
                  <a:pt x="89750" y="14118"/>
                  <a:pt x="89115" y="13512"/>
                </a:cubicBezTo>
                <a:cubicBezTo>
                  <a:pt x="88479" y="12906"/>
                  <a:pt x="88161" y="12133"/>
                  <a:pt x="88161" y="11193"/>
                </a:cubicBezTo>
                <a:cubicBezTo>
                  <a:pt x="88161" y="10423"/>
                  <a:pt x="88326" y="9800"/>
                  <a:pt x="88656" y="9325"/>
                </a:cubicBezTo>
                <a:cubicBezTo>
                  <a:pt x="88986" y="8849"/>
                  <a:pt x="89457" y="8474"/>
                  <a:pt x="90068" y="8202"/>
                </a:cubicBezTo>
                <a:cubicBezTo>
                  <a:pt x="90686" y="7929"/>
                  <a:pt x="91427" y="7744"/>
                  <a:pt x="92293" y="7647"/>
                </a:cubicBezTo>
                <a:cubicBezTo>
                  <a:pt x="93159" y="7550"/>
                  <a:pt x="94088" y="7477"/>
                  <a:pt x="95081" y="7429"/>
                </a:cubicBezTo>
                <a:lnTo>
                  <a:pt x="95081" y="7163"/>
                </a:lnTo>
                <a:cubicBezTo>
                  <a:pt x="95081" y="6772"/>
                  <a:pt x="95013" y="6449"/>
                  <a:pt x="94877" y="6192"/>
                </a:cubicBezTo>
                <a:cubicBezTo>
                  <a:pt x="94741" y="5936"/>
                  <a:pt x="94545" y="5734"/>
                  <a:pt x="94291" y="5588"/>
                </a:cubicBezTo>
                <a:cubicBezTo>
                  <a:pt x="94049" y="5447"/>
                  <a:pt x="93758" y="5353"/>
                  <a:pt x="93419" y="5304"/>
                </a:cubicBezTo>
                <a:cubicBezTo>
                  <a:pt x="93080" y="5255"/>
                  <a:pt x="92726" y="5231"/>
                  <a:pt x="92357" y="5231"/>
                </a:cubicBezTo>
                <a:cubicBezTo>
                  <a:pt x="91909" y="5231"/>
                  <a:pt x="91409" y="5291"/>
                  <a:pt x="90858" y="5413"/>
                </a:cubicBezTo>
                <a:cubicBezTo>
                  <a:pt x="90307" y="5534"/>
                  <a:pt x="89738" y="5709"/>
                  <a:pt x="89151" y="5939"/>
                </a:cubicBezTo>
                <a:lnTo>
                  <a:pt x="89060" y="5939"/>
                </a:lnTo>
                <a:lnTo>
                  <a:pt x="89060" y="4205"/>
                </a:lnTo>
                <a:cubicBezTo>
                  <a:pt x="89393" y="4114"/>
                  <a:pt x="89875" y="4014"/>
                  <a:pt x="90504" y="3905"/>
                </a:cubicBezTo>
                <a:cubicBezTo>
                  <a:pt x="91134" y="3796"/>
                  <a:pt x="91754" y="3742"/>
                  <a:pt x="92366" y="3742"/>
                </a:cubicBezTo>
                <a:cubicBezTo>
                  <a:pt x="93080" y="3742"/>
                  <a:pt x="93702" y="3801"/>
                  <a:pt x="94232" y="3919"/>
                </a:cubicBezTo>
                <a:cubicBezTo>
                  <a:pt x="94762" y="4037"/>
                  <a:pt x="95220" y="4238"/>
                  <a:pt x="95608" y="4523"/>
                </a:cubicBezTo>
                <a:cubicBezTo>
                  <a:pt x="95989" y="4801"/>
                  <a:pt x="96280" y="5161"/>
                  <a:pt x="96480" y="5603"/>
                </a:cubicBezTo>
                <a:cubicBezTo>
                  <a:pt x="96680" y="6045"/>
                  <a:pt x="96779" y="6593"/>
                  <a:pt x="96779" y="7247"/>
                </a:cubicBezTo>
                <a:lnTo>
                  <a:pt x="96779" y="14131"/>
                </a:lnTo>
                <a:moveTo>
                  <a:pt x="95081" y="11646"/>
                </a:moveTo>
                <a:lnTo>
                  <a:pt x="95081" y="8809"/>
                </a:lnTo>
                <a:cubicBezTo>
                  <a:pt x="94561" y="8839"/>
                  <a:pt x="93948" y="8885"/>
                  <a:pt x="93242" y="8946"/>
                </a:cubicBezTo>
                <a:cubicBezTo>
                  <a:pt x="92537" y="9007"/>
                  <a:pt x="91978" y="9095"/>
                  <a:pt x="91567" y="9210"/>
                </a:cubicBezTo>
                <a:cubicBezTo>
                  <a:pt x="91076" y="9350"/>
                  <a:pt x="90680" y="9568"/>
                  <a:pt x="90377" y="9863"/>
                </a:cubicBezTo>
                <a:cubicBezTo>
                  <a:pt x="90074" y="10158"/>
                  <a:pt x="89923" y="10564"/>
                  <a:pt x="89923" y="11080"/>
                </a:cubicBezTo>
                <a:cubicBezTo>
                  <a:pt x="89923" y="11664"/>
                  <a:pt x="90099" y="12104"/>
                  <a:pt x="90450" y="12399"/>
                </a:cubicBezTo>
                <a:cubicBezTo>
                  <a:pt x="90801" y="12694"/>
                  <a:pt x="91337" y="12841"/>
                  <a:pt x="92057" y="12841"/>
                </a:cubicBezTo>
                <a:cubicBezTo>
                  <a:pt x="92656" y="12841"/>
                  <a:pt x="93204" y="12724"/>
                  <a:pt x="93701" y="12490"/>
                </a:cubicBezTo>
                <a:cubicBezTo>
                  <a:pt x="94197" y="12256"/>
                  <a:pt x="94657" y="11974"/>
                  <a:pt x="95081" y="11646"/>
                </a:cubicBezTo>
                <a:close/>
                <a:moveTo>
                  <a:pt x="108558" y="9227"/>
                </a:moveTo>
                <a:lnTo>
                  <a:pt x="101084" y="9227"/>
                </a:lnTo>
                <a:cubicBezTo>
                  <a:pt x="101084" y="9852"/>
                  <a:pt x="101178" y="10396"/>
                  <a:pt x="101365" y="10861"/>
                </a:cubicBezTo>
                <a:cubicBezTo>
                  <a:pt x="101553" y="11325"/>
                  <a:pt x="101810" y="11706"/>
                  <a:pt x="102137" y="12003"/>
                </a:cubicBezTo>
                <a:cubicBezTo>
                  <a:pt x="102452" y="12295"/>
                  <a:pt x="102826" y="12513"/>
                  <a:pt x="103259" y="12659"/>
                </a:cubicBezTo>
                <a:cubicBezTo>
                  <a:pt x="103692" y="12805"/>
                  <a:pt x="104169" y="12877"/>
                  <a:pt x="104689" y="12877"/>
                </a:cubicBezTo>
                <a:cubicBezTo>
                  <a:pt x="105379" y="12877"/>
                  <a:pt x="106074" y="12739"/>
                  <a:pt x="106773" y="12461"/>
                </a:cubicBezTo>
                <a:cubicBezTo>
                  <a:pt x="107473" y="12183"/>
                  <a:pt x="107971" y="11911"/>
                  <a:pt x="108267" y="11642"/>
                </a:cubicBezTo>
                <a:lnTo>
                  <a:pt x="108358" y="11642"/>
                </a:lnTo>
                <a:lnTo>
                  <a:pt x="108358" y="13510"/>
                </a:lnTo>
                <a:cubicBezTo>
                  <a:pt x="107783" y="13753"/>
                  <a:pt x="107196" y="13957"/>
                  <a:pt x="106596" y="14121"/>
                </a:cubicBezTo>
                <a:cubicBezTo>
                  <a:pt x="105997" y="14285"/>
                  <a:pt x="105367" y="14367"/>
                  <a:pt x="104707" y="14367"/>
                </a:cubicBezTo>
                <a:cubicBezTo>
                  <a:pt x="103024" y="14367"/>
                  <a:pt x="101710" y="13910"/>
                  <a:pt x="100766" y="12998"/>
                </a:cubicBezTo>
                <a:cubicBezTo>
                  <a:pt x="99822" y="12085"/>
                  <a:pt x="99349" y="10789"/>
                  <a:pt x="99349" y="9109"/>
                </a:cubicBezTo>
                <a:cubicBezTo>
                  <a:pt x="99349" y="7447"/>
                  <a:pt x="99802" y="6128"/>
                  <a:pt x="100707" y="5152"/>
                </a:cubicBezTo>
                <a:cubicBezTo>
                  <a:pt x="101612" y="4175"/>
                  <a:pt x="102803" y="3687"/>
                  <a:pt x="104281" y="3687"/>
                </a:cubicBezTo>
                <a:cubicBezTo>
                  <a:pt x="105649" y="3687"/>
                  <a:pt x="106704" y="4087"/>
                  <a:pt x="107445" y="4888"/>
                </a:cubicBezTo>
                <a:cubicBezTo>
                  <a:pt x="108187" y="5688"/>
                  <a:pt x="108558" y="6825"/>
                  <a:pt x="108558" y="8299"/>
                </a:cubicBezTo>
                <a:lnTo>
                  <a:pt x="108558" y="9227"/>
                </a:lnTo>
                <a:moveTo>
                  <a:pt x="106896" y="7919"/>
                </a:moveTo>
                <a:cubicBezTo>
                  <a:pt x="106890" y="7023"/>
                  <a:pt x="106664" y="6330"/>
                  <a:pt x="106219" y="5839"/>
                </a:cubicBezTo>
                <a:cubicBezTo>
                  <a:pt x="105774" y="5349"/>
                  <a:pt x="105098" y="5104"/>
                  <a:pt x="104190" y="5104"/>
                </a:cubicBezTo>
                <a:cubicBezTo>
                  <a:pt x="103276" y="5104"/>
                  <a:pt x="102547" y="5373"/>
                  <a:pt x="102006" y="5912"/>
                </a:cubicBezTo>
                <a:cubicBezTo>
                  <a:pt x="101464" y="6451"/>
                  <a:pt x="101157" y="7120"/>
                  <a:pt x="101084" y="7919"/>
                </a:cubicBezTo>
                <a:lnTo>
                  <a:pt x="106896" y="791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75A5820-E0FF-42DF-B9B1-B5C855EF3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43" y="2232168"/>
            <a:ext cx="129659" cy="108336"/>
          </a:xfrm>
          <a:custGeom xmlns:a="http://schemas.openxmlformats.org/drawingml/2006/main">
            <a:pathLst>
              <a:path w="129659" h="108336">
                <a:moveTo>
                  <a:pt x="0" y="0"/>
                </a:moveTo>
                <a:lnTo>
                  <a:pt x="129659" y="0"/>
                </a:lnTo>
                <a:lnTo>
                  <a:pt x="129659" y="108336"/>
                </a:lnTo>
                <a:lnTo>
                  <a:pt x="0" y="1083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DBCCEE-F8FA-415F-9D7D-789C7DD9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6142" y="2232169"/>
            <a:ext cx="129660" cy="108338"/>
          </a:xfrm>
          <a:custGeom xmlns:a="http://schemas.openxmlformats.org/drawingml/2006/main">
            <a:pathLst>
              <a:path w="129660" h="108338" fill="none">
                <a:moveTo>
                  <a:pt x="0" y="0"/>
                </a:moveTo>
                <a:lnTo>
                  <a:pt x="129660" y="0"/>
                </a:lnTo>
                <a:lnTo>
                  <a:pt x="129660" y="108338"/>
                </a:lnTo>
                <a:lnTo>
                  <a:pt x="0" y="10833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52" name="Text Pyralidae">
            <a:extLst xmlns:a="http://schemas.openxmlformats.org/drawingml/2006/main">
              <a:ext uri="{FF2B5EF4-FFF2-40B4-BE49-F238E27FC236}">
                <a16:creationId xmlns:a16="http://schemas.microsoft.com/office/drawing/2014/main" id="{9A6EEC86-F668-4CAF-8EF8-D72E2C1C9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0435" y="2259148"/>
            <a:ext cx="81649" cy="17656"/>
          </a:xfrm>
          <a:custGeom xmlns:a="http://schemas.openxmlformats.org/drawingml/2006/main">
            <a:pathLst>
              <a:path w="81649" h="17656">
                <a:moveTo>
                  <a:pt x="8738" y="4629"/>
                </a:moveTo>
                <a:cubicBezTo>
                  <a:pt x="8738" y="5221"/>
                  <a:pt x="8635" y="5770"/>
                  <a:pt x="8429" y="6276"/>
                </a:cubicBezTo>
                <a:cubicBezTo>
                  <a:pt x="8222" y="6781"/>
                  <a:pt x="7934" y="7219"/>
                  <a:pt x="7563" y="7590"/>
                </a:cubicBezTo>
                <a:cubicBezTo>
                  <a:pt x="7102" y="8050"/>
                  <a:pt x="6558" y="8396"/>
                  <a:pt x="5930" y="8626"/>
                </a:cubicBezTo>
                <a:cubicBezTo>
                  <a:pt x="5302" y="8856"/>
                  <a:pt x="4510" y="8971"/>
                  <a:pt x="3553" y="8971"/>
                </a:cubicBezTo>
                <a:lnTo>
                  <a:pt x="1776" y="8971"/>
                </a:lnTo>
                <a:lnTo>
                  <a:pt x="1776" y="13960"/>
                </a:lnTo>
                <a:lnTo>
                  <a:pt x="0" y="13960"/>
                </a:lnTo>
                <a:lnTo>
                  <a:pt x="0" y="592"/>
                </a:lnTo>
                <a:lnTo>
                  <a:pt x="3624" y="592"/>
                </a:lnTo>
                <a:cubicBezTo>
                  <a:pt x="4426" y="592"/>
                  <a:pt x="5105" y="659"/>
                  <a:pt x="5661" y="794"/>
                </a:cubicBezTo>
                <a:cubicBezTo>
                  <a:pt x="6217" y="929"/>
                  <a:pt x="6711" y="1139"/>
                  <a:pt x="7141" y="1426"/>
                </a:cubicBezTo>
                <a:cubicBezTo>
                  <a:pt x="7650" y="1767"/>
                  <a:pt x="8043" y="2192"/>
                  <a:pt x="8321" y="2700"/>
                </a:cubicBezTo>
                <a:cubicBezTo>
                  <a:pt x="8599" y="3209"/>
                  <a:pt x="8738" y="3852"/>
                  <a:pt x="8738" y="4629"/>
                </a:cubicBezTo>
                <a:moveTo>
                  <a:pt x="6890" y="4671"/>
                </a:moveTo>
                <a:cubicBezTo>
                  <a:pt x="6890" y="4214"/>
                  <a:pt x="6809" y="3817"/>
                  <a:pt x="6648" y="3479"/>
                </a:cubicBezTo>
                <a:cubicBezTo>
                  <a:pt x="6486" y="3141"/>
                  <a:pt x="6241" y="2865"/>
                  <a:pt x="5912" y="2651"/>
                </a:cubicBezTo>
                <a:cubicBezTo>
                  <a:pt x="5625" y="2467"/>
                  <a:pt x="5298" y="2335"/>
                  <a:pt x="4930" y="2255"/>
                </a:cubicBezTo>
                <a:cubicBezTo>
                  <a:pt x="4562" y="2175"/>
                  <a:pt x="4097" y="2135"/>
                  <a:pt x="3535" y="2135"/>
                </a:cubicBezTo>
                <a:lnTo>
                  <a:pt x="1776" y="2135"/>
                </a:lnTo>
                <a:lnTo>
                  <a:pt x="1776" y="7428"/>
                </a:lnTo>
                <a:lnTo>
                  <a:pt x="3275" y="7428"/>
                </a:lnTo>
                <a:cubicBezTo>
                  <a:pt x="3992" y="7428"/>
                  <a:pt x="4575" y="7365"/>
                  <a:pt x="5024" y="7237"/>
                </a:cubicBezTo>
                <a:cubicBezTo>
                  <a:pt x="5473" y="7110"/>
                  <a:pt x="5837" y="6907"/>
                  <a:pt x="6119" y="6628"/>
                </a:cubicBezTo>
                <a:cubicBezTo>
                  <a:pt x="6400" y="6343"/>
                  <a:pt x="6599" y="6044"/>
                  <a:pt x="6715" y="5729"/>
                </a:cubicBezTo>
                <a:cubicBezTo>
                  <a:pt x="6832" y="5415"/>
                  <a:pt x="6890" y="5062"/>
                  <a:pt x="6890" y="4671"/>
                </a:cubicBezTo>
                <a:close/>
                <a:moveTo>
                  <a:pt x="19611" y="3930"/>
                </a:moveTo>
                <a:lnTo>
                  <a:pt x="13762" y="17656"/>
                </a:lnTo>
                <a:lnTo>
                  <a:pt x="11958" y="17656"/>
                </a:lnTo>
                <a:lnTo>
                  <a:pt x="13824" y="13472"/>
                </a:lnTo>
                <a:lnTo>
                  <a:pt x="9832" y="3930"/>
                </a:lnTo>
                <a:lnTo>
                  <a:pt x="11662" y="3930"/>
                </a:lnTo>
                <a:lnTo>
                  <a:pt x="14740" y="11358"/>
                </a:lnTo>
                <a:lnTo>
                  <a:pt x="17844" y="3930"/>
                </a:lnTo>
                <a:lnTo>
                  <a:pt x="19611" y="3930"/>
                </a:lnTo>
                <a:close/>
                <a:moveTo>
                  <a:pt x="28072" y="5760"/>
                </a:moveTo>
                <a:lnTo>
                  <a:pt x="27982" y="5760"/>
                </a:lnTo>
                <a:cubicBezTo>
                  <a:pt x="27731" y="5703"/>
                  <a:pt x="27487" y="5662"/>
                  <a:pt x="27251" y="5637"/>
                </a:cubicBezTo>
                <a:cubicBezTo>
                  <a:pt x="27015" y="5611"/>
                  <a:pt x="26735" y="5598"/>
                  <a:pt x="26412" y="5598"/>
                </a:cubicBezTo>
                <a:cubicBezTo>
                  <a:pt x="25892" y="5598"/>
                  <a:pt x="25389" y="5714"/>
                  <a:pt x="24905" y="5944"/>
                </a:cubicBezTo>
                <a:cubicBezTo>
                  <a:pt x="24420" y="6175"/>
                  <a:pt x="23954" y="6472"/>
                  <a:pt x="23505" y="6838"/>
                </a:cubicBezTo>
                <a:lnTo>
                  <a:pt x="23505" y="13960"/>
                </a:lnTo>
                <a:lnTo>
                  <a:pt x="21819" y="13960"/>
                </a:lnTo>
                <a:lnTo>
                  <a:pt x="21819" y="3930"/>
                </a:lnTo>
                <a:lnTo>
                  <a:pt x="23505" y="3930"/>
                </a:lnTo>
                <a:lnTo>
                  <a:pt x="23505" y="5411"/>
                </a:lnTo>
                <a:cubicBezTo>
                  <a:pt x="24175" y="4872"/>
                  <a:pt x="24766" y="4491"/>
                  <a:pt x="25277" y="4266"/>
                </a:cubicBezTo>
                <a:cubicBezTo>
                  <a:pt x="25788" y="4042"/>
                  <a:pt x="26310" y="3930"/>
                  <a:pt x="26843" y="3930"/>
                </a:cubicBezTo>
                <a:cubicBezTo>
                  <a:pt x="27136" y="3930"/>
                  <a:pt x="27348" y="3937"/>
                  <a:pt x="27480" y="3952"/>
                </a:cubicBezTo>
                <a:cubicBezTo>
                  <a:pt x="27611" y="3967"/>
                  <a:pt x="27809" y="3995"/>
                  <a:pt x="28072" y="4037"/>
                </a:cubicBezTo>
                <a:lnTo>
                  <a:pt x="28072" y="5760"/>
                </a:lnTo>
                <a:close/>
                <a:moveTo>
                  <a:pt x="37447" y="13960"/>
                </a:moveTo>
                <a:lnTo>
                  <a:pt x="35769" y="13960"/>
                </a:lnTo>
                <a:lnTo>
                  <a:pt x="35769" y="12899"/>
                </a:lnTo>
                <a:cubicBezTo>
                  <a:pt x="35620" y="13001"/>
                  <a:pt x="35418" y="13143"/>
                  <a:pt x="35164" y="13326"/>
                </a:cubicBezTo>
                <a:cubicBezTo>
                  <a:pt x="34909" y="13509"/>
                  <a:pt x="34663" y="13654"/>
                  <a:pt x="34424" y="13762"/>
                </a:cubicBezTo>
                <a:cubicBezTo>
                  <a:pt x="34142" y="13899"/>
                  <a:pt x="33819" y="14015"/>
                  <a:pt x="33455" y="14107"/>
                </a:cubicBezTo>
                <a:cubicBezTo>
                  <a:pt x="33090" y="14200"/>
                  <a:pt x="32662" y="14247"/>
                  <a:pt x="32172" y="14247"/>
                </a:cubicBezTo>
                <a:cubicBezTo>
                  <a:pt x="31269" y="14247"/>
                  <a:pt x="30503" y="13947"/>
                  <a:pt x="29875" y="13348"/>
                </a:cubicBezTo>
                <a:cubicBezTo>
                  <a:pt x="29247" y="12750"/>
                  <a:pt x="28933" y="11986"/>
                  <a:pt x="28933" y="11058"/>
                </a:cubicBezTo>
                <a:cubicBezTo>
                  <a:pt x="28933" y="10297"/>
                  <a:pt x="29096" y="9682"/>
                  <a:pt x="29422" y="9212"/>
                </a:cubicBezTo>
                <a:cubicBezTo>
                  <a:pt x="29748" y="8742"/>
                  <a:pt x="30213" y="8372"/>
                  <a:pt x="30817" y="8102"/>
                </a:cubicBezTo>
                <a:cubicBezTo>
                  <a:pt x="31427" y="7833"/>
                  <a:pt x="32160" y="7650"/>
                  <a:pt x="33015" y="7554"/>
                </a:cubicBezTo>
                <a:cubicBezTo>
                  <a:pt x="33870" y="7458"/>
                  <a:pt x="34788" y="7387"/>
                  <a:pt x="35769" y="7339"/>
                </a:cubicBezTo>
                <a:lnTo>
                  <a:pt x="35769" y="7076"/>
                </a:lnTo>
                <a:cubicBezTo>
                  <a:pt x="35769" y="6690"/>
                  <a:pt x="35702" y="6371"/>
                  <a:pt x="35567" y="6117"/>
                </a:cubicBezTo>
                <a:cubicBezTo>
                  <a:pt x="35433" y="5864"/>
                  <a:pt x="35240" y="5665"/>
                  <a:pt x="34989" y="5520"/>
                </a:cubicBezTo>
                <a:cubicBezTo>
                  <a:pt x="34749" y="5382"/>
                  <a:pt x="34462" y="5288"/>
                  <a:pt x="34127" y="5240"/>
                </a:cubicBezTo>
                <a:cubicBezTo>
                  <a:pt x="33793" y="5192"/>
                  <a:pt x="33443" y="5168"/>
                  <a:pt x="33078" y="5168"/>
                </a:cubicBezTo>
                <a:cubicBezTo>
                  <a:pt x="32635" y="5168"/>
                  <a:pt x="32142" y="5227"/>
                  <a:pt x="31597" y="5347"/>
                </a:cubicBezTo>
                <a:cubicBezTo>
                  <a:pt x="31053" y="5467"/>
                  <a:pt x="30491" y="5640"/>
                  <a:pt x="29911" y="5867"/>
                </a:cubicBezTo>
                <a:lnTo>
                  <a:pt x="29821" y="5867"/>
                </a:lnTo>
                <a:lnTo>
                  <a:pt x="29821" y="4154"/>
                </a:lnTo>
                <a:cubicBezTo>
                  <a:pt x="30150" y="4064"/>
                  <a:pt x="30626" y="3965"/>
                  <a:pt x="31248" y="3858"/>
                </a:cubicBezTo>
                <a:cubicBezTo>
                  <a:pt x="31870" y="3750"/>
                  <a:pt x="32483" y="3696"/>
                  <a:pt x="33087" y="3696"/>
                </a:cubicBezTo>
                <a:cubicBezTo>
                  <a:pt x="33793" y="3696"/>
                  <a:pt x="34407" y="3755"/>
                  <a:pt x="34930" y="3871"/>
                </a:cubicBezTo>
                <a:cubicBezTo>
                  <a:pt x="35454" y="3988"/>
                  <a:pt x="35907" y="4187"/>
                  <a:pt x="36290" y="4468"/>
                </a:cubicBezTo>
                <a:cubicBezTo>
                  <a:pt x="36666" y="4743"/>
                  <a:pt x="36953" y="5099"/>
                  <a:pt x="37151" y="5535"/>
                </a:cubicBezTo>
                <a:cubicBezTo>
                  <a:pt x="37348" y="5972"/>
                  <a:pt x="37447" y="6513"/>
                  <a:pt x="37447" y="7159"/>
                </a:cubicBezTo>
                <a:lnTo>
                  <a:pt x="37447" y="13960"/>
                </a:lnTo>
                <a:moveTo>
                  <a:pt x="35769" y="11505"/>
                </a:moveTo>
                <a:lnTo>
                  <a:pt x="35769" y="8702"/>
                </a:lnTo>
                <a:cubicBezTo>
                  <a:pt x="35255" y="8732"/>
                  <a:pt x="34649" y="8778"/>
                  <a:pt x="33952" y="8838"/>
                </a:cubicBezTo>
                <a:cubicBezTo>
                  <a:pt x="33256" y="8898"/>
                  <a:pt x="32704" y="8985"/>
                  <a:pt x="32297" y="9099"/>
                </a:cubicBezTo>
                <a:cubicBezTo>
                  <a:pt x="31813" y="9237"/>
                  <a:pt x="31421" y="9452"/>
                  <a:pt x="31122" y="9743"/>
                </a:cubicBezTo>
                <a:cubicBezTo>
                  <a:pt x="30823" y="10035"/>
                  <a:pt x="30673" y="10436"/>
                  <a:pt x="30673" y="10946"/>
                </a:cubicBezTo>
                <a:cubicBezTo>
                  <a:pt x="30673" y="11523"/>
                  <a:pt x="30847" y="11957"/>
                  <a:pt x="31194" y="12249"/>
                </a:cubicBezTo>
                <a:cubicBezTo>
                  <a:pt x="31541" y="12540"/>
                  <a:pt x="32070" y="12686"/>
                  <a:pt x="32782" y="12686"/>
                </a:cubicBezTo>
                <a:cubicBezTo>
                  <a:pt x="33374" y="12686"/>
                  <a:pt x="33915" y="12570"/>
                  <a:pt x="34406" y="12339"/>
                </a:cubicBezTo>
                <a:cubicBezTo>
                  <a:pt x="34896" y="12108"/>
                  <a:pt x="35351" y="11830"/>
                  <a:pt x="35769" y="11505"/>
                </a:cubicBezTo>
                <a:close/>
                <a:moveTo>
                  <a:pt x="42399" y="13960"/>
                </a:moveTo>
                <a:lnTo>
                  <a:pt x="40713" y="13960"/>
                </a:lnTo>
                <a:lnTo>
                  <a:pt x="40713" y="0"/>
                </a:lnTo>
                <a:lnTo>
                  <a:pt x="42399" y="0"/>
                </a:lnTo>
                <a:lnTo>
                  <a:pt x="42399" y="13960"/>
                </a:lnTo>
                <a:close/>
                <a:moveTo>
                  <a:pt x="47549" y="2261"/>
                </a:moveTo>
                <a:lnTo>
                  <a:pt x="45647" y="2261"/>
                </a:lnTo>
                <a:lnTo>
                  <a:pt x="45647" y="502"/>
                </a:lnTo>
                <a:lnTo>
                  <a:pt x="47549" y="502"/>
                </a:lnTo>
                <a:lnTo>
                  <a:pt x="47549" y="2261"/>
                </a:lnTo>
                <a:moveTo>
                  <a:pt x="47441" y="13960"/>
                </a:moveTo>
                <a:lnTo>
                  <a:pt x="45754" y="13960"/>
                </a:lnTo>
                <a:lnTo>
                  <a:pt x="45754" y="3930"/>
                </a:lnTo>
                <a:lnTo>
                  <a:pt x="47441" y="3930"/>
                </a:lnTo>
                <a:lnTo>
                  <a:pt x="47441" y="13960"/>
                </a:lnTo>
                <a:close/>
                <a:moveTo>
                  <a:pt x="58906" y="13960"/>
                </a:moveTo>
                <a:lnTo>
                  <a:pt x="57220" y="13960"/>
                </a:lnTo>
                <a:lnTo>
                  <a:pt x="57220" y="12916"/>
                </a:lnTo>
                <a:cubicBezTo>
                  <a:pt x="56735" y="13335"/>
                  <a:pt x="56230" y="13662"/>
                  <a:pt x="55704" y="13896"/>
                </a:cubicBezTo>
                <a:cubicBezTo>
                  <a:pt x="55177" y="14130"/>
                  <a:pt x="54606" y="14247"/>
                  <a:pt x="53990" y="14247"/>
                </a:cubicBezTo>
                <a:cubicBezTo>
                  <a:pt x="52794" y="14247"/>
                  <a:pt x="51844" y="13785"/>
                  <a:pt x="51142" y="12862"/>
                </a:cubicBezTo>
                <a:cubicBezTo>
                  <a:pt x="50439" y="11938"/>
                  <a:pt x="50087" y="10658"/>
                  <a:pt x="50087" y="9021"/>
                </a:cubicBezTo>
                <a:cubicBezTo>
                  <a:pt x="50087" y="8170"/>
                  <a:pt x="50209" y="7411"/>
                  <a:pt x="50451" y="6745"/>
                </a:cubicBezTo>
                <a:cubicBezTo>
                  <a:pt x="50693" y="6080"/>
                  <a:pt x="51021" y="5513"/>
                  <a:pt x="51433" y="5046"/>
                </a:cubicBezTo>
                <a:cubicBezTo>
                  <a:pt x="51840" y="4590"/>
                  <a:pt x="52314" y="4242"/>
                  <a:pt x="52855" y="4002"/>
                </a:cubicBezTo>
                <a:cubicBezTo>
                  <a:pt x="53396" y="3762"/>
                  <a:pt x="53957" y="3642"/>
                  <a:pt x="54537" y="3642"/>
                </a:cubicBezTo>
                <a:cubicBezTo>
                  <a:pt x="55064" y="3642"/>
                  <a:pt x="55530" y="3698"/>
                  <a:pt x="55937" y="3809"/>
                </a:cubicBezTo>
                <a:cubicBezTo>
                  <a:pt x="56344" y="3920"/>
                  <a:pt x="56771" y="4092"/>
                  <a:pt x="57220" y="4326"/>
                </a:cubicBezTo>
                <a:lnTo>
                  <a:pt x="57220" y="0"/>
                </a:lnTo>
                <a:lnTo>
                  <a:pt x="58906" y="0"/>
                </a:lnTo>
                <a:lnTo>
                  <a:pt x="58906" y="13960"/>
                </a:lnTo>
                <a:moveTo>
                  <a:pt x="57220" y="11492"/>
                </a:moveTo>
                <a:lnTo>
                  <a:pt x="57220" y="5742"/>
                </a:lnTo>
                <a:cubicBezTo>
                  <a:pt x="56765" y="5538"/>
                  <a:pt x="56359" y="5398"/>
                  <a:pt x="56000" y="5320"/>
                </a:cubicBezTo>
                <a:cubicBezTo>
                  <a:pt x="55641" y="5242"/>
                  <a:pt x="55249" y="5203"/>
                  <a:pt x="54824" y="5203"/>
                </a:cubicBezTo>
                <a:cubicBezTo>
                  <a:pt x="53879" y="5203"/>
                  <a:pt x="53144" y="5532"/>
                  <a:pt x="52617" y="6190"/>
                </a:cubicBezTo>
                <a:cubicBezTo>
                  <a:pt x="52091" y="6848"/>
                  <a:pt x="51828" y="7781"/>
                  <a:pt x="51828" y="8989"/>
                </a:cubicBezTo>
                <a:cubicBezTo>
                  <a:pt x="51828" y="10180"/>
                  <a:pt x="52031" y="11084"/>
                  <a:pt x="52438" y="11703"/>
                </a:cubicBezTo>
                <a:cubicBezTo>
                  <a:pt x="52845" y="12322"/>
                  <a:pt x="53497" y="12632"/>
                  <a:pt x="54394" y="12632"/>
                </a:cubicBezTo>
                <a:cubicBezTo>
                  <a:pt x="54872" y="12632"/>
                  <a:pt x="55357" y="12526"/>
                  <a:pt x="55847" y="12313"/>
                </a:cubicBezTo>
                <a:cubicBezTo>
                  <a:pt x="56338" y="12101"/>
                  <a:pt x="56795" y="11827"/>
                  <a:pt x="57220" y="11492"/>
                </a:cubicBezTo>
                <a:close/>
                <a:moveTo>
                  <a:pt x="70013" y="13960"/>
                </a:moveTo>
                <a:lnTo>
                  <a:pt x="68335" y="13960"/>
                </a:lnTo>
                <a:lnTo>
                  <a:pt x="68335" y="12899"/>
                </a:lnTo>
                <a:cubicBezTo>
                  <a:pt x="68186" y="13001"/>
                  <a:pt x="67984" y="13143"/>
                  <a:pt x="67730" y="13326"/>
                </a:cubicBezTo>
                <a:cubicBezTo>
                  <a:pt x="67476" y="13509"/>
                  <a:pt x="67229" y="13654"/>
                  <a:pt x="66990" y="13762"/>
                </a:cubicBezTo>
                <a:cubicBezTo>
                  <a:pt x="66709" y="13899"/>
                  <a:pt x="66386" y="14015"/>
                  <a:pt x="66021" y="14107"/>
                </a:cubicBezTo>
                <a:cubicBezTo>
                  <a:pt x="65656" y="14200"/>
                  <a:pt x="65228" y="14247"/>
                  <a:pt x="64738" y="14247"/>
                </a:cubicBezTo>
                <a:cubicBezTo>
                  <a:pt x="63835" y="14247"/>
                  <a:pt x="63069" y="13947"/>
                  <a:pt x="62441" y="13348"/>
                </a:cubicBezTo>
                <a:cubicBezTo>
                  <a:pt x="61813" y="12750"/>
                  <a:pt x="61499" y="11986"/>
                  <a:pt x="61499" y="11058"/>
                </a:cubicBezTo>
                <a:cubicBezTo>
                  <a:pt x="61499" y="10297"/>
                  <a:pt x="61662" y="9682"/>
                  <a:pt x="61988" y="9212"/>
                </a:cubicBezTo>
                <a:cubicBezTo>
                  <a:pt x="62314" y="8742"/>
                  <a:pt x="62779" y="8372"/>
                  <a:pt x="63383" y="8102"/>
                </a:cubicBezTo>
                <a:cubicBezTo>
                  <a:pt x="63993" y="7833"/>
                  <a:pt x="64726" y="7650"/>
                  <a:pt x="65581" y="7554"/>
                </a:cubicBezTo>
                <a:cubicBezTo>
                  <a:pt x="66436" y="7458"/>
                  <a:pt x="67355" y="7387"/>
                  <a:pt x="68335" y="7339"/>
                </a:cubicBezTo>
                <a:lnTo>
                  <a:pt x="68335" y="7076"/>
                </a:lnTo>
                <a:cubicBezTo>
                  <a:pt x="68335" y="6690"/>
                  <a:pt x="68268" y="6371"/>
                  <a:pt x="68134" y="6117"/>
                </a:cubicBezTo>
                <a:cubicBezTo>
                  <a:pt x="67999" y="5864"/>
                  <a:pt x="67806" y="5665"/>
                  <a:pt x="67555" y="5520"/>
                </a:cubicBezTo>
                <a:cubicBezTo>
                  <a:pt x="67316" y="5382"/>
                  <a:pt x="67029" y="5288"/>
                  <a:pt x="66694" y="5240"/>
                </a:cubicBezTo>
                <a:cubicBezTo>
                  <a:pt x="66359" y="5192"/>
                  <a:pt x="66009" y="5168"/>
                  <a:pt x="65644" y="5168"/>
                </a:cubicBezTo>
                <a:cubicBezTo>
                  <a:pt x="65201" y="5168"/>
                  <a:pt x="64708" y="5227"/>
                  <a:pt x="64164" y="5347"/>
                </a:cubicBezTo>
                <a:cubicBezTo>
                  <a:pt x="63619" y="5467"/>
                  <a:pt x="63057" y="5640"/>
                  <a:pt x="62477" y="5867"/>
                </a:cubicBezTo>
                <a:lnTo>
                  <a:pt x="62387" y="5867"/>
                </a:lnTo>
                <a:lnTo>
                  <a:pt x="62387" y="4154"/>
                </a:lnTo>
                <a:cubicBezTo>
                  <a:pt x="62716" y="4064"/>
                  <a:pt x="63192" y="3965"/>
                  <a:pt x="63814" y="3858"/>
                </a:cubicBezTo>
                <a:cubicBezTo>
                  <a:pt x="64436" y="3750"/>
                  <a:pt x="65049" y="3696"/>
                  <a:pt x="65653" y="3696"/>
                </a:cubicBezTo>
                <a:cubicBezTo>
                  <a:pt x="66359" y="3696"/>
                  <a:pt x="66973" y="3755"/>
                  <a:pt x="67497" y="3871"/>
                </a:cubicBezTo>
                <a:cubicBezTo>
                  <a:pt x="68020" y="3988"/>
                  <a:pt x="68473" y="4187"/>
                  <a:pt x="68856" y="4468"/>
                </a:cubicBezTo>
                <a:cubicBezTo>
                  <a:pt x="69233" y="4743"/>
                  <a:pt x="69520" y="5099"/>
                  <a:pt x="69717" y="5535"/>
                </a:cubicBezTo>
                <a:cubicBezTo>
                  <a:pt x="69914" y="5972"/>
                  <a:pt x="70013" y="6513"/>
                  <a:pt x="70013" y="7159"/>
                </a:cubicBezTo>
                <a:lnTo>
                  <a:pt x="70013" y="13960"/>
                </a:lnTo>
                <a:moveTo>
                  <a:pt x="68335" y="11505"/>
                </a:moveTo>
                <a:lnTo>
                  <a:pt x="68335" y="8702"/>
                </a:lnTo>
                <a:cubicBezTo>
                  <a:pt x="67821" y="8732"/>
                  <a:pt x="67215" y="8778"/>
                  <a:pt x="66519" y="8838"/>
                </a:cubicBezTo>
                <a:cubicBezTo>
                  <a:pt x="65822" y="8898"/>
                  <a:pt x="65270" y="8985"/>
                  <a:pt x="64863" y="9099"/>
                </a:cubicBezTo>
                <a:cubicBezTo>
                  <a:pt x="64379" y="9237"/>
                  <a:pt x="63987" y="9452"/>
                  <a:pt x="63688" y="9743"/>
                </a:cubicBezTo>
                <a:cubicBezTo>
                  <a:pt x="63389" y="10035"/>
                  <a:pt x="63240" y="10436"/>
                  <a:pt x="63240" y="10946"/>
                </a:cubicBezTo>
                <a:cubicBezTo>
                  <a:pt x="63240" y="11523"/>
                  <a:pt x="63413" y="11957"/>
                  <a:pt x="63760" y="12249"/>
                </a:cubicBezTo>
                <a:cubicBezTo>
                  <a:pt x="64107" y="12540"/>
                  <a:pt x="64636" y="12686"/>
                  <a:pt x="65348" y="12686"/>
                </a:cubicBezTo>
                <a:cubicBezTo>
                  <a:pt x="65940" y="12686"/>
                  <a:pt x="66481" y="12570"/>
                  <a:pt x="66972" y="12339"/>
                </a:cubicBezTo>
                <a:cubicBezTo>
                  <a:pt x="67462" y="12108"/>
                  <a:pt x="67917" y="11830"/>
                  <a:pt x="68335" y="11505"/>
                </a:cubicBezTo>
                <a:close/>
                <a:moveTo>
                  <a:pt x="81649" y="9115"/>
                </a:moveTo>
                <a:lnTo>
                  <a:pt x="74266" y="9115"/>
                </a:lnTo>
                <a:cubicBezTo>
                  <a:pt x="74266" y="9733"/>
                  <a:pt x="74359" y="10271"/>
                  <a:pt x="74544" y="10729"/>
                </a:cubicBezTo>
                <a:cubicBezTo>
                  <a:pt x="74729" y="11188"/>
                  <a:pt x="74984" y="11564"/>
                  <a:pt x="75307" y="11858"/>
                </a:cubicBezTo>
                <a:cubicBezTo>
                  <a:pt x="75618" y="12146"/>
                  <a:pt x="75987" y="12362"/>
                  <a:pt x="76415" y="12506"/>
                </a:cubicBezTo>
                <a:cubicBezTo>
                  <a:pt x="76842" y="12650"/>
                  <a:pt x="77313" y="12722"/>
                  <a:pt x="77828" y="12722"/>
                </a:cubicBezTo>
                <a:cubicBezTo>
                  <a:pt x="78509" y="12722"/>
                  <a:pt x="79196" y="12584"/>
                  <a:pt x="79887" y="12310"/>
                </a:cubicBezTo>
                <a:cubicBezTo>
                  <a:pt x="80577" y="12036"/>
                  <a:pt x="81069" y="11766"/>
                  <a:pt x="81362" y="11501"/>
                </a:cubicBezTo>
                <a:lnTo>
                  <a:pt x="81452" y="11501"/>
                </a:lnTo>
                <a:lnTo>
                  <a:pt x="81452" y="13347"/>
                </a:lnTo>
                <a:cubicBezTo>
                  <a:pt x="80884" y="13587"/>
                  <a:pt x="80304" y="13788"/>
                  <a:pt x="79712" y="13950"/>
                </a:cubicBezTo>
                <a:cubicBezTo>
                  <a:pt x="79119" y="14112"/>
                  <a:pt x="78497" y="14193"/>
                  <a:pt x="77846" y="14193"/>
                </a:cubicBezTo>
                <a:cubicBezTo>
                  <a:pt x="76183" y="14193"/>
                  <a:pt x="74885" y="13742"/>
                  <a:pt x="73952" y="12840"/>
                </a:cubicBezTo>
                <a:cubicBezTo>
                  <a:pt x="73019" y="11939"/>
                  <a:pt x="72552" y="10658"/>
                  <a:pt x="72552" y="8998"/>
                </a:cubicBezTo>
                <a:cubicBezTo>
                  <a:pt x="72552" y="7357"/>
                  <a:pt x="72999" y="6054"/>
                  <a:pt x="73894" y="5089"/>
                </a:cubicBezTo>
                <a:cubicBezTo>
                  <a:pt x="74788" y="4125"/>
                  <a:pt x="75964" y="3642"/>
                  <a:pt x="77424" y="3642"/>
                </a:cubicBezTo>
                <a:cubicBezTo>
                  <a:pt x="78776" y="3642"/>
                  <a:pt x="79818" y="4038"/>
                  <a:pt x="80550" y="4829"/>
                </a:cubicBezTo>
                <a:cubicBezTo>
                  <a:pt x="81283" y="5619"/>
                  <a:pt x="81649" y="6743"/>
                  <a:pt x="81649" y="8199"/>
                </a:cubicBezTo>
                <a:lnTo>
                  <a:pt x="81649" y="9115"/>
                </a:lnTo>
                <a:moveTo>
                  <a:pt x="80008" y="7823"/>
                </a:moveTo>
                <a:cubicBezTo>
                  <a:pt x="80002" y="6938"/>
                  <a:pt x="79779" y="6253"/>
                  <a:pt x="79339" y="5769"/>
                </a:cubicBezTo>
                <a:cubicBezTo>
                  <a:pt x="78900" y="5284"/>
                  <a:pt x="78231" y="5042"/>
                  <a:pt x="77334" y="5042"/>
                </a:cubicBezTo>
                <a:cubicBezTo>
                  <a:pt x="76431" y="5042"/>
                  <a:pt x="75712" y="5308"/>
                  <a:pt x="75177" y="5840"/>
                </a:cubicBezTo>
                <a:cubicBezTo>
                  <a:pt x="74641" y="6373"/>
                  <a:pt x="74338" y="7034"/>
                  <a:pt x="74266" y="7823"/>
                </a:cubicBezTo>
                <a:lnTo>
                  <a:pt x="80008" y="782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E70EAA-CDAF-4C30-8095-43BA947AC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299" y="2232168"/>
            <a:ext cx="109391" cy="108336"/>
          </a:xfrm>
          <a:custGeom xmlns:a="http://schemas.openxmlformats.org/drawingml/2006/main">
            <a:pathLst>
              <a:path w="109391" h="108336">
                <a:moveTo>
                  <a:pt x="0" y="0"/>
                </a:moveTo>
                <a:lnTo>
                  <a:pt x="109391" y="0"/>
                </a:lnTo>
                <a:lnTo>
                  <a:pt x="109391" y="108336"/>
                </a:lnTo>
                <a:lnTo>
                  <a:pt x="0" y="1083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CA56C3-66B8-437D-89AE-ECC44D0E4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8300" y="2232169"/>
            <a:ext cx="109390" cy="108338"/>
          </a:xfrm>
          <a:custGeom xmlns:a="http://schemas.openxmlformats.org/drawingml/2006/main">
            <a:pathLst>
              <a:path w="109390" h="108338" fill="none">
                <a:moveTo>
                  <a:pt x="0" y="0"/>
                </a:moveTo>
                <a:lnTo>
                  <a:pt x="109390" y="0"/>
                </a:lnTo>
                <a:lnTo>
                  <a:pt x="109390" y="108338"/>
                </a:lnTo>
                <a:lnTo>
                  <a:pt x="0" y="10833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55" name="Text Notodontidae">
            <a:extLst xmlns:a="http://schemas.openxmlformats.org/drawingml/2006/main">
              <a:ext uri="{FF2B5EF4-FFF2-40B4-BE49-F238E27FC236}">
                <a16:creationId xmlns:a16="http://schemas.microsoft.com/office/drawing/2014/main" id="{5D7B141A-CACE-482E-91F8-D00B2FDE5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1737" y="2256972"/>
            <a:ext cx="62971" cy="7443"/>
          </a:xfrm>
          <a:custGeom xmlns:a="http://schemas.openxmlformats.org/drawingml/2006/main">
            <a:pathLst>
              <a:path w="62971" h="7443">
                <a:moveTo>
                  <a:pt x="5325" y="7293"/>
                </a:moveTo>
                <a:lnTo>
                  <a:pt x="4176" y="7293"/>
                </a:lnTo>
                <a:lnTo>
                  <a:pt x="867" y="1046"/>
                </a:lnTo>
                <a:lnTo>
                  <a:pt x="867" y="7293"/>
                </a:lnTo>
                <a:lnTo>
                  <a:pt x="0" y="7293"/>
                </a:lnTo>
                <a:lnTo>
                  <a:pt x="0" y="309"/>
                </a:lnTo>
                <a:lnTo>
                  <a:pt x="1439" y="309"/>
                </a:lnTo>
                <a:lnTo>
                  <a:pt x="4457" y="6013"/>
                </a:lnTo>
                <a:lnTo>
                  <a:pt x="4457" y="309"/>
                </a:lnTo>
                <a:lnTo>
                  <a:pt x="5325" y="309"/>
                </a:lnTo>
                <a:lnTo>
                  <a:pt x="5325" y="7293"/>
                </a:lnTo>
                <a:close/>
                <a:moveTo>
                  <a:pt x="11572" y="4675"/>
                </a:moveTo>
                <a:cubicBezTo>
                  <a:pt x="11572" y="5531"/>
                  <a:pt x="11354" y="6206"/>
                  <a:pt x="10916" y="6701"/>
                </a:cubicBezTo>
                <a:cubicBezTo>
                  <a:pt x="10479" y="7196"/>
                  <a:pt x="9893" y="7443"/>
                  <a:pt x="9159" y="7443"/>
                </a:cubicBezTo>
                <a:cubicBezTo>
                  <a:pt x="8418" y="7443"/>
                  <a:pt x="7830" y="7196"/>
                  <a:pt x="7394" y="6701"/>
                </a:cubicBezTo>
                <a:cubicBezTo>
                  <a:pt x="6958" y="6206"/>
                  <a:pt x="6740" y="5531"/>
                  <a:pt x="6740" y="4675"/>
                </a:cubicBezTo>
                <a:cubicBezTo>
                  <a:pt x="6740" y="3820"/>
                  <a:pt x="6958" y="3144"/>
                  <a:pt x="7394" y="2648"/>
                </a:cubicBezTo>
                <a:cubicBezTo>
                  <a:pt x="7830" y="2151"/>
                  <a:pt x="8418" y="1903"/>
                  <a:pt x="9159" y="1903"/>
                </a:cubicBezTo>
                <a:cubicBezTo>
                  <a:pt x="9893" y="1903"/>
                  <a:pt x="10479" y="2151"/>
                  <a:pt x="10916" y="2648"/>
                </a:cubicBezTo>
                <a:cubicBezTo>
                  <a:pt x="11354" y="3144"/>
                  <a:pt x="11572" y="3820"/>
                  <a:pt x="11572" y="4675"/>
                </a:cubicBezTo>
                <a:moveTo>
                  <a:pt x="10663" y="4675"/>
                </a:moveTo>
                <a:cubicBezTo>
                  <a:pt x="10663" y="3998"/>
                  <a:pt x="10530" y="3495"/>
                  <a:pt x="10265" y="3166"/>
                </a:cubicBezTo>
                <a:cubicBezTo>
                  <a:pt x="9999" y="2836"/>
                  <a:pt x="9630" y="2672"/>
                  <a:pt x="9159" y="2672"/>
                </a:cubicBezTo>
                <a:cubicBezTo>
                  <a:pt x="8680" y="2672"/>
                  <a:pt x="8309" y="2836"/>
                  <a:pt x="8045" y="3166"/>
                </a:cubicBezTo>
                <a:cubicBezTo>
                  <a:pt x="7781" y="3495"/>
                  <a:pt x="7649" y="3998"/>
                  <a:pt x="7649" y="4675"/>
                </a:cubicBezTo>
                <a:cubicBezTo>
                  <a:pt x="7649" y="5331"/>
                  <a:pt x="7782" y="5828"/>
                  <a:pt x="8048" y="6167"/>
                </a:cubicBezTo>
                <a:cubicBezTo>
                  <a:pt x="8313" y="6505"/>
                  <a:pt x="8684" y="6674"/>
                  <a:pt x="9159" y="6674"/>
                </a:cubicBezTo>
                <a:cubicBezTo>
                  <a:pt x="9627" y="6674"/>
                  <a:pt x="9995" y="6507"/>
                  <a:pt x="10262" y="6171"/>
                </a:cubicBezTo>
                <a:cubicBezTo>
                  <a:pt x="10530" y="5836"/>
                  <a:pt x="10663" y="5337"/>
                  <a:pt x="10663" y="4675"/>
                </a:cubicBezTo>
                <a:close/>
                <a:moveTo>
                  <a:pt x="15655" y="7247"/>
                </a:moveTo>
                <a:cubicBezTo>
                  <a:pt x="15489" y="7291"/>
                  <a:pt x="15309" y="7326"/>
                  <a:pt x="15114" y="7354"/>
                </a:cubicBezTo>
                <a:cubicBezTo>
                  <a:pt x="14918" y="7382"/>
                  <a:pt x="14744" y="7396"/>
                  <a:pt x="14591" y="7396"/>
                </a:cubicBezTo>
                <a:cubicBezTo>
                  <a:pt x="14057" y="7396"/>
                  <a:pt x="13650" y="7252"/>
                  <a:pt x="13372" y="6965"/>
                </a:cubicBezTo>
                <a:cubicBezTo>
                  <a:pt x="13094" y="6677"/>
                  <a:pt x="12955" y="6216"/>
                  <a:pt x="12955" y="5580"/>
                </a:cubicBezTo>
                <a:lnTo>
                  <a:pt x="12955" y="2794"/>
                </a:lnTo>
                <a:lnTo>
                  <a:pt x="12360" y="2794"/>
                </a:lnTo>
                <a:lnTo>
                  <a:pt x="12360" y="2053"/>
                </a:lnTo>
                <a:lnTo>
                  <a:pt x="12955" y="2053"/>
                </a:lnTo>
                <a:lnTo>
                  <a:pt x="12955" y="544"/>
                </a:lnTo>
                <a:lnTo>
                  <a:pt x="13836" y="544"/>
                </a:lnTo>
                <a:lnTo>
                  <a:pt x="13836" y="2053"/>
                </a:lnTo>
                <a:lnTo>
                  <a:pt x="15655" y="2053"/>
                </a:lnTo>
                <a:lnTo>
                  <a:pt x="15655" y="2794"/>
                </a:lnTo>
                <a:lnTo>
                  <a:pt x="13836" y="2794"/>
                </a:lnTo>
                <a:lnTo>
                  <a:pt x="13836" y="5185"/>
                </a:lnTo>
                <a:cubicBezTo>
                  <a:pt x="13836" y="5461"/>
                  <a:pt x="13843" y="5676"/>
                  <a:pt x="13855" y="5831"/>
                </a:cubicBezTo>
                <a:cubicBezTo>
                  <a:pt x="13868" y="5986"/>
                  <a:pt x="13911" y="6131"/>
                  <a:pt x="13986" y="6266"/>
                </a:cubicBezTo>
                <a:cubicBezTo>
                  <a:pt x="14055" y="6391"/>
                  <a:pt x="14150" y="6483"/>
                  <a:pt x="14270" y="6541"/>
                </a:cubicBezTo>
                <a:cubicBezTo>
                  <a:pt x="14390" y="6599"/>
                  <a:pt x="14574" y="6628"/>
                  <a:pt x="14821" y="6628"/>
                </a:cubicBezTo>
                <a:cubicBezTo>
                  <a:pt x="14964" y="6628"/>
                  <a:pt x="15114" y="6607"/>
                  <a:pt x="15271" y="6564"/>
                </a:cubicBezTo>
                <a:cubicBezTo>
                  <a:pt x="15427" y="6522"/>
                  <a:pt x="15539" y="6487"/>
                  <a:pt x="15608" y="6459"/>
                </a:cubicBezTo>
                <a:lnTo>
                  <a:pt x="15655" y="6459"/>
                </a:lnTo>
                <a:lnTo>
                  <a:pt x="15655" y="7247"/>
                </a:lnTo>
                <a:close/>
                <a:moveTo>
                  <a:pt x="21181" y="4675"/>
                </a:moveTo>
                <a:cubicBezTo>
                  <a:pt x="21181" y="5531"/>
                  <a:pt x="20962" y="6206"/>
                  <a:pt x="20525" y="6701"/>
                </a:cubicBezTo>
                <a:cubicBezTo>
                  <a:pt x="20087" y="7196"/>
                  <a:pt x="19501" y="7443"/>
                  <a:pt x="18767" y="7443"/>
                </a:cubicBezTo>
                <a:cubicBezTo>
                  <a:pt x="18027" y="7443"/>
                  <a:pt x="17438" y="7196"/>
                  <a:pt x="17002" y="6701"/>
                </a:cubicBezTo>
                <a:cubicBezTo>
                  <a:pt x="16567" y="6206"/>
                  <a:pt x="16349" y="5531"/>
                  <a:pt x="16349" y="4675"/>
                </a:cubicBezTo>
                <a:cubicBezTo>
                  <a:pt x="16349" y="3820"/>
                  <a:pt x="16567" y="3144"/>
                  <a:pt x="17002" y="2648"/>
                </a:cubicBezTo>
                <a:cubicBezTo>
                  <a:pt x="17438" y="2151"/>
                  <a:pt x="18027" y="1903"/>
                  <a:pt x="18767" y="1903"/>
                </a:cubicBezTo>
                <a:cubicBezTo>
                  <a:pt x="19501" y="1903"/>
                  <a:pt x="20087" y="2151"/>
                  <a:pt x="20525" y="2648"/>
                </a:cubicBezTo>
                <a:cubicBezTo>
                  <a:pt x="20962" y="3144"/>
                  <a:pt x="21181" y="3820"/>
                  <a:pt x="21181" y="4675"/>
                </a:cubicBezTo>
                <a:moveTo>
                  <a:pt x="20272" y="4675"/>
                </a:moveTo>
                <a:cubicBezTo>
                  <a:pt x="20272" y="3998"/>
                  <a:pt x="20139" y="3495"/>
                  <a:pt x="19873" y="3166"/>
                </a:cubicBezTo>
                <a:cubicBezTo>
                  <a:pt x="19608" y="2836"/>
                  <a:pt x="19239" y="2672"/>
                  <a:pt x="18767" y="2672"/>
                </a:cubicBezTo>
                <a:cubicBezTo>
                  <a:pt x="18289" y="2672"/>
                  <a:pt x="17918" y="2836"/>
                  <a:pt x="17654" y="3166"/>
                </a:cubicBezTo>
                <a:cubicBezTo>
                  <a:pt x="17390" y="3495"/>
                  <a:pt x="17258" y="3998"/>
                  <a:pt x="17258" y="4675"/>
                </a:cubicBezTo>
                <a:cubicBezTo>
                  <a:pt x="17258" y="5331"/>
                  <a:pt x="17391" y="5828"/>
                  <a:pt x="17656" y="6167"/>
                </a:cubicBezTo>
                <a:cubicBezTo>
                  <a:pt x="17922" y="6505"/>
                  <a:pt x="18292" y="6674"/>
                  <a:pt x="18767" y="6674"/>
                </a:cubicBezTo>
                <a:cubicBezTo>
                  <a:pt x="19236" y="6674"/>
                  <a:pt x="19604" y="6507"/>
                  <a:pt x="19871" y="6171"/>
                </a:cubicBezTo>
                <a:cubicBezTo>
                  <a:pt x="20138" y="5836"/>
                  <a:pt x="20272" y="5337"/>
                  <a:pt x="20272" y="4675"/>
                </a:cubicBezTo>
                <a:close/>
                <a:moveTo>
                  <a:pt x="26791" y="7293"/>
                </a:moveTo>
                <a:lnTo>
                  <a:pt x="25910" y="7293"/>
                </a:lnTo>
                <a:lnTo>
                  <a:pt x="25910" y="6748"/>
                </a:lnTo>
                <a:cubicBezTo>
                  <a:pt x="25657" y="6967"/>
                  <a:pt x="25393" y="7138"/>
                  <a:pt x="25118" y="7260"/>
                </a:cubicBezTo>
                <a:cubicBezTo>
                  <a:pt x="24843" y="7382"/>
                  <a:pt x="24545" y="7443"/>
                  <a:pt x="24223" y="7443"/>
                </a:cubicBezTo>
                <a:cubicBezTo>
                  <a:pt x="23598" y="7443"/>
                  <a:pt x="23102" y="7202"/>
                  <a:pt x="22735" y="6720"/>
                </a:cubicBezTo>
                <a:cubicBezTo>
                  <a:pt x="22368" y="6237"/>
                  <a:pt x="22184" y="5568"/>
                  <a:pt x="22184" y="4713"/>
                </a:cubicBezTo>
                <a:cubicBezTo>
                  <a:pt x="22184" y="4268"/>
                  <a:pt x="22247" y="3872"/>
                  <a:pt x="22374" y="3524"/>
                </a:cubicBezTo>
                <a:cubicBezTo>
                  <a:pt x="22500" y="3176"/>
                  <a:pt x="22671" y="2880"/>
                  <a:pt x="22887" y="2636"/>
                </a:cubicBezTo>
                <a:cubicBezTo>
                  <a:pt x="23100" y="2398"/>
                  <a:pt x="23347" y="2216"/>
                  <a:pt x="23630" y="2091"/>
                </a:cubicBezTo>
                <a:cubicBezTo>
                  <a:pt x="23913" y="1966"/>
                  <a:pt x="24206" y="1903"/>
                  <a:pt x="24509" y="1903"/>
                </a:cubicBezTo>
                <a:cubicBezTo>
                  <a:pt x="24784" y="1903"/>
                  <a:pt x="25028" y="1932"/>
                  <a:pt x="25240" y="1990"/>
                </a:cubicBezTo>
                <a:cubicBezTo>
                  <a:pt x="25452" y="2048"/>
                  <a:pt x="25676" y="2138"/>
                  <a:pt x="25910" y="2260"/>
                </a:cubicBezTo>
                <a:lnTo>
                  <a:pt x="25910" y="0"/>
                </a:lnTo>
                <a:lnTo>
                  <a:pt x="26791" y="0"/>
                </a:lnTo>
                <a:lnTo>
                  <a:pt x="26791" y="7293"/>
                </a:lnTo>
                <a:moveTo>
                  <a:pt x="25910" y="6004"/>
                </a:moveTo>
                <a:lnTo>
                  <a:pt x="25910" y="3000"/>
                </a:lnTo>
                <a:cubicBezTo>
                  <a:pt x="25673" y="2894"/>
                  <a:pt x="25460" y="2820"/>
                  <a:pt x="25273" y="2779"/>
                </a:cubicBezTo>
                <a:cubicBezTo>
                  <a:pt x="25085" y="2739"/>
                  <a:pt x="24881" y="2719"/>
                  <a:pt x="24659" y="2719"/>
                </a:cubicBezTo>
                <a:cubicBezTo>
                  <a:pt x="24165" y="2719"/>
                  <a:pt x="23781" y="2890"/>
                  <a:pt x="23506" y="3234"/>
                </a:cubicBezTo>
                <a:cubicBezTo>
                  <a:pt x="23231" y="3578"/>
                  <a:pt x="23093" y="4065"/>
                  <a:pt x="23093" y="4697"/>
                </a:cubicBezTo>
                <a:cubicBezTo>
                  <a:pt x="23093" y="5318"/>
                  <a:pt x="23200" y="5791"/>
                  <a:pt x="23412" y="6114"/>
                </a:cubicBezTo>
                <a:cubicBezTo>
                  <a:pt x="23624" y="6438"/>
                  <a:pt x="23965" y="6600"/>
                  <a:pt x="24434" y="6600"/>
                </a:cubicBezTo>
                <a:cubicBezTo>
                  <a:pt x="24684" y="6600"/>
                  <a:pt x="24937" y="6544"/>
                  <a:pt x="25193" y="6433"/>
                </a:cubicBezTo>
                <a:cubicBezTo>
                  <a:pt x="25449" y="6322"/>
                  <a:pt x="25688" y="6179"/>
                  <a:pt x="25910" y="6004"/>
                </a:cubicBezTo>
                <a:close/>
                <a:moveTo>
                  <a:pt x="32988" y="4675"/>
                </a:moveTo>
                <a:cubicBezTo>
                  <a:pt x="32988" y="5531"/>
                  <a:pt x="32769" y="6206"/>
                  <a:pt x="32332" y="6701"/>
                </a:cubicBezTo>
                <a:cubicBezTo>
                  <a:pt x="31894" y="7196"/>
                  <a:pt x="31308" y="7443"/>
                  <a:pt x="30574" y="7443"/>
                </a:cubicBezTo>
                <a:cubicBezTo>
                  <a:pt x="29833" y="7443"/>
                  <a:pt x="29245" y="7196"/>
                  <a:pt x="28809" y="6701"/>
                </a:cubicBezTo>
                <a:cubicBezTo>
                  <a:pt x="28373" y="6206"/>
                  <a:pt x="28155" y="5531"/>
                  <a:pt x="28155" y="4675"/>
                </a:cubicBezTo>
                <a:cubicBezTo>
                  <a:pt x="28155" y="3820"/>
                  <a:pt x="28373" y="3144"/>
                  <a:pt x="28809" y="2648"/>
                </a:cubicBezTo>
                <a:cubicBezTo>
                  <a:pt x="29245" y="2151"/>
                  <a:pt x="29833" y="1903"/>
                  <a:pt x="30574" y="1903"/>
                </a:cubicBezTo>
                <a:cubicBezTo>
                  <a:pt x="31308" y="1903"/>
                  <a:pt x="31894" y="2151"/>
                  <a:pt x="32332" y="2648"/>
                </a:cubicBezTo>
                <a:cubicBezTo>
                  <a:pt x="32769" y="3144"/>
                  <a:pt x="32988" y="3820"/>
                  <a:pt x="32988" y="4675"/>
                </a:cubicBezTo>
                <a:moveTo>
                  <a:pt x="32078" y="4675"/>
                </a:moveTo>
                <a:cubicBezTo>
                  <a:pt x="32078" y="3998"/>
                  <a:pt x="31946" y="3495"/>
                  <a:pt x="31680" y="3166"/>
                </a:cubicBezTo>
                <a:cubicBezTo>
                  <a:pt x="31414" y="2836"/>
                  <a:pt x="31046" y="2672"/>
                  <a:pt x="30574" y="2672"/>
                </a:cubicBezTo>
                <a:cubicBezTo>
                  <a:pt x="30096" y="2672"/>
                  <a:pt x="29725" y="2836"/>
                  <a:pt x="29461" y="3166"/>
                </a:cubicBezTo>
                <a:cubicBezTo>
                  <a:pt x="29197" y="3495"/>
                  <a:pt x="29065" y="3998"/>
                  <a:pt x="29065" y="4675"/>
                </a:cubicBezTo>
                <a:cubicBezTo>
                  <a:pt x="29065" y="5331"/>
                  <a:pt x="29197" y="5828"/>
                  <a:pt x="29463" y="6167"/>
                </a:cubicBezTo>
                <a:cubicBezTo>
                  <a:pt x="29729" y="6505"/>
                  <a:pt x="30099" y="6674"/>
                  <a:pt x="30574" y="6674"/>
                </a:cubicBezTo>
                <a:cubicBezTo>
                  <a:pt x="31043" y="6674"/>
                  <a:pt x="31411" y="6507"/>
                  <a:pt x="31678" y="6171"/>
                </a:cubicBezTo>
                <a:cubicBezTo>
                  <a:pt x="31945" y="5836"/>
                  <a:pt x="32078" y="5337"/>
                  <a:pt x="32078" y="4675"/>
                </a:cubicBezTo>
                <a:close/>
                <a:moveTo>
                  <a:pt x="38730" y="7293"/>
                </a:moveTo>
                <a:lnTo>
                  <a:pt x="37848" y="7293"/>
                </a:lnTo>
                <a:lnTo>
                  <a:pt x="37848" y="4309"/>
                </a:lnTo>
                <a:cubicBezTo>
                  <a:pt x="37848" y="4068"/>
                  <a:pt x="37834" y="3842"/>
                  <a:pt x="37806" y="3631"/>
                </a:cubicBezTo>
                <a:cubicBezTo>
                  <a:pt x="37778" y="3420"/>
                  <a:pt x="37726" y="3255"/>
                  <a:pt x="37651" y="3136"/>
                </a:cubicBezTo>
                <a:cubicBezTo>
                  <a:pt x="37573" y="3005"/>
                  <a:pt x="37461" y="2907"/>
                  <a:pt x="37314" y="2843"/>
                </a:cubicBezTo>
                <a:cubicBezTo>
                  <a:pt x="37167" y="2779"/>
                  <a:pt x="36977" y="2747"/>
                  <a:pt x="36742" y="2747"/>
                </a:cubicBezTo>
                <a:cubicBezTo>
                  <a:pt x="36502" y="2747"/>
                  <a:pt x="36250" y="2806"/>
                  <a:pt x="35988" y="2925"/>
                </a:cubicBezTo>
                <a:cubicBezTo>
                  <a:pt x="35725" y="3044"/>
                  <a:pt x="35474" y="3196"/>
                  <a:pt x="35233" y="3380"/>
                </a:cubicBezTo>
                <a:lnTo>
                  <a:pt x="35233" y="7293"/>
                </a:lnTo>
                <a:lnTo>
                  <a:pt x="34352" y="7293"/>
                </a:lnTo>
                <a:lnTo>
                  <a:pt x="34352" y="2053"/>
                </a:lnTo>
                <a:lnTo>
                  <a:pt x="35233" y="2053"/>
                </a:lnTo>
                <a:lnTo>
                  <a:pt x="35233" y="2631"/>
                </a:lnTo>
                <a:cubicBezTo>
                  <a:pt x="35508" y="2402"/>
                  <a:pt x="35792" y="2224"/>
                  <a:pt x="36086" y="2096"/>
                </a:cubicBezTo>
                <a:cubicBezTo>
                  <a:pt x="36380" y="1967"/>
                  <a:pt x="36681" y="1903"/>
                  <a:pt x="36991" y="1903"/>
                </a:cubicBezTo>
                <a:cubicBezTo>
                  <a:pt x="37556" y="1903"/>
                  <a:pt x="37987" y="2074"/>
                  <a:pt x="38284" y="2415"/>
                </a:cubicBezTo>
                <a:cubicBezTo>
                  <a:pt x="38581" y="2756"/>
                  <a:pt x="38730" y="3247"/>
                  <a:pt x="38730" y="3889"/>
                </a:cubicBezTo>
                <a:lnTo>
                  <a:pt x="38730" y="7293"/>
                </a:lnTo>
                <a:close/>
                <a:moveTo>
                  <a:pt x="43145" y="7247"/>
                </a:moveTo>
                <a:cubicBezTo>
                  <a:pt x="42979" y="7291"/>
                  <a:pt x="42799" y="7326"/>
                  <a:pt x="42603" y="7354"/>
                </a:cubicBezTo>
                <a:cubicBezTo>
                  <a:pt x="42408" y="7382"/>
                  <a:pt x="42234" y="7396"/>
                  <a:pt x="42081" y="7396"/>
                </a:cubicBezTo>
                <a:cubicBezTo>
                  <a:pt x="41546" y="7396"/>
                  <a:pt x="41140" y="7252"/>
                  <a:pt x="40862" y="6965"/>
                </a:cubicBezTo>
                <a:cubicBezTo>
                  <a:pt x="40584" y="6677"/>
                  <a:pt x="40445" y="6216"/>
                  <a:pt x="40445" y="5580"/>
                </a:cubicBezTo>
                <a:lnTo>
                  <a:pt x="40445" y="2794"/>
                </a:lnTo>
                <a:lnTo>
                  <a:pt x="39850" y="2794"/>
                </a:lnTo>
                <a:lnTo>
                  <a:pt x="39850" y="2053"/>
                </a:lnTo>
                <a:lnTo>
                  <a:pt x="40445" y="2053"/>
                </a:lnTo>
                <a:lnTo>
                  <a:pt x="40445" y="544"/>
                </a:lnTo>
                <a:lnTo>
                  <a:pt x="41326" y="544"/>
                </a:lnTo>
                <a:lnTo>
                  <a:pt x="41326" y="2053"/>
                </a:lnTo>
                <a:lnTo>
                  <a:pt x="43145" y="2053"/>
                </a:lnTo>
                <a:lnTo>
                  <a:pt x="43145" y="2794"/>
                </a:lnTo>
                <a:lnTo>
                  <a:pt x="41326" y="2794"/>
                </a:lnTo>
                <a:lnTo>
                  <a:pt x="41326" y="5185"/>
                </a:lnTo>
                <a:cubicBezTo>
                  <a:pt x="41326" y="5461"/>
                  <a:pt x="41332" y="5676"/>
                  <a:pt x="41345" y="5831"/>
                </a:cubicBezTo>
                <a:cubicBezTo>
                  <a:pt x="41357" y="5986"/>
                  <a:pt x="41401" y="6131"/>
                  <a:pt x="41476" y="6266"/>
                </a:cubicBezTo>
                <a:cubicBezTo>
                  <a:pt x="41545" y="6391"/>
                  <a:pt x="41639" y="6483"/>
                  <a:pt x="41760" y="6541"/>
                </a:cubicBezTo>
                <a:cubicBezTo>
                  <a:pt x="41880" y="6599"/>
                  <a:pt x="42064" y="6628"/>
                  <a:pt x="42310" y="6628"/>
                </a:cubicBezTo>
                <a:cubicBezTo>
                  <a:pt x="42454" y="6628"/>
                  <a:pt x="42604" y="6607"/>
                  <a:pt x="42760" y="6564"/>
                </a:cubicBezTo>
                <a:cubicBezTo>
                  <a:pt x="42917" y="6522"/>
                  <a:pt x="43029" y="6487"/>
                  <a:pt x="43098" y="6459"/>
                </a:cubicBezTo>
                <a:lnTo>
                  <a:pt x="43145" y="6459"/>
                </a:lnTo>
                <a:lnTo>
                  <a:pt x="43145" y="7247"/>
                </a:lnTo>
                <a:close/>
                <a:moveTo>
                  <a:pt x="45156" y="1181"/>
                </a:moveTo>
                <a:lnTo>
                  <a:pt x="44162" y="1181"/>
                </a:lnTo>
                <a:lnTo>
                  <a:pt x="44162" y="262"/>
                </a:lnTo>
                <a:lnTo>
                  <a:pt x="45156" y="262"/>
                </a:lnTo>
                <a:lnTo>
                  <a:pt x="45156" y="1181"/>
                </a:lnTo>
                <a:moveTo>
                  <a:pt x="45099" y="7293"/>
                </a:moveTo>
                <a:lnTo>
                  <a:pt x="44218" y="7293"/>
                </a:lnTo>
                <a:lnTo>
                  <a:pt x="44218" y="2053"/>
                </a:lnTo>
                <a:lnTo>
                  <a:pt x="45099" y="2053"/>
                </a:lnTo>
                <a:lnTo>
                  <a:pt x="45099" y="7293"/>
                </a:lnTo>
                <a:close/>
                <a:moveTo>
                  <a:pt x="51089" y="7293"/>
                </a:moveTo>
                <a:lnTo>
                  <a:pt x="50208" y="7293"/>
                </a:lnTo>
                <a:lnTo>
                  <a:pt x="50208" y="6748"/>
                </a:lnTo>
                <a:cubicBezTo>
                  <a:pt x="49955" y="6967"/>
                  <a:pt x="49691" y="7138"/>
                  <a:pt x="49416" y="7260"/>
                </a:cubicBezTo>
                <a:cubicBezTo>
                  <a:pt x="49141" y="7382"/>
                  <a:pt x="48843" y="7443"/>
                  <a:pt x="48521" y="7443"/>
                </a:cubicBezTo>
                <a:cubicBezTo>
                  <a:pt x="47896" y="7443"/>
                  <a:pt x="47400" y="7202"/>
                  <a:pt x="47033" y="6720"/>
                </a:cubicBezTo>
                <a:cubicBezTo>
                  <a:pt x="46665" y="6237"/>
                  <a:pt x="46482" y="5568"/>
                  <a:pt x="46482" y="4713"/>
                </a:cubicBezTo>
                <a:cubicBezTo>
                  <a:pt x="46482" y="4268"/>
                  <a:pt x="46545" y="3872"/>
                  <a:pt x="46672" y="3524"/>
                </a:cubicBezTo>
                <a:cubicBezTo>
                  <a:pt x="46798" y="3176"/>
                  <a:pt x="46969" y="2880"/>
                  <a:pt x="47185" y="2636"/>
                </a:cubicBezTo>
                <a:cubicBezTo>
                  <a:pt x="47397" y="2398"/>
                  <a:pt x="47645" y="2216"/>
                  <a:pt x="47928" y="2091"/>
                </a:cubicBezTo>
                <a:cubicBezTo>
                  <a:pt x="48211" y="1966"/>
                  <a:pt x="48504" y="1903"/>
                  <a:pt x="48807" y="1903"/>
                </a:cubicBezTo>
                <a:cubicBezTo>
                  <a:pt x="49082" y="1903"/>
                  <a:pt x="49325" y="1932"/>
                  <a:pt x="49538" y="1990"/>
                </a:cubicBezTo>
                <a:cubicBezTo>
                  <a:pt x="49750" y="2048"/>
                  <a:pt x="49974" y="2138"/>
                  <a:pt x="50208" y="2260"/>
                </a:cubicBezTo>
                <a:lnTo>
                  <a:pt x="50208" y="0"/>
                </a:lnTo>
                <a:lnTo>
                  <a:pt x="51089" y="0"/>
                </a:lnTo>
                <a:lnTo>
                  <a:pt x="51089" y="7293"/>
                </a:lnTo>
                <a:moveTo>
                  <a:pt x="50208" y="6004"/>
                </a:moveTo>
                <a:lnTo>
                  <a:pt x="50208" y="3000"/>
                </a:lnTo>
                <a:cubicBezTo>
                  <a:pt x="49971" y="2894"/>
                  <a:pt x="49758" y="2820"/>
                  <a:pt x="49571" y="2779"/>
                </a:cubicBezTo>
                <a:cubicBezTo>
                  <a:pt x="49383" y="2739"/>
                  <a:pt x="49179" y="2719"/>
                  <a:pt x="48957" y="2719"/>
                </a:cubicBezTo>
                <a:cubicBezTo>
                  <a:pt x="48463" y="2719"/>
                  <a:pt x="48079" y="2890"/>
                  <a:pt x="47804" y="3234"/>
                </a:cubicBezTo>
                <a:cubicBezTo>
                  <a:pt x="47529" y="3578"/>
                  <a:pt x="47391" y="4065"/>
                  <a:pt x="47391" y="4697"/>
                </a:cubicBezTo>
                <a:cubicBezTo>
                  <a:pt x="47391" y="5318"/>
                  <a:pt x="47497" y="5791"/>
                  <a:pt x="47710" y="6114"/>
                </a:cubicBezTo>
                <a:cubicBezTo>
                  <a:pt x="47922" y="6438"/>
                  <a:pt x="48263" y="6600"/>
                  <a:pt x="48732" y="6600"/>
                </a:cubicBezTo>
                <a:cubicBezTo>
                  <a:pt x="48982" y="6600"/>
                  <a:pt x="49235" y="6544"/>
                  <a:pt x="49491" y="6433"/>
                </a:cubicBezTo>
                <a:cubicBezTo>
                  <a:pt x="49747" y="6322"/>
                  <a:pt x="49986" y="6179"/>
                  <a:pt x="50208" y="6004"/>
                </a:cubicBezTo>
                <a:close/>
                <a:moveTo>
                  <a:pt x="56892" y="7293"/>
                </a:moveTo>
                <a:lnTo>
                  <a:pt x="56015" y="7293"/>
                </a:lnTo>
                <a:lnTo>
                  <a:pt x="56015" y="6739"/>
                </a:lnTo>
                <a:cubicBezTo>
                  <a:pt x="55937" y="6792"/>
                  <a:pt x="55832" y="6867"/>
                  <a:pt x="55699" y="6962"/>
                </a:cubicBezTo>
                <a:cubicBezTo>
                  <a:pt x="55566" y="7058"/>
                  <a:pt x="55437" y="7133"/>
                  <a:pt x="55312" y="7190"/>
                </a:cubicBezTo>
                <a:cubicBezTo>
                  <a:pt x="55165" y="7262"/>
                  <a:pt x="54997" y="7322"/>
                  <a:pt x="54806" y="7370"/>
                </a:cubicBezTo>
                <a:cubicBezTo>
                  <a:pt x="54616" y="7419"/>
                  <a:pt x="54392" y="7443"/>
                  <a:pt x="54136" y="7443"/>
                </a:cubicBezTo>
                <a:cubicBezTo>
                  <a:pt x="53664" y="7443"/>
                  <a:pt x="53264" y="7287"/>
                  <a:pt x="52936" y="6974"/>
                </a:cubicBezTo>
                <a:cubicBezTo>
                  <a:pt x="52608" y="6661"/>
                  <a:pt x="52444" y="6262"/>
                  <a:pt x="52444" y="5777"/>
                </a:cubicBezTo>
                <a:cubicBezTo>
                  <a:pt x="52444" y="5380"/>
                  <a:pt x="52529" y="5058"/>
                  <a:pt x="52699" y="4813"/>
                </a:cubicBezTo>
                <a:cubicBezTo>
                  <a:pt x="52870" y="4567"/>
                  <a:pt x="53113" y="4374"/>
                  <a:pt x="53428" y="4233"/>
                </a:cubicBezTo>
                <a:cubicBezTo>
                  <a:pt x="53747" y="4092"/>
                  <a:pt x="54130" y="3997"/>
                  <a:pt x="54576" y="3947"/>
                </a:cubicBezTo>
                <a:cubicBezTo>
                  <a:pt x="55023" y="3897"/>
                  <a:pt x="55503" y="3859"/>
                  <a:pt x="56015" y="3834"/>
                </a:cubicBezTo>
                <a:lnTo>
                  <a:pt x="56015" y="3697"/>
                </a:lnTo>
                <a:cubicBezTo>
                  <a:pt x="56015" y="3495"/>
                  <a:pt x="55980" y="3328"/>
                  <a:pt x="55910" y="3196"/>
                </a:cubicBezTo>
                <a:cubicBezTo>
                  <a:pt x="55840" y="3064"/>
                  <a:pt x="55739" y="2960"/>
                  <a:pt x="55608" y="2884"/>
                </a:cubicBezTo>
                <a:cubicBezTo>
                  <a:pt x="55483" y="2812"/>
                  <a:pt x="55333" y="2763"/>
                  <a:pt x="55158" y="2738"/>
                </a:cubicBezTo>
                <a:cubicBezTo>
                  <a:pt x="54983" y="2712"/>
                  <a:pt x="54800" y="2700"/>
                  <a:pt x="54609" y="2700"/>
                </a:cubicBezTo>
                <a:cubicBezTo>
                  <a:pt x="54378" y="2700"/>
                  <a:pt x="54120" y="2731"/>
                  <a:pt x="53836" y="2794"/>
                </a:cubicBezTo>
                <a:cubicBezTo>
                  <a:pt x="53552" y="2856"/>
                  <a:pt x="53258" y="2947"/>
                  <a:pt x="52955" y="3065"/>
                </a:cubicBezTo>
                <a:lnTo>
                  <a:pt x="52908" y="3065"/>
                </a:lnTo>
                <a:lnTo>
                  <a:pt x="52908" y="2170"/>
                </a:lnTo>
                <a:cubicBezTo>
                  <a:pt x="53080" y="2123"/>
                  <a:pt x="53328" y="2072"/>
                  <a:pt x="53653" y="2015"/>
                </a:cubicBezTo>
                <a:cubicBezTo>
                  <a:pt x="53978" y="1959"/>
                  <a:pt x="54298" y="1931"/>
                  <a:pt x="54614" y="1931"/>
                </a:cubicBezTo>
                <a:cubicBezTo>
                  <a:pt x="54983" y="1931"/>
                  <a:pt x="55304" y="1962"/>
                  <a:pt x="55577" y="2023"/>
                </a:cubicBezTo>
                <a:cubicBezTo>
                  <a:pt x="55851" y="2083"/>
                  <a:pt x="56087" y="2187"/>
                  <a:pt x="56287" y="2334"/>
                </a:cubicBezTo>
                <a:cubicBezTo>
                  <a:pt x="56484" y="2478"/>
                  <a:pt x="56634" y="2664"/>
                  <a:pt x="56737" y="2892"/>
                </a:cubicBezTo>
                <a:cubicBezTo>
                  <a:pt x="56840" y="3120"/>
                  <a:pt x="56892" y="3403"/>
                  <a:pt x="56892" y="3740"/>
                </a:cubicBezTo>
                <a:lnTo>
                  <a:pt x="56892" y="7293"/>
                </a:lnTo>
                <a:moveTo>
                  <a:pt x="56015" y="6011"/>
                </a:moveTo>
                <a:lnTo>
                  <a:pt x="56015" y="4547"/>
                </a:lnTo>
                <a:cubicBezTo>
                  <a:pt x="55747" y="4562"/>
                  <a:pt x="55430" y="4586"/>
                  <a:pt x="55066" y="4617"/>
                </a:cubicBezTo>
                <a:cubicBezTo>
                  <a:pt x="54702" y="4649"/>
                  <a:pt x="54414" y="4694"/>
                  <a:pt x="54201" y="4754"/>
                </a:cubicBezTo>
                <a:cubicBezTo>
                  <a:pt x="53948" y="4826"/>
                  <a:pt x="53744" y="4938"/>
                  <a:pt x="53587" y="5090"/>
                </a:cubicBezTo>
                <a:cubicBezTo>
                  <a:pt x="53431" y="5243"/>
                  <a:pt x="53353" y="5452"/>
                  <a:pt x="53353" y="5719"/>
                </a:cubicBezTo>
                <a:cubicBezTo>
                  <a:pt x="53353" y="6020"/>
                  <a:pt x="53444" y="6247"/>
                  <a:pt x="53625" y="6399"/>
                </a:cubicBezTo>
                <a:cubicBezTo>
                  <a:pt x="53806" y="6552"/>
                  <a:pt x="54083" y="6628"/>
                  <a:pt x="54455" y="6628"/>
                </a:cubicBezTo>
                <a:cubicBezTo>
                  <a:pt x="54764" y="6628"/>
                  <a:pt x="55047" y="6567"/>
                  <a:pt x="55303" y="6446"/>
                </a:cubicBezTo>
                <a:cubicBezTo>
                  <a:pt x="55559" y="6326"/>
                  <a:pt x="55797" y="6180"/>
                  <a:pt x="56015" y="6011"/>
                </a:cubicBezTo>
                <a:close/>
                <a:moveTo>
                  <a:pt x="62971" y="4762"/>
                </a:moveTo>
                <a:lnTo>
                  <a:pt x="59114" y="4762"/>
                </a:lnTo>
                <a:cubicBezTo>
                  <a:pt x="59114" y="5085"/>
                  <a:pt x="59162" y="5366"/>
                  <a:pt x="59259" y="5606"/>
                </a:cubicBezTo>
                <a:cubicBezTo>
                  <a:pt x="59356" y="5845"/>
                  <a:pt x="59489" y="6042"/>
                  <a:pt x="59657" y="6195"/>
                </a:cubicBezTo>
                <a:cubicBezTo>
                  <a:pt x="59820" y="6346"/>
                  <a:pt x="60013" y="6458"/>
                  <a:pt x="60236" y="6534"/>
                </a:cubicBezTo>
                <a:cubicBezTo>
                  <a:pt x="60460" y="6609"/>
                  <a:pt x="60706" y="6646"/>
                  <a:pt x="60974" y="6646"/>
                </a:cubicBezTo>
                <a:cubicBezTo>
                  <a:pt x="61331" y="6646"/>
                  <a:pt x="61689" y="6575"/>
                  <a:pt x="62050" y="6431"/>
                </a:cubicBezTo>
                <a:cubicBezTo>
                  <a:pt x="62411" y="6288"/>
                  <a:pt x="62668" y="6147"/>
                  <a:pt x="62821" y="6009"/>
                </a:cubicBezTo>
                <a:lnTo>
                  <a:pt x="62868" y="6009"/>
                </a:lnTo>
                <a:lnTo>
                  <a:pt x="62868" y="6973"/>
                </a:lnTo>
                <a:cubicBezTo>
                  <a:pt x="62571" y="7098"/>
                  <a:pt x="62268" y="7203"/>
                  <a:pt x="61959" y="7288"/>
                </a:cubicBezTo>
                <a:cubicBezTo>
                  <a:pt x="61649" y="7373"/>
                  <a:pt x="61324" y="7415"/>
                  <a:pt x="60984" y="7415"/>
                </a:cubicBezTo>
                <a:cubicBezTo>
                  <a:pt x="60115" y="7415"/>
                  <a:pt x="59437" y="7180"/>
                  <a:pt x="58950" y="6708"/>
                </a:cubicBezTo>
                <a:cubicBezTo>
                  <a:pt x="58462" y="6237"/>
                  <a:pt x="58218" y="5568"/>
                  <a:pt x="58218" y="4701"/>
                </a:cubicBezTo>
                <a:cubicBezTo>
                  <a:pt x="58218" y="3844"/>
                  <a:pt x="58452" y="3163"/>
                  <a:pt x="58919" y="2659"/>
                </a:cubicBezTo>
                <a:cubicBezTo>
                  <a:pt x="59386" y="2155"/>
                  <a:pt x="60001" y="1903"/>
                  <a:pt x="60763" y="1903"/>
                </a:cubicBezTo>
                <a:cubicBezTo>
                  <a:pt x="61470" y="1903"/>
                  <a:pt x="62014" y="2110"/>
                  <a:pt x="62397" y="2523"/>
                </a:cubicBezTo>
                <a:cubicBezTo>
                  <a:pt x="62780" y="2936"/>
                  <a:pt x="62971" y="3523"/>
                  <a:pt x="62971" y="4283"/>
                </a:cubicBezTo>
                <a:lnTo>
                  <a:pt x="62971" y="4762"/>
                </a:lnTo>
                <a:moveTo>
                  <a:pt x="62113" y="4087"/>
                </a:moveTo>
                <a:cubicBezTo>
                  <a:pt x="62110" y="3625"/>
                  <a:pt x="61994" y="3267"/>
                  <a:pt x="61764" y="3014"/>
                </a:cubicBezTo>
                <a:cubicBezTo>
                  <a:pt x="61535" y="2761"/>
                  <a:pt x="61185" y="2634"/>
                  <a:pt x="60717" y="2634"/>
                </a:cubicBezTo>
                <a:cubicBezTo>
                  <a:pt x="60245" y="2634"/>
                  <a:pt x="59869" y="2773"/>
                  <a:pt x="59589" y="3051"/>
                </a:cubicBezTo>
                <a:cubicBezTo>
                  <a:pt x="59310" y="3329"/>
                  <a:pt x="59151" y="3675"/>
                  <a:pt x="59114" y="4087"/>
                </a:cubicBezTo>
                <a:lnTo>
                  <a:pt x="62113" y="40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44A9762-9735-48A4-8472-040339F90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9" y="2363004"/>
            <a:ext cx="85322" cy="126536"/>
          </a:xfrm>
          <a:custGeom xmlns:a="http://schemas.openxmlformats.org/drawingml/2006/main">
            <a:pathLst>
              <a:path w="85322" h="126536">
                <a:moveTo>
                  <a:pt x="0" y="0"/>
                </a:moveTo>
                <a:lnTo>
                  <a:pt x="85322" y="0"/>
                </a:lnTo>
                <a:lnTo>
                  <a:pt x="85322" y="126536"/>
                </a:lnTo>
                <a:lnTo>
                  <a:pt x="0" y="1265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ECF917-FB26-4598-A08E-934ABDB0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9" y="2363005"/>
            <a:ext cx="85321" cy="126537"/>
          </a:xfrm>
          <a:custGeom xmlns:a="http://schemas.openxmlformats.org/drawingml/2006/main">
            <a:pathLst>
              <a:path w="85321" h="126537" fill="none">
                <a:moveTo>
                  <a:pt x="0" y="0"/>
                </a:moveTo>
                <a:lnTo>
                  <a:pt x="85321" y="0"/>
                </a:lnTo>
                <a:lnTo>
                  <a:pt x="85321" y="126537"/>
                </a:lnTo>
                <a:lnTo>
                  <a:pt x="0" y="12653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58" name="Text Gelechiidae">
            <a:extLst xmlns:a="http://schemas.openxmlformats.org/drawingml/2006/main">
              <a:ext uri="{FF2B5EF4-FFF2-40B4-BE49-F238E27FC236}">
                <a16:creationId xmlns:a16="http://schemas.microsoft.com/office/drawing/2014/main" id="{7A7F7E36-3EF5-4184-A67E-B252D5F2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058" y="2387200"/>
            <a:ext cx="39462" cy="5408"/>
          </a:xfrm>
          <a:custGeom xmlns:a="http://schemas.openxmlformats.org/drawingml/2006/main">
            <a:pathLst>
              <a:path w="39462" h="5408">
                <a:moveTo>
                  <a:pt x="4519" y="4933"/>
                </a:moveTo>
                <a:cubicBezTo>
                  <a:pt x="4242" y="5061"/>
                  <a:pt x="3940" y="5172"/>
                  <a:pt x="3612" y="5266"/>
                </a:cubicBezTo>
                <a:cubicBezTo>
                  <a:pt x="3283" y="5361"/>
                  <a:pt x="2966" y="5408"/>
                  <a:pt x="2660" y="5408"/>
                </a:cubicBezTo>
                <a:cubicBezTo>
                  <a:pt x="2265" y="5408"/>
                  <a:pt x="1903" y="5353"/>
                  <a:pt x="1573" y="5244"/>
                </a:cubicBezTo>
                <a:cubicBezTo>
                  <a:pt x="1244" y="5135"/>
                  <a:pt x="964" y="4971"/>
                  <a:pt x="732" y="4753"/>
                </a:cubicBezTo>
                <a:cubicBezTo>
                  <a:pt x="498" y="4532"/>
                  <a:pt x="318" y="4256"/>
                  <a:pt x="191" y="3925"/>
                </a:cubicBezTo>
                <a:cubicBezTo>
                  <a:pt x="64" y="3594"/>
                  <a:pt x="0" y="3207"/>
                  <a:pt x="0" y="2764"/>
                </a:cubicBezTo>
                <a:cubicBezTo>
                  <a:pt x="0" y="1951"/>
                  <a:pt x="237" y="1311"/>
                  <a:pt x="710" y="841"/>
                </a:cubicBezTo>
                <a:cubicBezTo>
                  <a:pt x="1183" y="371"/>
                  <a:pt x="1833" y="136"/>
                  <a:pt x="2660" y="136"/>
                </a:cubicBezTo>
                <a:cubicBezTo>
                  <a:pt x="2948" y="136"/>
                  <a:pt x="3243" y="171"/>
                  <a:pt x="3543" y="240"/>
                </a:cubicBezTo>
                <a:cubicBezTo>
                  <a:pt x="3844" y="309"/>
                  <a:pt x="4168" y="426"/>
                  <a:pt x="4516" y="591"/>
                </a:cubicBezTo>
                <a:lnTo>
                  <a:pt x="4516" y="1389"/>
                </a:lnTo>
                <a:lnTo>
                  <a:pt x="4454" y="1389"/>
                </a:lnTo>
                <a:cubicBezTo>
                  <a:pt x="4384" y="1336"/>
                  <a:pt x="4282" y="1266"/>
                  <a:pt x="4148" y="1179"/>
                </a:cubicBezTo>
                <a:cubicBezTo>
                  <a:pt x="4014" y="1092"/>
                  <a:pt x="3882" y="1020"/>
                  <a:pt x="3753" y="962"/>
                </a:cubicBezTo>
                <a:cubicBezTo>
                  <a:pt x="3596" y="893"/>
                  <a:pt x="3419" y="836"/>
                  <a:pt x="3220" y="790"/>
                </a:cubicBezTo>
                <a:cubicBezTo>
                  <a:pt x="3021" y="745"/>
                  <a:pt x="2796" y="722"/>
                  <a:pt x="2544" y="722"/>
                </a:cubicBezTo>
                <a:cubicBezTo>
                  <a:pt x="1976" y="722"/>
                  <a:pt x="1527" y="904"/>
                  <a:pt x="1197" y="1268"/>
                </a:cubicBezTo>
                <a:cubicBezTo>
                  <a:pt x="867" y="1632"/>
                  <a:pt x="702" y="2125"/>
                  <a:pt x="702" y="2747"/>
                </a:cubicBezTo>
                <a:cubicBezTo>
                  <a:pt x="702" y="3402"/>
                  <a:pt x="874" y="3912"/>
                  <a:pt x="1219" y="4276"/>
                </a:cubicBezTo>
                <a:cubicBezTo>
                  <a:pt x="1564" y="4640"/>
                  <a:pt x="2034" y="4822"/>
                  <a:pt x="2629" y="4822"/>
                </a:cubicBezTo>
                <a:cubicBezTo>
                  <a:pt x="2847" y="4822"/>
                  <a:pt x="3064" y="4801"/>
                  <a:pt x="3281" y="4758"/>
                </a:cubicBezTo>
                <a:cubicBezTo>
                  <a:pt x="3498" y="4715"/>
                  <a:pt x="3688" y="4659"/>
                  <a:pt x="3852" y="4591"/>
                </a:cubicBezTo>
                <a:lnTo>
                  <a:pt x="3852" y="3351"/>
                </a:lnTo>
                <a:lnTo>
                  <a:pt x="2493" y="3351"/>
                </a:lnTo>
                <a:lnTo>
                  <a:pt x="2493" y="2752"/>
                </a:lnTo>
                <a:lnTo>
                  <a:pt x="4519" y="2752"/>
                </a:lnTo>
                <a:lnTo>
                  <a:pt x="4519" y="4933"/>
                </a:lnTo>
                <a:close/>
                <a:moveTo>
                  <a:pt x="8830" y="3460"/>
                </a:moveTo>
                <a:lnTo>
                  <a:pt x="6028" y="3460"/>
                </a:lnTo>
                <a:cubicBezTo>
                  <a:pt x="6028" y="3694"/>
                  <a:pt x="6063" y="3899"/>
                  <a:pt x="6133" y="4073"/>
                </a:cubicBezTo>
                <a:cubicBezTo>
                  <a:pt x="6204" y="4247"/>
                  <a:pt x="6300" y="4390"/>
                  <a:pt x="6423" y="4501"/>
                </a:cubicBezTo>
                <a:cubicBezTo>
                  <a:pt x="6541" y="4610"/>
                  <a:pt x="6681" y="4692"/>
                  <a:pt x="6843" y="4747"/>
                </a:cubicBezTo>
                <a:cubicBezTo>
                  <a:pt x="7006" y="4802"/>
                  <a:pt x="7184" y="4829"/>
                  <a:pt x="7380" y="4829"/>
                </a:cubicBezTo>
                <a:cubicBezTo>
                  <a:pt x="7638" y="4829"/>
                  <a:pt x="7899" y="4777"/>
                  <a:pt x="8161" y="4673"/>
                </a:cubicBezTo>
                <a:cubicBezTo>
                  <a:pt x="8423" y="4569"/>
                  <a:pt x="8610" y="4466"/>
                  <a:pt x="8721" y="4366"/>
                </a:cubicBezTo>
                <a:lnTo>
                  <a:pt x="8755" y="4366"/>
                </a:lnTo>
                <a:lnTo>
                  <a:pt x="8755" y="5066"/>
                </a:lnTo>
                <a:cubicBezTo>
                  <a:pt x="8540" y="5157"/>
                  <a:pt x="8320" y="5234"/>
                  <a:pt x="8095" y="5295"/>
                </a:cubicBezTo>
                <a:cubicBezTo>
                  <a:pt x="7870" y="5357"/>
                  <a:pt x="7634" y="5388"/>
                  <a:pt x="7386" y="5388"/>
                </a:cubicBezTo>
                <a:cubicBezTo>
                  <a:pt x="6755" y="5388"/>
                  <a:pt x="6263" y="5216"/>
                  <a:pt x="5908" y="4874"/>
                </a:cubicBezTo>
                <a:cubicBezTo>
                  <a:pt x="5554" y="4532"/>
                  <a:pt x="5377" y="4046"/>
                  <a:pt x="5377" y="3416"/>
                </a:cubicBezTo>
                <a:cubicBezTo>
                  <a:pt x="5377" y="2793"/>
                  <a:pt x="5547" y="2298"/>
                  <a:pt x="5886" y="1932"/>
                </a:cubicBezTo>
                <a:cubicBezTo>
                  <a:pt x="6226" y="1566"/>
                  <a:pt x="6672" y="1383"/>
                  <a:pt x="7226" y="1383"/>
                </a:cubicBezTo>
                <a:cubicBezTo>
                  <a:pt x="7739" y="1383"/>
                  <a:pt x="8135" y="1533"/>
                  <a:pt x="8413" y="1833"/>
                </a:cubicBezTo>
                <a:cubicBezTo>
                  <a:pt x="8691" y="2133"/>
                  <a:pt x="8830" y="2559"/>
                  <a:pt x="8830" y="3112"/>
                </a:cubicBezTo>
                <a:lnTo>
                  <a:pt x="8830" y="3460"/>
                </a:lnTo>
                <a:moveTo>
                  <a:pt x="8207" y="2970"/>
                </a:moveTo>
                <a:cubicBezTo>
                  <a:pt x="8205" y="2634"/>
                  <a:pt x="8120" y="2374"/>
                  <a:pt x="7953" y="2190"/>
                </a:cubicBezTo>
                <a:cubicBezTo>
                  <a:pt x="7787" y="2006"/>
                  <a:pt x="7533" y="1914"/>
                  <a:pt x="7192" y="1914"/>
                </a:cubicBezTo>
                <a:cubicBezTo>
                  <a:pt x="6849" y="1914"/>
                  <a:pt x="6576" y="2015"/>
                  <a:pt x="6373" y="2217"/>
                </a:cubicBezTo>
                <a:cubicBezTo>
                  <a:pt x="6170" y="2419"/>
                  <a:pt x="6055" y="2670"/>
                  <a:pt x="6028" y="2970"/>
                </a:cubicBezTo>
                <a:lnTo>
                  <a:pt x="8207" y="2970"/>
                </a:lnTo>
                <a:close/>
                <a:moveTo>
                  <a:pt x="10448" y="5299"/>
                </a:moveTo>
                <a:lnTo>
                  <a:pt x="9808" y="5299"/>
                </a:lnTo>
                <a:lnTo>
                  <a:pt x="9808" y="0"/>
                </a:lnTo>
                <a:lnTo>
                  <a:pt x="10448" y="0"/>
                </a:lnTo>
                <a:lnTo>
                  <a:pt x="10448" y="5299"/>
                </a:lnTo>
                <a:close/>
                <a:moveTo>
                  <a:pt x="14899" y="3460"/>
                </a:moveTo>
                <a:lnTo>
                  <a:pt x="12096" y="3460"/>
                </a:lnTo>
                <a:cubicBezTo>
                  <a:pt x="12096" y="3694"/>
                  <a:pt x="12131" y="3899"/>
                  <a:pt x="12202" y="4073"/>
                </a:cubicBezTo>
                <a:cubicBezTo>
                  <a:pt x="12272" y="4247"/>
                  <a:pt x="12369" y="4390"/>
                  <a:pt x="12491" y="4501"/>
                </a:cubicBezTo>
                <a:cubicBezTo>
                  <a:pt x="12609" y="4610"/>
                  <a:pt x="12749" y="4692"/>
                  <a:pt x="12912" y="4747"/>
                </a:cubicBezTo>
                <a:cubicBezTo>
                  <a:pt x="13074" y="4802"/>
                  <a:pt x="13253" y="4829"/>
                  <a:pt x="13448" y="4829"/>
                </a:cubicBezTo>
                <a:cubicBezTo>
                  <a:pt x="13707" y="4829"/>
                  <a:pt x="13968" y="4777"/>
                  <a:pt x="14230" y="4673"/>
                </a:cubicBezTo>
                <a:cubicBezTo>
                  <a:pt x="14492" y="4569"/>
                  <a:pt x="14679" y="4466"/>
                  <a:pt x="14790" y="4366"/>
                </a:cubicBezTo>
                <a:lnTo>
                  <a:pt x="14824" y="4366"/>
                </a:lnTo>
                <a:lnTo>
                  <a:pt x="14824" y="5066"/>
                </a:lnTo>
                <a:cubicBezTo>
                  <a:pt x="14608" y="5157"/>
                  <a:pt x="14388" y="5234"/>
                  <a:pt x="14163" y="5295"/>
                </a:cubicBezTo>
                <a:cubicBezTo>
                  <a:pt x="13939" y="5357"/>
                  <a:pt x="13702" y="5388"/>
                  <a:pt x="13455" y="5388"/>
                </a:cubicBezTo>
                <a:cubicBezTo>
                  <a:pt x="12824" y="5388"/>
                  <a:pt x="12331" y="5216"/>
                  <a:pt x="11977" y="4874"/>
                </a:cubicBezTo>
                <a:cubicBezTo>
                  <a:pt x="11623" y="4532"/>
                  <a:pt x="11446" y="4046"/>
                  <a:pt x="11446" y="3416"/>
                </a:cubicBezTo>
                <a:cubicBezTo>
                  <a:pt x="11446" y="2793"/>
                  <a:pt x="11615" y="2298"/>
                  <a:pt x="11955" y="1932"/>
                </a:cubicBezTo>
                <a:cubicBezTo>
                  <a:pt x="12294" y="1566"/>
                  <a:pt x="12741" y="1383"/>
                  <a:pt x="13295" y="1383"/>
                </a:cubicBezTo>
                <a:cubicBezTo>
                  <a:pt x="13808" y="1383"/>
                  <a:pt x="14204" y="1533"/>
                  <a:pt x="14482" y="1833"/>
                </a:cubicBezTo>
                <a:cubicBezTo>
                  <a:pt x="14760" y="2133"/>
                  <a:pt x="14899" y="2559"/>
                  <a:pt x="14899" y="3112"/>
                </a:cubicBezTo>
                <a:lnTo>
                  <a:pt x="14899" y="3460"/>
                </a:lnTo>
                <a:moveTo>
                  <a:pt x="14276" y="2970"/>
                </a:moveTo>
                <a:cubicBezTo>
                  <a:pt x="14273" y="2634"/>
                  <a:pt x="14189" y="2374"/>
                  <a:pt x="14022" y="2190"/>
                </a:cubicBezTo>
                <a:cubicBezTo>
                  <a:pt x="13855" y="2006"/>
                  <a:pt x="13601" y="1914"/>
                  <a:pt x="13261" y="1914"/>
                </a:cubicBezTo>
                <a:cubicBezTo>
                  <a:pt x="12918" y="1914"/>
                  <a:pt x="12645" y="2015"/>
                  <a:pt x="12442" y="2217"/>
                </a:cubicBezTo>
                <a:cubicBezTo>
                  <a:pt x="12239" y="2419"/>
                  <a:pt x="12123" y="2670"/>
                  <a:pt x="12096" y="2970"/>
                </a:cubicBezTo>
                <a:lnTo>
                  <a:pt x="14276" y="2970"/>
                </a:lnTo>
                <a:close/>
                <a:moveTo>
                  <a:pt x="18682" y="5064"/>
                </a:moveTo>
                <a:cubicBezTo>
                  <a:pt x="18469" y="5166"/>
                  <a:pt x="18266" y="5246"/>
                  <a:pt x="18075" y="5302"/>
                </a:cubicBezTo>
                <a:cubicBezTo>
                  <a:pt x="17883" y="5359"/>
                  <a:pt x="17679" y="5388"/>
                  <a:pt x="17463" y="5388"/>
                </a:cubicBezTo>
                <a:cubicBezTo>
                  <a:pt x="17189" y="5388"/>
                  <a:pt x="16937" y="5347"/>
                  <a:pt x="16707" y="5266"/>
                </a:cubicBezTo>
                <a:cubicBezTo>
                  <a:pt x="16478" y="5186"/>
                  <a:pt x="16282" y="5063"/>
                  <a:pt x="16118" y="4900"/>
                </a:cubicBezTo>
                <a:cubicBezTo>
                  <a:pt x="15952" y="4736"/>
                  <a:pt x="15824" y="4529"/>
                  <a:pt x="15733" y="4279"/>
                </a:cubicBezTo>
                <a:cubicBezTo>
                  <a:pt x="15642" y="4029"/>
                  <a:pt x="15597" y="3736"/>
                  <a:pt x="15597" y="3402"/>
                </a:cubicBezTo>
                <a:cubicBezTo>
                  <a:pt x="15597" y="2779"/>
                  <a:pt x="15768" y="2290"/>
                  <a:pt x="16110" y="1935"/>
                </a:cubicBezTo>
                <a:cubicBezTo>
                  <a:pt x="16451" y="1580"/>
                  <a:pt x="16902" y="1403"/>
                  <a:pt x="17463" y="1403"/>
                </a:cubicBezTo>
                <a:cubicBezTo>
                  <a:pt x="17681" y="1403"/>
                  <a:pt x="17895" y="1434"/>
                  <a:pt x="18105" y="1495"/>
                </a:cubicBezTo>
                <a:cubicBezTo>
                  <a:pt x="18315" y="1556"/>
                  <a:pt x="18508" y="1631"/>
                  <a:pt x="18682" y="1720"/>
                </a:cubicBezTo>
                <a:lnTo>
                  <a:pt x="18682" y="2432"/>
                </a:lnTo>
                <a:lnTo>
                  <a:pt x="18648" y="2432"/>
                </a:lnTo>
                <a:cubicBezTo>
                  <a:pt x="18453" y="2280"/>
                  <a:pt x="18252" y="2164"/>
                  <a:pt x="18044" y="2083"/>
                </a:cubicBezTo>
                <a:cubicBezTo>
                  <a:pt x="17836" y="2002"/>
                  <a:pt x="17634" y="1962"/>
                  <a:pt x="17436" y="1962"/>
                </a:cubicBezTo>
                <a:cubicBezTo>
                  <a:pt x="17073" y="1962"/>
                  <a:pt x="16786" y="2084"/>
                  <a:pt x="16576" y="2328"/>
                </a:cubicBezTo>
                <a:cubicBezTo>
                  <a:pt x="16366" y="2572"/>
                  <a:pt x="16261" y="2930"/>
                  <a:pt x="16261" y="3402"/>
                </a:cubicBezTo>
                <a:cubicBezTo>
                  <a:pt x="16261" y="3861"/>
                  <a:pt x="16364" y="4213"/>
                  <a:pt x="16569" y="4460"/>
                </a:cubicBezTo>
                <a:cubicBezTo>
                  <a:pt x="16775" y="4706"/>
                  <a:pt x="17064" y="4829"/>
                  <a:pt x="17436" y="4829"/>
                </a:cubicBezTo>
                <a:cubicBezTo>
                  <a:pt x="17565" y="4829"/>
                  <a:pt x="17697" y="4812"/>
                  <a:pt x="17831" y="4778"/>
                </a:cubicBezTo>
                <a:cubicBezTo>
                  <a:pt x="17965" y="4745"/>
                  <a:pt x="18085" y="4701"/>
                  <a:pt x="18192" y="4646"/>
                </a:cubicBezTo>
                <a:cubicBezTo>
                  <a:pt x="18285" y="4599"/>
                  <a:pt x="18373" y="4549"/>
                  <a:pt x="18454" y="4496"/>
                </a:cubicBezTo>
                <a:cubicBezTo>
                  <a:pt x="18536" y="4443"/>
                  <a:pt x="18601" y="4397"/>
                  <a:pt x="18648" y="4359"/>
                </a:cubicBezTo>
                <a:lnTo>
                  <a:pt x="18682" y="4359"/>
                </a:lnTo>
                <a:lnTo>
                  <a:pt x="18682" y="5064"/>
                </a:lnTo>
                <a:close/>
                <a:moveTo>
                  <a:pt x="22684" y="5299"/>
                </a:moveTo>
                <a:lnTo>
                  <a:pt x="22044" y="5299"/>
                </a:lnTo>
                <a:lnTo>
                  <a:pt x="22044" y="3131"/>
                </a:lnTo>
                <a:cubicBezTo>
                  <a:pt x="22044" y="2956"/>
                  <a:pt x="22033" y="2792"/>
                  <a:pt x="22013" y="2638"/>
                </a:cubicBezTo>
                <a:cubicBezTo>
                  <a:pt x="21993" y="2485"/>
                  <a:pt x="21955" y="2365"/>
                  <a:pt x="21901" y="2279"/>
                </a:cubicBezTo>
                <a:cubicBezTo>
                  <a:pt x="21844" y="2183"/>
                  <a:pt x="21762" y="2112"/>
                  <a:pt x="21655" y="2066"/>
                </a:cubicBezTo>
                <a:cubicBezTo>
                  <a:pt x="21549" y="2019"/>
                  <a:pt x="21410" y="1996"/>
                  <a:pt x="21240" y="1996"/>
                </a:cubicBezTo>
                <a:cubicBezTo>
                  <a:pt x="21065" y="1996"/>
                  <a:pt x="20882" y="2039"/>
                  <a:pt x="20692" y="2125"/>
                </a:cubicBezTo>
                <a:cubicBezTo>
                  <a:pt x="20501" y="2212"/>
                  <a:pt x="20318" y="2322"/>
                  <a:pt x="20143" y="2456"/>
                </a:cubicBezTo>
                <a:lnTo>
                  <a:pt x="20143" y="5299"/>
                </a:lnTo>
                <a:lnTo>
                  <a:pt x="19503" y="5299"/>
                </a:lnTo>
                <a:lnTo>
                  <a:pt x="19503" y="0"/>
                </a:lnTo>
                <a:lnTo>
                  <a:pt x="20143" y="0"/>
                </a:lnTo>
                <a:lnTo>
                  <a:pt x="20143" y="1911"/>
                </a:lnTo>
                <a:cubicBezTo>
                  <a:pt x="20343" y="1745"/>
                  <a:pt x="20550" y="1616"/>
                  <a:pt x="20763" y="1523"/>
                </a:cubicBezTo>
                <a:cubicBezTo>
                  <a:pt x="20977" y="1429"/>
                  <a:pt x="21196" y="1383"/>
                  <a:pt x="21420" y="1383"/>
                </a:cubicBezTo>
                <a:cubicBezTo>
                  <a:pt x="21831" y="1383"/>
                  <a:pt x="22145" y="1507"/>
                  <a:pt x="22360" y="1754"/>
                </a:cubicBezTo>
                <a:cubicBezTo>
                  <a:pt x="22576" y="2002"/>
                  <a:pt x="22684" y="2359"/>
                  <a:pt x="22684" y="2826"/>
                </a:cubicBezTo>
                <a:lnTo>
                  <a:pt x="22684" y="5299"/>
                </a:lnTo>
                <a:close/>
                <a:moveTo>
                  <a:pt x="24604" y="858"/>
                </a:moveTo>
                <a:lnTo>
                  <a:pt x="23882" y="858"/>
                </a:lnTo>
                <a:lnTo>
                  <a:pt x="23882" y="191"/>
                </a:lnTo>
                <a:lnTo>
                  <a:pt x="24604" y="191"/>
                </a:lnTo>
                <a:lnTo>
                  <a:pt x="24604" y="858"/>
                </a:lnTo>
                <a:moveTo>
                  <a:pt x="24564" y="5299"/>
                </a:moveTo>
                <a:lnTo>
                  <a:pt x="23923" y="5299"/>
                </a:lnTo>
                <a:lnTo>
                  <a:pt x="23923" y="1492"/>
                </a:lnTo>
                <a:lnTo>
                  <a:pt x="24564" y="1492"/>
                </a:lnTo>
                <a:lnTo>
                  <a:pt x="24564" y="5299"/>
                </a:lnTo>
                <a:close/>
                <a:moveTo>
                  <a:pt x="26518" y="858"/>
                </a:moveTo>
                <a:lnTo>
                  <a:pt x="25796" y="858"/>
                </a:lnTo>
                <a:lnTo>
                  <a:pt x="25796" y="191"/>
                </a:lnTo>
                <a:lnTo>
                  <a:pt x="26518" y="191"/>
                </a:lnTo>
                <a:lnTo>
                  <a:pt x="26518" y="858"/>
                </a:lnTo>
                <a:moveTo>
                  <a:pt x="26477" y="5299"/>
                </a:moveTo>
                <a:lnTo>
                  <a:pt x="25837" y="5299"/>
                </a:lnTo>
                <a:lnTo>
                  <a:pt x="25837" y="1492"/>
                </a:lnTo>
                <a:lnTo>
                  <a:pt x="26477" y="1492"/>
                </a:lnTo>
                <a:lnTo>
                  <a:pt x="26477" y="5299"/>
                </a:lnTo>
                <a:close/>
                <a:moveTo>
                  <a:pt x="30830" y="5299"/>
                </a:moveTo>
                <a:lnTo>
                  <a:pt x="30189" y="5299"/>
                </a:lnTo>
                <a:lnTo>
                  <a:pt x="30189" y="4903"/>
                </a:lnTo>
                <a:cubicBezTo>
                  <a:pt x="30006" y="5062"/>
                  <a:pt x="29814" y="5186"/>
                  <a:pt x="29614" y="5275"/>
                </a:cubicBezTo>
                <a:cubicBezTo>
                  <a:pt x="29414" y="5364"/>
                  <a:pt x="29197" y="5408"/>
                  <a:pt x="28963" y="5408"/>
                </a:cubicBezTo>
                <a:cubicBezTo>
                  <a:pt x="28509" y="5408"/>
                  <a:pt x="28149" y="5233"/>
                  <a:pt x="27882" y="4882"/>
                </a:cubicBezTo>
                <a:cubicBezTo>
                  <a:pt x="27615" y="4532"/>
                  <a:pt x="27482" y="4046"/>
                  <a:pt x="27482" y="3424"/>
                </a:cubicBezTo>
                <a:cubicBezTo>
                  <a:pt x="27482" y="3101"/>
                  <a:pt x="27528" y="2813"/>
                  <a:pt x="27620" y="2561"/>
                </a:cubicBezTo>
                <a:cubicBezTo>
                  <a:pt x="27712" y="2308"/>
                  <a:pt x="27836" y="2093"/>
                  <a:pt x="27993" y="1915"/>
                </a:cubicBezTo>
                <a:cubicBezTo>
                  <a:pt x="28147" y="1742"/>
                  <a:pt x="28327" y="1610"/>
                  <a:pt x="28533" y="1519"/>
                </a:cubicBezTo>
                <a:cubicBezTo>
                  <a:pt x="28738" y="1428"/>
                  <a:pt x="28951" y="1383"/>
                  <a:pt x="29171" y="1383"/>
                </a:cubicBezTo>
                <a:cubicBezTo>
                  <a:pt x="29371" y="1383"/>
                  <a:pt x="29548" y="1404"/>
                  <a:pt x="29702" y="1446"/>
                </a:cubicBezTo>
                <a:cubicBezTo>
                  <a:pt x="29857" y="1488"/>
                  <a:pt x="30019" y="1553"/>
                  <a:pt x="30189" y="1642"/>
                </a:cubicBezTo>
                <a:lnTo>
                  <a:pt x="30189" y="0"/>
                </a:lnTo>
                <a:lnTo>
                  <a:pt x="30830" y="0"/>
                </a:lnTo>
                <a:lnTo>
                  <a:pt x="30830" y="5299"/>
                </a:lnTo>
                <a:moveTo>
                  <a:pt x="30189" y="4362"/>
                </a:moveTo>
                <a:lnTo>
                  <a:pt x="30189" y="2180"/>
                </a:lnTo>
                <a:cubicBezTo>
                  <a:pt x="30017" y="2102"/>
                  <a:pt x="29863" y="2049"/>
                  <a:pt x="29726" y="2019"/>
                </a:cubicBezTo>
                <a:cubicBezTo>
                  <a:pt x="29590" y="1990"/>
                  <a:pt x="29441" y="1975"/>
                  <a:pt x="29280" y="1975"/>
                </a:cubicBezTo>
                <a:cubicBezTo>
                  <a:pt x="28921" y="1975"/>
                  <a:pt x="28642" y="2100"/>
                  <a:pt x="28442" y="2350"/>
                </a:cubicBezTo>
                <a:cubicBezTo>
                  <a:pt x="28243" y="2600"/>
                  <a:pt x="28143" y="2954"/>
                  <a:pt x="28143" y="3412"/>
                </a:cubicBezTo>
                <a:cubicBezTo>
                  <a:pt x="28143" y="3864"/>
                  <a:pt x="28220" y="4208"/>
                  <a:pt x="28374" y="4442"/>
                </a:cubicBezTo>
                <a:cubicBezTo>
                  <a:pt x="28529" y="4677"/>
                  <a:pt x="28776" y="4795"/>
                  <a:pt x="29117" y="4795"/>
                </a:cubicBezTo>
                <a:cubicBezTo>
                  <a:pt x="29298" y="4795"/>
                  <a:pt x="29482" y="4755"/>
                  <a:pt x="29668" y="4674"/>
                </a:cubicBezTo>
                <a:cubicBezTo>
                  <a:pt x="29855" y="4593"/>
                  <a:pt x="30028" y="4490"/>
                  <a:pt x="30189" y="4362"/>
                </a:cubicBezTo>
                <a:close/>
                <a:moveTo>
                  <a:pt x="35046" y="5299"/>
                </a:moveTo>
                <a:lnTo>
                  <a:pt x="34409" y="5299"/>
                </a:lnTo>
                <a:lnTo>
                  <a:pt x="34409" y="4896"/>
                </a:lnTo>
                <a:cubicBezTo>
                  <a:pt x="34352" y="4935"/>
                  <a:pt x="34275" y="4989"/>
                  <a:pt x="34179" y="5058"/>
                </a:cubicBezTo>
                <a:cubicBezTo>
                  <a:pt x="34082" y="5128"/>
                  <a:pt x="33989" y="5183"/>
                  <a:pt x="33898" y="5224"/>
                </a:cubicBezTo>
                <a:cubicBezTo>
                  <a:pt x="33791" y="5276"/>
                  <a:pt x="33669" y="5320"/>
                  <a:pt x="33530" y="5355"/>
                </a:cubicBezTo>
                <a:cubicBezTo>
                  <a:pt x="33392" y="5390"/>
                  <a:pt x="33229" y="5408"/>
                  <a:pt x="33043" y="5408"/>
                </a:cubicBezTo>
                <a:cubicBezTo>
                  <a:pt x="32700" y="5408"/>
                  <a:pt x="32410" y="5294"/>
                  <a:pt x="32171" y="5067"/>
                </a:cubicBezTo>
                <a:cubicBezTo>
                  <a:pt x="31933" y="4840"/>
                  <a:pt x="31814" y="4550"/>
                  <a:pt x="31814" y="4197"/>
                </a:cubicBezTo>
                <a:cubicBezTo>
                  <a:pt x="31814" y="3909"/>
                  <a:pt x="31876" y="3675"/>
                  <a:pt x="31999" y="3497"/>
                </a:cubicBezTo>
                <a:cubicBezTo>
                  <a:pt x="32123" y="3318"/>
                  <a:pt x="32300" y="3178"/>
                  <a:pt x="32529" y="3076"/>
                </a:cubicBezTo>
                <a:cubicBezTo>
                  <a:pt x="32761" y="2973"/>
                  <a:pt x="33039" y="2904"/>
                  <a:pt x="33363" y="2868"/>
                </a:cubicBezTo>
                <a:cubicBezTo>
                  <a:pt x="33688" y="2831"/>
                  <a:pt x="34036" y="2804"/>
                  <a:pt x="34409" y="2786"/>
                </a:cubicBezTo>
                <a:lnTo>
                  <a:pt x="34409" y="2686"/>
                </a:lnTo>
                <a:cubicBezTo>
                  <a:pt x="34409" y="2540"/>
                  <a:pt x="34383" y="2418"/>
                  <a:pt x="34332" y="2322"/>
                </a:cubicBezTo>
                <a:cubicBezTo>
                  <a:pt x="34281" y="2226"/>
                  <a:pt x="34208" y="2150"/>
                  <a:pt x="34113" y="2095"/>
                </a:cubicBezTo>
                <a:cubicBezTo>
                  <a:pt x="34022" y="2043"/>
                  <a:pt x="33913" y="2007"/>
                  <a:pt x="33786" y="1989"/>
                </a:cubicBezTo>
                <a:cubicBezTo>
                  <a:pt x="33658" y="1971"/>
                  <a:pt x="33526" y="1962"/>
                  <a:pt x="33387" y="1962"/>
                </a:cubicBezTo>
                <a:cubicBezTo>
                  <a:pt x="33219" y="1962"/>
                  <a:pt x="33032" y="1984"/>
                  <a:pt x="32825" y="2030"/>
                </a:cubicBezTo>
                <a:cubicBezTo>
                  <a:pt x="32619" y="2075"/>
                  <a:pt x="32405" y="2141"/>
                  <a:pt x="32185" y="2227"/>
                </a:cubicBezTo>
                <a:lnTo>
                  <a:pt x="32151" y="2227"/>
                </a:lnTo>
                <a:lnTo>
                  <a:pt x="32151" y="1577"/>
                </a:lnTo>
                <a:cubicBezTo>
                  <a:pt x="32276" y="1543"/>
                  <a:pt x="32456" y="1505"/>
                  <a:pt x="32692" y="1464"/>
                </a:cubicBezTo>
                <a:cubicBezTo>
                  <a:pt x="32929" y="1424"/>
                  <a:pt x="33161" y="1403"/>
                  <a:pt x="33391" y="1403"/>
                </a:cubicBezTo>
                <a:cubicBezTo>
                  <a:pt x="33658" y="1403"/>
                  <a:pt x="33892" y="1425"/>
                  <a:pt x="34090" y="1469"/>
                </a:cubicBezTo>
                <a:cubicBezTo>
                  <a:pt x="34289" y="1514"/>
                  <a:pt x="34461" y="1589"/>
                  <a:pt x="34606" y="1696"/>
                </a:cubicBezTo>
                <a:cubicBezTo>
                  <a:pt x="34749" y="1800"/>
                  <a:pt x="34858" y="1935"/>
                  <a:pt x="34933" y="2101"/>
                </a:cubicBezTo>
                <a:cubicBezTo>
                  <a:pt x="35008" y="2267"/>
                  <a:pt x="35046" y="2472"/>
                  <a:pt x="35046" y="2718"/>
                </a:cubicBezTo>
                <a:lnTo>
                  <a:pt x="35046" y="5299"/>
                </a:lnTo>
                <a:moveTo>
                  <a:pt x="34409" y="4367"/>
                </a:moveTo>
                <a:lnTo>
                  <a:pt x="34409" y="3303"/>
                </a:lnTo>
                <a:cubicBezTo>
                  <a:pt x="34214" y="3315"/>
                  <a:pt x="33984" y="3332"/>
                  <a:pt x="33719" y="3355"/>
                </a:cubicBezTo>
                <a:cubicBezTo>
                  <a:pt x="33455" y="3378"/>
                  <a:pt x="33245" y="3411"/>
                  <a:pt x="33091" y="3454"/>
                </a:cubicBezTo>
                <a:cubicBezTo>
                  <a:pt x="32907" y="3506"/>
                  <a:pt x="32758" y="3588"/>
                  <a:pt x="32645" y="3698"/>
                </a:cubicBezTo>
                <a:cubicBezTo>
                  <a:pt x="32531" y="3809"/>
                  <a:pt x="32475" y="3961"/>
                  <a:pt x="32475" y="4155"/>
                </a:cubicBezTo>
                <a:cubicBezTo>
                  <a:pt x="32475" y="4374"/>
                  <a:pt x="32540" y="4539"/>
                  <a:pt x="32672" y="4649"/>
                </a:cubicBezTo>
                <a:cubicBezTo>
                  <a:pt x="32804" y="4760"/>
                  <a:pt x="33005" y="4815"/>
                  <a:pt x="33275" y="4815"/>
                </a:cubicBezTo>
                <a:cubicBezTo>
                  <a:pt x="33500" y="4815"/>
                  <a:pt x="33705" y="4772"/>
                  <a:pt x="33891" y="4684"/>
                </a:cubicBezTo>
                <a:cubicBezTo>
                  <a:pt x="34077" y="4596"/>
                  <a:pt x="34250" y="4490"/>
                  <a:pt x="34409" y="4367"/>
                </a:cubicBezTo>
                <a:close/>
                <a:moveTo>
                  <a:pt x="39462" y="3460"/>
                </a:moveTo>
                <a:lnTo>
                  <a:pt x="36660" y="3460"/>
                </a:lnTo>
                <a:cubicBezTo>
                  <a:pt x="36660" y="3694"/>
                  <a:pt x="36695" y="3899"/>
                  <a:pt x="36765" y="4073"/>
                </a:cubicBezTo>
                <a:cubicBezTo>
                  <a:pt x="36836" y="4247"/>
                  <a:pt x="36932" y="4390"/>
                  <a:pt x="37055" y="4501"/>
                </a:cubicBezTo>
                <a:cubicBezTo>
                  <a:pt x="37173" y="4610"/>
                  <a:pt x="37313" y="4692"/>
                  <a:pt x="37475" y="4747"/>
                </a:cubicBezTo>
                <a:cubicBezTo>
                  <a:pt x="37638" y="4802"/>
                  <a:pt x="37816" y="4829"/>
                  <a:pt x="38012" y="4829"/>
                </a:cubicBezTo>
                <a:cubicBezTo>
                  <a:pt x="38271" y="4829"/>
                  <a:pt x="38531" y="4777"/>
                  <a:pt x="38793" y="4673"/>
                </a:cubicBezTo>
                <a:cubicBezTo>
                  <a:pt x="39055" y="4569"/>
                  <a:pt x="39242" y="4466"/>
                  <a:pt x="39353" y="4366"/>
                </a:cubicBezTo>
                <a:lnTo>
                  <a:pt x="39388" y="4366"/>
                </a:lnTo>
                <a:lnTo>
                  <a:pt x="39388" y="5066"/>
                </a:lnTo>
                <a:cubicBezTo>
                  <a:pt x="39172" y="5157"/>
                  <a:pt x="38952" y="5234"/>
                  <a:pt x="38727" y="5295"/>
                </a:cubicBezTo>
                <a:cubicBezTo>
                  <a:pt x="38502" y="5357"/>
                  <a:pt x="38266" y="5388"/>
                  <a:pt x="38019" y="5388"/>
                </a:cubicBezTo>
                <a:cubicBezTo>
                  <a:pt x="37387" y="5388"/>
                  <a:pt x="36895" y="5216"/>
                  <a:pt x="36541" y="4874"/>
                </a:cubicBezTo>
                <a:cubicBezTo>
                  <a:pt x="36186" y="4532"/>
                  <a:pt x="36009" y="4046"/>
                  <a:pt x="36009" y="3416"/>
                </a:cubicBezTo>
                <a:cubicBezTo>
                  <a:pt x="36009" y="2793"/>
                  <a:pt x="36179" y="2298"/>
                  <a:pt x="36518" y="1932"/>
                </a:cubicBezTo>
                <a:cubicBezTo>
                  <a:pt x="36858" y="1566"/>
                  <a:pt x="37304" y="1383"/>
                  <a:pt x="37858" y="1383"/>
                </a:cubicBezTo>
                <a:cubicBezTo>
                  <a:pt x="38372" y="1383"/>
                  <a:pt x="38767" y="1533"/>
                  <a:pt x="39045" y="1833"/>
                </a:cubicBezTo>
                <a:cubicBezTo>
                  <a:pt x="39323" y="2133"/>
                  <a:pt x="39462" y="2559"/>
                  <a:pt x="39462" y="3112"/>
                </a:cubicBezTo>
                <a:lnTo>
                  <a:pt x="39462" y="3460"/>
                </a:lnTo>
                <a:moveTo>
                  <a:pt x="38839" y="2970"/>
                </a:moveTo>
                <a:cubicBezTo>
                  <a:pt x="38837" y="2634"/>
                  <a:pt x="38752" y="2374"/>
                  <a:pt x="38586" y="2190"/>
                </a:cubicBezTo>
                <a:cubicBezTo>
                  <a:pt x="38419" y="2006"/>
                  <a:pt x="38165" y="1914"/>
                  <a:pt x="37824" y="1914"/>
                </a:cubicBezTo>
                <a:cubicBezTo>
                  <a:pt x="37482" y="1914"/>
                  <a:pt x="37209" y="2015"/>
                  <a:pt x="37005" y="2217"/>
                </a:cubicBezTo>
                <a:cubicBezTo>
                  <a:pt x="36802" y="2419"/>
                  <a:pt x="36687" y="2670"/>
                  <a:pt x="36660" y="2970"/>
                </a:cubicBezTo>
                <a:lnTo>
                  <a:pt x="38839" y="29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C2D199-2C47-4B51-8B91-68F44449C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9" y="2512037"/>
            <a:ext cx="85322" cy="119446"/>
          </a:xfrm>
          <a:custGeom xmlns:a="http://schemas.openxmlformats.org/drawingml/2006/main">
            <a:pathLst>
              <a:path w="85322" h="119446">
                <a:moveTo>
                  <a:pt x="0" y="0"/>
                </a:moveTo>
                <a:lnTo>
                  <a:pt x="85322" y="0"/>
                </a:lnTo>
                <a:lnTo>
                  <a:pt x="85322" y="119446"/>
                </a:lnTo>
                <a:lnTo>
                  <a:pt x="0" y="1194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9E6F6C-BDB0-4C91-A860-BA8E592E2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9" y="2512040"/>
            <a:ext cx="85321" cy="119446"/>
          </a:xfrm>
          <a:custGeom xmlns:a="http://schemas.openxmlformats.org/drawingml/2006/main">
            <a:pathLst>
              <a:path w="85321" h="119446" fill="none">
                <a:moveTo>
                  <a:pt x="0" y="0"/>
                </a:moveTo>
                <a:lnTo>
                  <a:pt x="85321" y="0"/>
                </a:lnTo>
                <a:lnTo>
                  <a:pt x="85321" y="119446"/>
                </a:lnTo>
                <a:lnTo>
                  <a:pt x="0" y="1194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61" name="Text Saturniidae">
            <a:extLst xmlns:a="http://schemas.openxmlformats.org/drawingml/2006/main">
              <a:ext uri="{FF2B5EF4-FFF2-40B4-BE49-F238E27FC236}">
                <a16:creationId xmlns:a16="http://schemas.microsoft.com/office/drawing/2014/main" id="{27BF523D-4BC6-4221-BE23-3DB2295ED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0123" y="2536264"/>
            <a:ext cx="39227" cy="5408"/>
          </a:xfrm>
          <a:custGeom xmlns:a="http://schemas.openxmlformats.org/drawingml/2006/main">
            <a:pathLst>
              <a:path w="39227" h="5408">
                <a:moveTo>
                  <a:pt x="3910" y="3854"/>
                </a:moveTo>
                <a:cubicBezTo>
                  <a:pt x="3910" y="4052"/>
                  <a:pt x="3864" y="4247"/>
                  <a:pt x="3772" y="4440"/>
                </a:cubicBezTo>
                <a:cubicBezTo>
                  <a:pt x="3680" y="4633"/>
                  <a:pt x="3551" y="4797"/>
                  <a:pt x="3385" y="4931"/>
                </a:cubicBezTo>
                <a:cubicBezTo>
                  <a:pt x="3203" y="5076"/>
                  <a:pt x="2992" y="5190"/>
                  <a:pt x="2750" y="5272"/>
                </a:cubicBezTo>
                <a:cubicBezTo>
                  <a:pt x="2508" y="5353"/>
                  <a:pt x="2217" y="5394"/>
                  <a:pt x="1876" y="5394"/>
                </a:cubicBezTo>
                <a:cubicBezTo>
                  <a:pt x="1511" y="5394"/>
                  <a:pt x="1182" y="5360"/>
                  <a:pt x="891" y="5292"/>
                </a:cubicBezTo>
                <a:cubicBezTo>
                  <a:pt x="599" y="5224"/>
                  <a:pt x="302" y="5122"/>
                  <a:pt x="0" y="4988"/>
                </a:cubicBezTo>
                <a:lnTo>
                  <a:pt x="0" y="4141"/>
                </a:lnTo>
                <a:lnTo>
                  <a:pt x="48" y="4141"/>
                </a:lnTo>
                <a:cubicBezTo>
                  <a:pt x="304" y="4355"/>
                  <a:pt x="601" y="4519"/>
                  <a:pt x="937" y="4635"/>
                </a:cubicBezTo>
                <a:cubicBezTo>
                  <a:pt x="1273" y="4751"/>
                  <a:pt x="1588" y="4809"/>
                  <a:pt x="1883" y="4809"/>
                </a:cubicBezTo>
                <a:cubicBezTo>
                  <a:pt x="2301" y="4809"/>
                  <a:pt x="2626" y="4730"/>
                  <a:pt x="2859" y="4574"/>
                </a:cubicBezTo>
                <a:cubicBezTo>
                  <a:pt x="3092" y="4418"/>
                  <a:pt x="3208" y="4210"/>
                  <a:pt x="3208" y="3949"/>
                </a:cubicBezTo>
                <a:cubicBezTo>
                  <a:pt x="3208" y="3725"/>
                  <a:pt x="3153" y="3559"/>
                  <a:pt x="3043" y="3452"/>
                </a:cubicBezTo>
                <a:cubicBezTo>
                  <a:pt x="2933" y="3345"/>
                  <a:pt x="2765" y="3262"/>
                  <a:pt x="2541" y="3203"/>
                </a:cubicBezTo>
                <a:cubicBezTo>
                  <a:pt x="2370" y="3158"/>
                  <a:pt x="2186" y="3120"/>
                  <a:pt x="1987" y="3091"/>
                </a:cubicBezTo>
                <a:cubicBezTo>
                  <a:pt x="1788" y="3061"/>
                  <a:pt x="1578" y="3024"/>
                  <a:pt x="1355" y="2978"/>
                </a:cubicBezTo>
                <a:cubicBezTo>
                  <a:pt x="906" y="2883"/>
                  <a:pt x="573" y="2720"/>
                  <a:pt x="356" y="2489"/>
                </a:cubicBezTo>
                <a:cubicBezTo>
                  <a:pt x="139" y="2259"/>
                  <a:pt x="31" y="1958"/>
                  <a:pt x="31" y="1588"/>
                </a:cubicBezTo>
                <a:cubicBezTo>
                  <a:pt x="31" y="1163"/>
                  <a:pt x="210" y="815"/>
                  <a:pt x="569" y="543"/>
                </a:cubicBezTo>
                <a:cubicBezTo>
                  <a:pt x="927" y="272"/>
                  <a:pt x="1383" y="136"/>
                  <a:pt x="1934" y="136"/>
                </a:cubicBezTo>
                <a:cubicBezTo>
                  <a:pt x="2291" y="136"/>
                  <a:pt x="2618" y="170"/>
                  <a:pt x="2915" y="238"/>
                </a:cubicBezTo>
                <a:cubicBezTo>
                  <a:pt x="3213" y="306"/>
                  <a:pt x="3476" y="390"/>
                  <a:pt x="3705" y="490"/>
                </a:cubicBezTo>
                <a:lnTo>
                  <a:pt x="3705" y="1287"/>
                </a:lnTo>
                <a:lnTo>
                  <a:pt x="3658" y="1287"/>
                </a:lnTo>
                <a:cubicBezTo>
                  <a:pt x="3465" y="1125"/>
                  <a:pt x="3211" y="990"/>
                  <a:pt x="2896" y="883"/>
                </a:cubicBezTo>
                <a:cubicBezTo>
                  <a:pt x="2582" y="776"/>
                  <a:pt x="2260" y="722"/>
                  <a:pt x="1931" y="722"/>
                </a:cubicBezTo>
                <a:cubicBezTo>
                  <a:pt x="1570" y="722"/>
                  <a:pt x="1280" y="797"/>
                  <a:pt x="1061" y="946"/>
                </a:cubicBezTo>
                <a:cubicBezTo>
                  <a:pt x="842" y="1095"/>
                  <a:pt x="732" y="1288"/>
                  <a:pt x="732" y="1523"/>
                </a:cubicBezTo>
                <a:cubicBezTo>
                  <a:pt x="732" y="1734"/>
                  <a:pt x="787" y="1900"/>
                  <a:pt x="896" y="2021"/>
                </a:cubicBezTo>
                <a:cubicBezTo>
                  <a:pt x="1005" y="2141"/>
                  <a:pt x="1196" y="2233"/>
                  <a:pt x="1471" y="2297"/>
                </a:cubicBezTo>
                <a:cubicBezTo>
                  <a:pt x="1616" y="2328"/>
                  <a:pt x="1823" y="2367"/>
                  <a:pt x="2091" y="2413"/>
                </a:cubicBezTo>
                <a:cubicBezTo>
                  <a:pt x="2359" y="2458"/>
                  <a:pt x="2586" y="2505"/>
                  <a:pt x="2772" y="2552"/>
                </a:cubicBezTo>
                <a:cubicBezTo>
                  <a:pt x="3149" y="2652"/>
                  <a:pt x="3433" y="2803"/>
                  <a:pt x="3623" y="3006"/>
                </a:cubicBezTo>
                <a:cubicBezTo>
                  <a:pt x="3814" y="3208"/>
                  <a:pt x="3910" y="3491"/>
                  <a:pt x="3910" y="3854"/>
                </a:cubicBezTo>
                <a:close/>
                <a:moveTo>
                  <a:pt x="7897" y="5299"/>
                </a:moveTo>
                <a:lnTo>
                  <a:pt x="7261" y="5299"/>
                </a:lnTo>
                <a:lnTo>
                  <a:pt x="7261" y="4896"/>
                </a:lnTo>
                <a:cubicBezTo>
                  <a:pt x="7204" y="4935"/>
                  <a:pt x="7127" y="4989"/>
                  <a:pt x="7031" y="5058"/>
                </a:cubicBezTo>
                <a:cubicBezTo>
                  <a:pt x="6934" y="5128"/>
                  <a:pt x="6841" y="5183"/>
                  <a:pt x="6750" y="5224"/>
                </a:cubicBezTo>
                <a:cubicBezTo>
                  <a:pt x="6643" y="5276"/>
                  <a:pt x="6520" y="5320"/>
                  <a:pt x="6382" y="5355"/>
                </a:cubicBezTo>
                <a:cubicBezTo>
                  <a:pt x="6243" y="5390"/>
                  <a:pt x="6081" y="5408"/>
                  <a:pt x="5895" y="5408"/>
                </a:cubicBezTo>
                <a:cubicBezTo>
                  <a:pt x="5552" y="5408"/>
                  <a:pt x="5262" y="5294"/>
                  <a:pt x="5023" y="5067"/>
                </a:cubicBezTo>
                <a:cubicBezTo>
                  <a:pt x="4785" y="4840"/>
                  <a:pt x="4666" y="4550"/>
                  <a:pt x="4666" y="4197"/>
                </a:cubicBezTo>
                <a:cubicBezTo>
                  <a:pt x="4666" y="3909"/>
                  <a:pt x="4727" y="3675"/>
                  <a:pt x="4851" y="3497"/>
                </a:cubicBezTo>
                <a:cubicBezTo>
                  <a:pt x="4975" y="3318"/>
                  <a:pt x="5151" y="3178"/>
                  <a:pt x="5381" y="3076"/>
                </a:cubicBezTo>
                <a:cubicBezTo>
                  <a:pt x="5612" y="2973"/>
                  <a:pt x="5890" y="2904"/>
                  <a:pt x="6215" y="2868"/>
                </a:cubicBezTo>
                <a:cubicBezTo>
                  <a:pt x="6540" y="2831"/>
                  <a:pt x="6888" y="2804"/>
                  <a:pt x="7261" y="2786"/>
                </a:cubicBezTo>
                <a:lnTo>
                  <a:pt x="7261" y="2686"/>
                </a:lnTo>
                <a:cubicBezTo>
                  <a:pt x="7261" y="2540"/>
                  <a:pt x="7235" y="2418"/>
                  <a:pt x="7184" y="2322"/>
                </a:cubicBezTo>
                <a:cubicBezTo>
                  <a:pt x="7133" y="2226"/>
                  <a:pt x="7060" y="2150"/>
                  <a:pt x="6964" y="2095"/>
                </a:cubicBezTo>
                <a:cubicBezTo>
                  <a:pt x="6873" y="2043"/>
                  <a:pt x="6765" y="2007"/>
                  <a:pt x="6637" y="1989"/>
                </a:cubicBezTo>
                <a:cubicBezTo>
                  <a:pt x="6510" y="1971"/>
                  <a:pt x="6377" y="1962"/>
                  <a:pt x="6239" y="1962"/>
                </a:cubicBezTo>
                <a:cubicBezTo>
                  <a:pt x="6071" y="1962"/>
                  <a:pt x="5884" y="1984"/>
                  <a:pt x="5677" y="2030"/>
                </a:cubicBezTo>
                <a:cubicBezTo>
                  <a:pt x="5470" y="2075"/>
                  <a:pt x="5257" y="2141"/>
                  <a:pt x="5037" y="2227"/>
                </a:cubicBezTo>
                <a:lnTo>
                  <a:pt x="5003" y="2227"/>
                </a:lnTo>
                <a:lnTo>
                  <a:pt x="5003" y="1577"/>
                </a:lnTo>
                <a:cubicBezTo>
                  <a:pt x="5128" y="1543"/>
                  <a:pt x="5308" y="1505"/>
                  <a:pt x="5544" y="1464"/>
                </a:cubicBezTo>
                <a:cubicBezTo>
                  <a:pt x="5780" y="1424"/>
                  <a:pt x="6013" y="1403"/>
                  <a:pt x="6242" y="1403"/>
                </a:cubicBezTo>
                <a:cubicBezTo>
                  <a:pt x="6510" y="1403"/>
                  <a:pt x="6744" y="1425"/>
                  <a:pt x="6942" y="1469"/>
                </a:cubicBezTo>
                <a:cubicBezTo>
                  <a:pt x="7141" y="1514"/>
                  <a:pt x="7313" y="1589"/>
                  <a:pt x="7458" y="1696"/>
                </a:cubicBezTo>
                <a:cubicBezTo>
                  <a:pt x="7601" y="1800"/>
                  <a:pt x="7710" y="1935"/>
                  <a:pt x="7785" y="2101"/>
                </a:cubicBezTo>
                <a:cubicBezTo>
                  <a:pt x="7860" y="2267"/>
                  <a:pt x="7897" y="2472"/>
                  <a:pt x="7897" y="2718"/>
                </a:cubicBezTo>
                <a:lnTo>
                  <a:pt x="7897" y="5299"/>
                </a:lnTo>
                <a:moveTo>
                  <a:pt x="7261" y="4367"/>
                </a:moveTo>
                <a:lnTo>
                  <a:pt x="7261" y="3303"/>
                </a:lnTo>
                <a:cubicBezTo>
                  <a:pt x="7065" y="3315"/>
                  <a:pt x="6835" y="3332"/>
                  <a:pt x="6571" y="3355"/>
                </a:cubicBezTo>
                <a:cubicBezTo>
                  <a:pt x="6306" y="3378"/>
                  <a:pt x="6097" y="3411"/>
                  <a:pt x="5943" y="3454"/>
                </a:cubicBezTo>
                <a:cubicBezTo>
                  <a:pt x="5759" y="3506"/>
                  <a:pt x="5610" y="3588"/>
                  <a:pt x="5497" y="3698"/>
                </a:cubicBezTo>
                <a:cubicBezTo>
                  <a:pt x="5383" y="3809"/>
                  <a:pt x="5326" y="3961"/>
                  <a:pt x="5326" y="4155"/>
                </a:cubicBezTo>
                <a:cubicBezTo>
                  <a:pt x="5326" y="4374"/>
                  <a:pt x="5392" y="4539"/>
                  <a:pt x="5524" y="4649"/>
                </a:cubicBezTo>
                <a:cubicBezTo>
                  <a:pt x="5655" y="4760"/>
                  <a:pt x="5856" y="4815"/>
                  <a:pt x="6127" y="4815"/>
                </a:cubicBezTo>
                <a:cubicBezTo>
                  <a:pt x="6351" y="4815"/>
                  <a:pt x="6557" y="4772"/>
                  <a:pt x="6743" y="4684"/>
                </a:cubicBezTo>
                <a:cubicBezTo>
                  <a:pt x="6929" y="4596"/>
                  <a:pt x="7102" y="4490"/>
                  <a:pt x="7261" y="4367"/>
                </a:cubicBezTo>
                <a:close/>
                <a:moveTo>
                  <a:pt x="11105" y="5265"/>
                </a:moveTo>
                <a:cubicBezTo>
                  <a:pt x="10985" y="5297"/>
                  <a:pt x="10854" y="5323"/>
                  <a:pt x="10712" y="5343"/>
                </a:cubicBezTo>
                <a:cubicBezTo>
                  <a:pt x="10570" y="5364"/>
                  <a:pt x="10444" y="5374"/>
                  <a:pt x="10332" y="5374"/>
                </a:cubicBezTo>
                <a:cubicBezTo>
                  <a:pt x="9944" y="5374"/>
                  <a:pt x="9649" y="5269"/>
                  <a:pt x="9447" y="5060"/>
                </a:cubicBezTo>
                <a:cubicBezTo>
                  <a:pt x="9245" y="4851"/>
                  <a:pt x="9144" y="4516"/>
                  <a:pt x="9144" y="4055"/>
                </a:cubicBezTo>
                <a:lnTo>
                  <a:pt x="9144" y="2030"/>
                </a:lnTo>
                <a:lnTo>
                  <a:pt x="8711" y="2030"/>
                </a:lnTo>
                <a:lnTo>
                  <a:pt x="8711" y="1492"/>
                </a:lnTo>
                <a:lnTo>
                  <a:pt x="9144" y="1492"/>
                </a:lnTo>
                <a:lnTo>
                  <a:pt x="9144" y="395"/>
                </a:lnTo>
                <a:lnTo>
                  <a:pt x="9784" y="395"/>
                </a:lnTo>
                <a:lnTo>
                  <a:pt x="9784" y="1492"/>
                </a:lnTo>
                <a:lnTo>
                  <a:pt x="11105" y="1492"/>
                </a:lnTo>
                <a:lnTo>
                  <a:pt x="11105" y="2030"/>
                </a:lnTo>
                <a:lnTo>
                  <a:pt x="9784" y="2030"/>
                </a:lnTo>
                <a:lnTo>
                  <a:pt x="9784" y="3767"/>
                </a:lnTo>
                <a:cubicBezTo>
                  <a:pt x="9784" y="3968"/>
                  <a:pt x="9789" y="4124"/>
                  <a:pt x="9798" y="4237"/>
                </a:cubicBezTo>
                <a:cubicBezTo>
                  <a:pt x="9807" y="4349"/>
                  <a:pt x="9838" y="4455"/>
                  <a:pt x="9893" y="4553"/>
                </a:cubicBezTo>
                <a:cubicBezTo>
                  <a:pt x="9943" y="4644"/>
                  <a:pt x="10012" y="4710"/>
                  <a:pt x="10099" y="4752"/>
                </a:cubicBezTo>
                <a:cubicBezTo>
                  <a:pt x="10186" y="4794"/>
                  <a:pt x="10320" y="4815"/>
                  <a:pt x="10499" y="4815"/>
                </a:cubicBezTo>
                <a:cubicBezTo>
                  <a:pt x="10604" y="4815"/>
                  <a:pt x="10713" y="4800"/>
                  <a:pt x="10826" y="4769"/>
                </a:cubicBezTo>
                <a:cubicBezTo>
                  <a:pt x="10940" y="4739"/>
                  <a:pt x="11021" y="4713"/>
                  <a:pt x="11071" y="4693"/>
                </a:cubicBezTo>
                <a:lnTo>
                  <a:pt x="11105" y="4693"/>
                </a:lnTo>
                <a:lnTo>
                  <a:pt x="11105" y="5265"/>
                </a:lnTo>
                <a:close/>
                <a:moveTo>
                  <a:pt x="15032" y="5299"/>
                </a:moveTo>
                <a:lnTo>
                  <a:pt x="14392" y="5299"/>
                </a:lnTo>
                <a:lnTo>
                  <a:pt x="14392" y="4879"/>
                </a:lnTo>
                <a:cubicBezTo>
                  <a:pt x="14176" y="5050"/>
                  <a:pt x="13969" y="5180"/>
                  <a:pt x="13772" y="5272"/>
                </a:cubicBezTo>
                <a:cubicBezTo>
                  <a:pt x="13574" y="5362"/>
                  <a:pt x="13356" y="5408"/>
                  <a:pt x="13118" y="5408"/>
                </a:cubicBezTo>
                <a:cubicBezTo>
                  <a:pt x="12718" y="5408"/>
                  <a:pt x="12407" y="5286"/>
                  <a:pt x="12185" y="5041"/>
                </a:cubicBezTo>
                <a:cubicBezTo>
                  <a:pt x="11962" y="4797"/>
                  <a:pt x="11851" y="4438"/>
                  <a:pt x="11851" y="3965"/>
                </a:cubicBezTo>
                <a:lnTo>
                  <a:pt x="11851" y="1492"/>
                </a:lnTo>
                <a:lnTo>
                  <a:pt x="12491" y="1492"/>
                </a:lnTo>
                <a:lnTo>
                  <a:pt x="12491" y="3660"/>
                </a:lnTo>
                <a:cubicBezTo>
                  <a:pt x="12491" y="3853"/>
                  <a:pt x="12500" y="4018"/>
                  <a:pt x="12519" y="4156"/>
                </a:cubicBezTo>
                <a:cubicBezTo>
                  <a:pt x="12537" y="4293"/>
                  <a:pt x="12575" y="4411"/>
                  <a:pt x="12634" y="4509"/>
                </a:cubicBezTo>
                <a:cubicBezTo>
                  <a:pt x="12696" y="4609"/>
                  <a:pt x="12775" y="4681"/>
                  <a:pt x="12873" y="4727"/>
                </a:cubicBezTo>
                <a:cubicBezTo>
                  <a:pt x="12970" y="4772"/>
                  <a:pt x="13112" y="4795"/>
                  <a:pt x="13298" y="4795"/>
                </a:cubicBezTo>
                <a:cubicBezTo>
                  <a:pt x="13464" y="4795"/>
                  <a:pt x="13645" y="4752"/>
                  <a:pt x="13842" y="4665"/>
                </a:cubicBezTo>
                <a:cubicBezTo>
                  <a:pt x="14038" y="4579"/>
                  <a:pt x="14221" y="4469"/>
                  <a:pt x="14392" y="4335"/>
                </a:cubicBezTo>
                <a:lnTo>
                  <a:pt x="14392" y="1492"/>
                </a:lnTo>
                <a:lnTo>
                  <a:pt x="15032" y="1492"/>
                </a:lnTo>
                <a:lnTo>
                  <a:pt x="15032" y="5299"/>
                </a:lnTo>
                <a:close/>
                <a:moveTo>
                  <a:pt x="18665" y="2186"/>
                </a:moveTo>
                <a:lnTo>
                  <a:pt x="18631" y="2186"/>
                </a:lnTo>
                <a:cubicBezTo>
                  <a:pt x="18536" y="2165"/>
                  <a:pt x="18443" y="2149"/>
                  <a:pt x="18354" y="2140"/>
                </a:cubicBezTo>
                <a:cubicBezTo>
                  <a:pt x="18264" y="2130"/>
                  <a:pt x="18158" y="2125"/>
                  <a:pt x="18035" y="2125"/>
                </a:cubicBezTo>
                <a:cubicBezTo>
                  <a:pt x="17838" y="2125"/>
                  <a:pt x="17647" y="2169"/>
                  <a:pt x="17463" y="2256"/>
                </a:cubicBezTo>
                <a:cubicBezTo>
                  <a:pt x="17279" y="2344"/>
                  <a:pt x="17102" y="2457"/>
                  <a:pt x="16932" y="2596"/>
                </a:cubicBezTo>
                <a:lnTo>
                  <a:pt x="16932" y="5299"/>
                </a:lnTo>
                <a:lnTo>
                  <a:pt x="16292" y="5299"/>
                </a:lnTo>
                <a:lnTo>
                  <a:pt x="16292" y="1492"/>
                </a:lnTo>
                <a:lnTo>
                  <a:pt x="16932" y="1492"/>
                </a:lnTo>
                <a:lnTo>
                  <a:pt x="16932" y="2054"/>
                </a:lnTo>
                <a:cubicBezTo>
                  <a:pt x="17186" y="1850"/>
                  <a:pt x="17410" y="1705"/>
                  <a:pt x="17605" y="1619"/>
                </a:cubicBezTo>
                <a:cubicBezTo>
                  <a:pt x="17799" y="1534"/>
                  <a:pt x="17997" y="1492"/>
                  <a:pt x="18199" y="1492"/>
                </a:cubicBezTo>
                <a:cubicBezTo>
                  <a:pt x="18310" y="1492"/>
                  <a:pt x="18391" y="1494"/>
                  <a:pt x="18441" y="1500"/>
                </a:cubicBezTo>
                <a:cubicBezTo>
                  <a:pt x="18491" y="1506"/>
                  <a:pt x="18565" y="1516"/>
                  <a:pt x="18665" y="1532"/>
                </a:cubicBezTo>
                <a:lnTo>
                  <a:pt x="18665" y="2186"/>
                </a:lnTo>
                <a:close/>
                <a:moveTo>
                  <a:pt x="22449" y="5299"/>
                </a:moveTo>
                <a:lnTo>
                  <a:pt x="21809" y="5299"/>
                </a:lnTo>
                <a:lnTo>
                  <a:pt x="21809" y="3131"/>
                </a:lnTo>
                <a:cubicBezTo>
                  <a:pt x="21809" y="2956"/>
                  <a:pt x="21798" y="2792"/>
                  <a:pt x="21778" y="2638"/>
                </a:cubicBezTo>
                <a:cubicBezTo>
                  <a:pt x="21757" y="2485"/>
                  <a:pt x="21720" y="2365"/>
                  <a:pt x="21666" y="2279"/>
                </a:cubicBezTo>
                <a:cubicBezTo>
                  <a:pt x="21609" y="2183"/>
                  <a:pt x="21527" y="2112"/>
                  <a:pt x="21420" y="2066"/>
                </a:cubicBezTo>
                <a:cubicBezTo>
                  <a:pt x="21314" y="2019"/>
                  <a:pt x="21175" y="1996"/>
                  <a:pt x="21005" y="1996"/>
                </a:cubicBezTo>
                <a:cubicBezTo>
                  <a:pt x="20830" y="1996"/>
                  <a:pt x="20647" y="2039"/>
                  <a:pt x="20457" y="2125"/>
                </a:cubicBezTo>
                <a:cubicBezTo>
                  <a:pt x="20266" y="2212"/>
                  <a:pt x="20083" y="2322"/>
                  <a:pt x="19908" y="2456"/>
                </a:cubicBezTo>
                <a:lnTo>
                  <a:pt x="19908" y="5299"/>
                </a:lnTo>
                <a:lnTo>
                  <a:pt x="19268" y="5299"/>
                </a:lnTo>
                <a:lnTo>
                  <a:pt x="19268" y="1492"/>
                </a:lnTo>
                <a:lnTo>
                  <a:pt x="19908" y="1492"/>
                </a:lnTo>
                <a:lnTo>
                  <a:pt x="19908" y="1911"/>
                </a:lnTo>
                <a:cubicBezTo>
                  <a:pt x="20108" y="1745"/>
                  <a:pt x="20315" y="1616"/>
                  <a:pt x="20528" y="1523"/>
                </a:cubicBezTo>
                <a:cubicBezTo>
                  <a:pt x="20742" y="1429"/>
                  <a:pt x="20961" y="1383"/>
                  <a:pt x="21185" y="1383"/>
                </a:cubicBezTo>
                <a:cubicBezTo>
                  <a:pt x="21596" y="1383"/>
                  <a:pt x="21910" y="1507"/>
                  <a:pt x="22125" y="1754"/>
                </a:cubicBezTo>
                <a:cubicBezTo>
                  <a:pt x="22341" y="2002"/>
                  <a:pt x="22449" y="2359"/>
                  <a:pt x="22449" y="2826"/>
                </a:cubicBezTo>
                <a:lnTo>
                  <a:pt x="22449" y="5299"/>
                </a:lnTo>
                <a:close/>
                <a:moveTo>
                  <a:pt x="24369" y="858"/>
                </a:moveTo>
                <a:lnTo>
                  <a:pt x="23647" y="858"/>
                </a:lnTo>
                <a:lnTo>
                  <a:pt x="23647" y="191"/>
                </a:lnTo>
                <a:lnTo>
                  <a:pt x="24369" y="191"/>
                </a:lnTo>
                <a:lnTo>
                  <a:pt x="24369" y="858"/>
                </a:lnTo>
                <a:moveTo>
                  <a:pt x="24329" y="5299"/>
                </a:moveTo>
                <a:lnTo>
                  <a:pt x="23688" y="5299"/>
                </a:lnTo>
                <a:lnTo>
                  <a:pt x="23688" y="1492"/>
                </a:lnTo>
                <a:lnTo>
                  <a:pt x="24329" y="1492"/>
                </a:lnTo>
                <a:lnTo>
                  <a:pt x="24329" y="5299"/>
                </a:lnTo>
                <a:close/>
                <a:moveTo>
                  <a:pt x="26283" y="858"/>
                </a:moveTo>
                <a:lnTo>
                  <a:pt x="25561" y="858"/>
                </a:lnTo>
                <a:lnTo>
                  <a:pt x="25561" y="191"/>
                </a:lnTo>
                <a:lnTo>
                  <a:pt x="26283" y="191"/>
                </a:lnTo>
                <a:lnTo>
                  <a:pt x="26283" y="858"/>
                </a:lnTo>
                <a:moveTo>
                  <a:pt x="26242" y="5299"/>
                </a:moveTo>
                <a:lnTo>
                  <a:pt x="25602" y="5299"/>
                </a:lnTo>
                <a:lnTo>
                  <a:pt x="25602" y="1492"/>
                </a:lnTo>
                <a:lnTo>
                  <a:pt x="26242" y="1492"/>
                </a:lnTo>
                <a:lnTo>
                  <a:pt x="26242" y="5299"/>
                </a:lnTo>
                <a:close/>
                <a:moveTo>
                  <a:pt x="30595" y="5299"/>
                </a:moveTo>
                <a:lnTo>
                  <a:pt x="29954" y="5299"/>
                </a:lnTo>
                <a:lnTo>
                  <a:pt x="29954" y="4903"/>
                </a:lnTo>
                <a:cubicBezTo>
                  <a:pt x="29771" y="5062"/>
                  <a:pt x="29579" y="5186"/>
                  <a:pt x="29379" y="5275"/>
                </a:cubicBezTo>
                <a:cubicBezTo>
                  <a:pt x="29179" y="5364"/>
                  <a:pt x="28962" y="5408"/>
                  <a:pt x="28728" y="5408"/>
                </a:cubicBezTo>
                <a:cubicBezTo>
                  <a:pt x="28274" y="5408"/>
                  <a:pt x="27914" y="5233"/>
                  <a:pt x="27647" y="4882"/>
                </a:cubicBezTo>
                <a:cubicBezTo>
                  <a:pt x="27380" y="4532"/>
                  <a:pt x="27247" y="4046"/>
                  <a:pt x="27247" y="3424"/>
                </a:cubicBezTo>
                <a:cubicBezTo>
                  <a:pt x="27247" y="3101"/>
                  <a:pt x="27293" y="2813"/>
                  <a:pt x="27385" y="2561"/>
                </a:cubicBezTo>
                <a:cubicBezTo>
                  <a:pt x="27477" y="2308"/>
                  <a:pt x="27601" y="2093"/>
                  <a:pt x="27758" y="1915"/>
                </a:cubicBezTo>
                <a:cubicBezTo>
                  <a:pt x="27912" y="1742"/>
                  <a:pt x="28092" y="1610"/>
                  <a:pt x="28298" y="1519"/>
                </a:cubicBezTo>
                <a:cubicBezTo>
                  <a:pt x="28503" y="1428"/>
                  <a:pt x="28716" y="1383"/>
                  <a:pt x="28936" y="1383"/>
                </a:cubicBezTo>
                <a:cubicBezTo>
                  <a:pt x="29136" y="1383"/>
                  <a:pt x="29313" y="1404"/>
                  <a:pt x="29467" y="1446"/>
                </a:cubicBezTo>
                <a:cubicBezTo>
                  <a:pt x="29622" y="1488"/>
                  <a:pt x="29784" y="1553"/>
                  <a:pt x="29954" y="1642"/>
                </a:cubicBezTo>
                <a:lnTo>
                  <a:pt x="29954" y="0"/>
                </a:lnTo>
                <a:lnTo>
                  <a:pt x="30595" y="0"/>
                </a:lnTo>
                <a:lnTo>
                  <a:pt x="30595" y="5299"/>
                </a:lnTo>
                <a:moveTo>
                  <a:pt x="29954" y="4362"/>
                </a:moveTo>
                <a:lnTo>
                  <a:pt x="29954" y="2180"/>
                </a:lnTo>
                <a:cubicBezTo>
                  <a:pt x="29782" y="2102"/>
                  <a:pt x="29628" y="2049"/>
                  <a:pt x="29491" y="2019"/>
                </a:cubicBezTo>
                <a:cubicBezTo>
                  <a:pt x="29355" y="1990"/>
                  <a:pt x="29206" y="1975"/>
                  <a:pt x="29045" y="1975"/>
                </a:cubicBezTo>
                <a:cubicBezTo>
                  <a:pt x="28686" y="1975"/>
                  <a:pt x="28407" y="2100"/>
                  <a:pt x="28207" y="2350"/>
                </a:cubicBezTo>
                <a:cubicBezTo>
                  <a:pt x="28008" y="2600"/>
                  <a:pt x="27908" y="2954"/>
                  <a:pt x="27908" y="3412"/>
                </a:cubicBezTo>
                <a:cubicBezTo>
                  <a:pt x="27908" y="3864"/>
                  <a:pt x="27985" y="4208"/>
                  <a:pt x="28139" y="4442"/>
                </a:cubicBezTo>
                <a:cubicBezTo>
                  <a:pt x="28294" y="4677"/>
                  <a:pt x="28541" y="4795"/>
                  <a:pt x="28882" y="4795"/>
                </a:cubicBezTo>
                <a:cubicBezTo>
                  <a:pt x="29063" y="4795"/>
                  <a:pt x="29247" y="4755"/>
                  <a:pt x="29433" y="4674"/>
                </a:cubicBezTo>
                <a:cubicBezTo>
                  <a:pt x="29620" y="4593"/>
                  <a:pt x="29793" y="4490"/>
                  <a:pt x="29954" y="4362"/>
                </a:cubicBezTo>
                <a:close/>
                <a:moveTo>
                  <a:pt x="34811" y="5299"/>
                </a:moveTo>
                <a:lnTo>
                  <a:pt x="34174" y="5299"/>
                </a:lnTo>
                <a:lnTo>
                  <a:pt x="34174" y="4896"/>
                </a:lnTo>
                <a:cubicBezTo>
                  <a:pt x="34117" y="4935"/>
                  <a:pt x="34040" y="4989"/>
                  <a:pt x="33944" y="5058"/>
                </a:cubicBezTo>
                <a:cubicBezTo>
                  <a:pt x="33847" y="5128"/>
                  <a:pt x="33754" y="5183"/>
                  <a:pt x="33663" y="5224"/>
                </a:cubicBezTo>
                <a:cubicBezTo>
                  <a:pt x="33556" y="5276"/>
                  <a:pt x="33434" y="5320"/>
                  <a:pt x="33295" y="5355"/>
                </a:cubicBezTo>
                <a:cubicBezTo>
                  <a:pt x="33157" y="5390"/>
                  <a:pt x="32994" y="5408"/>
                  <a:pt x="32808" y="5408"/>
                </a:cubicBezTo>
                <a:cubicBezTo>
                  <a:pt x="32465" y="5408"/>
                  <a:pt x="32175" y="5294"/>
                  <a:pt x="31936" y="5067"/>
                </a:cubicBezTo>
                <a:cubicBezTo>
                  <a:pt x="31698" y="4840"/>
                  <a:pt x="31579" y="4550"/>
                  <a:pt x="31579" y="4197"/>
                </a:cubicBezTo>
                <a:cubicBezTo>
                  <a:pt x="31579" y="3909"/>
                  <a:pt x="31641" y="3675"/>
                  <a:pt x="31764" y="3497"/>
                </a:cubicBezTo>
                <a:cubicBezTo>
                  <a:pt x="31888" y="3318"/>
                  <a:pt x="32065" y="3178"/>
                  <a:pt x="32294" y="3076"/>
                </a:cubicBezTo>
                <a:cubicBezTo>
                  <a:pt x="32526" y="2973"/>
                  <a:pt x="32804" y="2904"/>
                  <a:pt x="33128" y="2868"/>
                </a:cubicBezTo>
                <a:cubicBezTo>
                  <a:pt x="33453" y="2831"/>
                  <a:pt x="33802" y="2804"/>
                  <a:pt x="34174" y="2786"/>
                </a:cubicBezTo>
                <a:lnTo>
                  <a:pt x="34174" y="2686"/>
                </a:lnTo>
                <a:cubicBezTo>
                  <a:pt x="34174" y="2540"/>
                  <a:pt x="34148" y="2418"/>
                  <a:pt x="34097" y="2322"/>
                </a:cubicBezTo>
                <a:cubicBezTo>
                  <a:pt x="34046" y="2226"/>
                  <a:pt x="33973" y="2150"/>
                  <a:pt x="33878" y="2095"/>
                </a:cubicBezTo>
                <a:cubicBezTo>
                  <a:pt x="33787" y="2043"/>
                  <a:pt x="33678" y="2007"/>
                  <a:pt x="33551" y="1989"/>
                </a:cubicBezTo>
                <a:cubicBezTo>
                  <a:pt x="33424" y="1971"/>
                  <a:pt x="33291" y="1962"/>
                  <a:pt x="33152" y="1962"/>
                </a:cubicBezTo>
                <a:cubicBezTo>
                  <a:pt x="32984" y="1962"/>
                  <a:pt x="32797" y="1984"/>
                  <a:pt x="32590" y="2030"/>
                </a:cubicBezTo>
                <a:cubicBezTo>
                  <a:pt x="32384" y="2075"/>
                  <a:pt x="32170" y="2141"/>
                  <a:pt x="31950" y="2227"/>
                </a:cubicBezTo>
                <a:lnTo>
                  <a:pt x="31916" y="2227"/>
                </a:lnTo>
                <a:lnTo>
                  <a:pt x="31916" y="1577"/>
                </a:lnTo>
                <a:cubicBezTo>
                  <a:pt x="32041" y="1543"/>
                  <a:pt x="32221" y="1505"/>
                  <a:pt x="32457" y="1464"/>
                </a:cubicBezTo>
                <a:cubicBezTo>
                  <a:pt x="32694" y="1424"/>
                  <a:pt x="32926" y="1403"/>
                  <a:pt x="33156" y="1403"/>
                </a:cubicBezTo>
                <a:cubicBezTo>
                  <a:pt x="33424" y="1403"/>
                  <a:pt x="33657" y="1425"/>
                  <a:pt x="33855" y="1469"/>
                </a:cubicBezTo>
                <a:cubicBezTo>
                  <a:pt x="34054" y="1514"/>
                  <a:pt x="34226" y="1589"/>
                  <a:pt x="34371" y="1696"/>
                </a:cubicBezTo>
                <a:cubicBezTo>
                  <a:pt x="34514" y="1800"/>
                  <a:pt x="34623" y="1935"/>
                  <a:pt x="34698" y="2101"/>
                </a:cubicBezTo>
                <a:cubicBezTo>
                  <a:pt x="34773" y="2267"/>
                  <a:pt x="34811" y="2472"/>
                  <a:pt x="34811" y="2718"/>
                </a:cubicBezTo>
                <a:lnTo>
                  <a:pt x="34811" y="5299"/>
                </a:lnTo>
                <a:moveTo>
                  <a:pt x="34174" y="4367"/>
                </a:moveTo>
                <a:lnTo>
                  <a:pt x="34174" y="3303"/>
                </a:lnTo>
                <a:cubicBezTo>
                  <a:pt x="33979" y="3315"/>
                  <a:pt x="33749" y="3332"/>
                  <a:pt x="33484" y="3355"/>
                </a:cubicBezTo>
                <a:cubicBezTo>
                  <a:pt x="33220" y="3378"/>
                  <a:pt x="33010" y="3411"/>
                  <a:pt x="32856" y="3454"/>
                </a:cubicBezTo>
                <a:cubicBezTo>
                  <a:pt x="32672" y="3506"/>
                  <a:pt x="32523" y="3588"/>
                  <a:pt x="32410" y="3698"/>
                </a:cubicBezTo>
                <a:cubicBezTo>
                  <a:pt x="32296" y="3809"/>
                  <a:pt x="32240" y="3961"/>
                  <a:pt x="32240" y="4155"/>
                </a:cubicBezTo>
                <a:cubicBezTo>
                  <a:pt x="32240" y="4374"/>
                  <a:pt x="32305" y="4539"/>
                  <a:pt x="32437" y="4649"/>
                </a:cubicBezTo>
                <a:cubicBezTo>
                  <a:pt x="32569" y="4760"/>
                  <a:pt x="32770" y="4815"/>
                  <a:pt x="33040" y="4815"/>
                </a:cubicBezTo>
                <a:cubicBezTo>
                  <a:pt x="33265" y="4815"/>
                  <a:pt x="33470" y="4772"/>
                  <a:pt x="33656" y="4684"/>
                </a:cubicBezTo>
                <a:cubicBezTo>
                  <a:pt x="33842" y="4596"/>
                  <a:pt x="34015" y="4490"/>
                  <a:pt x="34174" y="4367"/>
                </a:cubicBezTo>
                <a:close/>
                <a:moveTo>
                  <a:pt x="39227" y="3460"/>
                </a:moveTo>
                <a:lnTo>
                  <a:pt x="36425" y="3460"/>
                </a:lnTo>
                <a:cubicBezTo>
                  <a:pt x="36425" y="3694"/>
                  <a:pt x="36460" y="3899"/>
                  <a:pt x="36530" y="4073"/>
                </a:cubicBezTo>
                <a:cubicBezTo>
                  <a:pt x="36601" y="4247"/>
                  <a:pt x="36697" y="4390"/>
                  <a:pt x="36820" y="4501"/>
                </a:cubicBezTo>
                <a:cubicBezTo>
                  <a:pt x="36938" y="4610"/>
                  <a:pt x="37078" y="4692"/>
                  <a:pt x="37240" y="4747"/>
                </a:cubicBezTo>
                <a:cubicBezTo>
                  <a:pt x="37403" y="4802"/>
                  <a:pt x="37581" y="4829"/>
                  <a:pt x="37777" y="4829"/>
                </a:cubicBezTo>
                <a:cubicBezTo>
                  <a:pt x="38036" y="4829"/>
                  <a:pt x="38296" y="4777"/>
                  <a:pt x="38558" y="4673"/>
                </a:cubicBezTo>
                <a:cubicBezTo>
                  <a:pt x="38820" y="4569"/>
                  <a:pt x="39007" y="4466"/>
                  <a:pt x="39118" y="4366"/>
                </a:cubicBezTo>
                <a:lnTo>
                  <a:pt x="39153" y="4366"/>
                </a:lnTo>
                <a:lnTo>
                  <a:pt x="39153" y="5066"/>
                </a:lnTo>
                <a:cubicBezTo>
                  <a:pt x="38937" y="5157"/>
                  <a:pt x="38717" y="5234"/>
                  <a:pt x="38492" y="5295"/>
                </a:cubicBezTo>
                <a:cubicBezTo>
                  <a:pt x="38267" y="5357"/>
                  <a:pt x="38031" y="5388"/>
                  <a:pt x="37784" y="5388"/>
                </a:cubicBezTo>
                <a:cubicBezTo>
                  <a:pt x="37152" y="5388"/>
                  <a:pt x="36660" y="5216"/>
                  <a:pt x="36306" y="4874"/>
                </a:cubicBezTo>
                <a:cubicBezTo>
                  <a:pt x="35951" y="4532"/>
                  <a:pt x="35774" y="4046"/>
                  <a:pt x="35774" y="3416"/>
                </a:cubicBezTo>
                <a:cubicBezTo>
                  <a:pt x="35774" y="2793"/>
                  <a:pt x="35944" y="2298"/>
                  <a:pt x="36283" y="1932"/>
                </a:cubicBezTo>
                <a:cubicBezTo>
                  <a:pt x="36623" y="1566"/>
                  <a:pt x="37069" y="1383"/>
                  <a:pt x="37623" y="1383"/>
                </a:cubicBezTo>
                <a:cubicBezTo>
                  <a:pt x="38137" y="1383"/>
                  <a:pt x="38532" y="1533"/>
                  <a:pt x="38810" y="1833"/>
                </a:cubicBezTo>
                <a:cubicBezTo>
                  <a:pt x="39088" y="2133"/>
                  <a:pt x="39227" y="2559"/>
                  <a:pt x="39227" y="3112"/>
                </a:cubicBezTo>
                <a:lnTo>
                  <a:pt x="39227" y="3460"/>
                </a:lnTo>
                <a:moveTo>
                  <a:pt x="38604" y="2970"/>
                </a:moveTo>
                <a:cubicBezTo>
                  <a:pt x="38602" y="2634"/>
                  <a:pt x="38517" y="2374"/>
                  <a:pt x="38351" y="2190"/>
                </a:cubicBezTo>
                <a:cubicBezTo>
                  <a:pt x="38184" y="2006"/>
                  <a:pt x="37930" y="1914"/>
                  <a:pt x="37589" y="1914"/>
                </a:cubicBezTo>
                <a:cubicBezTo>
                  <a:pt x="37247" y="1914"/>
                  <a:pt x="36974" y="2015"/>
                  <a:pt x="36770" y="2217"/>
                </a:cubicBezTo>
                <a:cubicBezTo>
                  <a:pt x="36567" y="2419"/>
                  <a:pt x="36452" y="2670"/>
                  <a:pt x="36425" y="2970"/>
                </a:cubicBezTo>
                <a:lnTo>
                  <a:pt x="38604" y="29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AF227C-597C-4034-AE8A-9764AF279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9" y="2653983"/>
            <a:ext cx="85322" cy="72063"/>
          </a:xfrm>
          <a:custGeom xmlns:a="http://schemas.openxmlformats.org/drawingml/2006/main">
            <a:pathLst>
              <a:path w="85322" h="72063">
                <a:moveTo>
                  <a:pt x="0" y="0"/>
                </a:moveTo>
                <a:lnTo>
                  <a:pt x="85322" y="0"/>
                </a:lnTo>
                <a:lnTo>
                  <a:pt x="85322" y="72063"/>
                </a:lnTo>
                <a:lnTo>
                  <a:pt x="0" y="7206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E0079-E894-4A51-B97F-5231A572D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169" y="2653984"/>
            <a:ext cx="85321" cy="72066"/>
          </a:xfrm>
          <a:custGeom xmlns:a="http://schemas.openxmlformats.org/drawingml/2006/main">
            <a:pathLst>
              <a:path w="85321" h="72066" fill="none">
                <a:moveTo>
                  <a:pt x="0" y="0"/>
                </a:moveTo>
                <a:lnTo>
                  <a:pt x="85321" y="0"/>
                </a:lnTo>
                <a:lnTo>
                  <a:pt x="85321" y="72066"/>
                </a:lnTo>
                <a:lnTo>
                  <a:pt x="0" y="720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64" name="Text Oecophoridae">
            <a:extLst xmlns:a="http://schemas.openxmlformats.org/drawingml/2006/main">
              <a:ext uri="{FF2B5EF4-FFF2-40B4-BE49-F238E27FC236}">
                <a16:creationId xmlns:a16="http://schemas.microsoft.com/office/drawing/2014/main" id="{3E7649F0-1420-4DD4-B2B4-D397EB90B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9991" y="2677943"/>
            <a:ext cx="39203" cy="5549"/>
          </a:xfrm>
          <a:custGeom xmlns:a="http://schemas.openxmlformats.org/drawingml/2006/main">
            <a:pathLst>
              <a:path w="39203" h="5549">
                <a:moveTo>
                  <a:pt x="3369" y="667"/>
                </a:moveTo>
                <a:cubicBezTo>
                  <a:pt x="3540" y="855"/>
                  <a:pt x="3672" y="1086"/>
                  <a:pt x="3763" y="1359"/>
                </a:cubicBezTo>
                <a:cubicBezTo>
                  <a:pt x="3854" y="1632"/>
                  <a:pt x="3900" y="1942"/>
                  <a:pt x="3900" y="2288"/>
                </a:cubicBezTo>
                <a:cubicBezTo>
                  <a:pt x="3900" y="2635"/>
                  <a:pt x="3853" y="2945"/>
                  <a:pt x="3760" y="3219"/>
                </a:cubicBezTo>
                <a:cubicBezTo>
                  <a:pt x="3667" y="3493"/>
                  <a:pt x="3537" y="3721"/>
                  <a:pt x="3369" y="3904"/>
                </a:cubicBezTo>
                <a:cubicBezTo>
                  <a:pt x="3197" y="4094"/>
                  <a:pt x="2992" y="4237"/>
                  <a:pt x="2756" y="4333"/>
                </a:cubicBezTo>
                <a:cubicBezTo>
                  <a:pt x="2520" y="4430"/>
                  <a:pt x="2251" y="4478"/>
                  <a:pt x="1948" y="4478"/>
                </a:cubicBezTo>
                <a:cubicBezTo>
                  <a:pt x="1653" y="4478"/>
                  <a:pt x="1385" y="4429"/>
                  <a:pt x="1143" y="4331"/>
                </a:cubicBezTo>
                <a:cubicBezTo>
                  <a:pt x="902" y="4233"/>
                  <a:pt x="696" y="4091"/>
                  <a:pt x="527" y="3904"/>
                </a:cubicBezTo>
                <a:cubicBezTo>
                  <a:pt x="358" y="3718"/>
                  <a:pt x="228" y="3489"/>
                  <a:pt x="137" y="3218"/>
                </a:cubicBezTo>
                <a:cubicBezTo>
                  <a:pt x="46" y="2946"/>
                  <a:pt x="0" y="2637"/>
                  <a:pt x="0" y="2288"/>
                </a:cubicBezTo>
                <a:cubicBezTo>
                  <a:pt x="0" y="1945"/>
                  <a:pt x="45" y="1638"/>
                  <a:pt x="135" y="1366"/>
                </a:cubicBezTo>
                <a:cubicBezTo>
                  <a:pt x="226" y="1094"/>
                  <a:pt x="357" y="861"/>
                  <a:pt x="530" y="667"/>
                </a:cubicBezTo>
                <a:cubicBezTo>
                  <a:pt x="696" y="482"/>
                  <a:pt x="901" y="341"/>
                  <a:pt x="1146" y="243"/>
                </a:cubicBezTo>
                <a:cubicBezTo>
                  <a:pt x="1391" y="145"/>
                  <a:pt x="1659" y="96"/>
                  <a:pt x="1948" y="96"/>
                </a:cubicBezTo>
                <a:cubicBezTo>
                  <a:pt x="2249" y="96"/>
                  <a:pt x="2519" y="145"/>
                  <a:pt x="2759" y="244"/>
                </a:cubicBezTo>
                <a:cubicBezTo>
                  <a:pt x="2999" y="343"/>
                  <a:pt x="3202" y="484"/>
                  <a:pt x="3369" y="667"/>
                </a:cubicBezTo>
                <a:moveTo>
                  <a:pt x="3319" y="2288"/>
                </a:moveTo>
                <a:cubicBezTo>
                  <a:pt x="3319" y="1743"/>
                  <a:pt x="3197" y="1322"/>
                  <a:pt x="2952" y="1025"/>
                </a:cubicBezTo>
                <a:cubicBezTo>
                  <a:pt x="2708" y="729"/>
                  <a:pt x="2374" y="581"/>
                  <a:pt x="1951" y="581"/>
                </a:cubicBezTo>
                <a:cubicBezTo>
                  <a:pt x="1524" y="581"/>
                  <a:pt x="1189" y="729"/>
                  <a:pt x="946" y="1025"/>
                </a:cubicBezTo>
                <a:cubicBezTo>
                  <a:pt x="703" y="1322"/>
                  <a:pt x="581" y="1743"/>
                  <a:pt x="581" y="2288"/>
                </a:cubicBezTo>
                <a:cubicBezTo>
                  <a:pt x="581" y="2839"/>
                  <a:pt x="705" y="3261"/>
                  <a:pt x="953" y="3554"/>
                </a:cubicBezTo>
                <a:cubicBezTo>
                  <a:pt x="1201" y="3846"/>
                  <a:pt x="1534" y="3993"/>
                  <a:pt x="1951" y="3993"/>
                </a:cubicBezTo>
                <a:cubicBezTo>
                  <a:pt x="2368" y="3993"/>
                  <a:pt x="2701" y="3846"/>
                  <a:pt x="2948" y="3554"/>
                </a:cubicBezTo>
                <a:cubicBezTo>
                  <a:pt x="3195" y="3261"/>
                  <a:pt x="3319" y="2839"/>
                  <a:pt x="3319" y="2288"/>
                </a:cubicBezTo>
                <a:close/>
                <a:moveTo>
                  <a:pt x="7379" y="2865"/>
                </a:moveTo>
                <a:lnTo>
                  <a:pt x="5058" y="2865"/>
                </a:lnTo>
                <a:cubicBezTo>
                  <a:pt x="5058" y="3059"/>
                  <a:pt x="5087" y="3228"/>
                  <a:pt x="5146" y="3372"/>
                </a:cubicBezTo>
                <a:cubicBezTo>
                  <a:pt x="5204" y="3516"/>
                  <a:pt x="5284" y="3634"/>
                  <a:pt x="5385" y="3727"/>
                </a:cubicBezTo>
                <a:cubicBezTo>
                  <a:pt x="5483" y="3817"/>
                  <a:pt x="5599" y="3885"/>
                  <a:pt x="5734" y="3930"/>
                </a:cubicBezTo>
                <a:cubicBezTo>
                  <a:pt x="5868" y="3976"/>
                  <a:pt x="6016" y="3998"/>
                  <a:pt x="6178" y="3998"/>
                </a:cubicBezTo>
                <a:cubicBezTo>
                  <a:pt x="6392" y="3998"/>
                  <a:pt x="6608" y="3955"/>
                  <a:pt x="6825" y="3869"/>
                </a:cubicBezTo>
                <a:cubicBezTo>
                  <a:pt x="7042" y="3783"/>
                  <a:pt x="7197" y="3698"/>
                  <a:pt x="7289" y="3615"/>
                </a:cubicBezTo>
                <a:lnTo>
                  <a:pt x="7317" y="3615"/>
                </a:lnTo>
                <a:lnTo>
                  <a:pt x="7317" y="4195"/>
                </a:lnTo>
                <a:cubicBezTo>
                  <a:pt x="7138" y="4270"/>
                  <a:pt x="6956" y="4333"/>
                  <a:pt x="6770" y="4384"/>
                </a:cubicBezTo>
                <a:cubicBezTo>
                  <a:pt x="6584" y="4435"/>
                  <a:pt x="6388" y="4461"/>
                  <a:pt x="6183" y="4461"/>
                </a:cubicBezTo>
                <a:cubicBezTo>
                  <a:pt x="5661" y="4461"/>
                  <a:pt x="5253" y="4319"/>
                  <a:pt x="4960" y="4036"/>
                </a:cubicBezTo>
                <a:cubicBezTo>
                  <a:pt x="4666" y="3752"/>
                  <a:pt x="4520" y="3350"/>
                  <a:pt x="4520" y="2828"/>
                </a:cubicBezTo>
                <a:cubicBezTo>
                  <a:pt x="4520" y="2312"/>
                  <a:pt x="4660" y="1903"/>
                  <a:pt x="4941" y="1600"/>
                </a:cubicBezTo>
                <a:cubicBezTo>
                  <a:pt x="5222" y="1296"/>
                  <a:pt x="5592" y="1145"/>
                  <a:pt x="6051" y="1145"/>
                </a:cubicBezTo>
                <a:cubicBezTo>
                  <a:pt x="6476" y="1145"/>
                  <a:pt x="6803" y="1269"/>
                  <a:pt x="7033" y="1518"/>
                </a:cubicBezTo>
                <a:cubicBezTo>
                  <a:pt x="7264" y="1766"/>
                  <a:pt x="7379" y="2119"/>
                  <a:pt x="7379" y="2577"/>
                </a:cubicBezTo>
                <a:lnTo>
                  <a:pt x="7379" y="2865"/>
                </a:lnTo>
                <a:moveTo>
                  <a:pt x="6863" y="2459"/>
                </a:moveTo>
                <a:cubicBezTo>
                  <a:pt x="6861" y="2181"/>
                  <a:pt x="6791" y="1965"/>
                  <a:pt x="6653" y="1813"/>
                </a:cubicBezTo>
                <a:cubicBezTo>
                  <a:pt x="6515" y="1661"/>
                  <a:pt x="6305" y="1585"/>
                  <a:pt x="6023" y="1585"/>
                </a:cubicBezTo>
                <a:cubicBezTo>
                  <a:pt x="5739" y="1585"/>
                  <a:pt x="5513" y="1668"/>
                  <a:pt x="5344" y="1836"/>
                </a:cubicBezTo>
                <a:cubicBezTo>
                  <a:pt x="5176" y="2003"/>
                  <a:pt x="5081" y="2211"/>
                  <a:pt x="5058" y="2459"/>
                </a:cubicBezTo>
                <a:lnTo>
                  <a:pt x="6863" y="2459"/>
                </a:lnTo>
                <a:close/>
                <a:moveTo>
                  <a:pt x="10511" y="4193"/>
                </a:moveTo>
                <a:cubicBezTo>
                  <a:pt x="10335" y="4277"/>
                  <a:pt x="10167" y="4343"/>
                  <a:pt x="10008" y="4390"/>
                </a:cubicBezTo>
                <a:cubicBezTo>
                  <a:pt x="9849" y="4437"/>
                  <a:pt x="9680" y="4461"/>
                  <a:pt x="9502" y="4461"/>
                </a:cubicBezTo>
                <a:cubicBezTo>
                  <a:pt x="9274" y="4461"/>
                  <a:pt x="9066" y="4427"/>
                  <a:pt x="8876" y="4360"/>
                </a:cubicBezTo>
                <a:cubicBezTo>
                  <a:pt x="8686" y="4294"/>
                  <a:pt x="8524" y="4192"/>
                  <a:pt x="8388" y="4057"/>
                </a:cubicBezTo>
                <a:cubicBezTo>
                  <a:pt x="8251" y="3921"/>
                  <a:pt x="8145" y="3750"/>
                  <a:pt x="8070" y="3543"/>
                </a:cubicBezTo>
                <a:cubicBezTo>
                  <a:pt x="7994" y="3336"/>
                  <a:pt x="7957" y="3094"/>
                  <a:pt x="7957" y="2817"/>
                </a:cubicBezTo>
                <a:cubicBezTo>
                  <a:pt x="7957" y="2301"/>
                  <a:pt x="8098" y="1896"/>
                  <a:pt x="8381" y="1602"/>
                </a:cubicBezTo>
                <a:cubicBezTo>
                  <a:pt x="8664" y="1309"/>
                  <a:pt x="9038" y="1162"/>
                  <a:pt x="9502" y="1162"/>
                </a:cubicBezTo>
                <a:cubicBezTo>
                  <a:pt x="9682" y="1162"/>
                  <a:pt x="9860" y="1187"/>
                  <a:pt x="10033" y="1238"/>
                </a:cubicBezTo>
                <a:cubicBezTo>
                  <a:pt x="10207" y="1289"/>
                  <a:pt x="10367" y="1351"/>
                  <a:pt x="10511" y="1424"/>
                </a:cubicBezTo>
                <a:lnTo>
                  <a:pt x="10511" y="2013"/>
                </a:lnTo>
                <a:lnTo>
                  <a:pt x="10483" y="2013"/>
                </a:lnTo>
                <a:cubicBezTo>
                  <a:pt x="10321" y="1888"/>
                  <a:pt x="10155" y="1792"/>
                  <a:pt x="9983" y="1725"/>
                </a:cubicBezTo>
                <a:cubicBezTo>
                  <a:pt x="9811" y="1658"/>
                  <a:pt x="9643" y="1624"/>
                  <a:pt x="9479" y="1624"/>
                </a:cubicBezTo>
                <a:cubicBezTo>
                  <a:pt x="9179" y="1624"/>
                  <a:pt x="8941" y="1725"/>
                  <a:pt x="8767" y="1927"/>
                </a:cubicBezTo>
                <a:cubicBezTo>
                  <a:pt x="8594" y="2129"/>
                  <a:pt x="8507" y="2426"/>
                  <a:pt x="8507" y="2817"/>
                </a:cubicBezTo>
                <a:cubicBezTo>
                  <a:pt x="8507" y="3197"/>
                  <a:pt x="8592" y="3488"/>
                  <a:pt x="8762" y="3692"/>
                </a:cubicBezTo>
                <a:cubicBezTo>
                  <a:pt x="8932" y="3896"/>
                  <a:pt x="9171" y="3998"/>
                  <a:pt x="9479" y="3998"/>
                </a:cubicBezTo>
                <a:cubicBezTo>
                  <a:pt x="9587" y="3998"/>
                  <a:pt x="9696" y="3984"/>
                  <a:pt x="9806" y="3956"/>
                </a:cubicBezTo>
                <a:cubicBezTo>
                  <a:pt x="9917" y="3928"/>
                  <a:pt x="10017" y="3892"/>
                  <a:pt x="10105" y="3847"/>
                </a:cubicBezTo>
                <a:cubicBezTo>
                  <a:pt x="10182" y="3808"/>
                  <a:pt x="10255" y="3766"/>
                  <a:pt x="10322" y="3723"/>
                </a:cubicBezTo>
                <a:cubicBezTo>
                  <a:pt x="10390" y="3679"/>
                  <a:pt x="10444" y="3641"/>
                  <a:pt x="10483" y="3609"/>
                </a:cubicBezTo>
                <a:lnTo>
                  <a:pt x="10511" y="3609"/>
                </a:lnTo>
                <a:lnTo>
                  <a:pt x="10511" y="4193"/>
                </a:lnTo>
                <a:close/>
                <a:moveTo>
                  <a:pt x="13875" y="2813"/>
                </a:moveTo>
                <a:cubicBezTo>
                  <a:pt x="13875" y="3327"/>
                  <a:pt x="13743" y="3733"/>
                  <a:pt x="13480" y="4031"/>
                </a:cubicBezTo>
                <a:cubicBezTo>
                  <a:pt x="13217" y="4329"/>
                  <a:pt x="12865" y="4478"/>
                  <a:pt x="12423" y="4478"/>
                </a:cubicBezTo>
                <a:cubicBezTo>
                  <a:pt x="11977" y="4478"/>
                  <a:pt x="11624" y="4329"/>
                  <a:pt x="11361" y="4031"/>
                </a:cubicBezTo>
                <a:cubicBezTo>
                  <a:pt x="11099" y="3733"/>
                  <a:pt x="10968" y="3327"/>
                  <a:pt x="10968" y="2813"/>
                </a:cubicBezTo>
                <a:cubicBezTo>
                  <a:pt x="10968" y="2298"/>
                  <a:pt x="11099" y="1892"/>
                  <a:pt x="11361" y="1593"/>
                </a:cubicBezTo>
                <a:cubicBezTo>
                  <a:pt x="11624" y="1294"/>
                  <a:pt x="11977" y="1145"/>
                  <a:pt x="12423" y="1145"/>
                </a:cubicBezTo>
                <a:cubicBezTo>
                  <a:pt x="12865" y="1145"/>
                  <a:pt x="13217" y="1294"/>
                  <a:pt x="13480" y="1593"/>
                </a:cubicBezTo>
                <a:cubicBezTo>
                  <a:pt x="13743" y="1892"/>
                  <a:pt x="13875" y="2298"/>
                  <a:pt x="13875" y="2813"/>
                </a:cubicBezTo>
                <a:moveTo>
                  <a:pt x="13328" y="2813"/>
                </a:moveTo>
                <a:cubicBezTo>
                  <a:pt x="13328" y="2405"/>
                  <a:pt x="13248" y="2102"/>
                  <a:pt x="13088" y="1904"/>
                </a:cubicBezTo>
                <a:cubicBezTo>
                  <a:pt x="12929" y="1706"/>
                  <a:pt x="12707" y="1607"/>
                  <a:pt x="12423" y="1607"/>
                </a:cubicBezTo>
                <a:cubicBezTo>
                  <a:pt x="12135" y="1607"/>
                  <a:pt x="11912" y="1706"/>
                  <a:pt x="11753" y="1904"/>
                </a:cubicBezTo>
                <a:cubicBezTo>
                  <a:pt x="11594" y="2102"/>
                  <a:pt x="11515" y="2405"/>
                  <a:pt x="11515" y="2813"/>
                </a:cubicBezTo>
                <a:cubicBezTo>
                  <a:pt x="11515" y="3207"/>
                  <a:pt x="11595" y="3506"/>
                  <a:pt x="11755" y="3710"/>
                </a:cubicBezTo>
                <a:cubicBezTo>
                  <a:pt x="11914" y="3913"/>
                  <a:pt x="12137" y="4015"/>
                  <a:pt x="12423" y="4015"/>
                </a:cubicBezTo>
                <a:cubicBezTo>
                  <a:pt x="12705" y="4015"/>
                  <a:pt x="12926" y="3914"/>
                  <a:pt x="13087" y="3712"/>
                </a:cubicBezTo>
                <a:cubicBezTo>
                  <a:pt x="13248" y="3511"/>
                  <a:pt x="13328" y="3211"/>
                  <a:pt x="13328" y="2813"/>
                </a:cubicBezTo>
                <a:close/>
                <a:moveTo>
                  <a:pt x="17467" y="2772"/>
                </a:moveTo>
                <a:cubicBezTo>
                  <a:pt x="17467" y="3028"/>
                  <a:pt x="17430" y="3262"/>
                  <a:pt x="17357" y="3473"/>
                </a:cubicBezTo>
                <a:cubicBezTo>
                  <a:pt x="17284" y="3685"/>
                  <a:pt x="17180" y="3865"/>
                  <a:pt x="17047" y="4012"/>
                </a:cubicBezTo>
                <a:cubicBezTo>
                  <a:pt x="16923" y="4151"/>
                  <a:pt x="16777" y="4259"/>
                  <a:pt x="16609" y="4335"/>
                </a:cubicBezTo>
                <a:cubicBezTo>
                  <a:pt x="16440" y="4411"/>
                  <a:pt x="16262" y="4449"/>
                  <a:pt x="16074" y="4449"/>
                </a:cubicBezTo>
                <a:cubicBezTo>
                  <a:pt x="15911" y="4449"/>
                  <a:pt x="15763" y="4431"/>
                  <a:pt x="15630" y="4396"/>
                </a:cubicBezTo>
                <a:cubicBezTo>
                  <a:pt x="15498" y="4360"/>
                  <a:pt x="15363" y="4304"/>
                  <a:pt x="15226" y="4229"/>
                </a:cubicBezTo>
                <a:lnTo>
                  <a:pt x="15226" y="5549"/>
                </a:lnTo>
                <a:lnTo>
                  <a:pt x="14695" y="5549"/>
                </a:lnTo>
                <a:lnTo>
                  <a:pt x="14695" y="1235"/>
                </a:lnTo>
                <a:lnTo>
                  <a:pt x="15226" y="1235"/>
                </a:lnTo>
                <a:lnTo>
                  <a:pt x="15226" y="1563"/>
                </a:lnTo>
                <a:cubicBezTo>
                  <a:pt x="15367" y="1444"/>
                  <a:pt x="15525" y="1345"/>
                  <a:pt x="15701" y="1265"/>
                </a:cubicBezTo>
                <a:cubicBezTo>
                  <a:pt x="15876" y="1185"/>
                  <a:pt x="16064" y="1145"/>
                  <a:pt x="16263" y="1145"/>
                </a:cubicBezTo>
                <a:cubicBezTo>
                  <a:pt x="16643" y="1145"/>
                  <a:pt x="16938" y="1288"/>
                  <a:pt x="17150" y="1576"/>
                </a:cubicBezTo>
                <a:cubicBezTo>
                  <a:pt x="17361" y="1863"/>
                  <a:pt x="17467" y="2261"/>
                  <a:pt x="17467" y="2772"/>
                </a:cubicBezTo>
                <a:moveTo>
                  <a:pt x="16920" y="2786"/>
                </a:moveTo>
                <a:cubicBezTo>
                  <a:pt x="16920" y="2406"/>
                  <a:pt x="16855" y="2122"/>
                  <a:pt x="16726" y="1934"/>
                </a:cubicBezTo>
                <a:cubicBezTo>
                  <a:pt x="16596" y="1746"/>
                  <a:pt x="16397" y="1652"/>
                  <a:pt x="16128" y="1652"/>
                </a:cubicBezTo>
                <a:cubicBezTo>
                  <a:pt x="15976" y="1652"/>
                  <a:pt x="15822" y="1685"/>
                  <a:pt x="15668" y="1751"/>
                </a:cubicBezTo>
                <a:cubicBezTo>
                  <a:pt x="15514" y="1817"/>
                  <a:pt x="15367" y="1903"/>
                  <a:pt x="15226" y="2010"/>
                </a:cubicBezTo>
                <a:lnTo>
                  <a:pt x="15226" y="3795"/>
                </a:lnTo>
                <a:cubicBezTo>
                  <a:pt x="15376" y="3863"/>
                  <a:pt x="15505" y="3909"/>
                  <a:pt x="15613" y="3933"/>
                </a:cubicBezTo>
                <a:cubicBezTo>
                  <a:pt x="15721" y="3958"/>
                  <a:pt x="15844" y="3970"/>
                  <a:pt x="15981" y="3970"/>
                </a:cubicBezTo>
                <a:cubicBezTo>
                  <a:pt x="16276" y="3970"/>
                  <a:pt x="16507" y="3870"/>
                  <a:pt x="16672" y="3671"/>
                </a:cubicBezTo>
                <a:cubicBezTo>
                  <a:pt x="16837" y="3472"/>
                  <a:pt x="16920" y="3177"/>
                  <a:pt x="16920" y="2786"/>
                </a:cubicBezTo>
                <a:close/>
                <a:moveTo>
                  <a:pt x="20927" y="4387"/>
                </a:moveTo>
                <a:lnTo>
                  <a:pt x="20397" y="4387"/>
                </a:lnTo>
                <a:lnTo>
                  <a:pt x="20397" y="2592"/>
                </a:lnTo>
                <a:cubicBezTo>
                  <a:pt x="20397" y="2447"/>
                  <a:pt x="20388" y="2311"/>
                  <a:pt x="20371" y="2184"/>
                </a:cubicBezTo>
                <a:cubicBezTo>
                  <a:pt x="20354" y="2057"/>
                  <a:pt x="20323" y="1958"/>
                  <a:pt x="20278" y="1887"/>
                </a:cubicBezTo>
                <a:cubicBezTo>
                  <a:pt x="20231" y="1808"/>
                  <a:pt x="20164" y="1749"/>
                  <a:pt x="20075" y="1710"/>
                </a:cubicBezTo>
                <a:cubicBezTo>
                  <a:pt x="19987" y="1672"/>
                  <a:pt x="19872" y="1652"/>
                  <a:pt x="19731" y="1652"/>
                </a:cubicBezTo>
                <a:cubicBezTo>
                  <a:pt x="19587" y="1652"/>
                  <a:pt x="19435" y="1688"/>
                  <a:pt x="19277" y="1760"/>
                </a:cubicBezTo>
                <a:cubicBezTo>
                  <a:pt x="19119" y="1831"/>
                  <a:pt x="18968" y="1922"/>
                  <a:pt x="18823" y="2033"/>
                </a:cubicBezTo>
                <a:lnTo>
                  <a:pt x="18823" y="4387"/>
                </a:lnTo>
                <a:lnTo>
                  <a:pt x="18293" y="4387"/>
                </a:lnTo>
                <a:lnTo>
                  <a:pt x="18293" y="0"/>
                </a:lnTo>
                <a:lnTo>
                  <a:pt x="18823" y="0"/>
                </a:lnTo>
                <a:lnTo>
                  <a:pt x="18823" y="1583"/>
                </a:lnTo>
                <a:cubicBezTo>
                  <a:pt x="18989" y="1445"/>
                  <a:pt x="19160" y="1338"/>
                  <a:pt x="19337" y="1261"/>
                </a:cubicBezTo>
                <a:cubicBezTo>
                  <a:pt x="19513" y="1183"/>
                  <a:pt x="19695" y="1145"/>
                  <a:pt x="19881" y="1145"/>
                </a:cubicBezTo>
                <a:cubicBezTo>
                  <a:pt x="20221" y="1145"/>
                  <a:pt x="20480" y="1247"/>
                  <a:pt x="20659" y="1453"/>
                </a:cubicBezTo>
                <a:cubicBezTo>
                  <a:pt x="20838" y="1658"/>
                  <a:pt x="20927" y="1954"/>
                  <a:pt x="20927" y="2340"/>
                </a:cubicBezTo>
                <a:lnTo>
                  <a:pt x="20927" y="4387"/>
                </a:lnTo>
                <a:close/>
                <a:moveTo>
                  <a:pt x="24632" y="2813"/>
                </a:moveTo>
                <a:cubicBezTo>
                  <a:pt x="24632" y="3327"/>
                  <a:pt x="24500" y="3733"/>
                  <a:pt x="24237" y="4031"/>
                </a:cubicBezTo>
                <a:cubicBezTo>
                  <a:pt x="23974" y="4329"/>
                  <a:pt x="23621" y="4478"/>
                  <a:pt x="23180" y="4478"/>
                </a:cubicBezTo>
                <a:cubicBezTo>
                  <a:pt x="22734" y="4478"/>
                  <a:pt x="22380" y="4329"/>
                  <a:pt x="22118" y="4031"/>
                </a:cubicBezTo>
                <a:cubicBezTo>
                  <a:pt x="21856" y="3733"/>
                  <a:pt x="21725" y="3327"/>
                  <a:pt x="21725" y="2813"/>
                </a:cubicBezTo>
                <a:cubicBezTo>
                  <a:pt x="21725" y="2298"/>
                  <a:pt x="21856" y="1892"/>
                  <a:pt x="22118" y="1593"/>
                </a:cubicBezTo>
                <a:cubicBezTo>
                  <a:pt x="22380" y="1294"/>
                  <a:pt x="22734" y="1145"/>
                  <a:pt x="23180" y="1145"/>
                </a:cubicBezTo>
                <a:cubicBezTo>
                  <a:pt x="23621" y="1145"/>
                  <a:pt x="23974" y="1294"/>
                  <a:pt x="24237" y="1593"/>
                </a:cubicBezTo>
                <a:cubicBezTo>
                  <a:pt x="24500" y="1892"/>
                  <a:pt x="24632" y="2298"/>
                  <a:pt x="24632" y="2813"/>
                </a:cubicBezTo>
                <a:moveTo>
                  <a:pt x="24085" y="2813"/>
                </a:moveTo>
                <a:cubicBezTo>
                  <a:pt x="24085" y="2405"/>
                  <a:pt x="24005" y="2102"/>
                  <a:pt x="23845" y="1904"/>
                </a:cubicBezTo>
                <a:cubicBezTo>
                  <a:pt x="23685" y="1706"/>
                  <a:pt x="23464" y="1607"/>
                  <a:pt x="23180" y="1607"/>
                </a:cubicBezTo>
                <a:cubicBezTo>
                  <a:pt x="22892" y="1607"/>
                  <a:pt x="22669" y="1706"/>
                  <a:pt x="22510" y="1904"/>
                </a:cubicBezTo>
                <a:cubicBezTo>
                  <a:pt x="22351" y="2102"/>
                  <a:pt x="22272" y="2405"/>
                  <a:pt x="22272" y="2813"/>
                </a:cubicBezTo>
                <a:cubicBezTo>
                  <a:pt x="22272" y="3207"/>
                  <a:pt x="22352" y="3506"/>
                  <a:pt x="22511" y="3710"/>
                </a:cubicBezTo>
                <a:cubicBezTo>
                  <a:pt x="22671" y="3913"/>
                  <a:pt x="22894" y="4015"/>
                  <a:pt x="23180" y="4015"/>
                </a:cubicBezTo>
                <a:cubicBezTo>
                  <a:pt x="23462" y="4015"/>
                  <a:pt x="23683" y="3914"/>
                  <a:pt x="23844" y="3712"/>
                </a:cubicBezTo>
                <a:cubicBezTo>
                  <a:pt x="24004" y="3511"/>
                  <a:pt x="24085" y="3211"/>
                  <a:pt x="24085" y="2813"/>
                </a:cubicBezTo>
                <a:close/>
                <a:moveTo>
                  <a:pt x="27417" y="1810"/>
                </a:moveTo>
                <a:lnTo>
                  <a:pt x="27389" y="1810"/>
                </a:lnTo>
                <a:cubicBezTo>
                  <a:pt x="27310" y="1792"/>
                  <a:pt x="27234" y="1779"/>
                  <a:pt x="27159" y="1772"/>
                </a:cubicBezTo>
                <a:cubicBezTo>
                  <a:pt x="27085" y="1763"/>
                  <a:pt x="26997" y="1759"/>
                  <a:pt x="26896" y="1759"/>
                </a:cubicBezTo>
                <a:cubicBezTo>
                  <a:pt x="26732" y="1759"/>
                  <a:pt x="26574" y="1796"/>
                  <a:pt x="26422" y="1868"/>
                </a:cubicBezTo>
                <a:cubicBezTo>
                  <a:pt x="26270" y="1941"/>
                  <a:pt x="26123" y="2034"/>
                  <a:pt x="25982" y="2149"/>
                </a:cubicBezTo>
                <a:lnTo>
                  <a:pt x="25982" y="4387"/>
                </a:lnTo>
                <a:lnTo>
                  <a:pt x="25452" y="4387"/>
                </a:lnTo>
                <a:lnTo>
                  <a:pt x="25452" y="1235"/>
                </a:lnTo>
                <a:lnTo>
                  <a:pt x="25982" y="1235"/>
                </a:lnTo>
                <a:lnTo>
                  <a:pt x="25982" y="1701"/>
                </a:lnTo>
                <a:cubicBezTo>
                  <a:pt x="26193" y="1531"/>
                  <a:pt x="26378" y="1411"/>
                  <a:pt x="26539" y="1341"/>
                </a:cubicBezTo>
                <a:cubicBezTo>
                  <a:pt x="26700" y="1270"/>
                  <a:pt x="26864" y="1235"/>
                  <a:pt x="27031" y="1235"/>
                </a:cubicBezTo>
                <a:cubicBezTo>
                  <a:pt x="27123" y="1235"/>
                  <a:pt x="27190" y="1237"/>
                  <a:pt x="27231" y="1242"/>
                </a:cubicBezTo>
                <a:cubicBezTo>
                  <a:pt x="27273" y="1247"/>
                  <a:pt x="27335" y="1256"/>
                  <a:pt x="27417" y="1269"/>
                </a:cubicBezTo>
                <a:lnTo>
                  <a:pt x="27417" y="1810"/>
                </a:lnTo>
                <a:close/>
                <a:moveTo>
                  <a:pt x="28486" y="711"/>
                </a:moveTo>
                <a:lnTo>
                  <a:pt x="27888" y="711"/>
                </a:lnTo>
                <a:lnTo>
                  <a:pt x="27888" y="158"/>
                </a:lnTo>
                <a:lnTo>
                  <a:pt x="28486" y="158"/>
                </a:lnTo>
                <a:lnTo>
                  <a:pt x="28486" y="711"/>
                </a:lnTo>
                <a:moveTo>
                  <a:pt x="28452" y="4387"/>
                </a:moveTo>
                <a:lnTo>
                  <a:pt x="27922" y="4387"/>
                </a:lnTo>
                <a:lnTo>
                  <a:pt x="27922" y="1235"/>
                </a:lnTo>
                <a:lnTo>
                  <a:pt x="28452" y="1235"/>
                </a:lnTo>
                <a:lnTo>
                  <a:pt x="28452" y="4387"/>
                </a:lnTo>
                <a:close/>
                <a:moveTo>
                  <a:pt x="32056" y="4387"/>
                </a:moveTo>
                <a:lnTo>
                  <a:pt x="31525" y="4387"/>
                </a:lnTo>
                <a:lnTo>
                  <a:pt x="31525" y="4059"/>
                </a:lnTo>
                <a:cubicBezTo>
                  <a:pt x="31373" y="4191"/>
                  <a:pt x="31214" y="4294"/>
                  <a:pt x="31049" y="4367"/>
                </a:cubicBezTo>
                <a:cubicBezTo>
                  <a:pt x="30884" y="4441"/>
                  <a:pt x="30704" y="4478"/>
                  <a:pt x="30510" y="4478"/>
                </a:cubicBezTo>
                <a:cubicBezTo>
                  <a:pt x="30134" y="4478"/>
                  <a:pt x="29836" y="4332"/>
                  <a:pt x="29615" y="4042"/>
                </a:cubicBezTo>
                <a:cubicBezTo>
                  <a:pt x="29394" y="3752"/>
                  <a:pt x="29284" y="3350"/>
                  <a:pt x="29284" y="2835"/>
                </a:cubicBezTo>
                <a:cubicBezTo>
                  <a:pt x="29284" y="2568"/>
                  <a:pt x="29322" y="2329"/>
                  <a:pt x="29398" y="2120"/>
                </a:cubicBezTo>
                <a:cubicBezTo>
                  <a:pt x="29474" y="1911"/>
                  <a:pt x="29577" y="1733"/>
                  <a:pt x="29707" y="1586"/>
                </a:cubicBezTo>
                <a:cubicBezTo>
                  <a:pt x="29835" y="1443"/>
                  <a:pt x="29984" y="1333"/>
                  <a:pt x="30154" y="1258"/>
                </a:cubicBezTo>
                <a:cubicBezTo>
                  <a:pt x="30324" y="1182"/>
                  <a:pt x="30500" y="1145"/>
                  <a:pt x="30682" y="1145"/>
                </a:cubicBezTo>
                <a:cubicBezTo>
                  <a:pt x="30848" y="1145"/>
                  <a:pt x="30994" y="1162"/>
                  <a:pt x="31122" y="1197"/>
                </a:cubicBezTo>
                <a:cubicBezTo>
                  <a:pt x="31250" y="1232"/>
                  <a:pt x="31385" y="1286"/>
                  <a:pt x="31525" y="1360"/>
                </a:cubicBezTo>
                <a:lnTo>
                  <a:pt x="31525" y="0"/>
                </a:lnTo>
                <a:lnTo>
                  <a:pt x="32056" y="0"/>
                </a:lnTo>
                <a:lnTo>
                  <a:pt x="32056" y="4387"/>
                </a:lnTo>
                <a:moveTo>
                  <a:pt x="31525" y="3612"/>
                </a:moveTo>
                <a:lnTo>
                  <a:pt x="31525" y="1805"/>
                </a:lnTo>
                <a:cubicBezTo>
                  <a:pt x="31383" y="1741"/>
                  <a:pt x="31255" y="1696"/>
                  <a:pt x="31142" y="1672"/>
                </a:cubicBezTo>
                <a:cubicBezTo>
                  <a:pt x="31029" y="1648"/>
                  <a:pt x="30906" y="1635"/>
                  <a:pt x="30773" y="1635"/>
                </a:cubicBezTo>
                <a:cubicBezTo>
                  <a:pt x="30476" y="1635"/>
                  <a:pt x="30244" y="1739"/>
                  <a:pt x="30079" y="1946"/>
                </a:cubicBezTo>
                <a:cubicBezTo>
                  <a:pt x="29914" y="2152"/>
                  <a:pt x="29831" y="2446"/>
                  <a:pt x="29831" y="2825"/>
                </a:cubicBezTo>
                <a:cubicBezTo>
                  <a:pt x="29831" y="3199"/>
                  <a:pt x="29895" y="3484"/>
                  <a:pt x="30023" y="3678"/>
                </a:cubicBezTo>
                <a:cubicBezTo>
                  <a:pt x="30150" y="3873"/>
                  <a:pt x="30355" y="3970"/>
                  <a:pt x="30637" y="3970"/>
                </a:cubicBezTo>
                <a:cubicBezTo>
                  <a:pt x="30788" y="3970"/>
                  <a:pt x="30940" y="3937"/>
                  <a:pt x="31094" y="3870"/>
                </a:cubicBezTo>
                <a:cubicBezTo>
                  <a:pt x="31248" y="3803"/>
                  <a:pt x="31392" y="3717"/>
                  <a:pt x="31525" y="3612"/>
                </a:cubicBezTo>
                <a:close/>
                <a:moveTo>
                  <a:pt x="35546" y="4387"/>
                </a:moveTo>
                <a:lnTo>
                  <a:pt x="35019" y="4387"/>
                </a:lnTo>
                <a:lnTo>
                  <a:pt x="35019" y="4054"/>
                </a:lnTo>
                <a:cubicBezTo>
                  <a:pt x="34972" y="4086"/>
                  <a:pt x="34909" y="4131"/>
                  <a:pt x="34829" y="4188"/>
                </a:cubicBezTo>
                <a:cubicBezTo>
                  <a:pt x="34749" y="4246"/>
                  <a:pt x="34671" y="4291"/>
                  <a:pt x="34596" y="4325"/>
                </a:cubicBezTo>
                <a:cubicBezTo>
                  <a:pt x="34508" y="4368"/>
                  <a:pt x="34406" y="4405"/>
                  <a:pt x="34292" y="4434"/>
                </a:cubicBezTo>
                <a:cubicBezTo>
                  <a:pt x="34177" y="4463"/>
                  <a:pt x="34042" y="4478"/>
                  <a:pt x="33888" y="4478"/>
                </a:cubicBezTo>
                <a:cubicBezTo>
                  <a:pt x="33604" y="4478"/>
                  <a:pt x="33364" y="4383"/>
                  <a:pt x="33166" y="4195"/>
                </a:cubicBezTo>
                <a:cubicBezTo>
                  <a:pt x="32969" y="4007"/>
                  <a:pt x="32870" y="3767"/>
                  <a:pt x="32870" y="3475"/>
                </a:cubicBezTo>
                <a:cubicBezTo>
                  <a:pt x="32870" y="3236"/>
                  <a:pt x="32922" y="3043"/>
                  <a:pt x="33024" y="2895"/>
                </a:cubicBezTo>
                <a:cubicBezTo>
                  <a:pt x="33127" y="2747"/>
                  <a:pt x="33273" y="2631"/>
                  <a:pt x="33463" y="2546"/>
                </a:cubicBezTo>
                <a:cubicBezTo>
                  <a:pt x="33654" y="2462"/>
                  <a:pt x="33885" y="2404"/>
                  <a:pt x="34153" y="2374"/>
                </a:cubicBezTo>
                <a:cubicBezTo>
                  <a:pt x="34422" y="2344"/>
                  <a:pt x="34711" y="2321"/>
                  <a:pt x="35019" y="2306"/>
                </a:cubicBezTo>
                <a:lnTo>
                  <a:pt x="35019" y="2224"/>
                </a:lnTo>
                <a:cubicBezTo>
                  <a:pt x="35019" y="2103"/>
                  <a:pt x="34998" y="2002"/>
                  <a:pt x="34956" y="1923"/>
                </a:cubicBezTo>
                <a:cubicBezTo>
                  <a:pt x="34913" y="1843"/>
                  <a:pt x="34853" y="1780"/>
                  <a:pt x="34774" y="1735"/>
                </a:cubicBezTo>
                <a:cubicBezTo>
                  <a:pt x="34698" y="1691"/>
                  <a:pt x="34608" y="1662"/>
                  <a:pt x="34503" y="1647"/>
                </a:cubicBezTo>
                <a:cubicBezTo>
                  <a:pt x="34398" y="1632"/>
                  <a:pt x="34288" y="1624"/>
                  <a:pt x="34173" y="1624"/>
                </a:cubicBezTo>
                <a:cubicBezTo>
                  <a:pt x="34034" y="1624"/>
                  <a:pt x="33879" y="1643"/>
                  <a:pt x="33708" y="1681"/>
                </a:cubicBezTo>
                <a:cubicBezTo>
                  <a:pt x="33537" y="1718"/>
                  <a:pt x="33360" y="1773"/>
                  <a:pt x="33178" y="1844"/>
                </a:cubicBezTo>
                <a:lnTo>
                  <a:pt x="33150" y="1844"/>
                </a:lnTo>
                <a:lnTo>
                  <a:pt x="33150" y="1305"/>
                </a:lnTo>
                <a:cubicBezTo>
                  <a:pt x="33253" y="1277"/>
                  <a:pt x="33402" y="1246"/>
                  <a:pt x="33598" y="1212"/>
                </a:cubicBezTo>
                <a:cubicBezTo>
                  <a:pt x="33793" y="1179"/>
                  <a:pt x="33986" y="1162"/>
                  <a:pt x="34176" y="1162"/>
                </a:cubicBezTo>
                <a:cubicBezTo>
                  <a:pt x="34398" y="1162"/>
                  <a:pt x="34591" y="1180"/>
                  <a:pt x="34755" y="1217"/>
                </a:cubicBezTo>
                <a:cubicBezTo>
                  <a:pt x="34920" y="1253"/>
                  <a:pt x="35062" y="1316"/>
                  <a:pt x="35183" y="1404"/>
                </a:cubicBezTo>
                <a:cubicBezTo>
                  <a:pt x="35301" y="1491"/>
                  <a:pt x="35391" y="1602"/>
                  <a:pt x="35453" y="1740"/>
                </a:cubicBezTo>
                <a:cubicBezTo>
                  <a:pt x="35515" y="1877"/>
                  <a:pt x="35546" y="2047"/>
                  <a:pt x="35546" y="2250"/>
                </a:cubicBezTo>
                <a:lnTo>
                  <a:pt x="35546" y="4387"/>
                </a:lnTo>
                <a:moveTo>
                  <a:pt x="35019" y="3616"/>
                </a:moveTo>
                <a:lnTo>
                  <a:pt x="35019" y="2735"/>
                </a:lnTo>
                <a:cubicBezTo>
                  <a:pt x="34857" y="2744"/>
                  <a:pt x="34667" y="2759"/>
                  <a:pt x="34448" y="2778"/>
                </a:cubicBezTo>
                <a:cubicBezTo>
                  <a:pt x="34229" y="2796"/>
                  <a:pt x="34056" y="2824"/>
                  <a:pt x="33928" y="2860"/>
                </a:cubicBezTo>
                <a:cubicBezTo>
                  <a:pt x="33776" y="2903"/>
                  <a:pt x="33652" y="2971"/>
                  <a:pt x="33558" y="3062"/>
                </a:cubicBezTo>
                <a:cubicBezTo>
                  <a:pt x="33464" y="3154"/>
                  <a:pt x="33417" y="3280"/>
                  <a:pt x="33417" y="3440"/>
                </a:cubicBezTo>
                <a:cubicBezTo>
                  <a:pt x="33417" y="3622"/>
                  <a:pt x="33472" y="3758"/>
                  <a:pt x="33581" y="3850"/>
                </a:cubicBezTo>
                <a:cubicBezTo>
                  <a:pt x="33690" y="3941"/>
                  <a:pt x="33856" y="3987"/>
                  <a:pt x="34080" y="3987"/>
                </a:cubicBezTo>
                <a:cubicBezTo>
                  <a:pt x="34266" y="3987"/>
                  <a:pt x="34436" y="3951"/>
                  <a:pt x="34590" y="3878"/>
                </a:cubicBezTo>
                <a:cubicBezTo>
                  <a:pt x="34745" y="3805"/>
                  <a:pt x="34887" y="3718"/>
                  <a:pt x="35019" y="3616"/>
                </a:cubicBezTo>
                <a:close/>
                <a:moveTo>
                  <a:pt x="39203" y="2865"/>
                </a:moveTo>
                <a:lnTo>
                  <a:pt x="36883" y="2865"/>
                </a:lnTo>
                <a:cubicBezTo>
                  <a:pt x="36883" y="3059"/>
                  <a:pt x="36912" y="3228"/>
                  <a:pt x="36970" y="3372"/>
                </a:cubicBezTo>
                <a:cubicBezTo>
                  <a:pt x="37028" y="3516"/>
                  <a:pt x="37108" y="3634"/>
                  <a:pt x="37210" y="3727"/>
                </a:cubicBezTo>
                <a:cubicBezTo>
                  <a:pt x="37308" y="3817"/>
                  <a:pt x="37424" y="3885"/>
                  <a:pt x="37558" y="3930"/>
                </a:cubicBezTo>
                <a:cubicBezTo>
                  <a:pt x="37692" y="3976"/>
                  <a:pt x="37840" y="3998"/>
                  <a:pt x="38002" y="3998"/>
                </a:cubicBezTo>
                <a:cubicBezTo>
                  <a:pt x="38216" y="3998"/>
                  <a:pt x="38432" y="3955"/>
                  <a:pt x="38649" y="3869"/>
                </a:cubicBezTo>
                <a:cubicBezTo>
                  <a:pt x="38866" y="3783"/>
                  <a:pt x="39021" y="3698"/>
                  <a:pt x="39113" y="3615"/>
                </a:cubicBezTo>
                <a:lnTo>
                  <a:pt x="39141" y="3615"/>
                </a:lnTo>
                <a:lnTo>
                  <a:pt x="39141" y="4195"/>
                </a:lnTo>
                <a:cubicBezTo>
                  <a:pt x="38963" y="4270"/>
                  <a:pt x="38780" y="4333"/>
                  <a:pt x="38594" y="4384"/>
                </a:cubicBezTo>
                <a:cubicBezTo>
                  <a:pt x="38408" y="4435"/>
                  <a:pt x="38213" y="4461"/>
                  <a:pt x="38008" y="4461"/>
                </a:cubicBezTo>
                <a:cubicBezTo>
                  <a:pt x="37485" y="4461"/>
                  <a:pt x="37077" y="4319"/>
                  <a:pt x="36784" y="4036"/>
                </a:cubicBezTo>
                <a:cubicBezTo>
                  <a:pt x="36491" y="3752"/>
                  <a:pt x="36344" y="3350"/>
                  <a:pt x="36344" y="2828"/>
                </a:cubicBezTo>
                <a:cubicBezTo>
                  <a:pt x="36344" y="2312"/>
                  <a:pt x="36485" y="1903"/>
                  <a:pt x="36766" y="1600"/>
                </a:cubicBezTo>
                <a:cubicBezTo>
                  <a:pt x="37047" y="1296"/>
                  <a:pt x="37417" y="1145"/>
                  <a:pt x="37875" y="1145"/>
                </a:cubicBezTo>
                <a:cubicBezTo>
                  <a:pt x="38300" y="1145"/>
                  <a:pt x="38628" y="1269"/>
                  <a:pt x="38858" y="1518"/>
                </a:cubicBezTo>
                <a:cubicBezTo>
                  <a:pt x="39088" y="1766"/>
                  <a:pt x="39203" y="2119"/>
                  <a:pt x="39203" y="2577"/>
                </a:cubicBezTo>
                <a:lnTo>
                  <a:pt x="39203" y="2865"/>
                </a:lnTo>
                <a:moveTo>
                  <a:pt x="38687" y="2459"/>
                </a:moveTo>
                <a:cubicBezTo>
                  <a:pt x="38685" y="2181"/>
                  <a:pt x="38615" y="1965"/>
                  <a:pt x="38477" y="1813"/>
                </a:cubicBezTo>
                <a:cubicBezTo>
                  <a:pt x="38339" y="1661"/>
                  <a:pt x="38129" y="1585"/>
                  <a:pt x="37847" y="1585"/>
                </a:cubicBezTo>
                <a:cubicBezTo>
                  <a:pt x="37563" y="1585"/>
                  <a:pt x="37337" y="1668"/>
                  <a:pt x="37169" y="1836"/>
                </a:cubicBezTo>
                <a:cubicBezTo>
                  <a:pt x="37001" y="2003"/>
                  <a:pt x="36905" y="2211"/>
                  <a:pt x="36883" y="2459"/>
                </a:cubicBezTo>
                <a:lnTo>
                  <a:pt x="38687" y="24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653FD6-3CD2-4662-B817-A8337505D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8" y="2363004"/>
            <a:ext cx="81099" cy="71100"/>
          </a:xfrm>
          <a:custGeom xmlns:a="http://schemas.openxmlformats.org/drawingml/2006/main">
            <a:pathLst>
              <a:path w="81099" h="71100">
                <a:moveTo>
                  <a:pt x="0" y="0"/>
                </a:moveTo>
                <a:lnTo>
                  <a:pt x="81099" y="0"/>
                </a:lnTo>
                <a:lnTo>
                  <a:pt x="81099" y="71100"/>
                </a:lnTo>
                <a:lnTo>
                  <a:pt x="0" y="71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741AA9-ED3C-4728-904C-854CD735A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9" y="2363005"/>
            <a:ext cx="81099" cy="71101"/>
          </a:xfrm>
          <a:custGeom xmlns:a="http://schemas.openxmlformats.org/drawingml/2006/main">
            <a:pathLst>
              <a:path w="81099" h="71101" fill="none">
                <a:moveTo>
                  <a:pt x="0" y="0"/>
                </a:moveTo>
                <a:lnTo>
                  <a:pt x="81099" y="0"/>
                </a:lnTo>
                <a:lnTo>
                  <a:pt x="81099" y="71101"/>
                </a:lnTo>
                <a:lnTo>
                  <a:pt x="0" y="711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67" name="Text Tineidae">
            <a:extLst xmlns:a="http://schemas.openxmlformats.org/drawingml/2006/main">
              <a:ext uri="{FF2B5EF4-FFF2-40B4-BE49-F238E27FC236}">
                <a16:creationId xmlns:a16="http://schemas.microsoft.com/office/drawing/2014/main" id="{2AF3790A-DC89-435E-AA3C-23A42B171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7488" y="2387575"/>
            <a:ext cx="35600" cy="6629"/>
          </a:xfrm>
          <a:custGeom xmlns:a="http://schemas.openxmlformats.org/drawingml/2006/main">
            <a:pathLst>
              <a:path w="35600" h="6629">
                <a:moveTo>
                  <a:pt x="5268" y="1010"/>
                </a:moveTo>
                <a:lnTo>
                  <a:pt x="3047" y="1010"/>
                </a:lnTo>
                <a:lnTo>
                  <a:pt x="3047" y="6496"/>
                </a:lnTo>
                <a:lnTo>
                  <a:pt x="2221" y="6496"/>
                </a:lnTo>
                <a:lnTo>
                  <a:pt x="2221" y="1010"/>
                </a:lnTo>
                <a:lnTo>
                  <a:pt x="0" y="1010"/>
                </a:lnTo>
                <a:lnTo>
                  <a:pt x="0" y="276"/>
                </a:lnTo>
                <a:lnTo>
                  <a:pt x="5268" y="276"/>
                </a:lnTo>
                <a:lnTo>
                  <a:pt x="5268" y="1010"/>
                </a:lnTo>
                <a:close/>
                <a:moveTo>
                  <a:pt x="6884" y="1052"/>
                </a:moveTo>
                <a:lnTo>
                  <a:pt x="5999" y="1052"/>
                </a:lnTo>
                <a:lnTo>
                  <a:pt x="5999" y="234"/>
                </a:lnTo>
                <a:lnTo>
                  <a:pt x="6884" y="234"/>
                </a:lnTo>
                <a:lnTo>
                  <a:pt x="6884" y="1052"/>
                </a:lnTo>
                <a:moveTo>
                  <a:pt x="6834" y="6496"/>
                </a:moveTo>
                <a:lnTo>
                  <a:pt x="6049" y="6496"/>
                </a:lnTo>
                <a:lnTo>
                  <a:pt x="6049" y="1828"/>
                </a:lnTo>
                <a:lnTo>
                  <a:pt x="6834" y="1828"/>
                </a:lnTo>
                <a:lnTo>
                  <a:pt x="6834" y="6496"/>
                </a:lnTo>
                <a:close/>
                <a:moveTo>
                  <a:pt x="12285" y="6496"/>
                </a:moveTo>
                <a:lnTo>
                  <a:pt x="11501" y="6496"/>
                </a:lnTo>
                <a:lnTo>
                  <a:pt x="11501" y="3838"/>
                </a:lnTo>
                <a:cubicBezTo>
                  <a:pt x="11501" y="3623"/>
                  <a:pt x="11488" y="3422"/>
                  <a:pt x="11463" y="3234"/>
                </a:cubicBezTo>
                <a:cubicBezTo>
                  <a:pt x="11438" y="3046"/>
                  <a:pt x="11392" y="2899"/>
                  <a:pt x="11325" y="2793"/>
                </a:cubicBezTo>
                <a:cubicBezTo>
                  <a:pt x="11256" y="2676"/>
                  <a:pt x="11155" y="2589"/>
                  <a:pt x="11025" y="2532"/>
                </a:cubicBezTo>
                <a:cubicBezTo>
                  <a:pt x="10894" y="2475"/>
                  <a:pt x="10724" y="2446"/>
                  <a:pt x="10515" y="2446"/>
                </a:cubicBezTo>
                <a:cubicBezTo>
                  <a:pt x="10301" y="2446"/>
                  <a:pt x="10077" y="2499"/>
                  <a:pt x="9843" y="2605"/>
                </a:cubicBezTo>
                <a:cubicBezTo>
                  <a:pt x="9610" y="2711"/>
                  <a:pt x="9385" y="2846"/>
                  <a:pt x="9171" y="3010"/>
                </a:cubicBezTo>
                <a:lnTo>
                  <a:pt x="9171" y="6496"/>
                </a:lnTo>
                <a:lnTo>
                  <a:pt x="8386" y="6496"/>
                </a:lnTo>
                <a:lnTo>
                  <a:pt x="8386" y="1828"/>
                </a:lnTo>
                <a:lnTo>
                  <a:pt x="9171" y="1828"/>
                </a:lnTo>
                <a:lnTo>
                  <a:pt x="9171" y="2343"/>
                </a:lnTo>
                <a:cubicBezTo>
                  <a:pt x="9416" y="2140"/>
                  <a:pt x="9669" y="1981"/>
                  <a:pt x="9931" y="1866"/>
                </a:cubicBezTo>
                <a:cubicBezTo>
                  <a:pt x="10193" y="1752"/>
                  <a:pt x="10461" y="1695"/>
                  <a:pt x="10737" y="1695"/>
                </a:cubicBezTo>
                <a:cubicBezTo>
                  <a:pt x="11240" y="1695"/>
                  <a:pt x="11624" y="1847"/>
                  <a:pt x="11889" y="2151"/>
                </a:cubicBezTo>
                <a:cubicBezTo>
                  <a:pt x="12153" y="2455"/>
                  <a:pt x="12285" y="2892"/>
                  <a:pt x="12285" y="3464"/>
                </a:cubicBezTo>
                <a:lnTo>
                  <a:pt x="12285" y="6496"/>
                </a:lnTo>
                <a:close/>
                <a:moveTo>
                  <a:pt x="17700" y="4241"/>
                </a:moveTo>
                <a:lnTo>
                  <a:pt x="14264" y="4241"/>
                </a:lnTo>
                <a:cubicBezTo>
                  <a:pt x="14264" y="4529"/>
                  <a:pt x="14307" y="4779"/>
                  <a:pt x="14393" y="4992"/>
                </a:cubicBezTo>
                <a:cubicBezTo>
                  <a:pt x="14480" y="5206"/>
                  <a:pt x="14598" y="5381"/>
                  <a:pt x="14748" y="5518"/>
                </a:cubicBezTo>
                <a:cubicBezTo>
                  <a:pt x="14893" y="5652"/>
                  <a:pt x="15065" y="5752"/>
                  <a:pt x="15264" y="5819"/>
                </a:cubicBezTo>
                <a:cubicBezTo>
                  <a:pt x="15463" y="5886"/>
                  <a:pt x="15682" y="5919"/>
                  <a:pt x="15921" y="5919"/>
                </a:cubicBezTo>
                <a:cubicBezTo>
                  <a:pt x="16239" y="5919"/>
                  <a:pt x="16558" y="5856"/>
                  <a:pt x="16879" y="5728"/>
                </a:cubicBezTo>
                <a:cubicBezTo>
                  <a:pt x="17201" y="5600"/>
                  <a:pt x="17430" y="5475"/>
                  <a:pt x="17566" y="5352"/>
                </a:cubicBezTo>
                <a:lnTo>
                  <a:pt x="17608" y="5352"/>
                </a:lnTo>
                <a:lnTo>
                  <a:pt x="17608" y="6210"/>
                </a:lnTo>
                <a:cubicBezTo>
                  <a:pt x="17343" y="6322"/>
                  <a:pt x="17074" y="6416"/>
                  <a:pt x="16798" y="6491"/>
                </a:cubicBezTo>
                <a:cubicBezTo>
                  <a:pt x="16522" y="6566"/>
                  <a:pt x="16233" y="6604"/>
                  <a:pt x="15930" y="6604"/>
                </a:cubicBezTo>
                <a:cubicBezTo>
                  <a:pt x="15156" y="6604"/>
                  <a:pt x="14552" y="6394"/>
                  <a:pt x="14118" y="5975"/>
                </a:cubicBezTo>
                <a:cubicBezTo>
                  <a:pt x="13684" y="5555"/>
                  <a:pt x="13467" y="4959"/>
                  <a:pt x="13467" y="4187"/>
                </a:cubicBezTo>
                <a:cubicBezTo>
                  <a:pt x="13467" y="3423"/>
                  <a:pt x="13675" y="2817"/>
                  <a:pt x="14091" y="2368"/>
                </a:cubicBezTo>
                <a:cubicBezTo>
                  <a:pt x="14507" y="1919"/>
                  <a:pt x="15054" y="1695"/>
                  <a:pt x="15734" y="1695"/>
                </a:cubicBezTo>
                <a:cubicBezTo>
                  <a:pt x="16362" y="1695"/>
                  <a:pt x="16847" y="1879"/>
                  <a:pt x="17188" y="2247"/>
                </a:cubicBezTo>
                <a:cubicBezTo>
                  <a:pt x="17529" y="2615"/>
                  <a:pt x="17700" y="3137"/>
                  <a:pt x="17700" y="3815"/>
                </a:cubicBezTo>
                <a:lnTo>
                  <a:pt x="17700" y="4241"/>
                </a:lnTo>
                <a:moveTo>
                  <a:pt x="16936" y="3640"/>
                </a:moveTo>
                <a:cubicBezTo>
                  <a:pt x="16933" y="3228"/>
                  <a:pt x="16829" y="2910"/>
                  <a:pt x="16625" y="2684"/>
                </a:cubicBezTo>
                <a:cubicBezTo>
                  <a:pt x="16420" y="2459"/>
                  <a:pt x="16109" y="2346"/>
                  <a:pt x="15692" y="2346"/>
                </a:cubicBezTo>
                <a:cubicBezTo>
                  <a:pt x="15272" y="2346"/>
                  <a:pt x="14937" y="2470"/>
                  <a:pt x="14688" y="2718"/>
                </a:cubicBezTo>
                <a:cubicBezTo>
                  <a:pt x="14439" y="2965"/>
                  <a:pt x="14297" y="3273"/>
                  <a:pt x="14264" y="3640"/>
                </a:cubicBezTo>
                <a:lnTo>
                  <a:pt x="16936" y="3640"/>
                </a:lnTo>
                <a:close/>
                <a:moveTo>
                  <a:pt x="19733" y="1052"/>
                </a:moveTo>
                <a:lnTo>
                  <a:pt x="18848" y="1052"/>
                </a:lnTo>
                <a:lnTo>
                  <a:pt x="18848" y="234"/>
                </a:lnTo>
                <a:lnTo>
                  <a:pt x="19733" y="234"/>
                </a:lnTo>
                <a:lnTo>
                  <a:pt x="19733" y="1052"/>
                </a:lnTo>
                <a:moveTo>
                  <a:pt x="19682" y="6496"/>
                </a:moveTo>
                <a:lnTo>
                  <a:pt x="18898" y="6496"/>
                </a:lnTo>
                <a:lnTo>
                  <a:pt x="18898" y="1828"/>
                </a:lnTo>
                <a:lnTo>
                  <a:pt x="19682" y="1828"/>
                </a:lnTo>
                <a:lnTo>
                  <a:pt x="19682" y="6496"/>
                </a:lnTo>
                <a:close/>
                <a:moveTo>
                  <a:pt x="25017" y="6496"/>
                </a:moveTo>
                <a:lnTo>
                  <a:pt x="24233" y="6496"/>
                </a:lnTo>
                <a:lnTo>
                  <a:pt x="24233" y="6010"/>
                </a:lnTo>
                <a:cubicBezTo>
                  <a:pt x="24007" y="6205"/>
                  <a:pt x="23772" y="6357"/>
                  <a:pt x="23527" y="6466"/>
                </a:cubicBezTo>
                <a:cubicBezTo>
                  <a:pt x="23282" y="6575"/>
                  <a:pt x="23016" y="6629"/>
                  <a:pt x="22730" y="6629"/>
                </a:cubicBezTo>
                <a:cubicBezTo>
                  <a:pt x="22173" y="6629"/>
                  <a:pt x="21731" y="6414"/>
                  <a:pt x="21404" y="5985"/>
                </a:cubicBezTo>
                <a:cubicBezTo>
                  <a:pt x="21077" y="5555"/>
                  <a:pt x="20914" y="4959"/>
                  <a:pt x="20914" y="4198"/>
                </a:cubicBezTo>
                <a:cubicBezTo>
                  <a:pt x="20914" y="3801"/>
                  <a:pt x="20970" y="3448"/>
                  <a:pt x="21083" y="3139"/>
                </a:cubicBezTo>
                <a:cubicBezTo>
                  <a:pt x="21196" y="2829"/>
                  <a:pt x="21348" y="2565"/>
                  <a:pt x="21540" y="2348"/>
                </a:cubicBezTo>
                <a:cubicBezTo>
                  <a:pt x="21729" y="2136"/>
                  <a:pt x="21950" y="1974"/>
                  <a:pt x="22202" y="1862"/>
                </a:cubicBezTo>
                <a:cubicBezTo>
                  <a:pt x="22454" y="1751"/>
                  <a:pt x="22715" y="1695"/>
                  <a:pt x="22984" y="1695"/>
                </a:cubicBezTo>
                <a:cubicBezTo>
                  <a:pt x="23229" y="1695"/>
                  <a:pt x="23446" y="1721"/>
                  <a:pt x="23636" y="1772"/>
                </a:cubicBezTo>
                <a:cubicBezTo>
                  <a:pt x="23825" y="1824"/>
                  <a:pt x="24024" y="1904"/>
                  <a:pt x="24233" y="2013"/>
                </a:cubicBezTo>
                <a:lnTo>
                  <a:pt x="24233" y="0"/>
                </a:lnTo>
                <a:lnTo>
                  <a:pt x="25017" y="0"/>
                </a:lnTo>
                <a:lnTo>
                  <a:pt x="25017" y="6496"/>
                </a:lnTo>
                <a:moveTo>
                  <a:pt x="24233" y="5348"/>
                </a:moveTo>
                <a:lnTo>
                  <a:pt x="24233" y="2672"/>
                </a:lnTo>
                <a:cubicBezTo>
                  <a:pt x="24021" y="2577"/>
                  <a:pt x="23832" y="2512"/>
                  <a:pt x="23665" y="2475"/>
                </a:cubicBezTo>
                <a:cubicBezTo>
                  <a:pt x="23498" y="2439"/>
                  <a:pt x="23316" y="2421"/>
                  <a:pt x="23118" y="2421"/>
                </a:cubicBezTo>
                <a:cubicBezTo>
                  <a:pt x="22678" y="2421"/>
                  <a:pt x="22336" y="2574"/>
                  <a:pt x="22091" y="2880"/>
                </a:cubicBezTo>
                <a:cubicBezTo>
                  <a:pt x="21846" y="3187"/>
                  <a:pt x="21724" y="3621"/>
                  <a:pt x="21724" y="4183"/>
                </a:cubicBezTo>
                <a:cubicBezTo>
                  <a:pt x="21724" y="4737"/>
                  <a:pt x="21818" y="5158"/>
                  <a:pt x="22008" y="5446"/>
                </a:cubicBezTo>
                <a:cubicBezTo>
                  <a:pt x="22197" y="5734"/>
                  <a:pt x="22500" y="5878"/>
                  <a:pt x="22918" y="5878"/>
                </a:cubicBezTo>
                <a:cubicBezTo>
                  <a:pt x="23140" y="5878"/>
                  <a:pt x="23366" y="5828"/>
                  <a:pt x="23594" y="5729"/>
                </a:cubicBezTo>
                <a:cubicBezTo>
                  <a:pt x="23822" y="5631"/>
                  <a:pt x="24035" y="5503"/>
                  <a:pt x="24233" y="5348"/>
                </a:cubicBezTo>
                <a:close/>
                <a:moveTo>
                  <a:pt x="30185" y="6496"/>
                </a:moveTo>
                <a:lnTo>
                  <a:pt x="29405" y="6496"/>
                </a:lnTo>
                <a:lnTo>
                  <a:pt x="29405" y="6002"/>
                </a:lnTo>
                <a:cubicBezTo>
                  <a:pt x="29335" y="6050"/>
                  <a:pt x="29241" y="6116"/>
                  <a:pt x="29123" y="6201"/>
                </a:cubicBezTo>
                <a:cubicBezTo>
                  <a:pt x="29005" y="6286"/>
                  <a:pt x="28890" y="6353"/>
                  <a:pt x="28779" y="6403"/>
                </a:cubicBezTo>
                <a:cubicBezTo>
                  <a:pt x="28648" y="6468"/>
                  <a:pt x="28497" y="6521"/>
                  <a:pt x="28328" y="6564"/>
                </a:cubicBezTo>
                <a:cubicBezTo>
                  <a:pt x="28158" y="6607"/>
                  <a:pt x="27959" y="6629"/>
                  <a:pt x="27731" y="6629"/>
                </a:cubicBezTo>
                <a:cubicBezTo>
                  <a:pt x="27311" y="6629"/>
                  <a:pt x="26954" y="6490"/>
                  <a:pt x="26662" y="6211"/>
                </a:cubicBezTo>
                <a:cubicBezTo>
                  <a:pt x="26370" y="5932"/>
                  <a:pt x="26224" y="5577"/>
                  <a:pt x="26224" y="5145"/>
                </a:cubicBezTo>
                <a:cubicBezTo>
                  <a:pt x="26224" y="4791"/>
                  <a:pt x="26300" y="4505"/>
                  <a:pt x="26451" y="4286"/>
                </a:cubicBezTo>
                <a:cubicBezTo>
                  <a:pt x="26603" y="4067"/>
                  <a:pt x="26819" y="3895"/>
                  <a:pt x="27100" y="3770"/>
                </a:cubicBezTo>
                <a:cubicBezTo>
                  <a:pt x="27384" y="3645"/>
                  <a:pt x="27725" y="3560"/>
                  <a:pt x="28123" y="3515"/>
                </a:cubicBezTo>
                <a:cubicBezTo>
                  <a:pt x="28521" y="3470"/>
                  <a:pt x="28948" y="3437"/>
                  <a:pt x="29405" y="3415"/>
                </a:cubicBezTo>
                <a:lnTo>
                  <a:pt x="29405" y="3293"/>
                </a:lnTo>
                <a:cubicBezTo>
                  <a:pt x="29405" y="3113"/>
                  <a:pt x="29373" y="2964"/>
                  <a:pt x="29311" y="2846"/>
                </a:cubicBezTo>
                <a:cubicBezTo>
                  <a:pt x="29248" y="2729"/>
                  <a:pt x="29158" y="2636"/>
                  <a:pt x="29042" y="2569"/>
                </a:cubicBezTo>
                <a:cubicBezTo>
                  <a:pt x="28930" y="2504"/>
                  <a:pt x="28797" y="2461"/>
                  <a:pt x="28641" y="2438"/>
                </a:cubicBezTo>
                <a:cubicBezTo>
                  <a:pt x="28485" y="2416"/>
                  <a:pt x="28322" y="2405"/>
                  <a:pt x="28152" y="2405"/>
                </a:cubicBezTo>
                <a:cubicBezTo>
                  <a:pt x="27946" y="2405"/>
                  <a:pt x="27717" y="2432"/>
                  <a:pt x="27464" y="2488"/>
                </a:cubicBezTo>
                <a:cubicBezTo>
                  <a:pt x="27210" y="2544"/>
                  <a:pt x="26949" y="2624"/>
                  <a:pt x="26679" y="2730"/>
                </a:cubicBezTo>
                <a:lnTo>
                  <a:pt x="26637" y="2730"/>
                </a:lnTo>
                <a:lnTo>
                  <a:pt x="26637" y="1933"/>
                </a:lnTo>
                <a:cubicBezTo>
                  <a:pt x="26790" y="1891"/>
                  <a:pt x="27011" y="1845"/>
                  <a:pt x="27301" y="1795"/>
                </a:cubicBezTo>
                <a:cubicBezTo>
                  <a:pt x="27590" y="1745"/>
                  <a:pt x="27875" y="1720"/>
                  <a:pt x="28157" y="1720"/>
                </a:cubicBezTo>
                <a:cubicBezTo>
                  <a:pt x="28485" y="1720"/>
                  <a:pt x="28771" y="1747"/>
                  <a:pt x="29014" y="1801"/>
                </a:cubicBezTo>
                <a:cubicBezTo>
                  <a:pt x="29258" y="1856"/>
                  <a:pt x="29469" y="1948"/>
                  <a:pt x="29647" y="2079"/>
                </a:cubicBezTo>
                <a:cubicBezTo>
                  <a:pt x="29822" y="2207"/>
                  <a:pt x="29956" y="2373"/>
                  <a:pt x="30048" y="2576"/>
                </a:cubicBezTo>
                <a:cubicBezTo>
                  <a:pt x="30139" y="2779"/>
                  <a:pt x="30185" y="3031"/>
                  <a:pt x="30185" y="3331"/>
                </a:cubicBezTo>
                <a:lnTo>
                  <a:pt x="30185" y="6496"/>
                </a:lnTo>
                <a:moveTo>
                  <a:pt x="29405" y="5353"/>
                </a:moveTo>
                <a:lnTo>
                  <a:pt x="29405" y="4049"/>
                </a:lnTo>
                <a:cubicBezTo>
                  <a:pt x="29165" y="4063"/>
                  <a:pt x="28884" y="4084"/>
                  <a:pt x="28559" y="4112"/>
                </a:cubicBezTo>
                <a:cubicBezTo>
                  <a:pt x="28235" y="4140"/>
                  <a:pt x="27978" y="4181"/>
                  <a:pt x="27789" y="4234"/>
                </a:cubicBezTo>
                <a:cubicBezTo>
                  <a:pt x="27564" y="4298"/>
                  <a:pt x="27381" y="4398"/>
                  <a:pt x="27242" y="4534"/>
                </a:cubicBezTo>
                <a:cubicBezTo>
                  <a:pt x="27103" y="4669"/>
                  <a:pt x="27034" y="4856"/>
                  <a:pt x="27034" y="5093"/>
                </a:cubicBezTo>
                <a:cubicBezTo>
                  <a:pt x="27034" y="5362"/>
                  <a:pt x="27114" y="5564"/>
                  <a:pt x="27276" y="5699"/>
                </a:cubicBezTo>
                <a:cubicBezTo>
                  <a:pt x="27437" y="5835"/>
                  <a:pt x="27683" y="5903"/>
                  <a:pt x="28015" y="5903"/>
                </a:cubicBezTo>
                <a:cubicBezTo>
                  <a:pt x="28290" y="5903"/>
                  <a:pt x="28542" y="5849"/>
                  <a:pt x="28770" y="5741"/>
                </a:cubicBezTo>
                <a:cubicBezTo>
                  <a:pt x="28998" y="5634"/>
                  <a:pt x="29210" y="5504"/>
                  <a:pt x="29405" y="5353"/>
                </a:cubicBezTo>
                <a:close/>
                <a:moveTo>
                  <a:pt x="35600" y="4241"/>
                </a:moveTo>
                <a:lnTo>
                  <a:pt x="32164" y="4241"/>
                </a:lnTo>
                <a:cubicBezTo>
                  <a:pt x="32164" y="4529"/>
                  <a:pt x="32207" y="4779"/>
                  <a:pt x="32293" y="4992"/>
                </a:cubicBezTo>
                <a:cubicBezTo>
                  <a:pt x="32380" y="5206"/>
                  <a:pt x="32498" y="5381"/>
                  <a:pt x="32648" y="5518"/>
                </a:cubicBezTo>
                <a:cubicBezTo>
                  <a:pt x="32793" y="5652"/>
                  <a:pt x="32965" y="5752"/>
                  <a:pt x="33164" y="5819"/>
                </a:cubicBezTo>
                <a:cubicBezTo>
                  <a:pt x="33363" y="5886"/>
                  <a:pt x="33582" y="5919"/>
                  <a:pt x="33821" y="5919"/>
                </a:cubicBezTo>
                <a:cubicBezTo>
                  <a:pt x="34139" y="5919"/>
                  <a:pt x="34458" y="5856"/>
                  <a:pt x="34779" y="5728"/>
                </a:cubicBezTo>
                <a:cubicBezTo>
                  <a:pt x="35101" y="5600"/>
                  <a:pt x="35330" y="5475"/>
                  <a:pt x="35466" y="5352"/>
                </a:cubicBezTo>
                <a:lnTo>
                  <a:pt x="35508" y="5352"/>
                </a:lnTo>
                <a:lnTo>
                  <a:pt x="35508" y="6210"/>
                </a:lnTo>
                <a:cubicBezTo>
                  <a:pt x="35243" y="6322"/>
                  <a:pt x="34973" y="6416"/>
                  <a:pt x="34698" y="6491"/>
                </a:cubicBezTo>
                <a:cubicBezTo>
                  <a:pt x="34422" y="6566"/>
                  <a:pt x="34133" y="6604"/>
                  <a:pt x="33830" y="6604"/>
                </a:cubicBezTo>
                <a:cubicBezTo>
                  <a:pt x="33056" y="6604"/>
                  <a:pt x="32452" y="6394"/>
                  <a:pt x="32018" y="5975"/>
                </a:cubicBezTo>
                <a:cubicBezTo>
                  <a:pt x="31584" y="5555"/>
                  <a:pt x="31367" y="4959"/>
                  <a:pt x="31367" y="4187"/>
                </a:cubicBezTo>
                <a:cubicBezTo>
                  <a:pt x="31367" y="3423"/>
                  <a:pt x="31575" y="2817"/>
                  <a:pt x="31991" y="2368"/>
                </a:cubicBezTo>
                <a:cubicBezTo>
                  <a:pt x="32407" y="1919"/>
                  <a:pt x="32954" y="1695"/>
                  <a:pt x="33633" y="1695"/>
                </a:cubicBezTo>
                <a:cubicBezTo>
                  <a:pt x="34262" y="1695"/>
                  <a:pt x="34747" y="1879"/>
                  <a:pt x="35088" y="2247"/>
                </a:cubicBezTo>
                <a:cubicBezTo>
                  <a:pt x="35429" y="2615"/>
                  <a:pt x="35600" y="3137"/>
                  <a:pt x="35600" y="3815"/>
                </a:cubicBezTo>
                <a:lnTo>
                  <a:pt x="35600" y="4241"/>
                </a:lnTo>
                <a:moveTo>
                  <a:pt x="34836" y="3640"/>
                </a:moveTo>
                <a:cubicBezTo>
                  <a:pt x="34833" y="3228"/>
                  <a:pt x="34729" y="2910"/>
                  <a:pt x="34525" y="2684"/>
                </a:cubicBezTo>
                <a:cubicBezTo>
                  <a:pt x="34320" y="2459"/>
                  <a:pt x="34009" y="2346"/>
                  <a:pt x="33592" y="2346"/>
                </a:cubicBezTo>
                <a:cubicBezTo>
                  <a:pt x="33171" y="2346"/>
                  <a:pt x="32837" y="2470"/>
                  <a:pt x="32588" y="2718"/>
                </a:cubicBezTo>
                <a:cubicBezTo>
                  <a:pt x="32339" y="2965"/>
                  <a:pt x="32197" y="3273"/>
                  <a:pt x="32164" y="3640"/>
                </a:cubicBezTo>
                <a:lnTo>
                  <a:pt x="34836" y="364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0BFB5-2806-4E4B-9DCE-1DC58ED9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584" y="2363004"/>
            <a:ext cx="65657" cy="71100"/>
          </a:xfrm>
          <a:custGeom xmlns:a="http://schemas.openxmlformats.org/drawingml/2006/main">
            <a:pathLst>
              <a:path w="65657" h="71100">
                <a:moveTo>
                  <a:pt x="0" y="0"/>
                </a:moveTo>
                <a:lnTo>
                  <a:pt x="65657" y="0"/>
                </a:lnTo>
                <a:lnTo>
                  <a:pt x="65657" y="71100"/>
                </a:lnTo>
                <a:lnTo>
                  <a:pt x="0" y="71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BAB563-7774-4E8E-876C-DE31C0F280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8586" y="2363005"/>
            <a:ext cx="65654" cy="71101"/>
          </a:xfrm>
          <a:custGeom xmlns:a="http://schemas.openxmlformats.org/drawingml/2006/main">
            <a:pathLst>
              <a:path w="65654" h="71101" fill="none">
                <a:moveTo>
                  <a:pt x="0" y="0"/>
                </a:moveTo>
                <a:lnTo>
                  <a:pt x="65654" y="0"/>
                </a:lnTo>
                <a:lnTo>
                  <a:pt x="65654" y="71101"/>
                </a:lnTo>
                <a:lnTo>
                  <a:pt x="0" y="711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ABA693-9D9C-4AD6-B4F7-7582A4265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38" y="2363004"/>
            <a:ext cx="60679" cy="71100"/>
          </a:xfrm>
          <a:custGeom xmlns:a="http://schemas.openxmlformats.org/drawingml/2006/main">
            <a:pathLst>
              <a:path w="60679" h="71100">
                <a:moveTo>
                  <a:pt x="0" y="0"/>
                </a:moveTo>
                <a:lnTo>
                  <a:pt x="60679" y="0"/>
                </a:lnTo>
                <a:lnTo>
                  <a:pt x="60679" y="71100"/>
                </a:lnTo>
                <a:lnTo>
                  <a:pt x="0" y="71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40F27F-EEFD-4B38-8682-6BEF5AF24A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6739" y="2363005"/>
            <a:ext cx="60678" cy="71101"/>
          </a:xfrm>
          <a:custGeom xmlns:a="http://schemas.openxmlformats.org/drawingml/2006/main">
            <a:pathLst>
              <a:path w="60678" h="71101" fill="none">
                <a:moveTo>
                  <a:pt x="0" y="0"/>
                </a:moveTo>
                <a:lnTo>
                  <a:pt x="60678" y="0"/>
                </a:lnTo>
                <a:lnTo>
                  <a:pt x="60678" y="71101"/>
                </a:lnTo>
                <a:lnTo>
                  <a:pt x="0" y="711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336597F-34B0-42B3-971F-A7F986CE4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914" y="2363004"/>
            <a:ext cx="57776" cy="71100"/>
          </a:xfrm>
          <a:custGeom xmlns:a="http://schemas.openxmlformats.org/drawingml/2006/main">
            <a:pathLst>
              <a:path w="57776" h="71100">
                <a:moveTo>
                  <a:pt x="0" y="0"/>
                </a:moveTo>
                <a:lnTo>
                  <a:pt x="57776" y="0"/>
                </a:lnTo>
                <a:lnTo>
                  <a:pt x="57776" y="71100"/>
                </a:lnTo>
                <a:lnTo>
                  <a:pt x="0" y="7110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FE11A-E067-49F4-877C-64BE765DD1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915" y="2363005"/>
            <a:ext cx="57775" cy="71101"/>
          </a:xfrm>
          <a:custGeom xmlns:a="http://schemas.openxmlformats.org/drawingml/2006/main">
            <a:pathLst>
              <a:path w="57775" h="71101" fill="none">
                <a:moveTo>
                  <a:pt x="0" y="0"/>
                </a:moveTo>
                <a:lnTo>
                  <a:pt x="57775" y="0"/>
                </a:lnTo>
                <a:lnTo>
                  <a:pt x="57775" y="71101"/>
                </a:lnTo>
                <a:lnTo>
                  <a:pt x="0" y="7110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C5E361-FA87-4670-A908-8C87D84CC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8" y="2456601"/>
            <a:ext cx="50855" cy="79741"/>
          </a:xfrm>
          <a:custGeom xmlns:a="http://schemas.openxmlformats.org/drawingml/2006/main">
            <a:pathLst>
              <a:path w="50855" h="79741">
                <a:moveTo>
                  <a:pt x="0" y="0"/>
                </a:moveTo>
                <a:lnTo>
                  <a:pt x="50855" y="0"/>
                </a:lnTo>
                <a:lnTo>
                  <a:pt x="50855" y="79741"/>
                </a:lnTo>
                <a:lnTo>
                  <a:pt x="0" y="797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19D7A3-6663-49E2-B7D5-A9490643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9" y="2456603"/>
            <a:ext cx="50854" cy="79742"/>
          </a:xfrm>
          <a:custGeom xmlns:a="http://schemas.openxmlformats.org/drawingml/2006/main">
            <a:pathLst>
              <a:path w="50854" h="79742" fill="none">
                <a:moveTo>
                  <a:pt x="0" y="0"/>
                </a:moveTo>
                <a:lnTo>
                  <a:pt x="50854" y="0"/>
                </a:lnTo>
                <a:lnTo>
                  <a:pt x="50854" y="79742"/>
                </a:lnTo>
                <a:lnTo>
                  <a:pt x="0" y="797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E1CA7A6-99FD-4FCC-A7EA-2044C92C8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8" y="2558840"/>
            <a:ext cx="50855" cy="73015"/>
          </a:xfrm>
          <a:custGeom xmlns:a="http://schemas.openxmlformats.org/drawingml/2006/main">
            <a:pathLst>
              <a:path w="50855" h="73015">
                <a:moveTo>
                  <a:pt x="0" y="0"/>
                </a:moveTo>
                <a:lnTo>
                  <a:pt x="50855" y="0"/>
                </a:lnTo>
                <a:lnTo>
                  <a:pt x="50855" y="73015"/>
                </a:lnTo>
                <a:lnTo>
                  <a:pt x="0" y="730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DE1BE6-6D2C-471C-806D-A90C93F53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9" y="2558843"/>
            <a:ext cx="50854" cy="73012"/>
          </a:xfrm>
          <a:custGeom xmlns:a="http://schemas.openxmlformats.org/drawingml/2006/main">
            <a:pathLst>
              <a:path w="50854" h="73012" fill="none">
                <a:moveTo>
                  <a:pt x="0" y="0"/>
                </a:moveTo>
                <a:lnTo>
                  <a:pt x="50854" y="0"/>
                </a:lnTo>
                <a:lnTo>
                  <a:pt x="50854" y="73012"/>
                </a:lnTo>
                <a:lnTo>
                  <a:pt x="0" y="730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999774-F406-421D-BBB9-3090E37C1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8" y="2654352"/>
            <a:ext cx="50855" cy="71695"/>
          </a:xfrm>
          <a:custGeom xmlns:a="http://schemas.openxmlformats.org/drawingml/2006/main">
            <a:pathLst>
              <a:path w="50855" h="71695">
                <a:moveTo>
                  <a:pt x="0" y="0"/>
                </a:moveTo>
                <a:lnTo>
                  <a:pt x="50855" y="0"/>
                </a:lnTo>
                <a:lnTo>
                  <a:pt x="50855" y="71695"/>
                </a:lnTo>
                <a:lnTo>
                  <a:pt x="0" y="716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48DCE8-8F74-4720-9581-E09A0396B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4989" y="2654354"/>
            <a:ext cx="50854" cy="71695"/>
          </a:xfrm>
          <a:custGeom xmlns:a="http://schemas.openxmlformats.org/drawingml/2006/main">
            <a:pathLst>
              <a:path w="50854" h="71695" fill="none">
                <a:moveTo>
                  <a:pt x="0" y="0"/>
                </a:moveTo>
                <a:lnTo>
                  <a:pt x="50854" y="0"/>
                </a:lnTo>
                <a:lnTo>
                  <a:pt x="50854" y="71695"/>
                </a:lnTo>
                <a:lnTo>
                  <a:pt x="0" y="716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46E89-EC3A-4CB6-9F33-555436642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0" y="2456601"/>
            <a:ext cx="61493" cy="52144"/>
          </a:xfrm>
          <a:custGeom xmlns:a="http://schemas.openxmlformats.org/drawingml/2006/main">
            <a:pathLst>
              <a:path w="61493" h="52144">
                <a:moveTo>
                  <a:pt x="0" y="0"/>
                </a:moveTo>
                <a:lnTo>
                  <a:pt x="61493" y="0"/>
                </a:lnTo>
                <a:lnTo>
                  <a:pt x="61493" y="52144"/>
                </a:lnTo>
                <a:lnTo>
                  <a:pt x="0" y="52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185890-0784-47CA-B0BA-CCA7E3918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1" y="2456603"/>
            <a:ext cx="61493" cy="52144"/>
          </a:xfrm>
          <a:custGeom xmlns:a="http://schemas.openxmlformats.org/drawingml/2006/main">
            <a:pathLst>
              <a:path w="61493" h="52144" fill="none">
                <a:moveTo>
                  <a:pt x="0" y="0"/>
                </a:moveTo>
                <a:lnTo>
                  <a:pt x="61493" y="0"/>
                </a:lnTo>
                <a:lnTo>
                  <a:pt x="61493" y="52144"/>
                </a:lnTo>
                <a:lnTo>
                  <a:pt x="0" y="521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82" name="Text Nolidae">
            <a:extLst xmlns:a="http://schemas.openxmlformats.org/drawingml/2006/main">
              <a:ext uri="{FF2B5EF4-FFF2-40B4-BE49-F238E27FC236}">
                <a16:creationId xmlns:a16="http://schemas.microsoft.com/office/drawing/2014/main" id="{1634814E-36B5-403F-B40E-7825F00EA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273" y="2480169"/>
            <a:ext cx="15825" cy="3431"/>
          </a:xfrm>
          <a:custGeom xmlns:a="http://schemas.openxmlformats.org/drawingml/2006/main">
            <a:pathLst>
              <a:path w="15825" h="3431">
                <a:moveTo>
                  <a:pt x="2454" y="3362"/>
                </a:moveTo>
                <a:lnTo>
                  <a:pt x="1925" y="3362"/>
                </a:lnTo>
                <a:lnTo>
                  <a:pt x="400" y="482"/>
                </a:lnTo>
                <a:lnTo>
                  <a:pt x="400" y="3362"/>
                </a:lnTo>
                <a:lnTo>
                  <a:pt x="0" y="3362"/>
                </a:lnTo>
                <a:lnTo>
                  <a:pt x="0" y="143"/>
                </a:lnTo>
                <a:lnTo>
                  <a:pt x="663" y="143"/>
                </a:lnTo>
                <a:lnTo>
                  <a:pt x="2055" y="2771"/>
                </a:lnTo>
                <a:lnTo>
                  <a:pt x="2055" y="143"/>
                </a:lnTo>
                <a:lnTo>
                  <a:pt x="2454" y="143"/>
                </a:lnTo>
                <a:lnTo>
                  <a:pt x="2454" y="3362"/>
                </a:lnTo>
                <a:close/>
                <a:moveTo>
                  <a:pt x="5334" y="2155"/>
                </a:moveTo>
                <a:cubicBezTo>
                  <a:pt x="5334" y="2549"/>
                  <a:pt x="5233" y="2860"/>
                  <a:pt x="5032" y="3089"/>
                </a:cubicBezTo>
                <a:cubicBezTo>
                  <a:pt x="4830" y="3317"/>
                  <a:pt x="4560" y="3431"/>
                  <a:pt x="4222" y="3431"/>
                </a:cubicBezTo>
                <a:cubicBezTo>
                  <a:pt x="3880" y="3431"/>
                  <a:pt x="3609" y="3317"/>
                  <a:pt x="3408" y="3089"/>
                </a:cubicBezTo>
                <a:cubicBezTo>
                  <a:pt x="3207" y="2860"/>
                  <a:pt x="3107" y="2549"/>
                  <a:pt x="3107" y="2155"/>
                </a:cubicBezTo>
                <a:cubicBezTo>
                  <a:pt x="3107" y="1761"/>
                  <a:pt x="3207" y="1449"/>
                  <a:pt x="3408" y="1220"/>
                </a:cubicBezTo>
                <a:cubicBezTo>
                  <a:pt x="3609" y="992"/>
                  <a:pt x="3880" y="877"/>
                  <a:pt x="4222" y="877"/>
                </a:cubicBezTo>
                <a:cubicBezTo>
                  <a:pt x="4560" y="877"/>
                  <a:pt x="4830" y="992"/>
                  <a:pt x="5032" y="1220"/>
                </a:cubicBezTo>
                <a:cubicBezTo>
                  <a:pt x="5233" y="1449"/>
                  <a:pt x="5334" y="1761"/>
                  <a:pt x="5334" y="2155"/>
                </a:cubicBezTo>
                <a:moveTo>
                  <a:pt x="4915" y="2155"/>
                </a:moveTo>
                <a:cubicBezTo>
                  <a:pt x="4915" y="1843"/>
                  <a:pt x="4854" y="1611"/>
                  <a:pt x="4731" y="1459"/>
                </a:cubicBezTo>
                <a:cubicBezTo>
                  <a:pt x="4609" y="1307"/>
                  <a:pt x="4439" y="1231"/>
                  <a:pt x="4222" y="1231"/>
                </a:cubicBezTo>
                <a:cubicBezTo>
                  <a:pt x="4001" y="1231"/>
                  <a:pt x="3830" y="1307"/>
                  <a:pt x="3708" y="1459"/>
                </a:cubicBezTo>
                <a:cubicBezTo>
                  <a:pt x="3587" y="1611"/>
                  <a:pt x="3526" y="1843"/>
                  <a:pt x="3526" y="2155"/>
                </a:cubicBezTo>
                <a:cubicBezTo>
                  <a:pt x="3526" y="2457"/>
                  <a:pt x="3587" y="2686"/>
                  <a:pt x="3710" y="2842"/>
                </a:cubicBezTo>
                <a:cubicBezTo>
                  <a:pt x="3832" y="2998"/>
                  <a:pt x="4003" y="3077"/>
                  <a:pt x="4222" y="3077"/>
                </a:cubicBezTo>
                <a:cubicBezTo>
                  <a:pt x="4438" y="3077"/>
                  <a:pt x="4607" y="2999"/>
                  <a:pt x="4730" y="2845"/>
                </a:cubicBezTo>
                <a:cubicBezTo>
                  <a:pt x="4854" y="2690"/>
                  <a:pt x="4915" y="2460"/>
                  <a:pt x="4915" y="2155"/>
                </a:cubicBezTo>
                <a:close/>
                <a:moveTo>
                  <a:pt x="6373" y="3362"/>
                </a:moveTo>
                <a:lnTo>
                  <a:pt x="5967" y="3362"/>
                </a:lnTo>
                <a:lnTo>
                  <a:pt x="5967" y="0"/>
                </a:lnTo>
                <a:lnTo>
                  <a:pt x="6373" y="0"/>
                </a:lnTo>
                <a:lnTo>
                  <a:pt x="6373" y="3362"/>
                </a:lnTo>
                <a:close/>
                <a:moveTo>
                  <a:pt x="7613" y="544"/>
                </a:moveTo>
                <a:lnTo>
                  <a:pt x="7155" y="544"/>
                </a:lnTo>
                <a:lnTo>
                  <a:pt x="7155" y="121"/>
                </a:lnTo>
                <a:lnTo>
                  <a:pt x="7613" y="121"/>
                </a:lnTo>
                <a:lnTo>
                  <a:pt x="7613" y="544"/>
                </a:lnTo>
                <a:moveTo>
                  <a:pt x="7588" y="3362"/>
                </a:moveTo>
                <a:lnTo>
                  <a:pt x="7181" y="3362"/>
                </a:lnTo>
                <a:lnTo>
                  <a:pt x="7181" y="946"/>
                </a:lnTo>
                <a:lnTo>
                  <a:pt x="7588" y="946"/>
                </a:lnTo>
                <a:lnTo>
                  <a:pt x="7588" y="3362"/>
                </a:lnTo>
                <a:close/>
                <a:moveTo>
                  <a:pt x="10349" y="3362"/>
                </a:moveTo>
                <a:lnTo>
                  <a:pt x="9942" y="3362"/>
                </a:lnTo>
                <a:lnTo>
                  <a:pt x="9942" y="3110"/>
                </a:lnTo>
                <a:cubicBezTo>
                  <a:pt x="9826" y="3211"/>
                  <a:pt x="9704" y="3290"/>
                  <a:pt x="9577" y="3346"/>
                </a:cubicBezTo>
                <a:cubicBezTo>
                  <a:pt x="9450" y="3403"/>
                  <a:pt x="9313" y="3431"/>
                  <a:pt x="9165" y="3431"/>
                </a:cubicBezTo>
                <a:cubicBezTo>
                  <a:pt x="8877" y="3431"/>
                  <a:pt x="8648" y="3320"/>
                  <a:pt x="8479" y="3097"/>
                </a:cubicBezTo>
                <a:cubicBezTo>
                  <a:pt x="8309" y="2875"/>
                  <a:pt x="8225" y="2567"/>
                  <a:pt x="8225" y="2172"/>
                </a:cubicBezTo>
                <a:cubicBezTo>
                  <a:pt x="8225" y="1967"/>
                  <a:pt x="8254" y="1785"/>
                  <a:pt x="8312" y="1624"/>
                </a:cubicBezTo>
                <a:cubicBezTo>
                  <a:pt x="8371" y="1464"/>
                  <a:pt x="8449" y="1328"/>
                  <a:pt x="8549" y="1215"/>
                </a:cubicBezTo>
                <a:cubicBezTo>
                  <a:pt x="8647" y="1105"/>
                  <a:pt x="8761" y="1022"/>
                  <a:pt x="8891" y="964"/>
                </a:cubicBezTo>
                <a:cubicBezTo>
                  <a:pt x="9022" y="906"/>
                  <a:pt x="9157" y="877"/>
                  <a:pt x="9296" y="877"/>
                </a:cubicBezTo>
                <a:cubicBezTo>
                  <a:pt x="9423" y="877"/>
                  <a:pt x="9535" y="891"/>
                  <a:pt x="9633" y="917"/>
                </a:cubicBezTo>
                <a:cubicBezTo>
                  <a:pt x="9731" y="944"/>
                  <a:pt x="9834" y="985"/>
                  <a:pt x="9942" y="1042"/>
                </a:cubicBezTo>
                <a:lnTo>
                  <a:pt x="9942" y="0"/>
                </a:lnTo>
                <a:lnTo>
                  <a:pt x="10349" y="0"/>
                </a:lnTo>
                <a:lnTo>
                  <a:pt x="10349" y="3362"/>
                </a:lnTo>
                <a:moveTo>
                  <a:pt x="9942" y="2768"/>
                </a:moveTo>
                <a:lnTo>
                  <a:pt x="9942" y="1383"/>
                </a:lnTo>
                <a:cubicBezTo>
                  <a:pt x="9833" y="1334"/>
                  <a:pt x="9735" y="1300"/>
                  <a:pt x="9649" y="1281"/>
                </a:cubicBezTo>
                <a:cubicBezTo>
                  <a:pt x="9562" y="1262"/>
                  <a:pt x="9468" y="1253"/>
                  <a:pt x="9366" y="1253"/>
                </a:cubicBezTo>
                <a:cubicBezTo>
                  <a:pt x="9138" y="1253"/>
                  <a:pt x="8961" y="1332"/>
                  <a:pt x="8834" y="1491"/>
                </a:cubicBezTo>
                <a:cubicBezTo>
                  <a:pt x="8707" y="1649"/>
                  <a:pt x="8644" y="1874"/>
                  <a:pt x="8644" y="2165"/>
                </a:cubicBezTo>
                <a:cubicBezTo>
                  <a:pt x="8644" y="2451"/>
                  <a:pt x="8693" y="2669"/>
                  <a:pt x="8791" y="2818"/>
                </a:cubicBezTo>
                <a:cubicBezTo>
                  <a:pt x="8889" y="2967"/>
                  <a:pt x="9046" y="3042"/>
                  <a:pt x="9262" y="3042"/>
                </a:cubicBezTo>
                <a:cubicBezTo>
                  <a:pt x="9377" y="3042"/>
                  <a:pt x="9494" y="3016"/>
                  <a:pt x="9612" y="2965"/>
                </a:cubicBezTo>
                <a:cubicBezTo>
                  <a:pt x="9730" y="2914"/>
                  <a:pt x="9840" y="2848"/>
                  <a:pt x="9942" y="2768"/>
                </a:cubicBezTo>
                <a:close/>
                <a:moveTo>
                  <a:pt x="13023" y="3362"/>
                </a:moveTo>
                <a:lnTo>
                  <a:pt x="12619" y="3362"/>
                </a:lnTo>
                <a:lnTo>
                  <a:pt x="12619" y="3106"/>
                </a:lnTo>
                <a:cubicBezTo>
                  <a:pt x="12583" y="3131"/>
                  <a:pt x="12535" y="3165"/>
                  <a:pt x="12473" y="3209"/>
                </a:cubicBezTo>
                <a:cubicBezTo>
                  <a:pt x="12412" y="3253"/>
                  <a:pt x="12353" y="3288"/>
                  <a:pt x="12295" y="3314"/>
                </a:cubicBezTo>
                <a:cubicBezTo>
                  <a:pt x="12227" y="3347"/>
                  <a:pt x="12150" y="3375"/>
                  <a:pt x="12062" y="3397"/>
                </a:cubicBezTo>
                <a:cubicBezTo>
                  <a:pt x="11974" y="3420"/>
                  <a:pt x="11871" y="3431"/>
                  <a:pt x="11753" y="3431"/>
                </a:cubicBezTo>
                <a:cubicBezTo>
                  <a:pt x="11535" y="3431"/>
                  <a:pt x="11351" y="3359"/>
                  <a:pt x="11200" y="3215"/>
                </a:cubicBezTo>
                <a:cubicBezTo>
                  <a:pt x="11048" y="3070"/>
                  <a:pt x="10973" y="2886"/>
                  <a:pt x="10973" y="2663"/>
                </a:cubicBezTo>
                <a:cubicBezTo>
                  <a:pt x="10973" y="2480"/>
                  <a:pt x="11012" y="2332"/>
                  <a:pt x="11091" y="2218"/>
                </a:cubicBezTo>
                <a:cubicBezTo>
                  <a:pt x="11169" y="2105"/>
                  <a:pt x="11281" y="2016"/>
                  <a:pt x="11427" y="1951"/>
                </a:cubicBezTo>
                <a:cubicBezTo>
                  <a:pt x="11573" y="1886"/>
                  <a:pt x="11750" y="1842"/>
                  <a:pt x="11956" y="1819"/>
                </a:cubicBezTo>
                <a:cubicBezTo>
                  <a:pt x="12162" y="1796"/>
                  <a:pt x="12383" y="1779"/>
                  <a:pt x="12619" y="1767"/>
                </a:cubicBezTo>
                <a:lnTo>
                  <a:pt x="12619" y="1704"/>
                </a:lnTo>
                <a:cubicBezTo>
                  <a:pt x="12619" y="1611"/>
                  <a:pt x="12603" y="1534"/>
                  <a:pt x="12571" y="1473"/>
                </a:cubicBezTo>
                <a:cubicBezTo>
                  <a:pt x="12538" y="1412"/>
                  <a:pt x="12492" y="1364"/>
                  <a:pt x="12431" y="1329"/>
                </a:cubicBezTo>
                <a:cubicBezTo>
                  <a:pt x="12374" y="1296"/>
                  <a:pt x="12304" y="1273"/>
                  <a:pt x="12224" y="1262"/>
                </a:cubicBezTo>
                <a:cubicBezTo>
                  <a:pt x="12143" y="1250"/>
                  <a:pt x="12059" y="1244"/>
                  <a:pt x="11971" y="1244"/>
                </a:cubicBezTo>
                <a:cubicBezTo>
                  <a:pt x="11864" y="1244"/>
                  <a:pt x="11746" y="1259"/>
                  <a:pt x="11615" y="1288"/>
                </a:cubicBezTo>
                <a:cubicBezTo>
                  <a:pt x="11483" y="1317"/>
                  <a:pt x="11348" y="1358"/>
                  <a:pt x="11208" y="1413"/>
                </a:cubicBezTo>
                <a:lnTo>
                  <a:pt x="11187" y="1413"/>
                </a:lnTo>
                <a:lnTo>
                  <a:pt x="11187" y="1000"/>
                </a:lnTo>
                <a:cubicBezTo>
                  <a:pt x="11266" y="979"/>
                  <a:pt x="11380" y="955"/>
                  <a:pt x="11530" y="929"/>
                </a:cubicBezTo>
                <a:cubicBezTo>
                  <a:pt x="11680" y="903"/>
                  <a:pt x="11828" y="890"/>
                  <a:pt x="11973" y="890"/>
                </a:cubicBezTo>
                <a:cubicBezTo>
                  <a:pt x="12143" y="890"/>
                  <a:pt x="12291" y="904"/>
                  <a:pt x="12417" y="932"/>
                </a:cubicBezTo>
                <a:cubicBezTo>
                  <a:pt x="12543" y="960"/>
                  <a:pt x="12652" y="1008"/>
                  <a:pt x="12744" y="1076"/>
                </a:cubicBezTo>
                <a:cubicBezTo>
                  <a:pt x="12835" y="1142"/>
                  <a:pt x="12904" y="1228"/>
                  <a:pt x="12952" y="1333"/>
                </a:cubicBezTo>
                <a:cubicBezTo>
                  <a:pt x="12999" y="1438"/>
                  <a:pt x="13023" y="1569"/>
                  <a:pt x="13023" y="1724"/>
                </a:cubicBezTo>
                <a:lnTo>
                  <a:pt x="13023" y="3362"/>
                </a:lnTo>
                <a:moveTo>
                  <a:pt x="12619" y="2771"/>
                </a:moveTo>
                <a:lnTo>
                  <a:pt x="12619" y="2096"/>
                </a:lnTo>
                <a:cubicBezTo>
                  <a:pt x="12495" y="2103"/>
                  <a:pt x="12349" y="2114"/>
                  <a:pt x="12182" y="2128"/>
                </a:cubicBezTo>
                <a:cubicBezTo>
                  <a:pt x="12014" y="2143"/>
                  <a:pt x="11881" y="2164"/>
                  <a:pt x="11783" y="2191"/>
                </a:cubicBezTo>
                <a:cubicBezTo>
                  <a:pt x="11666" y="2224"/>
                  <a:pt x="11572" y="2276"/>
                  <a:pt x="11500" y="2346"/>
                </a:cubicBezTo>
                <a:cubicBezTo>
                  <a:pt x="11428" y="2417"/>
                  <a:pt x="11392" y="2513"/>
                  <a:pt x="11392" y="2636"/>
                </a:cubicBezTo>
                <a:cubicBezTo>
                  <a:pt x="11392" y="2775"/>
                  <a:pt x="11434" y="2879"/>
                  <a:pt x="11517" y="2950"/>
                </a:cubicBezTo>
                <a:cubicBezTo>
                  <a:pt x="11601" y="3020"/>
                  <a:pt x="11728" y="3055"/>
                  <a:pt x="11900" y="3055"/>
                </a:cubicBezTo>
                <a:cubicBezTo>
                  <a:pt x="12042" y="3055"/>
                  <a:pt x="12173" y="3027"/>
                  <a:pt x="12291" y="2971"/>
                </a:cubicBezTo>
                <a:cubicBezTo>
                  <a:pt x="12409" y="2916"/>
                  <a:pt x="12518" y="2849"/>
                  <a:pt x="12619" y="2771"/>
                </a:cubicBezTo>
                <a:close/>
                <a:moveTo>
                  <a:pt x="15825" y="2195"/>
                </a:moveTo>
                <a:lnTo>
                  <a:pt x="14047" y="2195"/>
                </a:lnTo>
                <a:cubicBezTo>
                  <a:pt x="14047" y="2344"/>
                  <a:pt x="14070" y="2473"/>
                  <a:pt x="14114" y="2584"/>
                </a:cubicBezTo>
                <a:cubicBezTo>
                  <a:pt x="14159" y="2694"/>
                  <a:pt x="14220" y="2785"/>
                  <a:pt x="14298" y="2856"/>
                </a:cubicBezTo>
                <a:cubicBezTo>
                  <a:pt x="14373" y="2925"/>
                  <a:pt x="14462" y="2977"/>
                  <a:pt x="14565" y="3012"/>
                </a:cubicBezTo>
                <a:cubicBezTo>
                  <a:pt x="14668" y="3046"/>
                  <a:pt x="14781" y="3064"/>
                  <a:pt x="14905" y="3064"/>
                </a:cubicBezTo>
                <a:cubicBezTo>
                  <a:pt x="15069" y="3064"/>
                  <a:pt x="15234" y="3031"/>
                  <a:pt x="15401" y="2965"/>
                </a:cubicBezTo>
                <a:cubicBezTo>
                  <a:pt x="15567" y="2898"/>
                  <a:pt x="15686" y="2834"/>
                  <a:pt x="15756" y="2770"/>
                </a:cubicBezTo>
                <a:lnTo>
                  <a:pt x="15778" y="2770"/>
                </a:lnTo>
                <a:lnTo>
                  <a:pt x="15778" y="3214"/>
                </a:lnTo>
                <a:cubicBezTo>
                  <a:pt x="15641" y="3272"/>
                  <a:pt x="15501" y="3320"/>
                  <a:pt x="15359" y="3359"/>
                </a:cubicBezTo>
                <a:cubicBezTo>
                  <a:pt x="15216" y="3398"/>
                  <a:pt x="15066" y="3418"/>
                  <a:pt x="14909" y="3418"/>
                </a:cubicBezTo>
                <a:cubicBezTo>
                  <a:pt x="14509" y="3418"/>
                  <a:pt x="14196" y="3309"/>
                  <a:pt x="13972" y="3092"/>
                </a:cubicBezTo>
                <a:cubicBezTo>
                  <a:pt x="13747" y="2875"/>
                  <a:pt x="13635" y="2567"/>
                  <a:pt x="13635" y="2167"/>
                </a:cubicBezTo>
                <a:cubicBezTo>
                  <a:pt x="13635" y="1772"/>
                  <a:pt x="13742" y="1458"/>
                  <a:pt x="13958" y="1226"/>
                </a:cubicBezTo>
                <a:cubicBezTo>
                  <a:pt x="14173" y="993"/>
                  <a:pt x="14456" y="877"/>
                  <a:pt x="14808" y="877"/>
                </a:cubicBezTo>
                <a:cubicBezTo>
                  <a:pt x="15133" y="877"/>
                  <a:pt x="15384" y="972"/>
                  <a:pt x="15561" y="1163"/>
                </a:cubicBezTo>
                <a:cubicBezTo>
                  <a:pt x="15737" y="1353"/>
                  <a:pt x="15825" y="1624"/>
                  <a:pt x="15825" y="1974"/>
                </a:cubicBezTo>
                <a:lnTo>
                  <a:pt x="15825" y="2195"/>
                </a:lnTo>
                <a:moveTo>
                  <a:pt x="15430" y="1884"/>
                </a:moveTo>
                <a:cubicBezTo>
                  <a:pt x="15428" y="1671"/>
                  <a:pt x="15375" y="1506"/>
                  <a:pt x="15269" y="1389"/>
                </a:cubicBezTo>
                <a:cubicBezTo>
                  <a:pt x="15163" y="1273"/>
                  <a:pt x="15002" y="1214"/>
                  <a:pt x="14786" y="1214"/>
                </a:cubicBezTo>
                <a:cubicBezTo>
                  <a:pt x="14569" y="1214"/>
                  <a:pt x="14395" y="1278"/>
                  <a:pt x="14266" y="1406"/>
                </a:cubicBezTo>
                <a:cubicBezTo>
                  <a:pt x="14138" y="1535"/>
                  <a:pt x="14064" y="1694"/>
                  <a:pt x="14047" y="1884"/>
                </a:cubicBezTo>
                <a:lnTo>
                  <a:pt x="15430" y="18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44AA16-2B1C-4D6A-902D-9E8E018CD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4" y="2456601"/>
            <a:ext cx="52389" cy="52144"/>
          </a:xfrm>
          <a:custGeom xmlns:a="http://schemas.openxmlformats.org/drawingml/2006/main">
            <a:pathLst>
              <a:path w="52389" h="52144">
                <a:moveTo>
                  <a:pt x="0" y="0"/>
                </a:moveTo>
                <a:lnTo>
                  <a:pt x="52389" y="0"/>
                </a:lnTo>
                <a:lnTo>
                  <a:pt x="52389" y="52144"/>
                </a:lnTo>
                <a:lnTo>
                  <a:pt x="0" y="52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64560B1-C2E6-478E-8CD4-CAD262CF0F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2333" y="2456603"/>
            <a:ext cx="52391" cy="52144"/>
          </a:xfrm>
          <a:custGeom xmlns:a="http://schemas.openxmlformats.org/drawingml/2006/main">
            <a:pathLst>
              <a:path w="52391" h="52144" fill="none">
                <a:moveTo>
                  <a:pt x="0" y="0"/>
                </a:moveTo>
                <a:lnTo>
                  <a:pt x="52391" y="0"/>
                </a:lnTo>
                <a:lnTo>
                  <a:pt x="52391" y="52144"/>
                </a:lnTo>
                <a:lnTo>
                  <a:pt x="0" y="521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C7378B-7524-426B-B8C4-057166DB7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23" y="2456601"/>
            <a:ext cx="40962" cy="52144"/>
          </a:xfrm>
          <a:custGeom xmlns:a="http://schemas.openxmlformats.org/drawingml/2006/main">
            <a:pathLst>
              <a:path w="40962" h="52144">
                <a:moveTo>
                  <a:pt x="0" y="0"/>
                </a:moveTo>
                <a:lnTo>
                  <a:pt x="40962" y="0"/>
                </a:lnTo>
                <a:lnTo>
                  <a:pt x="40962" y="52144"/>
                </a:lnTo>
                <a:lnTo>
                  <a:pt x="0" y="52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A9E49A-97C0-469C-A1FF-C781F644B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222" y="2456603"/>
            <a:ext cx="40964" cy="52144"/>
          </a:xfrm>
          <a:custGeom xmlns:a="http://schemas.openxmlformats.org/drawingml/2006/main">
            <a:pathLst>
              <a:path w="40964" h="52144" fill="none">
                <a:moveTo>
                  <a:pt x="0" y="0"/>
                </a:moveTo>
                <a:lnTo>
                  <a:pt x="40964" y="0"/>
                </a:lnTo>
                <a:lnTo>
                  <a:pt x="40964" y="52144"/>
                </a:lnTo>
                <a:lnTo>
                  <a:pt x="0" y="521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87" name="Text Cosmopterigidae">
            <a:extLst xmlns:a="http://schemas.openxmlformats.org/drawingml/2006/main">
              <a:ext uri="{FF2B5EF4-FFF2-40B4-BE49-F238E27FC236}">
                <a16:creationId xmlns:a16="http://schemas.microsoft.com/office/drawing/2014/main" id="{EDF65539-65D6-455B-BA52-74C41B822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990" y="2457810"/>
            <a:ext cx="39988" cy="4640"/>
          </a:xfrm>
          <a:custGeom xmlns:a="http://schemas.openxmlformats.org/drawingml/2006/main">
            <a:pathLst>
              <a:path w="39988" h="4640">
                <a:moveTo>
                  <a:pt x="2894" y="3395"/>
                </a:moveTo>
                <a:cubicBezTo>
                  <a:pt x="2808" y="3433"/>
                  <a:pt x="2731" y="3468"/>
                  <a:pt x="2661" y="3501"/>
                </a:cubicBezTo>
                <a:cubicBezTo>
                  <a:pt x="2592" y="3534"/>
                  <a:pt x="2501" y="3568"/>
                  <a:pt x="2388" y="3604"/>
                </a:cubicBezTo>
                <a:cubicBezTo>
                  <a:pt x="2293" y="3634"/>
                  <a:pt x="2189" y="3659"/>
                  <a:pt x="2078" y="3681"/>
                </a:cubicBezTo>
                <a:cubicBezTo>
                  <a:pt x="1966" y="3702"/>
                  <a:pt x="1843" y="3712"/>
                  <a:pt x="1708" y="3712"/>
                </a:cubicBezTo>
                <a:cubicBezTo>
                  <a:pt x="1455" y="3712"/>
                  <a:pt x="1225" y="3677"/>
                  <a:pt x="1018" y="3606"/>
                </a:cubicBezTo>
                <a:cubicBezTo>
                  <a:pt x="811" y="3534"/>
                  <a:pt x="631" y="3423"/>
                  <a:pt x="478" y="3271"/>
                </a:cubicBezTo>
                <a:cubicBezTo>
                  <a:pt x="328" y="3123"/>
                  <a:pt x="211" y="2934"/>
                  <a:pt x="127" y="2705"/>
                </a:cubicBezTo>
                <a:cubicBezTo>
                  <a:pt x="42" y="2476"/>
                  <a:pt x="0" y="2210"/>
                  <a:pt x="0" y="1906"/>
                </a:cubicBezTo>
                <a:cubicBezTo>
                  <a:pt x="0" y="1619"/>
                  <a:pt x="41" y="1362"/>
                  <a:pt x="122" y="1135"/>
                </a:cubicBezTo>
                <a:cubicBezTo>
                  <a:pt x="203" y="908"/>
                  <a:pt x="320" y="717"/>
                  <a:pt x="473" y="560"/>
                </a:cubicBezTo>
                <a:cubicBezTo>
                  <a:pt x="622" y="409"/>
                  <a:pt x="801" y="293"/>
                  <a:pt x="1011" y="213"/>
                </a:cubicBezTo>
                <a:cubicBezTo>
                  <a:pt x="1221" y="134"/>
                  <a:pt x="1455" y="94"/>
                  <a:pt x="1711" y="94"/>
                </a:cubicBezTo>
                <a:cubicBezTo>
                  <a:pt x="1898" y="94"/>
                  <a:pt x="2085" y="116"/>
                  <a:pt x="2272" y="162"/>
                </a:cubicBezTo>
                <a:cubicBezTo>
                  <a:pt x="2459" y="207"/>
                  <a:pt x="2666" y="287"/>
                  <a:pt x="2894" y="401"/>
                </a:cubicBezTo>
                <a:lnTo>
                  <a:pt x="2894" y="951"/>
                </a:lnTo>
                <a:lnTo>
                  <a:pt x="2859" y="951"/>
                </a:lnTo>
                <a:cubicBezTo>
                  <a:pt x="2667" y="793"/>
                  <a:pt x="2476" y="678"/>
                  <a:pt x="2287" y="605"/>
                </a:cubicBezTo>
                <a:cubicBezTo>
                  <a:pt x="2098" y="533"/>
                  <a:pt x="1896" y="497"/>
                  <a:pt x="1680" y="497"/>
                </a:cubicBezTo>
                <a:cubicBezTo>
                  <a:pt x="1504" y="497"/>
                  <a:pt x="1345" y="525"/>
                  <a:pt x="1203" y="582"/>
                </a:cubicBezTo>
                <a:cubicBezTo>
                  <a:pt x="1062" y="639"/>
                  <a:pt x="936" y="727"/>
                  <a:pt x="825" y="847"/>
                </a:cubicBezTo>
                <a:cubicBezTo>
                  <a:pt x="717" y="964"/>
                  <a:pt x="633" y="1112"/>
                  <a:pt x="573" y="1291"/>
                </a:cubicBezTo>
                <a:cubicBezTo>
                  <a:pt x="513" y="1469"/>
                  <a:pt x="483" y="1675"/>
                  <a:pt x="483" y="1909"/>
                </a:cubicBezTo>
                <a:cubicBezTo>
                  <a:pt x="483" y="2154"/>
                  <a:pt x="516" y="2364"/>
                  <a:pt x="582" y="2540"/>
                </a:cubicBezTo>
                <a:cubicBezTo>
                  <a:pt x="649" y="2716"/>
                  <a:pt x="734" y="2860"/>
                  <a:pt x="839" y="2970"/>
                </a:cubicBezTo>
                <a:cubicBezTo>
                  <a:pt x="948" y="3086"/>
                  <a:pt x="1076" y="3171"/>
                  <a:pt x="1222" y="3226"/>
                </a:cubicBezTo>
                <a:cubicBezTo>
                  <a:pt x="1368" y="3281"/>
                  <a:pt x="1523" y="3309"/>
                  <a:pt x="1685" y="3309"/>
                </a:cubicBezTo>
                <a:cubicBezTo>
                  <a:pt x="1908" y="3309"/>
                  <a:pt x="2118" y="3271"/>
                  <a:pt x="2313" y="3194"/>
                </a:cubicBezTo>
                <a:cubicBezTo>
                  <a:pt x="2508" y="3118"/>
                  <a:pt x="2691" y="3003"/>
                  <a:pt x="2862" y="2850"/>
                </a:cubicBezTo>
                <a:lnTo>
                  <a:pt x="2894" y="2850"/>
                </a:lnTo>
                <a:lnTo>
                  <a:pt x="2894" y="3395"/>
                </a:lnTo>
                <a:close/>
                <a:moveTo>
                  <a:pt x="5746" y="2338"/>
                </a:moveTo>
                <a:cubicBezTo>
                  <a:pt x="5746" y="2765"/>
                  <a:pt x="5637" y="3103"/>
                  <a:pt x="5418" y="3350"/>
                </a:cubicBezTo>
                <a:cubicBezTo>
                  <a:pt x="5200" y="3598"/>
                  <a:pt x="4907" y="3722"/>
                  <a:pt x="4539" y="3722"/>
                </a:cubicBezTo>
                <a:cubicBezTo>
                  <a:pt x="4169" y="3722"/>
                  <a:pt x="3875" y="3598"/>
                  <a:pt x="3657" y="3350"/>
                </a:cubicBezTo>
                <a:cubicBezTo>
                  <a:pt x="3439" y="3103"/>
                  <a:pt x="3330" y="2765"/>
                  <a:pt x="3330" y="2338"/>
                </a:cubicBezTo>
                <a:cubicBezTo>
                  <a:pt x="3330" y="1910"/>
                  <a:pt x="3439" y="1572"/>
                  <a:pt x="3657" y="1324"/>
                </a:cubicBezTo>
                <a:cubicBezTo>
                  <a:pt x="3875" y="1076"/>
                  <a:pt x="4169" y="951"/>
                  <a:pt x="4539" y="951"/>
                </a:cubicBezTo>
                <a:cubicBezTo>
                  <a:pt x="4907" y="951"/>
                  <a:pt x="5200" y="1076"/>
                  <a:pt x="5418" y="1324"/>
                </a:cubicBezTo>
                <a:cubicBezTo>
                  <a:pt x="5637" y="1572"/>
                  <a:pt x="5746" y="1910"/>
                  <a:pt x="5746" y="2338"/>
                </a:cubicBezTo>
                <a:moveTo>
                  <a:pt x="5292" y="2338"/>
                </a:moveTo>
                <a:cubicBezTo>
                  <a:pt x="5292" y="1999"/>
                  <a:pt x="5225" y="1747"/>
                  <a:pt x="5093" y="1583"/>
                </a:cubicBezTo>
                <a:cubicBezTo>
                  <a:pt x="4960" y="1418"/>
                  <a:pt x="4775" y="1336"/>
                  <a:pt x="4539" y="1336"/>
                </a:cubicBezTo>
                <a:cubicBezTo>
                  <a:pt x="4300" y="1336"/>
                  <a:pt x="4115" y="1418"/>
                  <a:pt x="3983" y="1583"/>
                </a:cubicBezTo>
                <a:cubicBezTo>
                  <a:pt x="3851" y="1747"/>
                  <a:pt x="3785" y="1999"/>
                  <a:pt x="3785" y="2338"/>
                </a:cubicBezTo>
                <a:cubicBezTo>
                  <a:pt x="3785" y="2665"/>
                  <a:pt x="3851" y="2914"/>
                  <a:pt x="3984" y="3083"/>
                </a:cubicBezTo>
                <a:cubicBezTo>
                  <a:pt x="4117" y="3253"/>
                  <a:pt x="4302" y="3337"/>
                  <a:pt x="4539" y="3337"/>
                </a:cubicBezTo>
                <a:cubicBezTo>
                  <a:pt x="4774" y="3337"/>
                  <a:pt x="4958" y="3253"/>
                  <a:pt x="5091" y="3086"/>
                </a:cubicBezTo>
                <a:cubicBezTo>
                  <a:pt x="5225" y="2918"/>
                  <a:pt x="5292" y="2669"/>
                  <a:pt x="5292" y="2338"/>
                </a:cubicBezTo>
                <a:close/>
                <a:moveTo>
                  <a:pt x="8299" y="2890"/>
                </a:moveTo>
                <a:cubicBezTo>
                  <a:pt x="8299" y="3129"/>
                  <a:pt x="8200" y="3325"/>
                  <a:pt x="8002" y="3478"/>
                </a:cubicBezTo>
                <a:cubicBezTo>
                  <a:pt x="7804" y="3631"/>
                  <a:pt x="7535" y="3708"/>
                  <a:pt x="7192" y="3708"/>
                </a:cubicBezTo>
                <a:cubicBezTo>
                  <a:pt x="6999" y="3708"/>
                  <a:pt x="6821" y="3684"/>
                  <a:pt x="6659" y="3638"/>
                </a:cubicBezTo>
                <a:cubicBezTo>
                  <a:pt x="6498" y="3592"/>
                  <a:pt x="6362" y="3541"/>
                  <a:pt x="6253" y="3487"/>
                </a:cubicBezTo>
                <a:lnTo>
                  <a:pt x="6253" y="2990"/>
                </a:lnTo>
                <a:lnTo>
                  <a:pt x="6276" y="2990"/>
                </a:lnTo>
                <a:cubicBezTo>
                  <a:pt x="6415" y="3096"/>
                  <a:pt x="6570" y="3181"/>
                  <a:pt x="6740" y="3243"/>
                </a:cubicBezTo>
                <a:cubicBezTo>
                  <a:pt x="6910" y="3306"/>
                  <a:pt x="7074" y="3337"/>
                  <a:pt x="7230" y="3337"/>
                </a:cubicBezTo>
                <a:cubicBezTo>
                  <a:pt x="7424" y="3337"/>
                  <a:pt x="7575" y="3306"/>
                  <a:pt x="7685" y="3243"/>
                </a:cubicBezTo>
                <a:cubicBezTo>
                  <a:pt x="7794" y="3180"/>
                  <a:pt x="7849" y="3081"/>
                  <a:pt x="7849" y="2947"/>
                </a:cubicBezTo>
                <a:cubicBezTo>
                  <a:pt x="7849" y="2844"/>
                  <a:pt x="7819" y="2765"/>
                  <a:pt x="7760" y="2712"/>
                </a:cubicBezTo>
                <a:cubicBezTo>
                  <a:pt x="7700" y="2659"/>
                  <a:pt x="7586" y="2614"/>
                  <a:pt x="7417" y="2577"/>
                </a:cubicBezTo>
                <a:cubicBezTo>
                  <a:pt x="7355" y="2563"/>
                  <a:pt x="7273" y="2546"/>
                  <a:pt x="7172" y="2527"/>
                </a:cubicBezTo>
                <a:cubicBezTo>
                  <a:pt x="7072" y="2509"/>
                  <a:pt x="6980" y="2488"/>
                  <a:pt x="6897" y="2467"/>
                </a:cubicBezTo>
                <a:cubicBezTo>
                  <a:pt x="6667" y="2406"/>
                  <a:pt x="6505" y="2316"/>
                  <a:pt x="6408" y="2198"/>
                </a:cubicBezTo>
                <a:cubicBezTo>
                  <a:pt x="6312" y="2081"/>
                  <a:pt x="6264" y="1936"/>
                  <a:pt x="6264" y="1764"/>
                </a:cubicBezTo>
                <a:cubicBezTo>
                  <a:pt x="6264" y="1656"/>
                  <a:pt x="6287" y="1555"/>
                  <a:pt x="6331" y="1460"/>
                </a:cubicBezTo>
                <a:cubicBezTo>
                  <a:pt x="6376" y="1364"/>
                  <a:pt x="6443" y="1279"/>
                  <a:pt x="6534" y="1204"/>
                </a:cubicBezTo>
                <a:cubicBezTo>
                  <a:pt x="6621" y="1131"/>
                  <a:pt x="6733" y="1073"/>
                  <a:pt x="6868" y="1030"/>
                </a:cubicBezTo>
                <a:cubicBezTo>
                  <a:pt x="7003" y="987"/>
                  <a:pt x="7154" y="966"/>
                  <a:pt x="7321" y="966"/>
                </a:cubicBezTo>
                <a:cubicBezTo>
                  <a:pt x="7478" y="966"/>
                  <a:pt x="7636" y="985"/>
                  <a:pt x="7796" y="1023"/>
                </a:cubicBezTo>
                <a:cubicBezTo>
                  <a:pt x="7956" y="1061"/>
                  <a:pt x="8089" y="1107"/>
                  <a:pt x="8195" y="1162"/>
                </a:cubicBezTo>
                <a:lnTo>
                  <a:pt x="8195" y="1631"/>
                </a:lnTo>
                <a:lnTo>
                  <a:pt x="8172" y="1631"/>
                </a:lnTo>
                <a:cubicBezTo>
                  <a:pt x="8060" y="1548"/>
                  <a:pt x="7923" y="1478"/>
                  <a:pt x="7762" y="1421"/>
                </a:cubicBezTo>
                <a:cubicBezTo>
                  <a:pt x="7601" y="1364"/>
                  <a:pt x="7443" y="1336"/>
                  <a:pt x="7288" y="1336"/>
                </a:cubicBezTo>
                <a:cubicBezTo>
                  <a:pt x="7128" y="1336"/>
                  <a:pt x="6992" y="1367"/>
                  <a:pt x="6881" y="1429"/>
                </a:cubicBezTo>
                <a:cubicBezTo>
                  <a:pt x="6770" y="1491"/>
                  <a:pt x="6714" y="1583"/>
                  <a:pt x="6714" y="1705"/>
                </a:cubicBezTo>
                <a:cubicBezTo>
                  <a:pt x="6714" y="1813"/>
                  <a:pt x="6748" y="1894"/>
                  <a:pt x="6815" y="1949"/>
                </a:cubicBezTo>
                <a:cubicBezTo>
                  <a:pt x="6881" y="2004"/>
                  <a:pt x="6987" y="2048"/>
                  <a:pt x="7134" y="2082"/>
                </a:cubicBezTo>
                <a:cubicBezTo>
                  <a:pt x="7215" y="2101"/>
                  <a:pt x="7306" y="2120"/>
                  <a:pt x="7407" y="2139"/>
                </a:cubicBezTo>
                <a:cubicBezTo>
                  <a:pt x="7508" y="2157"/>
                  <a:pt x="7592" y="2175"/>
                  <a:pt x="7659" y="2190"/>
                </a:cubicBezTo>
                <a:cubicBezTo>
                  <a:pt x="7863" y="2237"/>
                  <a:pt x="8021" y="2317"/>
                  <a:pt x="8132" y="2431"/>
                </a:cubicBezTo>
                <a:cubicBezTo>
                  <a:pt x="8243" y="2547"/>
                  <a:pt x="8299" y="2700"/>
                  <a:pt x="8299" y="2890"/>
                </a:cubicBezTo>
                <a:close/>
                <a:moveTo>
                  <a:pt x="12749" y="3647"/>
                </a:moveTo>
                <a:lnTo>
                  <a:pt x="12308" y="3647"/>
                </a:lnTo>
                <a:lnTo>
                  <a:pt x="12308" y="2155"/>
                </a:lnTo>
                <a:cubicBezTo>
                  <a:pt x="12308" y="2042"/>
                  <a:pt x="12303" y="1933"/>
                  <a:pt x="12293" y="1829"/>
                </a:cubicBezTo>
                <a:cubicBezTo>
                  <a:pt x="12283" y="1724"/>
                  <a:pt x="12262" y="1640"/>
                  <a:pt x="12229" y="1577"/>
                </a:cubicBezTo>
                <a:cubicBezTo>
                  <a:pt x="12193" y="1510"/>
                  <a:pt x="12141" y="1459"/>
                  <a:pt x="12074" y="1425"/>
                </a:cubicBezTo>
                <a:cubicBezTo>
                  <a:pt x="12007" y="1391"/>
                  <a:pt x="11910" y="1373"/>
                  <a:pt x="11783" y="1373"/>
                </a:cubicBezTo>
                <a:cubicBezTo>
                  <a:pt x="11660" y="1373"/>
                  <a:pt x="11537" y="1404"/>
                  <a:pt x="11413" y="1466"/>
                </a:cubicBezTo>
                <a:cubicBezTo>
                  <a:pt x="11290" y="1528"/>
                  <a:pt x="11166" y="1606"/>
                  <a:pt x="11043" y="1702"/>
                </a:cubicBezTo>
                <a:cubicBezTo>
                  <a:pt x="11048" y="1738"/>
                  <a:pt x="11051" y="1780"/>
                  <a:pt x="11055" y="1827"/>
                </a:cubicBezTo>
                <a:cubicBezTo>
                  <a:pt x="11058" y="1875"/>
                  <a:pt x="11059" y="1922"/>
                  <a:pt x="11059" y="1969"/>
                </a:cubicBezTo>
                <a:lnTo>
                  <a:pt x="11059" y="3647"/>
                </a:lnTo>
                <a:lnTo>
                  <a:pt x="10619" y="3647"/>
                </a:lnTo>
                <a:lnTo>
                  <a:pt x="10619" y="2155"/>
                </a:lnTo>
                <a:cubicBezTo>
                  <a:pt x="10619" y="2039"/>
                  <a:pt x="10614" y="1929"/>
                  <a:pt x="10603" y="1825"/>
                </a:cubicBezTo>
                <a:cubicBezTo>
                  <a:pt x="10593" y="1721"/>
                  <a:pt x="10572" y="1638"/>
                  <a:pt x="10539" y="1575"/>
                </a:cubicBezTo>
                <a:cubicBezTo>
                  <a:pt x="10503" y="1508"/>
                  <a:pt x="10452" y="1457"/>
                  <a:pt x="10384" y="1424"/>
                </a:cubicBezTo>
                <a:cubicBezTo>
                  <a:pt x="10317" y="1390"/>
                  <a:pt x="10220" y="1373"/>
                  <a:pt x="10094" y="1373"/>
                </a:cubicBezTo>
                <a:cubicBezTo>
                  <a:pt x="9973" y="1373"/>
                  <a:pt x="9853" y="1403"/>
                  <a:pt x="9732" y="1463"/>
                </a:cubicBezTo>
                <a:cubicBezTo>
                  <a:pt x="9611" y="1522"/>
                  <a:pt x="9490" y="1598"/>
                  <a:pt x="9370" y="1690"/>
                </a:cubicBezTo>
                <a:lnTo>
                  <a:pt x="9370" y="3647"/>
                </a:lnTo>
                <a:lnTo>
                  <a:pt x="8929" y="3647"/>
                </a:lnTo>
                <a:lnTo>
                  <a:pt x="8929" y="1026"/>
                </a:lnTo>
                <a:lnTo>
                  <a:pt x="9370" y="1026"/>
                </a:lnTo>
                <a:lnTo>
                  <a:pt x="9370" y="1317"/>
                </a:lnTo>
                <a:cubicBezTo>
                  <a:pt x="9507" y="1202"/>
                  <a:pt x="9644" y="1113"/>
                  <a:pt x="9781" y="1048"/>
                </a:cubicBezTo>
                <a:cubicBezTo>
                  <a:pt x="9918" y="984"/>
                  <a:pt x="10063" y="951"/>
                  <a:pt x="10218" y="951"/>
                </a:cubicBezTo>
                <a:cubicBezTo>
                  <a:pt x="10396" y="951"/>
                  <a:pt x="10547" y="989"/>
                  <a:pt x="10671" y="1065"/>
                </a:cubicBezTo>
                <a:cubicBezTo>
                  <a:pt x="10796" y="1140"/>
                  <a:pt x="10888" y="1245"/>
                  <a:pt x="10949" y="1378"/>
                </a:cubicBezTo>
                <a:cubicBezTo>
                  <a:pt x="11127" y="1227"/>
                  <a:pt x="11290" y="1119"/>
                  <a:pt x="11437" y="1052"/>
                </a:cubicBezTo>
                <a:cubicBezTo>
                  <a:pt x="11583" y="985"/>
                  <a:pt x="11740" y="951"/>
                  <a:pt x="11908" y="951"/>
                </a:cubicBezTo>
                <a:cubicBezTo>
                  <a:pt x="12195" y="951"/>
                  <a:pt x="12407" y="1039"/>
                  <a:pt x="12544" y="1213"/>
                </a:cubicBezTo>
                <a:cubicBezTo>
                  <a:pt x="12681" y="1388"/>
                  <a:pt x="12749" y="1632"/>
                  <a:pt x="12749" y="1945"/>
                </a:cubicBezTo>
                <a:lnTo>
                  <a:pt x="12749" y="3647"/>
                </a:lnTo>
                <a:close/>
                <a:moveTo>
                  <a:pt x="15828" y="2338"/>
                </a:moveTo>
                <a:cubicBezTo>
                  <a:pt x="15828" y="2765"/>
                  <a:pt x="15719" y="3103"/>
                  <a:pt x="15500" y="3350"/>
                </a:cubicBezTo>
                <a:cubicBezTo>
                  <a:pt x="15282" y="3598"/>
                  <a:pt x="14989" y="3722"/>
                  <a:pt x="14621" y="3722"/>
                </a:cubicBezTo>
                <a:cubicBezTo>
                  <a:pt x="14251" y="3722"/>
                  <a:pt x="13957" y="3598"/>
                  <a:pt x="13739" y="3350"/>
                </a:cubicBezTo>
                <a:cubicBezTo>
                  <a:pt x="13521" y="3103"/>
                  <a:pt x="13412" y="2765"/>
                  <a:pt x="13412" y="2338"/>
                </a:cubicBezTo>
                <a:cubicBezTo>
                  <a:pt x="13412" y="1910"/>
                  <a:pt x="13521" y="1572"/>
                  <a:pt x="13739" y="1324"/>
                </a:cubicBezTo>
                <a:cubicBezTo>
                  <a:pt x="13957" y="1076"/>
                  <a:pt x="14251" y="951"/>
                  <a:pt x="14621" y="951"/>
                </a:cubicBezTo>
                <a:cubicBezTo>
                  <a:pt x="14989" y="951"/>
                  <a:pt x="15282" y="1076"/>
                  <a:pt x="15500" y="1324"/>
                </a:cubicBezTo>
                <a:cubicBezTo>
                  <a:pt x="15719" y="1572"/>
                  <a:pt x="15828" y="1910"/>
                  <a:pt x="15828" y="2338"/>
                </a:cubicBezTo>
                <a:moveTo>
                  <a:pt x="15374" y="2338"/>
                </a:moveTo>
                <a:cubicBezTo>
                  <a:pt x="15374" y="1999"/>
                  <a:pt x="15307" y="1747"/>
                  <a:pt x="15175" y="1583"/>
                </a:cubicBezTo>
                <a:cubicBezTo>
                  <a:pt x="15042" y="1418"/>
                  <a:pt x="14857" y="1336"/>
                  <a:pt x="14621" y="1336"/>
                </a:cubicBezTo>
                <a:cubicBezTo>
                  <a:pt x="14382" y="1336"/>
                  <a:pt x="14197" y="1418"/>
                  <a:pt x="14065" y="1583"/>
                </a:cubicBezTo>
                <a:cubicBezTo>
                  <a:pt x="13933" y="1747"/>
                  <a:pt x="13867" y="1999"/>
                  <a:pt x="13867" y="2338"/>
                </a:cubicBezTo>
                <a:cubicBezTo>
                  <a:pt x="13867" y="2665"/>
                  <a:pt x="13933" y="2914"/>
                  <a:pt x="14066" y="3083"/>
                </a:cubicBezTo>
                <a:cubicBezTo>
                  <a:pt x="14199" y="3253"/>
                  <a:pt x="14384" y="3337"/>
                  <a:pt x="14621" y="3337"/>
                </a:cubicBezTo>
                <a:cubicBezTo>
                  <a:pt x="14856" y="3337"/>
                  <a:pt x="15040" y="3253"/>
                  <a:pt x="15173" y="3086"/>
                </a:cubicBezTo>
                <a:cubicBezTo>
                  <a:pt x="15307" y="2918"/>
                  <a:pt x="15374" y="2669"/>
                  <a:pt x="15374" y="2338"/>
                </a:cubicBezTo>
                <a:close/>
                <a:moveTo>
                  <a:pt x="18814" y="2304"/>
                </a:moveTo>
                <a:cubicBezTo>
                  <a:pt x="18814" y="2517"/>
                  <a:pt x="18784" y="2711"/>
                  <a:pt x="18723" y="2887"/>
                </a:cubicBezTo>
                <a:cubicBezTo>
                  <a:pt x="18662" y="3063"/>
                  <a:pt x="18576" y="3212"/>
                  <a:pt x="18465" y="3334"/>
                </a:cubicBezTo>
                <a:cubicBezTo>
                  <a:pt x="18362" y="3450"/>
                  <a:pt x="18240" y="3540"/>
                  <a:pt x="18100" y="3603"/>
                </a:cubicBezTo>
                <a:cubicBezTo>
                  <a:pt x="17961" y="3666"/>
                  <a:pt x="17813" y="3698"/>
                  <a:pt x="17656" y="3698"/>
                </a:cubicBezTo>
                <a:cubicBezTo>
                  <a:pt x="17520" y="3698"/>
                  <a:pt x="17397" y="3683"/>
                  <a:pt x="17287" y="3654"/>
                </a:cubicBezTo>
                <a:cubicBezTo>
                  <a:pt x="17177" y="3624"/>
                  <a:pt x="17065" y="3578"/>
                  <a:pt x="16951" y="3515"/>
                </a:cubicBezTo>
                <a:lnTo>
                  <a:pt x="16951" y="4612"/>
                </a:lnTo>
                <a:lnTo>
                  <a:pt x="16510" y="4612"/>
                </a:lnTo>
                <a:lnTo>
                  <a:pt x="16510" y="1026"/>
                </a:lnTo>
                <a:lnTo>
                  <a:pt x="16951" y="1026"/>
                </a:lnTo>
                <a:lnTo>
                  <a:pt x="16951" y="1299"/>
                </a:lnTo>
                <a:cubicBezTo>
                  <a:pt x="17068" y="1200"/>
                  <a:pt x="17200" y="1118"/>
                  <a:pt x="17346" y="1051"/>
                </a:cubicBezTo>
                <a:cubicBezTo>
                  <a:pt x="17492" y="985"/>
                  <a:pt x="17648" y="951"/>
                  <a:pt x="17813" y="951"/>
                </a:cubicBezTo>
                <a:cubicBezTo>
                  <a:pt x="18129" y="951"/>
                  <a:pt x="18375" y="1071"/>
                  <a:pt x="18550" y="1310"/>
                </a:cubicBezTo>
                <a:cubicBezTo>
                  <a:pt x="18726" y="1548"/>
                  <a:pt x="18814" y="1880"/>
                  <a:pt x="18814" y="2304"/>
                </a:cubicBezTo>
                <a:moveTo>
                  <a:pt x="18359" y="2315"/>
                </a:moveTo>
                <a:cubicBezTo>
                  <a:pt x="18359" y="2000"/>
                  <a:pt x="18305" y="1764"/>
                  <a:pt x="18198" y="1608"/>
                </a:cubicBezTo>
                <a:cubicBezTo>
                  <a:pt x="18090" y="1451"/>
                  <a:pt x="17924" y="1373"/>
                  <a:pt x="17701" y="1373"/>
                </a:cubicBezTo>
                <a:cubicBezTo>
                  <a:pt x="17574" y="1373"/>
                  <a:pt x="17447" y="1401"/>
                  <a:pt x="17319" y="1455"/>
                </a:cubicBezTo>
                <a:cubicBezTo>
                  <a:pt x="17191" y="1510"/>
                  <a:pt x="17068" y="1582"/>
                  <a:pt x="16951" y="1671"/>
                </a:cubicBezTo>
                <a:lnTo>
                  <a:pt x="16951" y="3154"/>
                </a:lnTo>
                <a:cubicBezTo>
                  <a:pt x="17076" y="3211"/>
                  <a:pt x="17183" y="3249"/>
                  <a:pt x="17273" y="3269"/>
                </a:cubicBezTo>
                <a:cubicBezTo>
                  <a:pt x="17363" y="3290"/>
                  <a:pt x="17465" y="3300"/>
                  <a:pt x="17579" y="3300"/>
                </a:cubicBezTo>
                <a:cubicBezTo>
                  <a:pt x="17824" y="3300"/>
                  <a:pt x="18016" y="3217"/>
                  <a:pt x="18153" y="3051"/>
                </a:cubicBezTo>
                <a:cubicBezTo>
                  <a:pt x="18291" y="2886"/>
                  <a:pt x="18359" y="2640"/>
                  <a:pt x="18359" y="2315"/>
                </a:cubicBezTo>
                <a:close/>
                <a:moveTo>
                  <a:pt x="20860" y="3624"/>
                </a:moveTo>
                <a:cubicBezTo>
                  <a:pt x="20777" y="3645"/>
                  <a:pt x="20687" y="3663"/>
                  <a:pt x="20589" y="3677"/>
                </a:cubicBezTo>
                <a:cubicBezTo>
                  <a:pt x="20492" y="3691"/>
                  <a:pt x="20404" y="3698"/>
                  <a:pt x="20328" y="3698"/>
                </a:cubicBezTo>
                <a:cubicBezTo>
                  <a:pt x="20061" y="3698"/>
                  <a:pt x="19858" y="3626"/>
                  <a:pt x="19719" y="3482"/>
                </a:cubicBezTo>
                <a:cubicBezTo>
                  <a:pt x="19580" y="3338"/>
                  <a:pt x="19510" y="3108"/>
                  <a:pt x="19510" y="2790"/>
                </a:cubicBezTo>
                <a:lnTo>
                  <a:pt x="19510" y="1397"/>
                </a:lnTo>
                <a:lnTo>
                  <a:pt x="19212" y="1397"/>
                </a:lnTo>
                <a:lnTo>
                  <a:pt x="19212" y="1026"/>
                </a:lnTo>
                <a:lnTo>
                  <a:pt x="19510" y="1026"/>
                </a:lnTo>
                <a:lnTo>
                  <a:pt x="19510" y="272"/>
                </a:lnTo>
                <a:lnTo>
                  <a:pt x="19951" y="272"/>
                </a:lnTo>
                <a:lnTo>
                  <a:pt x="19951" y="1026"/>
                </a:lnTo>
                <a:lnTo>
                  <a:pt x="20860" y="1026"/>
                </a:lnTo>
                <a:lnTo>
                  <a:pt x="20860" y="1397"/>
                </a:lnTo>
                <a:lnTo>
                  <a:pt x="19951" y="1397"/>
                </a:lnTo>
                <a:lnTo>
                  <a:pt x="19951" y="2593"/>
                </a:lnTo>
                <a:cubicBezTo>
                  <a:pt x="19951" y="2730"/>
                  <a:pt x="19954" y="2838"/>
                  <a:pt x="19960" y="2916"/>
                </a:cubicBezTo>
                <a:cubicBezTo>
                  <a:pt x="19966" y="2993"/>
                  <a:pt x="19988" y="3066"/>
                  <a:pt x="20026" y="3133"/>
                </a:cubicBezTo>
                <a:cubicBezTo>
                  <a:pt x="20060" y="3196"/>
                  <a:pt x="20107" y="3241"/>
                  <a:pt x="20167" y="3270"/>
                </a:cubicBezTo>
                <a:cubicBezTo>
                  <a:pt x="20228" y="3299"/>
                  <a:pt x="20319" y="3314"/>
                  <a:pt x="20443" y="3314"/>
                </a:cubicBezTo>
                <a:cubicBezTo>
                  <a:pt x="20515" y="3314"/>
                  <a:pt x="20590" y="3303"/>
                  <a:pt x="20668" y="3282"/>
                </a:cubicBezTo>
                <a:cubicBezTo>
                  <a:pt x="20746" y="3261"/>
                  <a:pt x="20802" y="3244"/>
                  <a:pt x="20836" y="3229"/>
                </a:cubicBezTo>
                <a:lnTo>
                  <a:pt x="20860" y="3229"/>
                </a:lnTo>
                <a:lnTo>
                  <a:pt x="20860" y="3624"/>
                </a:lnTo>
                <a:close/>
                <a:moveTo>
                  <a:pt x="23583" y="2381"/>
                </a:moveTo>
                <a:lnTo>
                  <a:pt x="21654" y="2381"/>
                </a:lnTo>
                <a:cubicBezTo>
                  <a:pt x="21654" y="2542"/>
                  <a:pt x="21679" y="2683"/>
                  <a:pt x="21727" y="2803"/>
                </a:cubicBezTo>
                <a:cubicBezTo>
                  <a:pt x="21775" y="2923"/>
                  <a:pt x="21842" y="3021"/>
                  <a:pt x="21926" y="3098"/>
                </a:cubicBezTo>
                <a:cubicBezTo>
                  <a:pt x="22007" y="3173"/>
                  <a:pt x="22104" y="3229"/>
                  <a:pt x="22216" y="3267"/>
                </a:cubicBezTo>
                <a:cubicBezTo>
                  <a:pt x="22327" y="3304"/>
                  <a:pt x="22450" y="3323"/>
                  <a:pt x="22585" y="3323"/>
                </a:cubicBezTo>
                <a:cubicBezTo>
                  <a:pt x="22763" y="3323"/>
                  <a:pt x="22942" y="3287"/>
                  <a:pt x="23123" y="3216"/>
                </a:cubicBezTo>
                <a:cubicBezTo>
                  <a:pt x="23303" y="3144"/>
                  <a:pt x="23432" y="3074"/>
                  <a:pt x="23508" y="3004"/>
                </a:cubicBezTo>
                <a:lnTo>
                  <a:pt x="23532" y="3004"/>
                </a:lnTo>
                <a:lnTo>
                  <a:pt x="23532" y="3487"/>
                </a:lnTo>
                <a:cubicBezTo>
                  <a:pt x="23383" y="3549"/>
                  <a:pt x="23232" y="3602"/>
                  <a:pt x="23077" y="3644"/>
                </a:cubicBezTo>
                <a:cubicBezTo>
                  <a:pt x="22922" y="3686"/>
                  <a:pt x="22760" y="3708"/>
                  <a:pt x="22589" y="3708"/>
                </a:cubicBezTo>
                <a:cubicBezTo>
                  <a:pt x="22155" y="3708"/>
                  <a:pt x="21816" y="3590"/>
                  <a:pt x="21572" y="3354"/>
                </a:cubicBezTo>
                <a:cubicBezTo>
                  <a:pt x="21329" y="3119"/>
                  <a:pt x="21207" y="2784"/>
                  <a:pt x="21207" y="2351"/>
                </a:cubicBezTo>
                <a:cubicBezTo>
                  <a:pt x="21207" y="1922"/>
                  <a:pt x="21323" y="1581"/>
                  <a:pt x="21557" y="1329"/>
                </a:cubicBezTo>
                <a:cubicBezTo>
                  <a:pt x="21791" y="1077"/>
                  <a:pt x="22098" y="951"/>
                  <a:pt x="22479" y="951"/>
                </a:cubicBezTo>
                <a:cubicBezTo>
                  <a:pt x="22832" y="951"/>
                  <a:pt x="23105" y="1055"/>
                  <a:pt x="23296" y="1261"/>
                </a:cubicBezTo>
                <a:cubicBezTo>
                  <a:pt x="23487" y="1468"/>
                  <a:pt x="23583" y="1761"/>
                  <a:pt x="23583" y="2142"/>
                </a:cubicBezTo>
                <a:lnTo>
                  <a:pt x="23583" y="2381"/>
                </a:lnTo>
                <a:moveTo>
                  <a:pt x="23154" y="2044"/>
                </a:moveTo>
                <a:cubicBezTo>
                  <a:pt x="23153" y="1812"/>
                  <a:pt x="23094" y="1633"/>
                  <a:pt x="22980" y="1507"/>
                </a:cubicBezTo>
                <a:cubicBezTo>
                  <a:pt x="22865" y="1380"/>
                  <a:pt x="22690" y="1317"/>
                  <a:pt x="22456" y="1317"/>
                </a:cubicBezTo>
                <a:cubicBezTo>
                  <a:pt x="22220" y="1317"/>
                  <a:pt x="22032" y="1387"/>
                  <a:pt x="21892" y="1526"/>
                </a:cubicBezTo>
                <a:cubicBezTo>
                  <a:pt x="21752" y="1665"/>
                  <a:pt x="21673" y="1837"/>
                  <a:pt x="21654" y="2044"/>
                </a:cubicBezTo>
                <a:lnTo>
                  <a:pt x="23154" y="2044"/>
                </a:lnTo>
                <a:close/>
                <a:moveTo>
                  <a:pt x="25884" y="1505"/>
                </a:moveTo>
                <a:lnTo>
                  <a:pt x="25861" y="1505"/>
                </a:lnTo>
                <a:cubicBezTo>
                  <a:pt x="25795" y="1490"/>
                  <a:pt x="25732" y="1479"/>
                  <a:pt x="25670" y="1472"/>
                </a:cubicBezTo>
                <a:cubicBezTo>
                  <a:pt x="25608" y="1466"/>
                  <a:pt x="25535" y="1462"/>
                  <a:pt x="25451" y="1462"/>
                </a:cubicBezTo>
                <a:cubicBezTo>
                  <a:pt x="25315" y="1462"/>
                  <a:pt x="25184" y="1493"/>
                  <a:pt x="25057" y="1553"/>
                </a:cubicBezTo>
                <a:cubicBezTo>
                  <a:pt x="24931" y="1613"/>
                  <a:pt x="24809" y="1691"/>
                  <a:pt x="24692" y="1786"/>
                </a:cubicBezTo>
                <a:lnTo>
                  <a:pt x="24692" y="3647"/>
                </a:lnTo>
                <a:lnTo>
                  <a:pt x="24251" y="3647"/>
                </a:lnTo>
                <a:lnTo>
                  <a:pt x="24251" y="1026"/>
                </a:lnTo>
                <a:lnTo>
                  <a:pt x="24692" y="1026"/>
                </a:lnTo>
                <a:lnTo>
                  <a:pt x="24692" y="1414"/>
                </a:lnTo>
                <a:cubicBezTo>
                  <a:pt x="24867" y="1273"/>
                  <a:pt x="25021" y="1173"/>
                  <a:pt x="25154" y="1114"/>
                </a:cubicBezTo>
                <a:cubicBezTo>
                  <a:pt x="25288" y="1056"/>
                  <a:pt x="25424" y="1026"/>
                  <a:pt x="25563" y="1026"/>
                </a:cubicBezTo>
                <a:cubicBezTo>
                  <a:pt x="25640" y="1026"/>
                  <a:pt x="25695" y="1028"/>
                  <a:pt x="25730" y="1032"/>
                </a:cubicBezTo>
                <a:cubicBezTo>
                  <a:pt x="25764" y="1036"/>
                  <a:pt x="25816" y="1044"/>
                  <a:pt x="25884" y="1054"/>
                </a:cubicBezTo>
                <a:lnTo>
                  <a:pt x="25884" y="1505"/>
                </a:lnTo>
                <a:close/>
                <a:moveTo>
                  <a:pt x="26773" y="591"/>
                </a:moveTo>
                <a:lnTo>
                  <a:pt x="26276" y="591"/>
                </a:lnTo>
                <a:lnTo>
                  <a:pt x="26276" y="131"/>
                </a:lnTo>
                <a:lnTo>
                  <a:pt x="26773" y="131"/>
                </a:lnTo>
                <a:lnTo>
                  <a:pt x="26773" y="591"/>
                </a:lnTo>
                <a:moveTo>
                  <a:pt x="26745" y="3647"/>
                </a:moveTo>
                <a:lnTo>
                  <a:pt x="26304" y="3647"/>
                </a:lnTo>
                <a:lnTo>
                  <a:pt x="26304" y="1026"/>
                </a:lnTo>
                <a:lnTo>
                  <a:pt x="26745" y="1026"/>
                </a:lnTo>
                <a:lnTo>
                  <a:pt x="26745" y="3647"/>
                </a:lnTo>
                <a:close/>
                <a:moveTo>
                  <a:pt x="29740" y="3350"/>
                </a:moveTo>
                <a:cubicBezTo>
                  <a:pt x="29740" y="3794"/>
                  <a:pt x="29639" y="4120"/>
                  <a:pt x="29437" y="4328"/>
                </a:cubicBezTo>
                <a:cubicBezTo>
                  <a:pt x="29236" y="4536"/>
                  <a:pt x="28926" y="4640"/>
                  <a:pt x="28507" y="4640"/>
                </a:cubicBezTo>
                <a:cubicBezTo>
                  <a:pt x="28368" y="4640"/>
                  <a:pt x="28232" y="4631"/>
                  <a:pt x="28100" y="4611"/>
                </a:cubicBezTo>
                <a:cubicBezTo>
                  <a:pt x="27968" y="4591"/>
                  <a:pt x="27838" y="4564"/>
                  <a:pt x="27710" y="4528"/>
                </a:cubicBezTo>
                <a:lnTo>
                  <a:pt x="27710" y="4078"/>
                </a:lnTo>
                <a:lnTo>
                  <a:pt x="27733" y="4078"/>
                </a:lnTo>
                <a:cubicBezTo>
                  <a:pt x="27805" y="4106"/>
                  <a:pt x="27919" y="4140"/>
                  <a:pt x="28076" y="4181"/>
                </a:cubicBezTo>
                <a:cubicBezTo>
                  <a:pt x="28232" y="4221"/>
                  <a:pt x="28388" y="4242"/>
                  <a:pt x="28544" y="4242"/>
                </a:cubicBezTo>
                <a:cubicBezTo>
                  <a:pt x="28694" y="4242"/>
                  <a:pt x="28819" y="4224"/>
                  <a:pt x="28917" y="4188"/>
                </a:cubicBezTo>
                <a:cubicBezTo>
                  <a:pt x="29015" y="4152"/>
                  <a:pt x="29092" y="4102"/>
                  <a:pt x="29147" y="4038"/>
                </a:cubicBezTo>
                <a:cubicBezTo>
                  <a:pt x="29201" y="3978"/>
                  <a:pt x="29240" y="3904"/>
                  <a:pt x="29264" y="3818"/>
                </a:cubicBezTo>
                <a:cubicBezTo>
                  <a:pt x="29287" y="3733"/>
                  <a:pt x="29299" y="3637"/>
                  <a:pt x="29299" y="3531"/>
                </a:cubicBezTo>
                <a:lnTo>
                  <a:pt x="29299" y="3292"/>
                </a:lnTo>
                <a:cubicBezTo>
                  <a:pt x="29166" y="3398"/>
                  <a:pt x="29039" y="3478"/>
                  <a:pt x="28918" y="3530"/>
                </a:cubicBezTo>
                <a:cubicBezTo>
                  <a:pt x="28797" y="3583"/>
                  <a:pt x="28643" y="3609"/>
                  <a:pt x="28455" y="3609"/>
                </a:cubicBezTo>
                <a:cubicBezTo>
                  <a:pt x="28143" y="3609"/>
                  <a:pt x="27895" y="3496"/>
                  <a:pt x="27711" y="3270"/>
                </a:cubicBezTo>
                <a:cubicBezTo>
                  <a:pt x="27528" y="3043"/>
                  <a:pt x="27436" y="2724"/>
                  <a:pt x="27436" y="2312"/>
                </a:cubicBezTo>
                <a:cubicBezTo>
                  <a:pt x="27436" y="2086"/>
                  <a:pt x="27467" y="1892"/>
                  <a:pt x="27531" y="1728"/>
                </a:cubicBezTo>
                <a:cubicBezTo>
                  <a:pt x="27594" y="1564"/>
                  <a:pt x="27680" y="1423"/>
                  <a:pt x="27790" y="1304"/>
                </a:cubicBezTo>
                <a:cubicBezTo>
                  <a:pt x="27891" y="1193"/>
                  <a:pt x="28015" y="1106"/>
                  <a:pt x="28160" y="1044"/>
                </a:cubicBezTo>
                <a:cubicBezTo>
                  <a:pt x="28305" y="982"/>
                  <a:pt x="28450" y="951"/>
                  <a:pt x="28594" y="951"/>
                </a:cubicBezTo>
                <a:cubicBezTo>
                  <a:pt x="28745" y="951"/>
                  <a:pt x="28872" y="967"/>
                  <a:pt x="28974" y="997"/>
                </a:cubicBezTo>
                <a:cubicBezTo>
                  <a:pt x="29077" y="1028"/>
                  <a:pt x="29185" y="1074"/>
                  <a:pt x="29299" y="1137"/>
                </a:cubicBezTo>
                <a:lnTo>
                  <a:pt x="29327" y="1026"/>
                </a:lnTo>
                <a:lnTo>
                  <a:pt x="29740" y="1026"/>
                </a:lnTo>
                <a:lnTo>
                  <a:pt x="29740" y="3350"/>
                </a:lnTo>
                <a:moveTo>
                  <a:pt x="29299" y="2929"/>
                </a:moveTo>
                <a:lnTo>
                  <a:pt x="29299" y="1498"/>
                </a:lnTo>
                <a:cubicBezTo>
                  <a:pt x="29182" y="1445"/>
                  <a:pt x="29073" y="1407"/>
                  <a:pt x="28972" y="1384"/>
                </a:cubicBezTo>
                <a:cubicBezTo>
                  <a:pt x="28871" y="1361"/>
                  <a:pt x="28771" y="1350"/>
                  <a:pt x="28671" y="1350"/>
                </a:cubicBezTo>
                <a:cubicBezTo>
                  <a:pt x="28429" y="1350"/>
                  <a:pt x="28238" y="1431"/>
                  <a:pt x="28099" y="1594"/>
                </a:cubicBezTo>
                <a:cubicBezTo>
                  <a:pt x="27960" y="1757"/>
                  <a:pt x="27890" y="1994"/>
                  <a:pt x="27890" y="2304"/>
                </a:cubicBezTo>
                <a:cubicBezTo>
                  <a:pt x="27890" y="2598"/>
                  <a:pt x="27942" y="2821"/>
                  <a:pt x="28045" y="2973"/>
                </a:cubicBezTo>
                <a:cubicBezTo>
                  <a:pt x="28148" y="3125"/>
                  <a:pt x="28319" y="3201"/>
                  <a:pt x="28558" y="3201"/>
                </a:cubicBezTo>
                <a:cubicBezTo>
                  <a:pt x="28686" y="3201"/>
                  <a:pt x="28815" y="3177"/>
                  <a:pt x="28944" y="3127"/>
                </a:cubicBezTo>
                <a:cubicBezTo>
                  <a:pt x="29073" y="3078"/>
                  <a:pt x="29191" y="3012"/>
                  <a:pt x="29299" y="2929"/>
                </a:cubicBezTo>
                <a:close/>
                <a:moveTo>
                  <a:pt x="31080" y="591"/>
                </a:moveTo>
                <a:lnTo>
                  <a:pt x="30583" y="591"/>
                </a:lnTo>
                <a:lnTo>
                  <a:pt x="30583" y="131"/>
                </a:lnTo>
                <a:lnTo>
                  <a:pt x="31080" y="131"/>
                </a:lnTo>
                <a:lnTo>
                  <a:pt x="31080" y="591"/>
                </a:lnTo>
                <a:moveTo>
                  <a:pt x="31052" y="3647"/>
                </a:moveTo>
                <a:lnTo>
                  <a:pt x="30611" y="3647"/>
                </a:lnTo>
                <a:lnTo>
                  <a:pt x="30611" y="1026"/>
                </a:lnTo>
                <a:lnTo>
                  <a:pt x="31052" y="1026"/>
                </a:lnTo>
                <a:lnTo>
                  <a:pt x="31052" y="3647"/>
                </a:lnTo>
                <a:close/>
                <a:moveTo>
                  <a:pt x="34047" y="3647"/>
                </a:moveTo>
                <a:lnTo>
                  <a:pt x="33606" y="3647"/>
                </a:lnTo>
                <a:lnTo>
                  <a:pt x="33606" y="3374"/>
                </a:lnTo>
                <a:cubicBezTo>
                  <a:pt x="33480" y="3484"/>
                  <a:pt x="33348" y="3569"/>
                  <a:pt x="33210" y="3630"/>
                </a:cubicBezTo>
                <a:cubicBezTo>
                  <a:pt x="33073" y="3691"/>
                  <a:pt x="32923" y="3722"/>
                  <a:pt x="32763" y="3722"/>
                </a:cubicBezTo>
                <a:cubicBezTo>
                  <a:pt x="32450" y="3722"/>
                  <a:pt x="32202" y="3601"/>
                  <a:pt x="32018" y="3360"/>
                </a:cubicBezTo>
                <a:cubicBezTo>
                  <a:pt x="31835" y="3119"/>
                  <a:pt x="31743" y="2784"/>
                  <a:pt x="31743" y="2357"/>
                </a:cubicBezTo>
                <a:cubicBezTo>
                  <a:pt x="31743" y="2134"/>
                  <a:pt x="31775" y="1936"/>
                  <a:pt x="31838" y="1762"/>
                </a:cubicBezTo>
                <a:cubicBezTo>
                  <a:pt x="31901" y="1588"/>
                  <a:pt x="31987" y="1440"/>
                  <a:pt x="32095" y="1318"/>
                </a:cubicBezTo>
                <a:cubicBezTo>
                  <a:pt x="32201" y="1199"/>
                  <a:pt x="32325" y="1108"/>
                  <a:pt x="32466" y="1046"/>
                </a:cubicBezTo>
                <a:cubicBezTo>
                  <a:pt x="32607" y="983"/>
                  <a:pt x="32754" y="951"/>
                  <a:pt x="32906" y="951"/>
                </a:cubicBezTo>
                <a:cubicBezTo>
                  <a:pt x="33043" y="951"/>
                  <a:pt x="33165" y="966"/>
                  <a:pt x="33271" y="995"/>
                </a:cubicBezTo>
                <a:cubicBezTo>
                  <a:pt x="33377" y="1024"/>
                  <a:pt x="33489" y="1069"/>
                  <a:pt x="33606" y="1130"/>
                </a:cubicBezTo>
                <a:lnTo>
                  <a:pt x="33606" y="0"/>
                </a:lnTo>
                <a:lnTo>
                  <a:pt x="34047" y="0"/>
                </a:lnTo>
                <a:lnTo>
                  <a:pt x="34047" y="3647"/>
                </a:lnTo>
                <a:moveTo>
                  <a:pt x="33606" y="3002"/>
                </a:moveTo>
                <a:lnTo>
                  <a:pt x="33606" y="1500"/>
                </a:lnTo>
                <a:cubicBezTo>
                  <a:pt x="33488" y="1447"/>
                  <a:pt x="33381" y="1410"/>
                  <a:pt x="33288" y="1390"/>
                </a:cubicBezTo>
                <a:cubicBezTo>
                  <a:pt x="33194" y="1369"/>
                  <a:pt x="33091" y="1359"/>
                  <a:pt x="32981" y="1359"/>
                </a:cubicBezTo>
                <a:cubicBezTo>
                  <a:pt x="32734" y="1359"/>
                  <a:pt x="32541" y="1445"/>
                  <a:pt x="32404" y="1617"/>
                </a:cubicBezTo>
                <a:cubicBezTo>
                  <a:pt x="32267" y="1789"/>
                  <a:pt x="32198" y="2033"/>
                  <a:pt x="32198" y="2348"/>
                </a:cubicBezTo>
                <a:cubicBezTo>
                  <a:pt x="32198" y="2659"/>
                  <a:pt x="32251" y="2895"/>
                  <a:pt x="32357" y="3057"/>
                </a:cubicBezTo>
                <a:cubicBezTo>
                  <a:pt x="32463" y="3219"/>
                  <a:pt x="32634" y="3300"/>
                  <a:pt x="32868" y="3300"/>
                </a:cubicBezTo>
                <a:cubicBezTo>
                  <a:pt x="32993" y="3300"/>
                  <a:pt x="33120" y="3272"/>
                  <a:pt x="33248" y="3217"/>
                </a:cubicBezTo>
                <a:cubicBezTo>
                  <a:pt x="33376" y="3161"/>
                  <a:pt x="33495" y="3090"/>
                  <a:pt x="33606" y="3002"/>
                </a:cubicBezTo>
                <a:close/>
                <a:moveTo>
                  <a:pt x="36948" y="3647"/>
                </a:moveTo>
                <a:lnTo>
                  <a:pt x="36510" y="3647"/>
                </a:lnTo>
                <a:lnTo>
                  <a:pt x="36510" y="3370"/>
                </a:lnTo>
                <a:cubicBezTo>
                  <a:pt x="36471" y="3396"/>
                  <a:pt x="36418" y="3433"/>
                  <a:pt x="36352" y="3481"/>
                </a:cubicBezTo>
                <a:cubicBezTo>
                  <a:pt x="36285" y="3529"/>
                  <a:pt x="36221" y="3567"/>
                  <a:pt x="36158" y="3595"/>
                </a:cubicBezTo>
                <a:cubicBezTo>
                  <a:pt x="36085" y="3631"/>
                  <a:pt x="36000" y="3661"/>
                  <a:pt x="35905" y="3685"/>
                </a:cubicBezTo>
                <a:cubicBezTo>
                  <a:pt x="35810" y="3709"/>
                  <a:pt x="35698" y="3722"/>
                  <a:pt x="35570" y="3722"/>
                </a:cubicBezTo>
                <a:cubicBezTo>
                  <a:pt x="35334" y="3722"/>
                  <a:pt x="35134" y="3643"/>
                  <a:pt x="34970" y="3487"/>
                </a:cubicBezTo>
                <a:cubicBezTo>
                  <a:pt x="34806" y="3331"/>
                  <a:pt x="34724" y="3131"/>
                  <a:pt x="34724" y="2889"/>
                </a:cubicBezTo>
                <a:cubicBezTo>
                  <a:pt x="34724" y="2690"/>
                  <a:pt x="34767" y="2529"/>
                  <a:pt x="34852" y="2406"/>
                </a:cubicBezTo>
                <a:cubicBezTo>
                  <a:pt x="34937" y="2283"/>
                  <a:pt x="35058" y="2187"/>
                  <a:pt x="35216" y="2117"/>
                </a:cubicBezTo>
                <a:cubicBezTo>
                  <a:pt x="35376" y="2046"/>
                  <a:pt x="35567" y="1998"/>
                  <a:pt x="35790" y="1973"/>
                </a:cubicBezTo>
                <a:cubicBezTo>
                  <a:pt x="36014" y="1948"/>
                  <a:pt x="36254" y="1930"/>
                  <a:pt x="36510" y="1917"/>
                </a:cubicBezTo>
                <a:lnTo>
                  <a:pt x="36510" y="1848"/>
                </a:lnTo>
                <a:cubicBezTo>
                  <a:pt x="36510" y="1748"/>
                  <a:pt x="36492" y="1664"/>
                  <a:pt x="36457" y="1598"/>
                </a:cubicBezTo>
                <a:cubicBezTo>
                  <a:pt x="36422" y="1532"/>
                  <a:pt x="36372" y="1480"/>
                  <a:pt x="36306" y="1442"/>
                </a:cubicBezTo>
                <a:cubicBezTo>
                  <a:pt x="36243" y="1406"/>
                  <a:pt x="36168" y="1381"/>
                  <a:pt x="36081" y="1369"/>
                </a:cubicBezTo>
                <a:cubicBezTo>
                  <a:pt x="35993" y="1356"/>
                  <a:pt x="35902" y="1350"/>
                  <a:pt x="35807" y="1350"/>
                </a:cubicBezTo>
                <a:cubicBezTo>
                  <a:pt x="35691" y="1350"/>
                  <a:pt x="35562" y="1366"/>
                  <a:pt x="35420" y="1397"/>
                </a:cubicBezTo>
                <a:cubicBezTo>
                  <a:pt x="35278" y="1428"/>
                  <a:pt x="35131" y="1473"/>
                  <a:pt x="34979" y="1533"/>
                </a:cubicBezTo>
                <a:lnTo>
                  <a:pt x="34956" y="1533"/>
                </a:lnTo>
                <a:lnTo>
                  <a:pt x="34956" y="1085"/>
                </a:lnTo>
                <a:cubicBezTo>
                  <a:pt x="35042" y="1062"/>
                  <a:pt x="35166" y="1036"/>
                  <a:pt x="35329" y="1008"/>
                </a:cubicBezTo>
                <a:cubicBezTo>
                  <a:pt x="35491" y="980"/>
                  <a:pt x="35651" y="966"/>
                  <a:pt x="35809" y="966"/>
                </a:cubicBezTo>
                <a:cubicBezTo>
                  <a:pt x="35993" y="966"/>
                  <a:pt x="36154" y="981"/>
                  <a:pt x="36291" y="1011"/>
                </a:cubicBezTo>
                <a:cubicBezTo>
                  <a:pt x="36427" y="1042"/>
                  <a:pt x="36546" y="1094"/>
                  <a:pt x="36646" y="1167"/>
                </a:cubicBezTo>
                <a:cubicBezTo>
                  <a:pt x="36744" y="1239"/>
                  <a:pt x="36819" y="1332"/>
                  <a:pt x="36871" y="1446"/>
                </a:cubicBezTo>
                <a:cubicBezTo>
                  <a:pt x="36922" y="1560"/>
                  <a:pt x="36948" y="1701"/>
                  <a:pt x="36948" y="1870"/>
                </a:cubicBezTo>
                <a:lnTo>
                  <a:pt x="36948" y="3647"/>
                </a:lnTo>
                <a:moveTo>
                  <a:pt x="36510" y="3005"/>
                </a:moveTo>
                <a:lnTo>
                  <a:pt x="36510" y="2273"/>
                </a:lnTo>
                <a:cubicBezTo>
                  <a:pt x="36375" y="2281"/>
                  <a:pt x="36217" y="2293"/>
                  <a:pt x="36035" y="2309"/>
                </a:cubicBezTo>
                <a:cubicBezTo>
                  <a:pt x="35853" y="2324"/>
                  <a:pt x="35709" y="2347"/>
                  <a:pt x="35603" y="2377"/>
                </a:cubicBezTo>
                <a:cubicBezTo>
                  <a:pt x="35476" y="2413"/>
                  <a:pt x="35374" y="2469"/>
                  <a:pt x="35296" y="2545"/>
                </a:cubicBezTo>
                <a:cubicBezTo>
                  <a:pt x="35218" y="2621"/>
                  <a:pt x="35179" y="2726"/>
                  <a:pt x="35179" y="2859"/>
                </a:cubicBezTo>
                <a:cubicBezTo>
                  <a:pt x="35179" y="3010"/>
                  <a:pt x="35224" y="3124"/>
                  <a:pt x="35315" y="3200"/>
                </a:cubicBezTo>
                <a:cubicBezTo>
                  <a:pt x="35405" y="3276"/>
                  <a:pt x="35543" y="3314"/>
                  <a:pt x="35729" y="3314"/>
                </a:cubicBezTo>
                <a:cubicBezTo>
                  <a:pt x="35884" y="3314"/>
                  <a:pt x="36025" y="3284"/>
                  <a:pt x="36154" y="3223"/>
                </a:cubicBezTo>
                <a:cubicBezTo>
                  <a:pt x="36282" y="3163"/>
                  <a:pt x="36400" y="3090"/>
                  <a:pt x="36510" y="3005"/>
                </a:cubicBezTo>
                <a:close/>
                <a:moveTo>
                  <a:pt x="39988" y="2381"/>
                </a:moveTo>
                <a:lnTo>
                  <a:pt x="38059" y="2381"/>
                </a:lnTo>
                <a:cubicBezTo>
                  <a:pt x="38059" y="2542"/>
                  <a:pt x="38083" y="2683"/>
                  <a:pt x="38132" y="2803"/>
                </a:cubicBezTo>
                <a:cubicBezTo>
                  <a:pt x="38180" y="2923"/>
                  <a:pt x="38246" y="3021"/>
                  <a:pt x="38331" y="3098"/>
                </a:cubicBezTo>
                <a:cubicBezTo>
                  <a:pt x="38412" y="3173"/>
                  <a:pt x="38508" y="3229"/>
                  <a:pt x="38620" y="3267"/>
                </a:cubicBezTo>
                <a:cubicBezTo>
                  <a:pt x="38732" y="3304"/>
                  <a:pt x="38855" y="3323"/>
                  <a:pt x="38989" y="3323"/>
                </a:cubicBezTo>
                <a:cubicBezTo>
                  <a:pt x="39167" y="3323"/>
                  <a:pt x="39347" y="3287"/>
                  <a:pt x="39527" y="3216"/>
                </a:cubicBezTo>
                <a:cubicBezTo>
                  <a:pt x="39708" y="3144"/>
                  <a:pt x="39836" y="3074"/>
                  <a:pt x="39913" y="3004"/>
                </a:cubicBezTo>
                <a:lnTo>
                  <a:pt x="39936" y="3004"/>
                </a:lnTo>
                <a:lnTo>
                  <a:pt x="39936" y="3487"/>
                </a:lnTo>
                <a:cubicBezTo>
                  <a:pt x="39788" y="3549"/>
                  <a:pt x="39636" y="3602"/>
                  <a:pt x="39481" y="3644"/>
                </a:cubicBezTo>
                <a:cubicBezTo>
                  <a:pt x="39327" y="3686"/>
                  <a:pt x="39164" y="3708"/>
                  <a:pt x="38994" y="3708"/>
                </a:cubicBezTo>
                <a:cubicBezTo>
                  <a:pt x="38560" y="3708"/>
                  <a:pt x="38221" y="3590"/>
                  <a:pt x="37977" y="3354"/>
                </a:cubicBezTo>
                <a:cubicBezTo>
                  <a:pt x="37733" y="3119"/>
                  <a:pt x="37611" y="2784"/>
                  <a:pt x="37611" y="2351"/>
                </a:cubicBezTo>
                <a:cubicBezTo>
                  <a:pt x="37611" y="1922"/>
                  <a:pt x="37728" y="1581"/>
                  <a:pt x="37962" y="1329"/>
                </a:cubicBezTo>
                <a:cubicBezTo>
                  <a:pt x="38195" y="1077"/>
                  <a:pt x="38503" y="951"/>
                  <a:pt x="38884" y="951"/>
                </a:cubicBezTo>
                <a:cubicBezTo>
                  <a:pt x="39237" y="951"/>
                  <a:pt x="39509" y="1055"/>
                  <a:pt x="39701" y="1261"/>
                </a:cubicBezTo>
                <a:cubicBezTo>
                  <a:pt x="39892" y="1468"/>
                  <a:pt x="39988" y="1761"/>
                  <a:pt x="39988" y="2142"/>
                </a:cubicBezTo>
                <a:lnTo>
                  <a:pt x="39988" y="2381"/>
                </a:lnTo>
                <a:moveTo>
                  <a:pt x="39559" y="2044"/>
                </a:moveTo>
                <a:cubicBezTo>
                  <a:pt x="39557" y="1812"/>
                  <a:pt x="39499" y="1633"/>
                  <a:pt x="39384" y="1507"/>
                </a:cubicBezTo>
                <a:cubicBezTo>
                  <a:pt x="39269" y="1380"/>
                  <a:pt x="39095" y="1317"/>
                  <a:pt x="38860" y="1317"/>
                </a:cubicBezTo>
                <a:cubicBezTo>
                  <a:pt x="38625" y="1317"/>
                  <a:pt x="38437" y="1387"/>
                  <a:pt x="38297" y="1526"/>
                </a:cubicBezTo>
                <a:cubicBezTo>
                  <a:pt x="38157" y="1665"/>
                  <a:pt x="38078" y="1837"/>
                  <a:pt x="38059" y="2044"/>
                </a:cubicBezTo>
                <a:lnTo>
                  <a:pt x="39559" y="20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FFF9B3-0AE5-4F6C-A09F-799C79C8A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685" y="2456601"/>
            <a:ext cx="37005" cy="52144"/>
          </a:xfrm>
          <a:custGeom xmlns:a="http://schemas.openxmlformats.org/drawingml/2006/main">
            <a:pathLst>
              <a:path w="37005" h="52144">
                <a:moveTo>
                  <a:pt x="0" y="0"/>
                </a:moveTo>
                <a:lnTo>
                  <a:pt x="37005" y="0"/>
                </a:lnTo>
                <a:lnTo>
                  <a:pt x="37005" y="52144"/>
                </a:lnTo>
                <a:lnTo>
                  <a:pt x="0" y="521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A88D38-485F-4010-A57A-454A2A4D0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0685" y="2456603"/>
            <a:ext cx="37005" cy="52144"/>
          </a:xfrm>
          <a:custGeom xmlns:a="http://schemas.openxmlformats.org/drawingml/2006/main">
            <a:pathLst>
              <a:path w="37005" h="52144" fill="none">
                <a:moveTo>
                  <a:pt x="0" y="0"/>
                </a:moveTo>
                <a:lnTo>
                  <a:pt x="37005" y="0"/>
                </a:lnTo>
                <a:lnTo>
                  <a:pt x="37005" y="52144"/>
                </a:lnTo>
                <a:lnTo>
                  <a:pt x="0" y="521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90" name="Text Pterophoridae">
            <a:extLst xmlns:a="http://schemas.openxmlformats.org/drawingml/2006/main">
              <a:ext uri="{FF2B5EF4-FFF2-40B4-BE49-F238E27FC236}">
                <a16:creationId xmlns:a16="http://schemas.microsoft.com/office/drawing/2014/main" id="{ED7A9E06-9A8C-46CC-9998-B8DC9F2BE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3695" y="2457892"/>
            <a:ext cx="36029" cy="5045"/>
          </a:xfrm>
          <a:custGeom xmlns:a="http://schemas.openxmlformats.org/drawingml/2006/main">
            <a:pathLst>
              <a:path w="36029" h="5045">
                <a:moveTo>
                  <a:pt x="2497" y="1323"/>
                </a:moveTo>
                <a:cubicBezTo>
                  <a:pt x="2497" y="1492"/>
                  <a:pt x="2467" y="1649"/>
                  <a:pt x="2408" y="1793"/>
                </a:cubicBezTo>
                <a:cubicBezTo>
                  <a:pt x="2349" y="1937"/>
                  <a:pt x="2267" y="2063"/>
                  <a:pt x="2161" y="2169"/>
                </a:cubicBezTo>
                <a:cubicBezTo>
                  <a:pt x="2029" y="2300"/>
                  <a:pt x="1874" y="2399"/>
                  <a:pt x="1694" y="2465"/>
                </a:cubicBezTo>
                <a:cubicBezTo>
                  <a:pt x="1515" y="2530"/>
                  <a:pt x="1288" y="2563"/>
                  <a:pt x="1015" y="2563"/>
                </a:cubicBezTo>
                <a:lnTo>
                  <a:pt x="508" y="2563"/>
                </a:lnTo>
                <a:lnTo>
                  <a:pt x="508" y="3988"/>
                </a:lnTo>
                <a:lnTo>
                  <a:pt x="0" y="3988"/>
                </a:lnTo>
                <a:lnTo>
                  <a:pt x="0" y="169"/>
                </a:lnTo>
                <a:lnTo>
                  <a:pt x="1036" y="169"/>
                </a:lnTo>
                <a:cubicBezTo>
                  <a:pt x="1265" y="169"/>
                  <a:pt x="1459" y="188"/>
                  <a:pt x="1617" y="227"/>
                </a:cubicBezTo>
                <a:cubicBezTo>
                  <a:pt x="1776" y="265"/>
                  <a:pt x="1917" y="326"/>
                  <a:pt x="2040" y="408"/>
                </a:cubicBezTo>
                <a:cubicBezTo>
                  <a:pt x="2186" y="505"/>
                  <a:pt x="2298" y="626"/>
                  <a:pt x="2377" y="772"/>
                </a:cubicBezTo>
                <a:cubicBezTo>
                  <a:pt x="2457" y="917"/>
                  <a:pt x="2497" y="1101"/>
                  <a:pt x="2497" y="1323"/>
                </a:cubicBezTo>
                <a:moveTo>
                  <a:pt x="1969" y="1334"/>
                </a:moveTo>
                <a:cubicBezTo>
                  <a:pt x="1969" y="1204"/>
                  <a:pt x="1946" y="1090"/>
                  <a:pt x="1899" y="994"/>
                </a:cubicBezTo>
                <a:cubicBezTo>
                  <a:pt x="1853" y="897"/>
                  <a:pt x="1783" y="818"/>
                  <a:pt x="1689" y="757"/>
                </a:cubicBezTo>
                <a:cubicBezTo>
                  <a:pt x="1607" y="705"/>
                  <a:pt x="1514" y="667"/>
                  <a:pt x="1409" y="644"/>
                </a:cubicBezTo>
                <a:cubicBezTo>
                  <a:pt x="1303" y="622"/>
                  <a:pt x="1171" y="610"/>
                  <a:pt x="1010" y="610"/>
                </a:cubicBezTo>
                <a:lnTo>
                  <a:pt x="508" y="610"/>
                </a:lnTo>
                <a:lnTo>
                  <a:pt x="508" y="2122"/>
                </a:lnTo>
                <a:lnTo>
                  <a:pt x="936" y="2122"/>
                </a:lnTo>
                <a:cubicBezTo>
                  <a:pt x="1141" y="2122"/>
                  <a:pt x="1307" y="2104"/>
                  <a:pt x="1435" y="2068"/>
                </a:cubicBezTo>
                <a:cubicBezTo>
                  <a:pt x="1564" y="2031"/>
                  <a:pt x="1668" y="1973"/>
                  <a:pt x="1748" y="1894"/>
                </a:cubicBezTo>
                <a:cubicBezTo>
                  <a:pt x="1828" y="1812"/>
                  <a:pt x="1885" y="1727"/>
                  <a:pt x="1919" y="1637"/>
                </a:cubicBezTo>
                <a:cubicBezTo>
                  <a:pt x="1952" y="1547"/>
                  <a:pt x="1969" y="1446"/>
                  <a:pt x="1969" y="1334"/>
                </a:cubicBezTo>
                <a:close/>
                <a:moveTo>
                  <a:pt x="4614" y="3963"/>
                </a:moveTo>
                <a:cubicBezTo>
                  <a:pt x="4523" y="3987"/>
                  <a:pt x="4424" y="4007"/>
                  <a:pt x="4318" y="4022"/>
                </a:cubicBezTo>
                <a:cubicBezTo>
                  <a:pt x="4211" y="4037"/>
                  <a:pt x="4116" y="4045"/>
                  <a:pt x="4032" y="4045"/>
                </a:cubicBezTo>
                <a:cubicBezTo>
                  <a:pt x="3740" y="4045"/>
                  <a:pt x="3518" y="3966"/>
                  <a:pt x="3365" y="3809"/>
                </a:cubicBezTo>
                <a:cubicBezTo>
                  <a:pt x="3213" y="3651"/>
                  <a:pt x="3137" y="3399"/>
                  <a:pt x="3137" y="3052"/>
                </a:cubicBezTo>
                <a:lnTo>
                  <a:pt x="3137" y="1528"/>
                </a:lnTo>
                <a:lnTo>
                  <a:pt x="2812" y="1528"/>
                </a:lnTo>
                <a:lnTo>
                  <a:pt x="2812" y="1123"/>
                </a:lnTo>
                <a:lnTo>
                  <a:pt x="3137" y="1123"/>
                </a:lnTo>
                <a:lnTo>
                  <a:pt x="3137" y="297"/>
                </a:lnTo>
                <a:lnTo>
                  <a:pt x="3619" y="297"/>
                </a:lnTo>
                <a:lnTo>
                  <a:pt x="3619" y="1123"/>
                </a:lnTo>
                <a:lnTo>
                  <a:pt x="4614" y="1123"/>
                </a:lnTo>
                <a:lnTo>
                  <a:pt x="4614" y="1528"/>
                </a:lnTo>
                <a:lnTo>
                  <a:pt x="3619" y="1528"/>
                </a:lnTo>
                <a:lnTo>
                  <a:pt x="3619" y="2836"/>
                </a:lnTo>
                <a:cubicBezTo>
                  <a:pt x="3619" y="2986"/>
                  <a:pt x="3623" y="3104"/>
                  <a:pt x="3629" y="3189"/>
                </a:cubicBezTo>
                <a:cubicBezTo>
                  <a:pt x="3636" y="3274"/>
                  <a:pt x="3660" y="3353"/>
                  <a:pt x="3701" y="3427"/>
                </a:cubicBezTo>
                <a:cubicBezTo>
                  <a:pt x="3739" y="3495"/>
                  <a:pt x="3790" y="3545"/>
                  <a:pt x="3856" y="3577"/>
                </a:cubicBezTo>
                <a:cubicBezTo>
                  <a:pt x="3922" y="3609"/>
                  <a:pt x="4022" y="3624"/>
                  <a:pt x="4157" y="3624"/>
                </a:cubicBezTo>
                <a:cubicBezTo>
                  <a:pt x="4236" y="3624"/>
                  <a:pt x="4318" y="3613"/>
                  <a:pt x="4404" y="3590"/>
                </a:cubicBezTo>
                <a:cubicBezTo>
                  <a:pt x="4489" y="3567"/>
                  <a:pt x="4551" y="3548"/>
                  <a:pt x="4588" y="3532"/>
                </a:cubicBezTo>
                <a:lnTo>
                  <a:pt x="4614" y="3532"/>
                </a:lnTo>
                <a:lnTo>
                  <a:pt x="4614" y="3963"/>
                </a:lnTo>
                <a:close/>
                <a:moveTo>
                  <a:pt x="7592" y="2604"/>
                </a:moveTo>
                <a:lnTo>
                  <a:pt x="5483" y="2604"/>
                </a:lnTo>
                <a:cubicBezTo>
                  <a:pt x="5483" y="2781"/>
                  <a:pt x="5509" y="2934"/>
                  <a:pt x="5562" y="3066"/>
                </a:cubicBezTo>
                <a:cubicBezTo>
                  <a:pt x="5615" y="3197"/>
                  <a:pt x="5688" y="3304"/>
                  <a:pt x="5780" y="3388"/>
                </a:cubicBezTo>
                <a:cubicBezTo>
                  <a:pt x="5869" y="3470"/>
                  <a:pt x="5974" y="3532"/>
                  <a:pt x="6097" y="3573"/>
                </a:cubicBezTo>
                <a:cubicBezTo>
                  <a:pt x="6219" y="3614"/>
                  <a:pt x="6353" y="3635"/>
                  <a:pt x="6500" y="3635"/>
                </a:cubicBezTo>
                <a:cubicBezTo>
                  <a:pt x="6695" y="3635"/>
                  <a:pt x="6891" y="3596"/>
                  <a:pt x="7089" y="3517"/>
                </a:cubicBezTo>
                <a:cubicBezTo>
                  <a:pt x="7286" y="3439"/>
                  <a:pt x="7427" y="3362"/>
                  <a:pt x="7510" y="3286"/>
                </a:cubicBezTo>
                <a:lnTo>
                  <a:pt x="7536" y="3286"/>
                </a:lnTo>
                <a:lnTo>
                  <a:pt x="7536" y="3813"/>
                </a:lnTo>
                <a:cubicBezTo>
                  <a:pt x="7374" y="3882"/>
                  <a:pt x="7208" y="3939"/>
                  <a:pt x="7039" y="3986"/>
                </a:cubicBezTo>
                <a:cubicBezTo>
                  <a:pt x="6869" y="4032"/>
                  <a:pt x="6692" y="4055"/>
                  <a:pt x="6505" y="4055"/>
                </a:cubicBezTo>
                <a:cubicBezTo>
                  <a:pt x="6030" y="4055"/>
                  <a:pt x="5660" y="3926"/>
                  <a:pt x="5393" y="3669"/>
                </a:cubicBezTo>
                <a:cubicBezTo>
                  <a:pt x="5126" y="3411"/>
                  <a:pt x="4993" y="3045"/>
                  <a:pt x="4993" y="2571"/>
                </a:cubicBezTo>
                <a:cubicBezTo>
                  <a:pt x="4993" y="2102"/>
                  <a:pt x="5121" y="1730"/>
                  <a:pt x="5376" y="1454"/>
                </a:cubicBezTo>
                <a:cubicBezTo>
                  <a:pt x="5632" y="1178"/>
                  <a:pt x="5968" y="1041"/>
                  <a:pt x="6385" y="1041"/>
                </a:cubicBezTo>
                <a:cubicBezTo>
                  <a:pt x="6771" y="1041"/>
                  <a:pt x="7069" y="1154"/>
                  <a:pt x="7278" y="1380"/>
                </a:cubicBezTo>
                <a:cubicBezTo>
                  <a:pt x="7488" y="1606"/>
                  <a:pt x="7592" y="1926"/>
                  <a:pt x="7592" y="2342"/>
                </a:cubicBezTo>
                <a:lnTo>
                  <a:pt x="7592" y="2604"/>
                </a:lnTo>
                <a:moveTo>
                  <a:pt x="7123" y="2235"/>
                </a:moveTo>
                <a:cubicBezTo>
                  <a:pt x="7122" y="1982"/>
                  <a:pt x="7058" y="1787"/>
                  <a:pt x="6932" y="1648"/>
                </a:cubicBezTo>
                <a:cubicBezTo>
                  <a:pt x="6807" y="1510"/>
                  <a:pt x="6616" y="1441"/>
                  <a:pt x="6359" y="1441"/>
                </a:cubicBezTo>
                <a:cubicBezTo>
                  <a:pt x="6101" y="1441"/>
                  <a:pt x="5896" y="1517"/>
                  <a:pt x="5743" y="1669"/>
                </a:cubicBezTo>
                <a:cubicBezTo>
                  <a:pt x="5590" y="1821"/>
                  <a:pt x="5503" y="2010"/>
                  <a:pt x="5483" y="2235"/>
                </a:cubicBezTo>
                <a:lnTo>
                  <a:pt x="7123" y="2235"/>
                </a:lnTo>
                <a:close/>
                <a:moveTo>
                  <a:pt x="10109" y="1646"/>
                </a:moveTo>
                <a:lnTo>
                  <a:pt x="10084" y="1646"/>
                </a:lnTo>
                <a:cubicBezTo>
                  <a:pt x="10012" y="1629"/>
                  <a:pt x="9942" y="1618"/>
                  <a:pt x="9875" y="1610"/>
                </a:cubicBezTo>
                <a:cubicBezTo>
                  <a:pt x="9807" y="1603"/>
                  <a:pt x="9728" y="1599"/>
                  <a:pt x="9635" y="1599"/>
                </a:cubicBezTo>
                <a:cubicBezTo>
                  <a:pt x="9487" y="1599"/>
                  <a:pt x="9343" y="1632"/>
                  <a:pt x="9205" y="1698"/>
                </a:cubicBezTo>
                <a:cubicBezTo>
                  <a:pt x="9066" y="1764"/>
                  <a:pt x="8933" y="1849"/>
                  <a:pt x="8805" y="1954"/>
                </a:cubicBezTo>
                <a:lnTo>
                  <a:pt x="8805" y="3988"/>
                </a:lnTo>
                <a:lnTo>
                  <a:pt x="8323" y="3988"/>
                </a:lnTo>
                <a:lnTo>
                  <a:pt x="8323" y="1123"/>
                </a:lnTo>
                <a:lnTo>
                  <a:pt x="8805" y="1123"/>
                </a:lnTo>
                <a:lnTo>
                  <a:pt x="8805" y="1546"/>
                </a:lnTo>
                <a:cubicBezTo>
                  <a:pt x="8996" y="1392"/>
                  <a:pt x="9165" y="1283"/>
                  <a:pt x="9311" y="1219"/>
                </a:cubicBezTo>
                <a:cubicBezTo>
                  <a:pt x="9457" y="1155"/>
                  <a:pt x="9606" y="1123"/>
                  <a:pt x="9758" y="1123"/>
                </a:cubicBezTo>
                <a:cubicBezTo>
                  <a:pt x="9842" y="1123"/>
                  <a:pt x="9903" y="1125"/>
                  <a:pt x="9940" y="1129"/>
                </a:cubicBezTo>
                <a:cubicBezTo>
                  <a:pt x="9978" y="1133"/>
                  <a:pt x="10034" y="1141"/>
                  <a:pt x="10109" y="1153"/>
                </a:cubicBezTo>
                <a:lnTo>
                  <a:pt x="10109" y="1646"/>
                </a:lnTo>
                <a:close/>
                <a:moveTo>
                  <a:pt x="13003" y="2557"/>
                </a:moveTo>
                <a:cubicBezTo>
                  <a:pt x="13003" y="3025"/>
                  <a:pt x="12884" y="3394"/>
                  <a:pt x="12645" y="3664"/>
                </a:cubicBezTo>
                <a:cubicBezTo>
                  <a:pt x="12405" y="3935"/>
                  <a:pt x="12085" y="4070"/>
                  <a:pt x="11683" y="4070"/>
                </a:cubicBezTo>
                <a:cubicBezTo>
                  <a:pt x="11278" y="4070"/>
                  <a:pt x="10957" y="3935"/>
                  <a:pt x="10718" y="3664"/>
                </a:cubicBezTo>
                <a:cubicBezTo>
                  <a:pt x="10480" y="3394"/>
                  <a:pt x="10361" y="3025"/>
                  <a:pt x="10361" y="2557"/>
                </a:cubicBezTo>
                <a:cubicBezTo>
                  <a:pt x="10361" y="2089"/>
                  <a:pt x="10480" y="1720"/>
                  <a:pt x="10718" y="1448"/>
                </a:cubicBezTo>
                <a:cubicBezTo>
                  <a:pt x="10957" y="1176"/>
                  <a:pt x="11278" y="1041"/>
                  <a:pt x="11683" y="1041"/>
                </a:cubicBezTo>
                <a:cubicBezTo>
                  <a:pt x="12085" y="1041"/>
                  <a:pt x="12405" y="1176"/>
                  <a:pt x="12645" y="1448"/>
                </a:cubicBezTo>
                <a:cubicBezTo>
                  <a:pt x="12884" y="1720"/>
                  <a:pt x="13003" y="2089"/>
                  <a:pt x="13003" y="2557"/>
                </a:cubicBezTo>
                <a:moveTo>
                  <a:pt x="12506" y="2557"/>
                </a:moveTo>
                <a:cubicBezTo>
                  <a:pt x="12506" y="2186"/>
                  <a:pt x="12433" y="1911"/>
                  <a:pt x="12288" y="1731"/>
                </a:cubicBezTo>
                <a:cubicBezTo>
                  <a:pt x="12143" y="1551"/>
                  <a:pt x="11941" y="1461"/>
                  <a:pt x="11683" y="1461"/>
                </a:cubicBezTo>
                <a:cubicBezTo>
                  <a:pt x="11422" y="1461"/>
                  <a:pt x="11219" y="1551"/>
                  <a:pt x="11075" y="1731"/>
                </a:cubicBezTo>
                <a:cubicBezTo>
                  <a:pt x="10930" y="1911"/>
                  <a:pt x="10858" y="2186"/>
                  <a:pt x="10858" y="2557"/>
                </a:cubicBezTo>
                <a:cubicBezTo>
                  <a:pt x="10858" y="2915"/>
                  <a:pt x="10931" y="3187"/>
                  <a:pt x="11076" y="3372"/>
                </a:cubicBezTo>
                <a:cubicBezTo>
                  <a:pt x="11221" y="3558"/>
                  <a:pt x="11424" y="3650"/>
                  <a:pt x="11683" y="3650"/>
                </a:cubicBezTo>
                <a:cubicBezTo>
                  <a:pt x="11940" y="3650"/>
                  <a:pt x="12141" y="3558"/>
                  <a:pt x="12287" y="3375"/>
                </a:cubicBezTo>
                <a:cubicBezTo>
                  <a:pt x="12433" y="3191"/>
                  <a:pt x="12506" y="2919"/>
                  <a:pt x="12506" y="2557"/>
                </a:cubicBezTo>
                <a:close/>
                <a:moveTo>
                  <a:pt x="16269" y="2520"/>
                </a:moveTo>
                <a:cubicBezTo>
                  <a:pt x="16269" y="2752"/>
                  <a:pt x="16236" y="2965"/>
                  <a:pt x="16169" y="3158"/>
                </a:cubicBezTo>
                <a:cubicBezTo>
                  <a:pt x="16102" y="3350"/>
                  <a:pt x="16008" y="3513"/>
                  <a:pt x="15887" y="3647"/>
                </a:cubicBezTo>
                <a:cubicBezTo>
                  <a:pt x="15774" y="3774"/>
                  <a:pt x="15641" y="3872"/>
                  <a:pt x="15488" y="3941"/>
                </a:cubicBezTo>
                <a:cubicBezTo>
                  <a:pt x="15335" y="4010"/>
                  <a:pt x="15174" y="4045"/>
                  <a:pt x="15003" y="4045"/>
                </a:cubicBezTo>
                <a:cubicBezTo>
                  <a:pt x="14854" y="4045"/>
                  <a:pt x="14719" y="4029"/>
                  <a:pt x="14599" y="3996"/>
                </a:cubicBezTo>
                <a:cubicBezTo>
                  <a:pt x="14478" y="3964"/>
                  <a:pt x="14356" y="3913"/>
                  <a:pt x="14231" y="3845"/>
                </a:cubicBezTo>
                <a:lnTo>
                  <a:pt x="14231" y="5045"/>
                </a:lnTo>
                <a:lnTo>
                  <a:pt x="13749" y="5045"/>
                </a:lnTo>
                <a:lnTo>
                  <a:pt x="13749" y="1123"/>
                </a:lnTo>
                <a:lnTo>
                  <a:pt x="14231" y="1123"/>
                </a:lnTo>
                <a:lnTo>
                  <a:pt x="14231" y="1421"/>
                </a:lnTo>
                <a:cubicBezTo>
                  <a:pt x="14359" y="1313"/>
                  <a:pt x="14503" y="1223"/>
                  <a:pt x="14663" y="1150"/>
                </a:cubicBezTo>
                <a:cubicBezTo>
                  <a:pt x="14823" y="1077"/>
                  <a:pt x="14993" y="1041"/>
                  <a:pt x="15174" y="1041"/>
                </a:cubicBezTo>
                <a:cubicBezTo>
                  <a:pt x="15520" y="1041"/>
                  <a:pt x="15788" y="1171"/>
                  <a:pt x="15981" y="1432"/>
                </a:cubicBezTo>
                <a:cubicBezTo>
                  <a:pt x="16173" y="1693"/>
                  <a:pt x="16269" y="2056"/>
                  <a:pt x="16269" y="2520"/>
                </a:cubicBezTo>
                <a:moveTo>
                  <a:pt x="15772" y="2533"/>
                </a:moveTo>
                <a:cubicBezTo>
                  <a:pt x="15772" y="2187"/>
                  <a:pt x="15713" y="1929"/>
                  <a:pt x="15595" y="1758"/>
                </a:cubicBezTo>
                <a:cubicBezTo>
                  <a:pt x="15477" y="1588"/>
                  <a:pt x="15296" y="1502"/>
                  <a:pt x="15051" y="1502"/>
                </a:cubicBezTo>
                <a:cubicBezTo>
                  <a:pt x="14913" y="1502"/>
                  <a:pt x="14774" y="1532"/>
                  <a:pt x="14634" y="1592"/>
                </a:cubicBezTo>
                <a:cubicBezTo>
                  <a:pt x="14493" y="1652"/>
                  <a:pt x="14359" y="1730"/>
                  <a:pt x="14231" y="1828"/>
                </a:cubicBezTo>
                <a:lnTo>
                  <a:pt x="14231" y="3450"/>
                </a:lnTo>
                <a:cubicBezTo>
                  <a:pt x="14368" y="3512"/>
                  <a:pt x="14485" y="3554"/>
                  <a:pt x="14584" y="3576"/>
                </a:cubicBezTo>
                <a:cubicBezTo>
                  <a:pt x="14682" y="3598"/>
                  <a:pt x="14793" y="3609"/>
                  <a:pt x="14918" y="3609"/>
                </a:cubicBezTo>
                <a:cubicBezTo>
                  <a:pt x="15186" y="3609"/>
                  <a:pt x="15396" y="3519"/>
                  <a:pt x="15546" y="3337"/>
                </a:cubicBezTo>
                <a:cubicBezTo>
                  <a:pt x="15696" y="3156"/>
                  <a:pt x="15772" y="2888"/>
                  <a:pt x="15772" y="2533"/>
                </a:cubicBezTo>
                <a:close/>
                <a:moveTo>
                  <a:pt x="19414" y="3988"/>
                </a:moveTo>
                <a:lnTo>
                  <a:pt x="18932" y="3988"/>
                </a:lnTo>
                <a:lnTo>
                  <a:pt x="18932" y="2357"/>
                </a:lnTo>
                <a:cubicBezTo>
                  <a:pt x="18932" y="2225"/>
                  <a:pt x="18924" y="2101"/>
                  <a:pt x="18909" y="1986"/>
                </a:cubicBezTo>
                <a:cubicBezTo>
                  <a:pt x="18894" y="1870"/>
                  <a:pt x="18866" y="1780"/>
                  <a:pt x="18824" y="1715"/>
                </a:cubicBezTo>
                <a:cubicBezTo>
                  <a:pt x="18782" y="1643"/>
                  <a:pt x="18720" y="1590"/>
                  <a:pt x="18640" y="1555"/>
                </a:cubicBezTo>
                <a:cubicBezTo>
                  <a:pt x="18560" y="1520"/>
                  <a:pt x="18455" y="1502"/>
                  <a:pt x="18327" y="1502"/>
                </a:cubicBezTo>
                <a:cubicBezTo>
                  <a:pt x="18196" y="1502"/>
                  <a:pt x="18058" y="1535"/>
                  <a:pt x="17915" y="1600"/>
                </a:cubicBezTo>
                <a:cubicBezTo>
                  <a:pt x="17771" y="1665"/>
                  <a:pt x="17633" y="1748"/>
                  <a:pt x="17502" y="1848"/>
                </a:cubicBezTo>
                <a:lnTo>
                  <a:pt x="17502" y="3988"/>
                </a:lnTo>
                <a:lnTo>
                  <a:pt x="17020" y="3988"/>
                </a:lnTo>
                <a:lnTo>
                  <a:pt x="17020" y="0"/>
                </a:lnTo>
                <a:lnTo>
                  <a:pt x="17502" y="0"/>
                </a:lnTo>
                <a:lnTo>
                  <a:pt x="17502" y="1439"/>
                </a:lnTo>
                <a:cubicBezTo>
                  <a:pt x="17652" y="1314"/>
                  <a:pt x="17808" y="1216"/>
                  <a:pt x="17968" y="1146"/>
                </a:cubicBezTo>
                <a:cubicBezTo>
                  <a:pt x="18129" y="1076"/>
                  <a:pt x="18294" y="1041"/>
                  <a:pt x="18463" y="1041"/>
                </a:cubicBezTo>
                <a:cubicBezTo>
                  <a:pt x="18772" y="1041"/>
                  <a:pt x="19008" y="1134"/>
                  <a:pt x="19171" y="1321"/>
                </a:cubicBezTo>
                <a:cubicBezTo>
                  <a:pt x="19333" y="1507"/>
                  <a:pt x="19414" y="1776"/>
                  <a:pt x="19414" y="2127"/>
                </a:cubicBezTo>
                <a:lnTo>
                  <a:pt x="19414" y="3988"/>
                </a:lnTo>
                <a:close/>
                <a:moveTo>
                  <a:pt x="22782" y="2557"/>
                </a:moveTo>
                <a:cubicBezTo>
                  <a:pt x="22782" y="3025"/>
                  <a:pt x="22663" y="3394"/>
                  <a:pt x="22423" y="3664"/>
                </a:cubicBezTo>
                <a:cubicBezTo>
                  <a:pt x="22184" y="3935"/>
                  <a:pt x="21864" y="4070"/>
                  <a:pt x="21462" y="4070"/>
                </a:cubicBezTo>
                <a:cubicBezTo>
                  <a:pt x="21057" y="4070"/>
                  <a:pt x="20735" y="3935"/>
                  <a:pt x="20497" y="3664"/>
                </a:cubicBezTo>
                <a:cubicBezTo>
                  <a:pt x="20259" y="3394"/>
                  <a:pt x="20139" y="3025"/>
                  <a:pt x="20139" y="2557"/>
                </a:cubicBezTo>
                <a:cubicBezTo>
                  <a:pt x="20139" y="2089"/>
                  <a:pt x="20259" y="1720"/>
                  <a:pt x="20497" y="1448"/>
                </a:cubicBezTo>
                <a:cubicBezTo>
                  <a:pt x="20735" y="1176"/>
                  <a:pt x="21057" y="1041"/>
                  <a:pt x="21462" y="1041"/>
                </a:cubicBezTo>
                <a:cubicBezTo>
                  <a:pt x="21864" y="1041"/>
                  <a:pt x="22184" y="1176"/>
                  <a:pt x="22423" y="1448"/>
                </a:cubicBezTo>
                <a:cubicBezTo>
                  <a:pt x="22663" y="1720"/>
                  <a:pt x="22782" y="2089"/>
                  <a:pt x="22782" y="2557"/>
                </a:cubicBezTo>
                <a:moveTo>
                  <a:pt x="22285" y="2557"/>
                </a:moveTo>
                <a:cubicBezTo>
                  <a:pt x="22285" y="2186"/>
                  <a:pt x="22212" y="1911"/>
                  <a:pt x="22067" y="1731"/>
                </a:cubicBezTo>
                <a:cubicBezTo>
                  <a:pt x="21922" y="1551"/>
                  <a:pt x="21720" y="1461"/>
                  <a:pt x="21462" y="1461"/>
                </a:cubicBezTo>
                <a:cubicBezTo>
                  <a:pt x="21201" y="1461"/>
                  <a:pt x="20998" y="1551"/>
                  <a:pt x="20853" y="1731"/>
                </a:cubicBezTo>
                <a:cubicBezTo>
                  <a:pt x="20709" y="1911"/>
                  <a:pt x="20637" y="2186"/>
                  <a:pt x="20637" y="2557"/>
                </a:cubicBezTo>
                <a:cubicBezTo>
                  <a:pt x="20637" y="2915"/>
                  <a:pt x="20709" y="3187"/>
                  <a:pt x="20855" y="3372"/>
                </a:cubicBezTo>
                <a:cubicBezTo>
                  <a:pt x="21000" y="3558"/>
                  <a:pt x="21202" y="3650"/>
                  <a:pt x="21462" y="3650"/>
                </a:cubicBezTo>
                <a:cubicBezTo>
                  <a:pt x="21718" y="3650"/>
                  <a:pt x="21920" y="3558"/>
                  <a:pt x="22066" y="3375"/>
                </a:cubicBezTo>
                <a:cubicBezTo>
                  <a:pt x="22212" y="3191"/>
                  <a:pt x="22285" y="2919"/>
                  <a:pt x="22285" y="2557"/>
                </a:cubicBezTo>
                <a:close/>
                <a:moveTo>
                  <a:pt x="25315" y="1646"/>
                </a:moveTo>
                <a:lnTo>
                  <a:pt x="25289" y="1646"/>
                </a:lnTo>
                <a:cubicBezTo>
                  <a:pt x="25217" y="1629"/>
                  <a:pt x="25148" y="1618"/>
                  <a:pt x="25080" y="1610"/>
                </a:cubicBezTo>
                <a:cubicBezTo>
                  <a:pt x="25013" y="1603"/>
                  <a:pt x="24933" y="1599"/>
                  <a:pt x="24840" y="1599"/>
                </a:cubicBezTo>
                <a:cubicBezTo>
                  <a:pt x="24692" y="1599"/>
                  <a:pt x="24548" y="1632"/>
                  <a:pt x="24410" y="1698"/>
                </a:cubicBezTo>
                <a:cubicBezTo>
                  <a:pt x="24271" y="1764"/>
                  <a:pt x="24138" y="1849"/>
                  <a:pt x="24010" y="1954"/>
                </a:cubicBezTo>
                <a:lnTo>
                  <a:pt x="24010" y="3988"/>
                </a:lnTo>
                <a:lnTo>
                  <a:pt x="23528" y="3988"/>
                </a:lnTo>
                <a:lnTo>
                  <a:pt x="23528" y="1123"/>
                </a:lnTo>
                <a:lnTo>
                  <a:pt x="24010" y="1123"/>
                </a:lnTo>
                <a:lnTo>
                  <a:pt x="24010" y="1546"/>
                </a:lnTo>
                <a:cubicBezTo>
                  <a:pt x="24201" y="1392"/>
                  <a:pt x="24370" y="1283"/>
                  <a:pt x="24516" y="1219"/>
                </a:cubicBezTo>
                <a:cubicBezTo>
                  <a:pt x="24662" y="1155"/>
                  <a:pt x="24811" y="1123"/>
                  <a:pt x="24964" y="1123"/>
                </a:cubicBezTo>
                <a:cubicBezTo>
                  <a:pt x="25047" y="1123"/>
                  <a:pt x="25108" y="1125"/>
                  <a:pt x="25146" y="1129"/>
                </a:cubicBezTo>
                <a:cubicBezTo>
                  <a:pt x="25183" y="1133"/>
                  <a:pt x="25240" y="1141"/>
                  <a:pt x="25315" y="1153"/>
                </a:cubicBezTo>
                <a:lnTo>
                  <a:pt x="25315" y="1646"/>
                </a:lnTo>
                <a:close/>
                <a:moveTo>
                  <a:pt x="26286" y="646"/>
                </a:moveTo>
                <a:lnTo>
                  <a:pt x="25743" y="646"/>
                </a:lnTo>
                <a:lnTo>
                  <a:pt x="25743" y="144"/>
                </a:lnTo>
                <a:lnTo>
                  <a:pt x="26286" y="144"/>
                </a:lnTo>
                <a:lnTo>
                  <a:pt x="26286" y="646"/>
                </a:lnTo>
                <a:moveTo>
                  <a:pt x="26255" y="3988"/>
                </a:moveTo>
                <a:lnTo>
                  <a:pt x="25773" y="3988"/>
                </a:lnTo>
                <a:lnTo>
                  <a:pt x="25773" y="1123"/>
                </a:lnTo>
                <a:lnTo>
                  <a:pt x="26255" y="1123"/>
                </a:lnTo>
                <a:lnTo>
                  <a:pt x="26255" y="3988"/>
                </a:lnTo>
                <a:close/>
                <a:moveTo>
                  <a:pt x="29531" y="3988"/>
                </a:moveTo>
                <a:lnTo>
                  <a:pt x="29049" y="3988"/>
                </a:lnTo>
                <a:lnTo>
                  <a:pt x="29049" y="3690"/>
                </a:lnTo>
                <a:cubicBezTo>
                  <a:pt x="28911" y="3810"/>
                  <a:pt x="28766" y="3903"/>
                  <a:pt x="28616" y="3970"/>
                </a:cubicBezTo>
                <a:cubicBezTo>
                  <a:pt x="28466" y="4037"/>
                  <a:pt x="28302" y="4070"/>
                  <a:pt x="28126" y="4070"/>
                </a:cubicBezTo>
                <a:cubicBezTo>
                  <a:pt x="27785" y="4070"/>
                  <a:pt x="27513" y="3939"/>
                  <a:pt x="27313" y="3675"/>
                </a:cubicBezTo>
                <a:cubicBezTo>
                  <a:pt x="27112" y="3411"/>
                  <a:pt x="27011" y="3045"/>
                  <a:pt x="27011" y="2577"/>
                </a:cubicBezTo>
                <a:cubicBezTo>
                  <a:pt x="27011" y="2334"/>
                  <a:pt x="27046" y="2117"/>
                  <a:pt x="27115" y="1927"/>
                </a:cubicBezTo>
                <a:cubicBezTo>
                  <a:pt x="27184" y="1737"/>
                  <a:pt x="27278" y="1575"/>
                  <a:pt x="27396" y="1442"/>
                </a:cubicBezTo>
                <a:cubicBezTo>
                  <a:pt x="27512" y="1311"/>
                  <a:pt x="27647" y="1212"/>
                  <a:pt x="27802" y="1144"/>
                </a:cubicBezTo>
                <a:cubicBezTo>
                  <a:pt x="27957" y="1075"/>
                  <a:pt x="28117" y="1041"/>
                  <a:pt x="28283" y="1041"/>
                </a:cubicBezTo>
                <a:cubicBezTo>
                  <a:pt x="28433" y="1041"/>
                  <a:pt x="28566" y="1057"/>
                  <a:pt x="28683" y="1088"/>
                </a:cubicBezTo>
                <a:cubicBezTo>
                  <a:pt x="28799" y="1120"/>
                  <a:pt x="28921" y="1169"/>
                  <a:pt x="29049" y="1236"/>
                </a:cubicBezTo>
                <a:lnTo>
                  <a:pt x="29049" y="0"/>
                </a:lnTo>
                <a:lnTo>
                  <a:pt x="29531" y="0"/>
                </a:lnTo>
                <a:lnTo>
                  <a:pt x="29531" y="3988"/>
                </a:lnTo>
                <a:moveTo>
                  <a:pt x="29049" y="3284"/>
                </a:moveTo>
                <a:lnTo>
                  <a:pt x="29049" y="1641"/>
                </a:lnTo>
                <a:cubicBezTo>
                  <a:pt x="28919" y="1582"/>
                  <a:pt x="28803" y="1542"/>
                  <a:pt x="28701" y="1520"/>
                </a:cubicBezTo>
                <a:cubicBezTo>
                  <a:pt x="28598" y="1498"/>
                  <a:pt x="28486" y="1487"/>
                  <a:pt x="28365" y="1487"/>
                </a:cubicBezTo>
                <a:cubicBezTo>
                  <a:pt x="28095" y="1487"/>
                  <a:pt x="27885" y="1581"/>
                  <a:pt x="27734" y="1769"/>
                </a:cubicBezTo>
                <a:cubicBezTo>
                  <a:pt x="27584" y="1957"/>
                  <a:pt x="27509" y="2223"/>
                  <a:pt x="27509" y="2568"/>
                </a:cubicBezTo>
                <a:cubicBezTo>
                  <a:pt x="27509" y="2908"/>
                  <a:pt x="27567" y="3167"/>
                  <a:pt x="27683" y="3344"/>
                </a:cubicBezTo>
                <a:cubicBezTo>
                  <a:pt x="27799" y="3521"/>
                  <a:pt x="27985" y="3609"/>
                  <a:pt x="28242" y="3609"/>
                </a:cubicBezTo>
                <a:cubicBezTo>
                  <a:pt x="28378" y="3609"/>
                  <a:pt x="28517" y="3579"/>
                  <a:pt x="28657" y="3518"/>
                </a:cubicBezTo>
                <a:cubicBezTo>
                  <a:pt x="28797" y="3457"/>
                  <a:pt x="28928" y="3379"/>
                  <a:pt x="29049" y="3284"/>
                </a:cubicBezTo>
                <a:close/>
                <a:moveTo>
                  <a:pt x="32704" y="3988"/>
                </a:moveTo>
                <a:lnTo>
                  <a:pt x="32225" y="3988"/>
                </a:lnTo>
                <a:lnTo>
                  <a:pt x="32225" y="3686"/>
                </a:lnTo>
                <a:cubicBezTo>
                  <a:pt x="32182" y="3715"/>
                  <a:pt x="32125" y="3755"/>
                  <a:pt x="32052" y="3807"/>
                </a:cubicBezTo>
                <a:cubicBezTo>
                  <a:pt x="31979" y="3860"/>
                  <a:pt x="31909" y="3901"/>
                  <a:pt x="31840" y="3932"/>
                </a:cubicBezTo>
                <a:cubicBezTo>
                  <a:pt x="31760" y="3971"/>
                  <a:pt x="31668" y="4004"/>
                  <a:pt x="31564" y="4031"/>
                </a:cubicBezTo>
                <a:cubicBezTo>
                  <a:pt x="31459" y="4057"/>
                  <a:pt x="31337" y="4070"/>
                  <a:pt x="31197" y="4070"/>
                </a:cubicBezTo>
                <a:cubicBezTo>
                  <a:pt x="30939" y="4070"/>
                  <a:pt x="30720" y="3985"/>
                  <a:pt x="30541" y="3814"/>
                </a:cubicBezTo>
                <a:cubicBezTo>
                  <a:pt x="30361" y="3643"/>
                  <a:pt x="30272" y="3425"/>
                  <a:pt x="30272" y="3159"/>
                </a:cubicBezTo>
                <a:cubicBezTo>
                  <a:pt x="30272" y="2942"/>
                  <a:pt x="30318" y="2766"/>
                  <a:pt x="30411" y="2632"/>
                </a:cubicBezTo>
                <a:cubicBezTo>
                  <a:pt x="30505" y="2498"/>
                  <a:pt x="30637" y="2392"/>
                  <a:pt x="30810" y="2315"/>
                </a:cubicBezTo>
                <a:cubicBezTo>
                  <a:pt x="30984" y="2238"/>
                  <a:pt x="31194" y="2186"/>
                  <a:pt x="31438" y="2158"/>
                </a:cubicBezTo>
                <a:cubicBezTo>
                  <a:pt x="31682" y="2131"/>
                  <a:pt x="31945" y="2110"/>
                  <a:pt x="32225" y="2097"/>
                </a:cubicBezTo>
                <a:lnTo>
                  <a:pt x="32225" y="2022"/>
                </a:lnTo>
                <a:cubicBezTo>
                  <a:pt x="32225" y="1912"/>
                  <a:pt x="32206" y="1820"/>
                  <a:pt x="32167" y="1748"/>
                </a:cubicBezTo>
                <a:cubicBezTo>
                  <a:pt x="32129" y="1675"/>
                  <a:pt x="32074" y="1619"/>
                  <a:pt x="32002" y="1577"/>
                </a:cubicBezTo>
                <a:cubicBezTo>
                  <a:pt x="31934" y="1538"/>
                  <a:pt x="31852" y="1511"/>
                  <a:pt x="31756" y="1497"/>
                </a:cubicBezTo>
                <a:cubicBezTo>
                  <a:pt x="31660" y="1483"/>
                  <a:pt x="31560" y="1476"/>
                  <a:pt x="31456" y="1476"/>
                </a:cubicBezTo>
                <a:cubicBezTo>
                  <a:pt x="31330" y="1476"/>
                  <a:pt x="31189" y="1494"/>
                  <a:pt x="31033" y="1528"/>
                </a:cubicBezTo>
                <a:cubicBezTo>
                  <a:pt x="30878" y="1562"/>
                  <a:pt x="30717" y="1612"/>
                  <a:pt x="30551" y="1676"/>
                </a:cubicBezTo>
                <a:lnTo>
                  <a:pt x="30526" y="1676"/>
                </a:lnTo>
                <a:lnTo>
                  <a:pt x="30526" y="1187"/>
                </a:lnTo>
                <a:cubicBezTo>
                  <a:pt x="30620" y="1161"/>
                  <a:pt x="30755" y="1133"/>
                  <a:pt x="30933" y="1102"/>
                </a:cubicBezTo>
                <a:cubicBezTo>
                  <a:pt x="31111" y="1071"/>
                  <a:pt x="31286" y="1056"/>
                  <a:pt x="31459" y="1056"/>
                </a:cubicBezTo>
                <a:cubicBezTo>
                  <a:pt x="31660" y="1056"/>
                  <a:pt x="31836" y="1073"/>
                  <a:pt x="31985" y="1106"/>
                </a:cubicBezTo>
                <a:cubicBezTo>
                  <a:pt x="32135" y="1139"/>
                  <a:pt x="32264" y="1196"/>
                  <a:pt x="32374" y="1277"/>
                </a:cubicBezTo>
                <a:cubicBezTo>
                  <a:pt x="32481" y="1355"/>
                  <a:pt x="32563" y="1457"/>
                  <a:pt x="32620" y="1582"/>
                </a:cubicBezTo>
                <a:cubicBezTo>
                  <a:pt x="32676" y="1706"/>
                  <a:pt x="32704" y="1861"/>
                  <a:pt x="32704" y="2046"/>
                </a:cubicBezTo>
                <a:lnTo>
                  <a:pt x="32704" y="3988"/>
                </a:lnTo>
                <a:moveTo>
                  <a:pt x="32225" y="3287"/>
                </a:moveTo>
                <a:lnTo>
                  <a:pt x="32225" y="2486"/>
                </a:lnTo>
                <a:cubicBezTo>
                  <a:pt x="32078" y="2495"/>
                  <a:pt x="31905" y="2508"/>
                  <a:pt x="31706" y="2525"/>
                </a:cubicBezTo>
                <a:cubicBezTo>
                  <a:pt x="31507" y="2542"/>
                  <a:pt x="31349" y="2567"/>
                  <a:pt x="31233" y="2600"/>
                </a:cubicBezTo>
                <a:cubicBezTo>
                  <a:pt x="31095" y="2639"/>
                  <a:pt x="30983" y="2701"/>
                  <a:pt x="30897" y="2784"/>
                </a:cubicBezTo>
                <a:cubicBezTo>
                  <a:pt x="30812" y="2867"/>
                  <a:pt x="30769" y="2982"/>
                  <a:pt x="30769" y="3128"/>
                </a:cubicBezTo>
                <a:cubicBezTo>
                  <a:pt x="30769" y="3292"/>
                  <a:pt x="30819" y="3416"/>
                  <a:pt x="30918" y="3500"/>
                </a:cubicBezTo>
                <a:cubicBezTo>
                  <a:pt x="31017" y="3583"/>
                  <a:pt x="31168" y="3624"/>
                  <a:pt x="31371" y="3624"/>
                </a:cubicBezTo>
                <a:cubicBezTo>
                  <a:pt x="31541" y="3624"/>
                  <a:pt x="31695" y="3591"/>
                  <a:pt x="31835" y="3525"/>
                </a:cubicBezTo>
                <a:cubicBezTo>
                  <a:pt x="31975" y="3459"/>
                  <a:pt x="32105" y="3380"/>
                  <a:pt x="32225" y="3287"/>
                </a:cubicBezTo>
                <a:close/>
                <a:moveTo>
                  <a:pt x="36029" y="2604"/>
                </a:moveTo>
                <a:lnTo>
                  <a:pt x="33919" y="2604"/>
                </a:lnTo>
                <a:cubicBezTo>
                  <a:pt x="33919" y="2781"/>
                  <a:pt x="33946" y="2934"/>
                  <a:pt x="33999" y="3066"/>
                </a:cubicBezTo>
                <a:cubicBezTo>
                  <a:pt x="34052" y="3197"/>
                  <a:pt x="34125" y="3304"/>
                  <a:pt x="34217" y="3388"/>
                </a:cubicBezTo>
                <a:cubicBezTo>
                  <a:pt x="34306" y="3470"/>
                  <a:pt x="34411" y="3532"/>
                  <a:pt x="34533" y="3573"/>
                </a:cubicBezTo>
                <a:cubicBezTo>
                  <a:pt x="34656" y="3614"/>
                  <a:pt x="34790" y="3635"/>
                  <a:pt x="34937" y="3635"/>
                </a:cubicBezTo>
                <a:cubicBezTo>
                  <a:pt x="35132" y="3635"/>
                  <a:pt x="35328" y="3596"/>
                  <a:pt x="35525" y="3517"/>
                </a:cubicBezTo>
                <a:cubicBezTo>
                  <a:pt x="35723" y="3439"/>
                  <a:pt x="35863" y="3362"/>
                  <a:pt x="35947" y="3286"/>
                </a:cubicBezTo>
                <a:lnTo>
                  <a:pt x="35973" y="3286"/>
                </a:lnTo>
                <a:lnTo>
                  <a:pt x="35973" y="3813"/>
                </a:lnTo>
                <a:cubicBezTo>
                  <a:pt x="35810" y="3882"/>
                  <a:pt x="35645" y="3939"/>
                  <a:pt x="35475" y="3986"/>
                </a:cubicBezTo>
                <a:cubicBezTo>
                  <a:pt x="35306" y="4032"/>
                  <a:pt x="35128" y="4055"/>
                  <a:pt x="34942" y="4055"/>
                </a:cubicBezTo>
                <a:cubicBezTo>
                  <a:pt x="34467" y="4055"/>
                  <a:pt x="34096" y="3926"/>
                  <a:pt x="33830" y="3669"/>
                </a:cubicBezTo>
                <a:cubicBezTo>
                  <a:pt x="33563" y="3411"/>
                  <a:pt x="33430" y="3045"/>
                  <a:pt x="33430" y="2571"/>
                </a:cubicBezTo>
                <a:cubicBezTo>
                  <a:pt x="33430" y="2102"/>
                  <a:pt x="33558" y="1730"/>
                  <a:pt x="33813" y="1454"/>
                </a:cubicBezTo>
                <a:cubicBezTo>
                  <a:pt x="34069" y="1178"/>
                  <a:pt x="34405" y="1041"/>
                  <a:pt x="34822" y="1041"/>
                </a:cubicBezTo>
                <a:cubicBezTo>
                  <a:pt x="35208" y="1041"/>
                  <a:pt x="35506" y="1154"/>
                  <a:pt x="35715" y="1380"/>
                </a:cubicBezTo>
                <a:cubicBezTo>
                  <a:pt x="35924" y="1606"/>
                  <a:pt x="36029" y="1926"/>
                  <a:pt x="36029" y="2342"/>
                </a:cubicBezTo>
                <a:lnTo>
                  <a:pt x="36029" y="2604"/>
                </a:lnTo>
                <a:moveTo>
                  <a:pt x="35560" y="2235"/>
                </a:moveTo>
                <a:cubicBezTo>
                  <a:pt x="35558" y="1982"/>
                  <a:pt x="35495" y="1787"/>
                  <a:pt x="35369" y="1648"/>
                </a:cubicBezTo>
                <a:cubicBezTo>
                  <a:pt x="35243" y="1510"/>
                  <a:pt x="35052" y="1441"/>
                  <a:pt x="34796" y="1441"/>
                </a:cubicBezTo>
                <a:cubicBezTo>
                  <a:pt x="34538" y="1441"/>
                  <a:pt x="34333" y="1517"/>
                  <a:pt x="34180" y="1669"/>
                </a:cubicBezTo>
                <a:cubicBezTo>
                  <a:pt x="34027" y="1821"/>
                  <a:pt x="33940" y="2010"/>
                  <a:pt x="33919" y="2235"/>
                </a:cubicBezTo>
                <a:lnTo>
                  <a:pt x="35560" y="22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ED6D27-54D6-4C83-B881-B48983A0E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0" y="2531242"/>
            <a:ext cx="43174" cy="39514"/>
          </a:xfrm>
          <a:custGeom xmlns:a="http://schemas.openxmlformats.org/drawingml/2006/main">
            <a:pathLst>
              <a:path w="43174" h="39514">
                <a:moveTo>
                  <a:pt x="0" y="0"/>
                </a:moveTo>
                <a:lnTo>
                  <a:pt x="43174" y="0"/>
                </a:lnTo>
                <a:lnTo>
                  <a:pt x="43174" y="39514"/>
                </a:lnTo>
                <a:lnTo>
                  <a:pt x="0" y="3951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122A45-50AD-4516-91F0-8D357DDBAA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1" y="2531245"/>
            <a:ext cx="43173" cy="39512"/>
          </a:xfrm>
          <a:custGeom xmlns:a="http://schemas.openxmlformats.org/drawingml/2006/main">
            <a:pathLst>
              <a:path w="43173" h="39512" fill="none">
                <a:moveTo>
                  <a:pt x="0" y="0"/>
                </a:moveTo>
                <a:lnTo>
                  <a:pt x="43173" y="0"/>
                </a:lnTo>
                <a:lnTo>
                  <a:pt x="43173" y="39512"/>
                </a:lnTo>
                <a:lnTo>
                  <a:pt x="0" y="3951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93" name="Text Zygaenidae">
            <a:extLst xmlns:a="http://schemas.openxmlformats.org/drawingml/2006/main">
              <a:ext uri="{FF2B5EF4-FFF2-40B4-BE49-F238E27FC236}">
                <a16:creationId xmlns:a16="http://schemas.microsoft.com/office/drawing/2014/main" id="{BEAAB849-A038-4092-9147-08CFB3B81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293" y="2533074"/>
            <a:ext cx="41983" cy="7105"/>
          </a:xfrm>
          <a:custGeom xmlns:a="http://schemas.openxmlformats.org/drawingml/2006/main">
            <a:pathLst>
              <a:path w="41983" h="7105">
                <a:moveTo>
                  <a:pt x="4170" y="5584"/>
                </a:moveTo>
                <a:lnTo>
                  <a:pt x="0" y="5584"/>
                </a:lnTo>
                <a:lnTo>
                  <a:pt x="0" y="4924"/>
                </a:lnTo>
                <a:lnTo>
                  <a:pt x="3276" y="868"/>
                </a:lnTo>
                <a:lnTo>
                  <a:pt x="122" y="868"/>
                </a:lnTo>
                <a:lnTo>
                  <a:pt x="122" y="237"/>
                </a:lnTo>
                <a:lnTo>
                  <a:pt x="4091" y="237"/>
                </a:lnTo>
                <a:lnTo>
                  <a:pt x="4091" y="876"/>
                </a:lnTo>
                <a:lnTo>
                  <a:pt x="782" y="4952"/>
                </a:lnTo>
                <a:lnTo>
                  <a:pt x="4170" y="4952"/>
                </a:lnTo>
                <a:lnTo>
                  <a:pt x="4170" y="5584"/>
                </a:lnTo>
                <a:close/>
                <a:moveTo>
                  <a:pt x="8713" y="1572"/>
                </a:moveTo>
                <a:lnTo>
                  <a:pt x="6373" y="7062"/>
                </a:lnTo>
                <a:lnTo>
                  <a:pt x="5652" y="7062"/>
                </a:lnTo>
                <a:lnTo>
                  <a:pt x="6399" y="5389"/>
                </a:lnTo>
                <a:lnTo>
                  <a:pt x="4802" y="1572"/>
                </a:lnTo>
                <a:lnTo>
                  <a:pt x="5534" y="1572"/>
                </a:lnTo>
                <a:lnTo>
                  <a:pt x="6765" y="4543"/>
                </a:lnTo>
                <a:lnTo>
                  <a:pt x="8006" y="1572"/>
                </a:lnTo>
                <a:lnTo>
                  <a:pt x="8713" y="1572"/>
                </a:lnTo>
                <a:close/>
                <a:moveTo>
                  <a:pt x="12847" y="5129"/>
                </a:moveTo>
                <a:cubicBezTo>
                  <a:pt x="12847" y="5809"/>
                  <a:pt x="12693" y="6309"/>
                  <a:pt x="12384" y="6627"/>
                </a:cubicBezTo>
                <a:cubicBezTo>
                  <a:pt x="12076" y="6946"/>
                  <a:pt x="11601" y="7105"/>
                  <a:pt x="10960" y="7105"/>
                </a:cubicBezTo>
                <a:cubicBezTo>
                  <a:pt x="10747" y="7105"/>
                  <a:pt x="10539" y="7090"/>
                  <a:pt x="10337" y="7061"/>
                </a:cubicBezTo>
                <a:cubicBezTo>
                  <a:pt x="10135" y="7031"/>
                  <a:pt x="9936" y="6988"/>
                  <a:pt x="9739" y="6933"/>
                </a:cubicBezTo>
                <a:lnTo>
                  <a:pt x="9739" y="6244"/>
                </a:lnTo>
                <a:lnTo>
                  <a:pt x="9775" y="6244"/>
                </a:lnTo>
                <a:cubicBezTo>
                  <a:pt x="9885" y="6287"/>
                  <a:pt x="10060" y="6339"/>
                  <a:pt x="10299" y="6402"/>
                </a:cubicBezTo>
                <a:cubicBezTo>
                  <a:pt x="10539" y="6464"/>
                  <a:pt x="10778" y="6495"/>
                  <a:pt x="11017" y="6495"/>
                </a:cubicBezTo>
                <a:cubicBezTo>
                  <a:pt x="11247" y="6495"/>
                  <a:pt x="11437" y="6468"/>
                  <a:pt x="11588" y="6413"/>
                </a:cubicBezTo>
                <a:cubicBezTo>
                  <a:pt x="11738" y="6358"/>
                  <a:pt x="11856" y="6282"/>
                  <a:pt x="11939" y="6184"/>
                </a:cubicBezTo>
                <a:cubicBezTo>
                  <a:pt x="12023" y="6091"/>
                  <a:pt x="12083" y="5978"/>
                  <a:pt x="12119" y="5847"/>
                </a:cubicBezTo>
                <a:cubicBezTo>
                  <a:pt x="12155" y="5715"/>
                  <a:pt x="12173" y="5569"/>
                  <a:pt x="12173" y="5406"/>
                </a:cubicBezTo>
                <a:lnTo>
                  <a:pt x="12173" y="5041"/>
                </a:lnTo>
                <a:cubicBezTo>
                  <a:pt x="11969" y="5204"/>
                  <a:pt x="11775" y="5326"/>
                  <a:pt x="11589" y="5406"/>
                </a:cubicBezTo>
                <a:cubicBezTo>
                  <a:pt x="11404" y="5486"/>
                  <a:pt x="11168" y="5526"/>
                  <a:pt x="10881" y="5526"/>
                </a:cubicBezTo>
                <a:cubicBezTo>
                  <a:pt x="10402" y="5526"/>
                  <a:pt x="10022" y="5353"/>
                  <a:pt x="9741" y="5007"/>
                </a:cubicBezTo>
                <a:cubicBezTo>
                  <a:pt x="9460" y="4660"/>
                  <a:pt x="9320" y="4171"/>
                  <a:pt x="9320" y="3540"/>
                </a:cubicBezTo>
                <a:cubicBezTo>
                  <a:pt x="9320" y="3195"/>
                  <a:pt x="9368" y="2897"/>
                  <a:pt x="9465" y="2646"/>
                </a:cubicBezTo>
                <a:cubicBezTo>
                  <a:pt x="9562" y="2395"/>
                  <a:pt x="9694" y="2179"/>
                  <a:pt x="9861" y="1997"/>
                </a:cubicBezTo>
                <a:cubicBezTo>
                  <a:pt x="10017" y="1826"/>
                  <a:pt x="10206" y="1694"/>
                  <a:pt x="10428" y="1599"/>
                </a:cubicBezTo>
                <a:cubicBezTo>
                  <a:pt x="10651" y="1504"/>
                  <a:pt x="10872" y="1457"/>
                  <a:pt x="11092" y="1457"/>
                </a:cubicBezTo>
                <a:cubicBezTo>
                  <a:pt x="11324" y="1457"/>
                  <a:pt x="11519" y="1480"/>
                  <a:pt x="11676" y="1527"/>
                </a:cubicBezTo>
                <a:cubicBezTo>
                  <a:pt x="11832" y="1574"/>
                  <a:pt x="11998" y="1645"/>
                  <a:pt x="12173" y="1741"/>
                </a:cubicBezTo>
                <a:lnTo>
                  <a:pt x="12216" y="1572"/>
                </a:lnTo>
                <a:lnTo>
                  <a:pt x="12847" y="1572"/>
                </a:lnTo>
                <a:lnTo>
                  <a:pt x="12847" y="5129"/>
                </a:lnTo>
                <a:moveTo>
                  <a:pt x="12173" y="4485"/>
                </a:moveTo>
                <a:lnTo>
                  <a:pt x="12173" y="2294"/>
                </a:lnTo>
                <a:cubicBezTo>
                  <a:pt x="11993" y="2212"/>
                  <a:pt x="11826" y="2154"/>
                  <a:pt x="11672" y="2119"/>
                </a:cubicBezTo>
                <a:cubicBezTo>
                  <a:pt x="11518" y="2084"/>
                  <a:pt x="11364" y="2067"/>
                  <a:pt x="11211" y="2067"/>
                </a:cubicBezTo>
                <a:cubicBezTo>
                  <a:pt x="10840" y="2067"/>
                  <a:pt x="10548" y="2192"/>
                  <a:pt x="10335" y="2441"/>
                </a:cubicBezTo>
                <a:cubicBezTo>
                  <a:pt x="10122" y="2691"/>
                  <a:pt x="10016" y="3053"/>
                  <a:pt x="10016" y="3528"/>
                </a:cubicBezTo>
                <a:cubicBezTo>
                  <a:pt x="10016" y="3979"/>
                  <a:pt x="10095" y="4320"/>
                  <a:pt x="10253" y="4553"/>
                </a:cubicBezTo>
                <a:cubicBezTo>
                  <a:pt x="10411" y="4786"/>
                  <a:pt x="10673" y="4902"/>
                  <a:pt x="11039" y="4902"/>
                </a:cubicBezTo>
                <a:cubicBezTo>
                  <a:pt x="11235" y="4902"/>
                  <a:pt x="11431" y="4864"/>
                  <a:pt x="11629" y="4789"/>
                </a:cubicBezTo>
                <a:cubicBezTo>
                  <a:pt x="11826" y="4713"/>
                  <a:pt x="12007" y="4612"/>
                  <a:pt x="12173" y="4485"/>
                </a:cubicBezTo>
                <a:close/>
                <a:moveTo>
                  <a:pt x="17290" y="5584"/>
                </a:moveTo>
                <a:lnTo>
                  <a:pt x="16619" y="5584"/>
                </a:lnTo>
                <a:lnTo>
                  <a:pt x="16619" y="5160"/>
                </a:lnTo>
                <a:cubicBezTo>
                  <a:pt x="16559" y="5200"/>
                  <a:pt x="16478" y="5257"/>
                  <a:pt x="16377" y="5330"/>
                </a:cubicBezTo>
                <a:cubicBezTo>
                  <a:pt x="16275" y="5403"/>
                  <a:pt x="16176" y="5462"/>
                  <a:pt x="16080" y="5505"/>
                </a:cubicBezTo>
                <a:cubicBezTo>
                  <a:pt x="15968" y="5560"/>
                  <a:pt x="15839" y="5606"/>
                  <a:pt x="15693" y="5643"/>
                </a:cubicBezTo>
                <a:cubicBezTo>
                  <a:pt x="15547" y="5680"/>
                  <a:pt x="15376" y="5699"/>
                  <a:pt x="15180" y="5699"/>
                </a:cubicBezTo>
                <a:cubicBezTo>
                  <a:pt x="14818" y="5699"/>
                  <a:pt x="14512" y="5579"/>
                  <a:pt x="14261" y="5339"/>
                </a:cubicBezTo>
                <a:cubicBezTo>
                  <a:pt x="14010" y="5100"/>
                  <a:pt x="13884" y="4794"/>
                  <a:pt x="13884" y="4423"/>
                </a:cubicBezTo>
                <a:cubicBezTo>
                  <a:pt x="13884" y="4119"/>
                  <a:pt x="13949" y="3873"/>
                  <a:pt x="14080" y="3685"/>
                </a:cubicBezTo>
                <a:cubicBezTo>
                  <a:pt x="14210" y="3497"/>
                  <a:pt x="14396" y="3349"/>
                  <a:pt x="14638" y="3241"/>
                </a:cubicBezTo>
                <a:cubicBezTo>
                  <a:pt x="14882" y="3133"/>
                  <a:pt x="15175" y="3060"/>
                  <a:pt x="15517" y="3022"/>
                </a:cubicBezTo>
                <a:cubicBezTo>
                  <a:pt x="15859" y="2983"/>
                  <a:pt x="16226" y="2955"/>
                  <a:pt x="16619" y="2935"/>
                </a:cubicBezTo>
                <a:lnTo>
                  <a:pt x="16619" y="2831"/>
                </a:lnTo>
                <a:cubicBezTo>
                  <a:pt x="16619" y="2676"/>
                  <a:pt x="16592" y="2548"/>
                  <a:pt x="16538" y="2447"/>
                </a:cubicBezTo>
                <a:cubicBezTo>
                  <a:pt x="16484" y="2346"/>
                  <a:pt x="16407" y="2266"/>
                  <a:pt x="16307" y="2208"/>
                </a:cubicBezTo>
                <a:cubicBezTo>
                  <a:pt x="16211" y="2153"/>
                  <a:pt x="16096" y="2115"/>
                  <a:pt x="15962" y="2096"/>
                </a:cubicBezTo>
                <a:cubicBezTo>
                  <a:pt x="15828" y="2077"/>
                  <a:pt x="15688" y="2067"/>
                  <a:pt x="15542" y="2067"/>
                </a:cubicBezTo>
                <a:cubicBezTo>
                  <a:pt x="15365" y="2067"/>
                  <a:pt x="15168" y="2091"/>
                  <a:pt x="14950" y="2139"/>
                </a:cubicBezTo>
                <a:cubicBezTo>
                  <a:pt x="14732" y="2187"/>
                  <a:pt x="14507" y="2256"/>
                  <a:pt x="14275" y="2347"/>
                </a:cubicBezTo>
                <a:lnTo>
                  <a:pt x="14239" y="2347"/>
                </a:lnTo>
                <a:lnTo>
                  <a:pt x="14239" y="1662"/>
                </a:lnTo>
                <a:cubicBezTo>
                  <a:pt x="14371" y="1626"/>
                  <a:pt x="14561" y="1586"/>
                  <a:pt x="14810" y="1543"/>
                </a:cubicBezTo>
                <a:cubicBezTo>
                  <a:pt x="15059" y="1500"/>
                  <a:pt x="15304" y="1479"/>
                  <a:pt x="15546" y="1479"/>
                </a:cubicBezTo>
                <a:cubicBezTo>
                  <a:pt x="15828" y="1479"/>
                  <a:pt x="16074" y="1502"/>
                  <a:pt x="16283" y="1548"/>
                </a:cubicBezTo>
                <a:cubicBezTo>
                  <a:pt x="16493" y="1595"/>
                  <a:pt x="16674" y="1675"/>
                  <a:pt x="16827" y="1787"/>
                </a:cubicBezTo>
                <a:cubicBezTo>
                  <a:pt x="16978" y="1897"/>
                  <a:pt x="17092" y="2040"/>
                  <a:pt x="17171" y="2214"/>
                </a:cubicBezTo>
                <a:cubicBezTo>
                  <a:pt x="17250" y="2389"/>
                  <a:pt x="17290" y="2605"/>
                  <a:pt x="17290" y="2864"/>
                </a:cubicBezTo>
                <a:lnTo>
                  <a:pt x="17290" y="5584"/>
                </a:lnTo>
                <a:moveTo>
                  <a:pt x="16619" y="4602"/>
                </a:moveTo>
                <a:lnTo>
                  <a:pt x="16619" y="3481"/>
                </a:lnTo>
                <a:cubicBezTo>
                  <a:pt x="16413" y="3493"/>
                  <a:pt x="16171" y="3511"/>
                  <a:pt x="15892" y="3535"/>
                </a:cubicBezTo>
                <a:cubicBezTo>
                  <a:pt x="15613" y="3559"/>
                  <a:pt x="15393" y="3594"/>
                  <a:pt x="15230" y="3640"/>
                </a:cubicBezTo>
                <a:cubicBezTo>
                  <a:pt x="15036" y="3695"/>
                  <a:pt x="14879" y="3781"/>
                  <a:pt x="14760" y="3897"/>
                </a:cubicBezTo>
                <a:cubicBezTo>
                  <a:pt x="14640" y="4014"/>
                  <a:pt x="14580" y="4174"/>
                  <a:pt x="14580" y="4379"/>
                </a:cubicBezTo>
                <a:cubicBezTo>
                  <a:pt x="14580" y="4609"/>
                  <a:pt x="14650" y="4783"/>
                  <a:pt x="14789" y="4899"/>
                </a:cubicBezTo>
                <a:cubicBezTo>
                  <a:pt x="14927" y="5016"/>
                  <a:pt x="15139" y="5074"/>
                  <a:pt x="15424" y="5074"/>
                </a:cubicBezTo>
                <a:cubicBezTo>
                  <a:pt x="15661" y="5074"/>
                  <a:pt x="15877" y="5028"/>
                  <a:pt x="16073" y="4936"/>
                </a:cubicBezTo>
                <a:cubicBezTo>
                  <a:pt x="16269" y="4843"/>
                  <a:pt x="16451" y="4732"/>
                  <a:pt x="16619" y="4602"/>
                </a:cubicBezTo>
                <a:close/>
                <a:moveTo>
                  <a:pt x="21944" y="3646"/>
                </a:moveTo>
                <a:lnTo>
                  <a:pt x="18991" y="3646"/>
                </a:lnTo>
                <a:cubicBezTo>
                  <a:pt x="18991" y="3893"/>
                  <a:pt x="19028" y="4108"/>
                  <a:pt x="19102" y="4292"/>
                </a:cubicBezTo>
                <a:cubicBezTo>
                  <a:pt x="19176" y="4475"/>
                  <a:pt x="19278" y="4626"/>
                  <a:pt x="19407" y="4743"/>
                </a:cubicBezTo>
                <a:cubicBezTo>
                  <a:pt x="19531" y="4858"/>
                  <a:pt x="19679" y="4945"/>
                  <a:pt x="19850" y="5002"/>
                </a:cubicBezTo>
                <a:cubicBezTo>
                  <a:pt x="20021" y="5060"/>
                  <a:pt x="20210" y="5089"/>
                  <a:pt x="20415" y="5089"/>
                </a:cubicBezTo>
                <a:cubicBezTo>
                  <a:pt x="20688" y="5089"/>
                  <a:pt x="20963" y="5034"/>
                  <a:pt x="21239" y="4924"/>
                </a:cubicBezTo>
                <a:cubicBezTo>
                  <a:pt x="21515" y="4814"/>
                  <a:pt x="21712" y="4707"/>
                  <a:pt x="21829" y="4601"/>
                </a:cubicBezTo>
                <a:lnTo>
                  <a:pt x="21865" y="4601"/>
                </a:lnTo>
                <a:lnTo>
                  <a:pt x="21865" y="5339"/>
                </a:lnTo>
                <a:cubicBezTo>
                  <a:pt x="21638" y="5435"/>
                  <a:pt x="21406" y="5515"/>
                  <a:pt x="21169" y="5580"/>
                </a:cubicBezTo>
                <a:cubicBezTo>
                  <a:pt x="20932" y="5645"/>
                  <a:pt x="20683" y="5677"/>
                  <a:pt x="20423" y="5677"/>
                </a:cubicBezTo>
                <a:cubicBezTo>
                  <a:pt x="19758" y="5677"/>
                  <a:pt x="19238" y="5497"/>
                  <a:pt x="18865" y="5136"/>
                </a:cubicBezTo>
                <a:cubicBezTo>
                  <a:pt x="18492" y="4776"/>
                  <a:pt x="18305" y="4263"/>
                  <a:pt x="18305" y="3599"/>
                </a:cubicBezTo>
                <a:cubicBezTo>
                  <a:pt x="18305" y="2943"/>
                  <a:pt x="18484" y="2422"/>
                  <a:pt x="18842" y="2036"/>
                </a:cubicBezTo>
                <a:cubicBezTo>
                  <a:pt x="19200" y="1650"/>
                  <a:pt x="19670" y="1457"/>
                  <a:pt x="20254" y="1457"/>
                </a:cubicBezTo>
                <a:cubicBezTo>
                  <a:pt x="20795" y="1457"/>
                  <a:pt x="21212" y="1615"/>
                  <a:pt x="21505" y="1931"/>
                </a:cubicBezTo>
                <a:cubicBezTo>
                  <a:pt x="21798" y="2248"/>
                  <a:pt x="21944" y="2697"/>
                  <a:pt x="21944" y="3279"/>
                </a:cubicBezTo>
                <a:lnTo>
                  <a:pt x="21944" y="3646"/>
                </a:lnTo>
                <a:moveTo>
                  <a:pt x="21287" y="3129"/>
                </a:moveTo>
                <a:cubicBezTo>
                  <a:pt x="21285" y="2775"/>
                  <a:pt x="21196" y="2501"/>
                  <a:pt x="21020" y="2307"/>
                </a:cubicBezTo>
                <a:cubicBezTo>
                  <a:pt x="20844" y="2114"/>
                  <a:pt x="20577" y="2017"/>
                  <a:pt x="20218" y="2017"/>
                </a:cubicBezTo>
                <a:cubicBezTo>
                  <a:pt x="19857" y="2017"/>
                  <a:pt x="19569" y="2123"/>
                  <a:pt x="19355" y="2336"/>
                </a:cubicBezTo>
                <a:cubicBezTo>
                  <a:pt x="19141" y="2549"/>
                  <a:pt x="19019" y="2813"/>
                  <a:pt x="18991" y="3129"/>
                </a:cubicBezTo>
                <a:lnTo>
                  <a:pt x="21287" y="3129"/>
                </a:lnTo>
                <a:close/>
                <a:moveTo>
                  <a:pt x="26319" y="5584"/>
                </a:moveTo>
                <a:lnTo>
                  <a:pt x="25644" y="5584"/>
                </a:lnTo>
                <a:lnTo>
                  <a:pt x="25644" y="3299"/>
                </a:lnTo>
                <a:cubicBezTo>
                  <a:pt x="25644" y="3115"/>
                  <a:pt x="25633" y="2942"/>
                  <a:pt x="25612" y="2780"/>
                </a:cubicBezTo>
                <a:cubicBezTo>
                  <a:pt x="25590" y="2618"/>
                  <a:pt x="25551" y="2492"/>
                  <a:pt x="25493" y="2401"/>
                </a:cubicBezTo>
                <a:cubicBezTo>
                  <a:pt x="25433" y="2300"/>
                  <a:pt x="25347" y="2226"/>
                  <a:pt x="25235" y="2177"/>
                </a:cubicBezTo>
                <a:cubicBezTo>
                  <a:pt x="25122" y="2127"/>
                  <a:pt x="24976" y="2103"/>
                  <a:pt x="24797" y="2103"/>
                </a:cubicBezTo>
                <a:cubicBezTo>
                  <a:pt x="24613" y="2103"/>
                  <a:pt x="24420" y="2148"/>
                  <a:pt x="24219" y="2240"/>
                </a:cubicBezTo>
                <a:cubicBezTo>
                  <a:pt x="24018" y="2330"/>
                  <a:pt x="23826" y="2447"/>
                  <a:pt x="23642" y="2588"/>
                </a:cubicBezTo>
                <a:lnTo>
                  <a:pt x="23642" y="5584"/>
                </a:lnTo>
                <a:lnTo>
                  <a:pt x="22967" y="5584"/>
                </a:lnTo>
                <a:lnTo>
                  <a:pt x="22967" y="1572"/>
                </a:lnTo>
                <a:lnTo>
                  <a:pt x="23642" y="1572"/>
                </a:lnTo>
                <a:lnTo>
                  <a:pt x="23642" y="2014"/>
                </a:lnTo>
                <a:cubicBezTo>
                  <a:pt x="23852" y="1839"/>
                  <a:pt x="24070" y="1703"/>
                  <a:pt x="24295" y="1604"/>
                </a:cubicBezTo>
                <a:cubicBezTo>
                  <a:pt x="24520" y="1506"/>
                  <a:pt x="24750" y="1457"/>
                  <a:pt x="24987" y="1457"/>
                </a:cubicBezTo>
                <a:cubicBezTo>
                  <a:pt x="25420" y="1457"/>
                  <a:pt x="25750" y="1588"/>
                  <a:pt x="25978" y="1849"/>
                </a:cubicBezTo>
                <a:cubicBezTo>
                  <a:pt x="26205" y="2110"/>
                  <a:pt x="26319" y="2486"/>
                  <a:pt x="26319" y="2978"/>
                </a:cubicBezTo>
                <a:lnTo>
                  <a:pt x="26319" y="5584"/>
                </a:lnTo>
                <a:close/>
                <a:moveTo>
                  <a:pt x="28343" y="904"/>
                </a:moveTo>
                <a:lnTo>
                  <a:pt x="27582" y="904"/>
                </a:lnTo>
                <a:lnTo>
                  <a:pt x="27582" y="201"/>
                </a:lnTo>
                <a:lnTo>
                  <a:pt x="28343" y="201"/>
                </a:lnTo>
                <a:lnTo>
                  <a:pt x="28343" y="904"/>
                </a:lnTo>
                <a:moveTo>
                  <a:pt x="28299" y="5584"/>
                </a:moveTo>
                <a:lnTo>
                  <a:pt x="27625" y="5584"/>
                </a:lnTo>
                <a:lnTo>
                  <a:pt x="27625" y="1572"/>
                </a:lnTo>
                <a:lnTo>
                  <a:pt x="28299" y="1572"/>
                </a:lnTo>
                <a:lnTo>
                  <a:pt x="28299" y="5584"/>
                </a:lnTo>
                <a:close/>
                <a:moveTo>
                  <a:pt x="32886" y="5584"/>
                </a:moveTo>
                <a:lnTo>
                  <a:pt x="32211" y="5584"/>
                </a:lnTo>
                <a:lnTo>
                  <a:pt x="32211" y="5166"/>
                </a:lnTo>
                <a:cubicBezTo>
                  <a:pt x="32017" y="5334"/>
                  <a:pt x="31815" y="5465"/>
                  <a:pt x="31605" y="5558"/>
                </a:cubicBezTo>
                <a:cubicBezTo>
                  <a:pt x="31394" y="5652"/>
                  <a:pt x="31166" y="5699"/>
                  <a:pt x="30919" y="5699"/>
                </a:cubicBezTo>
                <a:cubicBezTo>
                  <a:pt x="30441" y="5699"/>
                  <a:pt x="30061" y="5514"/>
                  <a:pt x="29780" y="5145"/>
                </a:cubicBezTo>
                <a:cubicBezTo>
                  <a:pt x="29499" y="4775"/>
                  <a:pt x="29358" y="4263"/>
                  <a:pt x="29358" y="3608"/>
                </a:cubicBezTo>
                <a:cubicBezTo>
                  <a:pt x="29358" y="3268"/>
                  <a:pt x="29407" y="2964"/>
                  <a:pt x="29503" y="2698"/>
                </a:cubicBezTo>
                <a:cubicBezTo>
                  <a:pt x="29600" y="2432"/>
                  <a:pt x="29731" y="2205"/>
                  <a:pt x="29896" y="2018"/>
                </a:cubicBezTo>
                <a:cubicBezTo>
                  <a:pt x="30059" y="1836"/>
                  <a:pt x="30249" y="1697"/>
                  <a:pt x="30465" y="1601"/>
                </a:cubicBezTo>
                <a:cubicBezTo>
                  <a:pt x="30682" y="1505"/>
                  <a:pt x="30906" y="1457"/>
                  <a:pt x="31138" y="1457"/>
                </a:cubicBezTo>
                <a:cubicBezTo>
                  <a:pt x="31349" y="1457"/>
                  <a:pt x="31535" y="1479"/>
                  <a:pt x="31698" y="1524"/>
                </a:cubicBezTo>
                <a:cubicBezTo>
                  <a:pt x="31861" y="1568"/>
                  <a:pt x="32032" y="1637"/>
                  <a:pt x="32211" y="1730"/>
                </a:cubicBezTo>
                <a:lnTo>
                  <a:pt x="32211" y="0"/>
                </a:lnTo>
                <a:lnTo>
                  <a:pt x="32886" y="0"/>
                </a:lnTo>
                <a:lnTo>
                  <a:pt x="32886" y="5584"/>
                </a:lnTo>
                <a:moveTo>
                  <a:pt x="32211" y="4597"/>
                </a:moveTo>
                <a:lnTo>
                  <a:pt x="32211" y="2297"/>
                </a:lnTo>
                <a:cubicBezTo>
                  <a:pt x="32029" y="2215"/>
                  <a:pt x="31867" y="2159"/>
                  <a:pt x="31723" y="2128"/>
                </a:cubicBezTo>
                <a:cubicBezTo>
                  <a:pt x="31579" y="2097"/>
                  <a:pt x="31423" y="2081"/>
                  <a:pt x="31253" y="2081"/>
                </a:cubicBezTo>
                <a:cubicBezTo>
                  <a:pt x="30875" y="2081"/>
                  <a:pt x="30581" y="2213"/>
                  <a:pt x="30370" y="2476"/>
                </a:cubicBezTo>
                <a:cubicBezTo>
                  <a:pt x="30160" y="2739"/>
                  <a:pt x="30054" y="3113"/>
                  <a:pt x="30054" y="3596"/>
                </a:cubicBezTo>
                <a:cubicBezTo>
                  <a:pt x="30054" y="4072"/>
                  <a:pt x="30136" y="4434"/>
                  <a:pt x="30298" y="4681"/>
                </a:cubicBezTo>
                <a:cubicBezTo>
                  <a:pt x="30461" y="4929"/>
                  <a:pt x="30722" y="5053"/>
                  <a:pt x="31081" y="5053"/>
                </a:cubicBezTo>
                <a:cubicBezTo>
                  <a:pt x="31272" y="5053"/>
                  <a:pt x="31466" y="5010"/>
                  <a:pt x="31662" y="4925"/>
                </a:cubicBezTo>
                <a:cubicBezTo>
                  <a:pt x="31858" y="4840"/>
                  <a:pt x="32041" y="4731"/>
                  <a:pt x="32211" y="4597"/>
                </a:cubicBezTo>
                <a:close/>
                <a:moveTo>
                  <a:pt x="37328" y="5584"/>
                </a:moveTo>
                <a:lnTo>
                  <a:pt x="36657" y="5584"/>
                </a:lnTo>
                <a:lnTo>
                  <a:pt x="36657" y="5160"/>
                </a:lnTo>
                <a:cubicBezTo>
                  <a:pt x="36597" y="5200"/>
                  <a:pt x="36517" y="5257"/>
                  <a:pt x="36415" y="5330"/>
                </a:cubicBezTo>
                <a:cubicBezTo>
                  <a:pt x="36313" y="5403"/>
                  <a:pt x="36215" y="5462"/>
                  <a:pt x="36119" y="5505"/>
                </a:cubicBezTo>
                <a:cubicBezTo>
                  <a:pt x="36007" y="5560"/>
                  <a:pt x="35877" y="5606"/>
                  <a:pt x="35731" y="5643"/>
                </a:cubicBezTo>
                <a:cubicBezTo>
                  <a:pt x="35585" y="5680"/>
                  <a:pt x="35414" y="5699"/>
                  <a:pt x="35218" y="5699"/>
                </a:cubicBezTo>
                <a:cubicBezTo>
                  <a:pt x="34857" y="5699"/>
                  <a:pt x="34551" y="5579"/>
                  <a:pt x="34300" y="5339"/>
                </a:cubicBezTo>
                <a:cubicBezTo>
                  <a:pt x="34048" y="5100"/>
                  <a:pt x="33923" y="4794"/>
                  <a:pt x="33923" y="4423"/>
                </a:cubicBezTo>
                <a:cubicBezTo>
                  <a:pt x="33923" y="4119"/>
                  <a:pt x="33988" y="3873"/>
                  <a:pt x="34118" y="3685"/>
                </a:cubicBezTo>
                <a:cubicBezTo>
                  <a:pt x="34249" y="3497"/>
                  <a:pt x="34435" y="3349"/>
                  <a:pt x="34676" y="3241"/>
                </a:cubicBezTo>
                <a:cubicBezTo>
                  <a:pt x="34920" y="3133"/>
                  <a:pt x="35213" y="3060"/>
                  <a:pt x="35556" y="3022"/>
                </a:cubicBezTo>
                <a:cubicBezTo>
                  <a:pt x="35898" y="2983"/>
                  <a:pt x="36265" y="2955"/>
                  <a:pt x="36657" y="2935"/>
                </a:cubicBezTo>
                <a:lnTo>
                  <a:pt x="36657" y="2831"/>
                </a:lnTo>
                <a:cubicBezTo>
                  <a:pt x="36657" y="2676"/>
                  <a:pt x="36630" y="2548"/>
                  <a:pt x="36576" y="2447"/>
                </a:cubicBezTo>
                <a:cubicBezTo>
                  <a:pt x="36523" y="2346"/>
                  <a:pt x="36446" y="2266"/>
                  <a:pt x="36345" y="2208"/>
                </a:cubicBezTo>
                <a:cubicBezTo>
                  <a:pt x="36249" y="2153"/>
                  <a:pt x="36135" y="2115"/>
                  <a:pt x="36001" y="2096"/>
                </a:cubicBezTo>
                <a:cubicBezTo>
                  <a:pt x="35867" y="2077"/>
                  <a:pt x="35727" y="2067"/>
                  <a:pt x="35581" y="2067"/>
                </a:cubicBezTo>
                <a:cubicBezTo>
                  <a:pt x="35404" y="2067"/>
                  <a:pt x="35206" y="2091"/>
                  <a:pt x="34989" y="2139"/>
                </a:cubicBezTo>
                <a:cubicBezTo>
                  <a:pt x="34771" y="2187"/>
                  <a:pt x="34546" y="2256"/>
                  <a:pt x="34314" y="2347"/>
                </a:cubicBezTo>
                <a:lnTo>
                  <a:pt x="34278" y="2347"/>
                </a:lnTo>
                <a:lnTo>
                  <a:pt x="34278" y="1662"/>
                </a:lnTo>
                <a:cubicBezTo>
                  <a:pt x="34410" y="1626"/>
                  <a:pt x="34600" y="1586"/>
                  <a:pt x="34849" y="1543"/>
                </a:cubicBezTo>
                <a:cubicBezTo>
                  <a:pt x="35097" y="1500"/>
                  <a:pt x="35343" y="1479"/>
                  <a:pt x="35584" y="1479"/>
                </a:cubicBezTo>
                <a:cubicBezTo>
                  <a:pt x="35867" y="1479"/>
                  <a:pt x="36112" y="1502"/>
                  <a:pt x="36322" y="1548"/>
                </a:cubicBezTo>
                <a:cubicBezTo>
                  <a:pt x="36531" y="1595"/>
                  <a:pt x="36712" y="1675"/>
                  <a:pt x="36865" y="1787"/>
                </a:cubicBezTo>
                <a:cubicBezTo>
                  <a:pt x="37016" y="1897"/>
                  <a:pt x="37131" y="2040"/>
                  <a:pt x="37210" y="2214"/>
                </a:cubicBezTo>
                <a:cubicBezTo>
                  <a:pt x="37289" y="2389"/>
                  <a:pt x="37328" y="2605"/>
                  <a:pt x="37328" y="2864"/>
                </a:cubicBezTo>
                <a:lnTo>
                  <a:pt x="37328" y="5584"/>
                </a:lnTo>
                <a:moveTo>
                  <a:pt x="36657" y="4602"/>
                </a:moveTo>
                <a:lnTo>
                  <a:pt x="36657" y="3481"/>
                </a:lnTo>
                <a:cubicBezTo>
                  <a:pt x="36451" y="3493"/>
                  <a:pt x="36209" y="3511"/>
                  <a:pt x="35931" y="3535"/>
                </a:cubicBezTo>
                <a:cubicBezTo>
                  <a:pt x="35652" y="3559"/>
                  <a:pt x="35431" y="3594"/>
                  <a:pt x="35268" y="3640"/>
                </a:cubicBezTo>
                <a:cubicBezTo>
                  <a:pt x="35075" y="3695"/>
                  <a:pt x="34918" y="3781"/>
                  <a:pt x="34798" y="3897"/>
                </a:cubicBezTo>
                <a:cubicBezTo>
                  <a:pt x="34679" y="4014"/>
                  <a:pt x="34619" y="4174"/>
                  <a:pt x="34619" y="4379"/>
                </a:cubicBezTo>
                <a:cubicBezTo>
                  <a:pt x="34619" y="4609"/>
                  <a:pt x="34688" y="4783"/>
                  <a:pt x="34827" y="4899"/>
                </a:cubicBezTo>
                <a:cubicBezTo>
                  <a:pt x="34966" y="5016"/>
                  <a:pt x="35178" y="5074"/>
                  <a:pt x="35462" y="5074"/>
                </a:cubicBezTo>
                <a:cubicBezTo>
                  <a:pt x="35699" y="5074"/>
                  <a:pt x="35916" y="5028"/>
                  <a:pt x="36112" y="4936"/>
                </a:cubicBezTo>
                <a:cubicBezTo>
                  <a:pt x="36308" y="4843"/>
                  <a:pt x="36490" y="4732"/>
                  <a:pt x="36657" y="4602"/>
                </a:cubicBezTo>
                <a:close/>
                <a:moveTo>
                  <a:pt x="41983" y="3646"/>
                </a:moveTo>
                <a:lnTo>
                  <a:pt x="39029" y="3646"/>
                </a:lnTo>
                <a:cubicBezTo>
                  <a:pt x="39029" y="3893"/>
                  <a:pt x="39066" y="4108"/>
                  <a:pt x="39140" y="4292"/>
                </a:cubicBezTo>
                <a:cubicBezTo>
                  <a:pt x="39215" y="4475"/>
                  <a:pt x="39316" y="4626"/>
                  <a:pt x="39446" y="4743"/>
                </a:cubicBezTo>
                <a:cubicBezTo>
                  <a:pt x="39570" y="4858"/>
                  <a:pt x="39718" y="4945"/>
                  <a:pt x="39889" y="5002"/>
                </a:cubicBezTo>
                <a:cubicBezTo>
                  <a:pt x="40060" y="5060"/>
                  <a:pt x="40248" y="5089"/>
                  <a:pt x="40454" y="5089"/>
                </a:cubicBezTo>
                <a:cubicBezTo>
                  <a:pt x="40727" y="5089"/>
                  <a:pt x="41001" y="5034"/>
                  <a:pt x="41278" y="4924"/>
                </a:cubicBezTo>
                <a:cubicBezTo>
                  <a:pt x="41554" y="4814"/>
                  <a:pt x="41751" y="4707"/>
                  <a:pt x="41868" y="4601"/>
                </a:cubicBezTo>
                <a:lnTo>
                  <a:pt x="41904" y="4601"/>
                </a:lnTo>
                <a:lnTo>
                  <a:pt x="41904" y="5339"/>
                </a:lnTo>
                <a:cubicBezTo>
                  <a:pt x="41676" y="5435"/>
                  <a:pt x="41444" y="5515"/>
                  <a:pt x="41208" y="5580"/>
                </a:cubicBezTo>
                <a:cubicBezTo>
                  <a:pt x="40971" y="5645"/>
                  <a:pt x="40722" y="5677"/>
                  <a:pt x="40461" y="5677"/>
                </a:cubicBezTo>
                <a:cubicBezTo>
                  <a:pt x="39796" y="5677"/>
                  <a:pt x="39277" y="5497"/>
                  <a:pt x="38904" y="5136"/>
                </a:cubicBezTo>
                <a:cubicBezTo>
                  <a:pt x="38530" y="4776"/>
                  <a:pt x="38344" y="4263"/>
                  <a:pt x="38344" y="3599"/>
                </a:cubicBezTo>
                <a:cubicBezTo>
                  <a:pt x="38344" y="2943"/>
                  <a:pt x="38523" y="2422"/>
                  <a:pt x="38880" y="2036"/>
                </a:cubicBezTo>
                <a:cubicBezTo>
                  <a:pt x="39238" y="1650"/>
                  <a:pt x="39709" y="1457"/>
                  <a:pt x="40292" y="1457"/>
                </a:cubicBezTo>
                <a:cubicBezTo>
                  <a:pt x="40833" y="1457"/>
                  <a:pt x="41250" y="1615"/>
                  <a:pt x="41543" y="1931"/>
                </a:cubicBezTo>
                <a:cubicBezTo>
                  <a:pt x="41836" y="2248"/>
                  <a:pt x="41983" y="2697"/>
                  <a:pt x="41983" y="3279"/>
                </a:cubicBezTo>
                <a:lnTo>
                  <a:pt x="41983" y="3646"/>
                </a:lnTo>
                <a:moveTo>
                  <a:pt x="41326" y="3129"/>
                </a:moveTo>
                <a:cubicBezTo>
                  <a:pt x="41324" y="2775"/>
                  <a:pt x="41234" y="2501"/>
                  <a:pt x="41059" y="2307"/>
                </a:cubicBezTo>
                <a:cubicBezTo>
                  <a:pt x="40883" y="2114"/>
                  <a:pt x="40615" y="2017"/>
                  <a:pt x="40257" y="2017"/>
                </a:cubicBezTo>
                <a:cubicBezTo>
                  <a:pt x="39895" y="2017"/>
                  <a:pt x="39608" y="2123"/>
                  <a:pt x="39393" y="2336"/>
                </a:cubicBezTo>
                <a:cubicBezTo>
                  <a:pt x="39179" y="2549"/>
                  <a:pt x="39058" y="2813"/>
                  <a:pt x="39029" y="3129"/>
                </a:cubicBezTo>
                <a:lnTo>
                  <a:pt x="41326" y="31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331F9D-31F2-493B-85B6-8994E892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0" y="2593253"/>
            <a:ext cx="43174" cy="33567"/>
          </a:xfrm>
          <a:custGeom xmlns:a="http://schemas.openxmlformats.org/drawingml/2006/main">
            <a:pathLst>
              <a:path w="43174" h="33567">
                <a:moveTo>
                  <a:pt x="0" y="0"/>
                </a:moveTo>
                <a:lnTo>
                  <a:pt x="43174" y="0"/>
                </a:lnTo>
                <a:lnTo>
                  <a:pt x="43174" y="33567"/>
                </a:lnTo>
                <a:lnTo>
                  <a:pt x="0" y="335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AA7C36-9FD3-4938-AB42-1ED50DD82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1" y="2593255"/>
            <a:ext cx="43173" cy="33566"/>
          </a:xfrm>
          <a:custGeom xmlns:a="http://schemas.openxmlformats.org/drawingml/2006/main">
            <a:pathLst>
              <a:path w="43173" h="33566" fill="none">
                <a:moveTo>
                  <a:pt x="0" y="0"/>
                </a:moveTo>
                <a:lnTo>
                  <a:pt x="43173" y="0"/>
                </a:lnTo>
                <a:lnTo>
                  <a:pt x="43173" y="33566"/>
                </a:lnTo>
                <a:lnTo>
                  <a:pt x="0" y="335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96" name="Text Nepticulidae">
            <a:extLst xmlns:a="http://schemas.openxmlformats.org/drawingml/2006/main">
              <a:ext uri="{FF2B5EF4-FFF2-40B4-BE49-F238E27FC236}">
                <a16:creationId xmlns:a16="http://schemas.microsoft.com/office/drawing/2014/main" id="{AE42D31C-CD7C-4525-812B-EB01ADD93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522" y="2594967"/>
            <a:ext cx="41921" cy="6702"/>
          </a:xfrm>
          <a:custGeom xmlns:a="http://schemas.openxmlformats.org/drawingml/2006/main">
            <a:pathLst>
              <a:path w="41921" h="6702">
                <a:moveTo>
                  <a:pt x="3869" y="5299"/>
                </a:moveTo>
                <a:lnTo>
                  <a:pt x="3034" y="5299"/>
                </a:lnTo>
                <a:lnTo>
                  <a:pt x="630" y="760"/>
                </a:lnTo>
                <a:lnTo>
                  <a:pt x="630" y="5299"/>
                </a:lnTo>
                <a:lnTo>
                  <a:pt x="0" y="5299"/>
                </a:lnTo>
                <a:lnTo>
                  <a:pt x="0" y="225"/>
                </a:lnTo>
                <a:lnTo>
                  <a:pt x="1045" y="225"/>
                </a:lnTo>
                <a:lnTo>
                  <a:pt x="3239" y="4369"/>
                </a:lnTo>
                <a:lnTo>
                  <a:pt x="3239" y="225"/>
                </a:lnTo>
                <a:lnTo>
                  <a:pt x="3869" y="225"/>
                </a:lnTo>
                <a:lnTo>
                  <a:pt x="3869" y="5299"/>
                </a:lnTo>
                <a:close/>
                <a:moveTo>
                  <a:pt x="8350" y="3460"/>
                </a:moveTo>
                <a:lnTo>
                  <a:pt x="5548" y="3460"/>
                </a:lnTo>
                <a:cubicBezTo>
                  <a:pt x="5548" y="3694"/>
                  <a:pt x="5583" y="3899"/>
                  <a:pt x="5653" y="4073"/>
                </a:cubicBezTo>
                <a:cubicBezTo>
                  <a:pt x="5724" y="4247"/>
                  <a:pt x="5820" y="4390"/>
                  <a:pt x="5943" y="4501"/>
                </a:cubicBezTo>
                <a:cubicBezTo>
                  <a:pt x="6061" y="4610"/>
                  <a:pt x="6201" y="4692"/>
                  <a:pt x="6363" y="4747"/>
                </a:cubicBezTo>
                <a:cubicBezTo>
                  <a:pt x="6526" y="4802"/>
                  <a:pt x="6704" y="4829"/>
                  <a:pt x="6900" y="4829"/>
                </a:cubicBezTo>
                <a:cubicBezTo>
                  <a:pt x="7158" y="4829"/>
                  <a:pt x="7419" y="4777"/>
                  <a:pt x="7681" y="4673"/>
                </a:cubicBezTo>
                <a:cubicBezTo>
                  <a:pt x="7943" y="4569"/>
                  <a:pt x="8130" y="4466"/>
                  <a:pt x="8241" y="4366"/>
                </a:cubicBezTo>
                <a:lnTo>
                  <a:pt x="8275" y="4366"/>
                </a:lnTo>
                <a:lnTo>
                  <a:pt x="8275" y="5066"/>
                </a:lnTo>
                <a:cubicBezTo>
                  <a:pt x="8060" y="5157"/>
                  <a:pt x="7839" y="5234"/>
                  <a:pt x="7615" y="5295"/>
                </a:cubicBezTo>
                <a:cubicBezTo>
                  <a:pt x="7390" y="5357"/>
                  <a:pt x="7154" y="5388"/>
                  <a:pt x="6906" y="5388"/>
                </a:cubicBezTo>
                <a:cubicBezTo>
                  <a:pt x="6275" y="5388"/>
                  <a:pt x="5783" y="5216"/>
                  <a:pt x="5428" y="4874"/>
                </a:cubicBezTo>
                <a:cubicBezTo>
                  <a:pt x="5074" y="4532"/>
                  <a:pt x="4897" y="4046"/>
                  <a:pt x="4897" y="3416"/>
                </a:cubicBezTo>
                <a:cubicBezTo>
                  <a:pt x="4897" y="2793"/>
                  <a:pt x="5067" y="2298"/>
                  <a:pt x="5406" y="1932"/>
                </a:cubicBezTo>
                <a:cubicBezTo>
                  <a:pt x="5746" y="1566"/>
                  <a:pt x="6192" y="1383"/>
                  <a:pt x="6746" y="1383"/>
                </a:cubicBezTo>
                <a:cubicBezTo>
                  <a:pt x="7259" y="1383"/>
                  <a:pt x="7655" y="1533"/>
                  <a:pt x="7933" y="1833"/>
                </a:cubicBezTo>
                <a:cubicBezTo>
                  <a:pt x="8211" y="2133"/>
                  <a:pt x="8350" y="2559"/>
                  <a:pt x="8350" y="3112"/>
                </a:cubicBezTo>
                <a:lnTo>
                  <a:pt x="8350" y="3460"/>
                </a:lnTo>
                <a:moveTo>
                  <a:pt x="7727" y="2970"/>
                </a:moveTo>
                <a:cubicBezTo>
                  <a:pt x="7725" y="2634"/>
                  <a:pt x="7640" y="2374"/>
                  <a:pt x="7473" y="2190"/>
                </a:cubicBezTo>
                <a:cubicBezTo>
                  <a:pt x="7307" y="2006"/>
                  <a:pt x="7053" y="1914"/>
                  <a:pt x="6712" y="1914"/>
                </a:cubicBezTo>
                <a:cubicBezTo>
                  <a:pt x="6369" y="1914"/>
                  <a:pt x="6096" y="2015"/>
                  <a:pt x="5893" y="2217"/>
                </a:cubicBezTo>
                <a:cubicBezTo>
                  <a:pt x="5690" y="2419"/>
                  <a:pt x="5575" y="2670"/>
                  <a:pt x="5548" y="2970"/>
                </a:cubicBezTo>
                <a:lnTo>
                  <a:pt x="7727" y="2970"/>
                </a:lnTo>
                <a:close/>
                <a:moveTo>
                  <a:pt x="12669" y="3348"/>
                </a:moveTo>
                <a:cubicBezTo>
                  <a:pt x="12669" y="3657"/>
                  <a:pt x="12624" y="3939"/>
                  <a:pt x="12536" y="4195"/>
                </a:cubicBezTo>
                <a:cubicBezTo>
                  <a:pt x="12447" y="4451"/>
                  <a:pt x="12322" y="4668"/>
                  <a:pt x="12161" y="4845"/>
                </a:cubicBezTo>
                <a:cubicBezTo>
                  <a:pt x="12011" y="5013"/>
                  <a:pt x="11835" y="5144"/>
                  <a:pt x="11632" y="5236"/>
                </a:cubicBezTo>
                <a:cubicBezTo>
                  <a:pt x="11428" y="5328"/>
                  <a:pt x="11213" y="5374"/>
                  <a:pt x="10986" y="5374"/>
                </a:cubicBezTo>
                <a:cubicBezTo>
                  <a:pt x="10789" y="5374"/>
                  <a:pt x="10610" y="5352"/>
                  <a:pt x="10450" y="5309"/>
                </a:cubicBezTo>
                <a:cubicBezTo>
                  <a:pt x="10290" y="5266"/>
                  <a:pt x="10127" y="5199"/>
                  <a:pt x="9961" y="5108"/>
                </a:cubicBezTo>
                <a:lnTo>
                  <a:pt x="9961" y="6702"/>
                </a:lnTo>
                <a:lnTo>
                  <a:pt x="9321" y="6702"/>
                </a:lnTo>
                <a:lnTo>
                  <a:pt x="9321" y="1492"/>
                </a:lnTo>
                <a:lnTo>
                  <a:pt x="9961" y="1492"/>
                </a:lnTo>
                <a:lnTo>
                  <a:pt x="9961" y="1888"/>
                </a:lnTo>
                <a:cubicBezTo>
                  <a:pt x="10131" y="1744"/>
                  <a:pt x="10323" y="1624"/>
                  <a:pt x="10535" y="1528"/>
                </a:cubicBezTo>
                <a:cubicBezTo>
                  <a:pt x="10747" y="1431"/>
                  <a:pt x="10974" y="1383"/>
                  <a:pt x="11214" y="1383"/>
                </a:cubicBezTo>
                <a:cubicBezTo>
                  <a:pt x="11673" y="1383"/>
                  <a:pt x="12030" y="1556"/>
                  <a:pt x="12285" y="1903"/>
                </a:cubicBezTo>
                <a:cubicBezTo>
                  <a:pt x="12541" y="2250"/>
                  <a:pt x="12669" y="2731"/>
                  <a:pt x="12669" y="3348"/>
                </a:cubicBezTo>
                <a:moveTo>
                  <a:pt x="12008" y="3365"/>
                </a:moveTo>
                <a:cubicBezTo>
                  <a:pt x="12008" y="2906"/>
                  <a:pt x="11930" y="2563"/>
                  <a:pt x="11773" y="2336"/>
                </a:cubicBezTo>
                <a:cubicBezTo>
                  <a:pt x="11616" y="2109"/>
                  <a:pt x="11376" y="1996"/>
                  <a:pt x="11051" y="1996"/>
                </a:cubicBezTo>
                <a:cubicBezTo>
                  <a:pt x="10867" y="1996"/>
                  <a:pt x="10682" y="2035"/>
                  <a:pt x="10496" y="2115"/>
                </a:cubicBezTo>
                <a:cubicBezTo>
                  <a:pt x="10310" y="2194"/>
                  <a:pt x="10131" y="2299"/>
                  <a:pt x="9961" y="2428"/>
                </a:cubicBezTo>
                <a:lnTo>
                  <a:pt x="9961" y="4584"/>
                </a:lnTo>
                <a:cubicBezTo>
                  <a:pt x="10143" y="4666"/>
                  <a:pt x="10299" y="4721"/>
                  <a:pt x="10429" y="4751"/>
                </a:cubicBezTo>
                <a:cubicBezTo>
                  <a:pt x="10560" y="4780"/>
                  <a:pt x="10708" y="4795"/>
                  <a:pt x="10874" y="4795"/>
                </a:cubicBezTo>
                <a:cubicBezTo>
                  <a:pt x="11230" y="4795"/>
                  <a:pt x="11508" y="4675"/>
                  <a:pt x="11708" y="4434"/>
                </a:cubicBezTo>
                <a:cubicBezTo>
                  <a:pt x="11908" y="4193"/>
                  <a:pt x="12008" y="3837"/>
                  <a:pt x="12008" y="3365"/>
                </a:cubicBezTo>
                <a:close/>
                <a:moveTo>
                  <a:pt x="15641" y="5265"/>
                </a:moveTo>
                <a:cubicBezTo>
                  <a:pt x="15521" y="5297"/>
                  <a:pt x="15390" y="5323"/>
                  <a:pt x="15248" y="5343"/>
                </a:cubicBezTo>
                <a:cubicBezTo>
                  <a:pt x="15106" y="5364"/>
                  <a:pt x="14980" y="5374"/>
                  <a:pt x="14868" y="5374"/>
                </a:cubicBezTo>
                <a:cubicBezTo>
                  <a:pt x="14480" y="5374"/>
                  <a:pt x="14185" y="5269"/>
                  <a:pt x="13983" y="5060"/>
                </a:cubicBezTo>
                <a:cubicBezTo>
                  <a:pt x="13781" y="4851"/>
                  <a:pt x="13680" y="4516"/>
                  <a:pt x="13680" y="4055"/>
                </a:cubicBezTo>
                <a:lnTo>
                  <a:pt x="13680" y="2030"/>
                </a:lnTo>
                <a:lnTo>
                  <a:pt x="13247" y="2030"/>
                </a:lnTo>
                <a:lnTo>
                  <a:pt x="13247" y="1492"/>
                </a:lnTo>
                <a:lnTo>
                  <a:pt x="13680" y="1492"/>
                </a:lnTo>
                <a:lnTo>
                  <a:pt x="13680" y="395"/>
                </a:lnTo>
                <a:lnTo>
                  <a:pt x="14320" y="395"/>
                </a:lnTo>
                <a:lnTo>
                  <a:pt x="14320" y="1492"/>
                </a:lnTo>
                <a:lnTo>
                  <a:pt x="15641" y="1492"/>
                </a:lnTo>
                <a:lnTo>
                  <a:pt x="15641" y="2030"/>
                </a:lnTo>
                <a:lnTo>
                  <a:pt x="14320" y="2030"/>
                </a:lnTo>
                <a:lnTo>
                  <a:pt x="14320" y="3767"/>
                </a:lnTo>
                <a:cubicBezTo>
                  <a:pt x="14320" y="3968"/>
                  <a:pt x="14325" y="4124"/>
                  <a:pt x="14334" y="4237"/>
                </a:cubicBezTo>
                <a:cubicBezTo>
                  <a:pt x="14343" y="4349"/>
                  <a:pt x="14375" y="4455"/>
                  <a:pt x="14429" y="4553"/>
                </a:cubicBezTo>
                <a:cubicBezTo>
                  <a:pt x="14479" y="4644"/>
                  <a:pt x="14548" y="4710"/>
                  <a:pt x="14635" y="4752"/>
                </a:cubicBezTo>
                <a:cubicBezTo>
                  <a:pt x="14722" y="4794"/>
                  <a:pt x="14856" y="4815"/>
                  <a:pt x="15035" y="4815"/>
                </a:cubicBezTo>
                <a:cubicBezTo>
                  <a:pt x="15140" y="4815"/>
                  <a:pt x="15249" y="4800"/>
                  <a:pt x="15362" y="4769"/>
                </a:cubicBezTo>
                <a:cubicBezTo>
                  <a:pt x="15476" y="4739"/>
                  <a:pt x="15557" y="4713"/>
                  <a:pt x="15607" y="4693"/>
                </a:cubicBezTo>
                <a:lnTo>
                  <a:pt x="15641" y="4693"/>
                </a:lnTo>
                <a:lnTo>
                  <a:pt x="15641" y="5265"/>
                </a:lnTo>
                <a:close/>
                <a:moveTo>
                  <a:pt x="17102" y="858"/>
                </a:moveTo>
                <a:lnTo>
                  <a:pt x="16380" y="858"/>
                </a:lnTo>
                <a:lnTo>
                  <a:pt x="16380" y="191"/>
                </a:lnTo>
                <a:lnTo>
                  <a:pt x="17102" y="191"/>
                </a:lnTo>
                <a:lnTo>
                  <a:pt x="17102" y="858"/>
                </a:lnTo>
                <a:moveTo>
                  <a:pt x="17061" y="5299"/>
                </a:moveTo>
                <a:lnTo>
                  <a:pt x="16421" y="5299"/>
                </a:lnTo>
                <a:lnTo>
                  <a:pt x="16421" y="1492"/>
                </a:lnTo>
                <a:lnTo>
                  <a:pt x="17061" y="1492"/>
                </a:lnTo>
                <a:lnTo>
                  <a:pt x="17061" y="5299"/>
                </a:lnTo>
                <a:close/>
                <a:moveTo>
                  <a:pt x="21141" y="5064"/>
                </a:moveTo>
                <a:cubicBezTo>
                  <a:pt x="20928" y="5166"/>
                  <a:pt x="20725" y="5246"/>
                  <a:pt x="20533" y="5302"/>
                </a:cubicBezTo>
                <a:cubicBezTo>
                  <a:pt x="20342" y="5359"/>
                  <a:pt x="20138" y="5388"/>
                  <a:pt x="19922" y="5388"/>
                </a:cubicBezTo>
                <a:cubicBezTo>
                  <a:pt x="19647" y="5388"/>
                  <a:pt x="19395" y="5347"/>
                  <a:pt x="19166" y="5266"/>
                </a:cubicBezTo>
                <a:cubicBezTo>
                  <a:pt x="18937" y="5186"/>
                  <a:pt x="18740" y="5063"/>
                  <a:pt x="18577" y="4900"/>
                </a:cubicBezTo>
                <a:cubicBezTo>
                  <a:pt x="18411" y="4736"/>
                  <a:pt x="18283" y="4529"/>
                  <a:pt x="18192" y="4279"/>
                </a:cubicBezTo>
                <a:cubicBezTo>
                  <a:pt x="18101" y="4029"/>
                  <a:pt x="18056" y="3736"/>
                  <a:pt x="18056" y="3402"/>
                </a:cubicBezTo>
                <a:cubicBezTo>
                  <a:pt x="18056" y="2779"/>
                  <a:pt x="18227" y="2290"/>
                  <a:pt x="18568" y="1935"/>
                </a:cubicBezTo>
                <a:cubicBezTo>
                  <a:pt x="18910" y="1580"/>
                  <a:pt x="19361" y="1403"/>
                  <a:pt x="19922" y="1403"/>
                </a:cubicBezTo>
                <a:cubicBezTo>
                  <a:pt x="20140" y="1403"/>
                  <a:pt x="20354" y="1434"/>
                  <a:pt x="20564" y="1495"/>
                </a:cubicBezTo>
                <a:cubicBezTo>
                  <a:pt x="20774" y="1556"/>
                  <a:pt x="20966" y="1631"/>
                  <a:pt x="21141" y="1720"/>
                </a:cubicBezTo>
                <a:lnTo>
                  <a:pt x="21141" y="2432"/>
                </a:lnTo>
                <a:lnTo>
                  <a:pt x="21107" y="2432"/>
                </a:lnTo>
                <a:cubicBezTo>
                  <a:pt x="20912" y="2280"/>
                  <a:pt x="20710" y="2164"/>
                  <a:pt x="20503" y="2083"/>
                </a:cubicBezTo>
                <a:cubicBezTo>
                  <a:pt x="20295" y="2002"/>
                  <a:pt x="20092" y="1962"/>
                  <a:pt x="19895" y="1962"/>
                </a:cubicBezTo>
                <a:cubicBezTo>
                  <a:pt x="19532" y="1962"/>
                  <a:pt x="19245" y="2084"/>
                  <a:pt x="19035" y="2328"/>
                </a:cubicBezTo>
                <a:cubicBezTo>
                  <a:pt x="18825" y="2572"/>
                  <a:pt x="18720" y="2930"/>
                  <a:pt x="18720" y="3402"/>
                </a:cubicBezTo>
                <a:cubicBezTo>
                  <a:pt x="18720" y="3861"/>
                  <a:pt x="18823" y="4213"/>
                  <a:pt x="19028" y="4460"/>
                </a:cubicBezTo>
                <a:cubicBezTo>
                  <a:pt x="19234" y="4706"/>
                  <a:pt x="19523" y="4829"/>
                  <a:pt x="19895" y="4829"/>
                </a:cubicBezTo>
                <a:cubicBezTo>
                  <a:pt x="20024" y="4829"/>
                  <a:pt x="20156" y="4812"/>
                  <a:pt x="20290" y="4778"/>
                </a:cubicBezTo>
                <a:cubicBezTo>
                  <a:pt x="20424" y="4745"/>
                  <a:pt x="20544" y="4701"/>
                  <a:pt x="20651" y="4646"/>
                </a:cubicBezTo>
                <a:cubicBezTo>
                  <a:pt x="20744" y="4599"/>
                  <a:pt x="20831" y="4549"/>
                  <a:pt x="20913" y="4496"/>
                </a:cubicBezTo>
                <a:cubicBezTo>
                  <a:pt x="20995" y="4443"/>
                  <a:pt x="21060" y="4397"/>
                  <a:pt x="21107" y="4359"/>
                </a:cubicBezTo>
                <a:lnTo>
                  <a:pt x="21141" y="4359"/>
                </a:lnTo>
                <a:lnTo>
                  <a:pt x="21141" y="5064"/>
                </a:lnTo>
                <a:close/>
                <a:moveTo>
                  <a:pt x="25115" y="5299"/>
                </a:moveTo>
                <a:lnTo>
                  <a:pt x="24475" y="5299"/>
                </a:lnTo>
                <a:lnTo>
                  <a:pt x="24475" y="4879"/>
                </a:lnTo>
                <a:cubicBezTo>
                  <a:pt x="24259" y="5050"/>
                  <a:pt x="24053" y="5180"/>
                  <a:pt x="23855" y="5272"/>
                </a:cubicBezTo>
                <a:cubicBezTo>
                  <a:pt x="23658" y="5362"/>
                  <a:pt x="23440" y="5408"/>
                  <a:pt x="23202" y="5408"/>
                </a:cubicBezTo>
                <a:cubicBezTo>
                  <a:pt x="22802" y="5408"/>
                  <a:pt x="22491" y="5286"/>
                  <a:pt x="22268" y="5041"/>
                </a:cubicBezTo>
                <a:cubicBezTo>
                  <a:pt x="22046" y="4797"/>
                  <a:pt x="21935" y="4438"/>
                  <a:pt x="21935" y="3965"/>
                </a:cubicBezTo>
                <a:lnTo>
                  <a:pt x="21935" y="1492"/>
                </a:lnTo>
                <a:lnTo>
                  <a:pt x="22575" y="1492"/>
                </a:lnTo>
                <a:lnTo>
                  <a:pt x="22575" y="3660"/>
                </a:lnTo>
                <a:cubicBezTo>
                  <a:pt x="22575" y="3853"/>
                  <a:pt x="22584" y="4018"/>
                  <a:pt x="22602" y="4156"/>
                </a:cubicBezTo>
                <a:cubicBezTo>
                  <a:pt x="22620" y="4293"/>
                  <a:pt x="22659" y="4411"/>
                  <a:pt x="22718" y="4509"/>
                </a:cubicBezTo>
                <a:cubicBezTo>
                  <a:pt x="22779" y="4609"/>
                  <a:pt x="22859" y="4681"/>
                  <a:pt x="22956" y="4727"/>
                </a:cubicBezTo>
                <a:cubicBezTo>
                  <a:pt x="23054" y="4772"/>
                  <a:pt x="23196" y="4795"/>
                  <a:pt x="23382" y="4795"/>
                </a:cubicBezTo>
                <a:cubicBezTo>
                  <a:pt x="23548" y="4795"/>
                  <a:pt x="23729" y="4752"/>
                  <a:pt x="23925" y="4665"/>
                </a:cubicBezTo>
                <a:cubicBezTo>
                  <a:pt x="24122" y="4579"/>
                  <a:pt x="24305" y="4469"/>
                  <a:pt x="24475" y="4335"/>
                </a:cubicBezTo>
                <a:lnTo>
                  <a:pt x="24475" y="1492"/>
                </a:lnTo>
                <a:lnTo>
                  <a:pt x="25115" y="1492"/>
                </a:lnTo>
                <a:lnTo>
                  <a:pt x="25115" y="5299"/>
                </a:lnTo>
                <a:close/>
                <a:moveTo>
                  <a:pt x="27022" y="5299"/>
                </a:moveTo>
                <a:lnTo>
                  <a:pt x="26382" y="5299"/>
                </a:lnTo>
                <a:lnTo>
                  <a:pt x="26382" y="0"/>
                </a:lnTo>
                <a:lnTo>
                  <a:pt x="27022" y="0"/>
                </a:lnTo>
                <a:lnTo>
                  <a:pt x="27022" y="5299"/>
                </a:lnTo>
                <a:close/>
                <a:moveTo>
                  <a:pt x="28977" y="858"/>
                </a:moveTo>
                <a:lnTo>
                  <a:pt x="28255" y="858"/>
                </a:lnTo>
                <a:lnTo>
                  <a:pt x="28255" y="191"/>
                </a:lnTo>
                <a:lnTo>
                  <a:pt x="28977" y="191"/>
                </a:lnTo>
                <a:lnTo>
                  <a:pt x="28977" y="858"/>
                </a:lnTo>
                <a:moveTo>
                  <a:pt x="28936" y="5299"/>
                </a:moveTo>
                <a:lnTo>
                  <a:pt x="28296" y="5299"/>
                </a:lnTo>
                <a:lnTo>
                  <a:pt x="28296" y="1492"/>
                </a:lnTo>
                <a:lnTo>
                  <a:pt x="28936" y="1492"/>
                </a:lnTo>
                <a:lnTo>
                  <a:pt x="28936" y="5299"/>
                </a:lnTo>
                <a:close/>
                <a:moveTo>
                  <a:pt x="33288" y="5299"/>
                </a:moveTo>
                <a:lnTo>
                  <a:pt x="32648" y="5299"/>
                </a:lnTo>
                <a:lnTo>
                  <a:pt x="32648" y="4903"/>
                </a:lnTo>
                <a:cubicBezTo>
                  <a:pt x="32464" y="5062"/>
                  <a:pt x="32273" y="5186"/>
                  <a:pt x="32073" y="5275"/>
                </a:cubicBezTo>
                <a:cubicBezTo>
                  <a:pt x="31873" y="5364"/>
                  <a:pt x="31656" y="5408"/>
                  <a:pt x="31422" y="5408"/>
                </a:cubicBezTo>
                <a:cubicBezTo>
                  <a:pt x="30968" y="5408"/>
                  <a:pt x="30608" y="5233"/>
                  <a:pt x="30341" y="4882"/>
                </a:cubicBezTo>
                <a:cubicBezTo>
                  <a:pt x="30074" y="4532"/>
                  <a:pt x="29941" y="4046"/>
                  <a:pt x="29941" y="3424"/>
                </a:cubicBezTo>
                <a:cubicBezTo>
                  <a:pt x="29941" y="3101"/>
                  <a:pt x="29987" y="2813"/>
                  <a:pt x="30079" y="2561"/>
                </a:cubicBezTo>
                <a:cubicBezTo>
                  <a:pt x="30171" y="2308"/>
                  <a:pt x="30295" y="2093"/>
                  <a:pt x="30452" y="1915"/>
                </a:cubicBezTo>
                <a:cubicBezTo>
                  <a:pt x="30606" y="1742"/>
                  <a:pt x="30786" y="1610"/>
                  <a:pt x="30991" y="1519"/>
                </a:cubicBezTo>
                <a:cubicBezTo>
                  <a:pt x="31197" y="1428"/>
                  <a:pt x="31410" y="1383"/>
                  <a:pt x="31630" y="1383"/>
                </a:cubicBezTo>
                <a:cubicBezTo>
                  <a:pt x="31830" y="1383"/>
                  <a:pt x="32007" y="1404"/>
                  <a:pt x="32161" y="1446"/>
                </a:cubicBezTo>
                <a:cubicBezTo>
                  <a:pt x="32316" y="1488"/>
                  <a:pt x="32478" y="1553"/>
                  <a:pt x="32648" y="1642"/>
                </a:cubicBezTo>
                <a:lnTo>
                  <a:pt x="32648" y="0"/>
                </a:lnTo>
                <a:lnTo>
                  <a:pt x="33288" y="0"/>
                </a:lnTo>
                <a:lnTo>
                  <a:pt x="33288" y="5299"/>
                </a:lnTo>
                <a:moveTo>
                  <a:pt x="32648" y="4362"/>
                </a:moveTo>
                <a:lnTo>
                  <a:pt x="32648" y="2180"/>
                </a:lnTo>
                <a:cubicBezTo>
                  <a:pt x="32476" y="2102"/>
                  <a:pt x="32321" y="2049"/>
                  <a:pt x="32185" y="2019"/>
                </a:cubicBezTo>
                <a:cubicBezTo>
                  <a:pt x="32049" y="1990"/>
                  <a:pt x="31900" y="1975"/>
                  <a:pt x="31739" y="1975"/>
                </a:cubicBezTo>
                <a:cubicBezTo>
                  <a:pt x="31380" y="1975"/>
                  <a:pt x="31101" y="2100"/>
                  <a:pt x="30901" y="2350"/>
                </a:cubicBezTo>
                <a:cubicBezTo>
                  <a:pt x="30701" y="2600"/>
                  <a:pt x="30602" y="2954"/>
                  <a:pt x="30602" y="3412"/>
                </a:cubicBezTo>
                <a:cubicBezTo>
                  <a:pt x="30602" y="3864"/>
                  <a:pt x="30679" y="4208"/>
                  <a:pt x="30833" y="4442"/>
                </a:cubicBezTo>
                <a:cubicBezTo>
                  <a:pt x="30988" y="4677"/>
                  <a:pt x="31235" y="4795"/>
                  <a:pt x="31576" y="4795"/>
                </a:cubicBezTo>
                <a:cubicBezTo>
                  <a:pt x="31757" y="4795"/>
                  <a:pt x="31941" y="4755"/>
                  <a:pt x="32127" y="4674"/>
                </a:cubicBezTo>
                <a:cubicBezTo>
                  <a:pt x="32313" y="4593"/>
                  <a:pt x="32487" y="4490"/>
                  <a:pt x="32648" y="4362"/>
                </a:cubicBezTo>
                <a:close/>
                <a:moveTo>
                  <a:pt x="37504" y="5299"/>
                </a:moveTo>
                <a:lnTo>
                  <a:pt x="36868" y="5299"/>
                </a:lnTo>
                <a:lnTo>
                  <a:pt x="36868" y="4896"/>
                </a:lnTo>
                <a:cubicBezTo>
                  <a:pt x="36811" y="4935"/>
                  <a:pt x="36734" y="4989"/>
                  <a:pt x="36638" y="5058"/>
                </a:cubicBezTo>
                <a:cubicBezTo>
                  <a:pt x="36541" y="5128"/>
                  <a:pt x="36448" y="5183"/>
                  <a:pt x="36357" y="5224"/>
                </a:cubicBezTo>
                <a:cubicBezTo>
                  <a:pt x="36250" y="5276"/>
                  <a:pt x="36127" y="5320"/>
                  <a:pt x="35989" y="5355"/>
                </a:cubicBezTo>
                <a:cubicBezTo>
                  <a:pt x="35850" y="5390"/>
                  <a:pt x="35688" y="5408"/>
                  <a:pt x="35502" y="5408"/>
                </a:cubicBezTo>
                <a:cubicBezTo>
                  <a:pt x="35159" y="5408"/>
                  <a:pt x="34869" y="5294"/>
                  <a:pt x="34630" y="5067"/>
                </a:cubicBezTo>
                <a:cubicBezTo>
                  <a:pt x="34392" y="4840"/>
                  <a:pt x="34273" y="4550"/>
                  <a:pt x="34273" y="4197"/>
                </a:cubicBezTo>
                <a:cubicBezTo>
                  <a:pt x="34273" y="3909"/>
                  <a:pt x="34334" y="3675"/>
                  <a:pt x="34458" y="3497"/>
                </a:cubicBezTo>
                <a:cubicBezTo>
                  <a:pt x="34582" y="3318"/>
                  <a:pt x="34758" y="3178"/>
                  <a:pt x="34988" y="3076"/>
                </a:cubicBezTo>
                <a:cubicBezTo>
                  <a:pt x="35219" y="2973"/>
                  <a:pt x="35497" y="2904"/>
                  <a:pt x="35822" y="2868"/>
                </a:cubicBezTo>
                <a:cubicBezTo>
                  <a:pt x="36147" y="2831"/>
                  <a:pt x="36495" y="2804"/>
                  <a:pt x="36868" y="2786"/>
                </a:cubicBezTo>
                <a:lnTo>
                  <a:pt x="36868" y="2686"/>
                </a:lnTo>
                <a:cubicBezTo>
                  <a:pt x="36868" y="2540"/>
                  <a:pt x="36842" y="2418"/>
                  <a:pt x="36791" y="2322"/>
                </a:cubicBezTo>
                <a:cubicBezTo>
                  <a:pt x="36740" y="2226"/>
                  <a:pt x="36667" y="2150"/>
                  <a:pt x="36571" y="2095"/>
                </a:cubicBezTo>
                <a:cubicBezTo>
                  <a:pt x="36480" y="2043"/>
                  <a:pt x="36371" y="2007"/>
                  <a:pt x="36244" y="1989"/>
                </a:cubicBezTo>
                <a:cubicBezTo>
                  <a:pt x="36117" y="1971"/>
                  <a:pt x="35984" y="1962"/>
                  <a:pt x="35846" y="1962"/>
                </a:cubicBezTo>
                <a:cubicBezTo>
                  <a:pt x="35678" y="1962"/>
                  <a:pt x="35491" y="1984"/>
                  <a:pt x="35284" y="2030"/>
                </a:cubicBezTo>
                <a:cubicBezTo>
                  <a:pt x="35077" y="2075"/>
                  <a:pt x="34864" y="2141"/>
                  <a:pt x="34644" y="2227"/>
                </a:cubicBezTo>
                <a:lnTo>
                  <a:pt x="34610" y="2227"/>
                </a:lnTo>
                <a:lnTo>
                  <a:pt x="34610" y="1577"/>
                </a:lnTo>
                <a:cubicBezTo>
                  <a:pt x="34735" y="1543"/>
                  <a:pt x="34915" y="1505"/>
                  <a:pt x="35151" y="1464"/>
                </a:cubicBezTo>
                <a:cubicBezTo>
                  <a:pt x="35387" y="1424"/>
                  <a:pt x="35620" y="1403"/>
                  <a:pt x="35849" y="1403"/>
                </a:cubicBezTo>
                <a:cubicBezTo>
                  <a:pt x="36117" y="1403"/>
                  <a:pt x="36350" y="1425"/>
                  <a:pt x="36549" y="1469"/>
                </a:cubicBezTo>
                <a:cubicBezTo>
                  <a:pt x="36748" y="1514"/>
                  <a:pt x="36920" y="1589"/>
                  <a:pt x="37065" y="1696"/>
                </a:cubicBezTo>
                <a:cubicBezTo>
                  <a:pt x="37208" y="1800"/>
                  <a:pt x="37317" y="1935"/>
                  <a:pt x="37392" y="2101"/>
                </a:cubicBezTo>
                <a:cubicBezTo>
                  <a:pt x="37467" y="2267"/>
                  <a:pt x="37504" y="2472"/>
                  <a:pt x="37504" y="2718"/>
                </a:cubicBezTo>
                <a:lnTo>
                  <a:pt x="37504" y="5299"/>
                </a:lnTo>
                <a:moveTo>
                  <a:pt x="36868" y="4367"/>
                </a:moveTo>
                <a:lnTo>
                  <a:pt x="36868" y="3303"/>
                </a:lnTo>
                <a:cubicBezTo>
                  <a:pt x="36672" y="3315"/>
                  <a:pt x="36442" y="3332"/>
                  <a:pt x="36178" y="3355"/>
                </a:cubicBezTo>
                <a:cubicBezTo>
                  <a:pt x="35913" y="3378"/>
                  <a:pt x="35704" y="3411"/>
                  <a:pt x="35550" y="3454"/>
                </a:cubicBezTo>
                <a:cubicBezTo>
                  <a:pt x="35366" y="3506"/>
                  <a:pt x="35217" y="3588"/>
                  <a:pt x="35103" y="3698"/>
                </a:cubicBezTo>
                <a:cubicBezTo>
                  <a:pt x="34990" y="3809"/>
                  <a:pt x="34933" y="3961"/>
                  <a:pt x="34933" y="4155"/>
                </a:cubicBezTo>
                <a:cubicBezTo>
                  <a:pt x="34933" y="4374"/>
                  <a:pt x="34999" y="4539"/>
                  <a:pt x="35131" y="4649"/>
                </a:cubicBezTo>
                <a:cubicBezTo>
                  <a:pt x="35262" y="4760"/>
                  <a:pt x="35463" y="4815"/>
                  <a:pt x="35734" y="4815"/>
                </a:cubicBezTo>
                <a:cubicBezTo>
                  <a:pt x="35958" y="4815"/>
                  <a:pt x="36164" y="4772"/>
                  <a:pt x="36350" y="4684"/>
                </a:cubicBezTo>
                <a:cubicBezTo>
                  <a:pt x="36536" y="4596"/>
                  <a:pt x="36709" y="4490"/>
                  <a:pt x="36868" y="4367"/>
                </a:cubicBezTo>
                <a:close/>
                <a:moveTo>
                  <a:pt x="41921" y="3460"/>
                </a:moveTo>
                <a:lnTo>
                  <a:pt x="39119" y="3460"/>
                </a:lnTo>
                <a:cubicBezTo>
                  <a:pt x="39119" y="3694"/>
                  <a:pt x="39154" y="3899"/>
                  <a:pt x="39224" y="4073"/>
                </a:cubicBezTo>
                <a:cubicBezTo>
                  <a:pt x="39294" y="4247"/>
                  <a:pt x="39391" y="4390"/>
                  <a:pt x="39514" y="4501"/>
                </a:cubicBezTo>
                <a:cubicBezTo>
                  <a:pt x="39632" y="4610"/>
                  <a:pt x="39772" y="4692"/>
                  <a:pt x="39934" y="4747"/>
                </a:cubicBezTo>
                <a:cubicBezTo>
                  <a:pt x="40096" y="4802"/>
                  <a:pt x="40275" y="4829"/>
                  <a:pt x="40471" y="4829"/>
                </a:cubicBezTo>
                <a:cubicBezTo>
                  <a:pt x="40729" y="4829"/>
                  <a:pt x="40990" y="4777"/>
                  <a:pt x="41252" y="4673"/>
                </a:cubicBezTo>
                <a:cubicBezTo>
                  <a:pt x="41514" y="4569"/>
                  <a:pt x="41701" y="4466"/>
                  <a:pt x="41812" y="4366"/>
                </a:cubicBezTo>
                <a:lnTo>
                  <a:pt x="41846" y="4366"/>
                </a:lnTo>
                <a:lnTo>
                  <a:pt x="41846" y="5066"/>
                </a:lnTo>
                <a:cubicBezTo>
                  <a:pt x="41631" y="5157"/>
                  <a:pt x="41410" y="5234"/>
                  <a:pt x="41186" y="5295"/>
                </a:cubicBezTo>
                <a:cubicBezTo>
                  <a:pt x="40961" y="5357"/>
                  <a:pt x="40725" y="5388"/>
                  <a:pt x="40477" y="5388"/>
                </a:cubicBezTo>
                <a:cubicBezTo>
                  <a:pt x="39846" y="5388"/>
                  <a:pt x="39354" y="5216"/>
                  <a:pt x="38999" y="4874"/>
                </a:cubicBezTo>
                <a:cubicBezTo>
                  <a:pt x="38645" y="4532"/>
                  <a:pt x="38468" y="4046"/>
                  <a:pt x="38468" y="3416"/>
                </a:cubicBezTo>
                <a:cubicBezTo>
                  <a:pt x="38468" y="2793"/>
                  <a:pt x="38638" y="2298"/>
                  <a:pt x="38977" y="1932"/>
                </a:cubicBezTo>
                <a:cubicBezTo>
                  <a:pt x="39317" y="1566"/>
                  <a:pt x="39763" y="1383"/>
                  <a:pt x="40317" y="1383"/>
                </a:cubicBezTo>
                <a:cubicBezTo>
                  <a:pt x="40830" y="1383"/>
                  <a:pt x="41226" y="1533"/>
                  <a:pt x="41504" y="1833"/>
                </a:cubicBezTo>
                <a:cubicBezTo>
                  <a:pt x="41782" y="2133"/>
                  <a:pt x="41921" y="2559"/>
                  <a:pt x="41921" y="3112"/>
                </a:cubicBezTo>
                <a:lnTo>
                  <a:pt x="41921" y="3460"/>
                </a:lnTo>
                <a:moveTo>
                  <a:pt x="41298" y="2970"/>
                </a:moveTo>
                <a:cubicBezTo>
                  <a:pt x="41296" y="2634"/>
                  <a:pt x="41211" y="2374"/>
                  <a:pt x="41044" y="2190"/>
                </a:cubicBezTo>
                <a:cubicBezTo>
                  <a:pt x="40877" y="2006"/>
                  <a:pt x="40624" y="1914"/>
                  <a:pt x="40283" y="1914"/>
                </a:cubicBezTo>
                <a:cubicBezTo>
                  <a:pt x="39940" y="1914"/>
                  <a:pt x="39667" y="2015"/>
                  <a:pt x="39464" y="2217"/>
                </a:cubicBezTo>
                <a:cubicBezTo>
                  <a:pt x="39261" y="2419"/>
                  <a:pt x="39146" y="2670"/>
                  <a:pt x="39119" y="2970"/>
                </a:cubicBezTo>
                <a:lnTo>
                  <a:pt x="41298" y="29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69E439-A64B-476B-A687-E76321558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0" y="2649317"/>
            <a:ext cx="43174" cy="29392"/>
          </a:xfrm>
          <a:custGeom xmlns:a="http://schemas.openxmlformats.org/drawingml/2006/main">
            <a:pathLst>
              <a:path w="43174" h="29392">
                <a:moveTo>
                  <a:pt x="0" y="0"/>
                </a:moveTo>
                <a:lnTo>
                  <a:pt x="43174" y="0"/>
                </a:lnTo>
                <a:lnTo>
                  <a:pt x="43174" y="29392"/>
                </a:lnTo>
                <a:lnTo>
                  <a:pt x="0" y="293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7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22FB72-B476-4176-BA5E-631CACA2D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1" y="2649319"/>
            <a:ext cx="43173" cy="29390"/>
          </a:xfrm>
          <a:custGeom xmlns:a="http://schemas.openxmlformats.org/drawingml/2006/main">
            <a:pathLst>
              <a:path w="43173" h="29390" fill="none">
                <a:moveTo>
                  <a:pt x="0" y="0"/>
                </a:moveTo>
                <a:lnTo>
                  <a:pt x="43173" y="0"/>
                </a:lnTo>
                <a:lnTo>
                  <a:pt x="43173" y="29390"/>
                </a:lnTo>
                <a:lnTo>
                  <a:pt x="0" y="293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799" name="Text Sesiidae">
            <a:extLst xmlns:a="http://schemas.openxmlformats.org/drawingml/2006/main">
              <a:ext uri="{FF2B5EF4-FFF2-40B4-BE49-F238E27FC236}">
                <a16:creationId xmlns:a16="http://schemas.microsoft.com/office/drawing/2014/main" id="{7C70FD70-D800-4380-852A-915BD9B0C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518" y="2651810"/>
            <a:ext cx="41957" cy="8025"/>
          </a:xfrm>
          <a:custGeom xmlns:a="http://schemas.openxmlformats.org/drawingml/2006/main">
            <a:pathLst>
              <a:path w="41957" h="8025">
                <a:moveTo>
                  <a:pt x="5801" y="5719"/>
                </a:moveTo>
                <a:cubicBezTo>
                  <a:pt x="5801" y="6012"/>
                  <a:pt x="5733" y="6302"/>
                  <a:pt x="5597" y="6589"/>
                </a:cubicBezTo>
                <a:cubicBezTo>
                  <a:pt x="5460" y="6875"/>
                  <a:pt x="5269" y="7118"/>
                  <a:pt x="5023" y="7317"/>
                </a:cubicBezTo>
                <a:cubicBezTo>
                  <a:pt x="4754" y="7533"/>
                  <a:pt x="4439" y="7701"/>
                  <a:pt x="4081" y="7823"/>
                </a:cubicBezTo>
                <a:cubicBezTo>
                  <a:pt x="3722" y="7944"/>
                  <a:pt x="3290" y="8004"/>
                  <a:pt x="2784" y="8004"/>
                </a:cubicBezTo>
                <a:cubicBezTo>
                  <a:pt x="2242" y="8004"/>
                  <a:pt x="1754" y="7954"/>
                  <a:pt x="1321" y="7853"/>
                </a:cubicBezTo>
                <a:cubicBezTo>
                  <a:pt x="889" y="7751"/>
                  <a:pt x="448" y="7601"/>
                  <a:pt x="0" y="7402"/>
                </a:cubicBezTo>
                <a:lnTo>
                  <a:pt x="0" y="6145"/>
                </a:lnTo>
                <a:lnTo>
                  <a:pt x="71" y="6145"/>
                </a:lnTo>
                <a:cubicBezTo>
                  <a:pt x="451" y="6462"/>
                  <a:pt x="891" y="6706"/>
                  <a:pt x="1390" y="6878"/>
                </a:cubicBezTo>
                <a:cubicBezTo>
                  <a:pt x="1888" y="7049"/>
                  <a:pt x="2357" y="7135"/>
                  <a:pt x="2794" y="7135"/>
                </a:cubicBezTo>
                <a:cubicBezTo>
                  <a:pt x="3414" y="7135"/>
                  <a:pt x="3897" y="7019"/>
                  <a:pt x="4242" y="6788"/>
                </a:cubicBezTo>
                <a:cubicBezTo>
                  <a:pt x="4588" y="6556"/>
                  <a:pt x="4760" y="6247"/>
                  <a:pt x="4760" y="5860"/>
                </a:cubicBezTo>
                <a:cubicBezTo>
                  <a:pt x="4760" y="5527"/>
                  <a:pt x="4679" y="5281"/>
                  <a:pt x="4515" y="5122"/>
                </a:cubicBezTo>
                <a:cubicBezTo>
                  <a:pt x="4352" y="4964"/>
                  <a:pt x="4103" y="4841"/>
                  <a:pt x="3770" y="4753"/>
                </a:cubicBezTo>
                <a:cubicBezTo>
                  <a:pt x="3517" y="4686"/>
                  <a:pt x="3243" y="4630"/>
                  <a:pt x="2949" y="4586"/>
                </a:cubicBezTo>
                <a:cubicBezTo>
                  <a:pt x="2654" y="4542"/>
                  <a:pt x="2341" y="4487"/>
                  <a:pt x="2011" y="4419"/>
                </a:cubicBezTo>
                <a:cubicBezTo>
                  <a:pt x="1344" y="4278"/>
                  <a:pt x="850" y="4036"/>
                  <a:pt x="528" y="3694"/>
                </a:cubicBezTo>
                <a:cubicBezTo>
                  <a:pt x="206" y="3352"/>
                  <a:pt x="45" y="2906"/>
                  <a:pt x="45" y="2356"/>
                </a:cubicBezTo>
                <a:cubicBezTo>
                  <a:pt x="45" y="1726"/>
                  <a:pt x="312" y="1209"/>
                  <a:pt x="844" y="806"/>
                </a:cubicBezTo>
                <a:cubicBezTo>
                  <a:pt x="1376" y="404"/>
                  <a:pt x="2052" y="202"/>
                  <a:pt x="2870" y="202"/>
                </a:cubicBezTo>
                <a:cubicBezTo>
                  <a:pt x="3399" y="202"/>
                  <a:pt x="3884" y="253"/>
                  <a:pt x="4326" y="354"/>
                </a:cubicBezTo>
                <a:cubicBezTo>
                  <a:pt x="4767" y="455"/>
                  <a:pt x="5158" y="579"/>
                  <a:pt x="5498" y="728"/>
                </a:cubicBezTo>
                <a:lnTo>
                  <a:pt x="5498" y="1910"/>
                </a:lnTo>
                <a:lnTo>
                  <a:pt x="5427" y="1910"/>
                </a:lnTo>
                <a:cubicBezTo>
                  <a:pt x="5141" y="1669"/>
                  <a:pt x="4764" y="1469"/>
                  <a:pt x="4298" y="1310"/>
                </a:cubicBezTo>
                <a:cubicBezTo>
                  <a:pt x="3831" y="1151"/>
                  <a:pt x="3354" y="1071"/>
                  <a:pt x="2865" y="1071"/>
                </a:cubicBezTo>
                <a:cubicBezTo>
                  <a:pt x="2330" y="1071"/>
                  <a:pt x="1899" y="1182"/>
                  <a:pt x="1574" y="1404"/>
                </a:cubicBezTo>
                <a:cubicBezTo>
                  <a:pt x="1249" y="1625"/>
                  <a:pt x="1086" y="1911"/>
                  <a:pt x="1086" y="2260"/>
                </a:cubicBezTo>
                <a:cubicBezTo>
                  <a:pt x="1086" y="2574"/>
                  <a:pt x="1167" y="2820"/>
                  <a:pt x="1329" y="2998"/>
                </a:cubicBezTo>
                <a:cubicBezTo>
                  <a:pt x="1491" y="3177"/>
                  <a:pt x="1775" y="3314"/>
                  <a:pt x="2183" y="3408"/>
                </a:cubicBezTo>
                <a:cubicBezTo>
                  <a:pt x="2399" y="3455"/>
                  <a:pt x="2705" y="3512"/>
                  <a:pt x="3103" y="3580"/>
                </a:cubicBezTo>
                <a:cubicBezTo>
                  <a:pt x="3500" y="3647"/>
                  <a:pt x="3837" y="3716"/>
                  <a:pt x="4113" y="3787"/>
                </a:cubicBezTo>
                <a:cubicBezTo>
                  <a:pt x="4673" y="3936"/>
                  <a:pt x="5094" y="4160"/>
                  <a:pt x="5377" y="4460"/>
                </a:cubicBezTo>
                <a:cubicBezTo>
                  <a:pt x="5660" y="4760"/>
                  <a:pt x="5801" y="5180"/>
                  <a:pt x="5801" y="5719"/>
                </a:cubicBezTo>
                <a:close/>
                <a:moveTo>
                  <a:pt x="12057" y="5134"/>
                </a:moveTo>
                <a:lnTo>
                  <a:pt x="7899" y="5134"/>
                </a:lnTo>
                <a:cubicBezTo>
                  <a:pt x="7899" y="5482"/>
                  <a:pt x="7951" y="5785"/>
                  <a:pt x="8055" y="6043"/>
                </a:cubicBezTo>
                <a:cubicBezTo>
                  <a:pt x="8160" y="6302"/>
                  <a:pt x="8303" y="6514"/>
                  <a:pt x="8485" y="6679"/>
                </a:cubicBezTo>
                <a:cubicBezTo>
                  <a:pt x="8660" y="6841"/>
                  <a:pt x="8868" y="6963"/>
                  <a:pt x="9109" y="7044"/>
                </a:cubicBezTo>
                <a:cubicBezTo>
                  <a:pt x="9350" y="7125"/>
                  <a:pt x="9615" y="7166"/>
                  <a:pt x="9905" y="7166"/>
                </a:cubicBezTo>
                <a:cubicBezTo>
                  <a:pt x="10289" y="7166"/>
                  <a:pt x="10675" y="7088"/>
                  <a:pt x="11064" y="6934"/>
                </a:cubicBezTo>
                <a:cubicBezTo>
                  <a:pt x="11454" y="6780"/>
                  <a:pt x="11731" y="6628"/>
                  <a:pt x="11896" y="6478"/>
                </a:cubicBezTo>
                <a:lnTo>
                  <a:pt x="11946" y="6478"/>
                </a:lnTo>
                <a:lnTo>
                  <a:pt x="11946" y="7518"/>
                </a:lnTo>
                <a:cubicBezTo>
                  <a:pt x="11626" y="7653"/>
                  <a:pt x="11299" y="7766"/>
                  <a:pt x="10966" y="7857"/>
                </a:cubicBezTo>
                <a:cubicBezTo>
                  <a:pt x="10632" y="7949"/>
                  <a:pt x="10282" y="7994"/>
                  <a:pt x="9915" y="7994"/>
                </a:cubicBezTo>
                <a:cubicBezTo>
                  <a:pt x="8978" y="7994"/>
                  <a:pt x="8247" y="7740"/>
                  <a:pt x="7722" y="7233"/>
                </a:cubicBezTo>
                <a:cubicBezTo>
                  <a:pt x="7196" y="6725"/>
                  <a:pt x="6933" y="6003"/>
                  <a:pt x="6933" y="5068"/>
                </a:cubicBezTo>
                <a:cubicBezTo>
                  <a:pt x="6933" y="4144"/>
                  <a:pt x="7185" y="3410"/>
                  <a:pt x="7689" y="2867"/>
                </a:cubicBezTo>
                <a:cubicBezTo>
                  <a:pt x="8192" y="2323"/>
                  <a:pt x="8855" y="2052"/>
                  <a:pt x="9677" y="2052"/>
                </a:cubicBezTo>
                <a:cubicBezTo>
                  <a:pt x="10439" y="2052"/>
                  <a:pt x="11026" y="2274"/>
                  <a:pt x="11438" y="2720"/>
                </a:cubicBezTo>
                <a:cubicBezTo>
                  <a:pt x="11851" y="3165"/>
                  <a:pt x="12057" y="3798"/>
                  <a:pt x="12057" y="4618"/>
                </a:cubicBezTo>
                <a:lnTo>
                  <a:pt x="12057" y="5134"/>
                </a:lnTo>
                <a:moveTo>
                  <a:pt x="11133" y="4407"/>
                </a:moveTo>
                <a:cubicBezTo>
                  <a:pt x="11129" y="3908"/>
                  <a:pt x="11004" y="3522"/>
                  <a:pt x="10756" y="3249"/>
                </a:cubicBezTo>
                <a:cubicBezTo>
                  <a:pt x="10509" y="2976"/>
                  <a:pt x="10132" y="2840"/>
                  <a:pt x="9627" y="2840"/>
                </a:cubicBezTo>
                <a:cubicBezTo>
                  <a:pt x="9118" y="2840"/>
                  <a:pt x="8713" y="2990"/>
                  <a:pt x="8411" y="3290"/>
                </a:cubicBezTo>
                <a:cubicBezTo>
                  <a:pt x="8110" y="3590"/>
                  <a:pt x="7939" y="3962"/>
                  <a:pt x="7899" y="4407"/>
                </a:cubicBezTo>
                <a:lnTo>
                  <a:pt x="11133" y="4407"/>
                </a:lnTo>
                <a:close/>
                <a:moveTo>
                  <a:pt x="17530" y="6232"/>
                </a:moveTo>
                <a:cubicBezTo>
                  <a:pt x="17530" y="6747"/>
                  <a:pt x="17317" y="7170"/>
                  <a:pt x="16891" y="7500"/>
                </a:cubicBezTo>
                <a:cubicBezTo>
                  <a:pt x="16465" y="7829"/>
                  <a:pt x="15883" y="7994"/>
                  <a:pt x="15145" y="7994"/>
                </a:cubicBezTo>
                <a:cubicBezTo>
                  <a:pt x="14727" y="7994"/>
                  <a:pt x="14344" y="7945"/>
                  <a:pt x="13995" y="7845"/>
                </a:cubicBezTo>
                <a:cubicBezTo>
                  <a:pt x="13647" y="7745"/>
                  <a:pt x="13354" y="7636"/>
                  <a:pt x="13119" y="7518"/>
                </a:cubicBezTo>
                <a:lnTo>
                  <a:pt x="13119" y="6448"/>
                </a:lnTo>
                <a:lnTo>
                  <a:pt x="13169" y="6448"/>
                </a:lnTo>
                <a:cubicBezTo>
                  <a:pt x="13469" y="6677"/>
                  <a:pt x="13802" y="6859"/>
                  <a:pt x="14170" y="6994"/>
                </a:cubicBezTo>
                <a:cubicBezTo>
                  <a:pt x="14537" y="7129"/>
                  <a:pt x="14889" y="7196"/>
                  <a:pt x="15226" y="7196"/>
                </a:cubicBezTo>
                <a:cubicBezTo>
                  <a:pt x="15644" y="7196"/>
                  <a:pt x="15970" y="7128"/>
                  <a:pt x="16206" y="6993"/>
                </a:cubicBezTo>
                <a:cubicBezTo>
                  <a:pt x="16442" y="6858"/>
                  <a:pt x="16560" y="6644"/>
                  <a:pt x="16560" y="6353"/>
                </a:cubicBezTo>
                <a:cubicBezTo>
                  <a:pt x="16560" y="6131"/>
                  <a:pt x="16496" y="5963"/>
                  <a:pt x="16368" y="5849"/>
                </a:cubicBezTo>
                <a:cubicBezTo>
                  <a:pt x="16240" y="5734"/>
                  <a:pt x="15994" y="5637"/>
                  <a:pt x="15630" y="5556"/>
                </a:cubicBezTo>
                <a:cubicBezTo>
                  <a:pt x="15495" y="5525"/>
                  <a:pt x="15319" y="5490"/>
                  <a:pt x="15102" y="5450"/>
                </a:cubicBezTo>
                <a:cubicBezTo>
                  <a:pt x="14885" y="5409"/>
                  <a:pt x="14687" y="5366"/>
                  <a:pt x="14508" y="5318"/>
                </a:cubicBezTo>
                <a:cubicBezTo>
                  <a:pt x="14013" y="5187"/>
                  <a:pt x="13662" y="4994"/>
                  <a:pt x="13455" y="4740"/>
                </a:cubicBezTo>
                <a:cubicBezTo>
                  <a:pt x="13247" y="4486"/>
                  <a:pt x="13144" y="4174"/>
                  <a:pt x="13144" y="3804"/>
                </a:cubicBezTo>
                <a:cubicBezTo>
                  <a:pt x="13144" y="3571"/>
                  <a:pt x="13192" y="3353"/>
                  <a:pt x="13288" y="3147"/>
                </a:cubicBezTo>
                <a:cubicBezTo>
                  <a:pt x="13384" y="2942"/>
                  <a:pt x="13530" y="2759"/>
                  <a:pt x="13725" y="2597"/>
                </a:cubicBezTo>
                <a:cubicBezTo>
                  <a:pt x="13914" y="2439"/>
                  <a:pt x="14154" y="2313"/>
                  <a:pt x="14445" y="2221"/>
                </a:cubicBezTo>
                <a:cubicBezTo>
                  <a:pt x="14736" y="2128"/>
                  <a:pt x="15062" y="2082"/>
                  <a:pt x="15423" y="2082"/>
                </a:cubicBezTo>
                <a:cubicBezTo>
                  <a:pt x="15760" y="2082"/>
                  <a:pt x="16101" y="2123"/>
                  <a:pt x="16446" y="2205"/>
                </a:cubicBezTo>
                <a:cubicBezTo>
                  <a:pt x="16791" y="2288"/>
                  <a:pt x="17079" y="2387"/>
                  <a:pt x="17308" y="2505"/>
                </a:cubicBezTo>
                <a:lnTo>
                  <a:pt x="17308" y="3517"/>
                </a:lnTo>
                <a:lnTo>
                  <a:pt x="17257" y="3517"/>
                </a:lnTo>
                <a:cubicBezTo>
                  <a:pt x="17015" y="3339"/>
                  <a:pt x="16720" y="3188"/>
                  <a:pt x="16373" y="3065"/>
                </a:cubicBezTo>
                <a:cubicBezTo>
                  <a:pt x="16026" y="2942"/>
                  <a:pt x="15686" y="2880"/>
                  <a:pt x="15352" y="2880"/>
                </a:cubicBezTo>
                <a:cubicBezTo>
                  <a:pt x="15005" y="2880"/>
                  <a:pt x="14712" y="2947"/>
                  <a:pt x="14473" y="3081"/>
                </a:cubicBezTo>
                <a:cubicBezTo>
                  <a:pt x="14234" y="3215"/>
                  <a:pt x="14114" y="3413"/>
                  <a:pt x="14114" y="3677"/>
                </a:cubicBezTo>
                <a:cubicBezTo>
                  <a:pt x="14114" y="3910"/>
                  <a:pt x="14186" y="4085"/>
                  <a:pt x="14331" y="4202"/>
                </a:cubicBezTo>
                <a:cubicBezTo>
                  <a:pt x="14473" y="4320"/>
                  <a:pt x="14702" y="4416"/>
                  <a:pt x="15019" y="4490"/>
                </a:cubicBezTo>
                <a:cubicBezTo>
                  <a:pt x="15194" y="4531"/>
                  <a:pt x="15390" y="4571"/>
                  <a:pt x="15607" y="4612"/>
                </a:cubicBezTo>
                <a:cubicBezTo>
                  <a:pt x="15825" y="4652"/>
                  <a:pt x="16006" y="4689"/>
                  <a:pt x="16151" y="4723"/>
                </a:cubicBezTo>
                <a:cubicBezTo>
                  <a:pt x="16592" y="4824"/>
                  <a:pt x="16932" y="4997"/>
                  <a:pt x="17171" y="5243"/>
                </a:cubicBezTo>
                <a:cubicBezTo>
                  <a:pt x="17411" y="5492"/>
                  <a:pt x="17530" y="5822"/>
                  <a:pt x="17530" y="6232"/>
                </a:cubicBezTo>
                <a:close/>
                <a:moveTo>
                  <a:pt x="19910" y="1273"/>
                </a:moveTo>
                <a:lnTo>
                  <a:pt x="18839" y="1273"/>
                </a:lnTo>
                <a:lnTo>
                  <a:pt x="18839" y="283"/>
                </a:lnTo>
                <a:lnTo>
                  <a:pt x="19910" y="283"/>
                </a:lnTo>
                <a:lnTo>
                  <a:pt x="19910" y="1273"/>
                </a:lnTo>
                <a:moveTo>
                  <a:pt x="19849" y="7863"/>
                </a:moveTo>
                <a:lnTo>
                  <a:pt x="18899" y="7863"/>
                </a:lnTo>
                <a:lnTo>
                  <a:pt x="18899" y="2213"/>
                </a:lnTo>
                <a:lnTo>
                  <a:pt x="19849" y="2213"/>
                </a:lnTo>
                <a:lnTo>
                  <a:pt x="19849" y="7863"/>
                </a:lnTo>
                <a:close/>
                <a:moveTo>
                  <a:pt x="22750" y="1273"/>
                </a:moveTo>
                <a:lnTo>
                  <a:pt x="21679" y="1273"/>
                </a:lnTo>
                <a:lnTo>
                  <a:pt x="21679" y="283"/>
                </a:lnTo>
                <a:lnTo>
                  <a:pt x="22750" y="283"/>
                </a:lnTo>
                <a:lnTo>
                  <a:pt x="22750" y="1273"/>
                </a:lnTo>
                <a:moveTo>
                  <a:pt x="22689" y="7863"/>
                </a:moveTo>
                <a:lnTo>
                  <a:pt x="21739" y="7863"/>
                </a:lnTo>
                <a:lnTo>
                  <a:pt x="21739" y="2213"/>
                </a:lnTo>
                <a:lnTo>
                  <a:pt x="22689" y="2213"/>
                </a:lnTo>
                <a:lnTo>
                  <a:pt x="22689" y="7863"/>
                </a:lnTo>
                <a:close/>
                <a:moveTo>
                  <a:pt x="29147" y="7863"/>
                </a:moveTo>
                <a:lnTo>
                  <a:pt x="28197" y="7863"/>
                </a:lnTo>
                <a:lnTo>
                  <a:pt x="28197" y="7275"/>
                </a:lnTo>
                <a:cubicBezTo>
                  <a:pt x="27924" y="7511"/>
                  <a:pt x="27640" y="7695"/>
                  <a:pt x="27343" y="7827"/>
                </a:cubicBezTo>
                <a:cubicBezTo>
                  <a:pt x="27047" y="7959"/>
                  <a:pt x="26725" y="8025"/>
                  <a:pt x="26378" y="8025"/>
                </a:cubicBezTo>
                <a:cubicBezTo>
                  <a:pt x="25704" y="8025"/>
                  <a:pt x="25170" y="7765"/>
                  <a:pt x="24774" y="7245"/>
                </a:cubicBezTo>
                <a:cubicBezTo>
                  <a:pt x="24378" y="6724"/>
                  <a:pt x="24180" y="6003"/>
                  <a:pt x="24180" y="5081"/>
                </a:cubicBezTo>
                <a:cubicBezTo>
                  <a:pt x="24180" y="4602"/>
                  <a:pt x="24248" y="4174"/>
                  <a:pt x="24385" y="3799"/>
                </a:cubicBezTo>
                <a:cubicBezTo>
                  <a:pt x="24521" y="3425"/>
                  <a:pt x="24705" y="3105"/>
                  <a:pt x="24938" y="2842"/>
                </a:cubicBezTo>
                <a:cubicBezTo>
                  <a:pt x="25167" y="2585"/>
                  <a:pt x="25434" y="2389"/>
                  <a:pt x="25739" y="2254"/>
                </a:cubicBezTo>
                <a:cubicBezTo>
                  <a:pt x="26044" y="2119"/>
                  <a:pt x="26360" y="2052"/>
                  <a:pt x="26686" y="2052"/>
                </a:cubicBezTo>
                <a:cubicBezTo>
                  <a:pt x="26983" y="2052"/>
                  <a:pt x="27246" y="2083"/>
                  <a:pt x="27475" y="2145"/>
                </a:cubicBezTo>
                <a:cubicBezTo>
                  <a:pt x="27704" y="2208"/>
                  <a:pt x="27945" y="2305"/>
                  <a:pt x="28197" y="2437"/>
                </a:cubicBezTo>
                <a:lnTo>
                  <a:pt x="28197" y="0"/>
                </a:lnTo>
                <a:lnTo>
                  <a:pt x="29147" y="0"/>
                </a:lnTo>
                <a:lnTo>
                  <a:pt x="29147" y="7863"/>
                </a:lnTo>
                <a:moveTo>
                  <a:pt x="28197" y="6473"/>
                </a:moveTo>
                <a:lnTo>
                  <a:pt x="28197" y="3234"/>
                </a:lnTo>
                <a:cubicBezTo>
                  <a:pt x="27941" y="3120"/>
                  <a:pt x="27712" y="3040"/>
                  <a:pt x="27510" y="2997"/>
                </a:cubicBezTo>
                <a:cubicBezTo>
                  <a:pt x="27308" y="2953"/>
                  <a:pt x="27087" y="2931"/>
                  <a:pt x="26848" y="2931"/>
                </a:cubicBezTo>
                <a:cubicBezTo>
                  <a:pt x="26316" y="2931"/>
                  <a:pt x="25901" y="3116"/>
                  <a:pt x="25605" y="3487"/>
                </a:cubicBezTo>
                <a:cubicBezTo>
                  <a:pt x="25309" y="3857"/>
                  <a:pt x="25160" y="4383"/>
                  <a:pt x="25160" y="5063"/>
                </a:cubicBezTo>
                <a:cubicBezTo>
                  <a:pt x="25160" y="5734"/>
                  <a:pt x="25275" y="6243"/>
                  <a:pt x="25504" y="6592"/>
                </a:cubicBezTo>
                <a:cubicBezTo>
                  <a:pt x="25733" y="6941"/>
                  <a:pt x="26100" y="7115"/>
                  <a:pt x="26606" y="7115"/>
                </a:cubicBezTo>
                <a:cubicBezTo>
                  <a:pt x="26875" y="7115"/>
                  <a:pt x="27148" y="7055"/>
                  <a:pt x="27424" y="6936"/>
                </a:cubicBezTo>
                <a:cubicBezTo>
                  <a:pt x="27700" y="6816"/>
                  <a:pt x="27958" y="6662"/>
                  <a:pt x="28197" y="6473"/>
                </a:cubicBezTo>
                <a:close/>
                <a:moveTo>
                  <a:pt x="35403" y="7863"/>
                </a:moveTo>
                <a:lnTo>
                  <a:pt x="34458" y="7863"/>
                </a:lnTo>
                <a:lnTo>
                  <a:pt x="34458" y="7266"/>
                </a:lnTo>
                <a:cubicBezTo>
                  <a:pt x="34374" y="7323"/>
                  <a:pt x="34260" y="7403"/>
                  <a:pt x="34117" y="7506"/>
                </a:cubicBezTo>
                <a:cubicBezTo>
                  <a:pt x="33974" y="7609"/>
                  <a:pt x="33835" y="7691"/>
                  <a:pt x="33700" y="7751"/>
                </a:cubicBezTo>
                <a:cubicBezTo>
                  <a:pt x="33542" y="7829"/>
                  <a:pt x="33360" y="7894"/>
                  <a:pt x="33155" y="7946"/>
                </a:cubicBezTo>
                <a:cubicBezTo>
                  <a:pt x="32949" y="7999"/>
                  <a:pt x="32708" y="8025"/>
                  <a:pt x="32432" y="8025"/>
                </a:cubicBezTo>
                <a:cubicBezTo>
                  <a:pt x="31923" y="8025"/>
                  <a:pt x="31492" y="7856"/>
                  <a:pt x="31138" y="7519"/>
                </a:cubicBezTo>
                <a:cubicBezTo>
                  <a:pt x="30785" y="7181"/>
                  <a:pt x="30608" y="6751"/>
                  <a:pt x="30608" y="6228"/>
                </a:cubicBezTo>
                <a:cubicBezTo>
                  <a:pt x="30608" y="5800"/>
                  <a:pt x="30699" y="5453"/>
                  <a:pt x="30883" y="5189"/>
                </a:cubicBezTo>
                <a:cubicBezTo>
                  <a:pt x="31067" y="4924"/>
                  <a:pt x="31329" y="4715"/>
                  <a:pt x="31669" y="4564"/>
                </a:cubicBezTo>
                <a:cubicBezTo>
                  <a:pt x="32012" y="4412"/>
                  <a:pt x="32425" y="4309"/>
                  <a:pt x="32907" y="4255"/>
                </a:cubicBezTo>
                <a:cubicBezTo>
                  <a:pt x="33389" y="4201"/>
                  <a:pt x="33906" y="4161"/>
                  <a:pt x="34458" y="4134"/>
                </a:cubicBezTo>
                <a:lnTo>
                  <a:pt x="34458" y="3986"/>
                </a:lnTo>
                <a:cubicBezTo>
                  <a:pt x="34458" y="3768"/>
                  <a:pt x="34420" y="3588"/>
                  <a:pt x="34345" y="3446"/>
                </a:cubicBezTo>
                <a:cubicBezTo>
                  <a:pt x="34269" y="3303"/>
                  <a:pt x="34160" y="3191"/>
                  <a:pt x="34019" y="3109"/>
                </a:cubicBezTo>
                <a:cubicBezTo>
                  <a:pt x="33884" y="3031"/>
                  <a:pt x="33722" y="2979"/>
                  <a:pt x="33534" y="2951"/>
                </a:cubicBezTo>
                <a:cubicBezTo>
                  <a:pt x="33345" y="2924"/>
                  <a:pt x="33148" y="2911"/>
                  <a:pt x="32942" y="2911"/>
                </a:cubicBezTo>
                <a:cubicBezTo>
                  <a:pt x="32693" y="2911"/>
                  <a:pt x="32415" y="2944"/>
                  <a:pt x="32109" y="3012"/>
                </a:cubicBezTo>
                <a:cubicBezTo>
                  <a:pt x="31802" y="3079"/>
                  <a:pt x="31485" y="3177"/>
                  <a:pt x="31158" y="3305"/>
                </a:cubicBezTo>
                <a:lnTo>
                  <a:pt x="31108" y="3305"/>
                </a:lnTo>
                <a:lnTo>
                  <a:pt x="31108" y="2340"/>
                </a:lnTo>
                <a:cubicBezTo>
                  <a:pt x="31293" y="2289"/>
                  <a:pt x="31561" y="2234"/>
                  <a:pt x="31911" y="2173"/>
                </a:cubicBezTo>
                <a:cubicBezTo>
                  <a:pt x="32262" y="2112"/>
                  <a:pt x="32607" y="2082"/>
                  <a:pt x="32947" y="2082"/>
                </a:cubicBezTo>
                <a:cubicBezTo>
                  <a:pt x="33345" y="2082"/>
                  <a:pt x="33691" y="2115"/>
                  <a:pt x="33986" y="2181"/>
                </a:cubicBezTo>
                <a:cubicBezTo>
                  <a:pt x="34281" y="2246"/>
                  <a:pt x="34536" y="2358"/>
                  <a:pt x="34751" y="2517"/>
                </a:cubicBezTo>
                <a:cubicBezTo>
                  <a:pt x="34964" y="2672"/>
                  <a:pt x="35125" y="2872"/>
                  <a:pt x="35237" y="3118"/>
                </a:cubicBezTo>
                <a:cubicBezTo>
                  <a:pt x="35348" y="3364"/>
                  <a:pt x="35403" y="3669"/>
                  <a:pt x="35403" y="4033"/>
                </a:cubicBezTo>
                <a:lnTo>
                  <a:pt x="35403" y="7863"/>
                </a:lnTo>
                <a:moveTo>
                  <a:pt x="34458" y="6480"/>
                </a:moveTo>
                <a:lnTo>
                  <a:pt x="34458" y="4902"/>
                </a:lnTo>
                <a:cubicBezTo>
                  <a:pt x="34169" y="4919"/>
                  <a:pt x="33827" y="4944"/>
                  <a:pt x="33435" y="4978"/>
                </a:cubicBezTo>
                <a:cubicBezTo>
                  <a:pt x="33043" y="5012"/>
                  <a:pt x="32732" y="5061"/>
                  <a:pt x="32503" y="5125"/>
                </a:cubicBezTo>
                <a:cubicBezTo>
                  <a:pt x="32230" y="5203"/>
                  <a:pt x="32009" y="5324"/>
                  <a:pt x="31841" y="5488"/>
                </a:cubicBezTo>
                <a:cubicBezTo>
                  <a:pt x="31672" y="5652"/>
                  <a:pt x="31588" y="5878"/>
                  <a:pt x="31588" y="6166"/>
                </a:cubicBezTo>
                <a:cubicBezTo>
                  <a:pt x="31588" y="6491"/>
                  <a:pt x="31686" y="6735"/>
                  <a:pt x="31881" y="6899"/>
                </a:cubicBezTo>
                <a:cubicBezTo>
                  <a:pt x="32077" y="7063"/>
                  <a:pt x="32375" y="7145"/>
                  <a:pt x="32776" y="7145"/>
                </a:cubicBezTo>
                <a:cubicBezTo>
                  <a:pt x="33109" y="7145"/>
                  <a:pt x="33414" y="7080"/>
                  <a:pt x="33690" y="6950"/>
                </a:cubicBezTo>
                <a:cubicBezTo>
                  <a:pt x="33966" y="6820"/>
                  <a:pt x="34222" y="6663"/>
                  <a:pt x="34458" y="6480"/>
                </a:cubicBezTo>
                <a:close/>
                <a:moveTo>
                  <a:pt x="41957" y="5134"/>
                </a:moveTo>
                <a:lnTo>
                  <a:pt x="37799" y="5134"/>
                </a:lnTo>
                <a:cubicBezTo>
                  <a:pt x="37799" y="5482"/>
                  <a:pt x="37851" y="5785"/>
                  <a:pt x="37955" y="6043"/>
                </a:cubicBezTo>
                <a:cubicBezTo>
                  <a:pt x="38060" y="6302"/>
                  <a:pt x="38203" y="6514"/>
                  <a:pt x="38385" y="6679"/>
                </a:cubicBezTo>
                <a:cubicBezTo>
                  <a:pt x="38560" y="6841"/>
                  <a:pt x="38768" y="6963"/>
                  <a:pt x="39009" y="7044"/>
                </a:cubicBezTo>
                <a:cubicBezTo>
                  <a:pt x="39250" y="7125"/>
                  <a:pt x="39515" y="7166"/>
                  <a:pt x="39805" y="7166"/>
                </a:cubicBezTo>
                <a:cubicBezTo>
                  <a:pt x="40189" y="7166"/>
                  <a:pt x="40575" y="7088"/>
                  <a:pt x="40965" y="6934"/>
                </a:cubicBezTo>
                <a:cubicBezTo>
                  <a:pt x="41354" y="6780"/>
                  <a:pt x="41631" y="6628"/>
                  <a:pt x="41796" y="6478"/>
                </a:cubicBezTo>
                <a:lnTo>
                  <a:pt x="41846" y="6478"/>
                </a:lnTo>
                <a:lnTo>
                  <a:pt x="41846" y="7518"/>
                </a:lnTo>
                <a:cubicBezTo>
                  <a:pt x="41526" y="7653"/>
                  <a:pt x="41199" y="7766"/>
                  <a:pt x="40866" y="7857"/>
                </a:cubicBezTo>
                <a:cubicBezTo>
                  <a:pt x="40532" y="7949"/>
                  <a:pt x="40182" y="7994"/>
                  <a:pt x="39815" y="7994"/>
                </a:cubicBezTo>
                <a:cubicBezTo>
                  <a:pt x="38878" y="7994"/>
                  <a:pt x="38147" y="7740"/>
                  <a:pt x="37622" y="7233"/>
                </a:cubicBezTo>
                <a:cubicBezTo>
                  <a:pt x="37096" y="6725"/>
                  <a:pt x="36833" y="6003"/>
                  <a:pt x="36833" y="5068"/>
                </a:cubicBezTo>
                <a:cubicBezTo>
                  <a:pt x="36833" y="4144"/>
                  <a:pt x="37085" y="3410"/>
                  <a:pt x="37589" y="2867"/>
                </a:cubicBezTo>
                <a:cubicBezTo>
                  <a:pt x="38093" y="2323"/>
                  <a:pt x="38755" y="2052"/>
                  <a:pt x="39577" y="2052"/>
                </a:cubicBezTo>
                <a:cubicBezTo>
                  <a:pt x="40339" y="2052"/>
                  <a:pt x="40926" y="2274"/>
                  <a:pt x="41338" y="2720"/>
                </a:cubicBezTo>
                <a:cubicBezTo>
                  <a:pt x="41751" y="3165"/>
                  <a:pt x="41957" y="3798"/>
                  <a:pt x="41957" y="4618"/>
                </a:cubicBezTo>
                <a:lnTo>
                  <a:pt x="41957" y="5134"/>
                </a:lnTo>
                <a:moveTo>
                  <a:pt x="41033" y="4407"/>
                </a:moveTo>
                <a:cubicBezTo>
                  <a:pt x="41029" y="3908"/>
                  <a:pt x="40904" y="3522"/>
                  <a:pt x="40656" y="3249"/>
                </a:cubicBezTo>
                <a:cubicBezTo>
                  <a:pt x="40409" y="2976"/>
                  <a:pt x="40032" y="2840"/>
                  <a:pt x="39527" y="2840"/>
                </a:cubicBezTo>
                <a:cubicBezTo>
                  <a:pt x="39018" y="2840"/>
                  <a:pt x="38613" y="2990"/>
                  <a:pt x="38312" y="3290"/>
                </a:cubicBezTo>
                <a:cubicBezTo>
                  <a:pt x="38010" y="3590"/>
                  <a:pt x="37839" y="3962"/>
                  <a:pt x="37799" y="4407"/>
                </a:cubicBezTo>
                <a:lnTo>
                  <a:pt x="41033" y="44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281981-EDE3-4E65-B1D3-B0352DB8A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0" y="2701206"/>
            <a:ext cx="43174" cy="24840"/>
          </a:xfrm>
          <a:custGeom xmlns:a="http://schemas.openxmlformats.org/drawingml/2006/main">
            <a:pathLst>
              <a:path w="43174" h="24840">
                <a:moveTo>
                  <a:pt x="0" y="0"/>
                </a:moveTo>
                <a:lnTo>
                  <a:pt x="43174" y="0"/>
                </a:lnTo>
                <a:lnTo>
                  <a:pt x="43174" y="24840"/>
                </a:lnTo>
                <a:lnTo>
                  <a:pt x="0" y="2484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B7DCA07-8CE0-4957-9E07-73F2395B0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341" y="2701208"/>
            <a:ext cx="43173" cy="24841"/>
          </a:xfrm>
          <a:custGeom xmlns:a="http://schemas.openxmlformats.org/drawingml/2006/main">
            <a:pathLst>
              <a:path w="43173" h="24841" fill="none">
                <a:moveTo>
                  <a:pt x="0" y="0"/>
                </a:moveTo>
                <a:lnTo>
                  <a:pt x="43173" y="0"/>
                </a:lnTo>
                <a:lnTo>
                  <a:pt x="43173" y="24841"/>
                </a:lnTo>
                <a:lnTo>
                  <a:pt x="0" y="248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02" name="Text Coleophoridae">
            <a:extLst xmlns:a="http://schemas.openxmlformats.org/drawingml/2006/main">
              <a:ext uri="{FF2B5EF4-FFF2-40B4-BE49-F238E27FC236}">
                <a16:creationId xmlns:a16="http://schemas.microsoft.com/office/drawing/2014/main" id="{DE1102AC-BF24-4280-803D-2FED3F30E3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1177" y="2702672"/>
            <a:ext cx="42360" cy="5765"/>
          </a:xfrm>
          <a:custGeom xmlns:a="http://schemas.openxmlformats.org/drawingml/2006/main">
            <a:pathLst>
              <a:path w="42360" h="5765">
                <a:moveTo>
                  <a:pt x="3618" y="4244"/>
                </a:moveTo>
                <a:cubicBezTo>
                  <a:pt x="3510" y="4291"/>
                  <a:pt x="3413" y="4335"/>
                  <a:pt x="3326" y="4376"/>
                </a:cubicBezTo>
                <a:cubicBezTo>
                  <a:pt x="3240" y="4417"/>
                  <a:pt x="3126" y="4460"/>
                  <a:pt x="2985" y="4505"/>
                </a:cubicBezTo>
                <a:cubicBezTo>
                  <a:pt x="2866" y="4542"/>
                  <a:pt x="2737" y="4574"/>
                  <a:pt x="2597" y="4601"/>
                </a:cubicBezTo>
                <a:cubicBezTo>
                  <a:pt x="2457" y="4627"/>
                  <a:pt x="2304" y="4640"/>
                  <a:pt x="2136" y="4640"/>
                </a:cubicBezTo>
                <a:cubicBezTo>
                  <a:pt x="1819" y="4640"/>
                  <a:pt x="1532" y="4596"/>
                  <a:pt x="1273" y="4507"/>
                </a:cubicBezTo>
                <a:cubicBezTo>
                  <a:pt x="1014" y="4418"/>
                  <a:pt x="789" y="4279"/>
                  <a:pt x="598" y="4089"/>
                </a:cubicBezTo>
                <a:cubicBezTo>
                  <a:pt x="410" y="3904"/>
                  <a:pt x="264" y="3668"/>
                  <a:pt x="158" y="3381"/>
                </a:cubicBezTo>
                <a:cubicBezTo>
                  <a:pt x="53" y="3095"/>
                  <a:pt x="0" y="2762"/>
                  <a:pt x="0" y="2383"/>
                </a:cubicBezTo>
                <a:cubicBezTo>
                  <a:pt x="0" y="2024"/>
                  <a:pt x="51" y="1702"/>
                  <a:pt x="152" y="1419"/>
                </a:cubicBezTo>
                <a:cubicBezTo>
                  <a:pt x="254" y="1135"/>
                  <a:pt x="400" y="896"/>
                  <a:pt x="592" y="701"/>
                </a:cubicBezTo>
                <a:cubicBezTo>
                  <a:pt x="777" y="511"/>
                  <a:pt x="1001" y="366"/>
                  <a:pt x="1264" y="267"/>
                </a:cubicBezTo>
                <a:cubicBezTo>
                  <a:pt x="1527" y="167"/>
                  <a:pt x="1818" y="117"/>
                  <a:pt x="2139" y="117"/>
                </a:cubicBezTo>
                <a:cubicBezTo>
                  <a:pt x="2373" y="117"/>
                  <a:pt x="2607" y="145"/>
                  <a:pt x="2840" y="202"/>
                </a:cubicBezTo>
                <a:cubicBezTo>
                  <a:pt x="3073" y="259"/>
                  <a:pt x="3333" y="358"/>
                  <a:pt x="3618" y="501"/>
                </a:cubicBezTo>
                <a:lnTo>
                  <a:pt x="3618" y="1189"/>
                </a:lnTo>
                <a:lnTo>
                  <a:pt x="3574" y="1189"/>
                </a:lnTo>
                <a:cubicBezTo>
                  <a:pt x="3334" y="991"/>
                  <a:pt x="3095" y="847"/>
                  <a:pt x="2859" y="757"/>
                </a:cubicBezTo>
                <a:cubicBezTo>
                  <a:pt x="2623" y="666"/>
                  <a:pt x="2370" y="621"/>
                  <a:pt x="2100" y="621"/>
                </a:cubicBezTo>
                <a:cubicBezTo>
                  <a:pt x="1880" y="621"/>
                  <a:pt x="1681" y="657"/>
                  <a:pt x="1504" y="728"/>
                </a:cubicBezTo>
                <a:cubicBezTo>
                  <a:pt x="1328" y="799"/>
                  <a:pt x="1170" y="909"/>
                  <a:pt x="1031" y="1059"/>
                </a:cubicBezTo>
                <a:cubicBezTo>
                  <a:pt x="896" y="1205"/>
                  <a:pt x="791" y="1390"/>
                  <a:pt x="716" y="1613"/>
                </a:cubicBezTo>
                <a:cubicBezTo>
                  <a:pt x="641" y="1836"/>
                  <a:pt x="603" y="2094"/>
                  <a:pt x="603" y="2386"/>
                </a:cubicBezTo>
                <a:cubicBezTo>
                  <a:pt x="603" y="2692"/>
                  <a:pt x="645" y="2955"/>
                  <a:pt x="728" y="3175"/>
                </a:cubicBezTo>
                <a:cubicBezTo>
                  <a:pt x="811" y="3395"/>
                  <a:pt x="918" y="3574"/>
                  <a:pt x="1049" y="3713"/>
                </a:cubicBezTo>
                <a:cubicBezTo>
                  <a:pt x="1185" y="3857"/>
                  <a:pt x="1345" y="3964"/>
                  <a:pt x="1528" y="4033"/>
                </a:cubicBezTo>
                <a:cubicBezTo>
                  <a:pt x="1710" y="4102"/>
                  <a:pt x="1903" y="4136"/>
                  <a:pt x="2106" y="4136"/>
                </a:cubicBezTo>
                <a:cubicBezTo>
                  <a:pt x="2386" y="4136"/>
                  <a:pt x="2647" y="4089"/>
                  <a:pt x="2891" y="3993"/>
                </a:cubicBezTo>
                <a:cubicBezTo>
                  <a:pt x="3136" y="3897"/>
                  <a:pt x="3364" y="3754"/>
                  <a:pt x="3577" y="3562"/>
                </a:cubicBezTo>
                <a:lnTo>
                  <a:pt x="3618" y="3562"/>
                </a:lnTo>
                <a:lnTo>
                  <a:pt x="3618" y="4244"/>
                </a:lnTo>
                <a:close/>
                <a:moveTo>
                  <a:pt x="7183" y="2922"/>
                </a:moveTo>
                <a:cubicBezTo>
                  <a:pt x="7183" y="3457"/>
                  <a:pt x="7046" y="3879"/>
                  <a:pt x="6773" y="4188"/>
                </a:cubicBezTo>
                <a:cubicBezTo>
                  <a:pt x="6499" y="4497"/>
                  <a:pt x="6133" y="4652"/>
                  <a:pt x="5674" y="4652"/>
                </a:cubicBezTo>
                <a:cubicBezTo>
                  <a:pt x="5211" y="4652"/>
                  <a:pt x="4844" y="4497"/>
                  <a:pt x="4571" y="4188"/>
                </a:cubicBezTo>
                <a:cubicBezTo>
                  <a:pt x="4299" y="3879"/>
                  <a:pt x="4163" y="3457"/>
                  <a:pt x="4163" y="2922"/>
                </a:cubicBezTo>
                <a:cubicBezTo>
                  <a:pt x="4163" y="2388"/>
                  <a:pt x="4299" y="1965"/>
                  <a:pt x="4571" y="1655"/>
                </a:cubicBezTo>
                <a:cubicBezTo>
                  <a:pt x="4844" y="1345"/>
                  <a:pt x="5211" y="1189"/>
                  <a:pt x="5674" y="1189"/>
                </a:cubicBezTo>
                <a:cubicBezTo>
                  <a:pt x="6133" y="1189"/>
                  <a:pt x="6499" y="1345"/>
                  <a:pt x="6773" y="1655"/>
                </a:cubicBezTo>
                <a:cubicBezTo>
                  <a:pt x="7046" y="1965"/>
                  <a:pt x="7183" y="2388"/>
                  <a:pt x="7183" y="2922"/>
                </a:cubicBezTo>
                <a:moveTo>
                  <a:pt x="6615" y="2922"/>
                </a:moveTo>
                <a:cubicBezTo>
                  <a:pt x="6615" y="2499"/>
                  <a:pt x="6532" y="2184"/>
                  <a:pt x="6366" y="1978"/>
                </a:cubicBezTo>
                <a:cubicBezTo>
                  <a:pt x="6200" y="1773"/>
                  <a:pt x="5969" y="1670"/>
                  <a:pt x="5674" y="1670"/>
                </a:cubicBezTo>
                <a:cubicBezTo>
                  <a:pt x="5375" y="1670"/>
                  <a:pt x="5143" y="1773"/>
                  <a:pt x="4978" y="1978"/>
                </a:cubicBezTo>
                <a:cubicBezTo>
                  <a:pt x="4813" y="2184"/>
                  <a:pt x="4731" y="2499"/>
                  <a:pt x="4731" y="2922"/>
                </a:cubicBezTo>
                <a:cubicBezTo>
                  <a:pt x="4731" y="3332"/>
                  <a:pt x="4814" y="3642"/>
                  <a:pt x="4980" y="3854"/>
                </a:cubicBezTo>
                <a:cubicBezTo>
                  <a:pt x="5146" y="4066"/>
                  <a:pt x="5377" y="4172"/>
                  <a:pt x="5674" y="4172"/>
                </a:cubicBezTo>
                <a:cubicBezTo>
                  <a:pt x="5967" y="4172"/>
                  <a:pt x="6197" y="4067"/>
                  <a:pt x="6364" y="3857"/>
                </a:cubicBezTo>
                <a:cubicBezTo>
                  <a:pt x="6531" y="3647"/>
                  <a:pt x="6615" y="3336"/>
                  <a:pt x="6615" y="2922"/>
                </a:cubicBezTo>
                <a:close/>
                <a:moveTo>
                  <a:pt x="8592" y="4558"/>
                </a:moveTo>
                <a:lnTo>
                  <a:pt x="8041" y="4558"/>
                </a:lnTo>
                <a:lnTo>
                  <a:pt x="8041" y="0"/>
                </a:lnTo>
                <a:lnTo>
                  <a:pt x="8592" y="0"/>
                </a:lnTo>
                <a:lnTo>
                  <a:pt x="8592" y="4558"/>
                </a:lnTo>
                <a:close/>
                <a:moveTo>
                  <a:pt x="12421" y="2976"/>
                </a:moveTo>
                <a:lnTo>
                  <a:pt x="10010" y="2976"/>
                </a:lnTo>
                <a:cubicBezTo>
                  <a:pt x="10010" y="3178"/>
                  <a:pt x="10040" y="3354"/>
                  <a:pt x="10101" y="3503"/>
                </a:cubicBezTo>
                <a:cubicBezTo>
                  <a:pt x="10161" y="3653"/>
                  <a:pt x="10244" y="3776"/>
                  <a:pt x="10350" y="3872"/>
                </a:cubicBezTo>
                <a:cubicBezTo>
                  <a:pt x="10451" y="3966"/>
                  <a:pt x="10572" y="4037"/>
                  <a:pt x="10712" y="4083"/>
                </a:cubicBezTo>
                <a:cubicBezTo>
                  <a:pt x="10851" y="4130"/>
                  <a:pt x="11005" y="4154"/>
                  <a:pt x="11173" y="4154"/>
                </a:cubicBezTo>
                <a:cubicBezTo>
                  <a:pt x="11396" y="4154"/>
                  <a:pt x="11620" y="4109"/>
                  <a:pt x="11845" y="4020"/>
                </a:cubicBezTo>
                <a:cubicBezTo>
                  <a:pt x="12071" y="3930"/>
                  <a:pt x="12231" y="3842"/>
                  <a:pt x="12327" y="3756"/>
                </a:cubicBezTo>
                <a:lnTo>
                  <a:pt x="12356" y="3756"/>
                </a:lnTo>
                <a:lnTo>
                  <a:pt x="12356" y="4358"/>
                </a:lnTo>
                <a:cubicBezTo>
                  <a:pt x="12171" y="4436"/>
                  <a:pt x="11981" y="4502"/>
                  <a:pt x="11788" y="4555"/>
                </a:cubicBezTo>
                <a:cubicBezTo>
                  <a:pt x="11595" y="4608"/>
                  <a:pt x="11392" y="4634"/>
                  <a:pt x="11179" y="4634"/>
                </a:cubicBezTo>
                <a:cubicBezTo>
                  <a:pt x="10636" y="4634"/>
                  <a:pt x="10212" y="4487"/>
                  <a:pt x="9907" y="4193"/>
                </a:cubicBezTo>
                <a:cubicBezTo>
                  <a:pt x="9603" y="3898"/>
                  <a:pt x="9450" y="3480"/>
                  <a:pt x="9450" y="2938"/>
                </a:cubicBezTo>
                <a:cubicBezTo>
                  <a:pt x="9450" y="2402"/>
                  <a:pt x="9596" y="1977"/>
                  <a:pt x="9888" y="1662"/>
                </a:cubicBezTo>
                <a:cubicBezTo>
                  <a:pt x="10180" y="1347"/>
                  <a:pt x="10565" y="1189"/>
                  <a:pt x="11041" y="1189"/>
                </a:cubicBezTo>
                <a:cubicBezTo>
                  <a:pt x="11482" y="1189"/>
                  <a:pt x="11823" y="1318"/>
                  <a:pt x="12062" y="1577"/>
                </a:cubicBezTo>
                <a:cubicBezTo>
                  <a:pt x="12301" y="1835"/>
                  <a:pt x="12421" y="2202"/>
                  <a:pt x="12421" y="2677"/>
                </a:cubicBezTo>
                <a:lnTo>
                  <a:pt x="12421" y="2976"/>
                </a:lnTo>
                <a:moveTo>
                  <a:pt x="11885" y="2554"/>
                </a:moveTo>
                <a:cubicBezTo>
                  <a:pt x="11883" y="2265"/>
                  <a:pt x="11810" y="2042"/>
                  <a:pt x="11667" y="1884"/>
                </a:cubicBezTo>
                <a:cubicBezTo>
                  <a:pt x="11523" y="1725"/>
                  <a:pt x="11305" y="1646"/>
                  <a:pt x="11012" y="1646"/>
                </a:cubicBezTo>
                <a:cubicBezTo>
                  <a:pt x="10717" y="1646"/>
                  <a:pt x="10482" y="1733"/>
                  <a:pt x="10307" y="1907"/>
                </a:cubicBezTo>
                <a:cubicBezTo>
                  <a:pt x="10132" y="2081"/>
                  <a:pt x="10033" y="2297"/>
                  <a:pt x="10010" y="2554"/>
                </a:cubicBezTo>
                <a:lnTo>
                  <a:pt x="11885" y="2554"/>
                </a:lnTo>
                <a:close/>
                <a:moveTo>
                  <a:pt x="16045" y="2922"/>
                </a:moveTo>
                <a:cubicBezTo>
                  <a:pt x="16045" y="3457"/>
                  <a:pt x="15908" y="3879"/>
                  <a:pt x="15634" y="4188"/>
                </a:cubicBezTo>
                <a:cubicBezTo>
                  <a:pt x="15361" y="4497"/>
                  <a:pt x="14995" y="4652"/>
                  <a:pt x="14536" y="4652"/>
                </a:cubicBezTo>
                <a:cubicBezTo>
                  <a:pt x="14073" y="4652"/>
                  <a:pt x="13705" y="4497"/>
                  <a:pt x="13433" y="4188"/>
                </a:cubicBezTo>
                <a:cubicBezTo>
                  <a:pt x="13161" y="3879"/>
                  <a:pt x="13024" y="3457"/>
                  <a:pt x="13024" y="2922"/>
                </a:cubicBezTo>
                <a:cubicBezTo>
                  <a:pt x="13024" y="2388"/>
                  <a:pt x="13161" y="1965"/>
                  <a:pt x="13433" y="1655"/>
                </a:cubicBezTo>
                <a:cubicBezTo>
                  <a:pt x="13705" y="1345"/>
                  <a:pt x="14073" y="1189"/>
                  <a:pt x="14536" y="1189"/>
                </a:cubicBezTo>
                <a:cubicBezTo>
                  <a:pt x="14995" y="1189"/>
                  <a:pt x="15361" y="1345"/>
                  <a:pt x="15634" y="1655"/>
                </a:cubicBezTo>
                <a:cubicBezTo>
                  <a:pt x="15908" y="1965"/>
                  <a:pt x="16045" y="2388"/>
                  <a:pt x="16045" y="2922"/>
                </a:cubicBezTo>
                <a:moveTo>
                  <a:pt x="15476" y="2922"/>
                </a:moveTo>
                <a:cubicBezTo>
                  <a:pt x="15476" y="2499"/>
                  <a:pt x="15393" y="2184"/>
                  <a:pt x="15227" y="1978"/>
                </a:cubicBezTo>
                <a:cubicBezTo>
                  <a:pt x="15061" y="1773"/>
                  <a:pt x="14831" y="1670"/>
                  <a:pt x="14536" y="1670"/>
                </a:cubicBezTo>
                <a:cubicBezTo>
                  <a:pt x="14237" y="1670"/>
                  <a:pt x="14005" y="1773"/>
                  <a:pt x="13840" y="1978"/>
                </a:cubicBezTo>
                <a:cubicBezTo>
                  <a:pt x="13675" y="2184"/>
                  <a:pt x="13593" y="2499"/>
                  <a:pt x="13593" y="2922"/>
                </a:cubicBezTo>
                <a:cubicBezTo>
                  <a:pt x="13593" y="3332"/>
                  <a:pt x="13676" y="3642"/>
                  <a:pt x="13842" y="3854"/>
                </a:cubicBezTo>
                <a:cubicBezTo>
                  <a:pt x="14008" y="4066"/>
                  <a:pt x="14239" y="4172"/>
                  <a:pt x="14536" y="4172"/>
                </a:cubicBezTo>
                <a:cubicBezTo>
                  <a:pt x="14829" y="4172"/>
                  <a:pt x="15059" y="4067"/>
                  <a:pt x="15226" y="3857"/>
                </a:cubicBezTo>
                <a:cubicBezTo>
                  <a:pt x="15393" y="3647"/>
                  <a:pt x="15476" y="3336"/>
                  <a:pt x="15476" y="2922"/>
                </a:cubicBezTo>
                <a:close/>
                <a:moveTo>
                  <a:pt x="19777" y="2880"/>
                </a:moveTo>
                <a:cubicBezTo>
                  <a:pt x="19777" y="3146"/>
                  <a:pt x="19739" y="3389"/>
                  <a:pt x="19662" y="3609"/>
                </a:cubicBezTo>
                <a:cubicBezTo>
                  <a:pt x="19586" y="3829"/>
                  <a:pt x="19479" y="4015"/>
                  <a:pt x="19340" y="4168"/>
                </a:cubicBezTo>
                <a:cubicBezTo>
                  <a:pt x="19211" y="4313"/>
                  <a:pt x="19059" y="4425"/>
                  <a:pt x="18885" y="4504"/>
                </a:cubicBezTo>
                <a:cubicBezTo>
                  <a:pt x="18710" y="4583"/>
                  <a:pt x="18525" y="4623"/>
                  <a:pt x="18330" y="4623"/>
                </a:cubicBezTo>
                <a:cubicBezTo>
                  <a:pt x="18160" y="4623"/>
                  <a:pt x="18006" y="4604"/>
                  <a:pt x="17868" y="4567"/>
                </a:cubicBezTo>
                <a:cubicBezTo>
                  <a:pt x="17730" y="4530"/>
                  <a:pt x="17590" y="4472"/>
                  <a:pt x="17448" y="4394"/>
                </a:cubicBezTo>
                <a:lnTo>
                  <a:pt x="17448" y="5765"/>
                </a:lnTo>
                <a:lnTo>
                  <a:pt x="16897" y="5765"/>
                </a:lnTo>
                <a:lnTo>
                  <a:pt x="16897" y="1283"/>
                </a:lnTo>
                <a:lnTo>
                  <a:pt x="17448" y="1283"/>
                </a:lnTo>
                <a:lnTo>
                  <a:pt x="17448" y="1624"/>
                </a:lnTo>
                <a:cubicBezTo>
                  <a:pt x="17594" y="1500"/>
                  <a:pt x="17759" y="1397"/>
                  <a:pt x="17941" y="1314"/>
                </a:cubicBezTo>
                <a:cubicBezTo>
                  <a:pt x="18124" y="1231"/>
                  <a:pt x="18319" y="1189"/>
                  <a:pt x="18526" y="1189"/>
                </a:cubicBezTo>
                <a:cubicBezTo>
                  <a:pt x="18920" y="1189"/>
                  <a:pt x="19227" y="1339"/>
                  <a:pt x="19447" y="1637"/>
                </a:cubicBezTo>
                <a:cubicBezTo>
                  <a:pt x="19667" y="1935"/>
                  <a:pt x="19777" y="2349"/>
                  <a:pt x="19777" y="2880"/>
                </a:cubicBezTo>
                <a:moveTo>
                  <a:pt x="19208" y="2894"/>
                </a:moveTo>
                <a:cubicBezTo>
                  <a:pt x="19208" y="2500"/>
                  <a:pt x="19141" y="2205"/>
                  <a:pt x="19006" y="2010"/>
                </a:cubicBezTo>
                <a:cubicBezTo>
                  <a:pt x="18872" y="1814"/>
                  <a:pt x="18665" y="1717"/>
                  <a:pt x="18385" y="1717"/>
                </a:cubicBezTo>
                <a:cubicBezTo>
                  <a:pt x="18227" y="1717"/>
                  <a:pt x="18068" y="1751"/>
                  <a:pt x="17908" y="1819"/>
                </a:cubicBezTo>
                <a:cubicBezTo>
                  <a:pt x="17748" y="1888"/>
                  <a:pt x="17594" y="1977"/>
                  <a:pt x="17448" y="2089"/>
                </a:cubicBezTo>
                <a:lnTo>
                  <a:pt x="17448" y="3943"/>
                </a:lnTo>
                <a:cubicBezTo>
                  <a:pt x="17604" y="4013"/>
                  <a:pt x="17738" y="4061"/>
                  <a:pt x="17851" y="4087"/>
                </a:cubicBezTo>
                <a:cubicBezTo>
                  <a:pt x="17963" y="4112"/>
                  <a:pt x="18090" y="4125"/>
                  <a:pt x="18233" y="4125"/>
                </a:cubicBezTo>
                <a:cubicBezTo>
                  <a:pt x="18540" y="4125"/>
                  <a:pt x="18779" y="4021"/>
                  <a:pt x="18951" y="3814"/>
                </a:cubicBezTo>
                <a:cubicBezTo>
                  <a:pt x="19122" y="3607"/>
                  <a:pt x="19208" y="3301"/>
                  <a:pt x="19208" y="2894"/>
                </a:cubicBezTo>
                <a:close/>
                <a:moveTo>
                  <a:pt x="23371" y="4558"/>
                </a:moveTo>
                <a:lnTo>
                  <a:pt x="22820" y="4558"/>
                </a:lnTo>
                <a:lnTo>
                  <a:pt x="22820" y="2693"/>
                </a:lnTo>
                <a:cubicBezTo>
                  <a:pt x="22820" y="2543"/>
                  <a:pt x="22812" y="2401"/>
                  <a:pt x="22794" y="2269"/>
                </a:cubicBezTo>
                <a:cubicBezTo>
                  <a:pt x="22776" y="2137"/>
                  <a:pt x="22744" y="2034"/>
                  <a:pt x="22697" y="1960"/>
                </a:cubicBezTo>
                <a:cubicBezTo>
                  <a:pt x="22648" y="1878"/>
                  <a:pt x="22578" y="1817"/>
                  <a:pt x="22486" y="1777"/>
                </a:cubicBezTo>
                <a:cubicBezTo>
                  <a:pt x="22395" y="1737"/>
                  <a:pt x="22275" y="1717"/>
                  <a:pt x="22129" y="1717"/>
                </a:cubicBezTo>
                <a:cubicBezTo>
                  <a:pt x="21979" y="1717"/>
                  <a:pt x="21821" y="1754"/>
                  <a:pt x="21657" y="1828"/>
                </a:cubicBezTo>
                <a:cubicBezTo>
                  <a:pt x="21493" y="1902"/>
                  <a:pt x="21336" y="1997"/>
                  <a:pt x="21186" y="2113"/>
                </a:cubicBezTo>
                <a:lnTo>
                  <a:pt x="21186" y="4558"/>
                </a:lnTo>
                <a:lnTo>
                  <a:pt x="20635" y="4558"/>
                </a:lnTo>
                <a:lnTo>
                  <a:pt x="20635" y="0"/>
                </a:lnTo>
                <a:lnTo>
                  <a:pt x="21186" y="0"/>
                </a:lnTo>
                <a:lnTo>
                  <a:pt x="21186" y="1644"/>
                </a:lnTo>
                <a:cubicBezTo>
                  <a:pt x="21358" y="1501"/>
                  <a:pt x="21535" y="1390"/>
                  <a:pt x="21719" y="1310"/>
                </a:cubicBezTo>
                <a:cubicBezTo>
                  <a:pt x="21902" y="1229"/>
                  <a:pt x="22091" y="1189"/>
                  <a:pt x="22284" y="1189"/>
                </a:cubicBezTo>
                <a:cubicBezTo>
                  <a:pt x="22638" y="1189"/>
                  <a:pt x="22907" y="1296"/>
                  <a:pt x="23093" y="1509"/>
                </a:cubicBezTo>
                <a:cubicBezTo>
                  <a:pt x="23278" y="1722"/>
                  <a:pt x="23371" y="2030"/>
                  <a:pt x="23371" y="2431"/>
                </a:cubicBezTo>
                <a:lnTo>
                  <a:pt x="23371" y="4558"/>
                </a:lnTo>
                <a:close/>
                <a:moveTo>
                  <a:pt x="27220" y="2922"/>
                </a:moveTo>
                <a:cubicBezTo>
                  <a:pt x="27220" y="3457"/>
                  <a:pt x="27084" y="3879"/>
                  <a:pt x="26810" y="4188"/>
                </a:cubicBezTo>
                <a:cubicBezTo>
                  <a:pt x="26537" y="4497"/>
                  <a:pt x="26171" y="4652"/>
                  <a:pt x="25712" y="4652"/>
                </a:cubicBezTo>
                <a:cubicBezTo>
                  <a:pt x="25249" y="4652"/>
                  <a:pt x="24881" y="4497"/>
                  <a:pt x="24609" y="4188"/>
                </a:cubicBezTo>
                <a:cubicBezTo>
                  <a:pt x="24336" y="3879"/>
                  <a:pt x="24200" y="3457"/>
                  <a:pt x="24200" y="2922"/>
                </a:cubicBezTo>
                <a:cubicBezTo>
                  <a:pt x="24200" y="2388"/>
                  <a:pt x="24336" y="1965"/>
                  <a:pt x="24609" y="1655"/>
                </a:cubicBezTo>
                <a:cubicBezTo>
                  <a:pt x="24881" y="1345"/>
                  <a:pt x="25249" y="1189"/>
                  <a:pt x="25712" y="1189"/>
                </a:cubicBezTo>
                <a:cubicBezTo>
                  <a:pt x="26171" y="1189"/>
                  <a:pt x="26537" y="1345"/>
                  <a:pt x="26810" y="1655"/>
                </a:cubicBezTo>
                <a:cubicBezTo>
                  <a:pt x="27084" y="1965"/>
                  <a:pt x="27220" y="2388"/>
                  <a:pt x="27220" y="2922"/>
                </a:cubicBezTo>
                <a:moveTo>
                  <a:pt x="26652" y="2922"/>
                </a:moveTo>
                <a:cubicBezTo>
                  <a:pt x="26652" y="2499"/>
                  <a:pt x="26569" y="2184"/>
                  <a:pt x="26403" y="1978"/>
                </a:cubicBezTo>
                <a:cubicBezTo>
                  <a:pt x="26237" y="1773"/>
                  <a:pt x="26007" y="1670"/>
                  <a:pt x="25712" y="1670"/>
                </a:cubicBezTo>
                <a:cubicBezTo>
                  <a:pt x="25413" y="1670"/>
                  <a:pt x="25181" y="1773"/>
                  <a:pt x="25016" y="1978"/>
                </a:cubicBezTo>
                <a:cubicBezTo>
                  <a:pt x="24851" y="2184"/>
                  <a:pt x="24768" y="2499"/>
                  <a:pt x="24768" y="2922"/>
                </a:cubicBezTo>
                <a:cubicBezTo>
                  <a:pt x="24768" y="3332"/>
                  <a:pt x="24851" y="3642"/>
                  <a:pt x="25017" y="3854"/>
                </a:cubicBezTo>
                <a:cubicBezTo>
                  <a:pt x="25183" y="4066"/>
                  <a:pt x="25415" y="4172"/>
                  <a:pt x="25712" y="4172"/>
                </a:cubicBezTo>
                <a:cubicBezTo>
                  <a:pt x="26005" y="4172"/>
                  <a:pt x="26235" y="4067"/>
                  <a:pt x="26402" y="3857"/>
                </a:cubicBezTo>
                <a:cubicBezTo>
                  <a:pt x="26569" y="3647"/>
                  <a:pt x="26652" y="3336"/>
                  <a:pt x="26652" y="2922"/>
                </a:cubicBezTo>
                <a:close/>
                <a:moveTo>
                  <a:pt x="30115" y="1881"/>
                </a:moveTo>
                <a:lnTo>
                  <a:pt x="30085" y="1881"/>
                </a:lnTo>
                <a:cubicBezTo>
                  <a:pt x="30003" y="1862"/>
                  <a:pt x="29924" y="1849"/>
                  <a:pt x="29846" y="1841"/>
                </a:cubicBezTo>
                <a:cubicBezTo>
                  <a:pt x="29769" y="1832"/>
                  <a:pt x="29678" y="1828"/>
                  <a:pt x="29573" y="1828"/>
                </a:cubicBezTo>
                <a:cubicBezTo>
                  <a:pt x="29403" y="1828"/>
                  <a:pt x="29239" y="1866"/>
                  <a:pt x="29080" y="1941"/>
                </a:cubicBezTo>
                <a:cubicBezTo>
                  <a:pt x="28922" y="2016"/>
                  <a:pt x="28770" y="2113"/>
                  <a:pt x="28623" y="2233"/>
                </a:cubicBezTo>
                <a:lnTo>
                  <a:pt x="28623" y="4558"/>
                </a:lnTo>
                <a:lnTo>
                  <a:pt x="28073" y="4558"/>
                </a:lnTo>
                <a:lnTo>
                  <a:pt x="28073" y="1283"/>
                </a:lnTo>
                <a:lnTo>
                  <a:pt x="28623" y="1283"/>
                </a:lnTo>
                <a:lnTo>
                  <a:pt x="28623" y="1767"/>
                </a:lnTo>
                <a:cubicBezTo>
                  <a:pt x="28842" y="1591"/>
                  <a:pt x="29035" y="1466"/>
                  <a:pt x="29202" y="1393"/>
                </a:cubicBezTo>
                <a:cubicBezTo>
                  <a:pt x="29369" y="1320"/>
                  <a:pt x="29539" y="1283"/>
                  <a:pt x="29713" y="1283"/>
                </a:cubicBezTo>
                <a:cubicBezTo>
                  <a:pt x="29809" y="1283"/>
                  <a:pt x="29878" y="1286"/>
                  <a:pt x="29921" y="1290"/>
                </a:cubicBezTo>
                <a:cubicBezTo>
                  <a:pt x="29964" y="1295"/>
                  <a:pt x="30029" y="1304"/>
                  <a:pt x="30115" y="1318"/>
                </a:cubicBezTo>
                <a:lnTo>
                  <a:pt x="30115" y="1881"/>
                </a:lnTo>
                <a:close/>
                <a:moveTo>
                  <a:pt x="31225" y="738"/>
                </a:moveTo>
                <a:lnTo>
                  <a:pt x="30604" y="738"/>
                </a:lnTo>
                <a:lnTo>
                  <a:pt x="30604" y="164"/>
                </a:lnTo>
                <a:lnTo>
                  <a:pt x="31225" y="164"/>
                </a:lnTo>
                <a:lnTo>
                  <a:pt x="31225" y="738"/>
                </a:lnTo>
                <a:moveTo>
                  <a:pt x="31190" y="4558"/>
                </a:moveTo>
                <a:lnTo>
                  <a:pt x="30639" y="4558"/>
                </a:lnTo>
                <a:lnTo>
                  <a:pt x="30639" y="1283"/>
                </a:lnTo>
                <a:lnTo>
                  <a:pt x="31190" y="1283"/>
                </a:lnTo>
                <a:lnTo>
                  <a:pt x="31190" y="4558"/>
                </a:lnTo>
                <a:close/>
                <a:moveTo>
                  <a:pt x="34933" y="4558"/>
                </a:moveTo>
                <a:lnTo>
                  <a:pt x="34383" y="4558"/>
                </a:lnTo>
                <a:lnTo>
                  <a:pt x="34383" y="4217"/>
                </a:lnTo>
                <a:cubicBezTo>
                  <a:pt x="34225" y="4354"/>
                  <a:pt x="34059" y="4461"/>
                  <a:pt x="33888" y="4537"/>
                </a:cubicBezTo>
                <a:cubicBezTo>
                  <a:pt x="33716" y="4614"/>
                  <a:pt x="33529" y="4652"/>
                  <a:pt x="33328" y="4652"/>
                </a:cubicBezTo>
                <a:cubicBezTo>
                  <a:pt x="32938" y="4652"/>
                  <a:pt x="32627" y="4501"/>
                  <a:pt x="32398" y="4200"/>
                </a:cubicBezTo>
                <a:cubicBezTo>
                  <a:pt x="32169" y="3898"/>
                  <a:pt x="32054" y="3480"/>
                  <a:pt x="32054" y="2946"/>
                </a:cubicBezTo>
                <a:cubicBezTo>
                  <a:pt x="32054" y="2668"/>
                  <a:pt x="32093" y="2420"/>
                  <a:pt x="32172" y="2203"/>
                </a:cubicBezTo>
                <a:cubicBezTo>
                  <a:pt x="32252" y="1985"/>
                  <a:pt x="32358" y="1800"/>
                  <a:pt x="32493" y="1648"/>
                </a:cubicBezTo>
                <a:cubicBezTo>
                  <a:pt x="32626" y="1499"/>
                  <a:pt x="32781" y="1385"/>
                  <a:pt x="32958" y="1307"/>
                </a:cubicBezTo>
                <a:cubicBezTo>
                  <a:pt x="33134" y="1229"/>
                  <a:pt x="33317" y="1189"/>
                  <a:pt x="33507" y="1189"/>
                </a:cubicBezTo>
                <a:cubicBezTo>
                  <a:pt x="33679" y="1189"/>
                  <a:pt x="33831" y="1207"/>
                  <a:pt x="33964" y="1244"/>
                </a:cubicBezTo>
                <a:cubicBezTo>
                  <a:pt x="34097" y="1280"/>
                  <a:pt x="34236" y="1336"/>
                  <a:pt x="34383" y="1413"/>
                </a:cubicBezTo>
                <a:lnTo>
                  <a:pt x="34383" y="0"/>
                </a:lnTo>
                <a:lnTo>
                  <a:pt x="34933" y="0"/>
                </a:lnTo>
                <a:lnTo>
                  <a:pt x="34933" y="4558"/>
                </a:lnTo>
                <a:moveTo>
                  <a:pt x="34383" y="3753"/>
                </a:moveTo>
                <a:lnTo>
                  <a:pt x="34383" y="1875"/>
                </a:lnTo>
                <a:cubicBezTo>
                  <a:pt x="34234" y="1808"/>
                  <a:pt x="34101" y="1763"/>
                  <a:pt x="33984" y="1737"/>
                </a:cubicBezTo>
                <a:cubicBezTo>
                  <a:pt x="33867" y="1712"/>
                  <a:pt x="33739" y="1699"/>
                  <a:pt x="33601" y="1699"/>
                </a:cubicBezTo>
                <a:cubicBezTo>
                  <a:pt x="33292" y="1699"/>
                  <a:pt x="33052" y="1807"/>
                  <a:pt x="32880" y="2021"/>
                </a:cubicBezTo>
                <a:cubicBezTo>
                  <a:pt x="32708" y="2236"/>
                  <a:pt x="32622" y="2541"/>
                  <a:pt x="32622" y="2935"/>
                </a:cubicBezTo>
                <a:cubicBezTo>
                  <a:pt x="32622" y="3324"/>
                  <a:pt x="32689" y="3619"/>
                  <a:pt x="32821" y="3821"/>
                </a:cubicBezTo>
                <a:cubicBezTo>
                  <a:pt x="32954" y="4024"/>
                  <a:pt x="33167" y="4125"/>
                  <a:pt x="33460" y="4125"/>
                </a:cubicBezTo>
                <a:cubicBezTo>
                  <a:pt x="33616" y="4125"/>
                  <a:pt x="33774" y="4090"/>
                  <a:pt x="33935" y="4021"/>
                </a:cubicBezTo>
                <a:cubicBezTo>
                  <a:pt x="34095" y="3951"/>
                  <a:pt x="34244" y="3862"/>
                  <a:pt x="34383" y="3753"/>
                </a:cubicBezTo>
                <a:close/>
                <a:moveTo>
                  <a:pt x="38560" y="4558"/>
                </a:moveTo>
                <a:lnTo>
                  <a:pt x="38012" y="4558"/>
                </a:lnTo>
                <a:lnTo>
                  <a:pt x="38012" y="4212"/>
                </a:lnTo>
                <a:cubicBezTo>
                  <a:pt x="37963" y="4245"/>
                  <a:pt x="37897" y="4292"/>
                  <a:pt x="37814" y="4351"/>
                </a:cubicBezTo>
                <a:cubicBezTo>
                  <a:pt x="37731" y="4411"/>
                  <a:pt x="37651" y="4458"/>
                  <a:pt x="37573" y="4494"/>
                </a:cubicBezTo>
                <a:cubicBezTo>
                  <a:pt x="37481" y="4539"/>
                  <a:pt x="37376" y="4576"/>
                  <a:pt x="37256" y="4606"/>
                </a:cubicBezTo>
                <a:cubicBezTo>
                  <a:pt x="37137" y="4637"/>
                  <a:pt x="36998" y="4652"/>
                  <a:pt x="36838" y="4652"/>
                </a:cubicBezTo>
                <a:cubicBezTo>
                  <a:pt x="36543" y="4652"/>
                  <a:pt x="36293" y="4554"/>
                  <a:pt x="36088" y="4359"/>
                </a:cubicBezTo>
                <a:cubicBezTo>
                  <a:pt x="35882" y="4163"/>
                  <a:pt x="35780" y="3914"/>
                  <a:pt x="35780" y="3611"/>
                </a:cubicBezTo>
                <a:cubicBezTo>
                  <a:pt x="35780" y="3362"/>
                  <a:pt x="35833" y="3161"/>
                  <a:pt x="35940" y="3008"/>
                </a:cubicBezTo>
                <a:cubicBezTo>
                  <a:pt x="36046" y="2854"/>
                  <a:pt x="36198" y="2734"/>
                  <a:pt x="36395" y="2646"/>
                </a:cubicBezTo>
                <a:cubicBezTo>
                  <a:pt x="36594" y="2558"/>
                  <a:pt x="36834" y="2498"/>
                  <a:pt x="37113" y="2467"/>
                </a:cubicBezTo>
                <a:cubicBezTo>
                  <a:pt x="37392" y="2435"/>
                  <a:pt x="37692" y="2412"/>
                  <a:pt x="38012" y="2396"/>
                </a:cubicBezTo>
                <a:lnTo>
                  <a:pt x="38012" y="2311"/>
                </a:lnTo>
                <a:cubicBezTo>
                  <a:pt x="38012" y="2185"/>
                  <a:pt x="37990" y="2080"/>
                  <a:pt x="37946" y="1998"/>
                </a:cubicBezTo>
                <a:cubicBezTo>
                  <a:pt x="37902" y="1915"/>
                  <a:pt x="37839" y="1850"/>
                  <a:pt x="37757" y="1803"/>
                </a:cubicBezTo>
                <a:cubicBezTo>
                  <a:pt x="37679" y="1757"/>
                  <a:pt x="37585" y="1727"/>
                  <a:pt x="37476" y="1711"/>
                </a:cubicBezTo>
                <a:cubicBezTo>
                  <a:pt x="37367" y="1695"/>
                  <a:pt x="37253" y="1687"/>
                  <a:pt x="37133" y="1687"/>
                </a:cubicBezTo>
                <a:cubicBezTo>
                  <a:pt x="36989" y="1687"/>
                  <a:pt x="36828" y="1707"/>
                  <a:pt x="36650" y="1746"/>
                </a:cubicBezTo>
                <a:cubicBezTo>
                  <a:pt x="36472" y="1785"/>
                  <a:pt x="36289" y="1842"/>
                  <a:pt x="36099" y="1916"/>
                </a:cubicBezTo>
                <a:lnTo>
                  <a:pt x="36070" y="1916"/>
                </a:lnTo>
                <a:lnTo>
                  <a:pt x="36070" y="1356"/>
                </a:lnTo>
                <a:cubicBezTo>
                  <a:pt x="36177" y="1327"/>
                  <a:pt x="36333" y="1295"/>
                  <a:pt x="36536" y="1260"/>
                </a:cubicBezTo>
                <a:cubicBezTo>
                  <a:pt x="36739" y="1225"/>
                  <a:pt x="36939" y="1207"/>
                  <a:pt x="37136" y="1207"/>
                </a:cubicBezTo>
                <a:cubicBezTo>
                  <a:pt x="37367" y="1207"/>
                  <a:pt x="37567" y="1226"/>
                  <a:pt x="37738" y="1264"/>
                </a:cubicBezTo>
                <a:cubicBezTo>
                  <a:pt x="37909" y="1302"/>
                  <a:pt x="38057" y="1367"/>
                  <a:pt x="38182" y="1459"/>
                </a:cubicBezTo>
                <a:cubicBezTo>
                  <a:pt x="38305" y="1549"/>
                  <a:pt x="38399" y="1665"/>
                  <a:pt x="38463" y="1807"/>
                </a:cubicBezTo>
                <a:cubicBezTo>
                  <a:pt x="38528" y="1950"/>
                  <a:pt x="38560" y="2127"/>
                  <a:pt x="38560" y="2338"/>
                </a:cubicBezTo>
                <a:lnTo>
                  <a:pt x="38560" y="4558"/>
                </a:lnTo>
                <a:moveTo>
                  <a:pt x="38012" y="3757"/>
                </a:moveTo>
                <a:lnTo>
                  <a:pt x="38012" y="2842"/>
                </a:lnTo>
                <a:cubicBezTo>
                  <a:pt x="37844" y="2851"/>
                  <a:pt x="37647" y="2866"/>
                  <a:pt x="37419" y="2886"/>
                </a:cubicBezTo>
                <a:cubicBezTo>
                  <a:pt x="37191" y="2905"/>
                  <a:pt x="37011" y="2934"/>
                  <a:pt x="36879" y="2971"/>
                </a:cubicBezTo>
                <a:cubicBezTo>
                  <a:pt x="36720" y="3016"/>
                  <a:pt x="36592" y="3086"/>
                  <a:pt x="36495" y="3181"/>
                </a:cubicBezTo>
                <a:cubicBezTo>
                  <a:pt x="36397" y="3277"/>
                  <a:pt x="36348" y="3408"/>
                  <a:pt x="36348" y="3574"/>
                </a:cubicBezTo>
                <a:cubicBezTo>
                  <a:pt x="36348" y="3763"/>
                  <a:pt x="36405" y="3904"/>
                  <a:pt x="36518" y="4000"/>
                </a:cubicBezTo>
                <a:cubicBezTo>
                  <a:pt x="36631" y="4095"/>
                  <a:pt x="36804" y="4142"/>
                  <a:pt x="37037" y="4142"/>
                </a:cubicBezTo>
                <a:cubicBezTo>
                  <a:pt x="37230" y="4142"/>
                  <a:pt x="37407" y="4105"/>
                  <a:pt x="37567" y="4029"/>
                </a:cubicBezTo>
                <a:cubicBezTo>
                  <a:pt x="37727" y="3953"/>
                  <a:pt x="37876" y="3863"/>
                  <a:pt x="38012" y="3757"/>
                </a:cubicBezTo>
                <a:close/>
                <a:moveTo>
                  <a:pt x="42360" y="2976"/>
                </a:moveTo>
                <a:lnTo>
                  <a:pt x="39949" y="2976"/>
                </a:lnTo>
                <a:cubicBezTo>
                  <a:pt x="39949" y="3178"/>
                  <a:pt x="39979" y="3354"/>
                  <a:pt x="40040" y="3503"/>
                </a:cubicBezTo>
                <a:cubicBezTo>
                  <a:pt x="40100" y="3653"/>
                  <a:pt x="40183" y="3776"/>
                  <a:pt x="40289" y="3872"/>
                </a:cubicBezTo>
                <a:cubicBezTo>
                  <a:pt x="40390" y="3966"/>
                  <a:pt x="40511" y="4037"/>
                  <a:pt x="40650" y="4083"/>
                </a:cubicBezTo>
                <a:cubicBezTo>
                  <a:pt x="40790" y="4130"/>
                  <a:pt x="40944" y="4154"/>
                  <a:pt x="41112" y="4154"/>
                </a:cubicBezTo>
                <a:cubicBezTo>
                  <a:pt x="41334" y="4154"/>
                  <a:pt x="41559" y="4109"/>
                  <a:pt x="41784" y="4020"/>
                </a:cubicBezTo>
                <a:cubicBezTo>
                  <a:pt x="42010" y="3930"/>
                  <a:pt x="42170" y="3842"/>
                  <a:pt x="42266" y="3756"/>
                </a:cubicBezTo>
                <a:lnTo>
                  <a:pt x="42295" y="3756"/>
                </a:lnTo>
                <a:lnTo>
                  <a:pt x="42295" y="4358"/>
                </a:lnTo>
                <a:cubicBezTo>
                  <a:pt x="42110" y="4436"/>
                  <a:pt x="41920" y="4502"/>
                  <a:pt x="41727" y="4555"/>
                </a:cubicBezTo>
                <a:cubicBezTo>
                  <a:pt x="41534" y="4608"/>
                  <a:pt x="41331" y="4634"/>
                  <a:pt x="41118" y="4634"/>
                </a:cubicBezTo>
                <a:cubicBezTo>
                  <a:pt x="40575" y="4634"/>
                  <a:pt x="40151" y="4487"/>
                  <a:pt x="39846" y="4193"/>
                </a:cubicBezTo>
                <a:cubicBezTo>
                  <a:pt x="39542" y="3898"/>
                  <a:pt x="39389" y="3480"/>
                  <a:pt x="39389" y="2938"/>
                </a:cubicBezTo>
                <a:cubicBezTo>
                  <a:pt x="39389" y="2402"/>
                  <a:pt x="39535" y="1977"/>
                  <a:pt x="39827" y="1662"/>
                </a:cubicBezTo>
                <a:cubicBezTo>
                  <a:pt x="40119" y="1347"/>
                  <a:pt x="40503" y="1189"/>
                  <a:pt x="40980" y="1189"/>
                </a:cubicBezTo>
                <a:cubicBezTo>
                  <a:pt x="41421" y="1189"/>
                  <a:pt x="41762" y="1318"/>
                  <a:pt x="42001" y="1577"/>
                </a:cubicBezTo>
                <a:cubicBezTo>
                  <a:pt x="42240" y="1835"/>
                  <a:pt x="42360" y="2202"/>
                  <a:pt x="42360" y="2677"/>
                </a:cubicBezTo>
                <a:lnTo>
                  <a:pt x="42360" y="2976"/>
                </a:lnTo>
                <a:moveTo>
                  <a:pt x="41824" y="2554"/>
                </a:moveTo>
                <a:cubicBezTo>
                  <a:pt x="41822" y="2265"/>
                  <a:pt x="41749" y="2042"/>
                  <a:pt x="41605" y="1884"/>
                </a:cubicBezTo>
                <a:cubicBezTo>
                  <a:pt x="41462" y="1725"/>
                  <a:pt x="41244" y="1646"/>
                  <a:pt x="40951" y="1646"/>
                </a:cubicBezTo>
                <a:cubicBezTo>
                  <a:pt x="40656" y="1646"/>
                  <a:pt x="40421" y="1733"/>
                  <a:pt x="40246" y="1907"/>
                </a:cubicBezTo>
                <a:cubicBezTo>
                  <a:pt x="40071" y="2081"/>
                  <a:pt x="39972" y="2297"/>
                  <a:pt x="39949" y="2554"/>
                </a:cubicBezTo>
                <a:lnTo>
                  <a:pt x="41824" y="25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DC707C-EB8E-4420-9F52-CA668BE1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531242"/>
            <a:ext cx="34176" cy="25152"/>
          </a:xfrm>
          <a:custGeom xmlns:a="http://schemas.openxmlformats.org/drawingml/2006/main">
            <a:pathLst>
              <a:path w="34176" h="25152">
                <a:moveTo>
                  <a:pt x="0" y="0"/>
                </a:moveTo>
                <a:lnTo>
                  <a:pt x="34176" y="0"/>
                </a:lnTo>
                <a:lnTo>
                  <a:pt x="34176" y="25152"/>
                </a:lnTo>
                <a:lnTo>
                  <a:pt x="0" y="251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2E2A2C0-4CE7-45A3-BDFC-573C68736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531245"/>
            <a:ext cx="34174" cy="25151"/>
          </a:xfrm>
          <a:custGeom xmlns:a="http://schemas.openxmlformats.org/drawingml/2006/main">
            <a:pathLst>
              <a:path w="34174" h="25151" fill="none">
                <a:moveTo>
                  <a:pt x="0" y="0"/>
                </a:moveTo>
                <a:lnTo>
                  <a:pt x="34174" y="0"/>
                </a:lnTo>
                <a:lnTo>
                  <a:pt x="34174" y="25151"/>
                </a:lnTo>
                <a:lnTo>
                  <a:pt x="0" y="251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05" name="Text Psychidae">
            <a:extLst xmlns:a="http://schemas.openxmlformats.org/drawingml/2006/main">
              <a:ext uri="{FF2B5EF4-FFF2-40B4-BE49-F238E27FC236}">
                <a16:creationId xmlns:a16="http://schemas.microsoft.com/office/drawing/2014/main" id="{A84303DE-BC8D-4CE5-896B-A099D0DF2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7178" y="2532944"/>
            <a:ext cx="32873" cy="6558"/>
          </a:xfrm>
          <a:custGeom xmlns:a="http://schemas.openxmlformats.org/drawingml/2006/main">
            <a:pathLst>
              <a:path w="32873" h="6558">
                <a:moveTo>
                  <a:pt x="3246" y="1719"/>
                </a:moveTo>
                <a:cubicBezTo>
                  <a:pt x="3246" y="1939"/>
                  <a:pt x="3207" y="2143"/>
                  <a:pt x="3131" y="2331"/>
                </a:cubicBezTo>
                <a:cubicBezTo>
                  <a:pt x="3054" y="2519"/>
                  <a:pt x="2947" y="2681"/>
                  <a:pt x="2809" y="2819"/>
                </a:cubicBezTo>
                <a:cubicBezTo>
                  <a:pt x="2638" y="2990"/>
                  <a:pt x="2436" y="3118"/>
                  <a:pt x="2203" y="3204"/>
                </a:cubicBezTo>
                <a:cubicBezTo>
                  <a:pt x="1969" y="3290"/>
                  <a:pt x="1675" y="3332"/>
                  <a:pt x="1320" y="3332"/>
                </a:cubicBezTo>
                <a:lnTo>
                  <a:pt x="660" y="3332"/>
                </a:lnTo>
                <a:lnTo>
                  <a:pt x="660" y="5185"/>
                </a:lnTo>
                <a:lnTo>
                  <a:pt x="0" y="5185"/>
                </a:lnTo>
                <a:lnTo>
                  <a:pt x="0" y="220"/>
                </a:lnTo>
                <a:lnTo>
                  <a:pt x="1346" y="220"/>
                </a:lnTo>
                <a:cubicBezTo>
                  <a:pt x="1644" y="220"/>
                  <a:pt x="1896" y="245"/>
                  <a:pt x="2103" y="295"/>
                </a:cubicBezTo>
                <a:cubicBezTo>
                  <a:pt x="2309" y="345"/>
                  <a:pt x="2493" y="423"/>
                  <a:pt x="2652" y="530"/>
                </a:cubicBezTo>
                <a:cubicBezTo>
                  <a:pt x="2841" y="656"/>
                  <a:pt x="2987" y="814"/>
                  <a:pt x="3091" y="1003"/>
                </a:cubicBezTo>
                <a:cubicBezTo>
                  <a:pt x="3194" y="1192"/>
                  <a:pt x="3246" y="1431"/>
                  <a:pt x="3246" y="1719"/>
                </a:cubicBezTo>
                <a:moveTo>
                  <a:pt x="2559" y="1735"/>
                </a:moveTo>
                <a:cubicBezTo>
                  <a:pt x="2559" y="1565"/>
                  <a:pt x="2529" y="1418"/>
                  <a:pt x="2469" y="1292"/>
                </a:cubicBezTo>
                <a:cubicBezTo>
                  <a:pt x="2409" y="1167"/>
                  <a:pt x="2318" y="1064"/>
                  <a:pt x="2196" y="985"/>
                </a:cubicBezTo>
                <a:cubicBezTo>
                  <a:pt x="2089" y="916"/>
                  <a:pt x="1968" y="867"/>
                  <a:pt x="1831" y="838"/>
                </a:cubicBezTo>
                <a:cubicBezTo>
                  <a:pt x="1694" y="808"/>
                  <a:pt x="1522" y="793"/>
                  <a:pt x="1313" y="793"/>
                </a:cubicBezTo>
                <a:lnTo>
                  <a:pt x="660" y="793"/>
                </a:lnTo>
                <a:lnTo>
                  <a:pt x="660" y="2759"/>
                </a:lnTo>
                <a:lnTo>
                  <a:pt x="1216" y="2759"/>
                </a:lnTo>
                <a:cubicBezTo>
                  <a:pt x="1483" y="2759"/>
                  <a:pt x="1699" y="2735"/>
                  <a:pt x="1866" y="2688"/>
                </a:cubicBezTo>
                <a:cubicBezTo>
                  <a:pt x="2033" y="2641"/>
                  <a:pt x="2168" y="2565"/>
                  <a:pt x="2273" y="2462"/>
                </a:cubicBezTo>
                <a:cubicBezTo>
                  <a:pt x="2377" y="2356"/>
                  <a:pt x="2451" y="2245"/>
                  <a:pt x="2494" y="2128"/>
                </a:cubicBezTo>
                <a:cubicBezTo>
                  <a:pt x="2538" y="2011"/>
                  <a:pt x="2559" y="1880"/>
                  <a:pt x="2559" y="1735"/>
                </a:cubicBezTo>
                <a:close/>
                <a:moveTo>
                  <a:pt x="6725" y="4110"/>
                </a:moveTo>
                <a:cubicBezTo>
                  <a:pt x="6725" y="4449"/>
                  <a:pt x="6584" y="4728"/>
                  <a:pt x="6303" y="4945"/>
                </a:cubicBezTo>
                <a:cubicBezTo>
                  <a:pt x="6022" y="5163"/>
                  <a:pt x="5638" y="5272"/>
                  <a:pt x="5152" y="5272"/>
                </a:cubicBezTo>
                <a:cubicBezTo>
                  <a:pt x="4876" y="5272"/>
                  <a:pt x="4624" y="5239"/>
                  <a:pt x="4394" y="5173"/>
                </a:cubicBezTo>
                <a:cubicBezTo>
                  <a:pt x="4164" y="5107"/>
                  <a:pt x="3971" y="5035"/>
                  <a:pt x="3815" y="4957"/>
                </a:cubicBezTo>
                <a:lnTo>
                  <a:pt x="3815" y="4252"/>
                </a:lnTo>
                <a:lnTo>
                  <a:pt x="3849" y="4252"/>
                </a:lnTo>
                <a:cubicBezTo>
                  <a:pt x="4047" y="4403"/>
                  <a:pt x="4266" y="4523"/>
                  <a:pt x="4509" y="4612"/>
                </a:cubicBezTo>
                <a:cubicBezTo>
                  <a:pt x="4751" y="4701"/>
                  <a:pt x="4983" y="4745"/>
                  <a:pt x="5205" y="4745"/>
                </a:cubicBezTo>
                <a:cubicBezTo>
                  <a:pt x="5480" y="4745"/>
                  <a:pt x="5696" y="4701"/>
                  <a:pt x="5851" y="4611"/>
                </a:cubicBezTo>
                <a:cubicBezTo>
                  <a:pt x="6007" y="4522"/>
                  <a:pt x="6085" y="4381"/>
                  <a:pt x="6085" y="4190"/>
                </a:cubicBezTo>
                <a:cubicBezTo>
                  <a:pt x="6085" y="4043"/>
                  <a:pt x="6043" y="3932"/>
                  <a:pt x="5958" y="3857"/>
                </a:cubicBezTo>
                <a:cubicBezTo>
                  <a:pt x="5874" y="3781"/>
                  <a:pt x="5712" y="3717"/>
                  <a:pt x="5472" y="3664"/>
                </a:cubicBezTo>
                <a:cubicBezTo>
                  <a:pt x="5383" y="3644"/>
                  <a:pt x="5267" y="3620"/>
                  <a:pt x="5123" y="3594"/>
                </a:cubicBezTo>
                <a:cubicBezTo>
                  <a:pt x="4980" y="3567"/>
                  <a:pt x="4850" y="3538"/>
                  <a:pt x="4732" y="3507"/>
                </a:cubicBezTo>
                <a:cubicBezTo>
                  <a:pt x="4405" y="3421"/>
                  <a:pt x="4174" y="3293"/>
                  <a:pt x="4037" y="3126"/>
                </a:cubicBezTo>
                <a:cubicBezTo>
                  <a:pt x="3900" y="2958"/>
                  <a:pt x="3832" y="2752"/>
                  <a:pt x="3832" y="2508"/>
                </a:cubicBezTo>
                <a:cubicBezTo>
                  <a:pt x="3832" y="2355"/>
                  <a:pt x="3864" y="2211"/>
                  <a:pt x="3927" y="2075"/>
                </a:cubicBezTo>
                <a:cubicBezTo>
                  <a:pt x="3990" y="1940"/>
                  <a:pt x="4086" y="1819"/>
                  <a:pt x="4215" y="1712"/>
                </a:cubicBezTo>
                <a:cubicBezTo>
                  <a:pt x="4340" y="1608"/>
                  <a:pt x="4498" y="1526"/>
                  <a:pt x="4690" y="1465"/>
                </a:cubicBezTo>
                <a:cubicBezTo>
                  <a:pt x="4882" y="1403"/>
                  <a:pt x="5097" y="1373"/>
                  <a:pt x="5335" y="1373"/>
                </a:cubicBezTo>
                <a:cubicBezTo>
                  <a:pt x="5557" y="1373"/>
                  <a:pt x="5782" y="1400"/>
                  <a:pt x="6010" y="1454"/>
                </a:cubicBezTo>
                <a:cubicBezTo>
                  <a:pt x="6237" y="1508"/>
                  <a:pt x="6427" y="1574"/>
                  <a:pt x="6578" y="1652"/>
                </a:cubicBezTo>
                <a:lnTo>
                  <a:pt x="6578" y="2319"/>
                </a:lnTo>
                <a:lnTo>
                  <a:pt x="6545" y="2319"/>
                </a:lnTo>
                <a:cubicBezTo>
                  <a:pt x="6385" y="2202"/>
                  <a:pt x="6190" y="2102"/>
                  <a:pt x="5961" y="2021"/>
                </a:cubicBezTo>
                <a:cubicBezTo>
                  <a:pt x="5733" y="1940"/>
                  <a:pt x="5508" y="1899"/>
                  <a:pt x="5288" y="1899"/>
                </a:cubicBezTo>
                <a:cubicBezTo>
                  <a:pt x="5060" y="1899"/>
                  <a:pt x="4866" y="1943"/>
                  <a:pt x="4709" y="2032"/>
                </a:cubicBezTo>
                <a:cubicBezTo>
                  <a:pt x="4551" y="2120"/>
                  <a:pt x="4472" y="2251"/>
                  <a:pt x="4472" y="2425"/>
                </a:cubicBezTo>
                <a:cubicBezTo>
                  <a:pt x="4472" y="2578"/>
                  <a:pt x="4520" y="2694"/>
                  <a:pt x="4615" y="2771"/>
                </a:cubicBezTo>
                <a:cubicBezTo>
                  <a:pt x="4709" y="2849"/>
                  <a:pt x="4860" y="2912"/>
                  <a:pt x="5068" y="2961"/>
                </a:cubicBezTo>
                <a:cubicBezTo>
                  <a:pt x="5184" y="2988"/>
                  <a:pt x="5313" y="3014"/>
                  <a:pt x="5457" y="3041"/>
                </a:cubicBezTo>
                <a:cubicBezTo>
                  <a:pt x="5600" y="3068"/>
                  <a:pt x="5719" y="3092"/>
                  <a:pt x="5815" y="3114"/>
                </a:cubicBezTo>
                <a:cubicBezTo>
                  <a:pt x="6106" y="3181"/>
                  <a:pt x="6330" y="3295"/>
                  <a:pt x="6488" y="3457"/>
                </a:cubicBezTo>
                <a:cubicBezTo>
                  <a:pt x="6646" y="3621"/>
                  <a:pt x="6725" y="3839"/>
                  <a:pt x="6725" y="4110"/>
                </a:cubicBezTo>
                <a:close/>
                <a:moveTo>
                  <a:pt x="10840" y="1460"/>
                </a:moveTo>
                <a:lnTo>
                  <a:pt x="8667" y="6558"/>
                </a:lnTo>
                <a:lnTo>
                  <a:pt x="7997" y="6558"/>
                </a:lnTo>
                <a:lnTo>
                  <a:pt x="8691" y="5004"/>
                </a:lnTo>
                <a:lnTo>
                  <a:pt x="7208" y="1460"/>
                </a:lnTo>
                <a:lnTo>
                  <a:pt x="7887" y="1460"/>
                </a:lnTo>
                <a:lnTo>
                  <a:pt x="9030" y="4219"/>
                </a:lnTo>
                <a:lnTo>
                  <a:pt x="10183" y="1460"/>
                </a:lnTo>
                <a:lnTo>
                  <a:pt x="10840" y="1460"/>
                </a:lnTo>
                <a:close/>
                <a:moveTo>
                  <a:pt x="14412" y="4955"/>
                </a:moveTo>
                <a:cubicBezTo>
                  <a:pt x="14203" y="5055"/>
                  <a:pt x="14005" y="5133"/>
                  <a:pt x="13817" y="5188"/>
                </a:cubicBezTo>
                <a:cubicBezTo>
                  <a:pt x="13629" y="5244"/>
                  <a:pt x="13430" y="5272"/>
                  <a:pt x="13219" y="5272"/>
                </a:cubicBezTo>
                <a:cubicBezTo>
                  <a:pt x="12950" y="5272"/>
                  <a:pt x="12704" y="5232"/>
                  <a:pt x="12479" y="5153"/>
                </a:cubicBezTo>
                <a:cubicBezTo>
                  <a:pt x="12255" y="5074"/>
                  <a:pt x="12063" y="4955"/>
                  <a:pt x="11903" y="4794"/>
                </a:cubicBezTo>
                <a:cubicBezTo>
                  <a:pt x="11741" y="4634"/>
                  <a:pt x="11615" y="4432"/>
                  <a:pt x="11526" y="4187"/>
                </a:cubicBezTo>
                <a:cubicBezTo>
                  <a:pt x="11437" y="3942"/>
                  <a:pt x="11393" y="3656"/>
                  <a:pt x="11393" y="3329"/>
                </a:cubicBezTo>
                <a:cubicBezTo>
                  <a:pt x="11393" y="2719"/>
                  <a:pt x="11560" y="2241"/>
                  <a:pt x="11894" y="1894"/>
                </a:cubicBezTo>
                <a:cubicBezTo>
                  <a:pt x="12229" y="1546"/>
                  <a:pt x="12670" y="1373"/>
                  <a:pt x="13219" y="1373"/>
                </a:cubicBezTo>
                <a:cubicBezTo>
                  <a:pt x="13432" y="1373"/>
                  <a:pt x="13642" y="1403"/>
                  <a:pt x="13847" y="1463"/>
                </a:cubicBezTo>
                <a:cubicBezTo>
                  <a:pt x="14053" y="1523"/>
                  <a:pt x="14241" y="1596"/>
                  <a:pt x="14412" y="1683"/>
                </a:cubicBezTo>
                <a:lnTo>
                  <a:pt x="14412" y="2379"/>
                </a:lnTo>
                <a:lnTo>
                  <a:pt x="14379" y="2379"/>
                </a:lnTo>
                <a:cubicBezTo>
                  <a:pt x="14188" y="2231"/>
                  <a:pt x="13990" y="2118"/>
                  <a:pt x="13787" y="2039"/>
                </a:cubicBezTo>
                <a:cubicBezTo>
                  <a:pt x="13584" y="1959"/>
                  <a:pt x="13386" y="1919"/>
                  <a:pt x="13192" y="1919"/>
                </a:cubicBezTo>
                <a:cubicBezTo>
                  <a:pt x="12837" y="1919"/>
                  <a:pt x="12556" y="2039"/>
                  <a:pt x="12351" y="2278"/>
                </a:cubicBezTo>
                <a:cubicBezTo>
                  <a:pt x="12145" y="2516"/>
                  <a:pt x="12043" y="2867"/>
                  <a:pt x="12043" y="3329"/>
                </a:cubicBezTo>
                <a:cubicBezTo>
                  <a:pt x="12043" y="3778"/>
                  <a:pt x="12143" y="4123"/>
                  <a:pt x="12344" y="4364"/>
                </a:cubicBezTo>
                <a:cubicBezTo>
                  <a:pt x="12545" y="4605"/>
                  <a:pt x="12828" y="4725"/>
                  <a:pt x="13192" y="4725"/>
                </a:cubicBezTo>
                <a:cubicBezTo>
                  <a:pt x="13319" y="4725"/>
                  <a:pt x="13448" y="4709"/>
                  <a:pt x="13579" y="4676"/>
                </a:cubicBezTo>
                <a:cubicBezTo>
                  <a:pt x="13710" y="4642"/>
                  <a:pt x="13828" y="4599"/>
                  <a:pt x="13932" y="4546"/>
                </a:cubicBezTo>
                <a:cubicBezTo>
                  <a:pt x="14023" y="4500"/>
                  <a:pt x="14109" y="4451"/>
                  <a:pt x="14189" y="4399"/>
                </a:cubicBezTo>
                <a:cubicBezTo>
                  <a:pt x="14269" y="4347"/>
                  <a:pt x="14332" y="4303"/>
                  <a:pt x="14379" y="4265"/>
                </a:cubicBezTo>
                <a:lnTo>
                  <a:pt x="14412" y="4265"/>
                </a:lnTo>
                <a:lnTo>
                  <a:pt x="14412" y="4955"/>
                </a:lnTo>
                <a:close/>
                <a:moveTo>
                  <a:pt x="18327" y="5185"/>
                </a:moveTo>
                <a:lnTo>
                  <a:pt x="17701" y="5185"/>
                </a:lnTo>
                <a:lnTo>
                  <a:pt x="17701" y="3064"/>
                </a:lnTo>
                <a:cubicBezTo>
                  <a:pt x="17701" y="2892"/>
                  <a:pt x="17691" y="2732"/>
                  <a:pt x="17671" y="2581"/>
                </a:cubicBezTo>
                <a:cubicBezTo>
                  <a:pt x="17651" y="2431"/>
                  <a:pt x="17614" y="2314"/>
                  <a:pt x="17561" y="2230"/>
                </a:cubicBezTo>
                <a:cubicBezTo>
                  <a:pt x="17505" y="2136"/>
                  <a:pt x="17425" y="2067"/>
                  <a:pt x="17321" y="2021"/>
                </a:cubicBezTo>
                <a:cubicBezTo>
                  <a:pt x="17217" y="1976"/>
                  <a:pt x="17081" y="1953"/>
                  <a:pt x="16915" y="1953"/>
                </a:cubicBezTo>
                <a:cubicBezTo>
                  <a:pt x="16743" y="1953"/>
                  <a:pt x="16565" y="1995"/>
                  <a:pt x="16378" y="2080"/>
                </a:cubicBezTo>
                <a:cubicBezTo>
                  <a:pt x="16191" y="2164"/>
                  <a:pt x="16013" y="2272"/>
                  <a:pt x="15842" y="2403"/>
                </a:cubicBezTo>
                <a:lnTo>
                  <a:pt x="15842" y="5185"/>
                </a:lnTo>
                <a:lnTo>
                  <a:pt x="15215" y="5185"/>
                </a:lnTo>
                <a:lnTo>
                  <a:pt x="15215" y="0"/>
                </a:lnTo>
                <a:lnTo>
                  <a:pt x="15842" y="0"/>
                </a:lnTo>
                <a:lnTo>
                  <a:pt x="15842" y="1870"/>
                </a:lnTo>
                <a:cubicBezTo>
                  <a:pt x="16037" y="1708"/>
                  <a:pt x="16239" y="1581"/>
                  <a:pt x="16448" y="1490"/>
                </a:cubicBezTo>
                <a:cubicBezTo>
                  <a:pt x="16657" y="1399"/>
                  <a:pt x="16871" y="1353"/>
                  <a:pt x="17091" y="1353"/>
                </a:cubicBezTo>
                <a:cubicBezTo>
                  <a:pt x="17493" y="1353"/>
                  <a:pt x="17800" y="1474"/>
                  <a:pt x="18011" y="1717"/>
                </a:cubicBezTo>
                <a:cubicBezTo>
                  <a:pt x="18222" y="1959"/>
                  <a:pt x="18327" y="2309"/>
                  <a:pt x="18327" y="2765"/>
                </a:cubicBezTo>
                <a:lnTo>
                  <a:pt x="18327" y="5185"/>
                </a:lnTo>
                <a:close/>
                <a:moveTo>
                  <a:pt x="20207" y="840"/>
                </a:moveTo>
                <a:lnTo>
                  <a:pt x="19500" y="840"/>
                </a:lnTo>
                <a:lnTo>
                  <a:pt x="19500" y="187"/>
                </a:lnTo>
                <a:lnTo>
                  <a:pt x="20207" y="187"/>
                </a:lnTo>
                <a:lnTo>
                  <a:pt x="20207" y="840"/>
                </a:lnTo>
                <a:moveTo>
                  <a:pt x="20167" y="5185"/>
                </a:moveTo>
                <a:lnTo>
                  <a:pt x="19540" y="5185"/>
                </a:lnTo>
                <a:lnTo>
                  <a:pt x="19540" y="1460"/>
                </a:lnTo>
                <a:lnTo>
                  <a:pt x="20167" y="1460"/>
                </a:lnTo>
                <a:lnTo>
                  <a:pt x="20167" y="5185"/>
                </a:lnTo>
                <a:close/>
                <a:moveTo>
                  <a:pt x="24425" y="5185"/>
                </a:moveTo>
                <a:lnTo>
                  <a:pt x="23799" y="5185"/>
                </a:lnTo>
                <a:lnTo>
                  <a:pt x="23799" y="4797"/>
                </a:lnTo>
                <a:cubicBezTo>
                  <a:pt x="23619" y="4953"/>
                  <a:pt x="23431" y="5075"/>
                  <a:pt x="23236" y="5161"/>
                </a:cubicBezTo>
                <a:cubicBezTo>
                  <a:pt x="23040" y="5248"/>
                  <a:pt x="22828" y="5292"/>
                  <a:pt x="22599" y="5292"/>
                </a:cubicBezTo>
                <a:cubicBezTo>
                  <a:pt x="22155" y="5292"/>
                  <a:pt x="21802" y="5120"/>
                  <a:pt x="21541" y="4777"/>
                </a:cubicBezTo>
                <a:cubicBezTo>
                  <a:pt x="21280" y="4434"/>
                  <a:pt x="21150" y="3959"/>
                  <a:pt x="21150" y="3351"/>
                </a:cubicBezTo>
                <a:cubicBezTo>
                  <a:pt x="21150" y="3034"/>
                  <a:pt x="21195" y="2753"/>
                  <a:pt x="21285" y="2505"/>
                </a:cubicBezTo>
                <a:cubicBezTo>
                  <a:pt x="21375" y="2258"/>
                  <a:pt x="21496" y="2048"/>
                  <a:pt x="21650" y="1874"/>
                </a:cubicBezTo>
                <a:cubicBezTo>
                  <a:pt x="21801" y="1705"/>
                  <a:pt x="21977" y="1576"/>
                  <a:pt x="22178" y="1487"/>
                </a:cubicBezTo>
                <a:cubicBezTo>
                  <a:pt x="22379" y="1397"/>
                  <a:pt x="22587" y="1353"/>
                  <a:pt x="22803" y="1353"/>
                </a:cubicBezTo>
                <a:cubicBezTo>
                  <a:pt x="22998" y="1353"/>
                  <a:pt x="23171" y="1374"/>
                  <a:pt x="23322" y="1415"/>
                </a:cubicBezTo>
                <a:cubicBezTo>
                  <a:pt x="23473" y="1456"/>
                  <a:pt x="23632" y="1520"/>
                  <a:pt x="23799" y="1607"/>
                </a:cubicBezTo>
                <a:lnTo>
                  <a:pt x="23799" y="0"/>
                </a:lnTo>
                <a:lnTo>
                  <a:pt x="24425" y="0"/>
                </a:lnTo>
                <a:lnTo>
                  <a:pt x="24425" y="5185"/>
                </a:lnTo>
                <a:moveTo>
                  <a:pt x="23799" y="4269"/>
                </a:moveTo>
                <a:lnTo>
                  <a:pt x="23799" y="2133"/>
                </a:lnTo>
                <a:cubicBezTo>
                  <a:pt x="23630" y="2057"/>
                  <a:pt x="23479" y="2005"/>
                  <a:pt x="23346" y="1976"/>
                </a:cubicBezTo>
                <a:cubicBezTo>
                  <a:pt x="23212" y="1947"/>
                  <a:pt x="23067" y="1933"/>
                  <a:pt x="22909" y="1933"/>
                </a:cubicBezTo>
                <a:cubicBezTo>
                  <a:pt x="22558" y="1933"/>
                  <a:pt x="22285" y="2055"/>
                  <a:pt x="22089" y="2299"/>
                </a:cubicBezTo>
                <a:cubicBezTo>
                  <a:pt x="21894" y="2544"/>
                  <a:pt x="21796" y="2890"/>
                  <a:pt x="21796" y="3339"/>
                </a:cubicBezTo>
                <a:cubicBezTo>
                  <a:pt x="21796" y="3781"/>
                  <a:pt x="21872" y="4117"/>
                  <a:pt x="22023" y="4347"/>
                </a:cubicBezTo>
                <a:cubicBezTo>
                  <a:pt x="22174" y="4577"/>
                  <a:pt x="22416" y="4692"/>
                  <a:pt x="22749" y="4692"/>
                </a:cubicBezTo>
                <a:cubicBezTo>
                  <a:pt x="22927" y="4692"/>
                  <a:pt x="23107" y="4652"/>
                  <a:pt x="23289" y="4574"/>
                </a:cubicBezTo>
                <a:cubicBezTo>
                  <a:pt x="23471" y="4495"/>
                  <a:pt x="23641" y="4393"/>
                  <a:pt x="23799" y="4269"/>
                </a:cubicBezTo>
                <a:close/>
                <a:moveTo>
                  <a:pt x="28551" y="5185"/>
                </a:moveTo>
                <a:lnTo>
                  <a:pt x="27928" y="5185"/>
                </a:lnTo>
                <a:lnTo>
                  <a:pt x="27928" y="4791"/>
                </a:lnTo>
                <a:cubicBezTo>
                  <a:pt x="27872" y="4829"/>
                  <a:pt x="27797" y="4882"/>
                  <a:pt x="27703" y="4950"/>
                </a:cubicBezTo>
                <a:cubicBezTo>
                  <a:pt x="27608" y="5017"/>
                  <a:pt x="27517" y="5071"/>
                  <a:pt x="27428" y="5111"/>
                </a:cubicBezTo>
                <a:cubicBezTo>
                  <a:pt x="27323" y="5163"/>
                  <a:pt x="27203" y="5205"/>
                  <a:pt x="27068" y="5240"/>
                </a:cubicBezTo>
                <a:cubicBezTo>
                  <a:pt x="26932" y="5274"/>
                  <a:pt x="26773" y="5292"/>
                  <a:pt x="26591" y="5292"/>
                </a:cubicBezTo>
                <a:cubicBezTo>
                  <a:pt x="26256" y="5292"/>
                  <a:pt x="25972" y="5180"/>
                  <a:pt x="25738" y="4958"/>
                </a:cubicBezTo>
                <a:cubicBezTo>
                  <a:pt x="25505" y="4736"/>
                  <a:pt x="25388" y="4452"/>
                  <a:pt x="25388" y="4107"/>
                </a:cubicBezTo>
                <a:cubicBezTo>
                  <a:pt x="25388" y="3825"/>
                  <a:pt x="25449" y="3596"/>
                  <a:pt x="25570" y="3422"/>
                </a:cubicBezTo>
                <a:cubicBezTo>
                  <a:pt x="25691" y="3247"/>
                  <a:pt x="25864" y="3109"/>
                  <a:pt x="26088" y="3009"/>
                </a:cubicBezTo>
                <a:cubicBezTo>
                  <a:pt x="26315" y="2909"/>
                  <a:pt x="26587" y="2841"/>
                  <a:pt x="26905" y="2806"/>
                </a:cubicBezTo>
                <a:cubicBezTo>
                  <a:pt x="27222" y="2770"/>
                  <a:pt x="27563" y="2744"/>
                  <a:pt x="27928" y="2726"/>
                </a:cubicBezTo>
                <a:lnTo>
                  <a:pt x="27928" y="2628"/>
                </a:lnTo>
                <a:cubicBezTo>
                  <a:pt x="27928" y="2485"/>
                  <a:pt x="27903" y="2366"/>
                  <a:pt x="27853" y="2272"/>
                </a:cubicBezTo>
                <a:cubicBezTo>
                  <a:pt x="27803" y="2178"/>
                  <a:pt x="27731" y="2104"/>
                  <a:pt x="27638" y="2050"/>
                </a:cubicBezTo>
                <a:cubicBezTo>
                  <a:pt x="27549" y="1999"/>
                  <a:pt x="27442" y="1964"/>
                  <a:pt x="27318" y="1946"/>
                </a:cubicBezTo>
                <a:cubicBezTo>
                  <a:pt x="27193" y="1928"/>
                  <a:pt x="27063" y="1919"/>
                  <a:pt x="26928" y="1919"/>
                </a:cubicBezTo>
                <a:cubicBezTo>
                  <a:pt x="26763" y="1919"/>
                  <a:pt x="26580" y="1942"/>
                  <a:pt x="26378" y="1986"/>
                </a:cubicBezTo>
                <a:cubicBezTo>
                  <a:pt x="26176" y="2031"/>
                  <a:pt x="25967" y="2095"/>
                  <a:pt x="25752" y="2179"/>
                </a:cubicBezTo>
                <a:lnTo>
                  <a:pt x="25718" y="2179"/>
                </a:lnTo>
                <a:lnTo>
                  <a:pt x="25718" y="1543"/>
                </a:lnTo>
                <a:cubicBezTo>
                  <a:pt x="25840" y="1510"/>
                  <a:pt x="26017" y="1473"/>
                  <a:pt x="26248" y="1433"/>
                </a:cubicBezTo>
                <a:cubicBezTo>
                  <a:pt x="26479" y="1393"/>
                  <a:pt x="26707" y="1373"/>
                  <a:pt x="26931" y="1373"/>
                </a:cubicBezTo>
                <a:cubicBezTo>
                  <a:pt x="27193" y="1373"/>
                  <a:pt x="27422" y="1395"/>
                  <a:pt x="27616" y="1438"/>
                </a:cubicBezTo>
                <a:cubicBezTo>
                  <a:pt x="27810" y="1481"/>
                  <a:pt x="27979" y="1555"/>
                  <a:pt x="28121" y="1659"/>
                </a:cubicBezTo>
                <a:cubicBezTo>
                  <a:pt x="28261" y="1762"/>
                  <a:pt x="28367" y="1894"/>
                  <a:pt x="28441" y="2056"/>
                </a:cubicBezTo>
                <a:cubicBezTo>
                  <a:pt x="28514" y="2218"/>
                  <a:pt x="28551" y="2419"/>
                  <a:pt x="28551" y="2659"/>
                </a:cubicBezTo>
                <a:lnTo>
                  <a:pt x="28551" y="5185"/>
                </a:lnTo>
                <a:moveTo>
                  <a:pt x="27928" y="4273"/>
                </a:moveTo>
                <a:lnTo>
                  <a:pt x="27928" y="3232"/>
                </a:lnTo>
                <a:cubicBezTo>
                  <a:pt x="27737" y="3243"/>
                  <a:pt x="27512" y="3260"/>
                  <a:pt x="27253" y="3283"/>
                </a:cubicBezTo>
                <a:cubicBezTo>
                  <a:pt x="26994" y="3305"/>
                  <a:pt x="26789" y="3337"/>
                  <a:pt x="26638" y="3380"/>
                </a:cubicBezTo>
                <a:cubicBezTo>
                  <a:pt x="26458" y="3431"/>
                  <a:pt x="26313" y="3511"/>
                  <a:pt x="26201" y="3619"/>
                </a:cubicBezTo>
                <a:cubicBezTo>
                  <a:pt x="26090" y="3727"/>
                  <a:pt x="26035" y="3876"/>
                  <a:pt x="26035" y="4066"/>
                </a:cubicBezTo>
                <a:cubicBezTo>
                  <a:pt x="26035" y="4280"/>
                  <a:pt x="26099" y="4441"/>
                  <a:pt x="26228" y="4549"/>
                </a:cubicBezTo>
                <a:cubicBezTo>
                  <a:pt x="26357" y="4658"/>
                  <a:pt x="26554" y="4712"/>
                  <a:pt x="26818" y="4712"/>
                </a:cubicBezTo>
                <a:cubicBezTo>
                  <a:pt x="27038" y="4712"/>
                  <a:pt x="27239" y="4669"/>
                  <a:pt x="27421" y="4583"/>
                </a:cubicBezTo>
                <a:cubicBezTo>
                  <a:pt x="27603" y="4497"/>
                  <a:pt x="27772" y="4394"/>
                  <a:pt x="27928" y="4273"/>
                </a:cubicBezTo>
                <a:close/>
                <a:moveTo>
                  <a:pt x="32873" y="3386"/>
                </a:moveTo>
                <a:lnTo>
                  <a:pt x="30130" y="3386"/>
                </a:lnTo>
                <a:cubicBezTo>
                  <a:pt x="30130" y="3615"/>
                  <a:pt x="30165" y="3815"/>
                  <a:pt x="30233" y="3985"/>
                </a:cubicBezTo>
                <a:cubicBezTo>
                  <a:pt x="30302" y="4156"/>
                  <a:pt x="30397" y="4295"/>
                  <a:pt x="30517" y="4404"/>
                </a:cubicBezTo>
                <a:cubicBezTo>
                  <a:pt x="30632" y="4511"/>
                  <a:pt x="30769" y="4592"/>
                  <a:pt x="30928" y="4645"/>
                </a:cubicBezTo>
                <a:cubicBezTo>
                  <a:pt x="31087" y="4698"/>
                  <a:pt x="31262" y="4725"/>
                  <a:pt x="31453" y="4725"/>
                </a:cubicBezTo>
                <a:cubicBezTo>
                  <a:pt x="31706" y="4725"/>
                  <a:pt x="31961" y="4674"/>
                  <a:pt x="32218" y="4572"/>
                </a:cubicBezTo>
                <a:cubicBezTo>
                  <a:pt x="32474" y="4471"/>
                  <a:pt x="32657" y="4370"/>
                  <a:pt x="32766" y="4272"/>
                </a:cubicBezTo>
                <a:lnTo>
                  <a:pt x="32799" y="4272"/>
                </a:lnTo>
                <a:lnTo>
                  <a:pt x="32799" y="4957"/>
                </a:lnTo>
                <a:cubicBezTo>
                  <a:pt x="32588" y="5047"/>
                  <a:pt x="32373" y="5121"/>
                  <a:pt x="32153" y="5181"/>
                </a:cubicBezTo>
                <a:cubicBezTo>
                  <a:pt x="31933" y="5242"/>
                  <a:pt x="31702" y="5272"/>
                  <a:pt x="31460" y="5272"/>
                </a:cubicBezTo>
                <a:cubicBezTo>
                  <a:pt x="30842" y="5272"/>
                  <a:pt x="30360" y="5104"/>
                  <a:pt x="30013" y="4769"/>
                </a:cubicBezTo>
                <a:cubicBezTo>
                  <a:pt x="29667" y="4434"/>
                  <a:pt x="29494" y="3959"/>
                  <a:pt x="29494" y="3342"/>
                </a:cubicBezTo>
                <a:cubicBezTo>
                  <a:pt x="29494" y="2733"/>
                  <a:pt x="29660" y="2249"/>
                  <a:pt x="29992" y="1890"/>
                </a:cubicBezTo>
                <a:cubicBezTo>
                  <a:pt x="30324" y="1532"/>
                  <a:pt x="30761" y="1353"/>
                  <a:pt x="31303" y="1353"/>
                </a:cubicBezTo>
                <a:cubicBezTo>
                  <a:pt x="31805" y="1353"/>
                  <a:pt x="32192" y="1500"/>
                  <a:pt x="32464" y="1793"/>
                </a:cubicBezTo>
                <a:cubicBezTo>
                  <a:pt x="32736" y="2087"/>
                  <a:pt x="32873" y="2504"/>
                  <a:pt x="32873" y="3045"/>
                </a:cubicBezTo>
                <a:lnTo>
                  <a:pt x="32873" y="3386"/>
                </a:lnTo>
                <a:moveTo>
                  <a:pt x="32263" y="2906"/>
                </a:moveTo>
                <a:cubicBezTo>
                  <a:pt x="32261" y="2577"/>
                  <a:pt x="32178" y="2323"/>
                  <a:pt x="32014" y="2143"/>
                </a:cubicBezTo>
                <a:cubicBezTo>
                  <a:pt x="31851" y="1963"/>
                  <a:pt x="31603" y="1873"/>
                  <a:pt x="31270" y="1873"/>
                </a:cubicBezTo>
                <a:cubicBezTo>
                  <a:pt x="30934" y="1873"/>
                  <a:pt x="30667" y="1972"/>
                  <a:pt x="30468" y="2169"/>
                </a:cubicBezTo>
                <a:cubicBezTo>
                  <a:pt x="30269" y="2367"/>
                  <a:pt x="30157" y="2612"/>
                  <a:pt x="30130" y="2906"/>
                </a:cubicBezTo>
                <a:lnTo>
                  <a:pt x="32263" y="29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36D042-6DF6-4F58-8FAF-0FBF8A673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84" y="2531242"/>
            <a:ext cx="33641" cy="25152"/>
          </a:xfrm>
          <a:custGeom xmlns:a="http://schemas.openxmlformats.org/drawingml/2006/main">
            <a:pathLst>
              <a:path w="33641" h="25152">
                <a:moveTo>
                  <a:pt x="0" y="0"/>
                </a:moveTo>
                <a:lnTo>
                  <a:pt x="33641" y="0"/>
                </a:lnTo>
                <a:lnTo>
                  <a:pt x="33641" y="25152"/>
                </a:lnTo>
                <a:lnTo>
                  <a:pt x="0" y="251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5652D1-120F-4289-9A81-80B55779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0685" y="2531245"/>
            <a:ext cx="33641" cy="25151"/>
          </a:xfrm>
          <a:custGeom xmlns:a="http://schemas.openxmlformats.org/drawingml/2006/main">
            <a:pathLst>
              <a:path w="33641" h="25151" fill="none">
                <a:moveTo>
                  <a:pt x="0" y="0"/>
                </a:moveTo>
                <a:lnTo>
                  <a:pt x="33641" y="0"/>
                </a:lnTo>
                <a:lnTo>
                  <a:pt x="33641" y="25151"/>
                </a:lnTo>
                <a:lnTo>
                  <a:pt x="0" y="251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08" name="Text Cossidae">
            <a:extLst xmlns:a="http://schemas.openxmlformats.org/drawingml/2006/main">
              <a:ext uri="{FF2B5EF4-FFF2-40B4-BE49-F238E27FC236}">
                <a16:creationId xmlns:a16="http://schemas.microsoft.com/office/drawing/2014/main" id="{EC71876A-8C2B-4B63-A27C-710B03072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3610" y="2533062"/>
            <a:ext cx="32842" cy="5873"/>
          </a:xfrm>
          <a:custGeom xmlns:a="http://schemas.openxmlformats.org/drawingml/2006/main">
            <a:pathLst>
              <a:path w="32842" h="5873">
                <a:moveTo>
                  <a:pt x="4568" y="5358"/>
                </a:moveTo>
                <a:cubicBezTo>
                  <a:pt x="4432" y="5417"/>
                  <a:pt x="4309" y="5473"/>
                  <a:pt x="4200" y="5525"/>
                </a:cubicBezTo>
                <a:cubicBezTo>
                  <a:pt x="4090" y="5576"/>
                  <a:pt x="3946" y="5631"/>
                  <a:pt x="3769" y="5688"/>
                </a:cubicBezTo>
                <a:cubicBezTo>
                  <a:pt x="3618" y="5735"/>
                  <a:pt x="3455" y="5775"/>
                  <a:pt x="3279" y="5808"/>
                </a:cubicBezTo>
                <a:cubicBezTo>
                  <a:pt x="3102" y="5842"/>
                  <a:pt x="2908" y="5858"/>
                  <a:pt x="2696" y="5858"/>
                </a:cubicBezTo>
                <a:cubicBezTo>
                  <a:pt x="2297" y="5858"/>
                  <a:pt x="1934" y="5802"/>
                  <a:pt x="1607" y="5690"/>
                </a:cubicBezTo>
                <a:cubicBezTo>
                  <a:pt x="1280" y="5578"/>
                  <a:pt x="996" y="5402"/>
                  <a:pt x="754" y="5163"/>
                </a:cubicBezTo>
                <a:cubicBezTo>
                  <a:pt x="518" y="4928"/>
                  <a:pt x="333" y="4630"/>
                  <a:pt x="200" y="4269"/>
                </a:cubicBezTo>
                <a:cubicBezTo>
                  <a:pt x="67" y="3907"/>
                  <a:pt x="0" y="3487"/>
                  <a:pt x="0" y="3009"/>
                </a:cubicBezTo>
                <a:cubicBezTo>
                  <a:pt x="0" y="2555"/>
                  <a:pt x="64" y="2149"/>
                  <a:pt x="192" y="1791"/>
                </a:cubicBezTo>
                <a:cubicBezTo>
                  <a:pt x="321" y="1433"/>
                  <a:pt x="505" y="1131"/>
                  <a:pt x="747" y="884"/>
                </a:cubicBezTo>
                <a:cubicBezTo>
                  <a:pt x="981" y="645"/>
                  <a:pt x="1264" y="462"/>
                  <a:pt x="1596" y="337"/>
                </a:cubicBezTo>
                <a:cubicBezTo>
                  <a:pt x="1928" y="211"/>
                  <a:pt x="2296" y="148"/>
                  <a:pt x="2700" y="148"/>
                </a:cubicBezTo>
                <a:cubicBezTo>
                  <a:pt x="2996" y="148"/>
                  <a:pt x="3291" y="184"/>
                  <a:pt x="3586" y="255"/>
                </a:cubicBezTo>
                <a:cubicBezTo>
                  <a:pt x="3880" y="327"/>
                  <a:pt x="4208" y="452"/>
                  <a:pt x="4568" y="632"/>
                </a:cubicBezTo>
                <a:lnTo>
                  <a:pt x="4568" y="1502"/>
                </a:lnTo>
                <a:lnTo>
                  <a:pt x="4512" y="1502"/>
                </a:lnTo>
                <a:cubicBezTo>
                  <a:pt x="4209" y="1251"/>
                  <a:pt x="3908" y="1069"/>
                  <a:pt x="3610" y="955"/>
                </a:cubicBezTo>
                <a:cubicBezTo>
                  <a:pt x="3311" y="841"/>
                  <a:pt x="2992" y="784"/>
                  <a:pt x="2652" y="784"/>
                </a:cubicBezTo>
                <a:cubicBezTo>
                  <a:pt x="2373" y="784"/>
                  <a:pt x="2122" y="829"/>
                  <a:pt x="1899" y="919"/>
                </a:cubicBezTo>
                <a:cubicBezTo>
                  <a:pt x="1676" y="1008"/>
                  <a:pt x="1477" y="1148"/>
                  <a:pt x="1302" y="1337"/>
                </a:cubicBezTo>
                <a:cubicBezTo>
                  <a:pt x="1132" y="1522"/>
                  <a:pt x="999" y="1755"/>
                  <a:pt x="904" y="2037"/>
                </a:cubicBezTo>
                <a:cubicBezTo>
                  <a:pt x="809" y="2318"/>
                  <a:pt x="762" y="2643"/>
                  <a:pt x="762" y="3012"/>
                </a:cubicBezTo>
                <a:cubicBezTo>
                  <a:pt x="762" y="3398"/>
                  <a:pt x="814" y="3731"/>
                  <a:pt x="919" y="4008"/>
                </a:cubicBezTo>
                <a:cubicBezTo>
                  <a:pt x="1024" y="4286"/>
                  <a:pt x="1159" y="4513"/>
                  <a:pt x="1324" y="4687"/>
                </a:cubicBezTo>
                <a:cubicBezTo>
                  <a:pt x="1497" y="4869"/>
                  <a:pt x="1698" y="5004"/>
                  <a:pt x="1929" y="5091"/>
                </a:cubicBezTo>
                <a:cubicBezTo>
                  <a:pt x="2159" y="5179"/>
                  <a:pt x="2403" y="5222"/>
                  <a:pt x="2659" y="5222"/>
                </a:cubicBezTo>
                <a:cubicBezTo>
                  <a:pt x="3012" y="5222"/>
                  <a:pt x="3342" y="5162"/>
                  <a:pt x="3650" y="5041"/>
                </a:cubicBezTo>
                <a:cubicBezTo>
                  <a:pt x="3959" y="4920"/>
                  <a:pt x="4247" y="4739"/>
                  <a:pt x="4516" y="4497"/>
                </a:cubicBezTo>
                <a:lnTo>
                  <a:pt x="4568" y="4497"/>
                </a:lnTo>
                <a:lnTo>
                  <a:pt x="4568" y="5358"/>
                </a:lnTo>
                <a:close/>
                <a:moveTo>
                  <a:pt x="9069" y="3689"/>
                </a:moveTo>
                <a:cubicBezTo>
                  <a:pt x="9069" y="4364"/>
                  <a:pt x="8896" y="4897"/>
                  <a:pt x="8551" y="5287"/>
                </a:cubicBezTo>
                <a:cubicBezTo>
                  <a:pt x="8206" y="5678"/>
                  <a:pt x="7743" y="5873"/>
                  <a:pt x="7164" y="5873"/>
                </a:cubicBezTo>
                <a:cubicBezTo>
                  <a:pt x="6579" y="5873"/>
                  <a:pt x="6115" y="5678"/>
                  <a:pt x="5771" y="5287"/>
                </a:cubicBezTo>
                <a:cubicBezTo>
                  <a:pt x="5427" y="4897"/>
                  <a:pt x="5255" y="4364"/>
                  <a:pt x="5255" y="3689"/>
                </a:cubicBezTo>
                <a:cubicBezTo>
                  <a:pt x="5255" y="3014"/>
                  <a:pt x="5427" y="2481"/>
                  <a:pt x="5771" y="2089"/>
                </a:cubicBezTo>
                <a:cubicBezTo>
                  <a:pt x="6115" y="1697"/>
                  <a:pt x="6579" y="1502"/>
                  <a:pt x="7164" y="1502"/>
                </a:cubicBezTo>
                <a:cubicBezTo>
                  <a:pt x="7743" y="1502"/>
                  <a:pt x="8206" y="1697"/>
                  <a:pt x="8551" y="2089"/>
                </a:cubicBezTo>
                <a:cubicBezTo>
                  <a:pt x="8896" y="2481"/>
                  <a:pt x="9069" y="3014"/>
                  <a:pt x="9069" y="3689"/>
                </a:cubicBezTo>
                <a:moveTo>
                  <a:pt x="8351" y="3689"/>
                </a:moveTo>
                <a:cubicBezTo>
                  <a:pt x="8351" y="3155"/>
                  <a:pt x="8246" y="2758"/>
                  <a:pt x="8037" y="2498"/>
                </a:cubicBezTo>
                <a:cubicBezTo>
                  <a:pt x="7827" y="2238"/>
                  <a:pt x="7536" y="2108"/>
                  <a:pt x="7164" y="2108"/>
                </a:cubicBezTo>
                <a:cubicBezTo>
                  <a:pt x="6787" y="2108"/>
                  <a:pt x="6494" y="2238"/>
                  <a:pt x="6285" y="2498"/>
                </a:cubicBezTo>
                <a:cubicBezTo>
                  <a:pt x="6077" y="2758"/>
                  <a:pt x="5973" y="3155"/>
                  <a:pt x="5973" y="3689"/>
                </a:cubicBezTo>
                <a:cubicBezTo>
                  <a:pt x="5973" y="4206"/>
                  <a:pt x="6078" y="4599"/>
                  <a:pt x="6287" y="4866"/>
                </a:cubicBezTo>
                <a:cubicBezTo>
                  <a:pt x="6497" y="5133"/>
                  <a:pt x="6789" y="5267"/>
                  <a:pt x="7164" y="5267"/>
                </a:cubicBezTo>
                <a:cubicBezTo>
                  <a:pt x="7534" y="5267"/>
                  <a:pt x="7824" y="5134"/>
                  <a:pt x="8035" y="4869"/>
                </a:cubicBezTo>
                <a:cubicBezTo>
                  <a:pt x="8246" y="4605"/>
                  <a:pt x="8351" y="4211"/>
                  <a:pt x="8351" y="3689"/>
                </a:cubicBezTo>
                <a:close/>
                <a:moveTo>
                  <a:pt x="13096" y="4561"/>
                </a:moveTo>
                <a:cubicBezTo>
                  <a:pt x="13096" y="4938"/>
                  <a:pt x="12940" y="5247"/>
                  <a:pt x="12628" y="5489"/>
                </a:cubicBezTo>
                <a:cubicBezTo>
                  <a:pt x="12316" y="5730"/>
                  <a:pt x="11890" y="5851"/>
                  <a:pt x="11350" y="5851"/>
                </a:cubicBezTo>
                <a:cubicBezTo>
                  <a:pt x="11045" y="5851"/>
                  <a:pt x="10764" y="5814"/>
                  <a:pt x="10509" y="5742"/>
                </a:cubicBezTo>
                <a:cubicBezTo>
                  <a:pt x="10254" y="5669"/>
                  <a:pt x="10040" y="5589"/>
                  <a:pt x="9867" y="5502"/>
                </a:cubicBezTo>
                <a:lnTo>
                  <a:pt x="9867" y="4719"/>
                </a:lnTo>
                <a:lnTo>
                  <a:pt x="9904" y="4719"/>
                </a:lnTo>
                <a:cubicBezTo>
                  <a:pt x="10124" y="4887"/>
                  <a:pt x="10368" y="5020"/>
                  <a:pt x="10637" y="5119"/>
                </a:cubicBezTo>
                <a:cubicBezTo>
                  <a:pt x="10905" y="5217"/>
                  <a:pt x="11163" y="5267"/>
                  <a:pt x="11410" y="5267"/>
                </a:cubicBezTo>
                <a:cubicBezTo>
                  <a:pt x="11715" y="5267"/>
                  <a:pt x="11954" y="5217"/>
                  <a:pt x="12127" y="5118"/>
                </a:cubicBezTo>
                <a:cubicBezTo>
                  <a:pt x="12300" y="5019"/>
                  <a:pt x="12386" y="4863"/>
                  <a:pt x="12386" y="4650"/>
                </a:cubicBezTo>
                <a:cubicBezTo>
                  <a:pt x="12386" y="4487"/>
                  <a:pt x="12339" y="4364"/>
                  <a:pt x="12245" y="4280"/>
                </a:cubicBezTo>
                <a:cubicBezTo>
                  <a:pt x="12152" y="4197"/>
                  <a:pt x="11972" y="4125"/>
                  <a:pt x="11705" y="4066"/>
                </a:cubicBezTo>
                <a:cubicBezTo>
                  <a:pt x="11607" y="4044"/>
                  <a:pt x="11478" y="4018"/>
                  <a:pt x="11319" y="3989"/>
                </a:cubicBezTo>
                <a:cubicBezTo>
                  <a:pt x="11160" y="3959"/>
                  <a:pt x="11015" y="3927"/>
                  <a:pt x="10884" y="3893"/>
                </a:cubicBezTo>
                <a:cubicBezTo>
                  <a:pt x="10522" y="3796"/>
                  <a:pt x="10265" y="3655"/>
                  <a:pt x="10113" y="3469"/>
                </a:cubicBezTo>
                <a:cubicBezTo>
                  <a:pt x="9962" y="3283"/>
                  <a:pt x="9886" y="3055"/>
                  <a:pt x="9886" y="2784"/>
                </a:cubicBezTo>
                <a:cubicBezTo>
                  <a:pt x="9886" y="2614"/>
                  <a:pt x="9921" y="2454"/>
                  <a:pt x="9991" y="2304"/>
                </a:cubicBezTo>
                <a:cubicBezTo>
                  <a:pt x="10061" y="2153"/>
                  <a:pt x="10168" y="2019"/>
                  <a:pt x="10311" y="1901"/>
                </a:cubicBezTo>
                <a:cubicBezTo>
                  <a:pt x="10449" y="1785"/>
                  <a:pt x="10625" y="1693"/>
                  <a:pt x="10838" y="1625"/>
                </a:cubicBezTo>
                <a:cubicBezTo>
                  <a:pt x="11051" y="1558"/>
                  <a:pt x="11290" y="1524"/>
                  <a:pt x="11554" y="1524"/>
                </a:cubicBezTo>
                <a:cubicBezTo>
                  <a:pt x="11800" y="1524"/>
                  <a:pt x="12050" y="1554"/>
                  <a:pt x="12303" y="1614"/>
                </a:cubicBezTo>
                <a:cubicBezTo>
                  <a:pt x="12555" y="1674"/>
                  <a:pt x="12766" y="1747"/>
                  <a:pt x="12933" y="1833"/>
                </a:cubicBezTo>
                <a:lnTo>
                  <a:pt x="12933" y="2574"/>
                </a:lnTo>
                <a:lnTo>
                  <a:pt x="12896" y="2574"/>
                </a:lnTo>
                <a:cubicBezTo>
                  <a:pt x="12719" y="2443"/>
                  <a:pt x="12503" y="2333"/>
                  <a:pt x="12249" y="2243"/>
                </a:cubicBezTo>
                <a:cubicBezTo>
                  <a:pt x="11995" y="2153"/>
                  <a:pt x="11746" y="2108"/>
                  <a:pt x="11502" y="2108"/>
                </a:cubicBezTo>
                <a:cubicBezTo>
                  <a:pt x="11248" y="2108"/>
                  <a:pt x="11034" y="2157"/>
                  <a:pt x="10858" y="2255"/>
                </a:cubicBezTo>
                <a:cubicBezTo>
                  <a:pt x="10683" y="2353"/>
                  <a:pt x="10596" y="2498"/>
                  <a:pt x="10596" y="2691"/>
                </a:cubicBezTo>
                <a:cubicBezTo>
                  <a:pt x="10596" y="2861"/>
                  <a:pt x="10649" y="2990"/>
                  <a:pt x="10755" y="3076"/>
                </a:cubicBezTo>
                <a:cubicBezTo>
                  <a:pt x="10858" y="3162"/>
                  <a:pt x="11026" y="3232"/>
                  <a:pt x="11258" y="3286"/>
                </a:cubicBezTo>
                <a:cubicBezTo>
                  <a:pt x="11386" y="3316"/>
                  <a:pt x="11530" y="3346"/>
                  <a:pt x="11689" y="3375"/>
                </a:cubicBezTo>
                <a:cubicBezTo>
                  <a:pt x="11848" y="3405"/>
                  <a:pt x="11980" y="3432"/>
                  <a:pt x="12086" y="3456"/>
                </a:cubicBezTo>
                <a:cubicBezTo>
                  <a:pt x="12409" y="3530"/>
                  <a:pt x="12658" y="3657"/>
                  <a:pt x="12833" y="3837"/>
                </a:cubicBezTo>
                <a:cubicBezTo>
                  <a:pt x="13009" y="4019"/>
                  <a:pt x="13096" y="4261"/>
                  <a:pt x="13096" y="4561"/>
                </a:cubicBezTo>
                <a:close/>
                <a:moveTo>
                  <a:pt x="17042" y="4561"/>
                </a:moveTo>
                <a:cubicBezTo>
                  <a:pt x="17042" y="4938"/>
                  <a:pt x="16886" y="5247"/>
                  <a:pt x="16574" y="5489"/>
                </a:cubicBezTo>
                <a:cubicBezTo>
                  <a:pt x="16262" y="5730"/>
                  <a:pt x="15837" y="5851"/>
                  <a:pt x="15297" y="5851"/>
                </a:cubicBezTo>
                <a:cubicBezTo>
                  <a:pt x="14991" y="5851"/>
                  <a:pt x="14710" y="5814"/>
                  <a:pt x="14455" y="5742"/>
                </a:cubicBezTo>
                <a:cubicBezTo>
                  <a:pt x="14200" y="5669"/>
                  <a:pt x="13986" y="5589"/>
                  <a:pt x="13813" y="5502"/>
                </a:cubicBezTo>
                <a:lnTo>
                  <a:pt x="13813" y="4719"/>
                </a:lnTo>
                <a:lnTo>
                  <a:pt x="13850" y="4719"/>
                </a:lnTo>
                <a:cubicBezTo>
                  <a:pt x="14070" y="4887"/>
                  <a:pt x="14314" y="5020"/>
                  <a:pt x="14583" y="5119"/>
                </a:cubicBezTo>
                <a:cubicBezTo>
                  <a:pt x="14851" y="5217"/>
                  <a:pt x="15109" y="5267"/>
                  <a:pt x="15356" y="5267"/>
                </a:cubicBezTo>
                <a:cubicBezTo>
                  <a:pt x="15661" y="5267"/>
                  <a:pt x="15901" y="5217"/>
                  <a:pt x="16073" y="5118"/>
                </a:cubicBezTo>
                <a:cubicBezTo>
                  <a:pt x="16246" y="5019"/>
                  <a:pt x="16332" y="4863"/>
                  <a:pt x="16332" y="4650"/>
                </a:cubicBezTo>
                <a:cubicBezTo>
                  <a:pt x="16332" y="4487"/>
                  <a:pt x="16285" y="4364"/>
                  <a:pt x="16192" y="4280"/>
                </a:cubicBezTo>
                <a:cubicBezTo>
                  <a:pt x="16098" y="4197"/>
                  <a:pt x="15918" y="4125"/>
                  <a:pt x="15652" y="4066"/>
                </a:cubicBezTo>
                <a:cubicBezTo>
                  <a:pt x="15553" y="4044"/>
                  <a:pt x="15424" y="4018"/>
                  <a:pt x="15265" y="3989"/>
                </a:cubicBezTo>
                <a:cubicBezTo>
                  <a:pt x="15106" y="3959"/>
                  <a:pt x="14961" y="3927"/>
                  <a:pt x="14831" y="3893"/>
                </a:cubicBezTo>
                <a:cubicBezTo>
                  <a:pt x="14468" y="3796"/>
                  <a:pt x="14211" y="3655"/>
                  <a:pt x="14059" y="3469"/>
                </a:cubicBezTo>
                <a:cubicBezTo>
                  <a:pt x="13908" y="3283"/>
                  <a:pt x="13832" y="3055"/>
                  <a:pt x="13832" y="2784"/>
                </a:cubicBezTo>
                <a:cubicBezTo>
                  <a:pt x="13832" y="2614"/>
                  <a:pt x="13867" y="2454"/>
                  <a:pt x="13937" y="2304"/>
                </a:cubicBezTo>
                <a:cubicBezTo>
                  <a:pt x="14008" y="2153"/>
                  <a:pt x="14114" y="2019"/>
                  <a:pt x="14257" y="1901"/>
                </a:cubicBezTo>
                <a:cubicBezTo>
                  <a:pt x="14395" y="1785"/>
                  <a:pt x="14571" y="1693"/>
                  <a:pt x="14784" y="1625"/>
                </a:cubicBezTo>
                <a:cubicBezTo>
                  <a:pt x="14998" y="1558"/>
                  <a:pt x="15236" y="1524"/>
                  <a:pt x="15500" y="1524"/>
                </a:cubicBezTo>
                <a:cubicBezTo>
                  <a:pt x="15747" y="1524"/>
                  <a:pt x="15996" y="1554"/>
                  <a:pt x="16249" y="1614"/>
                </a:cubicBezTo>
                <a:cubicBezTo>
                  <a:pt x="16502" y="1674"/>
                  <a:pt x="16712" y="1747"/>
                  <a:pt x="16879" y="1833"/>
                </a:cubicBezTo>
                <a:lnTo>
                  <a:pt x="16879" y="2574"/>
                </a:lnTo>
                <a:lnTo>
                  <a:pt x="16842" y="2574"/>
                </a:lnTo>
                <a:cubicBezTo>
                  <a:pt x="16665" y="2443"/>
                  <a:pt x="16449" y="2333"/>
                  <a:pt x="16195" y="2243"/>
                </a:cubicBezTo>
                <a:cubicBezTo>
                  <a:pt x="15941" y="2153"/>
                  <a:pt x="15692" y="2108"/>
                  <a:pt x="15448" y="2108"/>
                </a:cubicBezTo>
                <a:cubicBezTo>
                  <a:pt x="15194" y="2108"/>
                  <a:pt x="14980" y="2157"/>
                  <a:pt x="14805" y="2255"/>
                </a:cubicBezTo>
                <a:cubicBezTo>
                  <a:pt x="14630" y="2353"/>
                  <a:pt x="14542" y="2498"/>
                  <a:pt x="14542" y="2691"/>
                </a:cubicBezTo>
                <a:cubicBezTo>
                  <a:pt x="14542" y="2861"/>
                  <a:pt x="14595" y="2990"/>
                  <a:pt x="14701" y="3076"/>
                </a:cubicBezTo>
                <a:cubicBezTo>
                  <a:pt x="14805" y="3162"/>
                  <a:pt x="14972" y="3232"/>
                  <a:pt x="15204" y="3286"/>
                </a:cubicBezTo>
                <a:cubicBezTo>
                  <a:pt x="15332" y="3316"/>
                  <a:pt x="15476" y="3346"/>
                  <a:pt x="15635" y="3375"/>
                </a:cubicBezTo>
                <a:cubicBezTo>
                  <a:pt x="15794" y="3405"/>
                  <a:pt x="15927" y="3432"/>
                  <a:pt x="16033" y="3456"/>
                </a:cubicBezTo>
                <a:cubicBezTo>
                  <a:pt x="16356" y="3530"/>
                  <a:pt x="16605" y="3657"/>
                  <a:pt x="16780" y="3837"/>
                </a:cubicBezTo>
                <a:cubicBezTo>
                  <a:pt x="16955" y="4019"/>
                  <a:pt x="17042" y="4261"/>
                  <a:pt x="17042" y="4561"/>
                </a:cubicBezTo>
                <a:close/>
                <a:moveTo>
                  <a:pt x="18784" y="932"/>
                </a:moveTo>
                <a:lnTo>
                  <a:pt x="18000" y="932"/>
                </a:lnTo>
                <a:lnTo>
                  <a:pt x="18000" y="207"/>
                </a:lnTo>
                <a:lnTo>
                  <a:pt x="18784" y="207"/>
                </a:lnTo>
                <a:lnTo>
                  <a:pt x="18784" y="932"/>
                </a:lnTo>
                <a:moveTo>
                  <a:pt x="18740" y="5755"/>
                </a:moveTo>
                <a:lnTo>
                  <a:pt x="18044" y="5755"/>
                </a:lnTo>
                <a:lnTo>
                  <a:pt x="18044" y="1620"/>
                </a:lnTo>
                <a:lnTo>
                  <a:pt x="18740" y="1620"/>
                </a:lnTo>
                <a:lnTo>
                  <a:pt x="18740" y="5755"/>
                </a:lnTo>
                <a:close/>
                <a:moveTo>
                  <a:pt x="23466" y="5755"/>
                </a:moveTo>
                <a:lnTo>
                  <a:pt x="22771" y="5755"/>
                </a:lnTo>
                <a:lnTo>
                  <a:pt x="22771" y="5324"/>
                </a:lnTo>
                <a:cubicBezTo>
                  <a:pt x="22571" y="5497"/>
                  <a:pt x="22363" y="5632"/>
                  <a:pt x="22146" y="5729"/>
                </a:cubicBezTo>
                <a:cubicBezTo>
                  <a:pt x="21929" y="5825"/>
                  <a:pt x="21694" y="5873"/>
                  <a:pt x="21440" y="5873"/>
                </a:cubicBezTo>
                <a:cubicBezTo>
                  <a:pt x="20946" y="5873"/>
                  <a:pt x="20555" y="5683"/>
                  <a:pt x="20265" y="5302"/>
                </a:cubicBezTo>
                <a:cubicBezTo>
                  <a:pt x="19976" y="4921"/>
                  <a:pt x="19831" y="4394"/>
                  <a:pt x="19831" y="3719"/>
                </a:cubicBezTo>
                <a:cubicBezTo>
                  <a:pt x="19831" y="3368"/>
                  <a:pt x="19881" y="3055"/>
                  <a:pt x="19981" y="2781"/>
                </a:cubicBezTo>
                <a:cubicBezTo>
                  <a:pt x="20080" y="2506"/>
                  <a:pt x="20215" y="2273"/>
                  <a:pt x="20386" y="2080"/>
                </a:cubicBezTo>
                <a:cubicBezTo>
                  <a:pt x="20553" y="1892"/>
                  <a:pt x="20749" y="1749"/>
                  <a:pt x="20972" y="1650"/>
                </a:cubicBezTo>
                <a:cubicBezTo>
                  <a:pt x="21195" y="1551"/>
                  <a:pt x="21426" y="1502"/>
                  <a:pt x="21665" y="1502"/>
                </a:cubicBezTo>
                <a:cubicBezTo>
                  <a:pt x="21882" y="1502"/>
                  <a:pt x="22075" y="1524"/>
                  <a:pt x="22242" y="1570"/>
                </a:cubicBezTo>
                <a:cubicBezTo>
                  <a:pt x="22410" y="1616"/>
                  <a:pt x="22586" y="1687"/>
                  <a:pt x="22771" y="1783"/>
                </a:cubicBezTo>
                <a:lnTo>
                  <a:pt x="22771" y="0"/>
                </a:lnTo>
                <a:lnTo>
                  <a:pt x="23466" y="0"/>
                </a:lnTo>
                <a:lnTo>
                  <a:pt x="23466" y="5755"/>
                </a:lnTo>
                <a:moveTo>
                  <a:pt x="22771" y="4738"/>
                </a:moveTo>
                <a:lnTo>
                  <a:pt x="22771" y="2367"/>
                </a:lnTo>
                <a:cubicBezTo>
                  <a:pt x="22584" y="2283"/>
                  <a:pt x="22416" y="2225"/>
                  <a:pt x="22268" y="2193"/>
                </a:cubicBezTo>
                <a:cubicBezTo>
                  <a:pt x="22120" y="2161"/>
                  <a:pt x="21959" y="2145"/>
                  <a:pt x="21784" y="2145"/>
                </a:cubicBezTo>
                <a:cubicBezTo>
                  <a:pt x="21394" y="2145"/>
                  <a:pt x="21091" y="2281"/>
                  <a:pt x="20874" y="2552"/>
                </a:cubicBezTo>
                <a:cubicBezTo>
                  <a:pt x="20657" y="2823"/>
                  <a:pt x="20548" y="3208"/>
                  <a:pt x="20548" y="3706"/>
                </a:cubicBezTo>
                <a:cubicBezTo>
                  <a:pt x="20548" y="4197"/>
                  <a:pt x="20632" y="4569"/>
                  <a:pt x="20800" y="4825"/>
                </a:cubicBezTo>
                <a:cubicBezTo>
                  <a:pt x="20967" y="5080"/>
                  <a:pt x="21236" y="5207"/>
                  <a:pt x="21606" y="5207"/>
                </a:cubicBezTo>
                <a:cubicBezTo>
                  <a:pt x="21803" y="5207"/>
                  <a:pt x="22003" y="5164"/>
                  <a:pt x="22205" y="5076"/>
                </a:cubicBezTo>
                <a:cubicBezTo>
                  <a:pt x="22407" y="4989"/>
                  <a:pt x="22596" y="4876"/>
                  <a:pt x="22771" y="4738"/>
                </a:cubicBezTo>
                <a:close/>
                <a:moveTo>
                  <a:pt x="28045" y="5755"/>
                </a:moveTo>
                <a:lnTo>
                  <a:pt x="27353" y="5755"/>
                </a:lnTo>
                <a:lnTo>
                  <a:pt x="27353" y="5318"/>
                </a:lnTo>
                <a:cubicBezTo>
                  <a:pt x="27292" y="5360"/>
                  <a:pt x="27208" y="5418"/>
                  <a:pt x="27104" y="5494"/>
                </a:cubicBezTo>
                <a:cubicBezTo>
                  <a:pt x="26999" y="5569"/>
                  <a:pt x="26897" y="5629"/>
                  <a:pt x="26798" y="5673"/>
                </a:cubicBezTo>
                <a:cubicBezTo>
                  <a:pt x="26683" y="5730"/>
                  <a:pt x="26549" y="5777"/>
                  <a:pt x="26399" y="5816"/>
                </a:cubicBezTo>
                <a:cubicBezTo>
                  <a:pt x="26249" y="5854"/>
                  <a:pt x="26072" y="5873"/>
                  <a:pt x="25870" y="5873"/>
                </a:cubicBezTo>
                <a:cubicBezTo>
                  <a:pt x="25498" y="5873"/>
                  <a:pt x="25182" y="5750"/>
                  <a:pt x="24923" y="5503"/>
                </a:cubicBezTo>
                <a:cubicBezTo>
                  <a:pt x="24664" y="5256"/>
                  <a:pt x="24535" y="4941"/>
                  <a:pt x="24535" y="4558"/>
                </a:cubicBezTo>
                <a:cubicBezTo>
                  <a:pt x="24535" y="4245"/>
                  <a:pt x="24602" y="3991"/>
                  <a:pt x="24737" y="3798"/>
                </a:cubicBezTo>
                <a:cubicBezTo>
                  <a:pt x="24871" y="3604"/>
                  <a:pt x="25063" y="3451"/>
                  <a:pt x="25312" y="3340"/>
                </a:cubicBezTo>
                <a:cubicBezTo>
                  <a:pt x="25563" y="3229"/>
                  <a:pt x="25865" y="3154"/>
                  <a:pt x="26218" y="3114"/>
                </a:cubicBezTo>
                <a:cubicBezTo>
                  <a:pt x="26570" y="3075"/>
                  <a:pt x="26949" y="3045"/>
                  <a:pt x="27353" y="3025"/>
                </a:cubicBezTo>
                <a:lnTo>
                  <a:pt x="27353" y="2917"/>
                </a:lnTo>
                <a:cubicBezTo>
                  <a:pt x="27353" y="2758"/>
                  <a:pt x="27326" y="2626"/>
                  <a:pt x="27270" y="2522"/>
                </a:cubicBezTo>
                <a:cubicBezTo>
                  <a:pt x="27215" y="2417"/>
                  <a:pt x="27135" y="2335"/>
                  <a:pt x="27032" y="2276"/>
                </a:cubicBezTo>
                <a:cubicBezTo>
                  <a:pt x="26933" y="2219"/>
                  <a:pt x="26815" y="2180"/>
                  <a:pt x="26676" y="2160"/>
                </a:cubicBezTo>
                <a:cubicBezTo>
                  <a:pt x="26538" y="2140"/>
                  <a:pt x="26394" y="2130"/>
                  <a:pt x="26244" y="2130"/>
                </a:cubicBezTo>
                <a:cubicBezTo>
                  <a:pt x="26061" y="2130"/>
                  <a:pt x="25858" y="2155"/>
                  <a:pt x="25633" y="2204"/>
                </a:cubicBezTo>
                <a:cubicBezTo>
                  <a:pt x="25409" y="2254"/>
                  <a:pt x="25177" y="2325"/>
                  <a:pt x="24938" y="2419"/>
                </a:cubicBezTo>
                <a:lnTo>
                  <a:pt x="24901" y="2419"/>
                </a:lnTo>
                <a:lnTo>
                  <a:pt x="24901" y="1712"/>
                </a:lnTo>
                <a:cubicBezTo>
                  <a:pt x="25037" y="1675"/>
                  <a:pt x="25233" y="1635"/>
                  <a:pt x="25489" y="1590"/>
                </a:cubicBezTo>
                <a:cubicBezTo>
                  <a:pt x="25746" y="1546"/>
                  <a:pt x="25998" y="1524"/>
                  <a:pt x="26247" y="1524"/>
                </a:cubicBezTo>
                <a:cubicBezTo>
                  <a:pt x="26538" y="1524"/>
                  <a:pt x="26792" y="1548"/>
                  <a:pt x="27007" y="1596"/>
                </a:cubicBezTo>
                <a:cubicBezTo>
                  <a:pt x="27223" y="1644"/>
                  <a:pt x="27410" y="1726"/>
                  <a:pt x="27568" y="1842"/>
                </a:cubicBezTo>
                <a:cubicBezTo>
                  <a:pt x="27723" y="1955"/>
                  <a:pt x="27841" y="2102"/>
                  <a:pt x="27923" y="2282"/>
                </a:cubicBezTo>
                <a:cubicBezTo>
                  <a:pt x="28004" y="2462"/>
                  <a:pt x="28045" y="2685"/>
                  <a:pt x="28045" y="2951"/>
                </a:cubicBezTo>
                <a:lnTo>
                  <a:pt x="28045" y="5755"/>
                </a:lnTo>
                <a:moveTo>
                  <a:pt x="27353" y="4743"/>
                </a:moveTo>
                <a:lnTo>
                  <a:pt x="27353" y="3587"/>
                </a:lnTo>
                <a:cubicBezTo>
                  <a:pt x="27141" y="3600"/>
                  <a:pt x="26892" y="3619"/>
                  <a:pt x="26604" y="3643"/>
                </a:cubicBezTo>
                <a:cubicBezTo>
                  <a:pt x="26317" y="3668"/>
                  <a:pt x="26090" y="3704"/>
                  <a:pt x="25922" y="3751"/>
                </a:cubicBezTo>
                <a:cubicBezTo>
                  <a:pt x="25722" y="3808"/>
                  <a:pt x="25561" y="3897"/>
                  <a:pt x="25437" y="4017"/>
                </a:cubicBezTo>
                <a:cubicBezTo>
                  <a:pt x="25314" y="4137"/>
                  <a:pt x="25253" y="4302"/>
                  <a:pt x="25253" y="4513"/>
                </a:cubicBezTo>
                <a:cubicBezTo>
                  <a:pt x="25253" y="4750"/>
                  <a:pt x="25324" y="4929"/>
                  <a:pt x="25467" y="5049"/>
                </a:cubicBezTo>
                <a:cubicBezTo>
                  <a:pt x="25610" y="5170"/>
                  <a:pt x="25828" y="5230"/>
                  <a:pt x="26122" y="5230"/>
                </a:cubicBezTo>
                <a:cubicBezTo>
                  <a:pt x="26366" y="5230"/>
                  <a:pt x="26589" y="5182"/>
                  <a:pt x="26791" y="5087"/>
                </a:cubicBezTo>
                <a:cubicBezTo>
                  <a:pt x="26993" y="4991"/>
                  <a:pt x="27181" y="4877"/>
                  <a:pt x="27353" y="4743"/>
                </a:cubicBezTo>
                <a:close/>
                <a:moveTo>
                  <a:pt x="32842" y="3758"/>
                </a:moveTo>
                <a:lnTo>
                  <a:pt x="29798" y="3758"/>
                </a:lnTo>
                <a:cubicBezTo>
                  <a:pt x="29798" y="4012"/>
                  <a:pt x="29836" y="4234"/>
                  <a:pt x="29913" y="4423"/>
                </a:cubicBezTo>
                <a:cubicBezTo>
                  <a:pt x="29989" y="4612"/>
                  <a:pt x="30094" y="4767"/>
                  <a:pt x="30227" y="4888"/>
                </a:cubicBezTo>
                <a:cubicBezTo>
                  <a:pt x="30355" y="5007"/>
                  <a:pt x="30507" y="5096"/>
                  <a:pt x="30684" y="5155"/>
                </a:cubicBezTo>
                <a:cubicBezTo>
                  <a:pt x="30860" y="5215"/>
                  <a:pt x="31054" y="5244"/>
                  <a:pt x="31266" y="5244"/>
                </a:cubicBezTo>
                <a:cubicBezTo>
                  <a:pt x="31547" y="5244"/>
                  <a:pt x="31830" y="5188"/>
                  <a:pt x="32115" y="5075"/>
                </a:cubicBezTo>
                <a:cubicBezTo>
                  <a:pt x="32400" y="4962"/>
                  <a:pt x="32603" y="4851"/>
                  <a:pt x="32723" y="4741"/>
                </a:cubicBezTo>
                <a:lnTo>
                  <a:pt x="32760" y="4741"/>
                </a:lnTo>
                <a:lnTo>
                  <a:pt x="32760" y="5502"/>
                </a:lnTo>
                <a:cubicBezTo>
                  <a:pt x="32526" y="5601"/>
                  <a:pt x="32287" y="5684"/>
                  <a:pt x="32043" y="5751"/>
                </a:cubicBezTo>
                <a:cubicBezTo>
                  <a:pt x="31799" y="5818"/>
                  <a:pt x="31542" y="5851"/>
                  <a:pt x="31274" y="5851"/>
                </a:cubicBezTo>
                <a:cubicBezTo>
                  <a:pt x="30588" y="5851"/>
                  <a:pt x="30053" y="5665"/>
                  <a:pt x="29668" y="5293"/>
                </a:cubicBezTo>
                <a:cubicBezTo>
                  <a:pt x="29284" y="4922"/>
                  <a:pt x="29092" y="4394"/>
                  <a:pt x="29092" y="3710"/>
                </a:cubicBezTo>
                <a:cubicBezTo>
                  <a:pt x="29092" y="3033"/>
                  <a:pt x="29276" y="2496"/>
                  <a:pt x="29644" y="2098"/>
                </a:cubicBezTo>
                <a:cubicBezTo>
                  <a:pt x="30013" y="1700"/>
                  <a:pt x="30498" y="1502"/>
                  <a:pt x="31100" y="1502"/>
                </a:cubicBezTo>
                <a:cubicBezTo>
                  <a:pt x="31657" y="1502"/>
                  <a:pt x="32087" y="1665"/>
                  <a:pt x="32389" y="1991"/>
                </a:cubicBezTo>
                <a:cubicBezTo>
                  <a:pt x="32691" y="2317"/>
                  <a:pt x="32842" y="2780"/>
                  <a:pt x="32842" y="3380"/>
                </a:cubicBezTo>
                <a:lnTo>
                  <a:pt x="32842" y="3758"/>
                </a:lnTo>
                <a:moveTo>
                  <a:pt x="32165" y="3225"/>
                </a:moveTo>
                <a:cubicBezTo>
                  <a:pt x="32162" y="2860"/>
                  <a:pt x="32071" y="2578"/>
                  <a:pt x="31889" y="2378"/>
                </a:cubicBezTo>
                <a:cubicBezTo>
                  <a:pt x="31708" y="2178"/>
                  <a:pt x="31433" y="2079"/>
                  <a:pt x="31063" y="2079"/>
                </a:cubicBezTo>
                <a:cubicBezTo>
                  <a:pt x="30690" y="2079"/>
                  <a:pt x="30394" y="2188"/>
                  <a:pt x="30173" y="2408"/>
                </a:cubicBezTo>
                <a:cubicBezTo>
                  <a:pt x="29953" y="2627"/>
                  <a:pt x="29828" y="2900"/>
                  <a:pt x="29798" y="3225"/>
                </a:cubicBezTo>
                <a:lnTo>
                  <a:pt x="32165" y="3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AAA9AD-8714-426D-8C45-E40564D16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26" y="2531242"/>
            <a:ext cx="29758" cy="25152"/>
          </a:xfrm>
          <a:custGeom xmlns:a="http://schemas.openxmlformats.org/drawingml/2006/main">
            <a:pathLst>
              <a:path w="29758" h="25152">
                <a:moveTo>
                  <a:pt x="0" y="0"/>
                </a:moveTo>
                <a:lnTo>
                  <a:pt x="29758" y="0"/>
                </a:lnTo>
                <a:lnTo>
                  <a:pt x="29758" y="25152"/>
                </a:lnTo>
                <a:lnTo>
                  <a:pt x="0" y="251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47857-E09D-4EAE-BC05-2B437634A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6824" y="2531245"/>
            <a:ext cx="29759" cy="25151"/>
          </a:xfrm>
          <a:custGeom xmlns:a="http://schemas.openxmlformats.org/drawingml/2006/main">
            <a:pathLst>
              <a:path w="29759" h="25151" fill="none">
                <a:moveTo>
                  <a:pt x="0" y="0"/>
                </a:moveTo>
                <a:lnTo>
                  <a:pt x="29759" y="0"/>
                </a:lnTo>
                <a:lnTo>
                  <a:pt x="29759" y="25151"/>
                </a:lnTo>
                <a:lnTo>
                  <a:pt x="0" y="251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11" name="Text Hepialidae">
            <a:extLst xmlns:a="http://schemas.openxmlformats.org/drawingml/2006/main">
              <a:ext uri="{FF2B5EF4-FFF2-40B4-BE49-F238E27FC236}">
                <a16:creationId xmlns:a16="http://schemas.microsoft.com/office/drawing/2014/main" id="{0A0527D4-33F8-4139-9B12-9FE70415B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9879" y="2532622"/>
            <a:ext cx="28879" cy="5477"/>
          </a:xfrm>
          <a:custGeom xmlns:a="http://schemas.openxmlformats.org/drawingml/2006/main">
            <a:pathLst>
              <a:path w="28879" h="5477">
                <a:moveTo>
                  <a:pt x="3170" y="4330"/>
                </a:moveTo>
                <a:lnTo>
                  <a:pt x="2619" y="4330"/>
                </a:lnTo>
                <a:lnTo>
                  <a:pt x="2619" y="2299"/>
                </a:lnTo>
                <a:lnTo>
                  <a:pt x="551" y="2299"/>
                </a:lnTo>
                <a:lnTo>
                  <a:pt x="551" y="4330"/>
                </a:lnTo>
                <a:lnTo>
                  <a:pt x="0" y="4330"/>
                </a:lnTo>
                <a:lnTo>
                  <a:pt x="0" y="184"/>
                </a:lnTo>
                <a:lnTo>
                  <a:pt x="551" y="184"/>
                </a:lnTo>
                <a:lnTo>
                  <a:pt x="551" y="1809"/>
                </a:lnTo>
                <a:lnTo>
                  <a:pt x="2619" y="1809"/>
                </a:lnTo>
                <a:lnTo>
                  <a:pt x="2619" y="184"/>
                </a:lnTo>
                <a:lnTo>
                  <a:pt x="3170" y="184"/>
                </a:lnTo>
                <a:lnTo>
                  <a:pt x="3170" y="4330"/>
                </a:lnTo>
                <a:close/>
                <a:moveTo>
                  <a:pt x="6843" y="2828"/>
                </a:moveTo>
                <a:lnTo>
                  <a:pt x="4553" y="2828"/>
                </a:lnTo>
                <a:cubicBezTo>
                  <a:pt x="4553" y="3019"/>
                  <a:pt x="4582" y="3186"/>
                  <a:pt x="4639" y="3328"/>
                </a:cubicBezTo>
                <a:cubicBezTo>
                  <a:pt x="4697" y="3471"/>
                  <a:pt x="4776" y="3587"/>
                  <a:pt x="4876" y="3678"/>
                </a:cubicBezTo>
                <a:cubicBezTo>
                  <a:pt x="4972" y="3768"/>
                  <a:pt x="5087" y="3835"/>
                  <a:pt x="5219" y="3879"/>
                </a:cubicBezTo>
                <a:cubicBezTo>
                  <a:pt x="5352" y="3924"/>
                  <a:pt x="5498" y="3946"/>
                  <a:pt x="5658" y="3946"/>
                </a:cubicBezTo>
                <a:cubicBezTo>
                  <a:pt x="5869" y="3946"/>
                  <a:pt x="6082" y="3904"/>
                  <a:pt x="6297" y="3819"/>
                </a:cubicBezTo>
                <a:cubicBezTo>
                  <a:pt x="6511" y="3734"/>
                  <a:pt x="6663" y="3650"/>
                  <a:pt x="6754" y="3568"/>
                </a:cubicBezTo>
                <a:lnTo>
                  <a:pt x="6782" y="3568"/>
                </a:lnTo>
                <a:lnTo>
                  <a:pt x="6782" y="4140"/>
                </a:lnTo>
                <a:cubicBezTo>
                  <a:pt x="6606" y="4215"/>
                  <a:pt x="6426" y="4277"/>
                  <a:pt x="6242" y="4327"/>
                </a:cubicBezTo>
                <a:cubicBezTo>
                  <a:pt x="6059" y="4378"/>
                  <a:pt x="5866" y="4403"/>
                  <a:pt x="5663" y="4403"/>
                </a:cubicBezTo>
                <a:cubicBezTo>
                  <a:pt x="5148" y="4403"/>
                  <a:pt x="4745" y="4263"/>
                  <a:pt x="4456" y="3983"/>
                </a:cubicBezTo>
                <a:cubicBezTo>
                  <a:pt x="4166" y="3703"/>
                  <a:pt x="4021" y="3306"/>
                  <a:pt x="4021" y="2791"/>
                </a:cubicBezTo>
                <a:cubicBezTo>
                  <a:pt x="4021" y="2282"/>
                  <a:pt x="4160" y="1878"/>
                  <a:pt x="4437" y="1579"/>
                </a:cubicBezTo>
                <a:cubicBezTo>
                  <a:pt x="4715" y="1280"/>
                  <a:pt x="5080" y="1130"/>
                  <a:pt x="5533" y="1130"/>
                </a:cubicBezTo>
                <a:cubicBezTo>
                  <a:pt x="5952" y="1130"/>
                  <a:pt x="6275" y="1253"/>
                  <a:pt x="6502" y="1498"/>
                </a:cubicBezTo>
                <a:cubicBezTo>
                  <a:pt x="6730" y="1743"/>
                  <a:pt x="6843" y="2092"/>
                  <a:pt x="6843" y="2543"/>
                </a:cubicBezTo>
                <a:lnTo>
                  <a:pt x="6843" y="2828"/>
                </a:lnTo>
                <a:moveTo>
                  <a:pt x="6334" y="2427"/>
                </a:moveTo>
                <a:cubicBezTo>
                  <a:pt x="6332" y="2152"/>
                  <a:pt x="6263" y="1940"/>
                  <a:pt x="6127" y="1789"/>
                </a:cubicBezTo>
                <a:cubicBezTo>
                  <a:pt x="5990" y="1639"/>
                  <a:pt x="5783" y="1564"/>
                  <a:pt x="5505" y="1564"/>
                </a:cubicBezTo>
                <a:cubicBezTo>
                  <a:pt x="5225" y="1564"/>
                  <a:pt x="5001" y="1647"/>
                  <a:pt x="4835" y="1812"/>
                </a:cubicBezTo>
                <a:cubicBezTo>
                  <a:pt x="4669" y="1977"/>
                  <a:pt x="4575" y="2182"/>
                  <a:pt x="4553" y="2427"/>
                </a:cubicBezTo>
                <a:lnTo>
                  <a:pt x="6334" y="2427"/>
                </a:lnTo>
                <a:close/>
                <a:moveTo>
                  <a:pt x="10372" y="2736"/>
                </a:moveTo>
                <a:cubicBezTo>
                  <a:pt x="10372" y="2988"/>
                  <a:pt x="10336" y="3219"/>
                  <a:pt x="10264" y="3428"/>
                </a:cubicBezTo>
                <a:cubicBezTo>
                  <a:pt x="10191" y="3637"/>
                  <a:pt x="10089" y="3814"/>
                  <a:pt x="9957" y="3960"/>
                </a:cubicBezTo>
                <a:cubicBezTo>
                  <a:pt x="9835" y="4097"/>
                  <a:pt x="9691" y="4203"/>
                  <a:pt x="9525" y="4279"/>
                </a:cubicBezTo>
                <a:cubicBezTo>
                  <a:pt x="9359" y="4354"/>
                  <a:pt x="9183" y="4392"/>
                  <a:pt x="8997" y="4392"/>
                </a:cubicBezTo>
                <a:cubicBezTo>
                  <a:pt x="8836" y="4392"/>
                  <a:pt x="8690" y="4374"/>
                  <a:pt x="8559" y="4339"/>
                </a:cubicBezTo>
                <a:cubicBezTo>
                  <a:pt x="8428" y="4303"/>
                  <a:pt x="8295" y="4248"/>
                  <a:pt x="8160" y="4174"/>
                </a:cubicBezTo>
                <a:lnTo>
                  <a:pt x="8160" y="5477"/>
                </a:lnTo>
                <a:lnTo>
                  <a:pt x="7636" y="5477"/>
                </a:lnTo>
                <a:lnTo>
                  <a:pt x="7636" y="1219"/>
                </a:lnTo>
                <a:lnTo>
                  <a:pt x="8160" y="1219"/>
                </a:lnTo>
                <a:lnTo>
                  <a:pt x="8160" y="1542"/>
                </a:lnTo>
                <a:cubicBezTo>
                  <a:pt x="8299" y="1425"/>
                  <a:pt x="8455" y="1327"/>
                  <a:pt x="8629" y="1248"/>
                </a:cubicBezTo>
                <a:cubicBezTo>
                  <a:pt x="8802" y="1169"/>
                  <a:pt x="8987" y="1130"/>
                  <a:pt x="9184" y="1130"/>
                </a:cubicBezTo>
                <a:cubicBezTo>
                  <a:pt x="9559" y="1130"/>
                  <a:pt x="9850" y="1272"/>
                  <a:pt x="10059" y="1555"/>
                </a:cubicBezTo>
                <a:cubicBezTo>
                  <a:pt x="10268" y="1838"/>
                  <a:pt x="10372" y="2232"/>
                  <a:pt x="10372" y="2736"/>
                </a:cubicBezTo>
                <a:moveTo>
                  <a:pt x="9832" y="2750"/>
                </a:moveTo>
                <a:cubicBezTo>
                  <a:pt x="9832" y="2375"/>
                  <a:pt x="9768" y="2095"/>
                  <a:pt x="9640" y="1909"/>
                </a:cubicBezTo>
                <a:cubicBezTo>
                  <a:pt x="9512" y="1724"/>
                  <a:pt x="9316" y="1631"/>
                  <a:pt x="9050" y="1631"/>
                </a:cubicBezTo>
                <a:cubicBezTo>
                  <a:pt x="8900" y="1631"/>
                  <a:pt x="8749" y="1663"/>
                  <a:pt x="8597" y="1728"/>
                </a:cubicBezTo>
                <a:cubicBezTo>
                  <a:pt x="8444" y="1793"/>
                  <a:pt x="8299" y="1879"/>
                  <a:pt x="8160" y="1984"/>
                </a:cubicBezTo>
                <a:lnTo>
                  <a:pt x="8160" y="3746"/>
                </a:lnTo>
                <a:cubicBezTo>
                  <a:pt x="8308" y="3813"/>
                  <a:pt x="8436" y="3858"/>
                  <a:pt x="8542" y="3882"/>
                </a:cubicBezTo>
                <a:cubicBezTo>
                  <a:pt x="8649" y="3906"/>
                  <a:pt x="8770" y="3918"/>
                  <a:pt x="8905" y="3918"/>
                </a:cubicBezTo>
                <a:cubicBezTo>
                  <a:pt x="9197" y="3918"/>
                  <a:pt x="9424" y="3820"/>
                  <a:pt x="9587" y="3623"/>
                </a:cubicBezTo>
                <a:cubicBezTo>
                  <a:pt x="9751" y="3427"/>
                  <a:pt x="9832" y="3136"/>
                  <a:pt x="9832" y="2750"/>
                </a:cubicBezTo>
                <a:close/>
                <a:moveTo>
                  <a:pt x="11750" y="701"/>
                </a:moveTo>
                <a:lnTo>
                  <a:pt x="11160" y="701"/>
                </a:lnTo>
                <a:lnTo>
                  <a:pt x="11160" y="156"/>
                </a:lnTo>
                <a:lnTo>
                  <a:pt x="11750" y="156"/>
                </a:lnTo>
                <a:lnTo>
                  <a:pt x="11750" y="701"/>
                </a:lnTo>
                <a:moveTo>
                  <a:pt x="11716" y="4330"/>
                </a:moveTo>
                <a:lnTo>
                  <a:pt x="11193" y="4330"/>
                </a:lnTo>
                <a:lnTo>
                  <a:pt x="11193" y="1219"/>
                </a:lnTo>
                <a:lnTo>
                  <a:pt x="11716" y="1219"/>
                </a:lnTo>
                <a:lnTo>
                  <a:pt x="11716" y="4330"/>
                </a:lnTo>
                <a:close/>
                <a:moveTo>
                  <a:pt x="15167" y="4330"/>
                </a:moveTo>
                <a:lnTo>
                  <a:pt x="14647" y="4330"/>
                </a:lnTo>
                <a:lnTo>
                  <a:pt x="14647" y="4001"/>
                </a:lnTo>
                <a:cubicBezTo>
                  <a:pt x="14600" y="4033"/>
                  <a:pt x="14538" y="4077"/>
                  <a:pt x="14459" y="4134"/>
                </a:cubicBezTo>
                <a:cubicBezTo>
                  <a:pt x="14380" y="4190"/>
                  <a:pt x="14303" y="4235"/>
                  <a:pt x="14229" y="4269"/>
                </a:cubicBezTo>
                <a:cubicBezTo>
                  <a:pt x="14142" y="4312"/>
                  <a:pt x="14042" y="4347"/>
                  <a:pt x="13929" y="4376"/>
                </a:cubicBezTo>
                <a:cubicBezTo>
                  <a:pt x="13815" y="4405"/>
                  <a:pt x="13683" y="4419"/>
                  <a:pt x="13531" y="4419"/>
                </a:cubicBezTo>
                <a:cubicBezTo>
                  <a:pt x="13250" y="4419"/>
                  <a:pt x="13013" y="4327"/>
                  <a:pt x="12818" y="4141"/>
                </a:cubicBezTo>
                <a:cubicBezTo>
                  <a:pt x="12623" y="3955"/>
                  <a:pt x="12526" y="3718"/>
                  <a:pt x="12526" y="3430"/>
                </a:cubicBezTo>
                <a:cubicBezTo>
                  <a:pt x="12526" y="3194"/>
                  <a:pt x="12577" y="3003"/>
                  <a:pt x="12678" y="2858"/>
                </a:cubicBezTo>
                <a:cubicBezTo>
                  <a:pt x="12779" y="2712"/>
                  <a:pt x="12923" y="2597"/>
                  <a:pt x="13110" y="2513"/>
                </a:cubicBezTo>
                <a:cubicBezTo>
                  <a:pt x="13300" y="2430"/>
                  <a:pt x="13527" y="2373"/>
                  <a:pt x="13792" y="2343"/>
                </a:cubicBezTo>
                <a:cubicBezTo>
                  <a:pt x="14058" y="2314"/>
                  <a:pt x="14342" y="2291"/>
                  <a:pt x="14647" y="2276"/>
                </a:cubicBezTo>
                <a:lnTo>
                  <a:pt x="14647" y="2195"/>
                </a:lnTo>
                <a:cubicBezTo>
                  <a:pt x="14647" y="2075"/>
                  <a:pt x="14626" y="1976"/>
                  <a:pt x="14584" y="1898"/>
                </a:cubicBezTo>
                <a:cubicBezTo>
                  <a:pt x="14542" y="1819"/>
                  <a:pt x="14482" y="1757"/>
                  <a:pt x="14404" y="1712"/>
                </a:cubicBezTo>
                <a:cubicBezTo>
                  <a:pt x="14330" y="1669"/>
                  <a:pt x="14241" y="1640"/>
                  <a:pt x="14137" y="1625"/>
                </a:cubicBezTo>
                <a:cubicBezTo>
                  <a:pt x="14033" y="1610"/>
                  <a:pt x="13925" y="1603"/>
                  <a:pt x="13812" y="1603"/>
                </a:cubicBezTo>
                <a:cubicBezTo>
                  <a:pt x="13674" y="1603"/>
                  <a:pt x="13521" y="1622"/>
                  <a:pt x="13352" y="1659"/>
                </a:cubicBezTo>
                <a:cubicBezTo>
                  <a:pt x="13184" y="1696"/>
                  <a:pt x="13009" y="1750"/>
                  <a:pt x="12829" y="1820"/>
                </a:cubicBezTo>
                <a:lnTo>
                  <a:pt x="12801" y="1820"/>
                </a:lnTo>
                <a:lnTo>
                  <a:pt x="12801" y="1289"/>
                </a:lnTo>
                <a:cubicBezTo>
                  <a:pt x="12904" y="1261"/>
                  <a:pt x="13051" y="1230"/>
                  <a:pt x="13244" y="1197"/>
                </a:cubicBezTo>
                <a:cubicBezTo>
                  <a:pt x="13437" y="1163"/>
                  <a:pt x="13627" y="1147"/>
                  <a:pt x="13814" y="1147"/>
                </a:cubicBezTo>
                <a:cubicBezTo>
                  <a:pt x="14033" y="1147"/>
                  <a:pt x="14224" y="1165"/>
                  <a:pt x="14386" y="1201"/>
                </a:cubicBezTo>
                <a:cubicBezTo>
                  <a:pt x="14549" y="1237"/>
                  <a:pt x="14689" y="1299"/>
                  <a:pt x="14808" y="1386"/>
                </a:cubicBezTo>
                <a:cubicBezTo>
                  <a:pt x="14925" y="1471"/>
                  <a:pt x="15014" y="1582"/>
                  <a:pt x="15075" y="1717"/>
                </a:cubicBezTo>
                <a:cubicBezTo>
                  <a:pt x="15136" y="1853"/>
                  <a:pt x="15167" y="2020"/>
                  <a:pt x="15167" y="2221"/>
                </a:cubicBezTo>
                <a:lnTo>
                  <a:pt x="15167" y="4330"/>
                </a:lnTo>
                <a:moveTo>
                  <a:pt x="14647" y="3569"/>
                </a:moveTo>
                <a:lnTo>
                  <a:pt x="14647" y="2700"/>
                </a:lnTo>
                <a:cubicBezTo>
                  <a:pt x="14487" y="2709"/>
                  <a:pt x="14299" y="2723"/>
                  <a:pt x="14083" y="2742"/>
                </a:cubicBezTo>
                <a:cubicBezTo>
                  <a:pt x="13867" y="2760"/>
                  <a:pt x="13696" y="2787"/>
                  <a:pt x="13570" y="2822"/>
                </a:cubicBezTo>
                <a:cubicBezTo>
                  <a:pt x="13419" y="2865"/>
                  <a:pt x="13298" y="2932"/>
                  <a:pt x="13205" y="3022"/>
                </a:cubicBezTo>
                <a:cubicBezTo>
                  <a:pt x="13112" y="3113"/>
                  <a:pt x="13066" y="3237"/>
                  <a:pt x="13066" y="3396"/>
                </a:cubicBezTo>
                <a:cubicBezTo>
                  <a:pt x="13066" y="3575"/>
                  <a:pt x="13120" y="3709"/>
                  <a:pt x="13227" y="3800"/>
                </a:cubicBezTo>
                <a:cubicBezTo>
                  <a:pt x="13335" y="3890"/>
                  <a:pt x="13499" y="3935"/>
                  <a:pt x="13720" y="3935"/>
                </a:cubicBezTo>
                <a:cubicBezTo>
                  <a:pt x="13904" y="3935"/>
                  <a:pt x="14071" y="3899"/>
                  <a:pt x="14224" y="3828"/>
                </a:cubicBezTo>
                <a:cubicBezTo>
                  <a:pt x="14376" y="3756"/>
                  <a:pt x="14517" y="3670"/>
                  <a:pt x="14647" y="3569"/>
                </a:cubicBezTo>
                <a:close/>
                <a:moveTo>
                  <a:pt x="16703" y="4330"/>
                </a:moveTo>
                <a:lnTo>
                  <a:pt x="16180" y="4330"/>
                </a:lnTo>
                <a:lnTo>
                  <a:pt x="16180" y="0"/>
                </a:lnTo>
                <a:lnTo>
                  <a:pt x="16703" y="0"/>
                </a:lnTo>
                <a:lnTo>
                  <a:pt x="16703" y="4330"/>
                </a:lnTo>
                <a:close/>
                <a:moveTo>
                  <a:pt x="18300" y="701"/>
                </a:moveTo>
                <a:lnTo>
                  <a:pt x="17710" y="701"/>
                </a:lnTo>
                <a:lnTo>
                  <a:pt x="17710" y="156"/>
                </a:lnTo>
                <a:lnTo>
                  <a:pt x="18300" y="156"/>
                </a:lnTo>
                <a:lnTo>
                  <a:pt x="18300" y="701"/>
                </a:lnTo>
                <a:moveTo>
                  <a:pt x="18267" y="4330"/>
                </a:moveTo>
                <a:lnTo>
                  <a:pt x="17744" y="4330"/>
                </a:lnTo>
                <a:lnTo>
                  <a:pt x="17744" y="1219"/>
                </a:lnTo>
                <a:lnTo>
                  <a:pt x="18267" y="1219"/>
                </a:lnTo>
                <a:lnTo>
                  <a:pt x="18267" y="4330"/>
                </a:lnTo>
                <a:close/>
                <a:moveTo>
                  <a:pt x="21824" y="4330"/>
                </a:moveTo>
                <a:lnTo>
                  <a:pt x="21301" y="4330"/>
                </a:lnTo>
                <a:lnTo>
                  <a:pt x="21301" y="4006"/>
                </a:lnTo>
                <a:cubicBezTo>
                  <a:pt x="21150" y="4137"/>
                  <a:pt x="20994" y="4238"/>
                  <a:pt x="20830" y="4311"/>
                </a:cubicBezTo>
                <a:cubicBezTo>
                  <a:pt x="20667" y="4383"/>
                  <a:pt x="20490" y="4419"/>
                  <a:pt x="20299" y="4419"/>
                </a:cubicBezTo>
                <a:cubicBezTo>
                  <a:pt x="19928" y="4419"/>
                  <a:pt x="19633" y="4276"/>
                  <a:pt x="19415" y="3990"/>
                </a:cubicBezTo>
                <a:cubicBezTo>
                  <a:pt x="19197" y="3703"/>
                  <a:pt x="19088" y="3306"/>
                  <a:pt x="19088" y="2798"/>
                </a:cubicBezTo>
                <a:cubicBezTo>
                  <a:pt x="19088" y="2534"/>
                  <a:pt x="19126" y="2299"/>
                  <a:pt x="19201" y="2092"/>
                </a:cubicBezTo>
                <a:cubicBezTo>
                  <a:pt x="19276" y="1886"/>
                  <a:pt x="19378" y="1710"/>
                  <a:pt x="19506" y="1565"/>
                </a:cubicBezTo>
                <a:cubicBezTo>
                  <a:pt x="19632" y="1424"/>
                  <a:pt x="19779" y="1316"/>
                  <a:pt x="19947" y="1242"/>
                </a:cubicBezTo>
                <a:cubicBezTo>
                  <a:pt x="20115" y="1167"/>
                  <a:pt x="20288" y="1130"/>
                  <a:pt x="20468" y="1130"/>
                </a:cubicBezTo>
                <a:cubicBezTo>
                  <a:pt x="20632" y="1130"/>
                  <a:pt x="20776" y="1147"/>
                  <a:pt x="20903" y="1182"/>
                </a:cubicBezTo>
                <a:cubicBezTo>
                  <a:pt x="21029" y="1216"/>
                  <a:pt x="21161" y="1269"/>
                  <a:pt x="21301" y="1342"/>
                </a:cubicBezTo>
                <a:lnTo>
                  <a:pt x="21301" y="0"/>
                </a:lnTo>
                <a:lnTo>
                  <a:pt x="21824" y="0"/>
                </a:lnTo>
                <a:lnTo>
                  <a:pt x="21824" y="4330"/>
                </a:lnTo>
                <a:moveTo>
                  <a:pt x="21301" y="3565"/>
                </a:moveTo>
                <a:lnTo>
                  <a:pt x="21301" y="1781"/>
                </a:lnTo>
                <a:cubicBezTo>
                  <a:pt x="21160" y="1718"/>
                  <a:pt x="21033" y="1674"/>
                  <a:pt x="20922" y="1650"/>
                </a:cubicBezTo>
                <a:cubicBezTo>
                  <a:pt x="20811" y="1626"/>
                  <a:pt x="20689" y="1614"/>
                  <a:pt x="20558" y="1614"/>
                </a:cubicBezTo>
                <a:cubicBezTo>
                  <a:pt x="20264" y="1614"/>
                  <a:pt x="20036" y="1716"/>
                  <a:pt x="19873" y="1920"/>
                </a:cubicBezTo>
                <a:cubicBezTo>
                  <a:pt x="19710" y="2124"/>
                  <a:pt x="19628" y="2414"/>
                  <a:pt x="19628" y="2789"/>
                </a:cubicBezTo>
                <a:cubicBezTo>
                  <a:pt x="19628" y="3158"/>
                  <a:pt x="19691" y="3438"/>
                  <a:pt x="19817" y="3630"/>
                </a:cubicBezTo>
                <a:cubicBezTo>
                  <a:pt x="19943" y="3822"/>
                  <a:pt x="20146" y="3918"/>
                  <a:pt x="20424" y="3918"/>
                </a:cubicBezTo>
                <a:cubicBezTo>
                  <a:pt x="20572" y="3918"/>
                  <a:pt x="20723" y="3886"/>
                  <a:pt x="20875" y="3820"/>
                </a:cubicBezTo>
                <a:cubicBezTo>
                  <a:pt x="21027" y="3754"/>
                  <a:pt x="21169" y="3669"/>
                  <a:pt x="21301" y="3565"/>
                </a:cubicBezTo>
                <a:close/>
                <a:moveTo>
                  <a:pt x="25269" y="4330"/>
                </a:moveTo>
                <a:lnTo>
                  <a:pt x="24749" y="4330"/>
                </a:lnTo>
                <a:lnTo>
                  <a:pt x="24749" y="4001"/>
                </a:lnTo>
                <a:cubicBezTo>
                  <a:pt x="24702" y="4033"/>
                  <a:pt x="24640" y="4077"/>
                  <a:pt x="24561" y="4134"/>
                </a:cubicBezTo>
                <a:cubicBezTo>
                  <a:pt x="24482" y="4190"/>
                  <a:pt x="24405" y="4235"/>
                  <a:pt x="24331" y="4269"/>
                </a:cubicBezTo>
                <a:cubicBezTo>
                  <a:pt x="24244" y="4312"/>
                  <a:pt x="24144" y="4347"/>
                  <a:pt x="24031" y="4376"/>
                </a:cubicBezTo>
                <a:cubicBezTo>
                  <a:pt x="23917" y="4405"/>
                  <a:pt x="23785" y="4419"/>
                  <a:pt x="23633" y="4419"/>
                </a:cubicBezTo>
                <a:cubicBezTo>
                  <a:pt x="23353" y="4419"/>
                  <a:pt x="23115" y="4327"/>
                  <a:pt x="22920" y="4141"/>
                </a:cubicBezTo>
                <a:cubicBezTo>
                  <a:pt x="22725" y="3955"/>
                  <a:pt x="22628" y="3718"/>
                  <a:pt x="22628" y="3430"/>
                </a:cubicBezTo>
                <a:cubicBezTo>
                  <a:pt x="22628" y="3194"/>
                  <a:pt x="22679" y="3003"/>
                  <a:pt x="22780" y="2858"/>
                </a:cubicBezTo>
                <a:cubicBezTo>
                  <a:pt x="22881" y="2712"/>
                  <a:pt x="23025" y="2597"/>
                  <a:pt x="23212" y="2513"/>
                </a:cubicBezTo>
                <a:cubicBezTo>
                  <a:pt x="23402" y="2430"/>
                  <a:pt x="23629" y="2373"/>
                  <a:pt x="23894" y="2343"/>
                </a:cubicBezTo>
                <a:cubicBezTo>
                  <a:pt x="24160" y="2314"/>
                  <a:pt x="24444" y="2291"/>
                  <a:pt x="24749" y="2276"/>
                </a:cubicBezTo>
                <a:lnTo>
                  <a:pt x="24749" y="2195"/>
                </a:lnTo>
                <a:cubicBezTo>
                  <a:pt x="24749" y="2075"/>
                  <a:pt x="24728" y="1976"/>
                  <a:pt x="24686" y="1898"/>
                </a:cubicBezTo>
                <a:cubicBezTo>
                  <a:pt x="24644" y="1819"/>
                  <a:pt x="24584" y="1757"/>
                  <a:pt x="24507" y="1712"/>
                </a:cubicBezTo>
                <a:cubicBezTo>
                  <a:pt x="24432" y="1669"/>
                  <a:pt x="24343" y="1640"/>
                  <a:pt x="24239" y="1625"/>
                </a:cubicBezTo>
                <a:cubicBezTo>
                  <a:pt x="24135" y="1610"/>
                  <a:pt x="24027" y="1603"/>
                  <a:pt x="23914" y="1603"/>
                </a:cubicBezTo>
                <a:cubicBezTo>
                  <a:pt x="23776" y="1603"/>
                  <a:pt x="23623" y="1622"/>
                  <a:pt x="23455" y="1659"/>
                </a:cubicBezTo>
                <a:cubicBezTo>
                  <a:pt x="23286" y="1696"/>
                  <a:pt x="23111" y="1750"/>
                  <a:pt x="22931" y="1820"/>
                </a:cubicBezTo>
                <a:lnTo>
                  <a:pt x="22904" y="1820"/>
                </a:lnTo>
                <a:lnTo>
                  <a:pt x="22904" y="1289"/>
                </a:lnTo>
                <a:cubicBezTo>
                  <a:pt x="23006" y="1261"/>
                  <a:pt x="23153" y="1230"/>
                  <a:pt x="23346" y="1197"/>
                </a:cubicBezTo>
                <a:cubicBezTo>
                  <a:pt x="23539" y="1163"/>
                  <a:pt x="23729" y="1147"/>
                  <a:pt x="23917" y="1147"/>
                </a:cubicBezTo>
                <a:cubicBezTo>
                  <a:pt x="24135" y="1147"/>
                  <a:pt x="24326" y="1165"/>
                  <a:pt x="24488" y="1201"/>
                </a:cubicBezTo>
                <a:cubicBezTo>
                  <a:pt x="24651" y="1237"/>
                  <a:pt x="24791" y="1299"/>
                  <a:pt x="24910" y="1386"/>
                </a:cubicBezTo>
                <a:cubicBezTo>
                  <a:pt x="25027" y="1471"/>
                  <a:pt x="25116" y="1582"/>
                  <a:pt x="25177" y="1717"/>
                </a:cubicBezTo>
                <a:cubicBezTo>
                  <a:pt x="25238" y="1853"/>
                  <a:pt x="25269" y="2020"/>
                  <a:pt x="25269" y="2221"/>
                </a:cubicBezTo>
                <a:lnTo>
                  <a:pt x="25269" y="4330"/>
                </a:lnTo>
                <a:moveTo>
                  <a:pt x="24749" y="3569"/>
                </a:moveTo>
                <a:lnTo>
                  <a:pt x="24749" y="2700"/>
                </a:lnTo>
                <a:cubicBezTo>
                  <a:pt x="24589" y="2709"/>
                  <a:pt x="24401" y="2723"/>
                  <a:pt x="24185" y="2742"/>
                </a:cubicBezTo>
                <a:cubicBezTo>
                  <a:pt x="23969" y="2760"/>
                  <a:pt x="23798" y="2787"/>
                  <a:pt x="23672" y="2822"/>
                </a:cubicBezTo>
                <a:cubicBezTo>
                  <a:pt x="23521" y="2865"/>
                  <a:pt x="23400" y="2932"/>
                  <a:pt x="23307" y="3022"/>
                </a:cubicBezTo>
                <a:cubicBezTo>
                  <a:pt x="23214" y="3113"/>
                  <a:pt x="23168" y="3237"/>
                  <a:pt x="23168" y="3396"/>
                </a:cubicBezTo>
                <a:cubicBezTo>
                  <a:pt x="23168" y="3575"/>
                  <a:pt x="23222" y="3709"/>
                  <a:pt x="23329" y="3800"/>
                </a:cubicBezTo>
                <a:cubicBezTo>
                  <a:pt x="23437" y="3890"/>
                  <a:pt x="23601" y="3935"/>
                  <a:pt x="23822" y="3935"/>
                </a:cubicBezTo>
                <a:cubicBezTo>
                  <a:pt x="24006" y="3935"/>
                  <a:pt x="24173" y="3899"/>
                  <a:pt x="24326" y="3828"/>
                </a:cubicBezTo>
                <a:cubicBezTo>
                  <a:pt x="24478" y="3756"/>
                  <a:pt x="24619" y="3670"/>
                  <a:pt x="24749" y="3569"/>
                </a:cubicBezTo>
                <a:close/>
                <a:moveTo>
                  <a:pt x="28879" y="2828"/>
                </a:moveTo>
                <a:lnTo>
                  <a:pt x="26588" y="2828"/>
                </a:lnTo>
                <a:cubicBezTo>
                  <a:pt x="26588" y="3019"/>
                  <a:pt x="26617" y="3186"/>
                  <a:pt x="26674" y="3328"/>
                </a:cubicBezTo>
                <a:cubicBezTo>
                  <a:pt x="26732" y="3471"/>
                  <a:pt x="26811" y="3587"/>
                  <a:pt x="26911" y="3678"/>
                </a:cubicBezTo>
                <a:cubicBezTo>
                  <a:pt x="27007" y="3768"/>
                  <a:pt x="27122" y="3835"/>
                  <a:pt x="27255" y="3879"/>
                </a:cubicBezTo>
                <a:cubicBezTo>
                  <a:pt x="27387" y="3924"/>
                  <a:pt x="27533" y="3946"/>
                  <a:pt x="27693" y="3946"/>
                </a:cubicBezTo>
                <a:cubicBezTo>
                  <a:pt x="27904" y="3946"/>
                  <a:pt x="28117" y="3904"/>
                  <a:pt x="28332" y="3819"/>
                </a:cubicBezTo>
                <a:cubicBezTo>
                  <a:pt x="28546" y="3734"/>
                  <a:pt x="28699" y="3650"/>
                  <a:pt x="28789" y="3568"/>
                </a:cubicBezTo>
                <a:lnTo>
                  <a:pt x="28817" y="3568"/>
                </a:lnTo>
                <a:lnTo>
                  <a:pt x="28817" y="4140"/>
                </a:lnTo>
                <a:cubicBezTo>
                  <a:pt x="28641" y="4215"/>
                  <a:pt x="28461" y="4277"/>
                  <a:pt x="28277" y="4327"/>
                </a:cubicBezTo>
                <a:cubicBezTo>
                  <a:pt x="28094" y="4378"/>
                  <a:pt x="27901" y="4403"/>
                  <a:pt x="27699" y="4403"/>
                </a:cubicBezTo>
                <a:cubicBezTo>
                  <a:pt x="27183" y="4403"/>
                  <a:pt x="26780" y="4263"/>
                  <a:pt x="26491" y="3983"/>
                </a:cubicBezTo>
                <a:cubicBezTo>
                  <a:pt x="26201" y="3703"/>
                  <a:pt x="26057" y="3306"/>
                  <a:pt x="26057" y="2791"/>
                </a:cubicBezTo>
                <a:cubicBezTo>
                  <a:pt x="26057" y="2282"/>
                  <a:pt x="26195" y="1878"/>
                  <a:pt x="26473" y="1579"/>
                </a:cubicBezTo>
                <a:cubicBezTo>
                  <a:pt x="26750" y="1280"/>
                  <a:pt x="27115" y="1130"/>
                  <a:pt x="27568" y="1130"/>
                </a:cubicBezTo>
                <a:cubicBezTo>
                  <a:pt x="27987" y="1130"/>
                  <a:pt x="28310" y="1253"/>
                  <a:pt x="28538" y="1498"/>
                </a:cubicBezTo>
                <a:cubicBezTo>
                  <a:pt x="28765" y="1743"/>
                  <a:pt x="28879" y="2092"/>
                  <a:pt x="28879" y="2543"/>
                </a:cubicBezTo>
                <a:lnTo>
                  <a:pt x="28879" y="2828"/>
                </a:lnTo>
                <a:moveTo>
                  <a:pt x="28369" y="2427"/>
                </a:moveTo>
                <a:cubicBezTo>
                  <a:pt x="28367" y="2152"/>
                  <a:pt x="28298" y="1940"/>
                  <a:pt x="28162" y="1789"/>
                </a:cubicBezTo>
                <a:cubicBezTo>
                  <a:pt x="28026" y="1639"/>
                  <a:pt x="27818" y="1564"/>
                  <a:pt x="27540" y="1564"/>
                </a:cubicBezTo>
                <a:cubicBezTo>
                  <a:pt x="27260" y="1564"/>
                  <a:pt x="27037" y="1647"/>
                  <a:pt x="26871" y="1812"/>
                </a:cubicBezTo>
                <a:cubicBezTo>
                  <a:pt x="26705" y="1977"/>
                  <a:pt x="26610" y="2182"/>
                  <a:pt x="26588" y="2427"/>
                </a:cubicBezTo>
                <a:lnTo>
                  <a:pt x="28369" y="24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2F4113-DDB6-4A8C-8A5C-A3D1FB8CB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081" y="2531242"/>
            <a:ext cx="28609" cy="25152"/>
          </a:xfrm>
          <a:custGeom xmlns:a="http://schemas.openxmlformats.org/drawingml/2006/main">
            <a:pathLst>
              <a:path w="28609" h="25152">
                <a:moveTo>
                  <a:pt x="0" y="0"/>
                </a:moveTo>
                <a:lnTo>
                  <a:pt x="28609" y="0"/>
                </a:lnTo>
                <a:lnTo>
                  <a:pt x="28609" y="25152"/>
                </a:lnTo>
                <a:lnTo>
                  <a:pt x="0" y="2515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427C83-1895-4101-A6C7-FE6C9FCA6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9082" y="2531245"/>
            <a:ext cx="28608" cy="25151"/>
          </a:xfrm>
          <a:custGeom xmlns:a="http://schemas.openxmlformats.org/drawingml/2006/main">
            <a:pathLst>
              <a:path w="28608" h="25151" fill="none">
                <a:moveTo>
                  <a:pt x="0" y="0"/>
                </a:moveTo>
                <a:lnTo>
                  <a:pt x="28608" y="0"/>
                </a:lnTo>
                <a:lnTo>
                  <a:pt x="28608" y="25151"/>
                </a:lnTo>
                <a:lnTo>
                  <a:pt x="0" y="2515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14" name="Text Uraniidae">
            <a:extLst xmlns:a="http://schemas.openxmlformats.org/drawingml/2006/main">
              <a:ext uri="{FF2B5EF4-FFF2-40B4-BE49-F238E27FC236}">
                <a16:creationId xmlns:a16="http://schemas.microsoft.com/office/drawing/2014/main" id="{0C10A424-23FA-4462-988A-6C0FFA2C4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2102" y="2532694"/>
            <a:ext cx="27745" cy="4652"/>
          </a:xfrm>
          <a:custGeom xmlns:a="http://schemas.openxmlformats.org/drawingml/2006/main">
            <a:pathLst>
              <a:path w="27745" h="4652">
                <a:moveTo>
                  <a:pt x="3348" y="2807"/>
                </a:moveTo>
                <a:cubicBezTo>
                  <a:pt x="3348" y="3124"/>
                  <a:pt x="3314" y="3400"/>
                  <a:pt x="3244" y="3636"/>
                </a:cubicBezTo>
                <a:cubicBezTo>
                  <a:pt x="3175" y="3871"/>
                  <a:pt x="3061" y="4067"/>
                  <a:pt x="2903" y="4224"/>
                </a:cubicBezTo>
                <a:cubicBezTo>
                  <a:pt x="2753" y="4372"/>
                  <a:pt x="2577" y="4481"/>
                  <a:pt x="2376" y="4549"/>
                </a:cubicBezTo>
                <a:cubicBezTo>
                  <a:pt x="2175" y="4618"/>
                  <a:pt x="1940" y="4652"/>
                  <a:pt x="1673" y="4652"/>
                </a:cubicBezTo>
                <a:cubicBezTo>
                  <a:pt x="1399" y="4652"/>
                  <a:pt x="1161" y="4616"/>
                  <a:pt x="958" y="4544"/>
                </a:cubicBezTo>
                <a:cubicBezTo>
                  <a:pt x="755" y="4471"/>
                  <a:pt x="584" y="4365"/>
                  <a:pt x="445" y="4224"/>
                </a:cubicBezTo>
                <a:cubicBezTo>
                  <a:pt x="287" y="4063"/>
                  <a:pt x="173" y="3870"/>
                  <a:pt x="104" y="3643"/>
                </a:cubicBezTo>
                <a:cubicBezTo>
                  <a:pt x="35" y="3416"/>
                  <a:pt x="0" y="3137"/>
                  <a:pt x="0" y="2807"/>
                </a:cubicBezTo>
                <a:lnTo>
                  <a:pt x="0" y="193"/>
                </a:lnTo>
                <a:lnTo>
                  <a:pt x="580" y="193"/>
                </a:lnTo>
                <a:lnTo>
                  <a:pt x="580" y="2833"/>
                </a:lnTo>
                <a:cubicBezTo>
                  <a:pt x="580" y="3069"/>
                  <a:pt x="596" y="3256"/>
                  <a:pt x="628" y="3392"/>
                </a:cubicBezTo>
                <a:cubicBezTo>
                  <a:pt x="661" y="3529"/>
                  <a:pt x="715" y="3653"/>
                  <a:pt x="791" y="3764"/>
                </a:cubicBezTo>
                <a:cubicBezTo>
                  <a:pt x="877" y="3891"/>
                  <a:pt x="994" y="3987"/>
                  <a:pt x="1141" y="4051"/>
                </a:cubicBezTo>
                <a:cubicBezTo>
                  <a:pt x="1288" y="4116"/>
                  <a:pt x="1466" y="4148"/>
                  <a:pt x="1673" y="4148"/>
                </a:cubicBezTo>
                <a:cubicBezTo>
                  <a:pt x="1882" y="4148"/>
                  <a:pt x="2059" y="4116"/>
                  <a:pt x="2206" y="4053"/>
                </a:cubicBezTo>
                <a:cubicBezTo>
                  <a:pt x="2352" y="3989"/>
                  <a:pt x="2470" y="3893"/>
                  <a:pt x="2557" y="3764"/>
                </a:cubicBezTo>
                <a:cubicBezTo>
                  <a:pt x="2634" y="3653"/>
                  <a:pt x="2688" y="3526"/>
                  <a:pt x="2720" y="3382"/>
                </a:cubicBezTo>
                <a:cubicBezTo>
                  <a:pt x="2752" y="3239"/>
                  <a:pt x="2768" y="3060"/>
                  <a:pt x="2768" y="2847"/>
                </a:cubicBezTo>
                <a:lnTo>
                  <a:pt x="2768" y="193"/>
                </a:lnTo>
                <a:lnTo>
                  <a:pt x="3348" y="193"/>
                </a:lnTo>
                <a:lnTo>
                  <a:pt x="3348" y="2807"/>
                </a:lnTo>
                <a:close/>
                <a:moveTo>
                  <a:pt x="6454" y="1881"/>
                </a:moveTo>
                <a:lnTo>
                  <a:pt x="6424" y="1881"/>
                </a:lnTo>
                <a:cubicBezTo>
                  <a:pt x="6342" y="1862"/>
                  <a:pt x="6263" y="1849"/>
                  <a:pt x="6186" y="1841"/>
                </a:cubicBezTo>
                <a:cubicBezTo>
                  <a:pt x="6109" y="1832"/>
                  <a:pt x="6017" y="1828"/>
                  <a:pt x="5912" y="1828"/>
                </a:cubicBezTo>
                <a:cubicBezTo>
                  <a:pt x="5742" y="1828"/>
                  <a:pt x="5578" y="1866"/>
                  <a:pt x="5420" y="1941"/>
                </a:cubicBezTo>
                <a:cubicBezTo>
                  <a:pt x="5261" y="2016"/>
                  <a:pt x="5109" y="2113"/>
                  <a:pt x="4963" y="2233"/>
                </a:cubicBezTo>
                <a:lnTo>
                  <a:pt x="4963" y="4558"/>
                </a:lnTo>
                <a:lnTo>
                  <a:pt x="4412" y="4558"/>
                </a:lnTo>
                <a:lnTo>
                  <a:pt x="4412" y="1283"/>
                </a:lnTo>
                <a:lnTo>
                  <a:pt x="4963" y="1283"/>
                </a:lnTo>
                <a:lnTo>
                  <a:pt x="4963" y="1767"/>
                </a:lnTo>
                <a:cubicBezTo>
                  <a:pt x="5181" y="1591"/>
                  <a:pt x="5374" y="1466"/>
                  <a:pt x="5541" y="1393"/>
                </a:cubicBezTo>
                <a:cubicBezTo>
                  <a:pt x="5708" y="1320"/>
                  <a:pt x="5879" y="1283"/>
                  <a:pt x="6052" y="1283"/>
                </a:cubicBezTo>
                <a:cubicBezTo>
                  <a:pt x="6148" y="1283"/>
                  <a:pt x="6217" y="1286"/>
                  <a:pt x="6260" y="1290"/>
                </a:cubicBezTo>
                <a:cubicBezTo>
                  <a:pt x="6303" y="1295"/>
                  <a:pt x="6368" y="1304"/>
                  <a:pt x="6454" y="1318"/>
                </a:cubicBezTo>
                <a:lnTo>
                  <a:pt x="6454" y="1881"/>
                </a:lnTo>
                <a:close/>
                <a:moveTo>
                  <a:pt x="9515" y="4558"/>
                </a:moveTo>
                <a:lnTo>
                  <a:pt x="8967" y="4558"/>
                </a:lnTo>
                <a:lnTo>
                  <a:pt x="8967" y="4212"/>
                </a:lnTo>
                <a:cubicBezTo>
                  <a:pt x="8918" y="4245"/>
                  <a:pt x="8852" y="4292"/>
                  <a:pt x="8769" y="4351"/>
                </a:cubicBezTo>
                <a:cubicBezTo>
                  <a:pt x="8686" y="4411"/>
                  <a:pt x="8606" y="4458"/>
                  <a:pt x="8528" y="4494"/>
                </a:cubicBezTo>
                <a:cubicBezTo>
                  <a:pt x="8436" y="4539"/>
                  <a:pt x="8330" y="4576"/>
                  <a:pt x="8211" y="4606"/>
                </a:cubicBezTo>
                <a:cubicBezTo>
                  <a:pt x="8092" y="4637"/>
                  <a:pt x="7953" y="4652"/>
                  <a:pt x="7792" y="4652"/>
                </a:cubicBezTo>
                <a:cubicBezTo>
                  <a:pt x="7498" y="4652"/>
                  <a:pt x="7248" y="4554"/>
                  <a:pt x="7042" y="4359"/>
                </a:cubicBezTo>
                <a:cubicBezTo>
                  <a:pt x="6837" y="4163"/>
                  <a:pt x="6735" y="3914"/>
                  <a:pt x="6735" y="3611"/>
                </a:cubicBezTo>
                <a:cubicBezTo>
                  <a:pt x="6735" y="3362"/>
                  <a:pt x="6788" y="3161"/>
                  <a:pt x="6895" y="3008"/>
                </a:cubicBezTo>
                <a:cubicBezTo>
                  <a:pt x="7001" y="2854"/>
                  <a:pt x="7153" y="2734"/>
                  <a:pt x="7350" y="2646"/>
                </a:cubicBezTo>
                <a:cubicBezTo>
                  <a:pt x="7549" y="2558"/>
                  <a:pt x="7789" y="2498"/>
                  <a:pt x="8068" y="2467"/>
                </a:cubicBezTo>
                <a:cubicBezTo>
                  <a:pt x="8347" y="2435"/>
                  <a:pt x="8647" y="2412"/>
                  <a:pt x="8967" y="2396"/>
                </a:cubicBezTo>
                <a:lnTo>
                  <a:pt x="8967" y="2311"/>
                </a:lnTo>
                <a:cubicBezTo>
                  <a:pt x="8967" y="2185"/>
                  <a:pt x="8945" y="2080"/>
                  <a:pt x="8901" y="1998"/>
                </a:cubicBezTo>
                <a:cubicBezTo>
                  <a:pt x="8857" y="1915"/>
                  <a:pt x="8794" y="1850"/>
                  <a:pt x="8712" y="1803"/>
                </a:cubicBezTo>
                <a:cubicBezTo>
                  <a:pt x="8634" y="1757"/>
                  <a:pt x="8540" y="1727"/>
                  <a:pt x="8431" y="1711"/>
                </a:cubicBezTo>
                <a:cubicBezTo>
                  <a:pt x="8322" y="1695"/>
                  <a:pt x="8207" y="1687"/>
                  <a:pt x="8088" y="1687"/>
                </a:cubicBezTo>
                <a:cubicBezTo>
                  <a:pt x="7944" y="1687"/>
                  <a:pt x="7783" y="1707"/>
                  <a:pt x="7605" y="1746"/>
                </a:cubicBezTo>
                <a:cubicBezTo>
                  <a:pt x="7427" y="1785"/>
                  <a:pt x="7244" y="1842"/>
                  <a:pt x="7054" y="1916"/>
                </a:cubicBezTo>
                <a:lnTo>
                  <a:pt x="7025" y="1916"/>
                </a:lnTo>
                <a:lnTo>
                  <a:pt x="7025" y="1356"/>
                </a:lnTo>
                <a:cubicBezTo>
                  <a:pt x="7132" y="1327"/>
                  <a:pt x="7288" y="1295"/>
                  <a:pt x="7491" y="1260"/>
                </a:cubicBezTo>
                <a:cubicBezTo>
                  <a:pt x="7694" y="1225"/>
                  <a:pt x="7894" y="1207"/>
                  <a:pt x="8091" y="1207"/>
                </a:cubicBezTo>
                <a:cubicBezTo>
                  <a:pt x="8322" y="1207"/>
                  <a:pt x="8522" y="1226"/>
                  <a:pt x="8693" y="1264"/>
                </a:cubicBezTo>
                <a:cubicBezTo>
                  <a:pt x="8864" y="1302"/>
                  <a:pt x="9012" y="1367"/>
                  <a:pt x="9137" y="1459"/>
                </a:cubicBezTo>
                <a:cubicBezTo>
                  <a:pt x="9260" y="1549"/>
                  <a:pt x="9354" y="1665"/>
                  <a:pt x="9418" y="1807"/>
                </a:cubicBezTo>
                <a:cubicBezTo>
                  <a:pt x="9483" y="1950"/>
                  <a:pt x="9515" y="2127"/>
                  <a:pt x="9515" y="2338"/>
                </a:cubicBezTo>
                <a:lnTo>
                  <a:pt x="9515" y="4558"/>
                </a:lnTo>
                <a:moveTo>
                  <a:pt x="8967" y="3757"/>
                </a:moveTo>
                <a:lnTo>
                  <a:pt x="8967" y="2842"/>
                </a:lnTo>
                <a:cubicBezTo>
                  <a:pt x="8799" y="2851"/>
                  <a:pt x="8601" y="2866"/>
                  <a:pt x="8374" y="2886"/>
                </a:cubicBezTo>
                <a:cubicBezTo>
                  <a:pt x="8146" y="2905"/>
                  <a:pt x="7966" y="2934"/>
                  <a:pt x="7833" y="2971"/>
                </a:cubicBezTo>
                <a:cubicBezTo>
                  <a:pt x="7675" y="3016"/>
                  <a:pt x="7547" y="3086"/>
                  <a:pt x="7450" y="3181"/>
                </a:cubicBezTo>
                <a:cubicBezTo>
                  <a:pt x="7352" y="3277"/>
                  <a:pt x="7303" y="3408"/>
                  <a:pt x="7303" y="3574"/>
                </a:cubicBezTo>
                <a:cubicBezTo>
                  <a:pt x="7303" y="3763"/>
                  <a:pt x="7360" y="3904"/>
                  <a:pt x="7473" y="4000"/>
                </a:cubicBezTo>
                <a:cubicBezTo>
                  <a:pt x="7586" y="4095"/>
                  <a:pt x="7759" y="4142"/>
                  <a:pt x="7992" y="4142"/>
                </a:cubicBezTo>
                <a:cubicBezTo>
                  <a:pt x="8185" y="4142"/>
                  <a:pt x="8362" y="4105"/>
                  <a:pt x="8522" y="4029"/>
                </a:cubicBezTo>
                <a:cubicBezTo>
                  <a:pt x="8682" y="3953"/>
                  <a:pt x="8830" y="3863"/>
                  <a:pt x="8967" y="3757"/>
                </a:cubicBezTo>
                <a:close/>
                <a:moveTo>
                  <a:pt x="13312" y="4558"/>
                </a:moveTo>
                <a:lnTo>
                  <a:pt x="12761" y="4558"/>
                </a:lnTo>
                <a:lnTo>
                  <a:pt x="12761" y="2693"/>
                </a:lnTo>
                <a:cubicBezTo>
                  <a:pt x="12761" y="2543"/>
                  <a:pt x="12752" y="2401"/>
                  <a:pt x="12734" y="2269"/>
                </a:cubicBezTo>
                <a:cubicBezTo>
                  <a:pt x="12717" y="2137"/>
                  <a:pt x="12685" y="2034"/>
                  <a:pt x="12638" y="1960"/>
                </a:cubicBezTo>
                <a:cubicBezTo>
                  <a:pt x="12589" y="1878"/>
                  <a:pt x="12519" y="1817"/>
                  <a:pt x="12427" y="1777"/>
                </a:cubicBezTo>
                <a:cubicBezTo>
                  <a:pt x="12335" y="1737"/>
                  <a:pt x="12216" y="1717"/>
                  <a:pt x="12069" y="1717"/>
                </a:cubicBezTo>
                <a:cubicBezTo>
                  <a:pt x="11919" y="1717"/>
                  <a:pt x="11762" y="1754"/>
                  <a:pt x="11598" y="1828"/>
                </a:cubicBezTo>
                <a:cubicBezTo>
                  <a:pt x="11434" y="1902"/>
                  <a:pt x="11277" y="1997"/>
                  <a:pt x="11126" y="2113"/>
                </a:cubicBezTo>
                <a:lnTo>
                  <a:pt x="11126" y="4558"/>
                </a:lnTo>
                <a:lnTo>
                  <a:pt x="10575" y="4558"/>
                </a:lnTo>
                <a:lnTo>
                  <a:pt x="10575" y="1283"/>
                </a:lnTo>
                <a:lnTo>
                  <a:pt x="11126" y="1283"/>
                </a:lnTo>
                <a:lnTo>
                  <a:pt x="11126" y="1644"/>
                </a:lnTo>
                <a:cubicBezTo>
                  <a:pt x="11298" y="1501"/>
                  <a:pt x="11476" y="1390"/>
                  <a:pt x="11659" y="1310"/>
                </a:cubicBezTo>
                <a:cubicBezTo>
                  <a:pt x="11843" y="1229"/>
                  <a:pt x="12031" y="1189"/>
                  <a:pt x="12225" y="1189"/>
                </a:cubicBezTo>
                <a:cubicBezTo>
                  <a:pt x="12578" y="1189"/>
                  <a:pt x="12848" y="1296"/>
                  <a:pt x="13033" y="1509"/>
                </a:cubicBezTo>
                <a:cubicBezTo>
                  <a:pt x="13219" y="1722"/>
                  <a:pt x="13312" y="2030"/>
                  <a:pt x="13312" y="2431"/>
                </a:cubicBezTo>
                <a:lnTo>
                  <a:pt x="13312" y="4558"/>
                </a:lnTo>
                <a:close/>
                <a:moveTo>
                  <a:pt x="14964" y="738"/>
                </a:moveTo>
                <a:lnTo>
                  <a:pt x="14343" y="738"/>
                </a:lnTo>
                <a:lnTo>
                  <a:pt x="14343" y="164"/>
                </a:lnTo>
                <a:lnTo>
                  <a:pt x="14964" y="164"/>
                </a:lnTo>
                <a:lnTo>
                  <a:pt x="14964" y="738"/>
                </a:lnTo>
                <a:moveTo>
                  <a:pt x="14928" y="4558"/>
                </a:moveTo>
                <a:lnTo>
                  <a:pt x="14378" y="4558"/>
                </a:lnTo>
                <a:lnTo>
                  <a:pt x="14378" y="1283"/>
                </a:lnTo>
                <a:lnTo>
                  <a:pt x="14928" y="1283"/>
                </a:lnTo>
                <a:lnTo>
                  <a:pt x="14928" y="4558"/>
                </a:lnTo>
                <a:close/>
                <a:moveTo>
                  <a:pt x="16610" y="738"/>
                </a:moveTo>
                <a:lnTo>
                  <a:pt x="15989" y="738"/>
                </a:lnTo>
                <a:lnTo>
                  <a:pt x="15989" y="164"/>
                </a:lnTo>
                <a:lnTo>
                  <a:pt x="16610" y="164"/>
                </a:lnTo>
                <a:lnTo>
                  <a:pt x="16610" y="738"/>
                </a:lnTo>
                <a:moveTo>
                  <a:pt x="16575" y="4558"/>
                </a:moveTo>
                <a:lnTo>
                  <a:pt x="16024" y="4558"/>
                </a:lnTo>
                <a:lnTo>
                  <a:pt x="16024" y="1283"/>
                </a:lnTo>
                <a:lnTo>
                  <a:pt x="16575" y="1283"/>
                </a:lnTo>
                <a:lnTo>
                  <a:pt x="16575" y="4558"/>
                </a:lnTo>
                <a:close/>
                <a:moveTo>
                  <a:pt x="20319" y="4558"/>
                </a:moveTo>
                <a:lnTo>
                  <a:pt x="19768" y="4558"/>
                </a:lnTo>
                <a:lnTo>
                  <a:pt x="19768" y="4217"/>
                </a:lnTo>
                <a:cubicBezTo>
                  <a:pt x="19610" y="4354"/>
                  <a:pt x="19445" y="4461"/>
                  <a:pt x="19273" y="4537"/>
                </a:cubicBezTo>
                <a:cubicBezTo>
                  <a:pt x="19101" y="4614"/>
                  <a:pt x="18914" y="4652"/>
                  <a:pt x="18713" y="4652"/>
                </a:cubicBezTo>
                <a:cubicBezTo>
                  <a:pt x="18323" y="4652"/>
                  <a:pt x="18013" y="4501"/>
                  <a:pt x="17783" y="4200"/>
                </a:cubicBezTo>
                <a:cubicBezTo>
                  <a:pt x="17554" y="3898"/>
                  <a:pt x="17439" y="3480"/>
                  <a:pt x="17439" y="2946"/>
                </a:cubicBezTo>
                <a:cubicBezTo>
                  <a:pt x="17439" y="2668"/>
                  <a:pt x="17479" y="2420"/>
                  <a:pt x="17558" y="2203"/>
                </a:cubicBezTo>
                <a:cubicBezTo>
                  <a:pt x="17637" y="1985"/>
                  <a:pt x="17744" y="1800"/>
                  <a:pt x="17878" y="1648"/>
                </a:cubicBezTo>
                <a:cubicBezTo>
                  <a:pt x="18011" y="1499"/>
                  <a:pt x="18166" y="1385"/>
                  <a:pt x="18343" y="1307"/>
                </a:cubicBezTo>
                <a:cubicBezTo>
                  <a:pt x="18519" y="1229"/>
                  <a:pt x="18703" y="1189"/>
                  <a:pt x="18892" y="1189"/>
                </a:cubicBezTo>
                <a:cubicBezTo>
                  <a:pt x="19064" y="1189"/>
                  <a:pt x="19216" y="1207"/>
                  <a:pt x="19349" y="1244"/>
                </a:cubicBezTo>
                <a:cubicBezTo>
                  <a:pt x="19482" y="1280"/>
                  <a:pt x="19621" y="1336"/>
                  <a:pt x="19768" y="1413"/>
                </a:cubicBezTo>
                <a:lnTo>
                  <a:pt x="19768" y="0"/>
                </a:lnTo>
                <a:lnTo>
                  <a:pt x="20319" y="0"/>
                </a:lnTo>
                <a:lnTo>
                  <a:pt x="20319" y="4558"/>
                </a:lnTo>
                <a:moveTo>
                  <a:pt x="19768" y="3753"/>
                </a:moveTo>
                <a:lnTo>
                  <a:pt x="19768" y="1875"/>
                </a:lnTo>
                <a:cubicBezTo>
                  <a:pt x="19620" y="1808"/>
                  <a:pt x="19487" y="1763"/>
                  <a:pt x="19370" y="1737"/>
                </a:cubicBezTo>
                <a:cubicBezTo>
                  <a:pt x="19252" y="1712"/>
                  <a:pt x="19124" y="1699"/>
                  <a:pt x="18986" y="1699"/>
                </a:cubicBezTo>
                <a:cubicBezTo>
                  <a:pt x="18677" y="1699"/>
                  <a:pt x="18437" y="1807"/>
                  <a:pt x="18265" y="2021"/>
                </a:cubicBezTo>
                <a:cubicBezTo>
                  <a:pt x="18093" y="2236"/>
                  <a:pt x="18007" y="2541"/>
                  <a:pt x="18007" y="2935"/>
                </a:cubicBezTo>
                <a:cubicBezTo>
                  <a:pt x="18007" y="3324"/>
                  <a:pt x="18074" y="3619"/>
                  <a:pt x="18207" y="3821"/>
                </a:cubicBezTo>
                <a:cubicBezTo>
                  <a:pt x="18339" y="4024"/>
                  <a:pt x="18552" y="4125"/>
                  <a:pt x="18845" y="4125"/>
                </a:cubicBezTo>
                <a:cubicBezTo>
                  <a:pt x="19001" y="4125"/>
                  <a:pt x="19160" y="4090"/>
                  <a:pt x="19320" y="4021"/>
                </a:cubicBezTo>
                <a:cubicBezTo>
                  <a:pt x="19480" y="3951"/>
                  <a:pt x="19629" y="3862"/>
                  <a:pt x="19768" y="3753"/>
                </a:cubicBezTo>
                <a:close/>
                <a:moveTo>
                  <a:pt x="23945" y="4558"/>
                </a:moveTo>
                <a:lnTo>
                  <a:pt x="23397" y="4558"/>
                </a:lnTo>
                <a:lnTo>
                  <a:pt x="23397" y="4212"/>
                </a:lnTo>
                <a:cubicBezTo>
                  <a:pt x="23349" y="4245"/>
                  <a:pt x="23283" y="4292"/>
                  <a:pt x="23200" y="4351"/>
                </a:cubicBezTo>
                <a:cubicBezTo>
                  <a:pt x="23117" y="4411"/>
                  <a:pt x="23036" y="4458"/>
                  <a:pt x="22958" y="4494"/>
                </a:cubicBezTo>
                <a:cubicBezTo>
                  <a:pt x="22866" y="4539"/>
                  <a:pt x="22761" y="4576"/>
                  <a:pt x="22642" y="4606"/>
                </a:cubicBezTo>
                <a:cubicBezTo>
                  <a:pt x="22522" y="4637"/>
                  <a:pt x="22383" y="4652"/>
                  <a:pt x="22223" y="4652"/>
                </a:cubicBezTo>
                <a:cubicBezTo>
                  <a:pt x="21928" y="4652"/>
                  <a:pt x="21678" y="4554"/>
                  <a:pt x="21473" y="4359"/>
                </a:cubicBezTo>
                <a:cubicBezTo>
                  <a:pt x="21268" y="4163"/>
                  <a:pt x="21165" y="3914"/>
                  <a:pt x="21165" y="3611"/>
                </a:cubicBezTo>
                <a:cubicBezTo>
                  <a:pt x="21165" y="3362"/>
                  <a:pt x="21218" y="3161"/>
                  <a:pt x="21325" y="3008"/>
                </a:cubicBezTo>
                <a:cubicBezTo>
                  <a:pt x="21431" y="2854"/>
                  <a:pt x="21583" y="2734"/>
                  <a:pt x="21780" y="2646"/>
                </a:cubicBezTo>
                <a:cubicBezTo>
                  <a:pt x="21980" y="2558"/>
                  <a:pt x="22219" y="2498"/>
                  <a:pt x="22498" y="2467"/>
                </a:cubicBezTo>
                <a:cubicBezTo>
                  <a:pt x="22777" y="2435"/>
                  <a:pt x="23077" y="2412"/>
                  <a:pt x="23397" y="2396"/>
                </a:cubicBezTo>
                <a:lnTo>
                  <a:pt x="23397" y="2311"/>
                </a:lnTo>
                <a:cubicBezTo>
                  <a:pt x="23397" y="2185"/>
                  <a:pt x="23375" y="2080"/>
                  <a:pt x="23332" y="1998"/>
                </a:cubicBezTo>
                <a:cubicBezTo>
                  <a:pt x="23288" y="1915"/>
                  <a:pt x="23225" y="1850"/>
                  <a:pt x="23143" y="1803"/>
                </a:cubicBezTo>
                <a:cubicBezTo>
                  <a:pt x="23064" y="1757"/>
                  <a:pt x="22971" y="1727"/>
                  <a:pt x="22861" y="1711"/>
                </a:cubicBezTo>
                <a:cubicBezTo>
                  <a:pt x="22752" y="1695"/>
                  <a:pt x="22638" y="1687"/>
                  <a:pt x="22519" y="1687"/>
                </a:cubicBezTo>
                <a:cubicBezTo>
                  <a:pt x="22374" y="1687"/>
                  <a:pt x="22213" y="1707"/>
                  <a:pt x="22035" y="1746"/>
                </a:cubicBezTo>
                <a:cubicBezTo>
                  <a:pt x="21858" y="1785"/>
                  <a:pt x="21674" y="1842"/>
                  <a:pt x="21484" y="1916"/>
                </a:cubicBezTo>
                <a:lnTo>
                  <a:pt x="21455" y="1916"/>
                </a:lnTo>
                <a:lnTo>
                  <a:pt x="21455" y="1356"/>
                </a:lnTo>
                <a:cubicBezTo>
                  <a:pt x="21563" y="1327"/>
                  <a:pt x="21718" y="1295"/>
                  <a:pt x="21921" y="1260"/>
                </a:cubicBezTo>
                <a:cubicBezTo>
                  <a:pt x="22124" y="1225"/>
                  <a:pt x="22324" y="1207"/>
                  <a:pt x="22522" y="1207"/>
                </a:cubicBezTo>
                <a:cubicBezTo>
                  <a:pt x="22752" y="1207"/>
                  <a:pt x="22953" y="1226"/>
                  <a:pt x="23124" y="1264"/>
                </a:cubicBezTo>
                <a:cubicBezTo>
                  <a:pt x="23294" y="1302"/>
                  <a:pt x="23442" y="1367"/>
                  <a:pt x="23567" y="1459"/>
                </a:cubicBezTo>
                <a:cubicBezTo>
                  <a:pt x="23690" y="1549"/>
                  <a:pt x="23784" y="1665"/>
                  <a:pt x="23849" y="1807"/>
                </a:cubicBezTo>
                <a:cubicBezTo>
                  <a:pt x="23913" y="1950"/>
                  <a:pt x="23945" y="2127"/>
                  <a:pt x="23945" y="2338"/>
                </a:cubicBezTo>
                <a:lnTo>
                  <a:pt x="23945" y="4558"/>
                </a:lnTo>
                <a:moveTo>
                  <a:pt x="23397" y="3757"/>
                </a:moveTo>
                <a:lnTo>
                  <a:pt x="23397" y="2842"/>
                </a:lnTo>
                <a:cubicBezTo>
                  <a:pt x="23229" y="2851"/>
                  <a:pt x="23032" y="2866"/>
                  <a:pt x="22804" y="2886"/>
                </a:cubicBezTo>
                <a:cubicBezTo>
                  <a:pt x="22577" y="2905"/>
                  <a:pt x="22397" y="2934"/>
                  <a:pt x="22264" y="2971"/>
                </a:cubicBezTo>
                <a:cubicBezTo>
                  <a:pt x="22106" y="3016"/>
                  <a:pt x="21978" y="3086"/>
                  <a:pt x="21880" y="3181"/>
                </a:cubicBezTo>
                <a:cubicBezTo>
                  <a:pt x="21782" y="3277"/>
                  <a:pt x="21733" y="3408"/>
                  <a:pt x="21733" y="3574"/>
                </a:cubicBezTo>
                <a:cubicBezTo>
                  <a:pt x="21733" y="3763"/>
                  <a:pt x="21790" y="3904"/>
                  <a:pt x="21903" y="4000"/>
                </a:cubicBezTo>
                <a:cubicBezTo>
                  <a:pt x="22017" y="4095"/>
                  <a:pt x="22190" y="4142"/>
                  <a:pt x="22422" y="4142"/>
                </a:cubicBezTo>
                <a:cubicBezTo>
                  <a:pt x="22615" y="4142"/>
                  <a:pt x="22792" y="4105"/>
                  <a:pt x="22952" y="4029"/>
                </a:cubicBezTo>
                <a:cubicBezTo>
                  <a:pt x="23112" y="3953"/>
                  <a:pt x="23261" y="3863"/>
                  <a:pt x="23397" y="3757"/>
                </a:cubicBezTo>
                <a:close/>
                <a:moveTo>
                  <a:pt x="27745" y="2976"/>
                </a:moveTo>
                <a:lnTo>
                  <a:pt x="25334" y="2976"/>
                </a:lnTo>
                <a:cubicBezTo>
                  <a:pt x="25334" y="3178"/>
                  <a:pt x="25364" y="3354"/>
                  <a:pt x="25425" y="3503"/>
                </a:cubicBezTo>
                <a:cubicBezTo>
                  <a:pt x="25485" y="3653"/>
                  <a:pt x="25568" y="3776"/>
                  <a:pt x="25674" y="3872"/>
                </a:cubicBezTo>
                <a:cubicBezTo>
                  <a:pt x="25775" y="3966"/>
                  <a:pt x="25896" y="4037"/>
                  <a:pt x="26036" y="4083"/>
                </a:cubicBezTo>
                <a:cubicBezTo>
                  <a:pt x="26175" y="4130"/>
                  <a:pt x="26329" y="4154"/>
                  <a:pt x="26497" y="4154"/>
                </a:cubicBezTo>
                <a:cubicBezTo>
                  <a:pt x="26720" y="4154"/>
                  <a:pt x="26944" y="4109"/>
                  <a:pt x="27169" y="4020"/>
                </a:cubicBezTo>
                <a:cubicBezTo>
                  <a:pt x="27395" y="3930"/>
                  <a:pt x="27555" y="3842"/>
                  <a:pt x="27651" y="3756"/>
                </a:cubicBezTo>
                <a:lnTo>
                  <a:pt x="27680" y="3756"/>
                </a:lnTo>
                <a:lnTo>
                  <a:pt x="27680" y="4358"/>
                </a:lnTo>
                <a:cubicBezTo>
                  <a:pt x="27495" y="4436"/>
                  <a:pt x="27305" y="4502"/>
                  <a:pt x="27112" y="4555"/>
                </a:cubicBezTo>
                <a:cubicBezTo>
                  <a:pt x="26919" y="4608"/>
                  <a:pt x="26716" y="4634"/>
                  <a:pt x="26503" y="4634"/>
                </a:cubicBezTo>
                <a:cubicBezTo>
                  <a:pt x="25960" y="4634"/>
                  <a:pt x="25536" y="4487"/>
                  <a:pt x="25231" y="4193"/>
                </a:cubicBezTo>
                <a:cubicBezTo>
                  <a:pt x="24927" y="3898"/>
                  <a:pt x="24774" y="3480"/>
                  <a:pt x="24774" y="2938"/>
                </a:cubicBezTo>
                <a:cubicBezTo>
                  <a:pt x="24774" y="2402"/>
                  <a:pt x="24920" y="1977"/>
                  <a:pt x="25212" y="1662"/>
                </a:cubicBezTo>
                <a:cubicBezTo>
                  <a:pt x="25504" y="1347"/>
                  <a:pt x="25889" y="1189"/>
                  <a:pt x="26365" y="1189"/>
                </a:cubicBezTo>
                <a:cubicBezTo>
                  <a:pt x="26806" y="1189"/>
                  <a:pt x="27147" y="1318"/>
                  <a:pt x="27386" y="1577"/>
                </a:cubicBezTo>
                <a:cubicBezTo>
                  <a:pt x="27625" y="1835"/>
                  <a:pt x="27745" y="2202"/>
                  <a:pt x="27745" y="2677"/>
                </a:cubicBezTo>
                <a:lnTo>
                  <a:pt x="27745" y="2976"/>
                </a:lnTo>
                <a:moveTo>
                  <a:pt x="27209" y="2554"/>
                </a:moveTo>
                <a:cubicBezTo>
                  <a:pt x="27207" y="2265"/>
                  <a:pt x="27134" y="2042"/>
                  <a:pt x="26991" y="1884"/>
                </a:cubicBezTo>
                <a:cubicBezTo>
                  <a:pt x="26847" y="1725"/>
                  <a:pt x="26629" y="1646"/>
                  <a:pt x="26336" y="1646"/>
                </a:cubicBezTo>
                <a:cubicBezTo>
                  <a:pt x="26041" y="1646"/>
                  <a:pt x="25806" y="1733"/>
                  <a:pt x="25631" y="1907"/>
                </a:cubicBezTo>
                <a:cubicBezTo>
                  <a:pt x="25456" y="2081"/>
                  <a:pt x="25357" y="2297"/>
                  <a:pt x="25334" y="2554"/>
                </a:cubicBezTo>
                <a:lnTo>
                  <a:pt x="27209" y="255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AF3380-E0F8-473F-82E2-9C9CAC9A3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578894"/>
            <a:ext cx="20303" cy="23246"/>
          </a:xfrm>
          <a:custGeom xmlns:a="http://schemas.openxmlformats.org/drawingml/2006/main">
            <a:pathLst>
              <a:path w="20303" h="23246">
                <a:moveTo>
                  <a:pt x="0" y="0"/>
                </a:moveTo>
                <a:lnTo>
                  <a:pt x="20303" y="0"/>
                </a:lnTo>
                <a:lnTo>
                  <a:pt x="20303" y="23246"/>
                </a:lnTo>
                <a:lnTo>
                  <a:pt x="0" y="232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6508DC-6FB8-4229-9BF6-DAF3B36E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578894"/>
            <a:ext cx="20302" cy="23248"/>
          </a:xfrm>
          <a:custGeom xmlns:a="http://schemas.openxmlformats.org/drawingml/2006/main">
            <a:pathLst>
              <a:path w="20302" h="23248" fill="none">
                <a:moveTo>
                  <a:pt x="0" y="0"/>
                </a:moveTo>
                <a:lnTo>
                  <a:pt x="20302" y="0"/>
                </a:lnTo>
                <a:lnTo>
                  <a:pt x="20302" y="23248"/>
                </a:lnTo>
                <a:lnTo>
                  <a:pt x="0" y="232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2DB7E0-B496-479A-AE63-E64C99D8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624637"/>
            <a:ext cx="20303" cy="19825"/>
          </a:xfrm>
          <a:custGeom xmlns:a="http://schemas.openxmlformats.org/drawingml/2006/main">
            <a:pathLst>
              <a:path w="20303" h="19825">
                <a:moveTo>
                  <a:pt x="0" y="0"/>
                </a:moveTo>
                <a:lnTo>
                  <a:pt x="20303" y="0"/>
                </a:lnTo>
                <a:lnTo>
                  <a:pt x="20303" y="19825"/>
                </a:lnTo>
                <a:lnTo>
                  <a:pt x="0" y="198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B1A174-C629-4A78-A087-C0492C6641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624640"/>
            <a:ext cx="20302" cy="19824"/>
          </a:xfrm>
          <a:custGeom xmlns:a="http://schemas.openxmlformats.org/drawingml/2006/main">
            <a:pathLst>
              <a:path w="20302" h="19824" fill="none">
                <a:moveTo>
                  <a:pt x="0" y="0"/>
                </a:moveTo>
                <a:lnTo>
                  <a:pt x="20302" y="0"/>
                </a:lnTo>
                <a:lnTo>
                  <a:pt x="20302" y="19824"/>
                </a:lnTo>
                <a:lnTo>
                  <a:pt x="0" y="198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23CB8D-60C0-48BA-8B1C-936DF962A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666962"/>
            <a:ext cx="20303" cy="18905"/>
          </a:xfrm>
          <a:custGeom xmlns:a="http://schemas.openxmlformats.org/drawingml/2006/main">
            <a:pathLst>
              <a:path w="20303" h="18905">
                <a:moveTo>
                  <a:pt x="0" y="0"/>
                </a:moveTo>
                <a:lnTo>
                  <a:pt x="20303" y="0"/>
                </a:lnTo>
                <a:lnTo>
                  <a:pt x="20303" y="18905"/>
                </a:lnTo>
                <a:lnTo>
                  <a:pt x="0" y="189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81D5E4-07C5-4641-A04F-5D094A89E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666963"/>
            <a:ext cx="20302" cy="18906"/>
          </a:xfrm>
          <a:custGeom xmlns:a="http://schemas.openxmlformats.org/drawingml/2006/main">
            <a:pathLst>
              <a:path w="20302" h="18906" fill="none">
                <a:moveTo>
                  <a:pt x="0" y="0"/>
                </a:moveTo>
                <a:lnTo>
                  <a:pt x="20302" y="0"/>
                </a:lnTo>
                <a:lnTo>
                  <a:pt x="20302" y="18906"/>
                </a:lnTo>
                <a:lnTo>
                  <a:pt x="0" y="189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21" name="Text Adelidae">
            <a:extLst xmlns:a="http://schemas.openxmlformats.org/drawingml/2006/main">
              <a:ext uri="{FF2B5EF4-FFF2-40B4-BE49-F238E27FC236}">
                <a16:creationId xmlns:a16="http://schemas.microsoft.com/office/drawing/2014/main" id="{46B7634C-3E40-4DA0-9035-D0C33106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6571" y="2668124"/>
            <a:ext cx="19886" cy="3663"/>
          </a:xfrm>
          <a:custGeom xmlns:a="http://schemas.openxmlformats.org/drawingml/2006/main">
            <a:pathLst>
              <a:path w="19886" h="3663">
                <a:moveTo>
                  <a:pt x="3110" y="3590"/>
                </a:moveTo>
                <a:lnTo>
                  <a:pt x="2623" y="3590"/>
                </a:lnTo>
                <a:lnTo>
                  <a:pt x="2286" y="2635"/>
                </a:lnTo>
                <a:lnTo>
                  <a:pt x="801" y="2635"/>
                </a:lnTo>
                <a:lnTo>
                  <a:pt x="464" y="3590"/>
                </a:lnTo>
                <a:lnTo>
                  <a:pt x="0" y="3590"/>
                </a:lnTo>
                <a:lnTo>
                  <a:pt x="1250" y="152"/>
                </a:lnTo>
                <a:lnTo>
                  <a:pt x="1859" y="152"/>
                </a:lnTo>
                <a:lnTo>
                  <a:pt x="3110" y="3590"/>
                </a:lnTo>
                <a:moveTo>
                  <a:pt x="2145" y="2238"/>
                </a:moveTo>
                <a:lnTo>
                  <a:pt x="1543" y="552"/>
                </a:lnTo>
                <a:lnTo>
                  <a:pt x="939" y="2238"/>
                </a:lnTo>
                <a:lnTo>
                  <a:pt x="2145" y="2238"/>
                </a:lnTo>
                <a:close/>
                <a:moveTo>
                  <a:pt x="5687" y="3590"/>
                </a:moveTo>
                <a:lnTo>
                  <a:pt x="5253" y="3590"/>
                </a:lnTo>
                <a:lnTo>
                  <a:pt x="5253" y="3321"/>
                </a:lnTo>
                <a:cubicBezTo>
                  <a:pt x="5128" y="3429"/>
                  <a:pt x="4998" y="3513"/>
                  <a:pt x="4863" y="3573"/>
                </a:cubicBezTo>
                <a:cubicBezTo>
                  <a:pt x="4728" y="3633"/>
                  <a:pt x="4581" y="3663"/>
                  <a:pt x="4423" y="3663"/>
                </a:cubicBezTo>
                <a:cubicBezTo>
                  <a:pt x="4115" y="3663"/>
                  <a:pt x="3871" y="3545"/>
                  <a:pt x="3690" y="3307"/>
                </a:cubicBezTo>
                <a:cubicBezTo>
                  <a:pt x="3509" y="3070"/>
                  <a:pt x="3419" y="2741"/>
                  <a:pt x="3419" y="2320"/>
                </a:cubicBezTo>
                <a:cubicBezTo>
                  <a:pt x="3419" y="2101"/>
                  <a:pt x="3450" y="1906"/>
                  <a:pt x="3512" y="1735"/>
                </a:cubicBezTo>
                <a:cubicBezTo>
                  <a:pt x="3575" y="1563"/>
                  <a:pt x="3659" y="1418"/>
                  <a:pt x="3765" y="1297"/>
                </a:cubicBezTo>
                <a:cubicBezTo>
                  <a:pt x="3870" y="1180"/>
                  <a:pt x="3992" y="1091"/>
                  <a:pt x="4131" y="1029"/>
                </a:cubicBezTo>
                <a:cubicBezTo>
                  <a:pt x="4270" y="967"/>
                  <a:pt x="4414" y="937"/>
                  <a:pt x="4563" y="937"/>
                </a:cubicBezTo>
                <a:cubicBezTo>
                  <a:pt x="4699" y="937"/>
                  <a:pt x="4819" y="951"/>
                  <a:pt x="4923" y="979"/>
                </a:cubicBezTo>
                <a:cubicBezTo>
                  <a:pt x="5028" y="1008"/>
                  <a:pt x="5138" y="1052"/>
                  <a:pt x="5253" y="1112"/>
                </a:cubicBezTo>
                <a:lnTo>
                  <a:pt x="5253" y="0"/>
                </a:lnTo>
                <a:lnTo>
                  <a:pt x="5687" y="0"/>
                </a:lnTo>
                <a:lnTo>
                  <a:pt x="5687" y="3590"/>
                </a:lnTo>
                <a:moveTo>
                  <a:pt x="5253" y="2955"/>
                </a:moveTo>
                <a:lnTo>
                  <a:pt x="5253" y="1476"/>
                </a:lnTo>
                <a:cubicBezTo>
                  <a:pt x="5136" y="1424"/>
                  <a:pt x="5032" y="1388"/>
                  <a:pt x="4939" y="1368"/>
                </a:cubicBezTo>
                <a:cubicBezTo>
                  <a:pt x="4847" y="1348"/>
                  <a:pt x="4746" y="1338"/>
                  <a:pt x="4637" y="1338"/>
                </a:cubicBezTo>
                <a:cubicBezTo>
                  <a:pt x="4394" y="1338"/>
                  <a:pt x="4205" y="1423"/>
                  <a:pt x="4070" y="1592"/>
                </a:cubicBezTo>
                <a:cubicBezTo>
                  <a:pt x="3934" y="1761"/>
                  <a:pt x="3867" y="2001"/>
                  <a:pt x="3867" y="2312"/>
                </a:cubicBezTo>
                <a:cubicBezTo>
                  <a:pt x="3867" y="2618"/>
                  <a:pt x="3919" y="2850"/>
                  <a:pt x="4023" y="3009"/>
                </a:cubicBezTo>
                <a:cubicBezTo>
                  <a:pt x="4128" y="3169"/>
                  <a:pt x="4296" y="3248"/>
                  <a:pt x="4526" y="3248"/>
                </a:cubicBezTo>
                <a:cubicBezTo>
                  <a:pt x="4649" y="3248"/>
                  <a:pt x="4774" y="3221"/>
                  <a:pt x="4900" y="3166"/>
                </a:cubicBezTo>
                <a:cubicBezTo>
                  <a:pt x="5026" y="3112"/>
                  <a:pt x="5144" y="3041"/>
                  <a:pt x="5253" y="2955"/>
                </a:cubicBezTo>
                <a:close/>
                <a:moveTo>
                  <a:pt x="8697" y="2344"/>
                </a:moveTo>
                <a:lnTo>
                  <a:pt x="6799" y="2344"/>
                </a:lnTo>
                <a:cubicBezTo>
                  <a:pt x="6799" y="2503"/>
                  <a:pt x="6822" y="2641"/>
                  <a:pt x="6870" y="2759"/>
                </a:cubicBezTo>
                <a:cubicBezTo>
                  <a:pt x="6918" y="2877"/>
                  <a:pt x="6983" y="2974"/>
                  <a:pt x="7066" y="3049"/>
                </a:cubicBezTo>
                <a:cubicBezTo>
                  <a:pt x="7146" y="3123"/>
                  <a:pt x="7241" y="3179"/>
                  <a:pt x="7351" y="3216"/>
                </a:cubicBezTo>
                <a:cubicBezTo>
                  <a:pt x="7461" y="3253"/>
                  <a:pt x="7582" y="3271"/>
                  <a:pt x="7714" y="3271"/>
                </a:cubicBezTo>
                <a:cubicBezTo>
                  <a:pt x="7890" y="3271"/>
                  <a:pt x="8066" y="3236"/>
                  <a:pt x="8244" y="3166"/>
                </a:cubicBezTo>
                <a:cubicBezTo>
                  <a:pt x="8421" y="3095"/>
                  <a:pt x="8548" y="3026"/>
                  <a:pt x="8623" y="2958"/>
                </a:cubicBezTo>
                <a:lnTo>
                  <a:pt x="8646" y="2958"/>
                </a:lnTo>
                <a:lnTo>
                  <a:pt x="8646" y="3432"/>
                </a:lnTo>
                <a:cubicBezTo>
                  <a:pt x="8500" y="3494"/>
                  <a:pt x="8351" y="3545"/>
                  <a:pt x="8199" y="3587"/>
                </a:cubicBezTo>
                <a:cubicBezTo>
                  <a:pt x="8047" y="3629"/>
                  <a:pt x="7887" y="3650"/>
                  <a:pt x="7719" y="3650"/>
                </a:cubicBezTo>
                <a:cubicBezTo>
                  <a:pt x="7291" y="3650"/>
                  <a:pt x="6958" y="3534"/>
                  <a:pt x="6718" y="3302"/>
                </a:cubicBezTo>
                <a:cubicBezTo>
                  <a:pt x="6478" y="3070"/>
                  <a:pt x="6358" y="2741"/>
                  <a:pt x="6358" y="2314"/>
                </a:cubicBezTo>
                <a:cubicBezTo>
                  <a:pt x="6358" y="1892"/>
                  <a:pt x="6473" y="1557"/>
                  <a:pt x="6703" y="1309"/>
                </a:cubicBezTo>
                <a:cubicBezTo>
                  <a:pt x="6933" y="1061"/>
                  <a:pt x="7235" y="937"/>
                  <a:pt x="7611" y="937"/>
                </a:cubicBezTo>
                <a:cubicBezTo>
                  <a:pt x="7958" y="937"/>
                  <a:pt x="8226" y="1038"/>
                  <a:pt x="8415" y="1242"/>
                </a:cubicBezTo>
                <a:cubicBezTo>
                  <a:pt x="8603" y="1445"/>
                  <a:pt x="8697" y="1734"/>
                  <a:pt x="8697" y="2108"/>
                </a:cubicBezTo>
                <a:lnTo>
                  <a:pt x="8697" y="2344"/>
                </a:lnTo>
                <a:moveTo>
                  <a:pt x="8275" y="2012"/>
                </a:moveTo>
                <a:cubicBezTo>
                  <a:pt x="8273" y="1784"/>
                  <a:pt x="8216" y="1608"/>
                  <a:pt x="8103" y="1483"/>
                </a:cubicBezTo>
                <a:cubicBezTo>
                  <a:pt x="7990" y="1359"/>
                  <a:pt x="7818" y="1297"/>
                  <a:pt x="7588" y="1297"/>
                </a:cubicBezTo>
                <a:cubicBezTo>
                  <a:pt x="7355" y="1297"/>
                  <a:pt x="7170" y="1365"/>
                  <a:pt x="7033" y="1502"/>
                </a:cubicBezTo>
                <a:cubicBezTo>
                  <a:pt x="6895" y="1639"/>
                  <a:pt x="6817" y="1809"/>
                  <a:pt x="6799" y="2012"/>
                </a:cubicBezTo>
                <a:lnTo>
                  <a:pt x="8275" y="2012"/>
                </a:lnTo>
                <a:close/>
                <a:moveTo>
                  <a:pt x="9793" y="3590"/>
                </a:moveTo>
                <a:lnTo>
                  <a:pt x="9359" y="3590"/>
                </a:lnTo>
                <a:lnTo>
                  <a:pt x="9359" y="0"/>
                </a:lnTo>
                <a:lnTo>
                  <a:pt x="9793" y="0"/>
                </a:lnTo>
                <a:lnTo>
                  <a:pt x="9793" y="3590"/>
                </a:lnTo>
                <a:close/>
                <a:moveTo>
                  <a:pt x="11117" y="581"/>
                </a:moveTo>
                <a:lnTo>
                  <a:pt x="10628" y="581"/>
                </a:lnTo>
                <a:lnTo>
                  <a:pt x="10628" y="129"/>
                </a:lnTo>
                <a:lnTo>
                  <a:pt x="11117" y="129"/>
                </a:lnTo>
                <a:lnTo>
                  <a:pt x="11117" y="581"/>
                </a:lnTo>
                <a:moveTo>
                  <a:pt x="11089" y="3590"/>
                </a:moveTo>
                <a:lnTo>
                  <a:pt x="10656" y="3590"/>
                </a:lnTo>
                <a:lnTo>
                  <a:pt x="10656" y="1010"/>
                </a:lnTo>
                <a:lnTo>
                  <a:pt x="11089" y="1010"/>
                </a:lnTo>
                <a:lnTo>
                  <a:pt x="11089" y="3590"/>
                </a:lnTo>
                <a:close/>
                <a:moveTo>
                  <a:pt x="14038" y="3590"/>
                </a:moveTo>
                <a:lnTo>
                  <a:pt x="13604" y="3590"/>
                </a:lnTo>
                <a:lnTo>
                  <a:pt x="13604" y="3321"/>
                </a:lnTo>
                <a:cubicBezTo>
                  <a:pt x="13479" y="3429"/>
                  <a:pt x="13349" y="3513"/>
                  <a:pt x="13214" y="3573"/>
                </a:cubicBezTo>
                <a:cubicBezTo>
                  <a:pt x="13079" y="3633"/>
                  <a:pt x="12932" y="3663"/>
                  <a:pt x="12773" y="3663"/>
                </a:cubicBezTo>
                <a:cubicBezTo>
                  <a:pt x="12466" y="3663"/>
                  <a:pt x="12222" y="3545"/>
                  <a:pt x="12041" y="3307"/>
                </a:cubicBezTo>
                <a:cubicBezTo>
                  <a:pt x="11860" y="3070"/>
                  <a:pt x="11770" y="2741"/>
                  <a:pt x="11770" y="2320"/>
                </a:cubicBezTo>
                <a:cubicBezTo>
                  <a:pt x="11770" y="2101"/>
                  <a:pt x="11801" y="1906"/>
                  <a:pt x="11863" y="1735"/>
                </a:cubicBezTo>
                <a:cubicBezTo>
                  <a:pt x="11926" y="1563"/>
                  <a:pt x="12010" y="1418"/>
                  <a:pt x="12116" y="1297"/>
                </a:cubicBezTo>
                <a:cubicBezTo>
                  <a:pt x="12220" y="1180"/>
                  <a:pt x="12342" y="1091"/>
                  <a:pt x="12482" y="1029"/>
                </a:cubicBezTo>
                <a:cubicBezTo>
                  <a:pt x="12621" y="967"/>
                  <a:pt x="12765" y="937"/>
                  <a:pt x="12914" y="937"/>
                </a:cubicBezTo>
                <a:cubicBezTo>
                  <a:pt x="13049" y="937"/>
                  <a:pt x="13169" y="951"/>
                  <a:pt x="13274" y="979"/>
                </a:cubicBezTo>
                <a:cubicBezTo>
                  <a:pt x="13379" y="1008"/>
                  <a:pt x="13489" y="1052"/>
                  <a:pt x="13604" y="1112"/>
                </a:cubicBezTo>
                <a:lnTo>
                  <a:pt x="13604" y="0"/>
                </a:lnTo>
                <a:lnTo>
                  <a:pt x="14038" y="0"/>
                </a:lnTo>
                <a:lnTo>
                  <a:pt x="14038" y="3590"/>
                </a:lnTo>
                <a:moveTo>
                  <a:pt x="13604" y="2955"/>
                </a:moveTo>
                <a:lnTo>
                  <a:pt x="13604" y="1476"/>
                </a:lnTo>
                <a:cubicBezTo>
                  <a:pt x="13487" y="1424"/>
                  <a:pt x="13382" y="1388"/>
                  <a:pt x="13290" y="1368"/>
                </a:cubicBezTo>
                <a:cubicBezTo>
                  <a:pt x="13198" y="1348"/>
                  <a:pt x="13097" y="1338"/>
                  <a:pt x="12988" y="1338"/>
                </a:cubicBezTo>
                <a:cubicBezTo>
                  <a:pt x="12745" y="1338"/>
                  <a:pt x="12556" y="1423"/>
                  <a:pt x="12420" y="1592"/>
                </a:cubicBezTo>
                <a:cubicBezTo>
                  <a:pt x="12285" y="1761"/>
                  <a:pt x="12217" y="2001"/>
                  <a:pt x="12217" y="2312"/>
                </a:cubicBezTo>
                <a:cubicBezTo>
                  <a:pt x="12217" y="2618"/>
                  <a:pt x="12270" y="2850"/>
                  <a:pt x="12374" y="3009"/>
                </a:cubicBezTo>
                <a:cubicBezTo>
                  <a:pt x="12479" y="3169"/>
                  <a:pt x="12646" y="3248"/>
                  <a:pt x="12877" y="3248"/>
                </a:cubicBezTo>
                <a:cubicBezTo>
                  <a:pt x="13000" y="3248"/>
                  <a:pt x="13125" y="3221"/>
                  <a:pt x="13251" y="3166"/>
                </a:cubicBezTo>
                <a:cubicBezTo>
                  <a:pt x="13377" y="3112"/>
                  <a:pt x="13495" y="3041"/>
                  <a:pt x="13604" y="2955"/>
                </a:cubicBezTo>
                <a:close/>
                <a:moveTo>
                  <a:pt x="16894" y="3590"/>
                </a:moveTo>
                <a:lnTo>
                  <a:pt x="16462" y="3590"/>
                </a:lnTo>
                <a:lnTo>
                  <a:pt x="16462" y="3317"/>
                </a:lnTo>
                <a:cubicBezTo>
                  <a:pt x="16424" y="3343"/>
                  <a:pt x="16372" y="3380"/>
                  <a:pt x="16306" y="3427"/>
                </a:cubicBezTo>
                <a:cubicBezTo>
                  <a:pt x="16241" y="3474"/>
                  <a:pt x="16178" y="3511"/>
                  <a:pt x="16116" y="3539"/>
                </a:cubicBezTo>
                <a:cubicBezTo>
                  <a:pt x="16044" y="3574"/>
                  <a:pt x="15961" y="3604"/>
                  <a:pt x="15867" y="3628"/>
                </a:cubicBezTo>
                <a:cubicBezTo>
                  <a:pt x="15773" y="3652"/>
                  <a:pt x="15663" y="3663"/>
                  <a:pt x="15537" y="3663"/>
                </a:cubicBezTo>
                <a:cubicBezTo>
                  <a:pt x="15305" y="3663"/>
                  <a:pt x="15108" y="3586"/>
                  <a:pt x="14947" y="3432"/>
                </a:cubicBezTo>
                <a:cubicBezTo>
                  <a:pt x="14785" y="3278"/>
                  <a:pt x="14704" y="3082"/>
                  <a:pt x="14704" y="2843"/>
                </a:cubicBezTo>
                <a:cubicBezTo>
                  <a:pt x="14704" y="2648"/>
                  <a:pt x="14746" y="2490"/>
                  <a:pt x="14830" y="2369"/>
                </a:cubicBezTo>
                <a:cubicBezTo>
                  <a:pt x="14914" y="2248"/>
                  <a:pt x="15033" y="2153"/>
                  <a:pt x="15189" y="2083"/>
                </a:cubicBezTo>
                <a:cubicBezTo>
                  <a:pt x="15346" y="2014"/>
                  <a:pt x="15534" y="1967"/>
                  <a:pt x="15754" y="1943"/>
                </a:cubicBezTo>
                <a:cubicBezTo>
                  <a:pt x="15974" y="1918"/>
                  <a:pt x="16210" y="1899"/>
                  <a:pt x="16462" y="1887"/>
                </a:cubicBezTo>
                <a:lnTo>
                  <a:pt x="16462" y="1820"/>
                </a:lnTo>
                <a:cubicBezTo>
                  <a:pt x="16462" y="1720"/>
                  <a:pt x="16445" y="1638"/>
                  <a:pt x="16410" y="1573"/>
                </a:cubicBezTo>
                <a:cubicBezTo>
                  <a:pt x="16376" y="1508"/>
                  <a:pt x="16326" y="1457"/>
                  <a:pt x="16261" y="1419"/>
                </a:cubicBezTo>
                <a:cubicBezTo>
                  <a:pt x="16200" y="1384"/>
                  <a:pt x="16126" y="1360"/>
                  <a:pt x="16040" y="1347"/>
                </a:cubicBezTo>
                <a:cubicBezTo>
                  <a:pt x="15954" y="1335"/>
                  <a:pt x="15864" y="1329"/>
                  <a:pt x="15770" y="1329"/>
                </a:cubicBezTo>
                <a:cubicBezTo>
                  <a:pt x="15656" y="1329"/>
                  <a:pt x="15529" y="1344"/>
                  <a:pt x="15389" y="1375"/>
                </a:cubicBezTo>
                <a:cubicBezTo>
                  <a:pt x="15250" y="1406"/>
                  <a:pt x="15105" y="1450"/>
                  <a:pt x="14956" y="1509"/>
                </a:cubicBezTo>
                <a:lnTo>
                  <a:pt x="14933" y="1509"/>
                </a:lnTo>
                <a:lnTo>
                  <a:pt x="14933" y="1068"/>
                </a:lnTo>
                <a:cubicBezTo>
                  <a:pt x="15017" y="1045"/>
                  <a:pt x="15140" y="1020"/>
                  <a:pt x="15299" y="992"/>
                </a:cubicBezTo>
                <a:cubicBezTo>
                  <a:pt x="15459" y="964"/>
                  <a:pt x="15617" y="950"/>
                  <a:pt x="15772" y="950"/>
                </a:cubicBezTo>
                <a:cubicBezTo>
                  <a:pt x="15954" y="950"/>
                  <a:pt x="16112" y="965"/>
                  <a:pt x="16247" y="995"/>
                </a:cubicBezTo>
                <a:cubicBezTo>
                  <a:pt x="16381" y="1025"/>
                  <a:pt x="16498" y="1077"/>
                  <a:pt x="16596" y="1149"/>
                </a:cubicBezTo>
                <a:cubicBezTo>
                  <a:pt x="16693" y="1220"/>
                  <a:pt x="16767" y="1311"/>
                  <a:pt x="16817" y="1423"/>
                </a:cubicBezTo>
                <a:cubicBezTo>
                  <a:pt x="16868" y="1536"/>
                  <a:pt x="16894" y="1675"/>
                  <a:pt x="16894" y="1841"/>
                </a:cubicBezTo>
                <a:lnTo>
                  <a:pt x="16894" y="3590"/>
                </a:lnTo>
                <a:moveTo>
                  <a:pt x="16462" y="2958"/>
                </a:moveTo>
                <a:lnTo>
                  <a:pt x="16462" y="2238"/>
                </a:lnTo>
                <a:cubicBezTo>
                  <a:pt x="16330" y="2245"/>
                  <a:pt x="16174" y="2257"/>
                  <a:pt x="15995" y="2273"/>
                </a:cubicBezTo>
                <a:cubicBezTo>
                  <a:pt x="15816" y="2288"/>
                  <a:pt x="15674" y="2310"/>
                  <a:pt x="15569" y="2340"/>
                </a:cubicBezTo>
                <a:cubicBezTo>
                  <a:pt x="15445" y="2375"/>
                  <a:pt x="15344" y="2430"/>
                  <a:pt x="15267" y="2505"/>
                </a:cubicBezTo>
                <a:cubicBezTo>
                  <a:pt x="15190" y="2580"/>
                  <a:pt x="15152" y="2683"/>
                  <a:pt x="15152" y="2815"/>
                </a:cubicBezTo>
                <a:cubicBezTo>
                  <a:pt x="15152" y="2963"/>
                  <a:pt x="15196" y="3075"/>
                  <a:pt x="15286" y="3150"/>
                </a:cubicBezTo>
                <a:cubicBezTo>
                  <a:pt x="15375" y="3225"/>
                  <a:pt x="15511" y="3262"/>
                  <a:pt x="15694" y="3262"/>
                </a:cubicBezTo>
                <a:cubicBezTo>
                  <a:pt x="15846" y="3262"/>
                  <a:pt x="15985" y="3232"/>
                  <a:pt x="16112" y="3173"/>
                </a:cubicBezTo>
                <a:cubicBezTo>
                  <a:pt x="16238" y="3113"/>
                  <a:pt x="16355" y="3042"/>
                  <a:pt x="16462" y="2958"/>
                </a:cubicBezTo>
                <a:close/>
                <a:moveTo>
                  <a:pt x="19886" y="2344"/>
                </a:moveTo>
                <a:lnTo>
                  <a:pt x="17987" y="2344"/>
                </a:lnTo>
                <a:cubicBezTo>
                  <a:pt x="17987" y="2503"/>
                  <a:pt x="18011" y="2641"/>
                  <a:pt x="18058" y="2759"/>
                </a:cubicBezTo>
                <a:cubicBezTo>
                  <a:pt x="18106" y="2877"/>
                  <a:pt x="18172" y="2974"/>
                  <a:pt x="18255" y="3049"/>
                </a:cubicBezTo>
                <a:cubicBezTo>
                  <a:pt x="18335" y="3123"/>
                  <a:pt x="18430" y="3179"/>
                  <a:pt x="18539" y="3216"/>
                </a:cubicBezTo>
                <a:cubicBezTo>
                  <a:pt x="18649" y="3253"/>
                  <a:pt x="18771" y="3271"/>
                  <a:pt x="18903" y="3271"/>
                </a:cubicBezTo>
                <a:cubicBezTo>
                  <a:pt x="19078" y="3271"/>
                  <a:pt x="19255" y="3236"/>
                  <a:pt x="19432" y="3166"/>
                </a:cubicBezTo>
                <a:cubicBezTo>
                  <a:pt x="19610" y="3095"/>
                  <a:pt x="19736" y="3026"/>
                  <a:pt x="19812" y="2958"/>
                </a:cubicBezTo>
                <a:lnTo>
                  <a:pt x="19835" y="2958"/>
                </a:lnTo>
                <a:lnTo>
                  <a:pt x="19835" y="3432"/>
                </a:lnTo>
                <a:cubicBezTo>
                  <a:pt x="19689" y="3494"/>
                  <a:pt x="19540" y="3545"/>
                  <a:pt x="19387" y="3587"/>
                </a:cubicBezTo>
                <a:cubicBezTo>
                  <a:pt x="19235" y="3629"/>
                  <a:pt x="19075" y="3650"/>
                  <a:pt x="18907" y="3650"/>
                </a:cubicBezTo>
                <a:cubicBezTo>
                  <a:pt x="18480" y="3650"/>
                  <a:pt x="18146" y="3534"/>
                  <a:pt x="17906" y="3302"/>
                </a:cubicBezTo>
                <a:cubicBezTo>
                  <a:pt x="17666" y="3070"/>
                  <a:pt x="17546" y="2741"/>
                  <a:pt x="17546" y="2314"/>
                </a:cubicBezTo>
                <a:cubicBezTo>
                  <a:pt x="17546" y="1892"/>
                  <a:pt x="17661" y="1557"/>
                  <a:pt x="17891" y="1309"/>
                </a:cubicBezTo>
                <a:cubicBezTo>
                  <a:pt x="18121" y="1061"/>
                  <a:pt x="18424" y="937"/>
                  <a:pt x="18799" y="937"/>
                </a:cubicBezTo>
                <a:cubicBezTo>
                  <a:pt x="19147" y="937"/>
                  <a:pt x="19415" y="1038"/>
                  <a:pt x="19603" y="1242"/>
                </a:cubicBezTo>
                <a:cubicBezTo>
                  <a:pt x="19791" y="1445"/>
                  <a:pt x="19886" y="1734"/>
                  <a:pt x="19886" y="2108"/>
                </a:cubicBezTo>
                <a:lnTo>
                  <a:pt x="19886" y="2344"/>
                </a:lnTo>
                <a:moveTo>
                  <a:pt x="19463" y="2012"/>
                </a:moveTo>
                <a:cubicBezTo>
                  <a:pt x="19462" y="1784"/>
                  <a:pt x="19405" y="1608"/>
                  <a:pt x="19292" y="1483"/>
                </a:cubicBezTo>
                <a:cubicBezTo>
                  <a:pt x="19178" y="1359"/>
                  <a:pt x="19007" y="1297"/>
                  <a:pt x="18776" y="1297"/>
                </a:cubicBezTo>
                <a:cubicBezTo>
                  <a:pt x="18544" y="1297"/>
                  <a:pt x="18359" y="1365"/>
                  <a:pt x="18221" y="1502"/>
                </a:cubicBezTo>
                <a:cubicBezTo>
                  <a:pt x="18083" y="1639"/>
                  <a:pt x="18005" y="1809"/>
                  <a:pt x="17987" y="2012"/>
                </a:cubicBezTo>
                <a:lnTo>
                  <a:pt x="19463" y="201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11D8E0-6C31-4092-9CEF-58ED96A98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708364"/>
            <a:ext cx="20303" cy="17682"/>
          </a:xfrm>
          <a:custGeom xmlns:a="http://schemas.openxmlformats.org/drawingml/2006/main">
            <a:pathLst>
              <a:path w="20303" h="17682">
                <a:moveTo>
                  <a:pt x="0" y="0"/>
                </a:moveTo>
                <a:lnTo>
                  <a:pt x="20303" y="0"/>
                </a:lnTo>
                <a:lnTo>
                  <a:pt x="20303" y="17682"/>
                </a:lnTo>
                <a:lnTo>
                  <a:pt x="0" y="1768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A3DCA1-24CC-4BF4-951A-AD77D2B9D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4012" y="2708367"/>
            <a:ext cx="20302" cy="17682"/>
          </a:xfrm>
          <a:custGeom xmlns:a="http://schemas.openxmlformats.org/drawingml/2006/main">
            <a:pathLst>
              <a:path w="20302" h="17682" fill="none">
                <a:moveTo>
                  <a:pt x="0" y="0"/>
                </a:moveTo>
                <a:lnTo>
                  <a:pt x="20302" y="0"/>
                </a:lnTo>
                <a:lnTo>
                  <a:pt x="20302" y="17682"/>
                </a:lnTo>
                <a:lnTo>
                  <a:pt x="0" y="1768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7CB46E-5697-4FAE-A3B5-2B52360F1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4" y="2578894"/>
            <a:ext cx="14808" cy="23446"/>
          </a:xfrm>
          <a:custGeom xmlns:a="http://schemas.openxmlformats.org/drawingml/2006/main">
            <a:pathLst>
              <a:path w="14808" h="23446">
                <a:moveTo>
                  <a:pt x="0" y="0"/>
                </a:moveTo>
                <a:lnTo>
                  <a:pt x="14808" y="0"/>
                </a:lnTo>
                <a:lnTo>
                  <a:pt x="14808" y="23446"/>
                </a:lnTo>
                <a:lnTo>
                  <a:pt x="0" y="234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CF921F-0C3B-44DE-B54A-0B0FA5F20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3" y="2578894"/>
            <a:ext cx="14807" cy="23448"/>
          </a:xfrm>
          <a:custGeom xmlns:a="http://schemas.openxmlformats.org/drawingml/2006/main">
            <a:pathLst>
              <a:path w="14807" h="23448" fill="none">
                <a:moveTo>
                  <a:pt x="0" y="0"/>
                </a:moveTo>
                <a:lnTo>
                  <a:pt x="14807" y="0"/>
                </a:lnTo>
                <a:lnTo>
                  <a:pt x="14807" y="23448"/>
                </a:lnTo>
                <a:lnTo>
                  <a:pt x="0" y="234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C37FC5-A457-40BB-9540-E05DF6F6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4" y="2624839"/>
            <a:ext cx="14808" cy="22151"/>
          </a:xfrm>
          <a:custGeom xmlns:a="http://schemas.openxmlformats.org/drawingml/2006/main">
            <a:pathLst>
              <a:path w="14808" h="22151">
                <a:moveTo>
                  <a:pt x="0" y="0"/>
                </a:moveTo>
                <a:lnTo>
                  <a:pt x="14808" y="0"/>
                </a:lnTo>
                <a:lnTo>
                  <a:pt x="14808" y="22151"/>
                </a:lnTo>
                <a:lnTo>
                  <a:pt x="0" y="221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BFCC6D-0F90-4011-B75D-980470A19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3" y="2624840"/>
            <a:ext cx="14807" cy="22153"/>
          </a:xfrm>
          <a:custGeom xmlns:a="http://schemas.openxmlformats.org/drawingml/2006/main">
            <a:pathLst>
              <a:path w="14807" h="22153" fill="none">
                <a:moveTo>
                  <a:pt x="0" y="0"/>
                </a:moveTo>
                <a:lnTo>
                  <a:pt x="14807" y="0"/>
                </a:lnTo>
                <a:lnTo>
                  <a:pt x="14807" y="22153"/>
                </a:lnTo>
                <a:lnTo>
                  <a:pt x="0" y="2215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EEE725-DEF5-4ADF-9922-1C93C3C26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4" y="2669491"/>
            <a:ext cx="14808" cy="19388"/>
          </a:xfrm>
          <a:custGeom xmlns:a="http://schemas.openxmlformats.org/drawingml/2006/main">
            <a:pathLst>
              <a:path w="14808" h="19388">
                <a:moveTo>
                  <a:pt x="0" y="0"/>
                </a:moveTo>
                <a:lnTo>
                  <a:pt x="14808" y="0"/>
                </a:lnTo>
                <a:lnTo>
                  <a:pt x="14808" y="19388"/>
                </a:lnTo>
                <a:lnTo>
                  <a:pt x="0" y="193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AF0B37-B80E-4790-828D-1278B1D69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3" y="2669492"/>
            <a:ext cx="14807" cy="19388"/>
          </a:xfrm>
          <a:custGeom xmlns:a="http://schemas.openxmlformats.org/drawingml/2006/main">
            <a:pathLst>
              <a:path w="14807" h="19388" fill="none">
                <a:moveTo>
                  <a:pt x="0" y="0"/>
                </a:moveTo>
                <a:lnTo>
                  <a:pt x="14807" y="0"/>
                </a:lnTo>
                <a:lnTo>
                  <a:pt x="14807" y="19388"/>
                </a:lnTo>
                <a:lnTo>
                  <a:pt x="0" y="193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A1B69D-71DC-464F-B1C8-F56D6BF70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4" y="2711376"/>
            <a:ext cx="14808" cy="14670"/>
          </a:xfrm>
          <a:custGeom xmlns:a="http://schemas.openxmlformats.org/drawingml/2006/main">
            <a:pathLst>
              <a:path w="14808" h="14670">
                <a:moveTo>
                  <a:pt x="0" y="0"/>
                </a:moveTo>
                <a:lnTo>
                  <a:pt x="14808" y="0"/>
                </a:lnTo>
                <a:lnTo>
                  <a:pt x="14808" y="14670"/>
                </a:lnTo>
                <a:lnTo>
                  <a:pt x="0" y="146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BA650-D1E9-41CB-A16D-EE13B7A96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813" y="2711379"/>
            <a:ext cx="14807" cy="14670"/>
          </a:xfrm>
          <a:custGeom xmlns:a="http://schemas.openxmlformats.org/drawingml/2006/main">
            <a:pathLst>
              <a:path w="14807" h="14670" fill="none">
                <a:moveTo>
                  <a:pt x="0" y="0"/>
                </a:moveTo>
                <a:lnTo>
                  <a:pt x="14807" y="0"/>
                </a:lnTo>
                <a:lnTo>
                  <a:pt x="14807" y="14670"/>
                </a:lnTo>
                <a:lnTo>
                  <a:pt x="0" y="146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31B5BE-A1F6-4B7D-A876-04668EBEF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9" y="2578894"/>
            <a:ext cx="15691" cy="13359"/>
          </a:xfrm>
          <a:custGeom xmlns:a="http://schemas.openxmlformats.org/drawingml/2006/main">
            <a:pathLst>
              <a:path w="15691" h="13359">
                <a:moveTo>
                  <a:pt x="0" y="0"/>
                </a:moveTo>
                <a:lnTo>
                  <a:pt x="15691" y="0"/>
                </a:lnTo>
                <a:lnTo>
                  <a:pt x="15691" y="13359"/>
                </a:lnTo>
                <a:lnTo>
                  <a:pt x="0" y="133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A8130D-4E39-41FC-AC9E-83EB57FD1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8" y="2578894"/>
            <a:ext cx="15691" cy="13361"/>
          </a:xfrm>
          <a:custGeom xmlns:a="http://schemas.openxmlformats.org/drawingml/2006/main">
            <a:pathLst>
              <a:path w="15691" h="13361" fill="none">
                <a:moveTo>
                  <a:pt x="0" y="0"/>
                </a:moveTo>
                <a:lnTo>
                  <a:pt x="15691" y="0"/>
                </a:lnTo>
                <a:lnTo>
                  <a:pt x="15691" y="13361"/>
                </a:lnTo>
                <a:lnTo>
                  <a:pt x="0" y="133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1CCA2B-11E8-4822-85D9-3533468D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306" y="2578894"/>
            <a:ext cx="12519" cy="13359"/>
          </a:xfrm>
          <a:custGeom xmlns:a="http://schemas.openxmlformats.org/drawingml/2006/main">
            <a:pathLst>
              <a:path w="12519" h="13359">
                <a:moveTo>
                  <a:pt x="0" y="0"/>
                </a:moveTo>
                <a:lnTo>
                  <a:pt x="12519" y="0"/>
                </a:lnTo>
                <a:lnTo>
                  <a:pt x="12519" y="13359"/>
                </a:lnTo>
                <a:lnTo>
                  <a:pt x="0" y="133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6ACE04-E44D-4661-9931-946D95C56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308" y="2578894"/>
            <a:ext cx="12517" cy="13361"/>
          </a:xfrm>
          <a:custGeom xmlns:a="http://schemas.openxmlformats.org/drawingml/2006/main">
            <a:pathLst>
              <a:path w="12517" h="13361" fill="none">
                <a:moveTo>
                  <a:pt x="0" y="0"/>
                </a:moveTo>
                <a:lnTo>
                  <a:pt x="12517" y="0"/>
                </a:lnTo>
                <a:lnTo>
                  <a:pt x="12517" y="13361"/>
                </a:lnTo>
                <a:lnTo>
                  <a:pt x="0" y="133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739A27-8AA8-4804-81EE-25C07464A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5" y="2578894"/>
            <a:ext cx="9184" cy="13359"/>
          </a:xfrm>
          <a:custGeom xmlns:a="http://schemas.openxmlformats.org/drawingml/2006/main">
            <a:pathLst>
              <a:path w="9184" h="13359">
                <a:moveTo>
                  <a:pt x="0" y="0"/>
                </a:moveTo>
                <a:lnTo>
                  <a:pt x="9184" y="0"/>
                </a:lnTo>
                <a:lnTo>
                  <a:pt x="9184" y="13359"/>
                </a:lnTo>
                <a:lnTo>
                  <a:pt x="0" y="133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7C10C7-2331-4A94-9256-AD9A5EBF9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57323" y="2578894"/>
            <a:ext cx="9185" cy="13361"/>
          </a:xfrm>
          <a:custGeom xmlns:a="http://schemas.openxmlformats.org/drawingml/2006/main">
            <a:pathLst>
              <a:path w="9185" h="13361" fill="none">
                <a:moveTo>
                  <a:pt x="0" y="0"/>
                </a:moveTo>
                <a:lnTo>
                  <a:pt x="9185" y="0"/>
                </a:lnTo>
                <a:lnTo>
                  <a:pt x="9185" y="13361"/>
                </a:lnTo>
                <a:lnTo>
                  <a:pt x="0" y="133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00E2E8-0BC8-4C91-9248-2084078C7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06" y="2578894"/>
            <a:ext cx="8684" cy="13359"/>
          </a:xfrm>
          <a:custGeom xmlns:a="http://schemas.openxmlformats.org/drawingml/2006/main">
            <a:pathLst>
              <a:path w="8684" h="13359">
                <a:moveTo>
                  <a:pt x="0" y="0"/>
                </a:moveTo>
                <a:lnTo>
                  <a:pt x="8684" y="0"/>
                </a:lnTo>
                <a:lnTo>
                  <a:pt x="8684" y="13359"/>
                </a:lnTo>
                <a:lnTo>
                  <a:pt x="0" y="133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99F982-381E-49E7-87E4-4E8422970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9007" y="2578894"/>
            <a:ext cx="8683" cy="13361"/>
          </a:xfrm>
          <a:custGeom xmlns:a="http://schemas.openxmlformats.org/drawingml/2006/main">
            <a:pathLst>
              <a:path w="8683" h="13361" fill="none">
                <a:moveTo>
                  <a:pt x="0" y="0"/>
                </a:moveTo>
                <a:lnTo>
                  <a:pt x="8683" y="0"/>
                </a:lnTo>
                <a:lnTo>
                  <a:pt x="8683" y="13361"/>
                </a:lnTo>
                <a:lnTo>
                  <a:pt x="0" y="133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7B7186-7FE3-4AFF-815E-BC9101D9E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9" y="2614753"/>
            <a:ext cx="5889" cy="11784"/>
          </a:xfrm>
          <a:custGeom xmlns:a="http://schemas.openxmlformats.org/drawingml/2006/main">
            <a:pathLst>
              <a:path w="5889" h="11784">
                <a:moveTo>
                  <a:pt x="0" y="0"/>
                </a:moveTo>
                <a:lnTo>
                  <a:pt x="5889" y="0"/>
                </a:lnTo>
                <a:lnTo>
                  <a:pt x="5889" y="11784"/>
                </a:lnTo>
                <a:lnTo>
                  <a:pt x="0" y="117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4E8EB00-7450-49C6-9487-E5309188E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8" y="2614754"/>
            <a:ext cx="5889" cy="11786"/>
          </a:xfrm>
          <a:custGeom xmlns:a="http://schemas.openxmlformats.org/drawingml/2006/main">
            <a:pathLst>
              <a:path w="5889" h="11786" fill="none">
                <a:moveTo>
                  <a:pt x="0" y="0"/>
                </a:moveTo>
                <a:lnTo>
                  <a:pt x="5889" y="0"/>
                </a:lnTo>
                <a:lnTo>
                  <a:pt x="5889" y="11786"/>
                </a:lnTo>
                <a:lnTo>
                  <a:pt x="0" y="117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14C2D-F0F7-4CBA-B1F2-D04D0A991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9" y="2649037"/>
            <a:ext cx="5889" cy="11641"/>
          </a:xfrm>
          <a:custGeom xmlns:a="http://schemas.openxmlformats.org/drawingml/2006/main">
            <a:pathLst>
              <a:path w="5889" h="11641">
                <a:moveTo>
                  <a:pt x="0" y="0"/>
                </a:moveTo>
                <a:lnTo>
                  <a:pt x="5889" y="0"/>
                </a:lnTo>
                <a:lnTo>
                  <a:pt x="5889" y="11641"/>
                </a:lnTo>
                <a:lnTo>
                  <a:pt x="0" y="116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F845D8-C1D3-43A6-8852-24A63FE7F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8" y="2649038"/>
            <a:ext cx="5889" cy="11643"/>
          </a:xfrm>
          <a:custGeom xmlns:a="http://schemas.openxmlformats.org/drawingml/2006/main">
            <a:pathLst>
              <a:path w="5889" h="11643" fill="none">
                <a:moveTo>
                  <a:pt x="0" y="0"/>
                </a:moveTo>
                <a:lnTo>
                  <a:pt x="5889" y="0"/>
                </a:lnTo>
                <a:lnTo>
                  <a:pt x="5889" y="11643"/>
                </a:lnTo>
                <a:lnTo>
                  <a:pt x="0" y="116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8019FB8-6073-4D9B-ACEC-F45186EB7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9" y="2683178"/>
            <a:ext cx="5889" cy="11410"/>
          </a:xfrm>
          <a:custGeom xmlns:a="http://schemas.openxmlformats.org/drawingml/2006/main">
            <a:pathLst>
              <a:path w="5889" h="11410">
                <a:moveTo>
                  <a:pt x="0" y="0"/>
                </a:moveTo>
                <a:lnTo>
                  <a:pt x="5889" y="0"/>
                </a:lnTo>
                <a:lnTo>
                  <a:pt x="5889" y="11410"/>
                </a:lnTo>
                <a:lnTo>
                  <a:pt x="0" y="114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F3D5993-D2EF-4173-ABED-A5F2C2D12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8" y="2683179"/>
            <a:ext cx="5889" cy="11411"/>
          </a:xfrm>
          <a:custGeom xmlns:a="http://schemas.openxmlformats.org/drawingml/2006/main">
            <a:pathLst>
              <a:path w="5889" h="11411" fill="none">
                <a:moveTo>
                  <a:pt x="0" y="0"/>
                </a:moveTo>
                <a:lnTo>
                  <a:pt x="5889" y="0"/>
                </a:lnTo>
                <a:lnTo>
                  <a:pt x="5889" y="11411"/>
                </a:lnTo>
                <a:lnTo>
                  <a:pt x="0" y="114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56DF4D-4EB7-4F7C-B614-4A867A8B01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9" y="2717088"/>
            <a:ext cx="5889" cy="8958"/>
          </a:xfrm>
          <a:custGeom xmlns:a="http://schemas.openxmlformats.org/drawingml/2006/main">
            <a:pathLst>
              <a:path w="5889" h="8958">
                <a:moveTo>
                  <a:pt x="0" y="0"/>
                </a:moveTo>
                <a:lnTo>
                  <a:pt x="5889" y="0"/>
                </a:lnTo>
                <a:lnTo>
                  <a:pt x="5889" y="8958"/>
                </a:lnTo>
                <a:lnTo>
                  <a:pt x="0" y="89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2D97EE-4C14-4CFE-BA9C-4C19A0824F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4118" y="2717089"/>
            <a:ext cx="5889" cy="8961"/>
          </a:xfrm>
          <a:custGeom xmlns:a="http://schemas.openxmlformats.org/drawingml/2006/main">
            <a:pathLst>
              <a:path w="5889" h="8961" fill="none">
                <a:moveTo>
                  <a:pt x="0" y="0"/>
                </a:moveTo>
                <a:lnTo>
                  <a:pt x="5889" y="0"/>
                </a:lnTo>
                <a:lnTo>
                  <a:pt x="5889" y="8961"/>
                </a:lnTo>
                <a:lnTo>
                  <a:pt x="0" y="896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F1C1791-1450-45B7-BFC6-AC3350928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05" y="2614753"/>
            <a:ext cx="5752" cy="4592"/>
          </a:xfrm>
          <a:custGeom xmlns:a="http://schemas.openxmlformats.org/drawingml/2006/main">
            <a:pathLst>
              <a:path w="5752" h="4592">
                <a:moveTo>
                  <a:pt x="0" y="0"/>
                </a:moveTo>
                <a:lnTo>
                  <a:pt x="5752" y="0"/>
                </a:lnTo>
                <a:lnTo>
                  <a:pt x="5752" y="4592"/>
                </a:lnTo>
                <a:lnTo>
                  <a:pt x="0" y="45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2634E5-118D-47AD-94F2-3DD707687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2506" y="2614754"/>
            <a:ext cx="5751" cy="4593"/>
          </a:xfrm>
          <a:custGeom xmlns:a="http://schemas.openxmlformats.org/drawingml/2006/main">
            <a:pathLst>
              <a:path w="5751" h="4593" fill="none">
                <a:moveTo>
                  <a:pt x="0" y="0"/>
                </a:moveTo>
                <a:lnTo>
                  <a:pt x="5751" y="0"/>
                </a:lnTo>
                <a:lnTo>
                  <a:pt x="5751" y="4593"/>
                </a:lnTo>
                <a:lnTo>
                  <a:pt x="0" y="45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A7C3DD-BB71-4348-9939-7B231543A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757" y="2614753"/>
            <a:ext cx="4241" cy="4592"/>
          </a:xfrm>
          <a:custGeom xmlns:a="http://schemas.openxmlformats.org/drawingml/2006/main">
            <a:pathLst>
              <a:path w="4241" h="4592">
                <a:moveTo>
                  <a:pt x="0" y="0"/>
                </a:moveTo>
                <a:lnTo>
                  <a:pt x="4241" y="0"/>
                </a:lnTo>
                <a:lnTo>
                  <a:pt x="4241" y="4592"/>
                </a:lnTo>
                <a:lnTo>
                  <a:pt x="0" y="45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C49A1-AA5B-4D30-A4F2-846426193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0756" y="2614754"/>
            <a:ext cx="4241" cy="4593"/>
          </a:xfrm>
          <a:custGeom xmlns:a="http://schemas.openxmlformats.org/drawingml/2006/main">
            <a:pathLst>
              <a:path w="4241" h="4593" fill="none">
                <a:moveTo>
                  <a:pt x="0" y="0"/>
                </a:moveTo>
                <a:lnTo>
                  <a:pt x="4241" y="0"/>
                </a:lnTo>
                <a:lnTo>
                  <a:pt x="4241" y="4593"/>
                </a:lnTo>
                <a:lnTo>
                  <a:pt x="0" y="45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8472E2-77D7-440D-9986-0D1233910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95" y="2614753"/>
            <a:ext cx="4029" cy="4592"/>
          </a:xfrm>
          <a:custGeom xmlns:a="http://schemas.openxmlformats.org/drawingml/2006/main">
            <a:pathLst>
              <a:path w="4029" h="4592">
                <a:moveTo>
                  <a:pt x="0" y="0"/>
                </a:moveTo>
                <a:lnTo>
                  <a:pt x="4029" y="0"/>
                </a:lnTo>
                <a:lnTo>
                  <a:pt x="4029" y="4592"/>
                </a:lnTo>
                <a:lnTo>
                  <a:pt x="0" y="45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4568DF-203F-490D-8846-EC902C2C1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7495" y="2614754"/>
            <a:ext cx="4029" cy="4593"/>
          </a:xfrm>
          <a:custGeom xmlns:a="http://schemas.openxmlformats.org/drawingml/2006/main">
            <a:pathLst>
              <a:path w="4029" h="4593" fill="none">
                <a:moveTo>
                  <a:pt x="0" y="0"/>
                </a:moveTo>
                <a:lnTo>
                  <a:pt x="4029" y="0"/>
                </a:lnTo>
                <a:lnTo>
                  <a:pt x="4029" y="4593"/>
                </a:lnTo>
                <a:lnTo>
                  <a:pt x="0" y="45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E81160-579F-44AC-9ECD-73542EF3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24" y="2614753"/>
            <a:ext cx="3666" cy="4592"/>
          </a:xfrm>
          <a:custGeom xmlns:a="http://schemas.openxmlformats.org/drawingml/2006/main">
            <a:pathLst>
              <a:path w="3666" h="4592">
                <a:moveTo>
                  <a:pt x="0" y="0"/>
                </a:moveTo>
                <a:lnTo>
                  <a:pt x="3666" y="0"/>
                </a:lnTo>
                <a:lnTo>
                  <a:pt x="3666" y="4592"/>
                </a:lnTo>
                <a:lnTo>
                  <a:pt x="0" y="45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6C7808-7599-4EA4-81B0-DD93B13162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94023" y="2614754"/>
            <a:ext cx="3667" cy="4593"/>
          </a:xfrm>
          <a:custGeom xmlns:a="http://schemas.openxmlformats.org/drawingml/2006/main">
            <a:pathLst>
              <a:path w="3667" h="4593" fill="none">
                <a:moveTo>
                  <a:pt x="0" y="0"/>
                </a:moveTo>
                <a:lnTo>
                  <a:pt x="3667" y="0"/>
                </a:lnTo>
                <a:lnTo>
                  <a:pt x="3667" y="4593"/>
                </a:lnTo>
                <a:lnTo>
                  <a:pt x="0" y="45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E4169B-58C0-4A96-828F-E090F2C11A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880513"/>
            <a:ext cx="258269" cy="376533"/>
          </a:xfrm>
          <a:custGeom xmlns:a="http://schemas.openxmlformats.org/drawingml/2006/main">
            <a:pathLst>
              <a:path w="258269" h="376533">
                <a:moveTo>
                  <a:pt x="0" y="0"/>
                </a:moveTo>
                <a:lnTo>
                  <a:pt x="258269" y="0"/>
                </a:lnTo>
                <a:lnTo>
                  <a:pt x="258269" y="376533"/>
                </a:lnTo>
                <a:lnTo>
                  <a:pt x="0" y="37653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52C22-2082-4B77-9F99-412BA98D9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880515"/>
            <a:ext cx="258271" cy="376534"/>
          </a:xfrm>
          <a:custGeom xmlns:a="http://schemas.openxmlformats.org/drawingml/2006/main">
            <a:pathLst>
              <a:path w="258271" h="376534" fill="none">
                <a:moveTo>
                  <a:pt x="0" y="0"/>
                </a:moveTo>
                <a:lnTo>
                  <a:pt x="258271" y="0"/>
                </a:lnTo>
                <a:lnTo>
                  <a:pt x="258271" y="376534"/>
                </a:lnTo>
                <a:lnTo>
                  <a:pt x="0" y="3765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58" name="Text Formicidae">
            <a:extLst xmlns:a="http://schemas.openxmlformats.org/drawingml/2006/main">
              <a:ext uri="{FF2B5EF4-FFF2-40B4-BE49-F238E27FC236}">
                <a16:creationId xmlns:a16="http://schemas.microsoft.com/office/drawing/2014/main" id="{AA60209F-84E4-4984-88B8-ED1A64BD7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81477" y="912427"/>
            <a:ext cx="207210" cy="30180"/>
          </a:xfrm>
          <a:custGeom xmlns:a="http://schemas.openxmlformats.org/drawingml/2006/main">
            <a:pathLst>
              <a:path w="207210" h="30180">
                <a:moveTo>
                  <a:pt x="18074" y="4599"/>
                </a:moveTo>
                <a:lnTo>
                  <a:pt x="3763" y="4599"/>
                </a:lnTo>
                <a:lnTo>
                  <a:pt x="3763" y="12581"/>
                </a:lnTo>
                <a:lnTo>
                  <a:pt x="16059" y="12581"/>
                </a:lnTo>
                <a:lnTo>
                  <a:pt x="16059" y="15926"/>
                </a:lnTo>
                <a:lnTo>
                  <a:pt x="3763" y="15926"/>
                </a:lnTo>
                <a:lnTo>
                  <a:pt x="3763" y="29572"/>
                </a:lnTo>
                <a:lnTo>
                  <a:pt x="0" y="29572"/>
                </a:lnTo>
                <a:lnTo>
                  <a:pt x="0" y="1254"/>
                </a:lnTo>
                <a:lnTo>
                  <a:pt x="18074" y="1254"/>
                </a:lnTo>
                <a:lnTo>
                  <a:pt x="18074" y="4599"/>
                </a:lnTo>
                <a:close/>
                <a:moveTo>
                  <a:pt x="40176" y="18957"/>
                </a:moveTo>
                <a:cubicBezTo>
                  <a:pt x="40176" y="22425"/>
                  <a:pt x="39290" y="25162"/>
                  <a:pt x="37516" y="27169"/>
                </a:cubicBezTo>
                <a:cubicBezTo>
                  <a:pt x="35742" y="29176"/>
                  <a:pt x="33366" y="30180"/>
                  <a:pt x="30389" y="30180"/>
                </a:cubicBezTo>
                <a:cubicBezTo>
                  <a:pt x="27386" y="30180"/>
                  <a:pt x="25001" y="29176"/>
                  <a:pt x="23234" y="27169"/>
                </a:cubicBezTo>
                <a:cubicBezTo>
                  <a:pt x="21466" y="25162"/>
                  <a:pt x="20582" y="22425"/>
                  <a:pt x="20582" y="18957"/>
                </a:cubicBezTo>
                <a:cubicBezTo>
                  <a:pt x="20582" y="15490"/>
                  <a:pt x="21466" y="12749"/>
                  <a:pt x="23234" y="10736"/>
                </a:cubicBezTo>
                <a:cubicBezTo>
                  <a:pt x="25001" y="8723"/>
                  <a:pt x="27386" y="7716"/>
                  <a:pt x="30389" y="7716"/>
                </a:cubicBezTo>
                <a:cubicBezTo>
                  <a:pt x="33366" y="7716"/>
                  <a:pt x="35742" y="8723"/>
                  <a:pt x="37516" y="10736"/>
                </a:cubicBezTo>
                <a:cubicBezTo>
                  <a:pt x="39290" y="12749"/>
                  <a:pt x="40176" y="15490"/>
                  <a:pt x="40176" y="18957"/>
                </a:cubicBezTo>
                <a:moveTo>
                  <a:pt x="36489" y="18957"/>
                </a:moveTo>
                <a:cubicBezTo>
                  <a:pt x="36489" y="16211"/>
                  <a:pt x="35951" y="14171"/>
                  <a:pt x="34874" y="12835"/>
                </a:cubicBezTo>
                <a:cubicBezTo>
                  <a:pt x="33797" y="11500"/>
                  <a:pt x="32302" y="10833"/>
                  <a:pt x="30389" y="10833"/>
                </a:cubicBezTo>
                <a:cubicBezTo>
                  <a:pt x="28450" y="10833"/>
                  <a:pt x="26946" y="11500"/>
                  <a:pt x="25875" y="12835"/>
                </a:cubicBezTo>
                <a:cubicBezTo>
                  <a:pt x="24805" y="14171"/>
                  <a:pt x="24269" y="16211"/>
                  <a:pt x="24269" y="18957"/>
                </a:cubicBezTo>
                <a:cubicBezTo>
                  <a:pt x="24269" y="21615"/>
                  <a:pt x="24808" y="23630"/>
                  <a:pt x="25885" y="25003"/>
                </a:cubicBezTo>
                <a:cubicBezTo>
                  <a:pt x="26962" y="26376"/>
                  <a:pt x="28463" y="27063"/>
                  <a:pt x="30389" y="27063"/>
                </a:cubicBezTo>
                <a:cubicBezTo>
                  <a:pt x="32289" y="27063"/>
                  <a:pt x="33781" y="26383"/>
                  <a:pt x="34865" y="25022"/>
                </a:cubicBezTo>
                <a:cubicBezTo>
                  <a:pt x="35948" y="23662"/>
                  <a:pt x="36489" y="21640"/>
                  <a:pt x="36489" y="18957"/>
                </a:cubicBezTo>
                <a:close/>
                <a:moveTo>
                  <a:pt x="58953" y="12201"/>
                </a:moveTo>
                <a:lnTo>
                  <a:pt x="58763" y="12201"/>
                </a:lnTo>
                <a:cubicBezTo>
                  <a:pt x="58231" y="12081"/>
                  <a:pt x="57715" y="11994"/>
                  <a:pt x="57214" y="11940"/>
                </a:cubicBezTo>
                <a:cubicBezTo>
                  <a:pt x="56714" y="11886"/>
                  <a:pt x="56121" y="11859"/>
                  <a:pt x="55437" y="11859"/>
                </a:cubicBezTo>
                <a:cubicBezTo>
                  <a:pt x="54335" y="11859"/>
                  <a:pt x="53271" y="12103"/>
                  <a:pt x="52244" y="12592"/>
                </a:cubicBezTo>
                <a:cubicBezTo>
                  <a:pt x="51218" y="13080"/>
                  <a:pt x="50230" y="13711"/>
                  <a:pt x="49280" y="14485"/>
                </a:cubicBezTo>
                <a:lnTo>
                  <a:pt x="49280" y="29572"/>
                </a:lnTo>
                <a:lnTo>
                  <a:pt x="45707" y="29572"/>
                </a:lnTo>
                <a:lnTo>
                  <a:pt x="45707" y="8324"/>
                </a:lnTo>
                <a:lnTo>
                  <a:pt x="49280" y="8324"/>
                </a:lnTo>
                <a:lnTo>
                  <a:pt x="49280" y="11463"/>
                </a:lnTo>
                <a:cubicBezTo>
                  <a:pt x="50699" y="10321"/>
                  <a:pt x="51950" y="9513"/>
                  <a:pt x="53033" y="9037"/>
                </a:cubicBezTo>
                <a:cubicBezTo>
                  <a:pt x="54116" y="8562"/>
                  <a:pt x="55222" y="8324"/>
                  <a:pt x="56349" y="8324"/>
                </a:cubicBezTo>
                <a:cubicBezTo>
                  <a:pt x="56970" y="8324"/>
                  <a:pt x="57420" y="8340"/>
                  <a:pt x="57699" y="8372"/>
                </a:cubicBezTo>
                <a:cubicBezTo>
                  <a:pt x="57978" y="8403"/>
                  <a:pt x="58396" y="8463"/>
                  <a:pt x="58953" y="8551"/>
                </a:cubicBezTo>
                <a:lnTo>
                  <a:pt x="58953" y="12201"/>
                </a:lnTo>
                <a:close/>
                <a:moveTo>
                  <a:pt x="93295" y="29572"/>
                </a:moveTo>
                <a:lnTo>
                  <a:pt x="89722" y="29572"/>
                </a:lnTo>
                <a:lnTo>
                  <a:pt x="89722" y="17472"/>
                </a:lnTo>
                <a:cubicBezTo>
                  <a:pt x="89722" y="16559"/>
                  <a:pt x="89681" y="15678"/>
                  <a:pt x="89598" y="14828"/>
                </a:cubicBezTo>
                <a:cubicBezTo>
                  <a:pt x="89516" y="13978"/>
                  <a:pt x="89342" y="13299"/>
                  <a:pt x="89076" y="12792"/>
                </a:cubicBezTo>
                <a:cubicBezTo>
                  <a:pt x="88784" y="12246"/>
                  <a:pt x="88366" y="11834"/>
                  <a:pt x="87822" y="11556"/>
                </a:cubicBezTo>
                <a:cubicBezTo>
                  <a:pt x="87277" y="11276"/>
                  <a:pt x="86491" y="11137"/>
                  <a:pt x="85465" y="11137"/>
                </a:cubicBezTo>
                <a:cubicBezTo>
                  <a:pt x="84464" y="11137"/>
                  <a:pt x="83463" y="11388"/>
                  <a:pt x="82462" y="11889"/>
                </a:cubicBezTo>
                <a:cubicBezTo>
                  <a:pt x="81461" y="12390"/>
                  <a:pt x="80460" y="13027"/>
                  <a:pt x="79459" y="13801"/>
                </a:cubicBezTo>
                <a:cubicBezTo>
                  <a:pt x="79497" y="14092"/>
                  <a:pt x="79529" y="14431"/>
                  <a:pt x="79554" y="14818"/>
                </a:cubicBezTo>
                <a:cubicBezTo>
                  <a:pt x="79580" y="15205"/>
                  <a:pt x="79592" y="15588"/>
                  <a:pt x="79592" y="15969"/>
                </a:cubicBezTo>
                <a:lnTo>
                  <a:pt x="79592" y="29572"/>
                </a:lnTo>
                <a:lnTo>
                  <a:pt x="76019" y="29572"/>
                </a:lnTo>
                <a:lnTo>
                  <a:pt x="76019" y="17472"/>
                </a:lnTo>
                <a:cubicBezTo>
                  <a:pt x="76019" y="16534"/>
                  <a:pt x="75978" y="15643"/>
                  <a:pt x="75896" y="14799"/>
                </a:cubicBezTo>
                <a:cubicBezTo>
                  <a:pt x="75814" y="13956"/>
                  <a:pt x="75639" y="13280"/>
                  <a:pt x="75373" y="12773"/>
                </a:cubicBezTo>
                <a:cubicBezTo>
                  <a:pt x="75082" y="12227"/>
                  <a:pt x="74664" y="11818"/>
                  <a:pt x="74119" y="11546"/>
                </a:cubicBezTo>
                <a:cubicBezTo>
                  <a:pt x="73574" y="11273"/>
                  <a:pt x="72789" y="11137"/>
                  <a:pt x="71762" y="11137"/>
                </a:cubicBezTo>
                <a:cubicBezTo>
                  <a:pt x="70787" y="11137"/>
                  <a:pt x="69808" y="11378"/>
                  <a:pt x="68826" y="11860"/>
                </a:cubicBezTo>
                <a:cubicBezTo>
                  <a:pt x="67844" y="12342"/>
                  <a:pt x="66865" y="12957"/>
                  <a:pt x="65890" y="13705"/>
                </a:cubicBezTo>
                <a:lnTo>
                  <a:pt x="65890" y="29572"/>
                </a:lnTo>
                <a:lnTo>
                  <a:pt x="62317" y="29572"/>
                </a:lnTo>
                <a:lnTo>
                  <a:pt x="62317" y="8324"/>
                </a:lnTo>
                <a:lnTo>
                  <a:pt x="65890" y="8324"/>
                </a:lnTo>
                <a:lnTo>
                  <a:pt x="65890" y="10683"/>
                </a:lnTo>
                <a:cubicBezTo>
                  <a:pt x="67005" y="9752"/>
                  <a:pt x="68117" y="9024"/>
                  <a:pt x="69225" y="8501"/>
                </a:cubicBezTo>
                <a:cubicBezTo>
                  <a:pt x="70334" y="7978"/>
                  <a:pt x="71515" y="7716"/>
                  <a:pt x="72770" y="7716"/>
                </a:cubicBezTo>
                <a:cubicBezTo>
                  <a:pt x="74214" y="7716"/>
                  <a:pt x="75440" y="8022"/>
                  <a:pt x="76447" y="8634"/>
                </a:cubicBezTo>
                <a:cubicBezTo>
                  <a:pt x="77454" y="9246"/>
                  <a:pt x="78205" y="10094"/>
                  <a:pt x="78699" y="11177"/>
                </a:cubicBezTo>
                <a:cubicBezTo>
                  <a:pt x="80144" y="9953"/>
                  <a:pt x="81461" y="9071"/>
                  <a:pt x="82652" y="8529"/>
                </a:cubicBezTo>
                <a:cubicBezTo>
                  <a:pt x="83843" y="7987"/>
                  <a:pt x="85116" y="7716"/>
                  <a:pt x="86472" y="7716"/>
                </a:cubicBezTo>
                <a:cubicBezTo>
                  <a:pt x="88803" y="7716"/>
                  <a:pt x="90523" y="8424"/>
                  <a:pt x="91632" y="9839"/>
                </a:cubicBezTo>
                <a:cubicBezTo>
                  <a:pt x="92741" y="11254"/>
                  <a:pt x="93295" y="13231"/>
                  <a:pt x="93295" y="15769"/>
                </a:cubicBezTo>
                <a:lnTo>
                  <a:pt x="93295" y="29572"/>
                </a:lnTo>
                <a:close/>
                <a:moveTo>
                  <a:pt x="104014" y="4789"/>
                </a:moveTo>
                <a:lnTo>
                  <a:pt x="99985" y="4789"/>
                </a:lnTo>
                <a:lnTo>
                  <a:pt x="99985" y="1064"/>
                </a:lnTo>
                <a:lnTo>
                  <a:pt x="104014" y="1064"/>
                </a:lnTo>
                <a:lnTo>
                  <a:pt x="104014" y="4789"/>
                </a:lnTo>
                <a:moveTo>
                  <a:pt x="103786" y="29572"/>
                </a:moveTo>
                <a:lnTo>
                  <a:pt x="100213" y="29572"/>
                </a:lnTo>
                <a:lnTo>
                  <a:pt x="100213" y="8324"/>
                </a:lnTo>
                <a:lnTo>
                  <a:pt x="103786" y="8324"/>
                </a:lnTo>
                <a:lnTo>
                  <a:pt x="103786" y="29572"/>
                </a:lnTo>
                <a:close/>
                <a:moveTo>
                  <a:pt x="126553" y="28260"/>
                </a:moveTo>
                <a:cubicBezTo>
                  <a:pt x="125363" y="28830"/>
                  <a:pt x="124232" y="29274"/>
                  <a:pt x="123161" y="29591"/>
                </a:cubicBezTo>
                <a:cubicBezTo>
                  <a:pt x="122090" y="29907"/>
                  <a:pt x="120953" y="30066"/>
                  <a:pt x="119750" y="30066"/>
                </a:cubicBezTo>
                <a:cubicBezTo>
                  <a:pt x="118217" y="30066"/>
                  <a:pt x="116810" y="29840"/>
                  <a:pt x="115531" y="29390"/>
                </a:cubicBezTo>
                <a:cubicBezTo>
                  <a:pt x="114251" y="28939"/>
                  <a:pt x="113155" y="28257"/>
                  <a:pt x="112243" y="27343"/>
                </a:cubicBezTo>
                <a:cubicBezTo>
                  <a:pt x="111318" y="26430"/>
                  <a:pt x="110602" y="25275"/>
                  <a:pt x="110095" y="23878"/>
                </a:cubicBezTo>
                <a:cubicBezTo>
                  <a:pt x="109588" y="22482"/>
                  <a:pt x="109335" y="20852"/>
                  <a:pt x="109335" y="18986"/>
                </a:cubicBezTo>
                <a:cubicBezTo>
                  <a:pt x="109335" y="15508"/>
                  <a:pt x="110288" y="12780"/>
                  <a:pt x="112195" y="10800"/>
                </a:cubicBezTo>
                <a:cubicBezTo>
                  <a:pt x="114102" y="8820"/>
                  <a:pt x="116620" y="7830"/>
                  <a:pt x="119750" y="7830"/>
                </a:cubicBezTo>
                <a:cubicBezTo>
                  <a:pt x="120966" y="7830"/>
                  <a:pt x="122160" y="8001"/>
                  <a:pt x="123332" y="8343"/>
                </a:cubicBezTo>
                <a:cubicBezTo>
                  <a:pt x="124504" y="8685"/>
                  <a:pt x="125578" y="9103"/>
                  <a:pt x="126553" y="9597"/>
                </a:cubicBezTo>
                <a:lnTo>
                  <a:pt x="126553" y="13570"/>
                </a:lnTo>
                <a:lnTo>
                  <a:pt x="126363" y="13570"/>
                </a:lnTo>
                <a:cubicBezTo>
                  <a:pt x="125274" y="12727"/>
                  <a:pt x="124149" y="12079"/>
                  <a:pt x="122990" y="11626"/>
                </a:cubicBezTo>
                <a:cubicBezTo>
                  <a:pt x="121831" y="11173"/>
                  <a:pt x="120700" y="10947"/>
                  <a:pt x="119598" y="10947"/>
                </a:cubicBezTo>
                <a:cubicBezTo>
                  <a:pt x="117570" y="10947"/>
                  <a:pt x="115971" y="11628"/>
                  <a:pt x="114799" y="12990"/>
                </a:cubicBezTo>
                <a:cubicBezTo>
                  <a:pt x="113627" y="14352"/>
                  <a:pt x="113041" y="16351"/>
                  <a:pt x="113041" y="18986"/>
                </a:cubicBezTo>
                <a:cubicBezTo>
                  <a:pt x="113041" y="21545"/>
                  <a:pt x="113614" y="23512"/>
                  <a:pt x="114761" y="24887"/>
                </a:cubicBezTo>
                <a:cubicBezTo>
                  <a:pt x="115908" y="26262"/>
                  <a:pt x="117520" y="26949"/>
                  <a:pt x="119598" y="26949"/>
                </a:cubicBezTo>
                <a:cubicBezTo>
                  <a:pt x="120320" y="26949"/>
                  <a:pt x="121055" y="26855"/>
                  <a:pt x="121802" y="26666"/>
                </a:cubicBezTo>
                <a:cubicBezTo>
                  <a:pt x="122550" y="26477"/>
                  <a:pt x="123221" y="26232"/>
                  <a:pt x="123817" y="25930"/>
                </a:cubicBezTo>
                <a:cubicBezTo>
                  <a:pt x="124336" y="25666"/>
                  <a:pt x="124824" y="25386"/>
                  <a:pt x="125280" y="25091"/>
                </a:cubicBezTo>
                <a:cubicBezTo>
                  <a:pt x="125736" y="24795"/>
                  <a:pt x="126097" y="24540"/>
                  <a:pt x="126363" y="24326"/>
                </a:cubicBezTo>
                <a:lnTo>
                  <a:pt x="126553" y="24326"/>
                </a:lnTo>
                <a:lnTo>
                  <a:pt x="126553" y="28260"/>
                </a:lnTo>
                <a:close/>
                <a:moveTo>
                  <a:pt x="134973" y="4789"/>
                </a:moveTo>
                <a:lnTo>
                  <a:pt x="130944" y="4789"/>
                </a:lnTo>
                <a:lnTo>
                  <a:pt x="130944" y="1064"/>
                </a:lnTo>
                <a:lnTo>
                  <a:pt x="134973" y="1064"/>
                </a:lnTo>
                <a:lnTo>
                  <a:pt x="134973" y="4789"/>
                </a:lnTo>
                <a:moveTo>
                  <a:pt x="134745" y="29572"/>
                </a:moveTo>
                <a:lnTo>
                  <a:pt x="131172" y="29572"/>
                </a:lnTo>
                <a:lnTo>
                  <a:pt x="131172" y="8324"/>
                </a:lnTo>
                <a:lnTo>
                  <a:pt x="134745" y="8324"/>
                </a:lnTo>
                <a:lnTo>
                  <a:pt x="134745" y="29572"/>
                </a:lnTo>
                <a:close/>
                <a:moveTo>
                  <a:pt x="159033" y="29572"/>
                </a:moveTo>
                <a:lnTo>
                  <a:pt x="155460" y="29572"/>
                </a:lnTo>
                <a:lnTo>
                  <a:pt x="155460" y="27360"/>
                </a:lnTo>
                <a:cubicBezTo>
                  <a:pt x="154434" y="28249"/>
                  <a:pt x="153363" y="28942"/>
                  <a:pt x="152248" y="29437"/>
                </a:cubicBezTo>
                <a:cubicBezTo>
                  <a:pt x="151133" y="29932"/>
                  <a:pt x="149923" y="30180"/>
                  <a:pt x="148618" y="30180"/>
                </a:cubicBezTo>
                <a:cubicBezTo>
                  <a:pt x="146084" y="30180"/>
                  <a:pt x="144073" y="29202"/>
                  <a:pt x="142584" y="27246"/>
                </a:cubicBezTo>
                <a:cubicBezTo>
                  <a:pt x="141095" y="25290"/>
                  <a:pt x="140351" y="22578"/>
                  <a:pt x="140351" y="19110"/>
                </a:cubicBezTo>
                <a:cubicBezTo>
                  <a:pt x="140351" y="17306"/>
                  <a:pt x="140607" y="15699"/>
                  <a:pt x="141121" y="14289"/>
                </a:cubicBezTo>
                <a:cubicBezTo>
                  <a:pt x="141634" y="12879"/>
                  <a:pt x="142327" y="11679"/>
                  <a:pt x="143202" y="10688"/>
                </a:cubicBezTo>
                <a:cubicBezTo>
                  <a:pt x="144063" y="9723"/>
                  <a:pt x="145067" y="8987"/>
                  <a:pt x="146214" y="8479"/>
                </a:cubicBezTo>
                <a:cubicBezTo>
                  <a:pt x="147361" y="7970"/>
                  <a:pt x="148548" y="7716"/>
                  <a:pt x="149777" y="7716"/>
                </a:cubicBezTo>
                <a:cubicBezTo>
                  <a:pt x="150892" y="7716"/>
                  <a:pt x="151881" y="7834"/>
                  <a:pt x="152742" y="8069"/>
                </a:cubicBezTo>
                <a:cubicBezTo>
                  <a:pt x="153604" y="8304"/>
                  <a:pt x="154510" y="8669"/>
                  <a:pt x="155460" y="9164"/>
                </a:cubicBezTo>
                <a:lnTo>
                  <a:pt x="155460" y="0"/>
                </a:lnTo>
                <a:lnTo>
                  <a:pt x="159033" y="0"/>
                </a:lnTo>
                <a:lnTo>
                  <a:pt x="159033" y="29572"/>
                </a:lnTo>
                <a:moveTo>
                  <a:pt x="155460" y="24345"/>
                </a:moveTo>
                <a:lnTo>
                  <a:pt x="155460" y="12163"/>
                </a:lnTo>
                <a:cubicBezTo>
                  <a:pt x="154497" y="11732"/>
                  <a:pt x="153635" y="11435"/>
                  <a:pt x="152875" y="11270"/>
                </a:cubicBezTo>
                <a:cubicBezTo>
                  <a:pt x="152115" y="11105"/>
                  <a:pt x="151285" y="11023"/>
                  <a:pt x="150385" y="11023"/>
                </a:cubicBezTo>
                <a:cubicBezTo>
                  <a:pt x="148384" y="11023"/>
                  <a:pt x="146825" y="11720"/>
                  <a:pt x="145710" y="13113"/>
                </a:cubicBezTo>
                <a:cubicBezTo>
                  <a:pt x="144595" y="14507"/>
                  <a:pt x="144038" y="16484"/>
                  <a:pt x="144038" y="19043"/>
                </a:cubicBezTo>
                <a:cubicBezTo>
                  <a:pt x="144038" y="21564"/>
                  <a:pt x="144469" y="23481"/>
                  <a:pt x="145330" y="24792"/>
                </a:cubicBezTo>
                <a:cubicBezTo>
                  <a:pt x="146192" y="26103"/>
                  <a:pt x="147573" y="26759"/>
                  <a:pt x="149473" y="26759"/>
                </a:cubicBezTo>
                <a:cubicBezTo>
                  <a:pt x="150487" y="26759"/>
                  <a:pt x="151513" y="26534"/>
                  <a:pt x="152552" y="26084"/>
                </a:cubicBezTo>
                <a:cubicBezTo>
                  <a:pt x="153591" y="25634"/>
                  <a:pt x="154560" y="25055"/>
                  <a:pt x="155460" y="24345"/>
                </a:cubicBezTo>
                <a:close/>
                <a:moveTo>
                  <a:pt x="182561" y="29572"/>
                </a:moveTo>
                <a:lnTo>
                  <a:pt x="179007" y="29572"/>
                </a:lnTo>
                <a:lnTo>
                  <a:pt x="179007" y="27326"/>
                </a:lnTo>
                <a:cubicBezTo>
                  <a:pt x="178690" y="27541"/>
                  <a:pt x="178263" y="27843"/>
                  <a:pt x="177724" y="28229"/>
                </a:cubicBezTo>
                <a:cubicBezTo>
                  <a:pt x="177186" y="28616"/>
                  <a:pt x="176663" y="28924"/>
                  <a:pt x="176156" y="29152"/>
                </a:cubicBezTo>
                <a:cubicBezTo>
                  <a:pt x="175561" y="29444"/>
                  <a:pt x="174877" y="29688"/>
                  <a:pt x="174104" y="29885"/>
                </a:cubicBezTo>
                <a:cubicBezTo>
                  <a:pt x="173331" y="30081"/>
                  <a:pt x="172425" y="30180"/>
                  <a:pt x="171386" y="30180"/>
                </a:cubicBezTo>
                <a:cubicBezTo>
                  <a:pt x="169473" y="30180"/>
                  <a:pt x="167851" y="29546"/>
                  <a:pt x="166521" y="28277"/>
                </a:cubicBezTo>
                <a:cubicBezTo>
                  <a:pt x="165190" y="27008"/>
                  <a:pt x="164525" y="25391"/>
                  <a:pt x="164525" y="23424"/>
                </a:cubicBezTo>
                <a:cubicBezTo>
                  <a:pt x="164525" y="21813"/>
                  <a:pt x="164870" y="20510"/>
                  <a:pt x="165561" y="19514"/>
                </a:cubicBezTo>
                <a:cubicBezTo>
                  <a:pt x="166252" y="18518"/>
                  <a:pt x="167237" y="17734"/>
                  <a:pt x="168516" y="17164"/>
                </a:cubicBezTo>
                <a:cubicBezTo>
                  <a:pt x="169809" y="16593"/>
                  <a:pt x="171361" y="16206"/>
                  <a:pt x="173172" y="16003"/>
                </a:cubicBezTo>
                <a:cubicBezTo>
                  <a:pt x="174984" y="15800"/>
                  <a:pt x="176929" y="15647"/>
                  <a:pt x="179007" y="15546"/>
                </a:cubicBezTo>
                <a:lnTo>
                  <a:pt x="179007" y="14990"/>
                </a:lnTo>
                <a:cubicBezTo>
                  <a:pt x="179007" y="14173"/>
                  <a:pt x="178864" y="13495"/>
                  <a:pt x="178579" y="12959"/>
                </a:cubicBezTo>
                <a:cubicBezTo>
                  <a:pt x="178294" y="12422"/>
                  <a:pt x="177886" y="12001"/>
                  <a:pt x="177354" y="11694"/>
                </a:cubicBezTo>
                <a:cubicBezTo>
                  <a:pt x="176847" y="11400"/>
                  <a:pt x="176239" y="11202"/>
                  <a:pt x="175529" y="11100"/>
                </a:cubicBezTo>
                <a:cubicBezTo>
                  <a:pt x="174820" y="10998"/>
                  <a:pt x="174078" y="10947"/>
                  <a:pt x="173306" y="10947"/>
                </a:cubicBezTo>
                <a:cubicBezTo>
                  <a:pt x="172368" y="10947"/>
                  <a:pt x="171323" y="11074"/>
                  <a:pt x="170170" y="11328"/>
                </a:cubicBezTo>
                <a:cubicBezTo>
                  <a:pt x="169017" y="11581"/>
                  <a:pt x="167826" y="11948"/>
                  <a:pt x="166597" y="12429"/>
                </a:cubicBezTo>
                <a:lnTo>
                  <a:pt x="166407" y="12429"/>
                </a:lnTo>
                <a:lnTo>
                  <a:pt x="166407" y="8799"/>
                </a:lnTo>
                <a:cubicBezTo>
                  <a:pt x="167104" y="8609"/>
                  <a:pt x="168111" y="8400"/>
                  <a:pt x="169429" y="8172"/>
                </a:cubicBezTo>
                <a:cubicBezTo>
                  <a:pt x="170746" y="7944"/>
                  <a:pt x="172045" y="7830"/>
                  <a:pt x="173325" y="7830"/>
                </a:cubicBezTo>
                <a:cubicBezTo>
                  <a:pt x="174820" y="7830"/>
                  <a:pt x="176121" y="7954"/>
                  <a:pt x="177230" y="8201"/>
                </a:cubicBezTo>
                <a:cubicBezTo>
                  <a:pt x="178339" y="8448"/>
                  <a:pt x="179298" y="8869"/>
                  <a:pt x="180109" y="9464"/>
                </a:cubicBezTo>
                <a:cubicBezTo>
                  <a:pt x="180907" y="10047"/>
                  <a:pt x="181516" y="10801"/>
                  <a:pt x="181934" y="11726"/>
                </a:cubicBezTo>
                <a:cubicBezTo>
                  <a:pt x="182352" y="12651"/>
                  <a:pt x="182561" y="13798"/>
                  <a:pt x="182561" y="15166"/>
                </a:cubicBezTo>
                <a:lnTo>
                  <a:pt x="182561" y="29572"/>
                </a:lnTo>
                <a:moveTo>
                  <a:pt x="179007" y="24372"/>
                </a:moveTo>
                <a:lnTo>
                  <a:pt x="179007" y="18435"/>
                </a:lnTo>
                <a:cubicBezTo>
                  <a:pt x="177917" y="18499"/>
                  <a:pt x="176635" y="18594"/>
                  <a:pt x="175158" y="18722"/>
                </a:cubicBezTo>
                <a:cubicBezTo>
                  <a:pt x="173682" y="18849"/>
                  <a:pt x="172514" y="19033"/>
                  <a:pt x="171652" y="19275"/>
                </a:cubicBezTo>
                <a:cubicBezTo>
                  <a:pt x="170626" y="19568"/>
                  <a:pt x="169796" y="20023"/>
                  <a:pt x="169162" y="20640"/>
                </a:cubicBezTo>
                <a:cubicBezTo>
                  <a:pt x="168529" y="21257"/>
                  <a:pt x="168212" y="22107"/>
                  <a:pt x="168212" y="23188"/>
                </a:cubicBezTo>
                <a:cubicBezTo>
                  <a:pt x="168212" y="24410"/>
                  <a:pt x="168580" y="25330"/>
                  <a:pt x="169314" y="25947"/>
                </a:cubicBezTo>
                <a:cubicBezTo>
                  <a:pt x="170049" y="26564"/>
                  <a:pt x="171171" y="26873"/>
                  <a:pt x="172678" y="26873"/>
                </a:cubicBezTo>
                <a:cubicBezTo>
                  <a:pt x="173933" y="26873"/>
                  <a:pt x="175079" y="26628"/>
                  <a:pt x="176118" y="26138"/>
                </a:cubicBezTo>
                <a:cubicBezTo>
                  <a:pt x="177157" y="25648"/>
                  <a:pt x="178120" y="25059"/>
                  <a:pt x="179007" y="24372"/>
                </a:cubicBezTo>
                <a:close/>
                <a:moveTo>
                  <a:pt x="207210" y="19309"/>
                </a:moveTo>
                <a:lnTo>
                  <a:pt x="191569" y="19309"/>
                </a:lnTo>
                <a:cubicBezTo>
                  <a:pt x="191569" y="20617"/>
                  <a:pt x="191765" y="21757"/>
                  <a:pt x="192158" y="22729"/>
                </a:cubicBezTo>
                <a:cubicBezTo>
                  <a:pt x="192551" y="23700"/>
                  <a:pt x="193089" y="24497"/>
                  <a:pt x="193774" y="25120"/>
                </a:cubicBezTo>
                <a:cubicBezTo>
                  <a:pt x="194432" y="25729"/>
                  <a:pt x="195215" y="26187"/>
                  <a:pt x="196121" y="26492"/>
                </a:cubicBezTo>
                <a:cubicBezTo>
                  <a:pt x="197027" y="26797"/>
                  <a:pt x="198024" y="26949"/>
                  <a:pt x="199114" y="26949"/>
                </a:cubicBezTo>
                <a:cubicBezTo>
                  <a:pt x="200558" y="26949"/>
                  <a:pt x="202012" y="26659"/>
                  <a:pt x="203476" y="26078"/>
                </a:cubicBezTo>
                <a:cubicBezTo>
                  <a:pt x="204939" y="25497"/>
                  <a:pt x="205981" y="24926"/>
                  <a:pt x="206602" y="24364"/>
                </a:cubicBezTo>
                <a:lnTo>
                  <a:pt x="206792" y="24364"/>
                </a:lnTo>
                <a:lnTo>
                  <a:pt x="206792" y="28273"/>
                </a:lnTo>
                <a:cubicBezTo>
                  <a:pt x="205588" y="28782"/>
                  <a:pt x="204359" y="29208"/>
                  <a:pt x="203105" y="29551"/>
                </a:cubicBezTo>
                <a:cubicBezTo>
                  <a:pt x="201851" y="29894"/>
                  <a:pt x="200533" y="30066"/>
                  <a:pt x="199152" y="30066"/>
                </a:cubicBezTo>
                <a:cubicBezTo>
                  <a:pt x="195630" y="30066"/>
                  <a:pt x="192880" y="29111"/>
                  <a:pt x="190904" y="27201"/>
                </a:cubicBezTo>
                <a:cubicBezTo>
                  <a:pt x="188927" y="25291"/>
                  <a:pt x="187939" y="22578"/>
                  <a:pt x="187939" y="19062"/>
                </a:cubicBezTo>
                <a:cubicBezTo>
                  <a:pt x="187939" y="15585"/>
                  <a:pt x="188886" y="12825"/>
                  <a:pt x="190780" y="10781"/>
                </a:cubicBezTo>
                <a:cubicBezTo>
                  <a:pt x="192675" y="8738"/>
                  <a:pt x="195167" y="7716"/>
                  <a:pt x="198259" y="7716"/>
                </a:cubicBezTo>
                <a:cubicBezTo>
                  <a:pt x="201122" y="7716"/>
                  <a:pt x="203330" y="8554"/>
                  <a:pt x="204882" y="10229"/>
                </a:cubicBezTo>
                <a:cubicBezTo>
                  <a:pt x="206434" y="11904"/>
                  <a:pt x="207210" y="14284"/>
                  <a:pt x="207210" y="17368"/>
                </a:cubicBezTo>
                <a:lnTo>
                  <a:pt x="207210" y="19309"/>
                </a:lnTo>
                <a:moveTo>
                  <a:pt x="203732" y="16572"/>
                </a:moveTo>
                <a:cubicBezTo>
                  <a:pt x="203720" y="14697"/>
                  <a:pt x="203248" y="13246"/>
                  <a:pt x="202316" y="12220"/>
                </a:cubicBezTo>
                <a:cubicBezTo>
                  <a:pt x="201385" y="11194"/>
                  <a:pt x="199969" y="10681"/>
                  <a:pt x="198069" y="10681"/>
                </a:cubicBezTo>
                <a:cubicBezTo>
                  <a:pt x="196156" y="10681"/>
                  <a:pt x="194632" y="11245"/>
                  <a:pt x="193498" y="12372"/>
                </a:cubicBezTo>
                <a:cubicBezTo>
                  <a:pt x="192364" y="13500"/>
                  <a:pt x="191721" y="14900"/>
                  <a:pt x="191569" y="16572"/>
                </a:cubicBezTo>
                <a:lnTo>
                  <a:pt x="203732" y="1657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3EB9BE-25F7-4FCA-ACD3-51A74680C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948" y="880513"/>
            <a:ext cx="164792" cy="252023"/>
          </a:xfrm>
          <a:custGeom xmlns:a="http://schemas.openxmlformats.org/drawingml/2006/main">
            <a:pathLst>
              <a:path w="164792" h="252023">
                <a:moveTo>
                  <a:pt x="0" y="0"/>
                </a:moveTo>
                <a:lnTo>
                  <a:pt x="164792" y="0"/>
                </a:lnTo>
                <a:lnTo>
                  <a:pt x="164792" y="252023"/>
                </a:lnTo>
                <a:lnTo>
                  <a:pt x="0" y="2520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3177B97-5006-408E-A0AB-6C0987518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947" y="880515"/>
            <a:ext cx="164793" cy="252022"/>
          </a:xfrm>
          <a:custGeom xmlns:a="http://schemas.openxmlformats.org/drawingml/2006/main">
            <a:pathLst>
              <a:path w="164793" h="252022" fill="none">
                <a:moveTo>
                  <a:pt x="0" y="0"/>
                </a:moveTo>
                <a:lnTo>
                  <a:pt x="164793" y="0"/>
                </a:lnTo>
                <a:lnTo>
                  <a:pt x="164793" y="252022"/>
                </a:lnTo>
                <a:lnTo>
                  <a:pt x="0" y="2520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61" name="Text Apidae">
            <a:extLst xmlns:a="http://schemas.openxmlformats.org/drawingml/2006/main">
              <a:ext uri="{FF2B5EF4-FFF2-40B4-BE49-F238E27FC236}">
                <a16:creationId xmlns:a16="http://schemas.microsoft.com/office/drawing/2014/main" id="{DE41EFA2-50F6-4A1C-A95A-A3A2F10674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891" y="911512"/>
            <a:ext cx="117436" cy="33798"/>
          </a:xfrm>
          <a:custGeom xmlns:a="http://schemas.openxmlformats.org/drawingml/2006/main">
            <a:pathLst>
              <a:path w="117436" h="33798">
                <a:moveTo>
                  <a:pt x="23151" y="26723"/>
                </a:moveTo>
                <a:lnTo>
                  <a:pt x="19527" y="26723"/>
                </a:lnTo>
                <a:lnTo>
                  <a:pt x="17019" y="19613"/>
                </a:lnTo>
                <a:lnTo>
                  <a:pt x="5959" y="19613"/>
                </a:lnTo>
                <a:lnTo>
                  <a:pt x="3452" y="26723"/>
                </a:lnTo>
                <a:lnTo>
                  <a:pt x="0" y="26723"/>
                </a:lnTo>
                <a:lnTo>
                  <a:pt x="9308" y="1133"/>
                </a:lnTo>
                <a:lnTo>
                  <a:pt x="13842" y="1133"/>
                </a:lnTo>
                <a:lnTo>
                  <a:pt x="23151" y="26723"/>
                </a:lnTo>
                <a:moveTo>
                  <a:pt x="15972" y="16659"/>
                </a:moveTo>
                <a:lnTo>
                  <a:pt x="11489" y="4107"/>
                </a:lnTo>
                <a:lnTo>
                  <a:pt x="6990" y="16659"/>
                </a:lnTo>
                <a:lnTo>
                  <a:pt x="15972" y="16659"/>
                </a:lnTo>
                <a:close/>
                <a:moveTo>
                  <a:pt x="43657" y="16882"/>
                </a:moveTo>
                <a:cubicBezTo>
                  <a:pt x="43657" y="18442"/>
                  <a:pt x="43433" y="19867"/>
                  <a:pt x="42987" y="21157"/>
                </a:cubicBezTo>
                <a:cubicBezTo>
                  <a:pt x="42540" y="22447"/>
                  <a:pt x="41911" y="23539"/>
                  <a:pt x="41098" y="24434"/>
                </a:cubicBezTo>
                <a:cubicBezTo>
                  <a:pt x="40342" y="25283"/>
                  <a:pt x="39452" y="25940"/>
                  <a:pt x="38427" y="26404"/>
                </a:cubicBezTo>
                <a:cubicBezTo>
                  <a:pt x="37402" y="26868"/>
                  <a:pt x="36318" y="27101"/>
                  <a:pt x="35173" y="27101"/>
                </a:cubicBezTo>
                <a:cubicBezTo>
                  <a:pt x="34177" y="27101"/>
                  <a:pt x="33275" y="26992"/>
                  <a:pt x="32468" y="26774"/>
                </a:cubicBezTo>
                <a:cubicBezTo>
                  <a:pt x="31661" y="26556"/>
                  <a:pt x="30839" y="26218"/>
                  <a:pt x="30003" y="25759"/>
                </a:cubicBezTo>
                <a:lnTo>
                  <a:pt x="30003" y="33798"/>
                </a:lnTo>
                <a:lnTo>
                  <a:pt x="26775" y="33798"/>
                </a:lnTo>
                <a:lnTo>
                  <a:pt x="26775" y="7522"/>
                </a:lnTo>
                <a:lnTo>
                  <a:pt x="30003" y="7522"/>
                </a:lnTo>
                <a:lnTo>
                  <a:pt x="30003" y="9519"/>
                </a:lnTo>
                <a:cubicBezTo>
                  <a:pt x="30862" y="8796"/>
                  <a:pt x="31827" y="8191"/>
                  <a:pt x="32897" y="7704"/>
                </a:cubicBezTo>
                <a:cubicBezTo>
                  <a:pt x="33968" y="7216"/>
                  <a:pt x="35110" y="6973"/>
                  <a:pt x="36323" y="6973"/>
                </a:cubicBezTo>
                <a:cubicBezTo>
                  <a:pt x="38636" y="6973"/>
                  <a:pt x="40436" y="7847"/>
                  <a:pt x="41725" y="9597"/>
                </a:cubicBezTo>
                <a:cubicBezTo>
                  <a:pt x="43013" y="11345"/>
                  <a:pt x="43657" y="13774"/>
                  <a:pt x="43657" y="16882"/>
                </a:cubicBezTo>
                <a:moveTo>
                  <a:pt x="40325" y="16968"/>
                </a:moveTo>
                <a:cubicBezTo>
                  <a:pt x="40325" y="14655"/>
                  <a:pt x="39930" y="12926"/>
                  <a:pt x="39140" y="11781"/>
                </a:cubicBezTo>
                <a:cubicBezTo>
                  <a:pt x="38350" y="10636"/>
                  <a:pt x="37136" y="10064"/>
                  <a:pt x="35499" y="10064"/>
                </a:cubicBezTo>
                <a:cubicBezTo>
                  <a:pt x="34572" y="10064"/>
                  <a:pt x="33638" y="10264"/>
                  <a:pt x="32700" y="10665"/>
                </a:cubicBezTo>
                <a:cubicBezTo>
                  <a:pt x="31761" y="11066"/>
                  <a:pt x="30862" y="11592"/>
                  <a:pt x="30003" y="12245"/>
                </a:cubicBezTo>
                <a:lnTo>
                  <a:pt x="30003" y="23116"/>
                </a:lnTo>
                <a:cubicBezTo>
                  <a:pt x="30919" y="23528"/>
                  <a:pt x="31706" y="23809"/>
                  <a:pt x="32365" y="23958"/>
                </a:cubicBezTo>
                <a:cubicBezTo>
                  <a:pt x="33023" y="24107"/>
                  <a:pt x="33770" y="24181"/>
                  <a:pt x="34606" y="24181"/>
                </a:cubicBezTo>
                <a:cubicBezTo>
                  <a:pt x="36403" y="24181"/>
                  <a:pt x="37806" y="23574"/>
                  <a:pt x="38814" y="22361"/>
                </a:cubicBezTo>
                <a:cubicBezTo>
                  <a:pt x="39821" y="21147"/>
                  <a:pt x="40325" y="19349"/>
                  <a:pt x="40325" y="16968"/>
                </a:cubicBezTo>
                <a:close/>
                <a:moveTo>
                  <a:pt x="52157" y="4328"/>
                </a:moveTo>
                <a:lnTo>
                  <a:pt x="48516" y="4328"/>
                </a:lnTo>
                <a:lnTo>
                  <a:pt x="48516" y="962"/>
                </a:lnTo>
                <a:lnTo>
                  <a:pt x="52157" y="962"/>
                </a:lnTo>
                <a:lnTo>
                  <a:pt x="52157" y="4328"/>
                </a:lnTo>
                <a:moveTo>
                  <a:pt x="51951" y="26723"/>
                </a:moveTo>
                <a:lnTo>
                  <a:pt x="48722" y="26723"/>
                </a:lnTo>
                <a:lnTo>
                  <a:pt x="48722" y="7522"/>
                </a:lnTo>
                <a:lnTo>
                  <a:pt x="51951" y="7522"/>
                </a:lnTo>
                <a:lnTo>
                  <a:pt x="51951" y="26723"/>
                </a:lnTo>
                <a:close/>
                <a:moveTo>
                  <a:pt x="73900" y="26723"/>
                </a:moveTo>
                <a:lnTo>
                  <a:pt x="70671" y="26723"/>
                </a:lnTo>
                <a:lnTo>
                  <a:pt x="70671" y="24724"/>
                </a:lnTo>
                <a:cubicBezTo>
                  <a:pt x="69743" y="25528"/>
                  <a:pt x="68776" y="26153"/>
                  <a:pt x="67768" y="26601"/>
                </a:cubicBezTo>
                <a:cubicBezTo>
                  <a:pt x="66761" y="27049"/>
                  <a:pt x="65667" y="27272"/>
                  <a:pt x="64488" y="27272"/>
                </a:cubicBezTo>
                <a:cubicBezTo>
                  <a:pt x="62198" y="27272"/>
                  <a:pt x="60381" y="26389"/>
                  <a:pt x="59035" y="24621"/>
                </a:cubicBezTo>
                <a:cubicBezTo>
                  <a:pt x="57690" y="22853"/>
                  <a:pt x="57018" y="20403"/>
                  <a:pt x="57018" y="17269"/>
                </a:cubicBezTo>
                <a:cubicBezTo>
                  <a:pt x="57018" y="15639"/>
                  <a:pt x="57249" y="14187"/>
                  <a:pt x="57713" y="12913"/>
                </a:cubicBezTo>
                <a:cubicBezTo>
                  <a:pt x="58177" y="11639"/>
                  <a:pt x="58804" y="10554"/>
                  <a:pt x="59594" y="9659"/>
                </a:cubicBezTo>
                <a:cubicBezTo>
                  <a:pt x="60372" y="8786"/>
                  <a:pt x="61280" y="8121"/>
                  <a:pt x="62316" y="7662"/>
                </a:cubicBezTo>
                <a:cubicBezTo>
                  <a:pt x="63352" y="7202"/>
                  <a:pt x="64425" y="6973"/>
                  <a:pt x="65536" y="6973"/>
                </a:cubicBezTo>
                <a:cubicBezTo>
                  <a:pt x="66543" y="6973"/>
                  <a:pt x="67436" y="7079"/>
                  <a:pt x="68215" y="7291"/>
                </a:cubicBezTo>
                <a:cubicBezTo>
                  <a:pt x="68994" y="7504"/>
                  <a:pt x="69812" y="7833"/>
                  <a:pt x="70671" y="8281"/>
                </a:cubicBezTo>
                <a:lnTo>
                  <a:pt x="70671" y="0"/>
                </a:lnTo>
                <a:lnTo>
                  <a:pt x="73900" y="0"/>
                </a:lnTo>
                <a:lnTo>
                  <a:pt x="73900" y="26723"/>
                </a:lnTo>
                <a:moveTo>
                  <a:pt x="70671" y="22000"/>
                </a:moveTo>
                <a:lnTo>
                  <a:pt x="70671" y="10991"/>
                </a:lnTo>
                <a:cubicBezTo>
                  <a:pt x="69801" y="10602"/>
                  <a:pt x="69022" y="10333"/>
                  <a:pt x="68335" y="10184"/>
                </a:cubicBezTo>
                <a:cubicBezTo>
                  <a:pt x="67648" y="10035"/>
                  <a:pt x="66898" y="9961"/>
                  <a:pt x="66085" y="9961"/>
                </a:cubicBezTo>
                <a:cubicBezTo>
                  <a:pt x="64276" y="9961"/>
                  <a:pt x="62868" y="10591"/>
                  <a:pt x="61861" y="11850"/>
                </a:cubicBezTo>
                <a:cubicBezTo>
                  <a:pt x="60853" y="13109"/>
                  <a:pt x="60349" y="14896"/>
                  <a:pt x="60349" y="17208"/>
                </a:cubicBezTo>
                <a:cubicBezTo>
                  <a:pt x="60349" y="19487"/>
                  <a:pt x="60739" y="21218"/>
                  <a:pt x="61517" y="22403"/>
                </a:cubicBezTo>
                <a:cubicBezTo>
                  <a:pt x="62296" y="23588"/>
                  <a:pt x="63544" y="24181"/>
                  <a:pt x="65261" y="24181"/>
                </a:cubicBezTo>
                <a:cubicBezTo>
                  <a:pt x="66177" y="24181"/>
                  <a:pt x="67104" y="23978"/>
                  <a:pt x="68043" y="23571"/>
                </a:cubicBezTo>
                <a:cubicBezTo>
                  <a:pt x="68982" y="23165"/>
                  <a:pt x="69858" y="22641"/>
                  <a:pt x="70671" y="22000"/>
                </a:cubicBezTo>
                <a:close/>
                <a:moveTo>
                  <a:pt x="95161" y="26723"/>
                </a:moveTo>
                <a:lnTo>
                  <a:pt x="91949" y="26723"/>
                </a:lnTo>
                <a:lnTo>
                  <a:pt x="91949" y="24693"/>
                </a:lnTo>
                <a:cubicBezTo>
                  <a:pt x="91663" y="24888"/>
                  <a:pt x="91277" y="25160"/>
                  <a:pt x="90790" y="25510"/>
                </a:cubicBezTo>
                <a:cubicBezTo>
                  <a:pt x="90303" y="25859"/>
                  <a:pt x="89831" y="26137"/>
                  <a:pt x="89373" y="26344"/>
                </a:cubicBezTo>
                <a:cubicBezTo>
                  <a:pt x="88835" y="26608"/>
                  <a:pt x="88217" y="26828"/>
                  <a:pt x="87518" y="27006"/>
                </a:cubicBezTo>
                <a:cubicBezTo>
                  <a:pt x="86820" y="27183"/>
                  <a:pt x="86001" y="27272"/>
                  <a:pt x="85063" y="27272"/>
                </a:cubicBezTo>
                <a:cubicBezTo>
                  <a:pt x="83334" y="27272"/>
                  <a:pt x="81868" y="26699"/>
                  <a:pt x="80666" y="25553"/>
                </a:cubicBezTo>
                <a:cubicBezTo>
                  <a:pt x="79464" y="24406"/>
                  <a:pt x="78863" y="22945"/>
                  <a:pt x="78863" y="21167"/>
                </a:cubicBezTo>
                <a:cubicBezTo>
                  <a:pt x="78863" y="19712"/>
                  <a:pt x="79175" y="18534"/>
                  <a:pt x="79799" y="17634"/>
                </a:cubicBezTo>
                <a:cubicBezTo>
                  <a:pt x="80423" y="16734"/>
                  <a:pt x="81313" y="16026"/>
                  <a:pt x="82469" y="15510"/>
                </a:cubicBezTo>
                <a:cubicBezTo>
                  <a:pt x="83637" y="14994"/>
                  <a:pt x="85040" y="14645"/>
                  <a:pt x="86677" y="14461"/>
                </a:cubicBezTo>
                <a:cubicBezTo>
                  <a:pt x="88314" y="14278"/>
                  <a:pt x="90072" y="14140"/>
                  <a:pt x="91949" y="14048"/>
                </a:cubicBezTo>
                <a:lnTo>
                  <a:pt x="91949" y="13546"/>
                </a:lnTo>
                <a:cubicBezTo>
                  <a:pt x="91949" y="12807"/>
                  <a:pt x="91820" y="12195"/>
                  <a:pt x="91563" y="11711"/>
                </a:cubicBezTo>
                <a:cubicBezTo>
                  <a:pt x="91305" y="11226"/>
                  <a:pt x="90936" y="10845"/>
                  <a:pt x="90455" y="10567"/>
                </a:cubicBezTo>
                <a:cubicBezTo>
                  <a:pt x="89997" y="10302"/>
                  <a:pt x="89448" y="10123"/>
                  <a:pt x="88806" y="10031"/>
                </a:cubicBezTo>
                <a:cubicBezTo>
                  <a:pt x="88165" y="9938"/>
                  <a:pt x="87495" y="9892"/>
                  <a:pt x="86797" y="9892"/>
                </a:cubicBezTo>
                <a:cubicBezTo>
                  <a:pt x="85950" y="9892"/>
                  <a:pt x="85005" y="10007"/>
                  <a:pt x="83963" y="10236"/>
                </a:cubicBezTo>
                <a:cubicBezTo>
                  <a:pt x="82921" y="10465"/>
                  <a:pt x="81845" y="10797"/>
                  <a:pt x="80735" y="11232"/>
                </a:cubicBezTo>
                <a:lnTo>
                  <a:pt x="80563" y="11232"/>
                </a:lnTo>
                <a:lnTo>
                  <a:pt x="80563" y="7952"/>
                </a:lnTo>
                <a:cubicBezTo>
                  <a:pt x="81193" y="7780"/>
                  <a:pt x="82103" y="7591"/>
                  <a:pt x="83294" y="7385"/>
                </a:cubicBezTo>
                <a:cubicBezTo>
                  <a:pt x="84484" y="7179"/>
                  <a:pt x="85658" y="7076"/>
                  <a:pt x="86814" y="7076"/>
                </a:cubicBezTo>
                <a:cubicBezTo>
                  <a:pt x="88165" y="7076"/>
                  <a:pt x="89342" y="7187"/>
                  <a:pt x="90344" y="7411"/>
                </a:cubicBezTo>
                <a:cubicBezTo>
                  <a:pt x="91345" y="7634"/>
                  <a:pt x="92213" y="8015"/>
                  <a:pt x="92945" y="8553"/>
                </a:cubicBezTo>
                <a:cubicBezTo>
                  <a:pt x="93667" y="9079"/>
                  <a:pt x="94216" y="9761"/>
                  <a:pt x="94594" y="10596"/>
                </a:cubicBezTo>
                <a:cubicBezTo>
                  <a:pt x="94972" y="11432"/>
                  <a:pt x="95161" y="12468"/>
                  <a:pt x="95161" y="13705"/>
                </a:cubicBezTo>
                <a:lnTo>
                  <a:pt x="95161" y="26723"/>
                </a:lnTo>
                <a:moveTo>
                  <a:pt x="91949" y="22024"/>
                </a:moveTo>
                <a:lnTo>
                  <a:pt x="91949" y="16659"/>
                </a:lnTo>
                <a:cubicBezTo>
                  <a:pt x="90965" y="16716"/>
                  <a:pt x="89805" y="16803"/>
                  <a:pt x="88472" y="16918"/>
                </a:cubicBezTo>
                <a:cubicBezTo>
                  <a:pt x="87138" y="17033"/>
                  <a:pt x="86081" y="17199"/>
                  <a:pt x="85303" y="17418"/>
                </a:cubicBezTo>
                <a:cubicBezTo>
                  <a:pt x="84376" y="17682"/>
                  <a:pt x="83626" y="18094"/>
                  <a:pt x="83053" y="18652"/>
                </a:cubicBezTo>
                <a:cubicBezTo>
                  <a:pt x="82481" y="19209"/>
                  <a:pt x="82194" y="19977"/>
                  <a:pt x="82194" y="20954"/>
                </a:cubicBezTo>
                <a:cubicBezTo>
                  <a:pt x="82194" y="22059"/>
                  <a:pt x="82526" y="22890"/>
                  <a:pt x="83191" y="23447"/>
                </a:cubicBezTo>
                <a:cubicBezTo>
                  <a:pt x="83855" y="24005"/>
                  <a:pt x="84868" y="24284"/>
                  <a:pt x="86230" y="24284"/>
                </a:cubicBezTo>
                <a:cubicBezTo>
                  <a:pt x="87364" y="24284"/>
                  <a:pt x="88400" y="24063"/>
                  <a:pt x="89339" y="23620"/>
                </a:cubicBezTo>
                <a:cubicBezTo>
                  <a:pt x="90278" y="23177"/>
                  <a:pt x="91148" y="22645"/>
                  <a:pt x="91949" y="22024"/>
                </a:cubicBezTo>
                <a:close/>
                <a:moveTo>
                  <a:pt x="117436" y="17449"/>
                </a:moveTo>
                <a:lnTo>
                  <a:pt x="103301" y="17449"/>
                </a:lnTo>
                <a:cubicBezTo>
                  <a:pt x="103301" y="18631"/>
                  <a:pt x="103479" y="19661"/>
                  <a:pt x="103834" y="20539"/>
                </a:cubicBezTo>
                <a:cubicBezTo>
                  <a:pt x="104189" y="21417"/>
                  <a:pt x="104675" y="22137"/>
                  <a:pt x="105294" y="22700"/>
                </a:cubicBezTo>
                <a:cubicBezTo>
                  <a:pt x="105889" y="23251"/>
                  <a:pt x="106596" y="23664"/>
                  <a:pt x="107415" y="23939"/>
                </a:cubicBezTo>
                <a:cubicBezTo>
                  <a:pt x="108233" y="24215"/>
                  <a:pt x="109135" y="24353"/>
                  <a:pt x="110119" y="24353"/>
                </a:cubicBezTo>
                <a:cubicBezTo>
                  <a:pt x="111425" y="24353"/>
                  <a:pt x="112738" y="24090"/>
                  <a:pt x="114061" y="23565"/>
                </a:cubicBezTo>
                <a:cubicBezTo>
                  <a:pt x="115383" y="23041"/>
                  <a:pt x="116325" y="22524"/>
                  <a:pt x="116886" y="22017"/>
                </a:cubicBezTo>
                <a:lnTo>
                  <a:pt x="117058" y="22017"/>
                </a:lnTo>
                <a:lnTo>
                  <a:pt x="117058" y="25550"/>
                </a:lnTo>
                <a:cubicBezTo>
                  <a:pt x="115970" y="26009"/>
                  <a:pt x="114859" y="26394"/>
                  <a:pt x="113726" y="26704"/>
                </a:cubicBezTo>
                <a:cubicBezTo>
                  <a:pt x="112592" y="27014"/>
                  <a:pt x="111402" y="27169"/>
                  <a:pt x="110154" y="27169"/>
                </a:cubicBezTo>
                <a:cubicBezTo>
                  <a:pt x="106971" y="27169"/>
                  <a:pt x="104486" y="26306"/>
                  <a:pt x="102700" y="24580"/>
                </a:cubicBezTo>
                <a:cubicBezTo>
                  <a:pt x="100914" y="22854"/>
                  <a:pt x="100021" y="20403"/>
                  <a:pt x="100021" y="17226"/>
                </a:cubicBezTo>
                <a:cubicBezTo>
                  <a:pt x="100021" y="14083"/>
                  <a:pt x="100877" y="11589"/>
                  <a:pt x="102589" y="9742"/>
                </a:cubicBezTo>
                <a:cubicBezTo>
                  <a:pt x="104300" y="7896"/>
                  <a:pt x="106553" y="6973"/>
                  <a:pt x="109347" y="6973"/>
                </a:cubicBezTo>
                <a:cubicBezTo>
                  <a:pt x="111934" y="6973"/>
                  <a:pt x="113929" y="7730"/>
                  <a:pt x="115332" y="9243"/>
                </a:cubicBezTo>
                <a:cubicBezTo>
                  <a:pt x="116734" y="10757"/>
                  <a:pt x="117436" y="12908"/>
                  <a:pt x="117436" y="15694"/>
                </a:cubicBezTo>
                <a:lnTo>
                  <a:pt x="117436" y="17449"/>
                </a:lnTo>
                <a:moveTo>
                  <a:pt x="114293" y="14976"/>
                </a:moveTo>
                <a:cubicBezTo>
                  <a:pt x="114281" y="13281"/>
                  <a:pt x="113855" y="11970"/>
                  <a:pt x="113013" y="11043"/>
                </a:cubicBezTo>
                <a:cubicBezTo>
                  <a:pt x="112172" y="10115"/>
                  <a:pt x="110892" y="9652"/>
                  <a:pt x="109175" y="9652"/>
                </a:cubicBezTo>
                <a:cubicBezTo>
                  <a:pt x="107446" y="9652"/>
                  <a:pt x="106069" y="10161"/>
                  <a:pt x="105045" y="11180"/>
                </a:cubicBezTo>
                <a:cubicBezTo>
                  <a:pt x="104020" y="12199"/>
                  <a:pt x="103439" y="13464"/>
                  <a:pt x="103301" y="14976"/>
                </a:cubicBezTo>
                <a:lnTo>
                  <a:pt x="114293" y="1497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E571F-A7C2-4974-B70C-23464BB99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948" y="1155033"/>
            <a:ext cx="164792" cy="102013"/>
          </a:xfrm>
          <a:custGeom xmlns:a="http://schemas.openxmlformats.org/drawingml/2006/main">
            <a:pathLst>
              <a:path w="164792" h="102013">
                <a:moveTo>
                  <a:pt x="0" y="0"/>
                </a:moveTo>
                <a:lnTo>
                  <a:pt x="164792" y="0"/>
                </a:lnTo>
                <a:lnTo>
                  <a:pt x="164792" y="102013"/>
                </a:lnTo>
                <a:lnTo>
                  <a:pt x="0" y="10201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E60C03-58D8-4138-AF39-E0A99D8F5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947" y="1155036"/>
            <a:ext cx="164793" cy="102013"/>
          </a:xfrm>
          <a:custGeom xmlns:a="http://schemas.openxmlformats.org/drawingml/2006/main">
            <a:pathLst>
              <a:path w="164793" h="102013" fill="none">
                <a:moveTo>
                  <a:pt x="0" y="0"/>
                </a:moveTo>
                <a:lnTo>
                  <a:pt x="164793" y="0"/>
                </a:lnTo>
                <a:lnTo>
                  <a:pt x="164793" y="102013"/>
                </a:lnTo>
                <a:lnTo>
                  <a:pt x="0" y="1020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64" name="Text Ichneumonidae">
            <a:extLst xmlns:a="http://schemas.openxmlformats.org/drawingml/2006/main">
              <a:ext uri="{FF2B5EF4-FFF2-40B4-BE49-F238E27FC236}">
                <a16:creationId xmlns:a16="http://schemas.microsoft.com/office/drawing/2014/main" id="{43BEFA12-777B-491B-AFF0-1FBCD9276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9478" y="1181265"/>
            <a:ext cx="117820" cy="11979"/>
          </a:xfrm>
          <a:custGeom xmlns:a="http://schemas.openxmlformats.org/drawingml/2006/main">
            <a:pathLst>
              <a:path w="117820" h="11979">
                <a:moveTo>
                  <a:pt x="4436" y="11737"/>
                </a:moveTo>
                <a:lnTo>
                  <a:pt x="0" y="11737"/>
                </a:lnTo>
                <a:lnTo>
                  <a:pt x="0" y="10591"/>
                </a:lnTo>
                <a:lnTo>
                  <a:pt x="1471" y="10591"/>
                </a:lnTo>
                <a:lnTo>
                  <a:pt x="1471" y="1644"/>
                </a:lnTo>
                <a:lnTo>
                  <a:pt x="0" y="1644"/>
                </a:lnTo>
                <a:lnTo>
                  <a:pt x="0" y="498"/>
                </a:lnTo>
                <a:lnTo>
                  <a:pt x="4436" y="498"/>
                </a:lnTo>
                <a:lnTo>
                  <a:pt x="4436" y="1644"/>
                </a:lnTo>
                <a:lnTo>
                  <a:pt x="2965" y="1644"/>
                </a:lnTo>
                <a:lnTo>
                  <a:pt x="2965" y="10591"/>
                </a:lnTo>
                <a:lnTo>
                  <a:pt x="4436" y="10591"/>
                </a:lnTo>
                <a:lnTo>
                  <a:pt x="4436" y="11737"/>
                </a:lnTo>
                <a:close/>
                <a:moveTo>
                  <a:pt x="13095" y="11217"/>
                </a:moveTo>
                <a:cubicBezTo>
                  <a:pt x="12622" y="11443"/>
                  <a:pt x="12174" y="11619"/>
                  <a:pt x="11749" y="11745"/>
                </a:cubicBezTo>
                <a:cubicBezTo>
                  <a:pt x="11324" y="11871"/>
                  <a:pt x="10872" y="11934"/>
                  <a:pt x="10395" y="11934"/>
                </a:cubicBezTo>
                <a:cubicBezTo>
                  <a:pt x="9786" y="11934"/>
                  <a:pt x="9228" y="11844"/>
                  <a:pt x="8720" y="11665"/>
                </a:cubicBezTo>
                <a:cubicBezTo>
                  <a:pt x="8212" y="11487"/>
                  <a:pt x="7777" y="11216"/>
                  <a:pt x="7415" y="10853"/>
                </a:cubicBezTo>
                <a:cubicBezTo>
                  <a:pt x="7048" y="10490"/>
                  <a:pt x="6764" y="10032"/>
                  <a:pt x="6563" y="9478"/>
                </a:cubicBezTo>
                <a:cubicBezTo>
                  <a:pt x="6361" y="8924"/>
                  <a:pt x="6261" y="8276"/>
                  <a:pt x="6261" y="7536"/>
                </a:cubicBezTo>
                <a:cubicBezTo>
                  <a:pt x="6261" y="6156"/>
                  <a:pt x="6639" y="5073"/>
                  <a:pt x="7396" y="4287"/>
                </a:cubicBezTo>
                <a:cubicBezTo>
                  <a:pt x="8153" y="3501"/>
                  <a:pt x="9152" y="3108"/>
                  <a:pt x="10395" y="3108"/>
                </a:cubicBezTo>
                <a:cubicBezTo>
                  <a:pt x="10877" y="3108"/>
                  <a:pt x="11351" y="3176"/>
                  <a:pt x="11817" y="3312"/>
                </a:cubicBezTo>
                <a:cubicBezTo>
                  <a:pt x="12282" y="3447"/>
                  <a:pt x="12708" y="3613"/>
                  <a:pt x="13095" y="3809"/>
                </a:cubicBezTo>
                <a:lnTo>
                  <a:pt x="13095" y="5386"/>
                </a:lnTo>
                <a:lnTo>
                  <a:pt x="13020" y="5386"/>
                </a:lnTo>
                <a:cubicBezTo>
                  <a:pt x="12587" y="5051"/>
                  <a:pt x="12141" y="4794"/>
                  <a:pt x="11681" y="4615"/>
                </a:cubicBezTo>
                <a:cubicBezTo>
                  <a:pt x="11221" y="4435"/>
                  <a:pt x="10772" y="4345"/>
                  <a:pt x="10334" y="4345"/>
                </a:cubicBezTo>
                <a:cubicBezTo>
                  <a:pt x="9530" y="4345"/>
                  <a:pt x="8895" y="4615"/>
                  <a:pt x="8430" y="5156"/>
                </a:cubicBezTo>
                <a:cubicBezTo>
                  <a:pt x="7964" y="5697"/>
                  <a:pt x="7732" y="6490"/>
                  <a:pt x="7732" y="7536"/>
                </a:cubicBezTo>
                <a:cubicBezTo>
                  <a:pt x="7732" y="8552"/>
                  <a:pt x="7959" y="9332"/>
                  <a:pt x="8414" y="9878"/>
                </a:cubicBezTo>
                <a:cubicBezTo>
                  <a:pt x="8870" y="10424"/>
                  <a:pt x="9510" y="10697"/>
                  <a:pt x="10334" y="10697"/>
                </a:cubicBezTo>
                <a:cubicBezTo>
                  <a:pt x="10621" y="10697"/>
                  <a:pt x="10913" y="10659"/>
                  <a:pt x="11209" y="10584"/>
                </a:cubicBezTo>
                <a:cubicBezTo>
                  <a:pt x="11506" y="10509"/>
                  <a:pt x="11773" y="10412"/>
                  <a:pt x="12009" y="10292"/>
                </a:cubicBezTo>
                <a:cubicBezTo>
                  <a:pt x="12215" y="10187"/>
                  <a:pt x="12409" y="10076"/>
                  <a:pt x="12590" y="9959"/>
                </a:cubicBezTo>
                <a:cubicBezTo>
                  <a:pt x="12771" y="9842"/>
                  <a:pt x="12914" y="9740"/>
                  <a:pt x="13020" y="9656"/>
                </a:cubicBezTo>
                <a:lnTo>
                  <a:pt x="13095" y="9656"/>
                </a:lnTo>
                <a:lnTo>
                  <a:pt x="13095" y="11217"/>
                </a:lnTo>
                <a:close/>
                <a:moveTo>
                  <a:pt x="21959" y="11737"/>
                </a:moveTo>
                <a:lnTo>
                  <a:pt x="20540" y="11737"/>
                </a:lnTo>
                <a:lnTo>
                  <a:pt x="20540" y="6935"/>
                </a:lnTo>
                <a:cubicBezTo>
                  <a:pt x="20540" y="6547"/>
                  <a:pt x="20518" y="6184"/>
                  <a:pt x="20473" y="5844"/>
                </a:cubicBezTo>
                <a:cubicBezTo>
                  <a:pt x="20427" y="5504"/>
                  <a:pt x="20344" y="5238"/>
                  <a:pt x="20224" y="5047"/>
                </a:cubicBezTo>
                <a:cubicBezTo>
                  <a:pt x="20098" y="4836"/>
                  <a:pt x="19917" y="4678"/>
                  <a:pt x="19680" y="4575"/>
                </a:cubicBezTo>
                <a:cubicBezTo>
                  <a:pt x="19444" y="4472"/>
                  <a:pt x="19137" y="4420"/>
                  <a:pt x="18760" y="4420"/>
                </a:cubicBezTo>
                <a:cubicBezTo>
                  <a:pt x="18373" y="4420"/>
                  <a:pt x="17968" y="4516"/>
                  <a:pt x="17546" y="4708"/>
                </a:cubicBezTo>
                <a:cubicBezTo>
                  <a:pt x="17123" y="4899"/>
                  <a:pt x="16718" y="5143"/>
                  <a:pt x="16331" y="5440"/>
                </a:cubicBezTo>
                <a:lnTo>
                  <a:pt x="16331" y="11737"/>
                </a:lnTo>
                <a:lnTo>
                  <a:pt x="14913" y="11737"/>
                </a:lnTo>
                <a:lnTo>
                  <a:pt x="14913" y="0"/>
                </a:lnTo>
                <a:lnTo>
                  <a:pt x="16331" y="0"/>
                </a:lnTo>
                <a:lnTo>
                  <a:pt x="16331" y="4234"/>
                </a:lnTo>
                <a:cubicBezTo>
                  <a:pt x="16774" y="3866"/>
                  <a:pt x="17231" y="3579"/>
                  <a:pt x="17704" y="3373"/>
                </a:cubicBezTo>
                <a:cubicBezTo>
                  <a:pt x="18177" y="3166"/>
                  <a:pt x="18662" y="3063"/>
                  <a:pt x="19160" y="3063"/>
                </a:cubicBezTo>
                <a:cubicBezTo>
                  <a:pt x="20070" y="3063"/>
                  <a:pt x="20764" y="3337"/>
                  <a:pt x="21242" y="3886"/>
                </a:cubicBezTo>
                <a:cubicBezTo>
                  <a:pt x="21720" y="4435"/>
                  <a:pt x="21959" y="5226"/>
                  <a:pt x="21959" y="6259"/>
                </a:cubicBezTo>
                <a:lnTo>
                  <a:pt x="21959" y="11737"/>
                </a:lnTo>
                <a:close/>
                <a:moveTo>
                  <a:pt x="31735" y="11737"/>
                </a:moveTo>
                <a:lnTo>
                  <a:pt x="30317" y="11737"/>
                </a:lnTo>
                <a:lnTo>
                  <a:pt x="30317" y="6935"/>
                </a:lnTo>
                <a:cubicBezTo>
                  <a:pt x="30317" y="6547"/>
                  <a:pt x="30294" y="6184"/>
                  <a:pt x="30249" y="5844"/>
                </a:cubicBezTo>
                <a:cubicBezTo>
                  <a:pt x="30204" y="5504"/>
                  <a:pt x="30121" y="5238"/>
                  <a:pt x="30000" y="5047"/>
                </a:cubicBezTo>
                <a:cubicBezTo>
                  <a:pt x="29874" y="4836"/>
                  <a:pt x="29693" y="4678"/>
                  <a:pt x="29457" y="4575"/>
                </a:cubicBezTo>
                <a:cubicBezTo>
                  <a:pt x="29220" y="4472"/>
                  <a:pt x="28914" y="4420"/>
                  <a:pt x="28537" y="4420"/>
                </a:cubicBezTo>
                <a:cubicBezTo>
                  <a:pt x="28149" y="4420"/>
                  <a:pt x="27744" y="4516"/>
                  <a:pt x="27322" y="4708"/>
                </a:cubicBezTo>
                <a:cubicBezTo>
                  <a:pt x="26900" y="4899"/>
                  <a:pt x="26495" y="5143"/>
                  <a:pt x="26108" y="5440"/>
                </a:cubicBezTo>
                <a:lnTo>
                  <a:pt x="26108" y="11737"/>
                </a:lnTo>
                <a:lnTo>
                  <a:pt x="24689" y="11737"/>
                </a:lnTo>
                <a:lnTo>
                  <a:pt x="24689" y="3304"/>
                </a:lnTo>
                <a:lnTo>
                  <a:pt x="26108" y="3304"/>
                </a:lnTo>
                <a:lnTo>
                  <a:pt x="26108" y="4234"/>
                </a:lnTo>
                <a:cubicBezTo>
                  <a:pt x="26550" y="3866"/>
                  <a:pt x="27008" y="3579"/>
                  <a:pt x="27480" y="3373"/>
                </a:cubicBezTo>
                <a:cubicBezTo>
                  <a:pt x="27953" y="3166"/>
                  <a:pt x="28438" y="3063"/>
                  <a:pt x="28936" y="3063"/>
                </a:cubicBezTo>
                <a:cubicBezTo>
                  <a:pt x="29847" y="3063"/>
                  <a:pt x="30541" y="3337"/>
                  <a:pt x="31018" y="3886"/>
                </a:cubicBezTo>
                <a:cubicBezTo>
                  <a:pt x="31496" y="4435"/>
                  <a:pt x="31735" y="5226"/>
                  <a:pt x="31735" y="6259"/>
                </a:cubicBezTo>
                <a:lnTo>
                  <a:pt x="31735" y="11737"/>
                </a:lnTo>
                <a:close/>
                <a:moveTo>
                  <a:pt x="41519" y="7664"/>
                </a:moveTo>
                <a:lnTo>
                  <a:pt x="35310" y="7664"/>
                </a:lnTo>
                <a:cubicBezTo>
                  <a:pt x="35310" y="8183"/>
                  <a:pt x="35388" y="8636"/>
                  <a:pt x="35544" y="9021"/>
                </a:cubicBezTo>
                <a:cubicBezTo>
                  <a:pt x="35700" y="9407"/>
                  <a:pt x="35914" y="9723"/>
                  <a:pt x="36185" y="9970"/>
                </a:cubicBezTo>
                <a:cubicBezTo>
                  <a:pt x="36447" y="10212"/>
                  <a:pt x="36757" y="10394"/>
                  <a:pt x="37117" y="10515"/>
                </a:cubicBezTo>
                <a:cubicBezTo>
                  <a:pt x="37477" y="10636"/>
                  <a:pt x="37873" y="10697"/>
                  <a:pt x="38305" y="10697"/>
                </a:cubicBezTo>
                <a:cubicBezTo>
                  <a:pt x="38878" y="10697"/>
                  <a:pt x="39455" y="10581"/>
                  <a:pt x="40036" y="10351"/>
                </a:cubicBezTo>
                <a:cubicBezTo>
                  <a:pt x="40617" y="10120"/>
                  <a:pt x="41031" y="9893"/>
                  <a:pt x="41277" y="9671"/>
                </a:cubicBezTo>
                <a:lnTo>
                  <a:pt x="41353" y="9671"/>
                </a:lnTo>
                <a:lnTo>
                  <a:pt x="41353" y="11222"/>
                </a:lnTo>
                <a:cubicBezTo>
                  <a:pt x="40875" y="11424"/>
                  <a:pt x="40387" y="11593"/>
                  <a:pt x="39889" y="11729"/>
                </a:cubicBezTo>
                <a:cubicBezTo>
                  <a:pt x="39391" y="11865"/>
                  <a:pt x="38868" y="11934"/>
                  <a:pt x="38320" y="11934"/>
                </a:cubicBezTo>
                <a:cubicBezTo>
                  <a:pt x="36922" y="11934"/>
                  <a:pt x="35831" y="11555"/>
                  <a:pt x="35046" y="10796"/>
                </a:cubicBezTo>
                <a:cubicBezTo>
                  <a:pt x="34262" y="10038"/>
                  <a:pt x="33870" y="8962"/>
                  <a:pt x="33870" y="7566"/>
                </a:cubicBezTo>
                <a:cubicBezTo>
                  <a:pt x="33870" y="6186"/>
                  <a:pt x="34245" y="5090"/>
                  <a:pt x="34997" y="4279"/>
                </a:cubicBezTo>
                <a:cubicBezTo>
                  <a:pt x="35749" y="3468"/>
                  <a:pt x="36739" y="3063"/>
                  <a:pt x="37966" y="3063"/>
                </a:cubicBezTo>
                <a:cubicBezTo>
                  <a:pt x="39102" y="3063"/>
                  <a:pt x="39978" y="3395"/>
                  <a:pt x="40594" y="4060"/>
                </a:cubicBezTo>
                <a:cubicBezTo>
                  <a:pt x="41211" y="4725"/>
                  <a:pt x="41519" y="5669"/>
                  <a:pt x="41519" y="6893"/>
                </a:cubicBezTo>
                <a:lnTo>
                  <a:pt x="41519" y="7664"/>
                </a:lnTo>
                <a:moveTo>
                  <a:pt x="40138" y="6578"/>
                </a:moveTo>
                <a:cubicBezTo>
                  <a:pt x="40133" y="5834"/>
                  <a:pt x="39946" y="5258"/>
                  <a:pt x="39576" y="4850"/>
                </a:cubicBezTo>
                <a:cubicBezTo>
                  <a:pt x="39207" y="4443"/>
                  <a:pt x="38645" y="4239"/>
                  <a:pt x="37890" y="4239"/>
                </a:cubicBezTo>
                <a:cubicBezTo>
                  <a:pt x="37131" y="4239"/>
                  <a:pt x="36526" y="4463"/>
                  <a:pt x="36076" y="4911"/>
                </a:cubicBezTo>
                <a:cubicBezTo>
                  <a:pt x="35626" y="5358"/>
                  <a:pt x="35371" y="5914"/>
                  <a:pt x="35310" y="6578"/>
                </a:cubicBezTo>
                <a:lnTo>
                  <a:pt x="40138" y="6578"/>
                </a:lnTo>
                <a:close/>
                <a:moveTo>
                  <a:pt x="50654" y="11737"/>
                </a:moveTo>
                <a:lnTo>
                  <a:pt x="49235" y="11737"/>
                </a:lnTo>
                <a:lnTo>
                  <a:pt x="49235" y="10808"/>
                </a:lnTo>
                <a:cubicBezTo>
                  <a:pt x="48758" y="11185"/>
                  <a:pt x="48300" y="11475"/>
                  <a:pt x="47862" y="11677"/>
                </a:cubicBezTo>
                <a:cubicBezTo>
                  <a:pt x="47425" y="11878"/>
                  <a:pt x="46942" y="11979"/>
                  <a:pt x="46414" y="11979"/>
                </a:cubicBezTo>
                <a:cubicBezTo>
                  <a:pt x="45529" y="11979"/>
                  <a:pt x="44840" y="11708"/>
                  <a:pt x="44347" y="11167"/>
                </a:cubicBezTo>
                <a:cubicBezTo>
                  <a:pt x="43854" y="10625"/>
                  <a:pt x="43608" y="9830"/>
                  <a:pt x="43608" y="8782"/>
                </a:cubicBezTo>
                <a:lnTo>
                  <a:pt x="43608" y="3304"/>
                </a:lnTo>
                <a:lnTo>
                  <a:pt x="45026" y="3304"/>
                </a:lnTo>
                <a:lnTo>
                  <a:pt x="45026" y="8107"/>
                </a:lnTo>
                <a:cubicBezTo>
                  <a:pt x="45026" y="8534"/>
                  <a:pt x="45046" y="8901"/>
                  <a:pt x="45087" y="9205"/>
                </a:cubicBezTo>
                <a:cubicBezTo>
                  <a:pt x="45127" y="9510"/>
                  <a:pt x="45212" y="9770"/>
                  <a:pt x="45343" y="9987"/>
                </a:cubicBezTo>
                <a:cubicBezTo>
                  <a:pt x="45479" y="10208"/>
                  <a:pt x="45655" y="10369"/>
                  <a:pt x="45871" y="10470"/>
                </a:cubicBezTo>
                <a:cubicBezTo>
                  <a:pt x="46087" y="10571"/>
                  <a:pt x="46402" y="10621"/>
                  <a:pt x="46814" y="10621"/>
                </a:cubicBezTo>
                <a:cubicBezTo>
                  <a:pt x="47181" y="10621"/>
                  <a:pt x="47582" y="10525"/>
                  <a:pt x="48017" y="10334"/>
                </a:cubicBezTo>
                <a:cubicBezTo>
                  <a:pt x="48452" y="10143"/>
                  <a:pt x="48858" y="9899"/>
                  <a:pt x="49235" y="9602"/>
                </a:cubicBezTo>
                <a:lnTo>
                  <a:pt x="49235" y="3304"/>
                </a:lnTo>
                <a:lnTo>
                  <a:pt x="50654" y="3304"/>
                </a:lnTo>
                <a:lnTo>
                  <a:pt x="50654" y="11737"/>
                </a:lnTo>
                <a:close/>
                <a:moveTo>
                  <a:pt x="65740" y="11737"/>
                </a:moveTo>
                <a:lnTo>
                  <a:pt x="64322" y="11737"/>
                </a:lnTo>
                <a:lnTo>
                  <a:pt x="64322" y="6935"/>
                </a:lnTo>
                <a:cubicBezTo>
                  <a:pt x="64322" y="6573"/>
                  <a:pt x="64306" y="6223"/>
                  <a:pt x="64273" y="5885"/>
                </a:cubicBezTo>
                <a:cubicBezTo>
                  <a:pt x="64241" y="5548"/>
                  <a:pt x="64171" y="5279"/>
                  <a:pt x="64066" y="5077"/>
                </a:cubicBezTo>
                <a:cubicBezTo>
                  <a:pt x="63950" y="4861"/>
                  <a:pt x="63784" y="4697"/>
                  <a:pt x="63568" y="4587"/>
                </a:cubicBezTo>
                <a:cubicBezTo>
                  <a:pt x="63352" y="4476"/>
                  <a:pt x="63040" y="4420"/>
                  <a:pt x="62633" y="4420"/>
                </a:cubicBezTo>
                <a:cubicBezTo>
                  <a:pt x="62235" y="4420"/>
                  <a:pt x="61838" y="4520"/>
                  <a:pt x="61441" y="4719"/>
                </a:cubicBezTo>
                <a:cubicBezTo>
                  <a:pt x="61043" y="4918"/>
                  <a:pt x="60646" y="5171"/>
                  <a:pt x="60249" y="5478"/>
                </a:cubicBezTo>
                <a:cubicBezTo>
                  <a:pt x="60264" y="5593"/>
                  <a:pt x="60276" y="5728"/>
                  <a:pt x="60287" y="5881"/>
                </a:cubicBezTo>
                <a:cubicBezTo>
                  <a:pt x="60297" y="6035"/>
                  <a:pt x="60302" y="6187"/>
                  <a:pt x="60302" y="6338"/>
                </a:cubicBezTo>
                <a:lnTo>
                  <a:pt x="60302" y="11737"/>
                </a:lnTo>
                <a:lnTo>
                  <a:pt x="58883" y="11737"/>
                </a:lnTo>
                <a:lnTo>
                  <a:pt x="58883" y="6935"/>
                </a:lnTo>
                <a:cubicBezTo>
                  <a:pt x="58883" y="6563"/>
                  <a:pt x="58867" y="6209"/>
                  <a:pt x="58834" y="5874"/>
                </a:cubicBezTo>
                <a:cubicBezTo>
                  <a:pt x="58802" y="5539"/>
                  <a:pt x="58733" y="5271"/>
                  <a:pt x="58627" y="5070"/>
                </a:cubicBezTo>
                <a:cubicBezTo>
                  <a:pt x="58511" y="4853"/>
                  <a:pt x="58345" y="4691"/>
                  <a:pt x="58129" y="4583"/>
                </a:cubicBezTo>
                <a:cubicBezTo>
                  <a:pt x="57913" y="4475"/>
                  <a:pt x="57601" y="4420"/>
                  <a:pt x="57194" y="4420"/>
                </a:cubicBezTo>
                <a:cubicBezTo>
                  <a:pt x="56807" y="4420"/>
                  <a:pt x="56418" y="4516"/>
                  <a:pt x="56028" y="4708"/>
                </a:cubicBezTo>
                <a:cubicBezTo>
                  <a:pt x="55639" y="4899"/>
                  <a:pt x="55250" y="5143"/>
                  <a:pt x="54863" y="5440"/>
                </a:cubicBezTo>
                <a:lnTo>
                  <a:pt x="54863" y="11737"/>
                </a:lnTo>
                <a:lnTo>
                  <a:pt x="53445" y="11737"/>
                </a:lnTo>
                <a:lnTo>
                  <a:pt x="53445" y="3304"/>
                </a:lnTo>
                <a:lnTo>
                  <a:pt x="54863" y="3304"/>
                </a:lnTo>
                <a:lnTo>
                  <a:pt x="54863" y="4240"/>
                </a:lnTo>
                <a:cubicBezTo>
                  <a:pt x="55305" y="3871"/>
                  <a:pt x="55747" y="3582"/>
                  <a:pt x="56187" y="3374"/>
                </a:cubicBezTo>
                <a:cubicBezTo>
                  <a:pt x="56627" y="3166"/>
                  <a:pt x="57096" y="3063"/>
                  <a:pt x="57594" y="3063"/>
                </a:cubicBezTo>
                <a:cubicBezTo>
                  <a:pt x="58167" y="3063"/>
                  <a:pt x="58653" y="3184"/>
                  <a:pt x="59053" y="3427"/>
                </a:cubicBezTo>
                <a:cubicBezTo>
                  <a:pt x="59453" y="3670"/>
                  <a:pt x="59751" y="4006"/>
                  <a:pt x="59947" y="4436"/>
                </a:cubicBezTo>
                <a:cubicBezTo>
                  <a:pt x="60520" y="3951"/>
                  <a:pt x="61043" y="3600"/>
                  <a:pt x="61516" y="3385"/>
                </a:cubicBezTo>
                <a:cubicBezTo>
                  <a:pt x="61989" y="3170"/>
                  <a:pt x="62494" y="3063"/>
                  <a:pt x="63032" y="3063"/>
                </a:cubicBezTo>
                <a:cubicBezTo>
                  <a:pt x="63958" y="3063"/>
                  <a:pt x="64640" y="3343"/>
                  <a:pt x="65080" y="3905"/>
                </a:cubicBezTo>
                <a:cubicBezTo>
                  <a:pt x="65520" y="4467"/>
                  <a:pt x="65740" y="5251"/>
                  <a:pt x="65740" y="6259"/>
                </a:cubicBezTo>
                <a:lnTo>
                  <a:pt x="65740" y="11737"/>
                </a:lnTo>
                <a:close/>
                <a:moveTo>
                  <a:pt x="75652" y="7525"/>
                </a:moveTo>
                <a:cubicBezTo>
                  <a:pt x="75652" y="8901"/>
                  <a:pt x="75300" y="9987"/>
                  <a:pt x="74596" y="10784"/>
                </a:cubicBezTo>
                <a:cubicBezTo>
                  <a:pt x="73892" y="11581"/>
                  <a:pt x="72949" y="11979"/>
                  <a:pt x="71767" y="11979"/>
                </a:cubicBezTo>
                <a:cubicBezTo>
                  <a:pt x="70575" y="11979"/>
                  <a:pt x="69629" y="11581"/>
                  <a:pt x="68927" y="10784"/>
                </a:cubicBezTo>
                <a:cubicBezTo>
                  <a:pt x="68226" y="9987"/>
                  <a:pt x="67875" y="8901"/>
                  <a:pt x="67875" y="7525"/>
                </a:cubicBezTo>
                <a:cubicBezTo>
                  <a:pt x="67875" y="6148"/>
                  <a:pt x="68226" y="5060"/>
                  <a:pt x="68927" y="4261"/>
                </a:cubicBezTo>
                <a:cubicBezTo>
                  <a:pt x="69629" y="3462"/>
                  <a:pt x="70575" y="3063"/>
                  <a:pt x="71767" y="3063"/>
                </a:cubicBezTo>
                <a:cubicBezTo>
                  <a:pt x="72949" y="3063"/>
                  <a:pt x="73892" y="3462"/>
                  <a:pt x="74596" y="4261"/>
                </a:cubicBezTo>
                <a:cubicBezTo>
                  <a:pt x="75300" y="5060"/>
                  <a:pt x="75652" y="6148"/>
                  <a:pt x="75652" y="7525"/>
                </a:cubicBezTo>
                <a:moveTo>
                  <a:pt x="74189" y="7525"/>
                </a:moveTo>
                <a:cubicBezTo>
                  <a:pt x="74189" y="6435"/>
                  <a:pt x="73975" y="5625"/>
                  <a:pt x="73548" y="5095"/>
                </a:cubicBezTo>
                <a:cubicBezTo>
                  <a:pt x="73120" y="4565"/>
                  <a:pt x="72527" y="4300"/>
                  <a:pt x="71767" y="4300"/>
                </a:cubicBezTo>
                <a:cubicBezTo>
                  <a:pt x="70998" y="4300"/>
                  <a:pt x="70401" y="4565"/>
                  <a:pt x="69976" y="5095"/>
                </a:cubicBezTo>
                <a:cubicBezTo>
                  <a:pt x="69551" y="5625"/>
                  <a:pt x="69338" y="6435"/>
                  <a:pt x="69338" y="7525"/>
                </a:cubicBezTo>
                <a:cubicBezTo>
                  <a:pt x="69338" y="8579"/>
                  <a:pt x="69552" y="9379"/>
                  <a:pt x="69980" y="9924"/>
                </a:cubicBezTo>
                <a:cubicBezTo>
                  <a:pt x="70407" y="10469"/>
                  <a:pt x="71003" y="10742"/>
                  <a:pt x="71767" y="10742"/>
                </a:cubicBezTo>
                <a:cubicBezTo>
                  <a:pt x="72522" y="10742"/>
                  <a:pt x="73114" y="10472"/>
                  <a:pt x="73544" y="9932"/>
                </a:cubicBezTo>
                <a:cubicBezTo>
                  <a:pt x="73974" y="9392"/>
                  <a:pt x="74189" y="8589"/>
                  <a:pt x="74189" y="7525"/>
                </a:cubicBezTo>
                <a:close/>
                <a:moveTo>
                  <a:pt x="84893" y="11737"/>
                </a:moveTo>
                <a:lnTo>
                  <a:pt x="83475" y="11737"/>
                </a:lnTo>
                <a:lnTo>
                  <a:pt x="83475" y="6935"/>
                </a:lnTo>
                <a:cubicBezTo>
                  <a:pt x="83475" y="6547"/>
                  <a:pt x="83452" y="6184"/>
                  <a:pt x="83407" y="5844"/>
                </a:cubicBezTo>
                <a:cubicBezTo>
                  <a:pt x="83362" y="5504"/>
                  <a:pt x="83279" y="5238"/>
                  <a:pt x="83158" y="5047"/>
                </a:cubicBezTo>
                <a:cubicBezTo>
                  <a:pt x="83032" y="4836"/>
                  <a:pt x="82851" y="4678"/>
                  <a:pt x="82615" y="4575"/>
                </a:cubicBezTo>
                <a:cubicBezTo>
                  <a:pt x="82378" y="4472"/>
                  <a:pt x="82072" y="4420"/>
                  <a:pt x="81695" y="4420"/>
                </a:cubicBezTo>
                <a:cubicBezTo>
                  <a:pt x="81307" y="4420"/>
                  <a:pt x="80902" y="4516"/>
                  <a:pt x="80480" y="4708"/>
                </a:cubicBezTo>
                <a:cubicBezTo>
                  <a:pt x="80058" y="4899"/>
                  <a:pt x="79653" y="5143"/>
                  <a:pt x="79266" y="5440"/>
                </a:cubicBezTo>
                <a:lnTo>
                  <a:pt x="79266" y="11737"/>
                </a:lnTo>
                <a:lnTo>
                  <a:pt x="77847" y="11737"/>
                </a:lnTo>
                <a:lnTo>
                  <a:pt x="77847" y="3304"/>
                </a:lnTo>
                <a:lnTo>
                  <a:pt x="79266" y="3304"/>
                </a:lnTo>
                <a:lnTo>
                  <a:pt x="79266" y="4234"/>
                </a:lnTo>
                <a:cubicBezTo>
                  <a:pt x="79708" y="3866"/>
                  <a:pt x="80166" y="3579"/>
                  <a:pt x="80638" y="3373"/>
                </a:cubicBezTo>
                <a:cubicBezTo>
                  <a:pt x="81111" y="3166"/>
                  <a:pt x="81596" y="3063"/>
                  <a:pt x="82094" y="3063"/>
                </a:cubicBezTo>
                <a:cubicBezTo>
                  <a:pt x="83005" y="3063"/>
                  <a:pt x="83699" y="3337"/>
                  <a:pt x="84176" y="3886"/>
                </a:cubicBezTo>
                <a:cubicBezTo>
                  <a:pt x="84654" y="4435"/>
                  <a:pt x="84893" y="5226"/>
                  <a:pt x="84893" y="6259"/>
                </a:cubicBezTo>
                <a:lnTo>
                  <a:pt x="84893" y="11737"/>
                </a:lnTo>
                <a:close/>
                <a:moveTo>
                  <a:pt x="89147" y="1901"/>
                </a:moveTo>
                <a:lnTo>
                  <a:pt x="87548" y="1901"/>
                </a:lnTo>
                <a:lnTo>
                  <a:pt x="87548" y="422"/>
                </a:lnTo>
                <a:lnTo>
                  <a:pt x="89147" y="422"/>
                </a:lnTo>
                <a:lnTo>
                  <a:pt x="89147" y="1901"/>
                </a:lnTo>
                <a:moveTo>
                  <a:pt x="89057" y="11737"/>
                </a:moveTo>
                <a:lnTo>
                  <a:pt x="87639" y="11737"/>
                </a:lnTo>
                <a:lnTo>
                  <a:pt x="87639" y="3304"/>
                </a:lnTo>
                <a:lnTo>
                  <a:pt x="89057" y="3304"/>
                </a:lnTo>
                <a:lnTo>
                  <a:pt x="89057" y="11737"/>
                </a:lnTo>
                <a:close/>
                <a:moveTo>
                  <a:pt x="98697" y="11737"/>
                </a:moveTo>
                <a:lnTo>
                  <a:pt x="97279" y="11737"/>
                </a:lnTo>
                <a:lnTo>
                  <a:pt x="97279" y="10860"/>
                </a:lnTo>
                <a:cubicBezTo>
                  <a:pt x="96871" y="11213"/>
                  <a:pt x="96447" y="11487"/>
                  <a:pt x="96004" y="11684"/>
                </a:cubicBezTo>
                <a:cubicBezTo>
                  <a:pt x="95561" y="11881"/>
                  <a:pt x="95081" y="11979"/>
                  <a:pt x="94563" y="11979"/>
                </a:cubicBezTo>
                <a:cubicBezTo>
                  <a:pt x="93557" y="11979"/>
                  <a:pt x="92759" y="11591"/>
                  <a:pt x="92168" y="10814"/>
                </a:cubicBezTo>
                <a:cubicBezTo>
                  <a:pt x="91577" y="10038"/>
                  <a:pt x="91282" y="8961"/>
                  <a:pt x="91282" y="7585"/>
                </a:cubicBezTo>
                <a:cubicBezTo>
                  <a:pt x="91282" y="6869"/>
                  <a:pt x="91384" y="6231"/>
                  <a:pt x="91587" y="5672"/>
                </a:cubicBezTo>
                <a:cubicBezTo>
                  <a:pt x="91791" y="5112"/>
                  <a:pt x="92066" y="4636"/>
                  <a:pt x="92413" y="4242"/>
                </a:cubicBezTo>
                <a:cubicBezTo>
                  <a:pt x="92755" y="3859"/>
                  <a:pt x="93154" y="3567"/>
                  <a:pt x="93609" y="3365"/>
                </a:cubicBezTo>
                <a:cubicBezTo>
                  <a:pt x="94064" y="3164"/>
                  <a:pt x="94536" y="3063"/>
                  <a:pt x="95023" y="3063"/>
                </a:cubicBezTo>
                <a:cubicBezTo>
                  <a:pt x="95466" y="3063"/>
                  <a:pt x="95858" y="3109"/>
                  <a:pt x="96200" y="3203"/>
                </a:cubicBezTo>
                <a:cubicBezTo>
                  <a:pt x="96542" y="3296"/>
                  <a:pt x="96902" y="3441"/>
                  <a:pt x="97279" y="3637"/>
                </a:cubicBezTo>
                <a:lnTo>
                  <a:pt x="97279" y="0"/>
                </a:lnTo>
                <a:lnTo>
                  <a:pt x="98697" y="0"/>
                </a:lnTo>
                <a:lnTo>
                  <a:pt x="98697" y="11737"/>
                </a:lnTo>
                <a:moveTo>
                  <a:pt x="97279" y="9663"/>
                </a:moveTo>
                <a:lnTo>
                  <a:pt x="97279" y="4828"/>
                </a:lnTo>
                <a:cubicBezTo>
                  <a:pt x="96897" y="4657"/>
                  <a:pt x="96555" y="4539"/>
                  <a:pt x="96253" y="4473"/>
                </a:cubicBezTo>
                <a:cubicBezTo>
                  <a:pt x="95951" y="4408"/>
                  <a:pt x="95622" y="4375"/>
                  <a:pt x="95265" y="4375"/>
                </a:cubicBezTo>
                <a:cubicBezTo>
                  <a:pt x="94470" y="4375"/>
                  <a:pt x="93852" y="4652"/>
                  <a:pt x="93409" y="5205"/>
                </a:cubicBezTo>
                <a:cubicBezTo>
                  <a:pt x="92967" y="5758"/>
                  <a:pt x="92745" y="6543"/>
                  <a:pt x="92745" y="7558"/>
                </a:cubicBezTo>
                <a:cubicBezTo>
                  <a:pt x="92745" y="8559"/>
                  <a:pt x="92916" y="9320"/>
                  <a:pt x="93258" y="9840"/>
                </a:cubicBezTo>
                <a:cubicBezTo>
                  <a:pt x="93600" y="10361"/>
                  <a:pt x="94148" y="10621"/>
                  <a:pt x="94903" y="10621"/>
                </a:cubicBezTo>
                <a:cubicBezTo>
                  <a:pt x="95305" y="10621"/>
                  <a:pt x="95712" y="10532"/>
                  <a:pt x="96125" y="10353"/>
                </a:cubicBezTo>
                <a:cubicBezTo>
                  <a:pt x="96537" y="10175"/>
                  <a:pt x="96922" y="9945"/>
                  <a:pt x="97279" y="9663"/>
                </a:cubicBezTo>
                <a:close/>
                <a:moveTo>
                  <a:pt x="108036" y="11737"/>
                </a:moveTo>
                <a:lnTo>
                  <a:pt x="106625" y="11737"/>
                </a:lnTo>
                <a:lnTo>
                  <a:pt x="106625" y="10846"/>
                </a:lnTo>
                <a:cubicBezTo>
                  <a:pt x="106499" y="10932"/>
                  <a:pt x="106330" y="11051"/>
                  <a:pt x="106116" y="11205"/>
                </a:cubicBezTo>
                <a:cubicBezTo>
                  <a:pt x="105902" y="11358"/>
                  <a:pt x="105695" y="11480"/>
                  <a:pt x="105494" y="11571"/>
                </a:cubicBezTo>
                <a:cubicBezTo>
                  <a:pt x="105257" y="11687"/>
                  <a:pt x="104986" y="11784"/>
                  <a:pt x="104679" y="11862"/>
                </a:cubicBezTo>
                <a:cubicBezTo>
                  <a:pt x="104372" y="11940"/>
                  <a:pt x="104013" y="11979"/>
                  <a:pt x="103600" y="11979"/>
                </a:cubicBezTo>
                <a:cubicBezTo>
                  <a:pt x="102841" y="11979"/>
                  <a:pt x="102197" y="11727"/>
                  <a:pt x="101669" y="11224"/>
                </a:cubicBezTo>
                <a:cubicBezTo>
                  <a:pt x="101141" y="10720"/>
                  <a:pt x="100877" y="10078"/>
                  <a:pt x="100877" y="9297"/>
                </a:cubicBezTo>
                <a:cubicBezTo>
                  <a:pt x="100877" y="8658"/>
                  <a:pt x="101014" y="8141"/>
                  <a:pt x="101288" y="7745"/>
                </a:cubicBezTo>
                <a:cubicBezTo>
                  <a:pt x="101562" y="7350"/>
                  <a:pt x="101953" y="7039"/>
                  <a:pt x="102461" y="6813"/>
                </a:cubicBezTo>
                <a:cubicBezTo>
                  <a:pt x="102974" y="6586"/>
                  <a:pt x="103590" y="6432"/>
                  <a:pt x="104309" y="6352"/>
                </a:cubicBezTo>
                <a:cubicBezTo>
                  <a:pt x="105029" y="6271"/>
                  <a:pt x="105800" y="6211"/>
                  <a:pt x="106625" y="6170"/>
                </a:cubicBezTo>
                <a:lnTo>
                  <a:pt x="106625" y="5950"/>
                </a:lnTo>
                <a:cubicBezTo>
                  <a:pt x="106625" y="5625"/>
                  <a:pt x="106569" y="5357"/>
                  <a:pt x="106455" y="5144"/>
                </a:cubicBezTo>
                <a:cubicBezTo>
                  <a:pt x="106342" y="4931"/>
                  <a:pt x="106180" y="4763"/>
                  <a:pt x="105969" y="4642"/>
                </a:cubicBezTo>
                <a:cubicBezTo>
                  <a:pt x="105768" y="4525"/>
                  <a:pt x="105526" y="4446"/>
                  <a:pt x="105245" y="4406"/>
                </a:cubicBezTo>
                <a:cubicBezTo>
                  <a:pt x="104963" y="4365"/>
                  <a:pt x="104669" y="4345"/>
                  <a:pt x="104362" y="4345"/>
                </a:cubicBezTo>
                <a:cubicBezTo>
                  <a:pt x="103990" y="4345"/>
                  <a:pt x="103575" y="4395"/>
                  <a:pt x="103118" y="4496"/>
                </a:cubicBezTo>
                <a:cubicBezTo>
                  <a:pt x="102660" y="4597"/>
                  <a:pt x="102187" y="4742"/>
                  <a:pt x="101699" y="4933"/>
                </a:cubicBezTo>
                <a:lnTo>
                  <a:pt x="101624" y="4933"/>
                </a:lnTo>
                <a:lnTo>
                  <a:pt x="101624" y="3493"/>
                </a:lnTo>
                <a:cubicBezTo>
                  <a:pt x="101901" y="3417"/>
                  <a:pt x="102300" y="3334"/>
                  <a:pt x="102823" y="3244"/>
                </a:cubicBezTo>
                <a:cubicBezTo>
                  <a:pt x="103346" y="3153"/>
                  <a:pt x="103862" y="3108"/>
                  <a:pt x="104370" y="3108"/>
                </a:cubicBezTo>
                <a:cubicBezTo>
                  <a:pt x="104963" y="3108"/>
                  <a:pt x="105480" y="3157"/>
                  <a:pt x="105920" y="3255"/>
                </a:cubicBezTo>
                <a:cubicBezTo>
                  <a:pt x="106360" y="3353"/>
                  <a:pt x="106741" y="3520"/>
                  <a:pt x="107063" y="3757"/>
                </a:cubicBezTo>
                <a:cubicBezTo>
                  <a:pt x="107380" y="3988"/>
                  <a:pt x="107621" y="4287"/>
                  <a:pt x="107787" y="4654"/>
                </a:cubicBezTo>
                <a:cubicBezTo>
                  <a:pt x="107953" y="5021"/>
                  <a:pt x="108036" y="5476"/>
                  <a:pt x="108036" y="6020"/>
                </a:cubicBezTo>
                <a:lnTo>
                  <a:pt x="108036" y="11737"/>
                </a:lnTo>
                <a:moveTo>
                  <a:pt x="106625" y="9674"/>
                </a:moveTo>
                <a:lnTo>
                  <a:pt x="106625" y="7317"/>
                </a:lnTo>
                <a:cubicBezTo>
                  <a:pt x="106193" y="7342"/>
                  <a:pt x="105684" y="7380"/>
                  <a:pt x="105098" y="7431"/>
                </a:cubicBezTo>
                <a:cubicBezTo>
                  <a:pt x="104512" y="7481"/>
                  <a:pt x="104048" y="7555"/>
                  <a:pt x="103706" y="7650"/>
                </a:cubicBezTo>
                <a:cubicBezTo>
                  <a:pt x="103299" y="7767"/>
                  <a:pt x="102969" y="7947"/>
                  <a:pt x="102718" y="8192"/>
                </a:cubicBezTo>
                <a:cubicBezTo>
                  <a:pt x="102466" y="8437"/>
                  <a:pt x="102341" y="8775"/>
                  <a:pt x="102341" y="9204"/>
                </a:cubicBezTo>
                <a:cubicBezTo>
                  <a:pt x="102341" y="9689"/>
                  <a:pt x="102486" y="10054"/>
                  <a:pt x="102778" y="10299"/>
                </a:cubicBezTo>
                <a:cubicBezTo>
                  <a:pt x="103070" y="10544"/>
                  <a:pt x="103515" y="10666"/>
                  <a:pt x="104113" y="10666"/>
                </a:cubicBezTo>
                <a:cubicBezTo>
                  <a:pt x="104611" y="10666"/>
                  <a:pt x="105066" y="10569"/>
                  <a:pt x="105479" y="10375"/>
                </a:cubicBezTo>
                <a:cubicBezTo>
                  <a:pt x="105891" y="10180"/>
                  <a:pt x="106273" y="9946"/>
                  <a:pt x="106625" y="9674"/>
                </a:cubicBezTo>
                <a:close/>
                <a:moveTo>
                  <a:pt x="117820" y="7664"/>
                </a:moveTo>
                <a:lnTo>
                  <a:pt x="111611" y="7664"/>
                </a:lnTo>
                <a:cubicBezTo>
                  <a:pt x="111611" y="8183"/>
                  <a:pt x="111689" y="8636"/>
                  <a:pt x="111845" y="9021"/>
                </a:cubicBezTo>
                <a:cubicBezTo>
                  <a:pt x="112001" y="9407"/>
                  <a:pt x="112215" y="9723"/>
                  <a:pt x="112486" y="9970"/>
                </a:cubicBezTo>
                <a:cubicBezTo>
                  <a:pt x="112748" y="10212"/>
                  <a:pt x="113058" y="10394"/>
                  <a:pt x="113418" y="10515"/>
                </a:cubicBezTo>
                <a:cubicBezTo>
                  <a:pt x="113778" y="10636"/>
                  <a:pt x="114174" y="10697"/>
                  <a:pt x="114606" y="10697"/>
                </a:cubicBezTo>
                <a:cubicBezTo>
                  <a:pt x="115179" y="10697"/>
                  <a:pt x="115756" y="10581"/>
                  <a:pt x="116337" y="10351"/>
                </a:cubicBezTo>
                <a:cubicBezTo>
                  <a:pt x="116918" y="10120"/>
                  <a:pt x="117332" y="9893"/>
                  <a:pt x="117578" y="9671"/>
                </a:cubicBezTo>
                <a:lnTo>
                  <a:pt x="117654" y="9671"/>
                </a:lnTo>
                <a:lnTo>
                  <a:pt x="117654" y="11222"/>
                </a:lnTo>
                <a:cubicBezTo>
                  <a:pt x="117176" y="11424"/>
                  <a:pt x="116688" y="11593"/>
                  <a:pt x="116190" y="11729"/>
                </a:cubicBezTo>
                <a:cubicBezTo>
                  <a:pt x="115692" y="11865"/>
                  <a:pt x="115169" y="11934"/>
                  <a:pt x="114621" y="11934"/>
                </a:cubicBezTo>
                <a:cubicBezTo>
                  <a:pt x="113223" y="11934"/>
                  <a:pt x="112132" y="11555"/>
                  <a:pt x="111347" y="10796"/>
                </a:cubicBezTo>
                <a:cubicBezTo>
                  <a:pt x="110563" y="10038"/>
                  <a:pt x="110171" y="8962"/>
                  <a:pt x="110171" y="7566"/>
                </a:cubicBezTo>
                <a:cubicBezTo>
                  <a:pt x="110171" y="6186"/>
                  <a:pt x="110546" y="5090"/>
                  <a:pt x="111298" y="4279"/>
                </a:cubicBezTo>
                <a:cubicBezTo>
                  <a:pt x="112050" y="3468"/>
                  <a:pt x="113040" y="3063"/>
                  <a:pt x="114267" y="3063"/>
                </a:cubicBezTo>
                <a:cubicBezTo>
                  <a:pt x="115403" y="3063"/>
                  <a:pt x="116279" y="3395"/>
                  <a:pt x="116895" y="4060"/>
                </a:cubicBezTo>
                <a:cubicBezTo>
                  <a:pt x="117511" y="4725"/>
                  <a:pt x="117820" y="5669"/>
                  <a:pt x="117820" y="6893"/>
                </a:cubicBezTo>
                <a:lnTo>
                  <a:pt x="117820" y="7664"/>
                </a:lnTo>
                <a:moveTo>
                  <a:pt x="116439" y="6578"/>
                </a:moveTo>
                <a:cubicBezTo>
                  <a:pt x="116434" y="5834"/>
                  <a:pt x="116247" y="5258"/>
                  <a:pt x="115877" y="4850"/>
                </a:cubicBezTo>
                <a:cubicBezTo>
                  <a:pt x="115507" y="4443"/>
                  <a:pt x="114945" y="4239"/>
                  <a:pt x="114191" y="4239"/>
                </a:cubicBezTo>
                <a:cubicBezTo>
                  <a:pt x="113432" y="4239"/>
                  <a:pt x="112827" y="4463"/>
                  <a:pt x="112377" y="4911"/>
                </a:cubicBezTo>
                <a:cubicBezTo>
                  <a:pt x="111927" y="5358"/>
                  <a:pt x="111672" y="5914"/>
                  <a:pt x="111611" y="6578"/>
                </a:cubicBezTo>
                <a:lnTo>
                  <a:pt x="116439" y="65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28C33-FCDB-41E3-9B16-C9B30C2DC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7" y="880513"/>
            <a:ext cx="111920" cy="85431"/>
          </a:xfrm>
          <a:custGeom xmlns:a="http://schemas.openxmlformats.org/drawingml/2006/main">
            <a:pathLst>
              <a:path w="111920" h="85431">
                <a:moveTo>
                  <a:pt x="0" y="0"/>
                </a:moveTo>
                <a:lnTo>
                  <a:pt x="111920" y="0"/>
                </a:lnTo>
                <a:lnTo>
                  <a:pt x="111920" y="85431"/>
                </a:lnTo>
                <a:lnTo>
                  <a:pt x="0" y="854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22E9C-DEDD-4BE5-9925-CFA19A5FA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8" y="880515"/>
            <a:ext cx="111919" cy="85431"/>
          </a:xfrm>
          <a:custGeom xmlns:a="http://schemas.openxmlformats.org/drawingml/2006/main">
            <a:pathLst>
              <a:path w="111919" h="85431" fill="none">
                <a:moveTo>
                  <a:pt x="0" y="0"/>
                </a:moveTo>
                <a:lnTo>
                  <a:pt x="111919" y="0"/>
                </a:lnTo>
                <a:lnTo>
                  <a:pt x="111919" y="85431"/>
                </a:lnTo>
                <a:lnTo>
                  <a:pt x="0" y="854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67" name="Text Braconidae">
            <a:extLst xmlns:a="http://schemas.openxmlformats.org/drawingml/2006/main">
              <a:ext uri="{FF2B5EF4-FFF2-40B4-BE49-F238E27FC236}">
                <a16:creationId xmlns:a16="http://schemas.microsoft.com/office/drawing/2014/main" id="{075D21FF-6EB6-4D07-BA58-02F2804828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909" y="905915"/>
            <a:ext cx="65046" cy="9304"/>
          </a:xfrm>
          <a:custGeom xmlns:a="http://schemas.openxmlformats.org/drawingml/2006/main">
            <a:pathLst>
              <a:path w="65046" h="9304">
                <a:moveTo>
                  <a:pt x="6580" y="6434"/>
                </a:moveTo>
                <a:cubicBezTo>
                  <a:pt x="6580" y="6867"/>
                  <a:pt x="6498" y="7250"/>
                  <a:pt x="6334" y="7582"/>
                </a:cubicBezTo>
                <a:cubicBezTo>
                  <a:pt x="6169" y="7914"/>
                  <a:pt x="5949" y="8187"/>
                  <a:pt x="5671" y="8402"/>
                </a:cubicBezTo>
                <a:cubicBezTo>
                  <a:pt x="5343" y="8660"/>
                  <a:pt x="4983" y="8843"/>
                  <a:pt x="4590" y="8952"/>
                </a:cubicBezTo>
                <a:cubicBezTo>
                  <a:pt x="4198" y="9062"/>
                  <a:pt x="3699" y="9117"/>
                  <a:pt x="3094" y="9117"/>
                </a:cubicBezTo>
                <a:lnTo>
                  <a:pt x="0" y="9117"/>
                </a:lnTo>
                <a:lnTo>
                  <a:pt x="0" y="387"/>
                </a:lnTo>
                <a:lnTo>
                  <a:pt x="2584" y="387"/>
                </a:lnTo>
                <a:cubicBezTo>
                  <a:pt x="3220" y="387"/>
                  <a:pt x="3697" y="410"/>
                  <a:pt x="4013" y="457"/>
                </a:cubicBezTo>
                <a:cubicBezTo>
                  <a:pt x="4330" y="504"/>
                  <a:pt x="4632" y="602"/>
                  <a:pt x="4922" y="750"/>
                </a:cubicBezTo>
                <a:cubicBezTo>
                  <a:pt x="5242" y="919"/>
                  <a:pt x="5474" y="1135"/>
                  <a:pt x="5619" y="1399"/>
                </a:cubicBezTo>
                <a:cubicBezTo>
                  <a:pt x="5763" y="1663"/>
                  <a:pt x="5835" y="1979"/>
                  <a:pt x="5835" y="2347"/>
                </a:cubicBezTo>
                <a:cubicBezTo>
                  <a:pt x="5835" y="2761"/>
                  <a:pt x="5730" y="3114"/>
                  <a:pt x="5519" y="3406"/>
                </a:cubicBezTo>
                <a:cubicBezTo>
                  <a:pt x="5308" y="3697"/>
                  <a:pt x="5027" y="3932"/>
                  <a:pt x="4675" y="4108"/>
                </a:cubicBezTo>
                <a:lnTo>
                  <a:pt x="4675" y="4155"/>
                </a:lnTo>
                <a:cubicBezTo>
                  <a:pt x="5265" y="4276"/>
                  <a:pt x="5730" y="4535"/>
                  <a:pt x="6070" y="4931"/>
                </a:cubicBezTo>
                <a:cubicBezTo>
                  <a:pt x="6410" y="5328"/>
                  <a:pt x="6580" y="5829"/>
                  <a:pt x="6580" y="6434"/>
                </a:cubicBezTo>
                <a:moveTo>
                  <a:pt x="4629" y="2508"/>
                </a:moveTo>
                <a:cubicBezTo>
                  <a:pt x="4629" y="2298"/>
                  <a:pt x="4593" y="2122"/>
                  <a:pt x="4523" y="1978"/>
                </a:cubicBezTo>
                <a:cubicBezTo>
                  <a:pt x="4453" y="1834"/>
                  <a:pt x="4340" y="1717"/>
                  <a:pt x="4183" y="1628"/>
                </a:cubicBezTo>
                <a:cubicBezTo>
                  <a:pt x="4000" y="1523"/>
                  <a:pt x="3777" y="1458"/>
                  <a:pt x="3515" y="1432"/>
                </a:cubicBezTo>
                <a:cubicBezTo>
                  <a:pt x="3254" y="1407"/>
                  <a:pt x="2929" y="1394"/>
                  <a:pt x="2543" y="1394"/>
                </a:cubicBezTo>
                <a:lnTo>
                  <a:pt x="1160" y="1394"/>
                </a:lnTo>
                <a:lnTo>
                  <a:pt x="1160" y="3902"/>
                </a:lnTo>
                <a:lnTo>
                  <a:pt x="2660" y="3902"/>
                </a:lnTo>
                <a:cubicBezTo>
                  <a:pt x="3023" y="3902"/>
                  <a:pt x="3312" y="3884"/>
                  <a:pt x="3527" y="3847"/>
                </a:cubicBezTo>
                <a:cubicBezTo>
                  <a:pt x="3742" y="3810"/>
                  <a:pt x="3941" y="3733"/>
                  <a:pt x="4125" y="3616"/>
                </a:cubicBezTo>
                <a:cubicBezTo>
                  <a:pt x="4308" y="3500"/>
                  <a:pt x="4438" y="3349"/>
                  <a:pt x="4514" y="3164"/>
                </a:cubicBezTo>
                <a:cubicBezTo>
                  <a:pt x="4590" y="2980"/>
                  <a:pt x="4629" y="2761"/>
                  <a:pt x="4629" y="2508"/>
                </a:cubicBezTo>
                <a:moveTo>
                  <a:pt x="5373" y="6474"/>
                </a:moveTo>
                <a:cubicBezTo>
                  <a:pt x="5373" y="6125"/>
                  <a:pt x="5320" y="5848"/>
                  <a:pt x="5214" y="5643"/>
                </a:cubicBezTo>
                <a:cubicBezTo>
                  <a:pt x="5109" y="5437"/>
                  <a:pt x="4918" y="5262"/>
                  <a:pt x="4640" y="5119"/>
                </a:cubicBezTo>
                <a:cubicBezTo>
                  <a:pt x="4453" y="5022"/>
                  <a:pt x="4225" y="4959"/>
                  <a:pt x="3958" y="4930"/>
                </a:cubicBezTo>
                <a:cubicBezTo>
                  <a:pt x="3690" y="4901"/>
                  <a:pt x="3365" y="4886"/>
                  <a:pt x="2982" y="4886"/>
                </a:cubicBezTo>
                <a:lnTo>
                  <a:pt x="1160" y="4886"/>
                </a:lnTo>
                <a:lnTo>
                  <a:pt x="1160" y="8109"/>
                </a:lnTo>
                <a:lnTo>
                  <a:pt x="2695" y="8109"/>
                </a:lnTo>
                <a:cubicBezTo>
                  <a:pt x="3203" y="8109"/>
                  <a:pt x="3619" y="8083"/>
                  <a:pt x="3943" y="8030"/>
                </a:cubicBezTo>
                <a:cubicBezTo>
                  <a:pt x="4267" y="7978"/>
                  <a:pt x="4533" y="7882"/>
                  <a:pt x="4740" y="7742"/>
                </a:cubicBezTo>
                <a:cubicBezTo>
                  <a:pt x="4959" y="7591"/>
                  <a:pt x="5119" y="7419"/>
                  <a:pt x="5220" y="7225"/>
                </a:cubicBezTo>
                <a:cubicBezTo>
                  <a:pt x="5322" y="7031"/>
                  <a:pt x="5373" y="6781"/>
                  <a:pt x="5373" y="6474"/>
                </a:cubicBezTo>
                <a:close/>
                <a:moveTo>
                  <a:pt x="12222" y="3761"/>
                </a:moveTo>
                <a:lnTo>
                  <a:pt x="12163" y="3761"/>
                </a:lnTo>
                <a:cubicBezTo>
                  <a:pt x="11999" y="3724"/>
                  <a:pt x="11840" y="3698"/>
                  <a:pt x="11686" y="3681"/>
                </a:cubicBezTo>
                <a:cubicBezTo>
                  <a:pt x="11531" y="3664"/>
                  <a:pt x="11349" y="3656"/>
                  <a:pt x="11138" y="3656"/>
                </a:cubicBezTo>
                <a:cubicBezTo>
                  <a:pt x="10798" y="3656"/>
                  <a:pt x="10470" y="3731"/>
                  <a:pt x="10153" y="3882"/>
                </a:cubicBezTo>
                <a:cubicBezTo>
                  <a:pt x="9837" y="4032"/>
                  <a:pt x="9532" y="4227"/>
                  <a:pt x="9239" y="4465"/>
                </a:cubicBezTo>
                <a:lnTo>
                  <a:pt x="9239" y="9117"/>
                </a:lnTo>
                <a:lnTo>
                  <a:pt x="8138" y="9117"/>
                </a:lnTo>
                <a:lnTo>
                  <a:pt x="8138" y="2566"/>
                </a:lnTo>
                <a:lnTo>
                  <a:pt x="9239" y="2566"/>
                </a:lnTo>
                <a:lnTo>
                  <a:pt x="9239" y="3534"/>
                </a:lnTo>
                <a:cubicBezTo>
                  <a:pt x="9677" y="3182"/>
                  <a:pt x="10063" y="2933"/>
                  <a:pt x="10397" y="2786"/>
                </a:cubicBezTo>
                <a:cubicBezTo>
                  <a:pt x="10731" y="2640"/>
                  <a:pt x="11071" y="2566"/>
                  <a:pt x="11419" y="2566"/>
                </a:cubicBezTo>
                <a:cubicBezTo>
                  <a:pt x="11610" y="2566"/>
                  <a:pt x="11749" y="2571"/>
                  <a:pt x="11835" y="2581"/>
                </a:cubicBezTo>
                <a:cubicBezTo>
                  <a:pt x="11921" y="2591"/>
                  <a:pt x="12050" y="2609"/>
                  <a:pt x="12222" y="2636"/>
                </a:cubicBezTo>
                <a:lnTo>
                  <a:pt x="12222" y="3761"/>
                </a:lnTo>
                <a:close/>
                <a:moveTo>
                  <a:pt x="18344" y="9117"/>
                </a:moveTo>
                <a:lnTo>
                  <a:pt x="17249" y="9117"/>
                </a:lnTo>
                <a:lnTo>
                  <a:pt x="17249" y="8424"/>
                </a:lnTo>
                <a:cubicBezTo>
                  <a:pt x="17151" y="8491"/>
                  <a:pt x="17019" y="8583"/>
                  <a:pt x="16853" y="8703"/>
                </a:cubicBezTo>
                <a:cubicBezTo>
                  <a:pt x="16687" y="8822"/>
                  <a:pt x="16526" y="8917"/>
                  <a:pt x="16370" y="8987"/>
                </a:cubicBezTo>
                <a:cubicBezTo>
                  <a:pt x="16186" y="9077"/>
                  <a:pt x="15975" y="9152"/>
                  <a:pt x="15737" y="9213"/>
                </a:cubicBezTo>
                <a:cubicBezTo>
                  <a:pt x="15499" y="9274"/>
                  <a:pt x="15219" y="9304"/>
                  <a:pt x="14899" y="9304"/>
                </a:cubicBezTo>
                <a:cubicBezTo>
                  <a:pt x="14309" y="9304"/>
                  <a:pt x="13809" y="9108"/>
                  <a:pt x="13399" y="8717"/>
                </a:cubicBezTo>
                <a:cubicBezTo>
                  <a:pt x="12989" y="8326"/>
                  <a:pt x="12784" y="7828"/>
                  <a:pt x="12784" y="7221"/>
                </a:cubicBezTo>
                <a:cubicBezTo>
                  <a:pt x="12784" y="6725"/>
                  <a:pt x="12891" y="6323"/>
                  <a:pt x="13103" y="6016"/>
                </a:cubicBezTo>
                <a:cubicBezTo>
                  <a:pt x="13316" y="5709"/>
                  <a:pt x="13620" y="5467"/>
                  <a:pt x="14014" y="5291"/>
                </a:cubicBezTo>
                <a:cubicBezTo>
                  <a:pt x="14413" y="5115"/>
                  <a:pt x="14891" y="4996"/>
                  <a:pt x="15450" y="4933"/>
                </a:cubicBezTo>
                <a:cubicBezTo>
                  <a:pt x="16008" y="4871"/>
                  <a:pt x="16608" y="4824"/>
                  <a:pt x="17249" y="4793"/>
                </a:cubicBezTo>
                <a:lnTo>
                  <a:pt x="17249" y="4621"/>
                </a:lnTo>
                <a:cubicBezTo>
                  <a:pt x="17249" y="4369"/>
                  <a:pt x="17205" y="4160"/>
                  <a:pt x="17117" y="3995"/>
                </a:cubicBezTo>
                <a:cubicBezTo>
                  <a:pt x="17029" y="3830"/>
                  <a:pt x="16903" y="3700"/>
                  <a:pt x="16739" y="3605"/>
                </a:cubicBezTo>
                <a:cubicBezTo>
                  <a:pt x="16583" y="3515"/>
                  <a:pt x="16395" y="3453"/>
                  <a:pt x="16176" y="3422"/>
                </a:cubicBezTo>
                <a:cubicBezTo>
                  <a:pt x="15958" y="3390"/>
                  <a:pt x="15729" y="3375"/>
                  <a:pt x="15491" y="3375"/>
                </a:cubicBezTo>
                <a:cubicBezTo>
                  <a:pt x="15202" y="3375"/>
                  <a:pt x="14880" y="3414"/>
                  <a:pt x="14524" y="3492"/>
                </a:cubicBezTo>
                <a:cubicBezTo>
                  <a:pt x="14169" y="3570"/>
                  <a:pt x="13802" y="3683"/>
                  <a:pt x="13423" y="3832"/>
                </a:cubicBezTo>
                <a:lnTo>
                  <a:pt x="13364" y="3832"/>
                </a:lnTo>
                <a:lnTo>
                  <a:pt x="13364" y="2713"/>
                </a:lnTo>
                <a:cubicBezTo>
                  <a:pt x="13579" y="2654"/>
                  <a:pt x="13889" y="2590"/>
                  <a:pt x="14296" y="2519"/>
                </a:cubicBezTo>
                <a:cubicBezTo>
                  <a:pt x="14702" y="2449"/>
                  <a:pt x="15102" y="2414"/>
                  <a:pt x="15497" y="2414"/>
                </a:cubicBezTo>
                <a:cubicBezTo>
                  <a:pt x="15958" y="2414"/>
                  <a:pt x="16359" y="2452"/>
                  <a:pt x="16701" y="2528"/>
                </a:cubicBezTo>
                <a:cubicBezTo>
                  <a:pt x="17043" y="2604"/>
                  <a:pt x="17338" y="2734"/>
                  <a:pt x="17588" y="2918"/>
                </a:cubicBezTo>
                <a:cubicBezTo>
                  <a:pt x="17834" y="3097"/>
                  <a:pt x="18022" y="3330"/>
                  <a:pt x="18151" y="3615"/>
                </a:cubicBezTo>
                <a:cubicBezTo>
                  <a:pt x="18280" y="3900"/>
                  <a:pt x="18344" y="4254"/>
                  <a:pt x="18344" y="4675"/>
                </a:cubicBezTo>
                <a:lnTo>
                  <a:pt x="18344" y="9117"/>
                </a:lnTo>
                <a:moveTo>
                  <a:pt x="17249" y="7514"/>
                </a:moveTo>
                <a:lnTo>
                  <a:pt x="17249" y="5683"/>
                </a:lnTo>
                <a:cubicBezTo>
                  <a:pt x="16913" y="5703"/>
                  <a:pt x="16517" y="5732"/>
                  <a:pt x="16062" y="5772"/>
                </a:cubicBezTo>
                <a:cubicBezTo>
                  <a:pt x="15607" y="5811"/>
                  <a:pt x="15247" y="5868"/>
                  <a:pt x="14981" y="5942"/>
                </a:cubicBezTo>
                <a:cubicBezTo>
                  <a:pt x="14665" y="6032"/>
                  <a:pt x="14409" y="6173"/>
                  <a:pt x="14214" y="6363"/>
                </a:cubicBezTo>
                <a:cubicBezTo>
                  <a:pt x="14018" y="6553"/>
                  <a:pt x="13921" y="6815"/>
                  <a:pt x="13921" y="7149"/>
                </a:cubicBezTo>
                <a:cubicBezTo>
                  <a:pt x="13921" y="7525"/>
                  <a:pt x="14034" y="7809"/>
                  <a:pt x="14261" y="7999"/>
                </a:cubicBezTo>
                <a:cubicBezTo>
                  <a:pt x="14487" y="8189"/>
                  <a:pt x="14833" y="8285"/>
                  <a:pt x="15298" y="8285"/>
                </a:cubicBezTo>
                <a:cubicBezTo>
                  <a:pt x="15684" y="8285"/>
                  <a:pt x="16038" y="8209"/>
                  <a:pt x="16358" y="8058"/>
                </a:cubicBezTo>
                <a:cubicBezTo>
                  <a:pt x="16678" y="7907"/>
                  <a:pt x="16975" y="7725"/>
                  <a:pt x="17249" y="7514"/>
                </a:cubicBezTo>
                <a:close/>
                <a:moveTo>
                  <a:pt x="25305" y="8712"/>
                </a:moveTo>
                <a:cubicBezTo>
                  <a:pt x="24938" y="8888"/>
                  <a:pt x="24589" y="9025"/>
                  <a:pt x="24259" y="9122"/>
                </a:cubicBezTo>
                <a:cubicBezTo>
                  <a:pt x="23929" y="9220"/>
                  <a:pt x="23578" y="9269"/>
                  <a:pt x="23207" y="9269"/>
                </a:cubicBezTo>
                <a:cubicBezTo>
                  <a:pt x="22735" y="9269"/>
                  <a:pt x="22301" y="9199"/>
                  <a:pt x="21907" y="9060"/>
                </a:cubicBezTo>
                <a:cubicBezTo>
                  <a:pt x="21512" y="8922"/>
                  <a:pt x="21174" y="8711"/>
                  <a:pt x="20893" y="8430"/>
                </a:cubicBezTo>
                <a:cubicBezTo>
                  <a:pt x="20608" y="8148"/>
                  <a:pt x="20387" y="7792"/>
                  <a:pt x="20231" y="7361"/>
                </a:cubicBezTo>
                <a:cubicBezTo>
                  <a:pt x="20075" y="6931"/>
                  <a:pt x="19997" y="6428"/>
                  <a:pt x="19997" y="5853"/>
                </a:cubicBezTo>
                <a:cubicBezTo>
                  <a:pt x="19997" y="4781"/>
                  <a:pt x="20290" y="3940"/>
                  <a:pt x="20878" y="3330"/>
                </a:cubicBezTo>
                <a:cubicBezTo>
                  <a:pt x="21466" y="2719"/>
                  <a:pt x="22242" y="2414"/>
                  <a:pt x="23207" y="2414"/>
                </a:cubicBezTo>
                <a:cubicBezTo>
                  <a:pt x="23582" y="2414"/>
                  <a:pt x="23950" y="2467"/>
                  <a:pt x="24312" y="2572"/>
                </a:cubicBezTo>
                <a:cubicBezTo>
                  <a:pt x="24673" y="2678"/>
                  <a:pt x="25004" y="2806"/>
                  <a:pt x="25305" y="2959"/>
                </a:cubicBezTo>
                <a:lnTo>
                  <a:pt x="25305" y="4183"/>
                </a:lnTo>
                <a:lnTo>
                  <a:pt x="25246" y="4183"/>
                </a:lnTo>
                <a:cubicBezTo>
                  <a:pt x="24910" y="3923"/>
                  <a:pt x="24564" y="3724"/>
                  <a:pt x="24206" y="3584"/>
                </a:cubicBezTo>
                <a:cubicBezTo>
                  <a:pt x="23849" y="3445"/>
                  <a:pt x="23500" y="3375"/>
                  <a:pt x="23160" y="3375"/>
                </a:cubicBezTo>
                <a:cubicBezTo>
                  <a:pt x="22535" y="3375"/>
                  <a:pt x="22042" y="3585"/>
                  <a:pt x="21681" y="4005"/>
                </a:cubicBezTo>
                <a:cubicBezTo>
                  <a:pt x="21320" y="4424"/>
                  <a:pt x="21139" y="5041"/>
                  <a:pt x="21139" y="5853"/>
                </a:cubicBezTo>
                <a:cubicBezTo>
                  <a:pt x="21139" y="6642"/>
                  <a:pt x="21316" y="7248"/>
                  <a:pt x="21669" y="7672"/>
                </a:cubicBezTo>
                <a:cubicBezTo>
                  <a:pt x="22023" y="8096"/>
                  <a:pt x="22520" y="8308"/>
                  <a:pt x="23160" y="8308"/>
                </a:cubicBezTo>
                <a:cubicBezTo>
                  <a:pt x="23383" y="8308"/>
                  <a:pt x="23610" y="8279"/>
                  <a:pt x="23840" y="8221"/>
                </a:cubicBezTo>
                <a:cubicBezTo>
                  <a:pt x="24070" y="8163"/>
                  <a:pt x="24277" y="8087"/>
                  <a:pt x="24461" y="7994"/>
                </a:cubicBezTo>
                <a:cubicBezTo>
                  <a:pt x="24621" y="7912"/>
                  <a:pt x="24772" y="7826"/>
                  <a:pt x="24912" y="7735"/>
                </a:cubicBezTo>
                <a:cubicBezTo>
                  <a:pt x="25053" y="7644"/>
                  <a:pt x="25164" y="7565"/>
                  <a:pt x="25246" y="7499"/>
                </a:cubicBezTo>
                <a:lnTo>
                  <a:pt x="25305" y="7499"/>
                </a:lnTo>
                <a:lnTo>
                  <a:pt x="25305" y="8712"/>
                </a:lnTo>
                <a:close/>
                <a:moveTo>
                  <a:pt x="32294" y="5844"/>
                </a:moveTo>
                <a:cubicBezTo>
                  <a:pt x="32294" y="6913"/>
                  <a:pt x="32021" y="7757"/>
                  <a:pt x="31474" y="8376"/>
                </a:cubicBezTo>
                <a:cubicBezTo>
                  <a:pt x="30927" y="8995"/>
                  <a:pt x="30195" y="9304"/>
                  <a:pt x="29277" y="9304"/>
                </a:cubicBezTo>
                <a:cubicBezTo>
                  <a:pt x="28351" y="9304"/>
                  <a:pt x="27616" y="8995"/>
                  <a:pt x="27071" y="8376"/>
                </a:cubicBezTo>
                <a:cubicBezTo>
                  <a:pt x="26526" y="7757"/>
                  <a:pt x="26254" y="6913"/>
                  <a:pt x="26254" y="5844"/>
                </a:cubicBezTo>
                <a:cubicBezTo>
                  <a:pt x="26254" y="4775"/>
                  <a:pt x="26526" y="3930"/>
                  <a:pt x="27071" y="3310"/>
                </a:cubicBezTo>
                <a:cubicBezTo>
                  <a:pt x="27616" y="2689"/>
                  <a:pt x="28351" y="2379"/>
                  <a:pt x="29277" y="2379"/>
                </a:cubicBezTo>
                <a:cubicBezTo>
                  <a:pt x="30195" y="2379"/>
                  <a:pt x="30927" y="2689"/>
                  <a:pt x="31474" y="3310"/>
                </a:cubicBezTo>
                <a:cubicBezTo>
                  <a:pt x="32021" y="3930"/>
                  <a:pt x="32294" y="4775"/>
                  <a:pt x="32294" y="5844"/>
                </a:cubicBezTo>
                <a:moveTo>
                  <a:pt x="31158" y="5844"/>
                </a:moveTo>
                <a:cubicBezTo>
                  <a:pt x="31158" y="4998"/>
                  <a:pt x="30992" y="4369"/>
                  <a:pt x="30660" y="3957"/>
                </a:cubicBezTo>
                <a:cubicBezTo>
                  <a:pt x="30328" y="3545"/>
                  <a:pt x="29867" y="3340"/>
                  <a:pt x="29277" y="3340"/>
                </a:cubicBezTo>
                <a:cubicBezTo>
                  <a:pt x="28679" y="3340"/>
                  <a:pt x="28215" y="3545"/>
                  <a:pt x="27885" y="3957"/>
                </a:cubicBezTo>
                <a:cubicBezTo>
                  <a:pt x="27555" y="4369"/>
                  <a:pt x="27390" y="4998"/>
                  <a:pt x="27390" y="5844"/>
                </a:cubicBezTo>
                <a:cubicBezTo>
                  <a:pt x="27390" y="6664"/>
                  <a:pt x="27556" y="7285"/>
                  <a:pt x="27888" y="7708"/>
                </a:cubicBezTo>
                <a:cubicBezTo>
                  <a:pt x="28220" y="8131"/>
                  <a:pt x="28683" y="8343"/>
                  <a:pt x="29277" y="8343"/>
                </a:cubicBezTo>
                <a:cubicBezTo>
                  <a:pt x="29863" y="8343"/>
                  <a:pt x="30323" y="8133"/>
                  <a:pt x="30657" y="7714"/>
                </a:cubicBezTo>
                <a:cubicBezTo>
                  <a:pt x="30991" y="7295"/>
                  <a:pt x="31158" y="6671"/>
                  <a:pt x="31158" y="5844"/>
                </a:cubicBezTo>
                <a:close/>
                <a:moveTo>
                  <a:pt x="39471" y="9117"/>
                </a:moveTo>
                <a:lnTo>
                  <a:pt x="38370" y="9117"/>
                </a:lnTo>
                <a:lnTo>
                  <a:pt x="38370" y="5386"/>
                </a:lnTo>
                <a:cubicBezTo>
                  <a:pt x="38370" y="5085"/>
                  <a:pt x="38352" y="4803"/>
                  <a:pt x="38317" y="4539"/>
                </a:cubicBezTo>
                <a:cubicBezTo>
                  <a:pt x="38282" y="4275"/>
                  <a:pt x="38218" y="4069"/>
                  <a:pt x="38124" y="3920"/>
                </a:cubicBezTo>
                <a:cubicBezTo>
                  <a:pt x="38026" y="3756"/>
                  <a:pt x="37886" y="3634"/>
                  <a:pt x="37702" y="3554"/>
                </a:cubicBezTo>
                <a:cubicBezTo>
                  <a:pt x="37518" y="3473"/>
                  <a:pt x="37280" y="3433"/>
                  <a:pt x="36987" y="3433"/>
                </a:cubicBezTo>
                <a:cubicBezTo>
                  <a:pt x="36686" y="3433"/>
                  <a:pt x="36372" y="3508"/>
                  <a:pt x="36044" y="3656"/>
                </a:cubicBezTo>
                <a:cubicBezTo>
                  <a:pt x="35716" y="3805"/>
                  <a:pt x="35401" y="3994"/>
                  <a:pt x="35101" y="4225"/>
                </a:cubicBezTo>
                <a:lnTo>
                  <a:pt x="35101" y="9117"/>
                </a:lnTo>
                <a:lnTo>
                  <a:pt x="33999" y="9117"/>
                </a:lnTo>
                <a:lnTo>
                  <a:pt x="33999" y="2566"/>
                </a:lnTo>
                <a:lnTo>
                  <a:pt x="35101" y="2566"/>
                </a:lnTo>
                <a:lnTo>
                  <a:pt x="35101" y="3289"/>
                </a:lnTo>
                <a:cubicBezTo>
                  <a:pt x="35444" y="3003"/>
                  <a:pt x="35800" y="2780"/>
                  <a:pt x="36167" y="2619"/>
                </a:cubicBezTo>
                <a:cubicBezTo>
                  <a:pt x="36534" y="2459"/>
                  <a:pt x="36911" y="2379"/>
                  <a:pt x="37298" y="2379"/>
                </a:cubicBezTo>
                <a:cubicBezTo>
                  <a:pt x="38005" y="2379"/>
                  <a:pt x="38544" y="2592"/>
                  <a:pt x="38915" y="3018"/>
                </a:cubicBezTo>
                <a:cubicBezTo>
                  <a:pt x="39286" y="3445"/>
                  <a:pt x="39471" y="4059"/>
                  <a:pt x="39471" y="4861"/>
                </a:cubicBezTo>
                <a:lnTo>
                  <a:pt x="39471" y="9117"/>
                </a:lnTo>
                <a:close/>
                <a:moveTo>
                  <a:pt x="42776" y="1476"/>
                </a:moveTo>
                <a:lnTo>
                  <a:pt x="41534" y="1476"/>
                </a:lnTo>
                <a:lnTo>
                  <a:pt x="41534" y="328"/>
                </a:lnTo>
                <a:lnTo>
                  <a:pt x="42776" y="328"/>
                </a:lnTo>
                <a:lnTo>
                  <a:pt x="42776" y="1476"/>
                </a:lnTo>
                <a:moveTo>
                  <a:pt x="42706" y="9117"/>
                </a:moveTo>
                <a:lnTo>
                  <a:pt x="41604" y="9117"/>
                </a:lnTo>
                <a:lnTo>
                  <a:pt x="41604" y="2566"/>
                </a:lnTo>
                <a:lnTo>
                  <a:pt x="42706" y="2566"/>
                </a:lnTo>
                <a:lnTo>
                  <a:pt x="42706" y="9117"/>
                </a:lnTo>
                <a:close/>
                <a:moveTo>
                  <a:pt x="50193" y="9117"/>
                </a:moveTo>
                <a:lnTo>
                  <a:pt x="49092" y="9117"/>
                </a:lnTo>
                <a:lnTo>
                  <a:pt x="49092" y="8435"/>
                </a:lnTo>
                <a:cubicBezTo>
                  <a:pt x="48775" y="8709"/>
                  <a:pt x="48445" y="8922"/>
                  <a:pt x="48101" y="9075"/>
                </a:cubicBezTo>
                <a:cubicBezTo>
                  <a:pt x="47758" y="9228"/>
                  <a:pt x="47385" y="9304"/>
                  <a:pt x="46982" y="9304"/>
                </a:cubicBezTo>
                <a:cubicBezTo>
                  <a:pt x="46201" y="9304"/>
                  <a:pt x="45581" y="9002"/>
                  <a:pt x="45122" y="8400"/>
                </a:cubicBezTo>
                <a:cubicBezTo>
                  <a:pt x="44663" y="7796"/>
                  <a:pt x="44434" y="6960"/>
                  <a:pt x="44434" y="5891"/>
                </a:cubicBezTo>
                <a:cubicBezTo>
                  <a:pt x="44434" y="5335"/>
                  <a:pt x="44513" y="4840"/>
                  <a:pt x="44671" y="4405"/>
                </a:cubicBezTo>
                <a:cubicBezTo>
                  <a:pt x="44829" y="3971"/>
                  <a:pt x="45043" y="3600"/>
                  <a:pt x="45313" y="3295"/>
                </a:cubicBezTo>
                <a:cubicBezTo>
                  <a:pt x="45578" y="2998"/>
                  <a:pt x="45888" y="2770"/>
                  <a:pt x="46241" y="2614"/>
                </a:cubicBezTo>
                <a:cubicBezTo>
                  <a:pt x="46595" y="2457"/>
                  <a:pt x="46961" y="2379"/>
                  <a:pt x="47340" y="2379"/>
                </a:cubicBezTo>
                <a:cubicBezTo>
                  <a:pt x="47683" y="2379"/>
                  <a:pt x="47988" y="2415"/>
                  <a:pt x="48254" y="2487"/>
                </a:cubicBezTo>
                <a:cubicBezTo>
                  <a:pt x="48519" y="2560"/>
                  <a:pt x="48799" y="2672"/>
                  <a:pt x="49092" y="2825"/>
                </a:cubicBezTo>
                <a:lnTo>
                  <a:pt x="49092" y="0"/>
                </a:lnTo>
                <a:lnTo>
                  <a:pt x="50193" y="0"/>
                </a:lnTo>
                <a:lnTo>
                  <a:pt x="50193" y="9117"/>
                </a:lnTo>
                <a:moveTo>
                  <a:pt x="49092" y="7505"/>
                </a:moveTo>
                <a:lnTo>
                  <a:pt x="49092" y="3750"/>
                </a:lnTo>
                <a:cubicBezTo>
                  <a:pt x="48795" y="3617"/>
                  <a:pt x="48529" y="3525"/>
                  <a:pt x="48295" y="3474"/>
                </a:cubicBezTo>
                <a:cubicBezTo>
                  <a:pt x="48060" y="3424"/>
                  <a:pt x="47805" y="3398"/>
                  <a:pt x="47527" y="3398"/>
                </a:cubicBezTo>
                <a:cubicBezTo>
                  <a:pt x="46910" y="3398"/>
                  <a:pt x="46430" y="3613"/>
                  <a:pt x="46086" y="4043"/>
                </a:cubicBezTo>
                <a:cubicBezTo>
                  <a:pt x="45742" y="4472"/>
                  <a:pt x="45570" y="5082"/>
                  <a:pt x="45570" y="5871"/>
                </a:cubicBezTo>
                <a:cubicBezTo>
                  <a:pt x="45570" y="6648"/>
                  <a:pt x="45703" y="7239"/>
                  <a:pt x="45969" y="7643"/>
                </a:cubicBezTo>
                <a:cubicBezTo>
                  <a:pt x="46234" y="8047"/>
                  <a:pt x="46660" y="8249"/>
                  <a:pt x="47246" y="8249"/>
                </a:cubicBezTo>
                <a:cubicBezTo>
                  <a:pt x="47559" y="8249"/>
                  <a:pt x="47875" y="8180"/>
                  <a:pt x="48195" y="8041"/>
                </a:cubicBezTo>
                <a:cubicBezTo>
                  <a:pt x="48515" y="7903"/>
                  <a:pt x="48814" y="7724"/>
                  <a:pt x="49092" y="7505"/>
                </a:cubicBezTo>
                <a:close/>
                <a:moveTo>
                  <a:pt x="57447" y="9117"/>
                </a:moveTo>
                <a:lnTo>
                  <a:pt x="56351" y="9117"/>
                </a:lnTo>
                <a:lnTo>
                  <a:pt x="56351" y="8424"/>
                </a:lnTo>
                <a:cubicBezTo>
                  <a:pt x="56253" y="8491"/>
                  <a:pt x="56121" y="8583"/>
                  <a:pt x="55955" y="8703"/>
                </a:cubicBezTo>
                <a:cubicBezTo>
                  <a:pt x="55789" y="8822"/>
                  <a:pt x="55628" y="8917"/>
                  <a:pt x="55472" y="8987"/>
                </a:cubicBezTo>
                <a:cubicBezTo>
                  <a:pt x="55288" y="9077"/>
                  <a:pt x="55078" y="9152"/>
                  <a:pt x="54839" y="9213"/>
                </a:cubicBezTo>
                <a:cubicBezTo>
                  <a:pt x="54601" y="9274"/>
                  <a:pt x="54322" y="9304"/>
                  <a:pt x="54001" y="9304"/>
                </a:cubicBezTo>
                <a:cubicBezTo>
                  <a:pt x="53412" y="9304"/>
                  <a:pt x="52912" y="9108"/>
                  <a:pt x="52502" y="8717"/>
                </a:cubicBezTo>
                <a:cubicBezTo>
                  <a:pt x="52091" y="8326"/>
                  <a:pt x="51886" y="7828"/>
                  <a:pt x="51886" y="7221"/>
                </a:cubicBezTo>
                <a:cubicBezTo>
                  <a:pt x="51886" y="6725"/>
                  <a:pt x="51993" y="6323"/>
                  <a:pt x="52206" y="6016"/>
                </a:cubicBezTo>
                <a:cubicBezTo>
                  <a:pt x="52419" y="5709"/>
                  <a:pt x="52722" y="5467"/>
                  <a:pt x="53117" y="5291"/>
                </a:cubicBezTo>
                <a:cubicBezTo>
                  <a:pt x="53515" y="5115"/>
                  <a:pt x="53994" y="4996"/>
                  <a:pt x="54552" y="4933"/>
                </a:cubicBezTo>
                <a:cubicBezTo>
                  <a:pt x="55111" y="4871"/>
                  <a:pt x="55710" y="4824"/>
                  <a:pt x="56351" y="4793"/>
                </a:cubicBezTo>
                <a:lnTo>
                  <a:pt x="56351" y="4621"/>
                </a:lnTo>
                <a:cubicBezTo>
                  <a:pt x="56351" y="4369"/>
                  <a:pt x="56307" y="4160"/>
                  <a:pt x="56219" y="3995"/>
                </a:cubicBezTo>
                <a:cubicBezTo>
                  <a:pt x="56131" y="3830"/>
                  <a:pt x="56005" y="3700"/>
                  <a:pt x="55841" y="3605"/>
                </a:cubicBezTo>
                <a:cubicBezTo>
                  <a:pt x="55685" y="3515"/>
                  <a:pt x="55497" y="3453"/>
                  <a:pt x="55279" y="3422"/>
                </a:cubicBezTo>
                <a:cubicBezTo>
                  <a:pt x="55060" y="3390"/>
                  <a:pt x="54831" y="3375"/>
                  <a:pt x="54593" y="3375"/>
                </a:cubicBezTo>
                <a:cubicBezTo>
                  <a:pt x="54304" y="3375"/>
                  <a:pt x="53982" y="3414"/>
                  <a:pt x="53626" y="3492"/>
                </a:cubicBezTo>
                <a:cubicBezTo>
                  <a:pt x="53271" y="3570"/>
                  <a:pt x="52904" y="3683"/>
                  <a:pt x="52525" y="3832"/>
                </a:cubicBezTo>
                <a:lnTo>
                  <a:pt x="52466" y="3832"/>
                </a:lnTo>
                <a:lnTo>
                  <a:pt x="52466" y="2713"/>
                </a:lnTo>
                <a:cubicBezTo>
                  <a:pt x="52681" y="2654"/>
                  <a:pt x="52992" y="2590"/>
                  <a:pt x="53398" y="2519"/>
                </a:cubicBezTo>
                <a:cubicBezTo>
                  <a:pt x="53804" y="2449"/>
                  <a:pt x="54205" y="2414"/>
                  <a:pt x="54599" y="2414"/>
                </a:cubicBezTo>
                <a:cubicBezTo>
                  <a:pt x="55060" y="2414"/>
                  <a:pt x="55461" y="2452"/>
                  <a:pt x="55803" y="2528"/>
                </a:cubicBezTo>
                <a:cubicBezTo>
                  <a:pt x="56145" y="2604"/>
                  <a:pt x="56441" y="2734"/>
                  <a:pt x="56691" y="2918"/>
                </a:cubicBezTo>
                <a:cubicBezTo>
                  <a:pt x="56937" y="3097"/>
                  <a:pt x="57124" y="3330"/>
                  <a:pt x="57253" y="3615"/>
                </a:cubicBezTo>
                <a:cubicBezTo>
                  <a:pt x="57382" y="3900"/>
                  <a:pt x="57447" y="4254"/>
                  <a:pt x="57447" y="4675"/>
                </a:cubicBezTo>
                <a:lnTo>
                  <a:pt x="57447" y="9117"/>
                </a:lnTo>
                <a:moveTo>
                  <a:pt x="56351" y="7514"/>
                </a:moveTo>
                <a:lnTo>
                  <a:pt x="56351" y="5683"/>
                </a:lnTo>
                <a:cubicBezTo>
                  <a:pt x="56015" y="5703"/>
                  <a:pt x="55620" y="5732"/>
                  <a:pt x="55164" y="5772"/>
                </a:cubicBezTo>
                <a:cubicBezTo>
                  <a:pt x="54709" y="5811"/>
                  <a:pt x="54349" y="5868"/>
                  <a:pt x="54083" y="5942"/>
                </a:cubicBezTo>
                <a:cubicBezTo>
                  <a:pt x="53767" y="6032"/>
                  <a:pt x="53511" y="6173"/>
                  <a:pt x="53316" y="6363"/>
                </a:cubicBezTo>
                <a:cubicBezTo>
                  <a:pt x="53121" y="6553"/>
                  <a:pt x="53023" y="6815"/>
                  <a:pt x="53023" y="7149"/>
                </a:cubicBezTo>
                <a:cubicBezTo>
                  <a:pt x="53023" y="7525"/>
                  <a:pt x="53136" y="7809"/>
                  <a:pt x="53363" y="7999"/>
                </a:cubicBezTo>
                <a:cubicBezTo>
                  <a:pt x="53589" y="8189"/>
                  <a:pt x="53935" y="8285"/>
                  <a:pt x="54400" y="8285"/>
                </a:cubicBezTo>
                <a:cubicBezTo>
                  <a:pt x="54787" y="8285"/>
                  <a:pt x="55140" y="8209"/>
                  <a:pt x="55460" y="8058"/>
                </a:cubicBezTo>
                <a:cubicBezTo>
                  <a:pt x="55781" y="7907"/>
                  <a:pt x="56077" y="7725"/>
                  <a:pt x="56351" y="7514"/>
                </a:cubicBezTo>
                <a:close/>
                <a:moveTo>
                  <a:pt x="65046" y="5953"/>
                </a:moveTo>
                <a:lnTo>
                  <a:pt x="60224" y="5953"/>
                </a:lnTo>
                <a:cubicBezTo>
                  <a:pt x="60224" y="6356"/>
                  <a:pt x="60284" y="6707"/>
                  <a:pt x="60405" y="7007"/>
                </a:cubicBezTo>
                <a:cubicBezTo>
                  <a:pt x="60526" y="7306"/>
                  <a:pt x="60692" y="7552"/>
                  <a:pt x="60903" y="7744"/>
                </a:cubicBezTo>
                <a:cubicBezTo>
                  <a:pt x="61107" y="7932"/>
                  <a:pt x="61348" y="8073"/>
                  <a:pt x="61627" y="8167"/>
                </a:cubicBezTo>
                <a:cubicBezTo>
                  <a:pt x="61906" y="8261"/>
                  <a:pt x="62214" y="8308"/>
                  <a:pt x="62550" y="8308"/>
                </a:cubicBezTo>
                <a:cubicBezTo>
                  <a:pt x="62995" y="8308"/>
                  <a:pt x="63443" y="8218"/>
                  <a:pt x="63894" y="8039"/>
                </a:cubicBezTo>
                <a:cubicBezTo>
                  <a:pt x="64346" y="7860"/>
                  <a:pt x="64667" y="7684"/>
                  <a:pt x="64858" y="7511"/>
                </a:cubicBezTo>
                <a:lnTo>
                  <a:pt x="64917" y="7511"/>
                </a:lnTo>
                <a:lnTo>
                  <a:pt x="64917" y="8716"/>
                </a:lnTo>
                <a:cubicBezTo>
                  <a:pt x="64546" y="8873"/>
                  <a:pt x="64167" y="9004"/>
                  <a:pt x="63780" y="9110"/>
                </a:cubicBezTo>
                <a:cubicBezTo>
                  <a:pt x="63393" y="9216"/>
                  <a:pt x="62987" y="9269"/>
                  <a:pt x="62561" y="9269"/>
                </a:cubicBezTo>
                <a:cubicBezTo>
                  <a:pt x="61476" y="9269"/>
                  <a:pt x="60628" y="8974"/>
                  <a:pt x="60019" y="8386"/>
                </a:cubicBezTo>
                <a:cubicBezTo>
                  <a:pt x="59409" y="7797"/>
                  <a:pt x="59105" y="6960"/>
                  <a:pt x="59105" y="5877"/>
                </a:cubicBezTo>
                <a:cubicBezTo>
                  <a:pt x="59105" y="4805"/>
                  <a:pt x="59397" y="3954"/>
                  <a:pt x="59981" y="3324"/>
                </a:cubicBezTo>
                <a:cubicBezTo>
                  <a:pt x="60565" y="2694"/>
                  <a:pt x="61333" y="2379"/>
                  <a:pt x="62286" y="2379"/>
                </a:cubicBezTo>
                <a:cubicBezTo>
                  <a:pt x="63169" y="2379"/>
                  <a:pt x="63849" y="2637"/>
                  <a:pt x="64328" y="3153"/>
                </a:cubicBezTo>
                <a:cubicBezTo>
                  <a:pt x="64806" y="3670"/>
                  <a:pt x="65046" y="4403"/>
                  <a:pt x="65046" y="5354"/>
                </a:cubicBezTo>
                <a:lnTo>
                  <a:pt x="65046" y="5953"/>
                </a:lnTo>
                <a:moveTo>
                  <a:pt x="63973" y="5109"/>
                </a:moveTo>
                <a:cubicBezTo>
                  <a:pt x="63970" y="4531"/>
                  <a:pt x="63824" y="4084"/>
                  <a:pt x="63537" y="3767"/>
                </a:cubicBezTo>
                <a:cubicBezTo>
                  <a:pt x="63250" y="3451"/>
                  <a:pt x="62813" y="3293"/>
                  <a:pt x="62228" y="3293"/>
                </a:cubicBezTo>
                <a:cubicBezTo>
                  <a:pt x="61638" y="3293"/>
                  <a:pt x="61168" y="3467"/>
                  <a:pt x="60818" y="3814"/>
                </a:cubicBezTo>
                <a:cubicBezTo>
                  <a:pt x="60469" y="4162"/>
                  <a:pt x="60271" y="4593"/>
                  <a:pt x="60224" y="5109"/>
                </a:cubicBezTo>
                <a:lnTo>
                  <a:pt x="63973" y="510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C32978-5B96-4700-A0CF-F78301397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656" y="880513"/>
            <a:ext cx="81556" cy="85431"/>
          </a:xfrm>
          <a:custGeom xmlns:a="http://schemas.openxmlformats.org/drawingml/2006/main">
            <a:pathLst>
              <a:path w="81556" h="85431">
                <a:moveTo>
                  <a:pt x="0" y="0"/>
                </a:moveTo>
                <a:lnTo>
                  <a:pt x="81556" y="0"/>
                </a:lnTo>
                <a:lnTo>
                  <a:pt x="81556" y="85431"/>
                </a:lnTo>
                <a:lnTo>
                  <a:pt x="0" y="854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8792105-34C4-4C5C-8E92-31B5261E3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656" y="880515"/>
            <a:ext cx="81555" cy="85431"/>
          </a:xfrm>
          <a:custGeom xmlns:a="http://schemas.openxmlformats.org/drawingml/2006/main">
            <a:pathLst>
              <a:path w="81555" h="85431" fill="none">
                <a:moveTo>
                  <a:pt x="0" y="0"/>
                </a:moveTo>
                <a:lnTo>
                  <a:pt x="81555" y="0"/>
                </a:lnTo>
                <a:lnTo>
                  <a:pt x="81555" y="85431"/>
                </a:lnTo>
                <a:lnTo>
                  <a:pt x="0" y="854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70" name="Text Scelionidae">
            <a:extLst xmlns:a="http://schemas.openxmlformats.org/drawingml/2006/main">
              <a:ext uri="{FF2B5EF4-FFF2-40B4-BE49-F238E27FC236}">
                <a16:creationId xmlns:a16="http://schemas.microsoft.com/office/drawing/2014/main" id="{2A361974-C47F-4076-8408-446F03974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0571" y="904602"/>
            <a:ext cx="35495" cy="4943"/>
          </a:xfrm>
          <a:custGeom xmlns:a="http://schemas.openxmlformats.org/drawingml/2006/main">
            <a:pathLst>
              <a:path w="35495" h="4943">
                <a:moveTo>
                  <a:pt x="3573" y="3523"/>
                </a:moveTo>
                <a:cubicBezTo>
                  <a:pt x="3573" y="3703"/>
                  <a:pt x="3531" y="3882"/>
                  <a:pt x="3447" y="4058"/>
                </a:cubicBezTo>
                <a:cubicBezTo>
                  <a:pt x="3363" y="4235"/>
                  <a:pt x="3245" y="4384"/>
                  <a:pt x="3094" y="4507"/>
                </a:cubicBezTo>
                <a:cubicBezTo>
                  <a:pt x="2928" y="4640"/>
                  <a:pt x="2734" y="4743"/>
                  <a:pt x="2513" y="4818"/>
                </a:cubicBezTo>
                <a:cubicBezTo>
                  <a:pt x="2292" y="4893"/>
                  <a:pt x="2026" y="4930"/>
                  <a:pt x="1715" y="4930"/>
                </a:cubicBezTo>
                <a:cubicBezTo>
                  <a:pt x="1381" y="4930"/>
                  <a:pt x="1081" y="4899"/>
                  <a:pt x="814" y="4837"/>
                </a:cubicBezTo>
                <a:cubicBezTo>
                  <a:pt x="547" y="4774"/>
                  <a:pt x="276" y="4682"/>
                  <a:pt x="0" y="4559"/>
                </a:cubicBezTo>
                <a:lnTo>
                  <a:pt x="0" y="3785"/>
                </a:lnTo>
                <a:lnTo>
                  <a:pt x="44" y="3785"/>
                </a:lnTo>
                <a:cubicBezTo>
                  <a:pt x="278" y="3980"/>
                  <a:pt x="549" y="4130"/>
                  <a:pt x="856" y="4236"/>
                </a:cubicBezTo>
                <a:cubicBezTo>
                  <a:pt x="1163" y="4342"/>
                  <a:pt x="1451" y="4395"/>
                  <a:pt x="1721" y="4395"/>
                </a:cubicBezTo>
                <a:cubicBezTo>
                  <a:pt x="2103" y="4395"/>
                  <a:pt x="2400" y="4324"/>
                  <a:pt x="2613" y="4181"/>
                </a:cubicBezTo>
                <a:cubicBezTo>
                  <a:pt x="2826" y="4038"/>
                  <a:pt x="2932" y="3848"/>
                  <a:pt x="2932" y="3610"/>
                </a:cubicBezTo>
                <a:cubicBezTo>
                  <a:pt x="2932" y="3404"/>
                  <a:pt x="2882" y="3253"/>
                  <a:pt x="2781" y="3155"/>
                </a:cubicBezTo>
                <a:cubicBezTo>
                  <a:pt x="2680" y="3057"/>
                  <a:pt x="2527" y="2982"/>
                  <a:pt x="2322" y="2928"/>
                </a:cubicBezTo>
                <a:cubicBezTo>
                  <a:pt x="2166" y="2886"/>
                  <a:pt x="1998" y="2852"/>
                  <a:pt x="1816" y="2825"/>
                </a:cubicBezTo>
                <a:cubicBezTo>
                  <a:pt x="1635" y="2798"/>
                  <a:pt x="1442" y="2764"/>
                  <a:pt x="1239" y="2722"/>
                </a:cubicBezTo>
                <a:cubicBezTo>
                  <a:pt x="828" y="2635"/>
                  <a:pt x="523" y="2486"/>
                  <a:pt x="325" y="2275"/>
                </a:cubicBezTo>
                <a:cubicBezTo>
                  <a:pt x="127" y="2064"/>
                  <a:pt x="28" y="1790"/>
                  <a:pt x="28" y="1451"/>
                </a:cubicBezTo>
                <a:cubicBezTo>
                  <a:pt x="28" y="1063"/>
                  <a:pt x="192" y="745"/>
                  <a:pt x="520" y="497"/>
                </a:cubicBezTo>
                <a:cubicBezTo>
                  <a:pt x="848" y="249"/>
                  <a:pt x="1264" y="125"/>
                  <a:pt x="1768" y="125"/>
                </a:cubicBezTo>
                <a:cubicBezTo>
                  <a:pt x="2094" y="125"/>
                  <a:pt x="2393" y="156"/>
                  <a:pt x="2664" y="218"/>
                </a:cubicBezTo>
                <a:cubicBezTo>
                  <a:pt x="2936" y="280"/>
                  <a:pt x="3177" y="357"/>
                  <a:pt x="3386" y="448"/>
                </a:cubicBezTo>
                <a:lnTo>
                  <a:pt x="3386" y="1177"/>
                </a:lnTo>
                <a:lnTo>
                  <a:pt x="3343" y="1177"/>
                </a:lnTo>
                <a:cubicBezTo>
                  <a:pt x="3167" y="1028"/>
                  <a:pt x="2935" y="905"/>
                  <a:pt x="2647" y="807"/>
                </a:cubicBezTo>
                <a:cubicBezTo>
                  <a:pt x="2360" y="709"/>
                  <a:pt x="2066" y="660"/>
                  <a:pt x="1765" y="660"/>
                </a:cubicBezTo>
                <a:cubicBezTo>
                  <a:pt x="1435" y="660"/>
                  <a:pt x="1170" y="728"/>
                  <a:pt x="970" y="865"/>
                </a:cubicBezTo>
                <a:cubicBezTo>
                  <a:pt x="769" y="1001"/>
                  <a:pt x="669" y="1177"/>
                  <a:pt x="669" y="1392"/>
                </a:cubicBezTo>
                <a:cubicBezTo>
                  <a:pt x="669" y="1585"/>
                  <a:pt x="719" y="1737"/>
                  <a:pt x="819" y="1847"/>
                </a:cubicBezTo>
                <a:cubicBezTo>
                  <a:pt x="918" y="1957"/>
                  <a:pt x="1094" y="2041"/>
                  <a:pt x="1345" y="2099"/>
                </a:cubicBezTo>
                <a:cubicBezTo>
                  <a:pt x="1477" y="2128"/>
                  <a:pt x="1666" y="2163"/>
                  <a:pt x="1911" y="2205"/>
                </a:cubicBezTo>
                <a:cubicBezTo>
                  <a:pt x="2156" y="2247"/>
                  <a:pt x="2363" y="2289"/>
                  <a:pt x="2534" y="2333"/>
                </a:cubicBezTo>
                <a:cubicBezTo>
                  <a:pt x="2878" y="2424"/>
                  <a:pt x="3137" y="2562"/>
                  <a:pt x="3312" y="2747"/>
                </a:cubicBezTo>
                <a:cubicBezTo>
                  <a:pt x="3486" y="2932"/>
                  <a:pt x="3573" y="3190"/>
                  <a:pt x="3573" y="3523"/>
                </a:cubicBezTo>
                <a:close/>
                <a:moveTo>
                  <a:pt x="7087" y="4628"/>
                </a:moveTo>
                <a:cubicBezTo>
                  <a:pt x="6892" y="4722"/>
                  <a:pt x="6707" y="4794"/>
                  <a:pt x="6532" y="4846"/>
                </a:cubicBezTo>
                <a:cubicBezTo>
                  <a:pt x="6356" y="4898"/>
                  <a:pt x="6170" y="4924"/>
                  <a:pt x="5973" y="4924"/>
                </a:cubicBezTo>
                <a:cubicBezTo>
                  <a:pt x="5722" y="4924"/>
                  <a:pt x="5492" y="4887"/>
                  <a:pt x="5282" y="4813"/>
                </a:cubicBezTo>
                <a:cubicBezTo>
                  <a:pt x="5073" y="4740"/>
                  <a:pt x="4893" y="4628"/>
                  <a:pt x="4744" y="4478"/>
                </a:cubicBezTo>
                <a:cubicBezTo>
                  <a:pt x="4592" y="4329"/>
                  <a:pt x="4475" y="4139"/>
                  <a:pt x="4392" y="3911"/>
                </a:cubicBezTo>
                <a:cubicBezTo>
                  <a:pt x="4309" y="3682"/>
                  <a:pt x="4267" y="3415"/>
                  <a:pt x="4267" y="3109"/>
                </a:cubicBezTo>
                <a:cubicBezTo>
                  <a:pt x="4267" y="2540"/>
                  <a:pt x="4424" y="2093"/>
                  <a:pt x="4736" y="1769"/>
                </a:cubicBezTo>
                <a:cubicBezTo>
                  <a:pt x="5048" y="1445"/>
                  <a:pt x="5461" y="1282"/>
                  <a:pt x="5973" y="1282"/>
                </a:cubicBezTo>
                <a:cubicBezTo>
                  <a:pt x="6172" y="1282"/>
                  <a:pt x="6368" y="1310"/>
                  <a:pt x="6560" y="1366"/>
                </a:cubicBezTo>
                <a:cubicBezTo>
                  <a:pt x="6752" y="1422"/>
                  <a:pt x="6928" y="1491"/>
                  <a:pt x="7087" y="1572"/>
                </a:cubicBezTo>
                <a:lnTo>
                  <a:pt x="7087" y="2222"/>
                </a:lnTo>
                <a:lnTo>
                  <a:pt x="7056" y="2222"/>
                </a:lnTo>
                <a:cubicBezTo>
                  <a:pt x="6878" y="2084"/>
                  <a:pt x="6694" y="1978"/>
                  <a:pt x="6504" y="1904"/>
                </a:cubicBezTo>
                <a:cubicBezTo>
                  <a:pt x="6314" y="1830"/>
                  <a:pt x="6129" y="1793"/>
                  <a:pt x="5948" y="1793"/>
                </a:cubicBezTo>
                <a:cubicBezTo>
                  <a:pt x="5616" y="1793"/>
                  <a:pt x="5354" y="1904"/>
                  <a:pt x="5162" y="2127"/>
                </a:cubicBezTo>
                <a:cubicBezTo>
                  <a:pt x="4970" y="2351"/>
                  <a:pt x="4874" y="2678"/>
                  <a:pt x="4874" y="3109"/>
                </a:cubicBezTo>
                <a:cubicBezTo>
                  <a:pt x="4874" y="3529"/>
                  <a:pt x="4968" y="3851"/>
                  <a:pt x="5156" y="4076"/>
                </a:cubicBezTo>
                <a:cubicBezTo>
                  <a:pt x="5344" y="4301"/>
                  <a:pt x="5608" y="4414"/>
                  <a:pt x="5948" y="4414"/>
                </a:cubicBezTo>
                <a:cubicBezTo>
                  <a:pt x="6066" y="4414"/>
                  <a:pt x="6187" y="4398"/>
                  <a:pt x="6309" y="4367"/>
                </a:cubicBezTo>
                <a:cubicBezTo>
                  <a:pt x="6432" y="4336"/>
                  <a:pt x="6542" y="4296"/>
                  <a:pt x="6639" y="4247"/>
                </a:cubicBezTo>
                <a:cubicBezTo>
                  <a:pt x="6724" y="4203"/>
                  <a:pt x="6804" y="4158"/>
                  <a:pt x="6879" y="4109"/>
                </a:cubicBezTo>
                <a:cubicBezTo>
                  <a:pt x="6954" y="4061"/>
                  <a:pt x="7013" y="4019"/>
                  <a:pt x="7056" y="3984"/>
                </a:cubicBezTo>
                <a:lnTo>
                  <a:pt x="7087" y="3984"/>
                </a:lnTo>
                <a:lnTo>
                  <a:pt x="7087" y="4628"/>
                </a:lnTo>
                <a:close/>
                <a:moveTo>
                  <a:pt x="10748" y="3162"/>
                </a:moveTo>
                <a:lnTo>
                  <a:pt x="8186" y="3162"/>
                </a:lnTo>
                <a:cubicBezTo>
                  <a:pt x="8186" y="3377"/>
                  <a:pt x="8218" y="3563"/>
                  <a:pt x="8282" y="3722"/>
                </a:cubicBezTo>
                <a:cubicBezTo>
                  <a:pt x="8347" y="3882"/>
                  <a:pt x="8435" y="4012"/>
                  <a:pt x="8547" y="4114"/>
                </a:cubicBezTo>
                <a:cubicBezTo>
                  <a:pt x="8655" y="4214"/>
                  <a:pt x="8783" y="4289"/>
                  <a:pt x="8931" y="4339"/>
                </a:cubicBezTo>
                <a:cubicBezTo>
                  <a:pt x="9080" y="4389"/>
                  <a:pt x="9243" y="4414"/>
                  <a:pt x="9422" y="4414"/>
                </a:cubicBezTo>
                <a:cubicBezTo>
                  <a:pt x="9658" y="4414"/>
                  <a:pt x="9896" y="4366"/>
                  <a:pt x="10136" y="4271"/>
                </a:cubicBezTo>
                <a:cubicBezTo>
                  <a:pt x="10376" y="4176"/>
                  <a:pt x="10546" y="4082"/>
                  <a:pt x="10648" y="3990"/>
                </a:cubicBezTo>
                <a:lnTo>
                  <a:pt x="10679" y="3990"/>
                </a:lnTo>
                <a:lnTo>
                  <a:pt x="10679" y="4631"/>
                </a:lnTo>
                <a:cubicBezTo>
                  <a:pt x="10482" y="4714"/>
                  <a:pt x="10281" y="4784"/>
                  <a:pt x="10075" y="4840"/>
                </a:cubicBezTo>
                <a:cubicBezTo>
                  <a:pt x="9870" y="4896"/>
                  <a:pt x="9654" y="4924"/>
                  <a:pt x="9428" y="4924"/>
                </a:cubicBezTo>
                <a:cubicBezTo>
                  <a:pt x="8851" y="4924"/>
                  <a:pt x="8401" y="4768"/>
                  <a:pt x="8077" y="4455"/>
                </a:cubicBezTo>
                <a:cubicBezTo>
                  <a:pt x="7753" y="4142"/>
                  <a:pt x="7591" y="3698"/>
                  <a:pt x="7591" y="3122"/>
                </a:cubicBezTo>
                <a:cubicBezTo>
                  <a:pt x="7591" y="2552"/>
                  <a:pt x="7747" y="2100"/>
                  <a:pt x="8057" y="1766"/>
                </a:cubicBezTo>
                <a:cubicBezTo>
                  <a:pt x="8367" y="1431"/>
                  <a:pt x="8775" y="1264"/>
                  <a:pt x="9282" y="1264"/>
                </a:cubicBezTo>
                <a:cubicBezTo>
                  <a:pt x="9751" y="1264"/>
                  <a:pt x="10112" y="1401"/>
                  <a:pt x="10366" y="1675"/>
                </a:cubicBezTo>
                <a:cubicBezTo>
                  <a:pt x="10621" y="1950"/>
                  <a:pt x="10748" y="2339"/>
                  <a:pt x="10748" y="2844"/>
                </a:cubicBezTo>
                <a:lnTo>
                  <a:pt x="10748" y="3162"/>
                </a:lnTo>
                <a:moveTo>
                  <a:pt x="10178" y="2714"/>
                </a:moveTo>
                <a:cubicBezTo>
                  <a:pt x="10176" y="2407"/>
                  <a:pt x="10099" y="2169"/>
                  <a:pt x="9946" y="2001"/>
                </a:cubicBezTo>
                <a:cubicBezTo>
                  <a:pt x="9794" y="1833"/>
                  <a:pt x="9562" y="1749"/>
                  <a:pt x="9250" y="1749"/>
                </a:cubicBezTo>
                <a:cubicBezTo>
                  <a:pt x="8937" y="1749"/>
                  <a:pt x="8688" y="1842"/>
                  <a:pt x="8502" y="2026"/>
                </a:cubicBezTo>
                <a:cubicBezTo>
                  <a:pt x="8316" y="2211"/>
                  <a:pt x="8211" y="2440"/>
                  <a:pt x="8186" y="2714"/>
                </a:cubicBezTo>
                <a:lnTo>
                  <a:pt x="10178" y="2714"/>
                </a:lnTo>
                <a:close/>
                <a:moveTo>
                  <a:pt x="12226" y="4843"/>
                </a:moveTo>
                <a:lnTo>
                  <a:pt x="11641" y="4843"/>
                </a:lnTo>
                <a:lnTo>
                  <a:pt x="11641" y="0"/>
                </a:lnTo>
                <a:lnTo>
                  <a:pt x="12226" y="0"/>
                </a:lnTo>
                <a:lnTo>
                  <a:pt x="12226" y="4843"/>
                </a:lnTo>
                <a:close/>
                <a:moveTo>
                  <a:pt x="14013" y="784"/>
                </a:moveTo>
                <a:lnTo>
                  <a:pt x="13353" y="784"/>
                </a:lnTo>
                <a:lnTo>
                  <a:pt x="13353" y="174"/>
                </a:lnTo>
                <a:lnTo>
                  <a:pt x="14013" y="174"/>
                </a:lnTo>
                <a:lnTo>
                  <a:pt x="14013" y="784"/>
                </a:lnTo>
                <a:moveTo>
                  <a:pt x="13975" y="4843"/>
                </a:moveTo>
                <a:lnTo>
                  <a:pt x="13390" y="4843"/>
                </a:lnTo>
                <a:lnTo>
                  <a:pt x="13390" y="1363"/>
                </a:lnTo>
                <a:lnTo>
                  <a:pt x="13975" y="1363"/>
                </a:lnTo>
                <a:lnTo>
                  <a:pt x="13975" y="4843"/>
                </a:lnTo>
                <a:close/>
                <a:moveTo>
                  <a:pt x="18096" y="3105"/>
                </a:moveTo>
                <a:cubicBezTo>
                  <a:pt x="18096" y="3673"/>
                  <a:pt x="17951" y="4121"/>
                  <a:pt x="17661" y="4450"/>
                </a:cubicBezTo>
                <a:cubicBezTo>
                  <a:pt x="17370" y="4778"/>
                  <a:pt x="16981" y="4943"/>
                  <a:pt x="16493" y="4943"/>
                </a:cubicBezTo>
                <a:cubicBezTo>
                  <a:pt x="16002" y="4943"/>
                  <a:pt x="15611" y="4778"/>
                  <a:pt x="15321" y="4450"/>
                </a:cubicBezTo>
                <a:cubicBezTo>
                  <a:pt x="15032" y="4121"/>
                  <a:pt x="14887" y="3673"/>
                  <a:pt x="14887" y="3105"/>
                </a:cubicBezTo>
                <a:cubicBezTo>
                  <a:pt x="14887" y="2537"/>
                  <a:pt x="15032" y="2088"/>
                  <a:pt x="15321" y="1758"/>
                </a:cubicBezTo>
                <a:cubicBezTo>
                  <a:pt x="15611" y="1429"/>
                  <a:pt x="16002" y="1264"/>
                  <a:pt x="16493" y="1264"/>
                </a:cubicBezTo>
                <a:cubicBezTo>
                  <a:pt x="16981" y="1264"/>
                  <a:pt x="17370" y="1429"/>
                  <a:pt x="17661" y="1758"/>
                </a:cubicBezTo>
                <a:cubicBezTo>
                  <a:pt x="17951" y="2088"/>
                  <a:pt x="18096" y="2537"/>
                  <a:pt x="18096" y="3105"/>
                </a:cubicBezTo>
                <a:moveTo>
                  <a:pt x="17493" y="3105"/>
                </a:moveTo>
                <a:cubicBezTo>
                  <a:pt x="17493" y="2655"/>
                  <a:pt x="17404" y="2321"/>
                  <a:pt x="17228" y="2102"/>
                </a:cubicBezTo>
                <a:cubicBezTo>
                  <a:pt x="17052" y="1883"/>
                  <a:pt x="16807" y="1774"/>
                  <a:pt x="16493" y="1774"/>
                </a:cubicBezTo>
                <a:cubicBezTo>
                  <a:pt x="16176" y="1774"/>
                  <a:pt x="15929" y="1883"/>
                  <a:pt x="15754" y="2102"/>
                </a:cubicBezTo>
                <a:cubicBezTo>
                  <a:pt x="15579" y="2321"/>
                  <a:pt x="15491" y="2655"/>
                  <a:pt x="15491" y="3105"/>
                </a:cubicBezTo>
                <a:cubicBezTo>
                  <a:pt x="15491" y="3540"/>
                  <a:pt x="15579" y="3870"/>
                  <a:pt x="15756" y="4095"/>
                </a:cubicBezTo>
                <a:cubicBezTo>
                  <a:pt x="15932" y="4320"/>
                  <a:pt x="16178" y="4432"/>
                  <a:pt x="16493" y="4432"/>
                </a:cubicBezTo>
                <a:cubicBezTo>
                  <a:pt x="16805" y="4432"/>
                  <a:pt x="17049" y="4321"/>
                  <a:pt x="17226" y="4098"/>
                </a:cubicBezTo>
                <a:cubicBezTo>
                  <a:pt x="17404" y="3875"/>
                  <a:pt x="17493" y="3544"/>
                  <a:pt x="17493" y="3105"/>
                </a:cubicBezTo>
                <a:close/>
                <a:moveTo>
                  <a:pt x="21909" y="4843"/>
                </a:moveTo>
                <a:lnTo>
                  <a:pt x="21324" y="4843"/>
                </a:lnTo>
                <a:lnTo>
                  <a:pt x="21324" y="2862"/>
                </a:lnTo>
                <a:cubicBezTo>
                  <a:pt x="21324" y="2702"/>
                  <a:pt x="21315" y="2551"/>
                  <a:pt x="21296" y="2411"/>
                </a:cubicBezTo>
                <a:cubicBezTo>
                  <a:pt x="21277" y="2271"/>
                  <a:pt x="21243" y="2162"/>
                  <a:pt x="21193" y="2083"/>
                </a:cubicBezTo>
                <a:cubicBezTo>
                  <a:pt x="21141" y="1995"/>
                  <a:pt x="21067" y="1930"/>
                  <a:pt x="20969" y="1888"/>
                </a:cubicBezTo>
                <a:cubicBezTo>
                  <a:pt x="20872" y="1845"/>
                  <a:pt x="20745" y="1824"/>
                  <a:pt x="20589" y="1824"/>
                </a:cubicBezTo>
                <a:cubicBezTo>
                  <a:pt x="20430" y="1824"/>
                  <a:pt x="20263" y="1863"/>
                  <a:pt x="20088" y="1942"/>
                </a:cubicBezTo>
                <a:cubicBezTo>
                  <a:pt x="19914" y="2021"/>
                  <a:pt x="19747" y="2122"/>
                  <a:pt x="19587" y="2245"/>
                </a:cubicBezTo>
                <a:lnTo>
                  <a:pt x="19587" y="4843"/>
                </a:lnTo>
                <a:lnTo>
                  <a:pt x="19002" y="4843"/>
                </a:lnTo>
                <a:lnTo>
                  <a:pt x="19002" y="1363"/>
                </a:lnTo>
                <a:lnTo>
                  <a:pt x="19587" y="1363"/>
                </a:lnTo>
                <a:lnTo>
                  <a:pt x="19587" y="1747"/>
                </a:lnTo>
                <a:cubicBezTo>
                  <a:pt x="19770" y="1595"/>
                  <a:pt x="19959" y="1477"/>
                  <a:pt x="20154" y="1392"/>
                </a:cubicBezTo>
                <a:cubicBezTo>
                  <a:pt x="20349" y="1306"/>
                  <a:pt x="20549" y="1264"/>
                  <a:pt x="20754" y="1264"/>
                </a:cubicBezTo>
                <a:cubicBezTo>
                  <a:pt x="21130" y="1264"/>
                  <a:pt x="21416" y="1377"/>
                  <a:pt x="21613" y="1604"/>
                </a:cubicBezTo>
                <a:cubicBezTo>
                  <a:pt x="21811" y="1830"/>
                  <a:pt x="21909" y="2156"/>
                  <a:pt x="21909" y="2583"/>
                </a:cubicBezTo>
                <a:lnTo>
                  <a:pt x="21909" y="4843"/>
                </a:lnTo>
                <a:close/>
                <a:moveTo>
                  <a:pt x="23665" y="784"/>
                </a:moveTo>
                <a:lnTo>
                  <a:pt x="23005" y="784"/>
                </a:lnTo>
                <a:lnTo>
                  <a:pt x="23005" y="174"/>
                </a:lnTo>
                <a:lnTo>
                  <a:pt x="23665" y="174"/>
                </a:lnTo>
                <a:lnTo>
                  <a:pt x="23665" y="784"/>
                </a:lnTo>
                <a:moveTo>
                  <a:pt x="23627" y="4843"/>
                </a:moveTo>
                <a:lnTo>
                  <a:pt x="23042" y="4843"/>
                </a:lnTo>
                <a:lnTo>
                  <a:pt x="23042" y="1363"/>
                </a:lnTo>
                <a:lnTo>
                  <a:pt x="23627" y="1363"/>
                </a:lnTo>
                <a:lnTo>
                  <a:pt x="23627" y="4843"/>
                </a:lnTo>
                <a:close/>
                <a:moveTo>
                  <a:pt x="27605" y="4843"/>
                </a:moveTo>
                <a:lnTo>
                  <a:pt x="27020" y="4843"/>
                </a:lnTo>
                <a:lnTo>
                  <a:pt x="27020" y="4481"/>
                </a:lnTo>
                <a:cubicBezTo>
                  <a:pt x="26852" y="4627"/>
                  <a:pt x="26676" y="4740"/>
                  <a:pt x="26494" y="4821"/>
                </a:cubicBezTo>
                <a:cubicBezTo>
                  <a:pt x="26311" y="4902"/>
                  <a:pt x="26113" y="4943"/>
                  <a:pt x="25899" y="4943"/>
                </a:cubicBezTo>
                <a:cubicBezTo>
                  <a:pt x="25484" y="4943"/>
                  <a:pt x="25155" y="4783"/>
                  <a:pt x="24911" y="4462"/>
                </a:cubicBezTo>
                <a:cubicBezTo>
                  <a:pt x="24667" y="4142"/>
                  <a:pt x="24545" y="3698"/>
                  <a:pt x="24545" y="3130"/>
                </a:cubicBezTo>
                <a:cubicBezTo>
                  <a:pt x="24545" y="2834"/>
                  <a:pt x="24587" y="2571"/>
                  <a:pt x="24671" y="2340"/>
                </a:cubicBezTo>
                <a:cubicBezTo>
                  <a:pt x="24755" y="2109"/>
                  <a:pt x="24869" y="1913"/>
                  <a:pt x="25012" y="1751"/>
                </a:cubicBezTo>
                <a:cubicBezTo>
                  <a:pt x="25153" y="1592"/>
                  <a:pt x="25318" y="1472"/>
                  <a:pt x="25506" y="1389"/>
                </a:cubicBezTo>
                <a:cubicBezTo>
                  <a:pt x="25693" y="1305"/>
                  <a:pt x="25888" y="1264"/>
                  <a:pt x="26089" y="1264"/>
                </a:cubicBezTo>
                <a:cubicBezTo>
                  <a:pt x="26272" y="1264"/>
                  <a:pt x="26434" y="1283"/>
                  <a:pt x="26575" y="1321"/>
                </a:cubicBezTo>
                <a:cubicBezTo>
                  <a:pt x="26716" y="1360"/>
                  <a:pt x="26864" y="1420"/>
                  <a:pt x="27020" y="1501"/>
                </a:cubicBezTo>
                <a:lnTo>
                  <a:pt x="27020" y="0"/>
                </a:lnTo>
                <a:lnTo>
                  <a:pt x="27605" y="0"/>
                </a:lnTo>
                <a:lnTo>
                  <a:pt x="27605" y="4843"/>
                </a:lnTo>
                <a:moveTo>
                  <a:pt x="27020" y="3987"/>
                </a:moveTo>
                <a:lnTo>
                  <a:pt x="27020" y="1992"/>
                </a:lnTo>
                <a:cubicBezTo>
                  <a:pt x="26862" y="1921"/>
                  <a:pt x="26721" y="1873"/>
                  <a:pt x="26596" y="1846"/>
                </a:cubicBezTo>
                <a:cubicBezTo>
                  <a:pt x="26472" y="1819"/>
                  <a:pt x="26336" y="1805"/>
                  <a:pt x="26189" y="1805"/>
                </a:cubicBezTo>
                <a:cubicBezTo>
                  <a:pt x="25861" y="1805"/>
                  <a:pt x="25606" y="1919"/>
                  <a:pt x="25423" y="2148"/>
                </a:cubicBezTo>
                <a:cubicBezTo>
                  <a:pt x="25240" y="2376"/>
                  <a:pt x="25149" y="2700"/>
                  <a:pt x="25149" y="3119"/>
                </a:cubicBezTo>
                <a:cubicBezTo>
                  <a:pt x="25149" y="3532"/>
                  <a:pt x="25220" y="3846"/>
                  <a:pt x="25361" y="4060"/>
                </a:cubicBezTo>
                <a:cubicBezTo>
                  <a:pt x="25502" y="4275"/>
                  <a:pt x="25728" y="4382"/>
                  <a:pt x="26039" y="4382"/>
                </a:cubicBezTo>
                <a:cubicBezTo>
                  <a:pt x="26205" y="4382"/>
                  <a:pt x="26373" y="4346"/>
                  <a:pt x="26544" y="4272"/>
                </a:cubicBezTo>
                <a:cubicBezTo>
                  <a:pt x="26714" y="4198"/>
                  <a:pt x="26872" y="4103"/>
                  <a:pt x="27020" y="3987"/>
                </a:cubicBezTo>
                <a:close/>
                <a:moveTo>
                  <a:pt x="31458" y="4843"/>
                </a:moveTo>
                <a:lnTo>
                  <a:pt x="30876" y="4843"/>
                </a:lnTo>
                <a:lnTo>
                  <a:pt x="30876" y="4475"/>
                </a:lnTo>
                <a:cubicBezTo>
                  <a:pt x="30824" y="4511"/>
                  <a:pt x="30754" y="4560"/>
                  <a:pt x="30666" y="4623"/>
                </a:cubicBezTo>
                <a:cubicBezTo>
                  <a:pt x="30578" y="4687"/>
                  <a:pt x="30492" y="4737"/>
                  <a:pt x="30409" y="4774"/>
                </a:cubicBezTo>
                <a:cubicBezTo>
                  <a:pt x="30312" y="4822"/>
                  <a:pt x="30200" y="4862"/>
                  <a:pt x="30073" y="4894"/>
                </a:cubicBezTo>
                <a:cubicBezTo>
                  <a:pt x="29947" y="4927"/>
                  <a:pt x="29798" y="4943"/>
                  <a:pt x="29628" y="4943"/>
                </a:cubicBezTo>
                <a:cubicBezTo>
                  <a:pt x="29315" y="4943"/>
                  <a:pt x="29049" y="4839"/>
                  <a:pt x="28831" y="4631"/>
                </a:cubicBezTo>
                <a:cubicBezTo>
                  <a:pt x="28613" y="4423"/>
                  <a:pt x="28504" y="4158"/>
                  <a:pt x="28504" y="3836"/>
                </a:cubicBezTo>
                <a:cubicBezTo>
                  <a:pt x="28504" y="3572"/>
                  <a:pt x="28561" y="3359"/>
                  <a:pt x="28674" y="3196"/>
                </a:cubicBezTo>
                <a:cubicBezTo>
                  <a:pt x="28787" y="3033"/>
                  <a:pt x="28949" y="2904"/>
                  <a:pt x="29158" y="2811"/>
                </a:cubicBezTo>
                <a:cubicBezTo>
                  <a:pt x="29370" y="2718"/>
                  <a:pt x="29624" y="2654"/>
                  <a:pt x="29921" y="2621"/>
                </a:cubicBezTo>
                <a:cubicBezTo>
                  <a:pt x="30217" y="2588"/>
                  <a:pt x="30536" y="2563"/>
                  <a:pt x="30876" y="2546"/>
                </a:cubicBezTo>
                <a:lnTo>
                  <a:pt x="30876" y="2455"/>
                </a:lnTo>
                <a:cubicBezTo>
                  <a:pt x="30876" y="2321"/>
                  <a:pt x="30853" y="2210"/>
                  <a:pt x="30806" y="2122"/>
                </a:cubicBezTo>
                <a:cubicBezTo>
                  <a:pt x="30760" y="2035"/>
                  <a:pt x="30693" y="1965"/>
                  <a:pt x="30605" y="1915"/>
                </a:cubicBezTo>
                <a:cubicBezTo>
                  <a:pt x="30522" y="1867"/>
                  <a:pt x="30423" y="1835"/>
                  <a:pt x="30307" y="1818"/>
                </a:cubicBezTo>
                <a:cubicBezTo>
                  <a:pt x="30190" y="1801"/>
                  <a:pt x="30069" y="1793"/>
                  <a:pt x="29942" y="1793"/>
                </a:cubicBezTo>
                <a:cubicBezTo>
                  <a:pt x="29789" y="1793"/>
                  <a:pt x="29618" y="1814"/>
                  <a:pt x="29429" y="1855"/>
                </a:cubicBezTo>
                <a:cubicBezTo>
                  <a:pt x="29240" y="1897"/>
                  <a:pt x="29045" y="1957"/>
                  <a:pt x="28844" y="2036"/>
                </a:cubicBezTo>
                <a:lnTo>
                  <a:pt x="28813" y="2036"/>
                </a:lnTo>
                <a:lnTo>
                  <a:pt x="28813" y="1441"/>
                </a:lnTo>
                <a:cubicBezTo>
                  <a:pt x="28927" y="1410"/>
                  <a:pt x="29092" y="1376"/>
                  <a:pt x="29308" y="1338"/>
                </a:cubicBezTo>
                <a:cubicBezTo>
                  <a:pt x="29523" y="1301"/>
                  <a:pt x="29736" y="1282"/>
                  <a:pt x="29946" y="1282"/>
                </a:cubicBezTo>
                <a:cubicBezTo>
                  <a:pt x="30190" y="1282"/>
                  <a:pt x="30404" y="1303"/>
                  <a:pt x="30585" y="1343"/>
                </a:cubicBezTo>
                <a:cubicBezTo>
                  <a:pt x="30767" y="1384"/>
                  <a:pt x="30924" y="1453"/>
                  <a:pt x="31057" y="1550"/>
                </a:cubicBezTo>
                <a:cubicBezTo>
                  <a:pt x="31188" y="1646"/>
                  <a:pt x="31287" y="1769"/>
                  <a:pt x="31356" y="1920"/>
                </a:cubicBezTo>
                <a:cubicBezTo>
                  <a:pt x="31424" y="2072"/>
                  <a:pt x="31458" y="2260"/>
                  <a:pt x="31458" y="2484"/>
                </a:cubicBezTo>
                <a:lnTo>
                  <a:pt x="31458" y="4843"/>
                </a:lnTo>
                <a:moveTo>
                  <a:pt x="30876" y="3992"/>
                </a:moveTo>
                <a:lnTo>
                  <a:pt x="30876" y="3019"/>
                </a:lnTo>
                <a:cubicBezTo>
                  <a:pt x="30698" y="3030"/>
                  <a:pt x="30488" y="3045"/>
                  <a:pt x="30246" y="3066"/>
                </a:cubicBezTo>
                <a:cubicBezTo>
                  <a:pt x="30004" y="3087"/>
                  <a:pt x="29813" y="3117"/>
                  <a:pt x="29672" y="3157"/>
                </a:cubicBezTo>
                <a:cubicBezTo>
                  <a:pt x="29504" y="3205"/>
                  <a:pt x="29368" y="3279"/>
                  <a:pt x="29264" y="3380"/>
                </a:cubicBezTo>
                <a:cubicBezTo>
                  <a:pt x="29160" y="3481"/>
                  <a:pt x="29108" y="3621"/>
                  <a:pt x="29108" y="3798"/>
                </a:cubicBezTo>
                <a:cubicBezTo>
                  <a:pt x="29108" y="3998"/>
                  <a:pt x="29168" y="4148"/>
                  <a:pt x="29289" y="4250"/>
                </a:cubicBezTo>
                <a:cubicBezTo>
                  <a:pt x="29409" y="4351"/>
                  <a:pt x="29593" y="4401"/>
                  <a:pt x="29840" y="4401"/>
                </a:cubicBezTo>
                <a:cubicBezTo>
                  <a:pt x="30045" y="4401"/>
                  <a:pt x="30233" y="4361"/>
                  <a:pt x="30403" y="4281"/>
                </a:cubicBezTo>
                <a:cubicBezTo>
                  <a:pt x="30573" y="4201"/>
                  <a:pt x="30731" y="4104"/>
                  <a:pt x="30876" y="3992"/>
                </a:cubicBezTo>
                <a:close/>
                <a:moveTo>
                  <a:pt x="35495" y="3162"/>
                </a:moveTo>
                <a:lnTo>
                  <a:pt x="32934" y="3162"/>
                </a:lnTo>
                <a:cubicBezTo>
                  <a:pt x="32934" y="3377"/>
                  <a:pt x="32966" y="3563"/>
                  <a:pt x="33030" y="3722"/>
                </a:cubicBezTo>
                <a:cubicBezTo>
                  <a:pt x="33095" y="3882"/>
                  <a:pt x="33183" y="4012"/>
                  <a:pt x="33295" y="4114"/>
                </a:cubicBezTo>
                <a:cubicBezTo>
                  <a:pt x="33403" y="4214"/>
                  <a:pt x="33531" y="4289"/>
                  <a:pt x="33679" y="4339"/>
                </a:cubicBezTo>
                <a:cubicBezTo>
                  <a:pt x="33828" y="4389"/>
                  <a:pt x="33991" y="4414"/>
                  <a:pt x="34169" y="4414"/>
                </a:cubicBezTo>
                <a:cubicBezTo>
                  <a:pt x="34406" y="4414"/>
                  <a:pt x="34644" y="4366"/>
                  <a:pt x="34884" y="4271"/>
                </a:cubicBezTo>
                <a:cubicBezTo>
                  <a:pt x="35123" y="4176"/>
                  <a:pt x="35294" y="4082"/>
                  <a:pt x="35396" y="3990"/>
                </a:cubicBezTo>
                <a:lnTo>
                  <a:pt x="35427" y="3990"/>
                </a:lnTo>
                <a:lnTo>
                  <a:pt x="35427" y="4631"/>
                </a:lnTo>
                <a:cubicBezTo>
                  <a:pt x="35230" y="4714"/>
                  <a:pt x="35028" y="4784"/>
                  <a:pt x="34823" y="4840"/>
                </a:cubicBezTo>
                <a:cubicBezTo>
                  <a:pt x="34618" y="4896"/>
                  <a:pt x="34402" y="4924"/>
                  <a:pt x="34176" y="4924"/>
                </a:cubicBezTo>
                <a:cubicBezTo>
                  <a:pt x="33599" y="4924"/>
                  <a:pt x="33148" y="4768"/>
                  <a:pt x="32825" y="4455"/>
                </a:cubicBezTo>
                <a:cubicBezTo>
                  <a:pt x="32501" y="4142"/>
                  <a:pt x="32339" y="3698"/>
                  <a:pt x="32339" y="3122"/>
                </a:cubicBezTo>
                <a:cubicBezTo>
                  <a:pt x="32339" y="2552"/>
                  <a:pt x="32494" y="2100"/>
                  <a:pt x="32805" y="1766"/>
                </a:cubicBezTo>
                <a:cubicBezTo>
                  <a:pt x="33115" y="1431"/>
                  <a:pt x="33523" y="1264"/>
                  <a:pt x="34029" y="1264"/>
                </a:cubicBezTo>
                <a:cubicBezTo>
                  <a:pt x="34498" y="1264"/>
                  <a:pt x="34860" y="1401"/>
                  <a:pt x="35114" y="1675"/>
                </a:cubicBezTo>
                <a:cubicBezTo>
                  <a:pt x="35368" y="1950"/>
                  <a:pt x="35495" y="2339"/>
                  <a:pt x="35495" y="2844"/>
                </a:cubicBezTo>
                <a:lnTo>
                  <a:pt x="35495" y="3162"/>
                </a:lnTo>
                <a:moveTo>
                  <a:pt x="34926" y="2714"/>
                </a:moveTo>
                <a:cubicBezTo>
                  <a:pt x="34924" y="2407"/>
                  <a:pt x="34846" y="2169"/>
                  <a:pt x="34694" y="2001"/>
                </a:cubicBezTo>
                <a:cubicBezTo>
                  <a:pt x="34541" y="1833"/>
                  <a:pt x="34309" y="1749"/>
                  <a:pt x="33998" y="1749"/>
                </a:cubicBezTo>
                <a:cubicBezTo>
                  <a:pt x="33685" y="1749"/>
                  <a:pt x="33435" y="1842"/>
                  <a:pt x="33250" y="2026"/>
                </a:cubicBezTo>
                <a:cubicBezTo>
                  <a:pt x="33064" y="2211"/>
                  <a:pt x="32959" y="2440"/>
                  <a:pt x="32934" y="2714"/>
                </a:cubicBezTo>
                <a:lnTo>
                  <a:pt x="34926" y="27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65867E-B23F-454D-AF49-C259ED850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709" y="880513"/>
            <a:ext cx="79304" cy="85431"/>
          </a:xfrm>
          <a:custGeom xmlns:a="http://schemas.openxmlformats.org/drawingml/2006/main">
            <a:pathLst>
              <a:path w="79304" h="85431">
                <a:moveTo>
                  <a:pt x="0" y="0"/>
                </a:moveTo>
                <a:lnTo>
                  <a:pt x="79304" y="0"/>
                </a:lnTo>
                <a:lnTo>
                  <a:pt x="79304" y="85431"/>
                </a:lnTo>
                <a:lnTo>
                  <a:pt x="0" y="854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C8D45B-0387-431C-AD72-7406A9A073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709" y="880515"/>
            <a:ext cx="79305" cy="85431"/>
          </a:xfrm>
          <a:custGeom xmlns:a="http://schemas.openxmlformats.org/drawingml/2006/main">
            <a:pathLst>
              <a:path w="79305" h="85431" fill="none">
                <a:moveTo>
                  <a:pt x="0" y="0"/>
                </a:moveTo>
                <a:lnTo>
                  <a:pt x="79305" y="0"/>
                </a:lnTo>
                <a:lnTo>
                  <a:pt x="79305" y="85431"/>
                </a:lnTo>
                <a:lnTo>
                  <a:pt x="0" y="854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73" name="Text Vespidae">
            <a:extLst xmlns:a="http://schemas.openxmlformats.org/drawingml/2006/main">
              <a:ext uri="{FF2B5EF4-FFF2-40B4-BE49-F238E27FC236}">
                <a16:creationId xmlns:a16="http://schemas.microsoft.com/office/drawing/2014/main" id="{E30D4625-6645-4E74-8412-8E81C2F0AB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4303" y="904850"/>
            <a:ext cx="33748" cy="7279"/>
          </a:xfrm>
          <a:custGeom xmlns:a="http://schemas.openxmlformats.org/drawingml/2006/main">
            <a:pathLst>
              <a:path w="33748" h="7279">
                <a:moveTo>
                  <a:pt x="4986" y="244"/>
                </a:moveTo>
                <a:lnTo>
                  <a:pt x="2981" y="5755"/>
                </a:lnTo>
                <a:lnTo>
                  <a:pt x="2005" y="5755"/>
                </a:lnTo>
                <a:lnTo>
                  <a:pt x="0" y="244"/>
                </a:lnTo>
                <a:lnTo>
                  <a:pt x="784" y="244"/>
                </a:lnTo>
                <a:lnTo>
                  <a:pt x="2511" y="5092"/>
                </a:lnTo>
                <a:lnTo>
                  <a:pt x="4238" y="244"/>
                </a:lnTo>
                <a:lnTo>
                  <a:pt x="4986" y="244"/>
                </a:lnTo>
                <a:close/>
                <a:moveTo>
                  <a:pt x="9224" y="3758"/>
                </a:moveTo>
                <a:lnTo>
                  <a:pt x="6180" y="3758"/>
                </a:lnTo>
                <a:cubicBezTo>
                  <a:pt x="6180" y="4012"/>
                  <a:pt x="6218" y="4234"/>
                  <a:pt x="6295" y="4423"/>
                </a:cubicBezTo>
                <a:cubicBezTo>
                  <a:pt x="6371" y="4612"/>
                  <a:pt x="6476" y="4767"/>
                  <a:pt x="6609" y="4888"/>
                </a:cubicBezTo>
                <a:cubicBezTo>
                  <a:pt x="6738" y="5007"/>
                  <a:pt x="6890" y="5096"/>
                  <a:pt x="7066" y="5155"/>
                </a:cubicBezTo>
                <a:cubicBezTo>
                  <a:pt x="7242" y="5215"/>
                  <a:pt x="7437" y="5244"/>
                  <a:pt x="7649" y="5244"/>
                </a:cubicBezTo>
                <a:cubicBezTo>
                  <a:pt x="7930" y="5244"/>
                  <a:pt x="8213" y="5188"/>
                  <a:pt x="8497" y="5075"/>
                </a:cubicBezTo>
                <a:cubicBezTo>
                  <a:pt x="8782" y="4962"/>
                  <a:pt x="8985" y="4851"/>
                  <a:pt x="9106" y="4741"/>
                </a:cubicBezTo>
                <a:lnTo>
                  <a:pt x="9143" y="4741"/>
                </a:lnTo>
                <a:lnTo>
                  <a:pt x="9143" y="5502"/>
                </a:lnTo>
                <a:cubicBezTo>
                  <a:pt x="8908" y="5601"/>
                  <a:pt x="8669" y="5684"/>
                  <a:pt x="8425" y="5751"/>
                </a:cubicBezTo>
                <a:cubicBezTo>
                  <a:pt x="8181" y="5818"/>
                  <a:pt x="7925" y="5851"/>
                  <a:pt x="7656" y="5851"/>
                </a:cubicBezTo>
                <a:cubicBezTo>
                  <a:pt x="6971" y="5851"/>
                  <a:pt x="6435" y="5665"/>
                  <a:pt x="6051" y="5293"/>
                </a:cubicBezTo>
                <a:cubicBezTo>
                  <a:pt x="5666" y="4922"/>
                  <a:pt x="5474" y="4394"/>
                  <a:pt x="5474" y="3710"/>
                </a:cubicBezTo>
                <a:cubicBezTo>
                  <a:pt x="5474" y="3033"/>
                  <a:pt x="5658" y="2496"/>
                  <a:pt x="6027" y="2098"/>
                </a:cubicBezTo>
                <a:cubicBezTo>
                  <a:pt x="6395" y="1700"/>
                  <a:pt x="6881" y="1502"/>
                  <a:pt x="7482" y="1502"/>
                </a:cubicBezTo>
                <a:cubicBezTo>
                  <a:pt x="8039" y="1502"/>
                  <a:pt x="8469" y="1665"/>
                  <a:pt x="8771" y="1991"/>
                </a:cubicBezTo>
                <a:cubicBezTo>
                  <a:pt x="9073" y="2317"/>
                  <a:pt x="9224" y="2780"/>
                  <a:pt x="9224" y="3380"/>
                </a:cubicBezTo>
                <a:lnTo>
                  <a:pt x="9224" y="3758"/>
                </a:lnTo>
                <a:moveTo>
                  <a:pt x="8547" y="3225"/>
                </a:moveTo>
                <a:cubicBezTo>
                  <a:pt x="8545" y="2860"/>
                  <a:pt x="8453" y="2578"/>
                  <a:pt x="8272" y="2378"/>
                </a:cubicBezTo>
                <a:cubicBezTo>
                  <a:pt x="8091" y="2178"/>
                  <a:pt x="7815" y="2079"/>
                  <a:pt x="7445" y="2079"/>
                </a:cubicBezTo>
                <a:cubicBezTo>
                  <a:pt x="7073" y="2079"/>
                  <a:pt x="6776" y="2188"/>
                  <a:pt x="6556" y="2408"/>
                </a:cubicBezTo>
                <a:cubicBezTo>
                  <a:pt x="6335" y="2627"/>
                  <a:pt x="6210" y="2900"/>
                  <a:pt x="6180" y="3225"/>
                </a:cubicBezTo>
                <a:lnTo>
                  <a:pt x="8547" y="3225"/>
                </a:lnTo>
                <a:close/>
                <a:moveTo>
                  <a:pt x="13229" y="4561"/>
                </a:moveTo>
                <a:cubicBezTo>
                  <a:pt x="13229" y="4938"/>
                  <a:pt x="13073" y="5247"/>
                  <a:pt x="12761" y="5489"/>
                </a:cubicBezTo>
                <a:cubicBezTo>
                  <a:pt x="12449" y="5730"/>
                  <a:pt x="12024" y="5851"/>
                  <a:pt x="11484" y="5851"/>
                </a:cubicBezTo>
                <a:cubicBezTo>
                  <a:pt x="11178" y="5851"/>
                  <a:pt x="10897" y="5814"/>
                  <a:pt x="10642" y="5742"/>
                </a:cubicBezTo>
                <a:cubicBezTo>
                  <a:pt x="10387" y="5669"/>
                  <a:pt x="10173" y="5589"/>
                  <a:pt x="10000" y="5502"/>
                </a:cubicBezTo>
                <a:lnTo>
                  <a:pt x="10000" y="4719"/>
                </a:lnTo>
                <a:lnTo>
                  <a:pt x="10037" y="4719"/>
                </a:lnTo>
                <a:cubicBezTo>
                  <a:pt x="10257" y="4887"/>
                  <a:pt x="10501" y="5020"/>
                  <a:pt x="10770" y="5119"/>
                </a:cubicBezTo>
                <a:cubicBezTo>
                  <a:pt x="11038" y="5217"/>
                  <a:pt x="11296" y="5267"/>
                  <a:pt x="11543" y="5267"/>
                </a:cubicBezTo>
                <a:cubicBezTo>
                  <a:pt x="11848" y="5267"/>
                  <a:pt x="12088" y="5217"/>
                  <a:pt x="12260" y="5118"/>
                </a:cubicBezTo>
                <a:cubicBezTo>
                  <a:pt x="12433" y="5019"/>
                  <a:pt x="12519" y="4863"/>
                  <a:pt x="12519" y="4650"/>
                </a:cubicBezTo>
                <a:cubicBezTo>
                  <a:pt x="12519" y="4487"/>
                  <a:pt x="12472" y="4364"/>
                  <a:pt x="12379" y="4280"/>
                </a:cubicBezTo>
                <a:cubicBezTo>
                  <a:pt x="12285" y="4197"/>
                  <a:pt x="12105" y="4125"/>
                  <a:pt x="11839" y="4066"/>
                </a:cubicBezTo>
                <a:cubicBezTo>
                  <a:pt x="11740" y="4044"/>
                  <a:pt x="11611" y="4018"/>
                  <a:pt x="11452" y="3989"/>
                </a:cubicBezTo>
                <a:cubicBezTo>
                  <a:pt x="11293" y="3959"/>
                  <a:pt x="11148" y="3927"/>
                  <a:pt x="11018" y="3893"/>
                </a:cubicBezTo>
                <a:cubicBezTo>
                  <a:pt x="10655" y="3796"/>
                  <a:pt x="10398" y="3655"/>
                  <a:pt x="10246" y="3469"/>
                </a:cubicBezTo>
                <a:cubicBezTo>
                  <a:pt x="10095" y="3283"/>
                  <a:pt x="10019" y="3055"/>
                  <a:pt x="10019" y="2784"/>
                </a:cubicBezTo>
                <a:cubicBezTo>
                  <a:pt x="10019" y="2614"/>
                  <a:pt x="10054" y="2454"/>
                  <a:pt x="10124" y="2304"/>
                </a:cubicBezTo>
                <a:cubicBezTo>
                  <a:pt x="10195" y="2153"/>
                  <a:pt x="10301" y="2019"/>
                  <a:pt x="10444" y="1901"/>
                </a:cubicBezTo>
                <a:cubicBezTo>
                  <a:pt x="10582" y="1785"/>
                  <a:pt x="10758" y="1693"/>
                  <a:pt x="10971" y="1625"/>
                </a:cubicBezTo>
                <a:cubicBezTo>
                  <a:pt x="11185" y="1558"/>
                  <a:pt x="11423" y="1524"/>
                  <a:pt x="11687" y="1524"/>
                </a:cubicBezTo>
                <a:cubicBezTo>
                  <a:pt x="11934" y="1524"/>
                  <a:pt x="12183" y="1554"/>
                  <a:pt x="12436" y="1614"/>
                </a:cubicBezTo>
                <a:cubicBezTo>
                  <a:pt x="12689" y="1674"/>
                  <a:pt x="12899" y="1747"/>
                  <a:pt x="13066" y="1833"/>
                </a:cubicBezTo>
                <a:lnTo>
                  <a:pt x="13066" y="2574"/>
                </a:lnTo>
                <a:lnTo>
                  <a:pt x="13029" y="2574"/>
                </a:lnTo>
                <a:cubicBezTo>
                  <a:pt x="12852" y="2443"/>
                  <a:pt x="12636" y="2333"/>
                  <a:pt x="12382" y="2243"/>
                </a:cubicBezTo>
                <a:cubicBezTo>
                  <a:pt x="12128" y="2153"/>
                  <a:pt x="11879" y="2108"/>
                  <a:pt x="11635" y="2108"/>
                </a:cubicBezTo>
                <a:cubicBezTo>
                  <a:pt x="11381" y="2108"/>
                  <a:pt x="11167" y="2157"/>
                  <a:pt x="10992" y="2255"/>
                </a:cubicBezTo>
                <a:cubicBezTo>
                  <a:pt x="10817" y="2353"/>
                  <a:pt x="10729" y="2498"/>
                  <a:pt x="10729" y="2691"/>
                </a:cubicBezTo>
                <a:cubicBezTo>
                  <a:pt x="10729" y="2861"/>
                  <a:pt x="10782" y="2990"/>
                  <a:pt x="10888" y="3076"/>
                </a:cubicBezTo>
                <a:cubicBezTo>
                  <a:pt x="10992" y="3162"/>
                  <a:pt x="11159" y="3232"/>
                  <a:pt x="11391" y="3286"/>
                </a:cubicBezTo>
                <a:cubicBezTo>
                  <a:pt x="11519" y="3316"/>
                  <a:pt x="11663" y="3346"/>
                  <a:pt x="11822" y="3375"/>
                </a:cubicBezTo>
                <a:cubicBezTo>
                  <a:pt x="11981" y="3405"/>
                  <a:pt x="12114" y="3432"/>
                  <a:pt x="12220" y="3456"/>
                </a:cubicBezTo>
                <a:cubicBezTo>
                  <a:pt x="12543" y="3530"/>
                  <a:pt x="12792" y="3657"/>
                  <a:pt x="12967" y="3837"/>
                </a:cubicBezTo>
                <a:cubicBezTo>
                  <a:pt x="13142" y="4019"/>
                  <a:pt x="13229" y="4261"/>
                  <a:pt x="13229" y="4561"/>
                </a:cubicBezTo>
                <a:close/>
                <a:moveTo>
                  <a:pt x="17860" y="3636"/>
                </a:moveTo>
                <a:cubicBezTo>
                  <a:pt x="17860" y="3971"/>
                  <a:pt x="17812" y="4278"/>
                  <a:pt x="17715" y="4556"/>
                </a:cubicBezTo>
                <a:cubicBezTo>
                  <a:pt x="17619" y="4834"/>
                  <a:pt x="17484" y="5069"/>
                  <a:pt x="17309" y="5262"/>
                </a:cubicBezTo>
                <a:cubicBezTo>
                  <a:pt x="17146" y="5445"/>
                  <a:pt x="16954" y="5586"/>
                  <a:pt x="16733" y="5686"/>
                </a:cubicBezTo>
                <a:cubicBezTo>
                  <a:pt x="16513" y="5786"/>
                  <a:pt x="16279" y="5836"/>
                  <a:pt x="16033" y="5836"/>
                </a:cubicBezTo>
                <a:cubicBezTo>
                  <a:pt x="15818" y="5836"/>
                  <a:pt x="15624" y="5813"/>
                  <a:pt x="15450" y="5766"/>
                </a:cubicBezTo>
                <a:cubicBezTo>
                  <a:pt x="15276" y="5719"/>
                  <a:pt x="15099" y="5646"/>
                  <a:pt x="14919" y="5547"/>
                </a:cubicBezTo>
                <a:lnTo>
                  <a:pt x="14919" y="7279"/>
                </a:lnTo>
                <a:lnTo>
                  <a:pt x="14224" y="7279"/>
                </a:lnTo>
                <a:lnTo>
                  <a:pt x="14224" y="1620"/>
                </a:lnTo>
                <a:lnTo>
                  <a:pt x="14919" y="1620"/>
                </a:lnTo>
                <a:lnTo>
                  <a:pt x="14919" y="2050"/>
                </a:lnTo>
                <a:cubicBezTo>
                  <a:pt x="15104" y="1894"/>
                  <a:pt x="15312" y="1764"/>
                  <a:pt x="15543" y="1659"/>
                </a:cubicBezTo>
                <a:cubicBezTo>
                  <a:pt x="15773" y="1554"/>
                  <a:pt x="16019" y="1502"/>
                  <a:pt x="16280" y="1502"/>
                </a:cubicBezTo>
                <a:cubicBezTo>
                  <a:pt x="16778" y="1502"/>
                  <a:pt x="17166" y="1690"/>
                  <a:pt x="17444" y="2067"/>
                </a:cubicBezTo>
                <a:cubicBezTo>
                  <a:pt x="17721" y="2443"/>
                  <a:pt x="17860" y="2966"/>
                  <a:pt x="17860" y="3636"/>
                </a:cubicBezTo>
                <a:moveTo>
                  <a:pt x="17142" y="3654"/>
                </a:moveTo>
                <a:cubicBezTo>
                  <a:pt x="17142" y="3156"/>
                  <a:pt x="17057" y="2784"/>
                  <a:pt x="16887" y="2537"/>
                </a:cubicBezTo>
                <a:cubicBezTo>
                  <a:pt x="16717" y="2291"/>
                  <a:pt x="16455" y="2167"/>
                  <a:pt x="16103" y="2167"/>
                </a:cubicBezTo>
                <a:cubicBezTo>
                  <a:pt x="15903" y="2167"/>
                  <a:pt x="15702" y="2210"/>
                  <a:pt x="15500" y="2297"/>
                </a:cubicBezTo>
                <a:cubicBezTo>
                  <a:pt x="15298" y="2383"/>
                  <a:pt x="15104" y="2496"/>
                  <a:pt x="14919" y="2637"/>
                </a:cubicBezTo>
                <a:lnTo>
                  <a:pt x="14919" y="4978"/>
                </a:lnTo>
                <a:cubicBezTo>
                  <a:pt x="15117" y="5067"/>
                  <a:pt x="15286" y="5127"/>
                  <a:pt x="15428" y="5159"/>
                </a:cubicBezTo>
                <a:cubicBezTo>
                  <a:pt x="15570" y="5191"/>
                  <a:pt x="15731" y="5207"/>
                  <a:pt x="15911" y="5207"/>
                </a:cubicBezTo>
                <a:cubicBezTo>
                  <a:pt x="16298" y="5207"/>
                  <a:pt x="16600" y="5077"/>
                  <a:pt x="16817" y="4815"/>
                </a:cubicBezTo>
                <a:cubicBezTo>
                  <a:pt x="17034" y="4554"/>
                  <a:pt x="17142" y="4167"/>
                  <a:pt x="17142" y="3654"/>
                </a:cubicBezTo>
                <a:close/>
                <a:moveTo>
                  <a:pt x="19691" y="932"/>
                </a:moveTo>
                <a:lnTo>
                  <a:pt x="18906" y="932"/>
                </a:lnTo>
                <a:lnTo>
                  <a:pt x="18906" y="207"/>
                </a:lnTo>
                <a:lnTo>
                  <a:pt x="19691" y="207"/>
                </a:lnTo>
                <a:lnTo>
                  <a:pt x="19691" y="932"/>
                </a:lnTo>
                <a:moveTo>
                  <a:pt x="19646" y="5755"/>
                </a:moveTo>
                <a:lnTo>
                  <a:pt x="18951" y="5755"/>
                </a:lnTo>
                <a:lnTo>
                  <a:pt x="18951" y="1620"/>
                </a:lnTo>
                <a:lnTo>
                  <a:pt x="19646" y="1620"/>
                </a:lnTo>
                <a:lnTo>
                  <a:pt x="19646" y="5755"/>
                </a:lnTo>
                <a:close/>
                <a:moveTo>
                  <a:pt x="24373" y="5755"/>
                </a:moveTo>
                <a:lnTo>
                  <a:pt x="23677" y="5755"/>
                </a:lnTo>
                <a:lnTo>
                  <a:pt x="23677" y="5324"/>
                </a:lnTo>
                <a:cubicBezTo>
                  <a:pt x="23477" y="5497"/>
                  <a:pt x="23269" y="5632"/>
                  <a:pt x="23052" y="5729"/>
                </a:cubicBezTo>
                <a:cubicBezTo>
                  <a:pt x="22835" y="5825"/>
                  <a:pt x="22600" y="5873"/>
                  <a:pt x="22346" y="5873"/>
                </a:cubicBezTo>
                <a:cubicBezTo>
                  <a:pt x="21853" y="5873"/>
                  <a:pt x="21461" y="5683"/>
                  <a:pt x="21172" y="5302"/>
                </a:cubicBezTo>
                <a:cubicBezTo>
                  <a:pt x="20882" y="4921"/>
                  <a:pt x="20737" y="4394"/>
                  <a:pt x="20737" y="3719"/>
                </a:cubicBezTo>
                <a:cubicBezTo>
                  <a:pt x="20737" y="3368"/>
                  <a:pt x="20787" y="3055"/>
                  <a:pt x="20887" y="2781"/>
                </a:cubicBezTo>
                <a:cubicBezTo>
                  <a:pt x="20987" y="2506"/>
                  <a:pt x="21122" y="2273"/>
                  <a:pt x="21292" y="2080"/>
                </a:cubicBezTo>
                <a:cubicBezTo>
                  <a:pt x="21459" y="1892"/>
                  <a:pt x="21655" y="1749"/>
                  <a:pt x="21878" y="1650"/>
                </a:cubicBezTo>
                <a:cubicBezTo>
                  <a:pt x="22101" y="1551"/>
                  <a:pt x="22332" y="1502"/>
                  <a:pt x="22571" y="1502"/>
                </a:cubicBezTo>
                <a:cubicBezTo>
                  <a:pt x="22788" y="1502"/>
                  <a:pt x="22981" y="1524"/>
                  <a:pt x="23148" y="1570"/>
                </a:cubicBezTo>
                <a:cubicBezTo>
                  <a:pt x="23316" y="1616"/>
                  <a:pt x="23492" y="1687"/>
                  <a:pt x="23677" y="1783"/>
                </a:cubicBezTo>
                <a:lnTo>
                  <a:pt x="23677" y="0"/>
                </a:lnTo>
                <a:lnTo>
                  <a:pt x="24373" y="0"/>
                </a:lnTo>
                <a:lnTo>
                  <a:pt x="24373" y="5755"/>
                </a:lnTo>
                <a:moveTo>
                  <a:pt x="23677" y="4738"/>
                </a:moveTo>
                <a:lnTo>
                  <a:pt x="23677" y="2367"/>
                </a:lnTo>
                <a:cubicBezTo>
                  <a:pt x="23490" y="2283"/>
                  <a:pt x="23322" y="2225"/>
                  <a:pt x="23174" y="2193"/>
                </a:cubicBezTo>
                <a:cubicBezTo>
                  <a:pt x="23026" y="2161"/>
                  <a:pt x="22865" y="2145"/>
                  <a:pt x="22690" y="2145"/>
                </a:cubicBezTo>
                <a:cubicBezTo>
                  <a:pt x="22300" y="2145"/>
                  <a:pt x="21997" y="2281"/>
                  <a:pt x="21780" y="2552"/>
                </a:cubicBezTo>
                <a:cubicBezTo>
                  <a:pt x="21563" y="2823"/>
                  <a:pt x="21454" y="3208"/>
                  <a:pt x="21454" y="3706"/>
                </a:cubicBezTo>
                <a:cubicBezTo>
                  <a:pt x="21454" y="4197"/>
                  <a:pt x="21538" y="4569"/>
                  <a:pt x="21706" y="4825"/>
                </a:cubicBezTo>
                <a:cubicBezTo>
                  <a:pt x="21874" y="5080"/>
                  <a:pt x="22142" y="5207"/>
                  <a:pt x="22512" y="5207"/>
                </a:cubicBezTo>
                <a:cubicBezTo>
                  <a:pt x="22709" y="5207"/>
                  <a:pt x="22909" y="5164"/>
                  <a:pt x="23111" y="5076"/>
                </a:cubicBezTo>
                <a:cubicBezTo>
                  <a:pt x="23314" y="4989"/>
                  <a:pt x="23502" y="4876"/>
                  <a:pt x="23677" y="4738"/>
                </a:cubicBezTo>
                <a:close/>
                <a:moveTo>
                  <a:pt x="28951" y="5755"/>
                </a:moveTo>
                <a:lnTo>
                  <a:pt x="28260" y="5755"/>
                </a:lnTo>
                <a:lnTo>
                  <a:pt x="28260" y="5318"/>
                </a:lnTo>
                <a:cubicBezTo>
                  <a:pt x="28198" y="5360"/>
                  <a:pt x="28115" y="5418"/>
                  <a:pt x="28010" y="5494"/>
                </a:cubicBezTo>
                <a:cubicBezTo>
                  <a:pt x="27905" y="5569"/>
                  <a:pt x="27803" y="5629"/>
                  <a:pt x="27705" y="5673"/>
                </a:cubicBezTo>
                <a:cubicBezTo>
                  <a:pt x="27589" y="5730"/>
                  <a:pt x="27456" y="5777"/>
                  <a:pt x="27305" y="5816"/>
                </a:cubicBezTo>
                <a:cubicBezTo>
                  <a:pt x="27155" y="5854"/>
                  <a:pt x="26979" y="5873"/>
                  <a:pt x="26776" y="5873"/>
                </a:cubicBezTo>
                <a:cubicBezTo>
                  <a:pt x="26404" y="5873"/>
                  <a:pt x="26089" y="5750"/>
                  <a:pt x="25830" y="5503"/>
                </a:cubicBezTo>
                <a:cubicBezTo>
                  <a:pt x="25571" y="5256"/>
                  <a:pt x="25441" y="4941"/>
                  <a:pt x="25441" y="4558"/>
                </a:cubicBezTo>
                <a:cubicBezTo>
                  <a:pt x="25441" y="4245"/>
                  <a:pt x="25509" y="3991"/>
                  <a:pt x="25643" y="3798"/>
                </a:cubicBezTo>
                <a:cubicBezTo>
                  <a:pt x="25777" y="3604"/>
                  <a:pt x="25969" y="3451"/>
                  <a:pt x="26218" y="3340"/>
                </a:cubicBezTo>
                <a:cubicBezTo>
                  <a:pt x="26470" y="3229"/>
                  <a:pt x="26772" y="3154"/>
                  <a:pt x="27124" y="3114"/>
                </a:cubicBezTo>
                <a:cubicBezTo>
                  <a:pt x="27477" y="3075"/>
                  <a:pt x="27855" y="3045"/>
                  <a:pt x="28260" y="3025"/>
                </a:cubicBezTo>
                <a:lnTo>
                  <a:pt x="28260" y="2917"/>
                </a:lnTo>
                <a:cubicBezTo>
                  <a:pt x="28260" y="2758"/>
                  <a:pt x="28232" y="2626"/>
                  <a:pt x="28176" y="2522"/>
                </a:cubicBezTo>
                <a:cubicBezTo>
                  <a:pt x="28121" y="2417"/>
                  <a:pt x="28041" y="2335"/>
                  <a:pt x="27938" y="2276"/>
                </a:cubicBezTo>
                <a:cubicBezTo>
                  <a:pt x="27839" y="2219"/>
                  <a:pt x="27721" y="2180"/>
                  <a:pt x="27583" y="2160"/>
                </a:cubicBezTo>
                <a:cubicBezTo>
                  <a:pt x="27445" y="2140"/>
                  <a:pt x="27300" y="2130"/>
                  <a:pt x="27150" y="2130"/>
                </a:cubicBezTo>
                <a:cubicBezTo>
                  <a:pt x="26968" y="2130"/>
                  <a:pt x="26764" y="2155"/>
                  <a:pt x="26540" y="2204"/>
                </a:cubicBezTo>
                <a:cubicBezTo>
                  <a:pt x="26315" y="2254"/>
                  <a:pt x="26084" y="2325"/>
                  <a:pt x="25844" y="2419"/>
                </a:cubicBezTo>
                <a:lnTo>
                  <a:pt x="25807" y="2419"/>
                </a:lnTo>
                <a:lnTo>
                  <a:pt x="25807" y="1712"/>
                </a:lnTo>
                <a:cubicBezTo>
                  <a:pt x="25943" y="1675"/>
                  <a:pt x="26139" y="1635"/>
                  <a:pt x="26396" y="1590"/>
                </a:cubicBezTo>
                <a:cubicBezTo>
                  <a:pt x="26652" y="1546"/>
                  <a:pt x="26905" y="1524"/>
                  <a:pt x="27154" y="1524"/>
                </a:cubicBezTo>
                <a:cubicBezTo>
                  <a:pt x="27445" y="1524"/>
                  <a:pt x="27698" y="1548"/>
                  <a:pt x="27914" y="1596"/>
                </a:cubicBezTo>
                <a:cubicBezTo>
                  <a:pt x="28129" y="1644"/>
                  <a:pt x="28316" y="1726"/>
                  <a:pt x="28474" y="1842"/>
                </a:cubicBezTo>
                <a:cubicBezTo>
                  <a:pt x="28629" y="1955"/>
                  <a:pt x="28748" y="2102"/>
                  <a:pt x="28829" y="2282"/>
                </a:cubicBezTo>
                <a:cubicBezTo>
                  <a:pt x="28910" y="2462"/>
                  <a:pt x="28951" y="2685"/>
                  <a:pt x="28951" y="2951"/>
                </a:cubicBezTo>
                <a:lnTo>
                  <a:pt x="28951" y="5755"/>
                </a:lnTo>
                <a:moveTo>
                  <a:pt x="28260" y="4743"/>
                </a:moveTo>
                <a:lnTo>
                  <a:pt x="28260" y="3587"/>
                </a:lnTo>
                <a:cubicBezTo>
                  <a:pt x="28048" y="3600"/>
                  <a:pt x="27798" y="3619"/>
                  <a:pt x="27511" y="3643"/>
                </a:cubicBezTo>
                <a:cubicBezTo>
                  <a:pt x="27223" y="3668"/>
                  <a:pt x="26996" y="3704"/>
                  <a:pt x="26828" y="3751"/>
                </a:cubicBezTo>
                <a:cubicBezTo>
                  <a:pt x="26629" y="3808"/>
                  <a:pt x="26467" y="3897"/>
                  <a:pt x="26344" y="4017"/>
                </a:cubicBezTo>
                <a:cubicBezTo>
                  <a:pt x="26220" y="4137"/>
                  <a:pt x="26159" y="4302"/>
                  <a:pt x="26159" y="4513"/>
                </a:cubicBezTo>
                <a:cubicBezTo>
                  <a:pt x="26159" y="4750"/>
                  <a:pt x="26230" y="4929"/>
                  <a:pt x="26373" y="5049"/>
                </a:cubicBezTo>
                <a:cubicBezTo>
                  <a:pt x="26516" y="5170"/>
                  <a:pt x="26735" y="5230"/>
                  <a:pt x="27028" y="5230"/>
                </a:cubicBezTo>
                <a:cubicBezTo>
                  <a:pt x="27272" y="5230"/>
                  <a:pt x="27495" y="5182"/>
                  <a:pt x="27697" y="5087"/>
                </a:cubicBezTo>
                <a:cubicBezTo>
                  <a:pt x="27900" y="4991"/>
                  <a:pt x="28087" y="4877"/>
                  <a:pt x="28260" y="4743"/>
                </a:cubicBezTo>
                <a:close/>
                <a:moveTo>
                  <a:pt x="33748" y="3758"/>
                </a:moveTo>
                <a:lnTo>
                  <a:pt x="30704" y="3758"/>
                </a:lnTo>
                <a:cubicBezTo>
                  <a:pt x="30704" y="4012"/>
                  <a:pt x="30742" y="4234"/>
                  <a:pt x="30819" y="4423"/>
                </a:cubicBezTo>
                <a:cubicBezTo>
                  <a:pt x="30895" y="4612"/>
                  <a:pt x="31000" y="4767"/>
                  <a:pt x="31133" y="4888"/>
                </a:cubicBezTo>
                <a:cubicBezTo>
                  <a:pt x="31261" y="5007"/>
                  <a:pt x="31414" y="5096"/>
                  <a:pt x="31590" y="5155"/>
                </a:cubicBezTo>
                <a:cubicBezTo>
                  <a:pt x="31766" y="5215"/>
                  <a:pt x="31960" y="5244"/>
                  <a:pt x="32173" y="5244"/>
                </a:cubicBezTo>
                <a:cubicBezTo>
                  <a:pt x="32454" y="5244"/>
                  <a:pt x="32737" y="5188"/>
                  <a:pt x="33021" y="5075"/>
                </a:cubicBezTo>
                <a:cubicBezTo>
                  <a:pt x="33306" y="4962"/>
                  <a:pt x="33509" y="4851"/>
                  <a:pt x="33630" y="4741"/>
                </a:cubicBezTo>
                <a:lnTo>
                  <a:pt x="33667" y="4741"/>
                </a:lnTo>
                <a:lnTo>
                  <a:pt x="33667" y="5502"/>
                </a:lnTo>
                <a:cubicBezTo>
                  <a:pt x="33432" y="5601"/>
                  <a:pt x="33193" y="5684"/>
                  <a:pt x="32949" y="5751"/>
                </a:cubicBezTo>
                <a:cubicBezTo>
                  <a:pt x="32705" y="5818"/>
                  <a:pt x="32449" y="5851"/>
                  <a:pt x="32180" y="5851"/>
                </a:cubicBezTo>
                <a:cubicBezTo>
                  <a:pt x="31494" y="5851"/>
                  <a:pt x="30959" y="5665"/>
                  <a:pt x="30575" y="5293"/>
                </a:cubicBezTo>
                <a:cubicBezTo>
                  <a:pt x="30190" y="4922"/>
                  <a:pt x="29998" y="4394"/>
                  <a:pt x="29998" y="3710"/>
                </a:cubicBezTo>
                <a:cubicBezTo>
                  <a:pt x="29998" y="3033"/>
                  <a:pt x="30182" y="2496"/>
                  <a:pt x="30551" y="2098"/>
                </a:cubicBezTo>
                <a:cubicBezTo>
                  <a:pt x="30919" y="1700"/>
                  <a:pt x="31404" y="1502"/>
                  <a:pt x="32006" y="1502"/>
                </a:cubicBezTo>
                <a:cubicBezTo>
                  <a:pt x="32563" y="1502"/>
                  <a:pt x="32993" y="1665"/>
                  <a:pt x="33295" y="1991"/>
                </a:cubicBezTo>
                <a:cubicBezTo>
                  <a:pt x="33597" y="2317"/>
                  <a:pt x="33748" y="2780"/>
                  <a:pt x="33748" y="3380"/>
                </a:cubicBezTo>
                <a:lnTo>
                  <a:pt x="33748" y="3758"/>
                </a:lnTo>
                <a:moveTo>
                  <a:pt x="33071" y="3225"/>
                </a:moveTo>
                <a:cubicBezTo>
                  <a:pt x="33069" y="2860"/>
                  <a:pt x="32977" y="2578"/>
                  <a:pt x="32796" y="2378"/>
                </a:cubicBezTo>
                <a:cubicBezTo>
                  <a:pt x="32614" y="2178"/>
                  <a:pt x="32339" y="2079"/>
                  <a:pt x="31969" y="2079"/>
                </a:cubicBezTo>
                <a:cubicBezTo>
                  <a:pt x="31597" y="2079"/>
                  <a:pt x="31300" y="2188"/>
                  <a:pt x="31080" y="2408"/>
                </a:cubicBezTo>
                <a:cubicBezTo>
                  <a:pt x="30859" y="2627"/>
                  <a:pt x="30734" y="2900"/>
                  <a:pt x="30704" y="3225"/>
                </a:cubicBezTo>
                <a:lnTo>
                  <a:pt x="33071" y="322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C1D8102-908D-4A29-84FE-8F6075026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7" y="988441"/>
            <a:ext cx="68483" cy="62131"/>
          </a:xfrm>
          <a:custGeom xmlns:a="http://schemas.openxmlformats.org/drawingml/2006/main">
            <a:pathLst>
              <a:path w="68483" h="62131">
                <a:moveTo>
                  <a:pt x="0" y="0"/>
                </a:moveTo>
                <a:lnTo>
                  <a:pt x="68483" y="0"/>
                </a:lnTo>
                <a:lnTo>
                  <a:pt x="68483" y="62131"/>
                </a:lnTo>
                <a:lnTo>
                  <a:pt x="0" y="621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D1A203-F341-4BE3-A3D7-2CB8191A2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8" y="988444"/>
            <a:ext cx="68482" cy="62129"/>
          </a:xfrm>
          <a:custGeom xmlns:a="http://schemas.openxmlformats.org/drawingml/2006/main">
            <a:pathLst>
              <a:path w="68482" h="62129" fill="none">
                <a:moveTo>
                  <a:pt x="0" y="0"/>
                </a:moveTo>
                <a:lnTo>
                  <a:pt x="68482" y="0"/>
                </a:lnTo>
                <a:lnTo>
                  <a:pt x="68482" y="62129"/>
                </a:lnTo>
                <a:lnTo>
                  <a:pt x="0" y="621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76" name="Text Crabronidae">
            <a:extLst xmlns:a="http://schemas.openxmlformats.org/drawingml/2006/main">
              <a:ext uri="{FF2B5EF4-FFF2-40B4-BE49-F238E27FC236}">
                <a16:creationId xmlns:a16="http://schemas.microsoft.com/office/drawing/2014/main" id="{A4920554-1BD8-4A7B-A9B6-0704B8126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5952" y="1011878"/>
            <a:ext cx="22963" cy="2966"/>
          </a:xfrm>
          <a:custGeom xmlns:a="http://schemas.openxmlformats.org/drawingml/2006/main">
            <a:pathLst>
              <a:path w="22963" h="2966">
                <a:moveTo>
                  <a:pt x="2306" y="2705"/>
                </a:moveTo>
                <a:cubicBezTo>
                  <a:pt x="2238" y="2735"/>
                  <a:pt x="2176" y="2763"/>
                  <a:pt x="2121" y="2790"/>
                </a:cubicBezTo>
                <a:cubicBezTo>
                  <a:pt x="2065" y="2816"/>
                  <a:pt x="1993" y="2843"/>
                  <a:pt x="1903" y="2872"/>
                </a:cubicBezTo>
                <a:cubicBezTo>
                  <a:pt x="1827" y="2896"/>
                  <a:pt x="1745" y="2916"/>
                  <a:pt x="1656" y="2933"/>
                </a:cubicBezTo>
                <a:cubicBezTo>
                  <a:pt x="1567" y="2950"/>
                  <a:pt x="1469" y="2958"/>
                  <a:pt x="1361" y="2958"/>
                </a:cubicBezTo>
                <a:cubicBezTo>
                  <a:pt x="1160" y="2958"/>
                  <a:pt x="976" y="2930"/>
                  <a:pt x="811" y="2873"/>
                </a:cubicBezTo>
                <a:cubicBezTo>
                  <a:pt x="646" y="2816"/>
                  <a:pt x="503" y="2728"/>
                  <a:pt x="381" y="2607"/>
                </a:cubicBezTo>
                <a:cubicBezTo>
                  <a:pt x="261" y="2488"/>
                  <a:pt x="168" y="2338"/>
                  <a:pt x="101" y="2156"/>
                </a:cubicBezTo>
                <a:cubicBezTo>
                  <a:pt x="34" y="1973"/>
                  <a:pt x="0" y="1761"/>
                  <a:pt x="0" y="1519"/>
                </a:cubicBezTo>
                <a:cubicBezTo>
                  <a:pt x="0" y="1290"/>
                  <a:pt x="32" y="1085"/>
                  <a:pt x="97" y="904"/>
                </a:cubicBezTo>
                <a:cubicBezTo>
                  <a:pt x="162" y="724"/>
                  <a:pt x="255" y="571"/>
                  <a:pt x="377" y="447"/>
                </a:cubicBezTo>
                <a:cubicBezTo>
                  <a:pt x="496" y="326"/>
                  <a:pt x="638" y="234"/>
                  <a:pt x="806" y="170"/>
                </a:cubicBezTo>
                <a:cubicBezTo>
                  <a:pt x="973" y="106"/>
                  <a:pt x="1159" y="75"/>
                  <a:pt x="1363" y="75"/>
                </a:cubicBezTo>
                <a:cubicBezTo>
                  <a:pt x="1513" y="75"/>
                  <a:pt x="1662" y="93"/>
                  <a:pt x="1811" y="129"/>
                </a:cubicBezTo>
                <a:cubicBezTo>
                  <a:pt x="1959" y="165"/>
                  <a:pt x="2125" y="228"/>
                  <a:pt x="2306" y="319"/>
                </a:cubicBezTo>
                <a:lnTo>
                  <a:pt x="2306" y="758"/>
                </a:lnTo>
                <a:lnTo>
                  <a:pt x="2278" y="758"/>
                </a:lnTo>
                <a:cubicBezTo>
                  <a:pt x="2125" y="632"/>
                  <a:pt x="1973" y="540"/>
                  <a:pt x="1823" y="482"/>
                </a:cubicBezTo>
                <a:cubicBezTo>
                  <a:pt x="1672" y="425"/>
                  <a:pt x="1511" y="396"/>
                  <a:pt x="1339" y="396"/>
                </a:cubicBezTo>
                <a:cubicBezTo>
                  <a:pt x="1198" y="396"/>
                  <a:pt x="1072" y="419"/>
                  <a:pt x="959" y="464"/>
                </a:cubicBezTo>
                <a:cubicBezTo>
                  <a:pt x="846" y="509"/>
                  <a:pt x="746" y="580"/>
                  <a:pt x="657" y="675"/>
                </a:cubicBezTo>
                <a:cubicBezTo>
                  <a:pt x="571" y="768"/>
                  <a:pt x="505" y="886"/>
                  <a:pt x="457" y="1028"/>
                </a:cubicBezTo>
                <a:cubicBezTo>
                  <a:pt x="409" y="1171"/>
                  <a:pt x="385" y="1335"/>
                  <a:pt x="385" y="1521"/>
                </a:cubicBezTo>
                <a:cubicBezTo>
                  <a:pt x="385" y="1716"/>
                  <a:pt x="411" y="1884"/>
                  <a:pt x="464" y="2024"/>
                </a:cubicBezTo>
                <a:cubicBezTo>
                  <a:pt x="517" y="2164"/>
                  <a:pt x="585" y="2279"/>
                  <a:pt x="669" y="2367"/>
                </a:cubicBezTo>
                <a:cubicBezTo>
                  <a:pt x="756" y="2459"/>
                  <a:pt x="858" y="2527"/>
                  <a:pt x="974" y="2571"/>
                </a:cubicBezTo>
                <a:cubicBezTo>
                  <a:pt x="1090" y="2615"/>
                  <a:pt x="1213" y="2637"/>
                  <a:pt x="1343" y="2637"/>
                </a:cubicBezTo>
                <a:cubicBezTo>
                  <a:pt x="1521" y="2637"/>
                  <a:pt x="1688" y="2606"/>
                  <a:pt x="1843" y="2545"/>
                </a:cubicBezTo>
                <a:cubicBezTo>
                  <a:pt x="1999" y="2484"/>
                  <a:pt x="2145" y="2393"/>
                  <a:pt x="2280" y="2271"/>
                </a:cubicBezTo>
                <a:lnTo>
                  <a:pt x="2306" y="2271"/>
                </a:lnTo>
                <a:lnTo>
                  <a:pt x="2306" y="2705"/>
                </a:lnTo>
                <a:close/>
                <a:moveTo>
                  <a:pt x="4103" y="1199"/>
                </a:moveTo>
                <a:lnTo>
                  <a:pt x="4084" y="1199"/>
                </a:lnTo>
                <a:cubicBezTo>
                  <a:pt x="4032" y="1187"/>
                  <a:pt x="3981" y="1179"/>
                  <a:pt x="3932" y="1173"/>
                </a:cubicBezTo>
                <a:cubicBezTo>
                  <a:pt x="3883" y="1168"/>
                  <a:pt x="3824" y="1165"/>
                  <a:pt x="3757" y="1165"/>
                </a:cubicBezTo>
                <a:cubicBezTo>
                  <a:pt x="3649" y="1165"/>
                  <a:pt x="3544" y="1189"/>
                  <a:pt x="3443" y="1237"/>
                </a:cubicBezTo>
                <a:cubicBezTo>
                  <a:pt x="3343" y="1285"/>
                  <a:pt x="3246" y="1347"/>
                  <a:pt x="3152" y="1423"/>
                </a:cubicBezTo>
                <a:lnTo>
                  <a:pt x="3152" y="2906"/>
                </a:lnTo>
                <a:lnTo>
                  <a:pt x="2801" y="2906"/>
                </a:lnTo>
                <a:lnTo>
                  <a:pt x="2801" y="818"/>
                </a:lnTo>
                <a:lnTo>
                  <a:pt x="3152" y="818"/>
                </a:lnTo>
                <a:lnTo>
                  <a:pt x="3152" y="1126"/>
                </a:lnTo>
                <a:cubicBezTo>
                  <a:pt x="3292" y="1014"/>
                  <a:pt x="3415" y="935"/>
                  <a:pt x="3521" y="888"/>
                </a:cubicBezTo>
                <a:cubicBezTo>
                  <a:pt x="3627" y="841"/>
                  <a:pt x="3736" y="818"/>
                  <a:pt x="3847" y="818"/>
                </a:cubicBezTo>
                <a:cubicBezTo>
                  <a:pt x="3908" y="818"/>
                  <a:pt x="3952" y="820"/>
                  <a:pt x="3979" y="823"/>
                </a:cubicBezTo>
                <a:cubicBezTo>
                  <a:pt x="4007" y="826"/>
                  <a:pt x="4048" y="832"/>
                  <a:pt x="4103" y="840"/>
                </a:cubicBezTo>
                <a:lnTo>
                  <a:pt x="4103" y="1199"/>
                </a:lnTo>
                <a:close/>
                <a:moveTo>
                  <a:pt x="6054" y="2906"/>
                </a:moveTo>
                <a:lnTo>
                  <a:pt x="5705" y="2906"/>
                </a:lnTo>
                <a:lnTo>
                  <a:pt x="5705" y="2685"/>
                </a:lnTo>
                <a:cubicBezTo>
                  <a:pt x="5674" y="2706"/>
                  <a:pt x="5632" y="2736"/>
                  <a:pt x="5579" y="2774"/>
                </a:cubicBezTo>
                <a:cubicBezTo>
                  <a:pt x="5526" y="2812"/>
                  <a:pt x="5475" y="2842"/>
                  <a:pt x="5425" y="2865"/>
                </a:cubicBezTo>
                <a:cubicBezTo>
                  <a:pt x="5367" y="2893"/>
                  <a:pt x="5299" y="2917"/>
                  <a:pt x="5223" y="2937"/>
                </a:cubicBezTo>
                <a:cubicBezTo>
                  <a:pt x="5147" y="2956"/>
                  <a:pt x="5058" y="2966"/>
                  <a:pt x="4956" y="2966"/>
                </a:cubicBezTo>
                <a:cubicBezTo>
                  <a:pt x="4768" y="2966"/>
                  <a:pt x="4609" y="2903"/>
                  <a:pt x="4478" y="2779"/>
                </a:cubicBezTo>
                <a:cubicBezTo>
                  <a:pt x="4348" y="2654"/>
                  <a:pt x="4282" y="2495"/>
                  <a:pt x="4282" y="2302"/>
                </a:cubicBezTo>
                <a:cubicBezTo>
                  <a:pt x="4282" y="2143"/>
                  <a:pt x="4316" y="2015"/>
                  <a:pt x="4384" y="1918"/>
                </a:cubicBezTo>
                <a:cubicBezTo>
                  <a:pt x="4452" y="1820"/>
                  <a:pt x="4549" y="1743"/>
                  <a:pt x="4674" y="1687"/>
                </a:cubicBezTo>
                <a:cubicBezTo>
                  <a:pt x="4801" y="1631"/>
                  <a:pt x="4954" y="1592"/>
                  <a:pt x="5132" y="1573"/>
                </a:cubicBezTo>
                <a:cubicBezTo>
                  <a:pt x="5310" y="1553"/>
                  <a:pt x="5501" y="1538"/>
                  <a:pt x="5705" y="1528"/>
                </a:cubicBezTo>
                <a:lnTo>
                  <a:pt x="5705" y="1473"/>
                </a:lnTo>
                <a:cubicBezTo>
                  <a:pt x="5705" y="1393"/>
                  <a:pt x="5691" y="1326"/>
                  <a:pt x="5663" y="1273"/>
                </a:cubicBezTo>
                <a:cubicBezTo>
                  <a:pt x="5635" y="1221"/>
                  <a:pt x="5595" y="1179"/>
                  <a:pt x="5543" y="1149"/>
                </a:cubicBezTo>
                <a:cubicBezTo>
                  <a:pt x="5493" y="1120"/>
                  <a:pt x="5433" y="1101"/>
                  <a:pt x="5363" y="1091"/>
                </a:cubicBezTo>
                <a:cubicBezTo>
                  <a:pt x="5294" y="1081"/>
                  <a:pt x="5221" y="1076"/>
                  <a:pt x="5145" y="1076"/>
                </a:cubicBezTo>
                <a:cubicBezTo>
                  <a:pt x="5053" y="1076"/>
                  <a:pt x="4950" y="1088"/>
                  <a:pt x="4837" y="1113"/>
                </a:cubicBezTo>
                <a:cubicBezTo>
                  <a:pt x="4724" y="1138"/>
                  <a:pt x="4607" y="1174"/>
                  <a:pt x="4486" y="1221"/>
                </a:cubicBezTo>
                <a:lnTo>
                  <a:pt x="4467" y="1221"/>
                </a:lnTo>
                <a:lnTo>
                  <a:pt x="4467" y="865"/>
                </a:lnTo>
                <a:cubicBezTo>
                  <a:pt x="4536" y="846"/>
                  <a:pt x="4635" y="825"/>
                  <a:pt x="4764" y="803"/>
                </a:cubicBezTo>
                <a:cubicBezTo>
                  <a:pt x="4894" y="781"/>
                  <a:pt x="5021" y="769"/>
                  <a:pt x="5147" y="769"/>
                </a:cubicBezTo>
                <a:cubicBezTo>
                  <a:pt x="5294" y="769"/>
                  <a:pt x="5422" y="782"/>
                  <a:pt x="5531" y="806"/>
                </a:cubicBezTo>
                <a:cubicBezTo>
                  <a:pt x="5640" y="830"/>
                  <a:pt x="5734" y="872"/>
                  <a:pt x="5814" y="930"/>
                </a:cubicBezTo>
                <a:cubicBezTo>
                  <a:pt x="5892" y="987"/>
                  <a:pt x="5952" y="1061"/>
                  <a:pt x="5993" y="1152"/>
                </a:cubicBezTo>
                <a:cubicBezTo>
                  <a:pt x="6034" y="1243"/>
                  <a:pt x="6054" y="1356"/>
                  <a:pt x="6054" y="1490"/>
                </a:cubicBezTo>
                <a:lnTo>
                  <a:pt x="6054" y="2906"/>
                </a:lnTo>
                <a:moveTo>
                  <a:pt x="5705" y="2395"/>
                </a:moveTo>
                <a:lnTo>
                  <a:pt x="5705" y="1812"/>
                </a:lnTo>
                <a:cubicBezTo>
                  <a:pt x="5598" y="1818"/>
                  <a:pt x="5472" y="1827"/>
                  <a:pt x="5327" y="1840"/>
                </a:cubicBezTo>
                <a:cubicBezTo>
                  <a:pt x="5182" y="1852"/>
                  <a:pt x="5067" y="1870"/>
                  <a:pt x="4983" y="1894"/>
                </a:cubicBezTo>
                <a:cubicBezTo>
                  <a:pt x="4882" y="1923"/>
                  <a:pt x="4800" y="1968"/>
                  <a:pt x="4738" y="2028"/>
                </a:cubicBezTo>
                <a:cubicBezTo>
                  <a:pt x="4676" y="2089"/>
                  <a:pt x="4644" y="2172"/>
                  <a:pt x="4644" y="2279"/>
                </a:cubicBezTo>
                <a:cubicBezTo>
                  <a:pt x="4644" y="2399"/>
                  <a:pt x="4681" y="2489"/>
                  <a:pt x="4753" y="2550"/>
                </a:cubicBezTo>
                <a:cubicBezTo>
                  <a:pt x="4825" y="2610"/>
                  <a:pt x="4935" y="2641"/>
                  <a:pt x="5083" y="2641"/>
                </a:cubicBezTo>
                <a:cubicBezTo>
                  <a:pt x="5207" y="2641"/>
                  <a:pt x="5319" y="2617"/>
                  <a:pt x="5421" y="2569"/>
                </a:cubicBezTo>
                <a:cubicBezTo>
                  <a:pt x="5523" y="2520"/>
                  <a:pt x="5618" y="2462"/>
                  <a:pt x="5705" y="2395"/>
                </a:cubicBezTo>
                <a:close/>
                <a:moveTo>
                  <a:pt x="8566" y="1846"/>
                </a:moveTo>
                <a:cubicBezTo>
                  <a:pt x="8566" y="2021"/>
                  <a:pt x="8542" y="2178"/>
                  <a:pt x="8492" y="2318"/>
                </a:cubicBezTo>
                <a:cubicBezTo>
                  <a:pt x="8443" y="2458"/>
                  <a:pt x="8377" y="2575"/>
                  <a:pt x="8294" y="2670"/>
                </a:cubicBezTo>
                <a:cubicBezTo>
                  <a:pt x="8205" y="2768"/>
                  <a:pt x="8108" y="2842"/>
                  <a:pt x="8002" y="2892"/>
                </a:cubicBezTo>
                <a:cubicBezTo>
                  <a:pt x="7896" y="2941"/>
                  <a:pt x="7780" y="2966"/>
                  <a:pt x="7653" y="2966"/>
                </a:cubicBezTo>
                <a:cubicBezTo>
                  <a:pt x="7535" y="2966"/>
                  <a:pt x="7431" y="2952"/>
                  <a:pt x="7343" y="2924"/>
                </a:cubicBezTo>
                <a:cubicBezTo>
                  <a:pt x="7255" y="2895"/>
                  <a:pt x="7167" y="2858"/>
                  <a:pt x="7082" y="2810"/>
                </a:cubicBezTo>
                <a:lnTo>
                  <a:pt x="7059" y="2906"/>
                </a:lnTo>
                <a:lnTo>
                  <a:pt x="6730" y="2906"/>
                </a:lnTo>
                <a:lnTo>
                  <a:pt x="6730" y="0"/>
                </a:lnTo>
                <a:lnTo>
                  <a:pt x="7082" y="0"/>
                </a:lnTo>
                <a:lnTo>
                  <a:pt x="7082" y="1035"/>
                </a:lnTo>
                <a:cubicBezTo>
                  <a:pt x="7180" y="954"/>
                  <a:pt x="7284" y="888"/>
                  <a:pt x="7395" y="836"/>
                </a:cubicBezTo>
                <a:cubicBezTo>
                  <a:pt x="7506" y="784"/>
                  <a:pt x="7631" y="758"/>
                  <a:pt x="7769" y="758"/>
                </a:cubicBezTo>
                <a:cubicBezTo>
                  <a:pt x="8015" y="758"/>
                  <a:pt x="8210" y="853"/>
                  <a:pt x="8352" y="1043"/>
                </a:cubicBezTo>
                <a:cubicBezTo>
                  <a:pt x="8495" y="1233"/>
                  <a:pt x="8566" y="1500"/>
                  <a:pt x="8566" y="1846"/>
                </a:cubicBezTo>
                <a:moveTo>
                  <a:pt x="8204" y="1855"/>
                </a:moveTo>
                <a:cubicBezTo>
                  <a:pt x="8204" y="1606"/>
                  <a:pt x="8163" y="1417"/>
                  <a:pt x="8081" y="1288"/>
                </a:cubicBezTo>
                <a:cubicBezTo>
                  <a:pt x="7998" y="1159"/>
                  <a:pt x="7866" y="1094"/>
                  <a:pt x="7683" y="1094"/>
                </a:cubicBezTo>
                <a:cubicBezTo>
                  <a:pt x="7581" y="1094"/>
                  <a:pt x="7477" y="1117"/>
                  <a:pt x="7373" y="1161"/>
                </a:cubicBezTo>
                <a:cubicBezTo>
                  <a:pt x="7268" y="1205"/>
                  <a:pt x="7171" y="1262"/>
                  <a:pt x="7082" y="1332"/>
                </a:cubicBezTo>
                <a:lnTo>
                  <a:pt x="7082" y="2529"/>
                </a:lnTo>
                <a:cubicBezTo>
                  <a:pt x="7181" y="2573"/>
                  <a:pt x="7267" y="2605"/>
                  <a:pt x="7338" y="2622"/>
                </a:cubicBezTo>
                <a:cubicBezTo>
                  <a:pt x="7410" y="2639"/>
                  <a:pt x="7491" y="2648"/>
                  <a:pt x="7582" y="2648"/>
                </a:cubicBezTo>
                <a:cubicBezTo>
                  <a:pt x="7776" y="2648"/>
                  <a:pt x="7928" y="2584"/>
                  <a:pt x="8039" y="2457"/>
                </a:cubicBezTo>
                <a:cubicBezTo>
                  <a:pt x="8149" y="2329"/>
                  <a:pt x="8204" y="2128"/>
                  <a:pt x="8204" y="1855"/>
                </a:cubicBezTo>
                <a:close/>
                <a:moveTo>
                  <a:pt x="10415" y="1199"/>
                </a:moveTo>
                <a:lnTo>
                  <a:pt x="10396" y="1199"/>
                </a:lnTo>
                <a:cubicBezTo>
                  <a:pt x="10344" y="1187"/>
                  <a:pt x="10293" y="1179"/>
                  <a:pt x="10244" y="1173"/>
                </a:cubicBezTo>
                <a:cubicBezTo>
                  <a:pt x="10195" y="1168"/>
                  <a:pt x="10137" y="1165"/>
                  <a:pt x="10070" y="1165"/>
                </a:cubicBezTo>
                <a:cubicBezTo>
                  <a:pt x="9961" y="1165"/>
                  <a:pt x="9857" y="1189"/>
                  <a:pt x="9756" y="1237"/>
                </a:cubicBezTo>
                <a:cubicBezTo>
                  <a:pt x="9655" y="1285"/>
                  <a:pt x="9558" y="1347"/>
                  <a:pt x="9465" y="1423"/>
                </a:cubicBezTo>
                <a:lnTo>
                  <a:pt x="9465" y="2906"/>
                </a:lnTo>
                <a:lnTo>
                  <a:pt x="9113" y="2906"/>
                </a:lnTo>
                <a:lnTo>
                  <a:pt x="9113" y="818"/>
                </a:lnTo>
                <a:lnTo>
                  <a:pt x="9465" y="818"/>
                </a:lnTo>
                <a:lnTo>
                  <a:pt x="9465" y="1126"/>
                </a:lnTo>
                <a:cubicBezTo>
                  <a:pt x="9604" y="1014"/>
                  <a:pt x="9727" y="935"/>
                  <a:pt x="9833" y="888"/>
                </a:cubicBezTo>
                <a:cubicBezTo>
                  <a:pt x="9940" y="841"/>
                  <a:pt x="10048" y="818"/>
                  <a:pt x="10159" y="818"/>
                </a:cubicBezTo>
                <a:cubicBezTo>
                  <a:pt x="10220" y="818"/>
                  <a:pt x="10265" y="820"/>
                  <a:pt x="10292" y="823"/>
                </a:cubicBezTo>
                <a:cubicBezTo>
                  <a:pt x="10319" y="826"/>
                  <a:pt x="10360" y="832"/>
                  <a:pt x="10415" y="840"/>
                </a:cubicBezTo>
                <a:lnTo>
                  <a:pt x="10415" y="1199"/>
                </a:lnTo>
                <a:close/>
                <a:moveTo>
                  <a:pt x="12523" y="1863"/>
                </a:moveTo>
                <a:cubicBezTo>
                  <a:pt x="12523" y="2204"/>
                  <a:pt x="12436" y="2473"/>
                  <a:pt x="12262" y="2670"/>
                </a:cubicBezTo>
                <a:cubicBezTo>
                  <a:pt x="12088" y="2867"/>
                  <a:pt x="11854" y="2966"/>
                  <a:pt x="11562" y="2966"/>
                </a:cubicBezTo>
                <a:cubicBezTo>
                  <a:pt x="11267" y="2966"/>
                  <a:pt x="11032" y="2867"/>
                  <a:pt x="10858" y="2670"/>
                </a:cubicBezTo>
                <a:cubicBezTo>
                  <a:pt x="10685" y="2473"/>
                  <a:pt x="10598" y="2204"/>
                  <a:pt x="10598" y="1863"/>
                </a:cubicBezTo>
                <a:cubicBezTo>
                  <a:pt x="10598" y="1522"/>
                  <a:pt x="10685" y="1253"/>
                  <a:pt x="10858" y="1055"/>
                </a:cubicBezTo>
                <a:cubicBezTo>
                  <a:pt x="11032" y="857"/>
                  <a:pt x="11267" y="758"/>
                  <a:pt x="11562" y="758"/>
                </a:cubicBezTo>
                <a:cubicBezTo>
                  <a:pt x="11854" y="758"/>
                  <a:pt x="12088" y="857"/>
                  <a:pt x="12262" y="1055"/>
                </a:cubicBezTo>
                <a:cubicBezTo>
                  <a:pt x="12436" y="1253"/>
                  <a:pt x="12523" y="1522"/>
                  <a:pt x="12523" y="1863"/>
                </a:cubicBezTo>
                <a:moveTo>
                  <a:pt x="12161" y="1863"/>
                </a:moveTo>
                <a:cubicBezTo>
                  <a:pt x="12161" y="1593"/>
                  <a:pt x="12108" y="1392"/>
                  <a:pt x="12002" y="1261"/>
                </a:cubicBezTo>
                <a:cubicBezTo>
                  <a:pt x="11897" y="1130"/>
                  <a:pt x="11750" y="1064"/>
                  <a:pt x="11562" y="1064"/>
                </a:cubicBezTo>
                <a:cubicBezTo>
                  <a:pt x="11371" y="1064"/>
                  <a:pt x="11223" y="1130"/>
                  <a:pt x="11118" y="1261"/>
                </a:cubicBezTo>
                <a:cubicBezTo>
                  <a:pt x="11013" y="1392"/>
                  <a:pt x="10960" y="1593"/>
                  <a:pt x="10960" y="1863"/>
                </a:cubicBezTo>
                <a:cubicBezTo>
                  <a:pt x="10960" y="2124"/>
                  <a:pt x="11013" y="2322"/>
                  <a:pt x="11119" y="2457"/>
                </a:cubicBezTo>
                <a:cubicBezTo>
                  <a:pt x="11225" y="2592"/>
                  <a:pt x="11372" y="2659"/>
                  <a:pt x="11562" y="2659"/>
                </a:cubicBezTo>
                <a:cubicBezTo>
                  <a:pt x="11748" y="2659"/>
                  <a:pt x="11895" y="2593"/>
                  <a:pt x="12001" y="2459"/>
                </a:cubicBezTo>
                <a:cubicBezTo>
                  <a:pt x="12108" y="2325"/>
                  <a:pt x="12161" y="2127"/>
                  <a:pt x="12161" y="1863"/>
                </a:cubicBezTo>
                <a:close/>
                <a:moveTo>
                  <a:pt x="14811" y="2906"/>
                </a:moveTo>
                <a:lnTo>
                  <a:pt x="14460" y="2906"/>
                </a:lnTo>
                <a:lnTo>
                  <a:pt x="14460" y="1717"/>
                </a:lnTo>
                <a:cubicBezTo>
                  <a:pt x="14460" y="1621"/>
                  <a:pt x="14454" y="1531"/>
                  <a:pt x="14443" y="1447"/>
                </a:cubicBezTo>
                <a:cubicBezTo>
                  <a:pt x="14432" y="1363"/>
                  <a:pt x="14412" y="1297"/>
                  <a:pt x="14382" y="1250"/>
                </a:cubicBezTo>
                <a:cubicBezTo>
                  <a:pt x="14351" y="1197"/>
                  <a:pt x="14306" y="1158"/>
                  <a:pt x="14247" y="1133"/>
                </a:cubicBezTo>
                <a:cubicBezTo>
                  <a:pt x="14189" y="1107"/>
                  <a:pt x="14113" y="1094"/>
                  <a:pt x="14019" y="1094"/>
                </a:cubicBezTo>
                <a:cubicBezTo>
                  <a:pt x="13923" y="1094"/>
                  <a:pt x="13823" y="1118"/>
                  <a:pt x="13719" y="1165"/>
                </a:cubicBezTo>
                <a:cubicBezTo>
                  <a:pt x="13614" y="1213"/>
                  <a:pt x="13514" y="1273"/>
                  <a:pt x="13418" y="1347"/>
                </a:cubicBezTo>
                <a:lnTo>
                  <a:pt x="13418" y="2906"/>
                </a:lnTo>
                <a:lnTo>
                  <a:pt x="13067" y="2906"/>
                </a:lnTo>
                <a:lnTo>
                  <a:pt x="13067" y="818"/>
                </a:lnTo>
                <a:lnTo>
                  <a:pt x="13418" y="818"/>
                </a:lnTo>
                <a:lnTo>
                  <a:pt x="13418" y="1048"/>
                </a:lnTo>
                <a:cubicBezTo>
                  <a:pt x="13528" y="957"/>
                  <a:pt x="13641" y="886"/>
                  <a:pt x="13758" y="835"/>
                </a:cubicBezTo>
                <a:cubicBezTo>
                  <a:pt x="13875" y="784"/>
                  <a:pt x="13995" y="758"/>
                  <a:pt x="14118" y="758"/>
                </a:cubicBezTo>
                <a:cubicBezTo>
                  <a:pt x="14344" y="758"/>
                  <a:pt x="14515" y="826"/>
                  <a:pt x="14634" y="962"/>
                </a:cubicBezTo>
                <a:cubicBezTo>
                  <a:pt x="14752" y="1098"/>
                  <a:pt x="14811" y="1294"/>
                  <a:pt x="14811" y="1550"/>
                </a:cubicBezTo>
                <a:lnTo>
                  <a:pt x="14811" y="2906"/>
                </a:lnTo>
                <a:close/>
                <a:moveTo>
                  <a:pt x="15864" y="471"/>
                </a:moveTo>
                <a:lnTo>
                  <a:pt x="15468" y="471"/>
                </a:lnTo>
                <a:lnTo>
                  <a:pt x="15468" y="105"/>
                </a:lnTo>
                <a:lnTo>
                  <a:pt x="15864" y="105"/>
                </a:lnTo>
                <a:lnTo>
                  <a:pt x="15864" y="471"/>
                </a:lnTo>
                <a:moveTo>
                  <a:pt x="15842" y="2906"/>
                </a:moveTo>
                <a:lnTo>
                  <a:pt x="15491" y="2906"/>
                </a:lnTo>
                <a:lnTo>
                  <a:pt x="15491" y="818"/>
                </a:lnTo>
                <a:lnTo>
                  <a:pt x="15842" y="818"/>
                </a:lnTo>
                <a:lnTo>
                  <a:pt x="15842" y="2906"/>
                </a:lnTo>
                <a:close/>
                <a:moveTo>
                  <a:pt x="18228" y="2906"/>
                </a:moveTo>
                <a:lnTo>
                  <a:pt x="17877" y="2906"/>
                </a:lnTo>
                <a:lnTo>
                  <a:pt x="17877" y="2689"/>
                </a:lnTo>
                <a:cubicBezTo>
                  <a:pt x="17777" y="2776"/>
                  <a:pt x="17671" y="2844"/>
                  <a:pt x="17562" y="2893"/>
                </a:cubicBezTo>
                <a:cubicBezTo>
                  <a:pt x="17452" y="2941"/>
                  <a:pt x="17333" y="2966"/>
                  <a:pt x="17205" y="2966"/>
                </a:cubicBezTo>
                <a:cubicBezTo>
                  <a:pt x="16956" y="2966"/>
                  <a:pt x="16758" y="2870"/>
                  <a:pt x="16612" y="2677"/>
                </a:cubicBezTo>
                <a:cubicBezTo>
                  <a:pt x="16466" y="2485"/>
                  <a:pt x="16393" y="2219"/>
                  <a:pt x="16393" y="1878"/>
                </a:cubicBezTo>
                <a:cubicBezTo>
                  <a:pt x="16393" y="1701"/>
                  <a:pt x="16418" y="1543"/>
                  <a:pt x="16468" y="1404"/>
                </a:cubicBezTo>
                <a:cubicBezTo>
                  <a:pt x="16519" y="1266"/>
                  <a:pt x="16587" y="1148"/>
                  <a:pt x="16673" y="1050"/>
                </a:cubicBezTo>
                <a:cubicBezTo>
                  <a:pt x="16757" y="955"/>
                  <a:pt x="16856" y="883"/>
                  <a:pt x="16969" y="833"/>
                </a:cubicBezTo>
                <a:cubicBezTo>
                  <a:pt x="17082" y="783"/>
                  <a:pt x="17198" y="758"/>
                  <a:pt x="17319" y="758"/>
                </a:cubicBezTo>
                <a:cubicBezTo>
                  <a:pt x="17429" y="758"/>
                  <a:pt x="17526" y="770"/>
                  <a:pt x="17610" y="793"/>
                </a:cubicBezTo>
                <a:cubicBezTo>
                  <a:pt x="17695" y="816"/>
                  <a:pt x="17784" y="852"/>
                  <a:pt x="17877" y="901"/>
                </a:cubicBezTo>
                <a:lnTo>
                  <a:pt x="17877" y="0"/>
                </a:lnTo>
                <a:lnTo>
                  <a:pt x="18228" y="0"/>
                </a:lnTo>
                <a:lnTo>
                  <a:pt x="18228" y="2906"/>
                </a:lnTo>
                <a:moveTo>
                  <a:pt x="17877" y="2392"/>
                </a:moveTo>
                <a:lnTo>
                  <a:pt x="17877" y="1195"/>
                </a:lnTo>
                <a:cubicBezTo>
                  <a:pt x="17783" y="1153"/>
                  <a:pt x="17698" y="1124"/>
                  <a:pt x="17623" y="1107"/>
                </a:cubicBezTo>
                <a:cubicBezTo>
                  <a:pt x="17549" y="1091"/>
                  <a:pt x="17467" y="1083"/>
                  <a:pt x="17379" y="1083"/>
                </a:cubicBezTo>
                <a:cubicBezTo>
                  <a:pt x="17182" y="1083"/>
                  <a:pt x="17029" y="1152"/>
                  <a:pt x="16919" y="1289"/>
                </a:cubicBezTo>
                <a:cubicBezTo>
                  <a:pt x="16810" y="1426"/>
                  <a:pt x="16755" y="1620"/>
                  <a:pt x="16755" y="1871"/>
                </a:cubicBezTo>
                <a:cubicBezTo>
                  <a:pt x="16755" y="2119"/>
                  <a:pt x="16797" y="2307"/>
                  <a:pt x="16882" y="2436"/>
                </a:cubicBezTo>
                <a:cubicBezTo>
                  <a:pt x="16967" y="2565"/>
                  <a:pt x="17102" y="2629"/>
                  <a:pt x="17289" y="2629"/>
                </a:cubicBezTo>
                <a:cubicBezTo>
                  <a:pt x="17389" y="2629"/>
                  <a:pt x="17490" y="2607"/>
                  <a:pt x="17592" y="2563"/>
                </a:cubicBezTo>
                <a:cubicBezTo>
                  <a:pt x="17694" y="2519"/>
                  <a:pt x="17789" y="2462"/>
                  <a:pt x="17877" y="2392"/>
                </a:cubicBezTo>
                <a:close/>
                <a:moveTo>
                  <a:pt x="20541" y="2906"/>
                </a:moveTo>
                <a:lnTo>
                  <a:pt x="20191" y="2906"/>
                </a:lnTo>
                <a:lnTo>
                  <a:pt x="20191" y="2685"/>
                </a:lnTo>
                <a:cubicBezTo>
                  <a:pt x="20160" y="2706"/>
                  <a:pt x="20118" y="2736"/>
                  <a:pt x="20065" y="2774"/>
                </a:cubicBezTo>
                <a:cubicBezTo>
                  <a:pt x="20012" y="2812"/>
                  <a:pt x="19961" y="2842"/>
                  <a:pt x="19911" y="2865"/>
                </a:cubicBezTo>
                <a:cubicBezTo>
                  <a:pt x="19853" y="2893"/>
                  <a:pt x="19786" y="2917"/>
                  <a:pt x="19710" y="2937"/>
                </a:cubicBezTo>
                <a:cubicBezTo>
                  <a:pt x="19634" y="2956"/>
                  <a:pt x="19545" y="2966"/>
                  <a:pt x="19443" y="2966"/>
                </a:cubicBezTo>
                <a:cubicBezTo>
                  <a:pt x="19255" y="2966"/>
                  <a:pt x="19095" y="2903"/>
                  <a:pt x="18964" y="2779"/>
                </a:cubicBezTo>
                <a:cubicBezTo>
                  <a:pt x="18834" y="2654"/>
                  <a:pt x="18768" y="2495"/>
                  <a:pt x="18768" y="2302"/>
                </a:cubicBezTo>
                <a:cubicBezTo>
                  <a:pt x="18768" y="2143"/>
                  <a:pt x="18802" y="2015"/>
                  <a:pt x="18870" y="1918"/>
                </a:cubicBezTo>
                <a:cubicBezTo>
                  <a:pt x="18938" y="1820"/>
                  <a:pt x="19035" y="1743"/>
                  <a:pt x="19161" y="1687"/>
                </a:cubicBezTo>
                <a:cubicBezTo>
                  <a:pt x="19287" y="1631"/>
                  <a:pt x="19440" y="1592"/>
                  <a:pt x="19618" y="1573"/>
                </a:cubicBezTo>
                <a:cubicBezTo>
                  <a:pt x="19796" y="1553"/>
                  <a:pt x="19987" y="1538"/>
                  <a:pt x="20191" y="1528"/>
                </a:cubicBezTo>
                <a:lnTo>
                  <a:pt x="20191" y="1473"/>
                </a:lnTo>
                <a:cubicBezTo>
                  <a:pt x="20191" y="1393"/>
                  <a:pt x="20177" y="1326"/>
                  <a:pt x="20149" y="1273"/>
                </a:cubicBezTo>
                <a:cubicBezTo>
                  <a:pt x="20121" y="1221"/>
                  <a:pt x="20081" y="1179"/>
                  <a:pt x="20029" y="1149"/>
                </a:cubicBezTo>
                <a:cubicBezTo>
                  <a:pt x="19979" y="1120"/>
                  <a:pt x="19919" y="1101"/>
                  <a:pt x="19850" y="1091"/>
                </a:cubicBezTo>
                <a:cubicBezTo>
                  <a:pt x="19780" y="1081"/>
                  <a:pt x="19707" y="1076"/>
                  <a:pt x="19631" y="1076"/>
                </a:cubicBezTo>
                <a:cubicBezTo>
                  <a:pt x="19539" y="1076"/>
                  <a:pt x="19436" y="1088"/>
                  <a:pt x="19323" y="1113"/>
                </a:cubicBezTo>
                <a:cubicBezTo>
                  <a:pt x="19210" y="1138"/>
                  <a:pt x="19093" y="1174"/>
                  <a:pt x="18972" y="1221"/>
                </a:cubicBezTo>
                <a:lnTo>
                  <a:pt x="18953" y="1221"/>
                </a:lnTo>
                <a:lnTo>
                  <a:pt x="18953" y="865"/>
                </a:lnTo>
                <a:cubicBezTo>
                  <a:pt x="19022" y="846"/>
                  <a:pt x="19121" y="825"/>
                  <a:pt x="19250" y="803"/>
                </a:cubicBezTo>
                <a:cubicBezTo>
                  <a:pt x="19380" y="781"/>
                  <a:pt x="19507" y="769"/>
                  <a:pt x="19633" y="769"/>
                </a:cubicBezTo>
                <a:cubicBezTo>
                  <a:pt x="19780" y="769"/>
                  <a:pt x="19908" y="782"/>
                  <a:pt x="20017" y="806"/>
                </a:cubicBezTo>
                <a:cubicBezTo>
                  <a:pt x="20126" y="830"/>
                  <a:pt x="20220" y="872"/>
                  <a:pt x="20300" y="930"/>
                </a:cubicBezTo>
                <a:cubicBezTo>
                  <a:pt x="20378" y="987"/>
                  <a:pt x="20438" y="1061"/>
                  <a:pt x="20479" y="1152"/>
                </a:cubicBezTo>
                <a:cubicBezTo>
                  <a:pt x="20520" y="1243"/>
                  <a:pt x="20541" y="1356"/>
                  <a:pt x="20541" y="1490"/>
                </a:cubicBezTo>
                <a:lnTo>
                  <a:pt x="20541" y="2906"/>
                </a:lnTo>
                <a:moveTo>
                  <a:pt x="20191" y="2395"/>
                </a:moveTo>
                <a:lnTo>
                  <a:pt x="20191" y="1812"/>
                </a:lnTo>
                <a:cubicBezTo>
                  <a:pt x="20084" y="1818"/>
                  <a:pt x="19958" y="1827"/>
                  <a:pt x="19813" y="1840"/>
                </a:cubicBezTo>
                <a:cubicBezTo>
                  <a:pt x="19668" y="1852"/>
                  <a:pt x="19553" y="1870"/>
                  <a:pt x="19469" y="1894"/>
                </a:cubicBezTo>
                <a:cubicBezTo>
                  <a:pt x="19368" y="1923"/>
                  <a:pt x="19286" y="1968"/>
                  <a:pt x="19224" y="2028"/>
                </a:cubicBezTo>
                <a:cubicBezTo>
                  <a:pt x="19162" y="2089"/>
                  <a:pt x="19131" y="2172"/>
                  <a:pt x="19131" y="2279"/>
                </a:cubicBezTo>
                <a:cubicBezTo>
                  <a:pt x="19131" y="2399"/>
                  <a:pt x="19167" y="2489"/>
                  <a:pt x="19239" y="2550"/>
                </a:cubicBezTo>
                <a:cubicBezTo>
                  <a:pt x="19311" y="2610"/>
                  <a:pt x="19421" y="2641"/>
                  <a:pt x="19569" y="2641"/>
                </a:cubicBezTo>
                <a:cubicBezTo>
                  <a:pt x="19693" y="2641"/>
                  <a:pt x="19805" y="2617"/>
                  <a:pt x="19908" y="2569"/>
                </a:cubicBezTo>
                <a:cubicBezTo>
                  <a:pt x="20010" y="2520"/>
                  <a:pt x="20104" y="2462"/>
                  <a:pt x="20191" y="2395"/>
                </a:cubicBezTo>
                <a:close/>
                <a:moveTo>
                  <a:pt x="22963" y="1897"/>
                </a:moveTo>
                <a:lnTo>
                  <a:pt x="21426" y="1897"/>
                </a:lnTo>
                <a:cubicBezTo>
                  <a:pt x="21426" y="2026"/>
                  <a:pt x="21445" y="2138"/>
                  <a:pt x="21484" y="2233"/>
                </a:cubicBezTo>
                <a:cubicBezTo>
                  <a:pt x="21522" y="2329"/>
                  <a:pt x="21575" y="2407"/>
                  <a:pt x="21642" y="2468"/>
                </a:cubicBezTo>
                <a:cubicBezTo>
                  <a:pt x="21707" y="2528"/>
                  <a:pt x="21784" y="2573"/>
                  <a:pt x="21873" y="2603"/>
                </a:cubicBezTo>
                <a:cubicBezTo>
                  <a:pt x="21962" y="2633"/>
                  <a:pt x="22060" y="2648"/>
                  <a:pt x="22167" y="2648"/>
                </a:cubicBezTo>
                <a:cubicBezTo>
                  <a:pt x="22309" y="2648"/>
                  <a:pt x="22452" y="2620"/>
                  <a:pt x="22596" y="2563"/>
                </a:cubicBezTo>
                <a:cubicBezTo>
                  <a:pt x="22739" y="2505"/>
                  <a:pt x="22842" y="2449"/>
                  <a:pt x="22903" y="2394"/>
                </a:cubicBezTo>
                <a:lnTo>
                  <a:pt x="22922" y="2394"/>
                </a:lnTo>
                <a:lnTo>
                  <a:pt x="22922" y="2778"/>
                </a:lnTo>
                <a:cubicBezTo>
                  <a:pt x="22803" y="2828"/>
                  <a:pt x="22683" y="2870"/>
                  <a:pt x="22559" y="2904"/>
                </a:cubicBezTo>
                <a:cubicBezTo>
                  <a:pt x="22436" y="2938"/>
                  <a:pt x="22307" y="2954"/>
                  <a:pt x="22171" y="2954"/>
                </a:cubicBezTo>
                <a:cubicBezTo>
                  <a:pt x="21825" y="2954"/>
                  <a:pt x="21555" y="2861"/>
                  <a:pt x="21360" y="2673"/>
                </a:cubicBezTo>
                <a:cubicBezTo>
                  <a:pt x="21166" y="2485"/>
                  <a:pt x="21069" y="2219"/>
                  <a:pt x="21069" y="1873"/>
                </a:cubicBezTo>
                <a:cubicBezTo>
                  <a:pt x="21069" y="1531"/>
                  <a:pt x="21162" y="1260"/>
                  <a:pt x="21348" y="1059"/>
                </a:cubicBezTo>
                <a:cubicBezTo>
                  <a:pt x="21534" y="859"/>
                  <a:pt x="21779" y="758"/>
                  <a:pt x="22083" y="758"/>
                </a:cubicBezTo>
                <a:cubicBezTo>
                  <a:pt x="22364" y="758"/>
                  <a:pt x="22581" y="841"/>
                  <a:pt x="22734" y="1005"/>
                </a:cubicBezTo>
                <a:cubicBezTo>
                  <a:pt x="22886" y="1170"/>
                  <a:pt x="22963" y="1404"/>
                  <a:pt x="22963" y="1707"/>
                </a:cubicBezTo>
                <a:lnTo>
                  <a:pt x="22963" y="1897"/>
                </a:lnTo>
                <a:moveTo>
                  <a:pt x="22621" y="1628"/>
                </a:moveTo>
                <a:cubicBezTo>
                  <a:pt x="22620" y="1444"/>
                  <a:pt x="22573" y="1302"/>
                  <a:pt x="22482" y="1201"/>
                </a:cubicBezTo>
                <a:cubicBezTo>
                  <a:pt x="22390" y="1100"/>
                  <a:pt x="22251" y="1050"/>
                  <a:pt x="22064" y="1050"/>
                </a:cubicBezTo>
                <a:cubicBezTo>
                  <a:pt x="21876" y="1050"/>
                  <a:pt x="21727" y="1105"/>
                  <a:pt x="21615" y="1216"/>
                </a:cubicBezTo>
                <a:cubicBezTo>
                  <a:pt x="21504" y="1327"/>
                  <a:pt x="21441" y="1464"/>
                  <a:pt x="21426" y="1628"/>
                </a:cubicBezTo>
                <a:lnTo>
                  <a:pt x="22621" y="162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C2F4589-34E1-4435-AE59-296257A634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7" y="1073068"/>
            <a:ext cx="68483" cy="49978"/>
          </a:xfrm>
          <a:custGeom xmlns:a="http://schemas.openxmlformats.org/drawingml/2006/main">
            <a:pathLst>
              <a:path w="68483" h="49978">
                <a:moveTo>
                  <a:pt x="0" y="0"/>
                </a:moveTo>
                <a:lnTo>
                  <a:pt x="68483" y="0"/>
                </a:lnTo>
                <a:lnTo>
                  <a:pt x="68483" y="49978"/>
                </a:lnTo>
                <a:lnTo>
                  <a:pt x="0" y="499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05812A2-5920-4206-B342-C8273B53D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8" y="1073071"/>
            <a:ext cx="68482" cy="49976"/>
          </a:xfrm>
          <a:custGeom xmlns:a="http://schemas.openxmlformats.org/drawingml/2006/main">
            <a:pathLst>
              <a:path w="68482" h="49976" fill="none">
                <a:moveTo>
                  <a:pt x="0" y="0"/>
                </a:moveTo>
                <a:lnTo>
                  <a:pt x="68482" y="0"/>
                </a:lnTo>
                <a:lnTo>
                  <a:pt x="68482" y="49976"/>
                </a:lnTo>
                <a:lnTo>
                  <a:pt x="0" y="499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79" name="Text Halictidae">
            <a:extLst xmlns:a="http://schemas.openxmlformats.org/drawingml/2006/main">
              <a:ext uri="{FF2B5EF4-FFF2-40B4-BE49-F238E27FC236}">
                <a16:creationId xmlns:a16="http://schemas.microsoft.com/office/drawing/2014/main" id="{53FAB6BE-4401-4B20-B828-15BA51CE6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132" y="1096564"/>
            <a:ext cx="19289" cy="3140"/>
          </a:xfrm>
          <a:custGeom xmlns:a="http://schemas.openxmlformats.org/drawingml/2006/main">
            <a:pathLst>
              <a:path w="19289" h="3140">
                <a:moveTo>
                  <a:pt x="2252" y="3077"/>
                </a:moveTo>
                <a:lnTo>
                  <a:pt x="1861" y="3077"/>
                </a:lnTo>
                <a:lnTo>
                  <a:pt x="1861" y="1633"/>
                </a:lnTo>
                <a:lnTo>
                  <a:pt x="392" y="1633"/>
                </a:lnTo>
                <a:lnTo>
                  <a:pt x="392" y="3077"/>
                </a:lnTo>
                <a:lnTo>
                  <a:pt x="0" y="3077"/>
                </a:lnTo>
                <a:lnTo>
                  <a:pt x="0" y="131"/>
                </a:lnTo>
                <a:lnTo>
                  <a:pt x="392" y="131"/>
                </a:lnTo>
                <a:lnTo>
                  <a:pt x="392" y="1285"/>
                </a:lnTo>
                <a:lnTo>
                  <a:pt x="1861" y="1285"/>
                </a:lnTo>
                <a:lnTo>
                  <a:pt x="1861" y="131"/>
                </a:lnTo>
                <a:lnTo>
                  <a:pt x="2252" y="131"/>
                </a:lnTo>
                <a:lnTo>
                  <a:pt x="2252" y="3077"/>
                </a:lnTo>
                <a:close/>
                <a:moveTo>
                  <a:pt x="4730" y="3077"/>
                </a:moveTo>
                <a:lnTo>
                  <a:pt x="4360" y="3077"/>
                </a:lnTo>
                <a:lnTo>
                  <a:pt x="4360" y="2843"/>
                </a:lnTo>
                <a:cubicBezTo>
                  <a:pt x="4327" y="2866"/>
                  <a:pt x="4283" y="2897"/>
                  <a:pt x="4227" y="2937"/>
                </a:cubicBezTo>
                <a:cubicBezTo>
                  <a:pt x="4171" y="2977"/>
                  <a:pt x="4116" y="3009"/>
                  <a:pt x="4064" y="3033"/>
                </a:cubicBezTo>
                <a:cubicBezTo>
                  <a:pt x="4002" y="3064"/>
                  <a:pt x="3930" y="3089"/>
                  <a:pt x="3850" y="3109"/>
                </a:cubicBezTo>
                <a:cubicBezTo>
                  <a:pt x="3770" y="3130"/>
                  <a:pt x="3675" y="3140"/>
                  <a:pt x="3567" y="3140"/>
                </a:cubicBezTo>
                <a:cubicBezTo>
                  <a:pt x="3368" y="3140"/>
                  <a:pt x="3199" y="3074"/>
                  <a:pt x="3061" y="2942"/>
                </a:cubicBezTo>
                <a:cubicBezTo>
                  <a:pt x="2923" y="2810"/>
                  <a:pt x="2853" y="2642"/>
                  <a:pt x="2853" y="2437"/>
                </a:cubicBezTo>
                <a:cubicBezTo>
                  <a:pt x="2853" y="2270"/>
                  <a:pt x="2889" y="2134"/>
                  <a:pt x="2961" y="2030"/>
                </a:cubicBezTo>
                <a:cubicBezTo>
                  <a:pt x="3033" y="1927"/>
                  <a:pt x="3136" y="1845"/>
                  <a:pt x="3269" y="1786"/>
                </a:cubicBezTo>
                <a:cubicBezTo>
                  <a:pt x="3403" y="1726"/>
                  <a:pt x="3565" y="1686"/>
                  <a:pt x="3753" y="1665"/>
                </a:cubicBezTo>
                <a:cubicBezTo>
                  <a:pt x="3942" y="1644"/>
                  <a:pt x="4144" y="1628"/>
                  <a:pt x="4360" y="1618"/>
                </a:cubicBezTo>
                <a:lnTo>
                  <a:pt x="4360" y="1560"/>
                </a:lnTo>
                <a:cubicBezTo>
                  <a:pt x="4360" y="1475"/>
                  <a:pt x="4345" y="1404"/>
                  <a:pt x="4316" y="1348"/>
                </a:cubicBezTo>
                <a:cubicBezTo>
                  <a:pt x="4286" y="1293"/>
                  <a:pt x="4244" y="1249"/>
                  <a:pt x="4188" y="1217"/>
                </a:cubicBezTo>
                <a:cubicBezTo>
                  <a:pt x="4135" y="1186"/>
                  <a:pt x="4072" y="1166"/>
                  <a:pt x="3998" y="1155"/>
                </a:cubicBezTo>
                <a:cubicBezTo>
                  <a:pt x="3924" y="1144"/>
                  <a:pt x="3847" y="1139"/>
                  <a:pt x="3767" y="1139"/>
                </a:cubicBezTo>
                <a:cubicBezTo>
                  <a:pt x="3669" y="1139"/>
                  <a:pt x="3561" y="1152"/>
                  <a:pt x="3441" y="1179"/>
                </a:cubicBezTo>
                <a:cubicBezTo>
                  <a:pt x="3321" y="1205"/>
                  <a:pt x="3197" y="1243"/>
                  <a:pt x="3069" y="1293"/>
                </a:cubicBezTo>
                <a:lnTo>
                  <a:pt x="3049" y="1293"/>
                </a:lnTo>
                <a:lnTo>
                  <a:pt x="3049" y="916"/>
                </a:lnTo>
                <a:cubicBezTo>
                  <a:pt x="3122" y="896"/>
                  <a:pt x="3226" y="874"/>
                  <a:pt x="3364" y="850"/>
                </a:cubicBezTo>
                <a:cubicBezTo>
                  <a:pt x="3501" y="827"/>
                  <a:pt x="3636" y="815"/>
                  <a:pt x="3769" y="815"/>
                </a:cubicBezTo>
                <a:cubicBezTo>
                  <a:pt x="3924" y="815"/>
                  <a:pt x="4060" y="828"/>
                  <a:pt x="4175" y="853"/>
                </a:cubicBezTo>
                <a:cubicBezTo>
                  <a:pt x="4291" y="879"/>
                  <a:pt x="4390" y="923"/>
                  <a:pt x="4475" y="985"/>
                </a:cubicBezTo>
                <a:cubicBezTo>
                  <a:pt x="4558" y="1045"/>
                  <a:pt x="4621" y="1124"/>
                  <a:pt x="4665" y="1220"/>
                </a:cubicBezTo>
                <a:cubicBezTo>
                  <a:pt x="4708" y="1316"/>
                  <a:pt x="4730" y="1436"/>
                  <a:pt x="4730" y="1578"/>
                </a:cubicBezTo>
                <a:lnTo>
                  <a:pt x="4730" y="3077"/>
                </a:lnTo>
                <a:moveTo>
                  <a:pt x="4360" y="2536"/>
                </a:moveTo>
                <a:lnTo>
                  <a:pt x="4360" y="1918"/>
                </a:lnTo>
                <a:cubicBezTo>
                  <a:pt x="4247" y="1925"/>
                  <a:pt x="4113" y="1935"/>
                  <a:pt x="3960" y="1948"/>
                </a:cubicBezTo>
                <a:cubicBezTo>
                  <a:pt x="3806" y="1961"/>
                  <a:pt x="3685" y="1980"/>
                  <a:pt x="3595" y="2005"/>
                </a:cubicBezTo>
                <a:cubicBezTo>
                  <a:pt x="3488" y="2036"/>
                  <a:pt x="3402" y="2083"/>
                  <a:pt x="3336" y="2148"/>
                </a:cubicBezTo>
                <a:cubicBezTo>
                  <a:pt x="3270" y="2212"/>
                  <a:pt x="3237" y="2300"/>
                  <a:pt x="3237" y="2413"/>
                </a:cubicBezTo>
                <a:cubicBezTo>
                  <a:pt x="3237" y="2540"/>
                  <a:pt x="3275" y="2635"/>
                  <a:pt x="3352" y="2700"/>
                </a:cubicBezTo>
                <a:cubicBezTo>
                  <a:pt x="3428" y="2764"/>
                  <a:pt x="3545" y="2796"/>
                  <a:pt x="3702" y="2796"/>
                </a:cubicBezTo>
                <a:cubicBezTo>
                  <a:pt x="3832" y="2796"/>
                  <a:pt x="3952" y="2771"/>
                  <a:pt x="4060" y="2720"/>
                </a:cubicBezTo>
                <a:cubicBezTo>
                  <a:pt x="4168" y="2669"/>
                  <a:pt x="4268" y="2607"/>
                  <a:pt x="4360" y="2536"/>
                </a:cubicBezTo>
                <a:close/>
                <a:moveTo>
                  <a:pt x="5821" y="3077"/>
                </a:moveTo>
                <a:lnTo>
                  <a:pt x="5450" y="3077"/>
                </a:lnTo>
                <a:lnTo>
                  <a:pt x="5450" y="0"/>
                </a:lnTo>
                <a:lnTo>
                  <a:pt x="5821" y="0"/>
                </a:lnTo>
                <a:lnTo>
                  <a:pt x="5821" y="3077"/>
                </a:lnTo>
                <a:close/>
                <a:moveTo>
                  <a:pt x="6956" y="498"/>
                </a:moveTo>
                <a:lnTo>
                  <a:pt x="6537" y="498"/>
                </a:lnTo>
                <a:lnTo>
                  <a:pt x="6537" y="111"/>
                </a:lnTo>
                <a:lnTo>
                  <a:pt x="6956" y="111"/>
                </a:lnTo>
                <a:lnTo>
                  <a:pt x="6956" y="498"/>
                </a:lnTo>
                <a:moveTo>
                  <a:pt x="6933" y="3077"/>
                </a:moveTo>
                <a:lnTo>
                  <a:pt x="6561" y="3077"/>
                </a:lnTo>
                <a:lnTo>
                  <a:pt x="6561" y="866"/>
                </a:lnTo>
                <a:lnTo>
                  <a:pt x="6933" y="866"/>
                </a:lnTo>
                <a:lnTo>
                  <a:pt x="6933" y="3077"/>
                </a:lnTo>
                <a:close/>
                <a:moveTo>
                  <a:pt x="9301" y="2940"/>
                </a:moveTo>
                <a:cubicBezTo>
                  <a:pt x="9178" y="3000"/>
                  <a:pt x="9060" y="3046"/>
                  <a:pt x="8949" y="3079"/>
                </a:cubicBezTo>
                <a:cubicBezTo>
                  <a:pt x="8837" y="3112"/>
                  <a:pt x="8719" y="3128"/>
                  <a:pt x="8594" y="3128"/>
                </a:cubicBezTo>
                <a:cubicBezTo>
                  <a:pt x="8434" y="3128"/>
                  <a:pt x="8288" y="3105"/>
                  <a:pt x="8155" y="3058"/>
                </a:cubicBezTo>
                <a:cubicBezTo>
                  <a:pt x="8021" y="3011"/>
                  <a:pt x="7907" y="2940"/>
                  <a:pt x="7813" y="2845"/>
                </a:cubicBezTo>
                <a:cubicBezTo>
                  <a:pt x="7716" y="2750"/>
                  <a:pt x="7642" y="2630"/>
                  <a:pt x="7589" y="2484"/>
                </a:cubicBezTo>
                <a:cubicBezTo>
                  <a:pt x="7536" y="2339"/>
                  <a:pt x="7510" y="2170"/>
                  <a:pt x="7510" y="1975"/>
                </a:cubicBezTo>
                <a:cubicBezTo>
                  <a:pt x="7510" y="1614"/>
                  <a:pt x="7609" y="1330"/>
                  <a:pt x="7808" y="1124"/>
                </a:cubicBezTo>
                <a:cubicBezTo>
                  <a:pt x="8006" y="918"/>
                  <a:pt x="8268" y="815"/>
                  <a:pt x="8594" y="815"/>
                </a:cubicBezTo>
                <a:cubicBezTo>
                  <a:pt x="8720" y="815"/>
                  <a:pt x="8844" y="832"/>
                  <a:pt x="8966" y="868"/>
                </a:cubicBezTo>
                <a:cubicBezTo>
                  <a:pt x="9088" y="904"/>
                  <a:pt x="9200" y="947"/>
                  <a:pt x="9301" y="999"/>
                </a:cubicBezTo>
                <a:lnTo>
                  <a:pt x="9301" y="1412"/>
                </a:lnTo>
                <a:lnTo>
                  <a:pt x="9282" y="1412"/>
                </a:lnTo>
                <a:cubicBezTo>
                  <a:pt x="9168" y="1324"/>
                  <a:pt x="9051" y="1257"/>
                  <a:pt x="8931" y="1210"/>
                </a:cubicBezTo>
                <a:cubicBezTo>
                  <a:pt x="8810" y="1163"/>
                  <a:pt x="8692" y="1139"/>
                  <a:pt x="8578" y="1139"/>
                </a:cubicBezTo>
                <a:cubicBezTo>
                  <a:pt x="8367" y="1139"/>
                  <a:pt x="8200" y="1210"/>
                  <a:pt x="8078" y="1352"/>
                </a:cubicBezTo>
                <a:cubicBezTo>
                  <a:pt x="7957" y="1493"/>
                  <a:pt x="7896" y="1701"/>
                  <a:pt x="7896" y="1975"/>
                </a:cubicBezTo>
                <a:cubicBezTo>
                  <a:pt x="7896" y="2242"/>
                  <a:pt x="7955" y="2446"/>
                  <a:pt x="8075" y="2589"/>
                </a:cubicBezTo>
                <a:cubicBezTo>
                  <a:pt x="8194" y="2732"/>
                  <a:pt x="8362" y="2804"/>
                  <a:pt x="8578" y="2804"/>
                </a:cubicBezTo>
                <a:cubicBezTo>
                  <a:pt x="8653" y="2804"/>
                  <a:pt x="8729" y="2794"/>
                  <a:pt x="8807" y="2775"/>
                </a:cubicBezTo>
                <a:cubicBezTo>
                  <a:pt x="8885" y="2755"/>
                  <a:pt x="8955" y="2729"/>
                  <a:pt x="9017" y="2698"/>
                </a:cubicBezTo>
                <a:cubicBezTo>
                  <a:pt x="9071" y="2670"/>
                  <a:pt x="9122" y="2641"/>
                  <a:pt x="9169" y="2611"/>
                </a:cubicBezTo>
                <a:cubicBezTo>
                  <a:pt x="9216" y="2580"/>
                  <a:pt x="9254" y="2553"/>
                  <a:pt x="9282" y="2531"/>
                </a:cubicBezTo>
                <a:lnTo>
                  <a:pt x="9301" y="2531"/>
                </a:lnTo>
                <a:lnTo>
                  <a:pt x="9301" y="2940"/>
                </a:lnTo>
                <a:close/>
                <a:moveTo>
                  <a:pt x="10925" y="3057"/>
                </a:moveTo>
                <a:cubicBezTo>
                  <a:pt x="10855" y="3076"/>
                  <a:pt x="10779" y="3091"/>
                  <a:pt x="10696" y="3103"/>
                </a:cubicBezTo>
                <a:cubicBezTo>
                  <a:pt x="10614" y="3114"/>
                  <a:pt x="10540" y="3120"/>
                  <a:pt x="10476" y="3120"/>
                </a:cubicBezTo>
                <a:cubicBezTo>
                  <a:pt x="10250" y="3120"/>
                  <a:pt x="10079" y="3060"/>
                  <a:pt x="9962" y="2938"/>
                </a:cubicBezTo>
                <a:cubicBezTo>
                  <a:pt x="9844" y="2817"/>
                  <a:pt x="9786" y="2622"/>
                  <a:pt x="9786" y="2354"/>
                </a:cubicBezTo>
                <a:lnTo>
                  <a:pt x="9786" y="1179"/>
                </a:lnTo>
                <a:lnTo>
                  <a:pt x="9535" y="1179"/>
                </a:lnTo>
                <a:lnTo>
                  <a:pt x="9535" y="866"/>
                </a:lnTo>
                <a:lnTo>
                  <a:pt x="9786" y="866"/>
                </a:lnTo>
                <a:lnTo>
                  <a:pt x="9786" y="229"/>
                </a:lnTo>
                <a:lnTo>
                  <a:pt x="10158" y="229"/>
                </a:lnTo>
                <a:lnTo>
                  <a:pt x="10158" y="866"/>
                </a:lnTo>
                <a:lnTo>
                  <a:pt x="10925" y="866"/>
                </a:lnTo>
                <a:lnTo>
                  <a:pt x="10925" y="1179"/>
                </a:lnTo>
                <a:lnTo>
                  <a:pt x="10158" y="1179"/>
                </a:lnTo>
                <a:lnTo>
                  <a:pt x="10158" y="2187"/>
                </a:lnTo>
                <a:cubicBezTo>
                  <a:pt x="10158" y="2304"/>
                  <a:pt x="10160" y="2395"/>
                  <a:pt x="10165" y="2460"/>
                </a:cubicBezTo>
                <a:cubicBezTo>
                  <a:pt x="10171" y="2525"/>
                  <a:pt x="10189" y="2587"/>
                  <a:pt x="10221" y="2643"/>
                </a:cubicBezTo>
                <a:cubicBezTo>
                  <a:pt x="10250" y="2696"/>
                  <a:pt x="10290" y="2735"/>
                  <a:pt x="10340" y="2759"/>
                </a:cubicBezTo>
                <a:cubicBezTo>
                  <a:pt x="10391" y="2784"/>
                  <a:pt x="10469" y="2796"/>
                  <a:pt x="10573" y="2796"/>
                </a:cubicBezTo>
                <a:cubicBezTo>
                  <a:pt x="10633" y="2796"/>
                  <a:pt x="10697" y="2787"/>
                  <a:pt x="10763" y="2769"/>
                </a:cubicBezTo>
                <a:cubicBezTo>
                  <a:pt x="10829" y="2752"/>
                  <a:pt x="10876" y="2737"/>
                  <a:pt x="10905" y="2725"/>
                </a:cubicBezTo>
                <a:lnTo>
                  <a:pt x="10925" y="2725"/>
                </a:lnTo>
                <a:lnTo>
                  <a:pt x="10925" y="3057"/>
                </a:lnTo>
                <a:close/>
                <a:moveTo>
                  <a:pt x="11773" y="498"/>
                </a:moveTo>
                <a:lnTo>
                  <a:pt x="11354" y="498"/>
                </a:lnTo>
                <a:lnTo>
                  <a:pt x="11354" y="111"/>
                </a:lnTo>
                <a:lnTo>
                  <a:pt x="11773" y="111"/>
                </a:lnTo>
                <a:lnTo>
                  <a:pt x="11773" y="498"/>
                </a:lnTo>
                <a:moveTo>
                  <a:pt x="11749" y="3077"/>
                </a:moveTo>
                <a:lnTo>
                  <a:pt x="11377" y="3077"/>
                </a:lnTo>
                <a:lnTo>
                  <a:pt x="11377" y="866"/>
                </a:lnTo>
                <a:lnTo>
                  <a:pt x="11749" y="866"/>
                </a:lnTo>
                <a:lnTo>
                  <a:pt x="11749" y="3077"/>
                </a:lnTo>
                <a:close/>
                <a:moveTo>
                  <a:pt x="14276" y="3077"/>
                </a:moveTo>
                <a:lnTo>
                  <a:pt x="13905" y="3077"/>
                </a:lnTo>
                <a:lnTo>
                  <a:pt x="13905" y="2847"/>
                </a:lnTo>
                <a:cubicBezTo>
                  <a:pt x="13798" y="2939"/>
                  <a:pt x="13686" y="3011"/>
                  <a:pt x="13570" y="3063"/>
                </a:cubicBezTo>
                <a:cubicBezTo>
                  <a:pt x="13454" y="3114"/>
                  <a:pt x="13328" y="3140"/>
                  <a:pt x="13193" y="3140"/>
                </a:cubicBezTo>
                <a:cubicBezTo>
                  <a:pt x="12929" y="3140"/>
                  <a:pt x="12720" y="3038"/>
                  <a:pt x="12565" y="2835"/>
                </a:cubicBezTo>
                <a:cubicBezTo>
                  <a:pt x="12410" y="2631"/>
                  <a:pt x="12333" y="2349"/>
                  <a:pt x="12333" y="1988"/>
                </a:cubicBezTo>
                <a:cubicBezTo>
                  <a:pt x="12333" y="1801"/>
                  <a:pt x="12359" y="1633"/>
                  <a:pt x="12413" y="1487"/>
                </a:cubicBezTo>
                <a:cubicBezTo>
                  <a:pt x="12466" y="1340"/>
                  <a:pt x="12538" y="1215"/>
                  <a:pt x="12629" y="1112"/>
                </a:cubicBezTo>
                <a:cubicBezTo>
                  <a:pt x="12719" y="1012"/>
                  <a:pt x="12823" y="935"/>
                  <a:pt x="12943" y="882"/>
                </a:cubicBezTo>
                <a:cubicBezTo>
                  <a:pt x="13062" y="829"/>
                  <a:pt x="13185" y="803"/>
                  <a:pt x="13313" y="803"/>
                </a:cubicBezTo>
                <a:cubicBezTo>
                  <a:pt x="13429" y="803"/>
                  <a:pt x="13532" y="815"/>
                  <a:pt x="13622" y="840"/>
                </a:cubicBezTo>
                <a:cubicBezTo>
                  <a:pt x="13711" y="864"/>
                  <a:pt x="13806" y="902"/>
                  <a:pt x="13905" y="953"/>
                </a:cubicBezTo>
                <a:lnTo>
                  <a:pt x="13905" y="0"/>
                </a:lnTo>
                <a:lnTo>
                  <a:pt x="14276" y="0"/>
                </a:lnTo>
                <a:lnTo>
                  <a:pt x="14276" y="3077"/>
                </a:lnTo>
                <a:moveTo>
                  <a:pt x="13905" y="2533"/>
                </a:moveTo>
                <a:lnTo>
                  <a:pt x="13905" y="1266"/>
                </a:lnTo>
                <a:cubicBezTo>
                  <a:pt x="13804" y="1221"/>
                  <a:pt x="13715" y="1190"/>
                  <a:pt x="13636" y="1173"/>
                </a:cubicBezTo>
                <a:cubicBezTo>
                  <a:pt x="13557" y="1155"/>
                  <a:pt x="13470" y="1147"/>
                  <a:pt x="13377" y="1147"/>
                </a:cubicBezTo>
                <a:cubicBezTo>
                  <a:pt x="13168" y="1147"/>
                  <a:pt x="13006" y="1219"/>
                  <a:pt x="12890" y="1364"/>
                </a:cubicBezTo>
                <a:cubicBezTo>
                  <a:pt x="12774" y="1509"/>
                  <a:pt x="12716" y="1715"/>
                  <a:pt x="12716" y="1981"/>
                </a:cubicBezTo>
                <a:cubicBezTo>
                  <a:pt x="12716" y="2244"/>
                  <a:pt x="12761" y="2443"/>
                  <a:pt x="12851" y="2580"/>
                </a:cubicBezTo>
                <a:cubicBezTo>
                  <a:pt x="12940" y="2716"/>
                  <a:pt x="13084" y="2784"/>
                  <a:pt x="13282" y="2784"/>
                </a:cubicBezTo>
                <a:cubicBezTo>
                  <a:pt x="13387" y="2784"/>
                  <a:pt x="13494" y="2761"/>
                  <a:pt x="13602" y="2714"/>
                </a:cubicBezTo>
                <a:cubicBezTo>
                  <a:pt x="13710" y="2667"/>
                  <a:pt x="13811" y="2607"/>
                  <a:pt x="13905" y="2533"/>
                </a:cubicBezTo>
                <a:close/>
                <a:moveTo>
                  <a:pt x="16724" y="3077"/>
                </a:moveTo>
                <a:lnTo>
                  <a:pt x="16355" y="3077"/>
                </a:lnTo>
                <a:lnTo>
                  <a:pt x="16355" y="2843"/>
                </a:lnTo>
                <a:cubicBezTo>
                  <a:pt x="16322" y="2866"/>
                  <a:pt x="16277" y="2897"/>
                  <a:pt x="16221" y="2937"/>
                </a:cubicBezTo>
                <a:cubicBezTo>
                  <a:pt x="16165" y="2977"/>
                  <a:pt x="16111" y="3009"/>
                  <a:pt x="16058" y="3033"/>
                </a:cubicBezTo>
                <a:cubicBezTo>
                  <a:pt x="15996" y="3064"/>
                  <a:pt x="15925" y="3089"/>
                  <a:pt x="15844" y="3109"/>
                </a:cubicBezTo>
                <a:cubicBezTo>
                  <a:pt x="15764" y="3130"/>
                  <a:pt x="15670" y="3140"/>
                  <a:pt x="15562" y="3140"/>
                </a:cubicBezTo>
                <a:cubicBezTo>
                  <a:pt x="15363" y="3140"/>
                  <a:pt x="15194" y="3074"/>
                  <a:pt x="15055" y="2942"/>
                </a:cubicBezTo>
                <a:cubicBezTo>
                  <a:pt x="14917" y="2810"/>
                  <a:pt x="14848" y="2642"/>
                  <a:pt x="14848" y="2437"/>
                </a:cubicBezTo>
                <a:cubicBezTo>
                  <a:pt x="14848" y="2270"/>
                  <a:pt x="14884" y="2134"/>
                  <a:pt x="14956" y="2030"/>
                </a:cubicBezTo>
                <a:cubicBezTo>
                  <a:pt x="15027" y="1927"/>
                  <a:pt x="15130" y="1845"/>
                  <a:pt x="15263" y="1786"/>
                </a:cubicBezTo>
                <a:cubicBezTo>
                  <a:pt x="15397" y="1726"/>
                  <a:pt x="15559" y="1686"/>
                  <a:pt x="15747" y="1665"/>
                </a:cubicBezTo>
                <a:cubicBezTo>
                  <a:pt x="15936" y="1644"/>
                  <a:pt x="16138" y="1628"/>
                  <a:pt x="16355" y="1618"/>
                </a:cubicBezTo>
                <a:lnTo>
                  <a:pt x="16355" y="1560"/>
                </a:lnTo>
                <a:cubicBezTo>
                  <a:pt x="16355" y="1475"/>
                  <a:pt x="16340" y="1404"/>
                  <a:pt x="16310" y="1348"/>
                </a:cubicBezTo>
                <a:cubicBezTo>
                  <a:pt x="16280" y="1293"/>
                  <a:pt x="16238" y="1249"/>
                  <a:pt x="16182" y="1217"/>
                </a:cubicBezTo>
                <a:cubicBezTo>
                  <a:pt x="16130" y="1186"/>
                  <a:pt x="16066" y="1166"/>
                  <a:pt x="15993" y="1155"/>
                </a:cubicBezTo>
                <a:cubicBezTo>
                  <a:pt x="15919" y="1144"/>
                  <a:pt x="15842" y="1139"/>
                  <a:pt x="15761" y="1139"/>
                </a:cubicBezTo>
                <a:cubicBezTo>
                  <a:pt x="15664" y="1139"/>
                  <a:pt x="15555" y="1152"/>
                  <a:pt x="15435" y="1179"/>
                </a:cubicBezTo>
                <a:cubicBezTo>
                  <a:pt x="15315" y="1205"/>
                  <a:pt x="15191" y="1243"/>
                  <a:pt x="15063" y="1293"/>
                </a:cubicBezTo>
                <a:lnTo>
                  <a:pt x="15043" y="1293"/>
                </a:lnTo>
                <a:lnTo>
                  <a:pt x="15043" y="916"/>
                </a:lnTo>
                <a:cubicBezTo>
                  <a:pt x="15116" y="896"/>
                  <a:pt x="15221" y="874"/>
                  <a:pt x="15358" y="850"/>
                </a:cubicBezTo>
                <a:cubicBezTo>
                  <a:pt x="15495" y="827"/>
                  <a:pt x="15630" y="815"/>
                  <a:pt x="15763" y="815"/>
                </a:cubicBezTo>
                <a:cubicBezTo>
                  <a:pt x="15919" y="815"/>
                  <a:pt x="16054" y="828"/>
                  <a:pt x="16170" y="853"/>
                </a:cubicBezTo>
                <a:cubicBezTo>
                  <a:pt x="16285" y="879"/>
                  <a:pt x="16385" y="923"/>
                  <a:pt x="16469" y="985"/>
                </a:cubicBezTo>
                <a:cubicBezTo>
                  <a:pt x="16552" y="1045"/>
                  <a:pt x="16616" y="1124"/>
                  <a:pt x="16659" y="1220"/>
                </a:cubicBezTo>
                <a:cubicBezTo>
                  <a:pt x="16703" y="1316"/>
                  <a:pt x="16724" y="1436"/>
                  <a:pt x="16724" y="1578"/>
                </a:cubicBezTo>
                <a:lnTo>
                  <a:pt x="16724" y="3077"/>
                </a:lnTo>
                <a:moveTo>
                  <a:pt x="16355" y="2536"/>
                </a:moveTo>
                <a:lnTo>
                  <a:pt x="16355" y="1918"/>
                </a:lnTo>
                <a:cubicBezTo>
                  <a:pt x="16241" y="1925"/>
                  <a:pt x="16108" y="1935"/>
                  <a:pt x="15954" y="1948"/>
                </a:cubicBezTo>
                <a:cubicBezTo>
                  <a:pt x="15801" y="1961"/>
                  <a:pt x="15679" y="1980"/>
                  <a:pt x="15589" y="2005"/>
                </a:cubicBezTo>
                <a:cubicBezTo>
                  <a:pt x="15482" y="2036"/>
                  <a:pt x="15396" y="2083"/>
                  <a:pt x="15330" y="2148"/>
                </a:cubicBezTo>
                <a:cubicBezTo>
                  <a:pt x="15264" y="2212"/>
                  <a:pt x="15231" y="2300"/>
                  <a:pt x="15231" y="2413"/>
                </a:cubicBezTo>
                <a:cubicBezTo>
                  <a:pt x="15231" y="2540"/>
                  <a:pt x="15270" y="2635"/>
                  <a:pt x="15346" y="2700"/>
                </a:cubicBezTo>
                <a:cubicBezTo>
                  <a:pt x="15422" y="2764"/>
                  <a:pt x="15539" y="2796"/>
                  <a:pt x="15696" y="2796"/>
                </a:cubicBezTo>
                <a:cubicBezTo>
                  <a:pt x="15827" y="2796"/>
                  <a:pt x="15946" y="2771"/>
                  <a:pt x="16054" y="2720"/>
                </a:cubicBezTo>
                <a:cubicBezTo>
                  <a:pt x="16162" y="2669"/>
                  <a:pt x="16262" y="2607"/>
                  <a:pt x="16355" y="2536"/>
                </a:cubicBezTo>
                <a:close/>
                <a:moveTo>
                  <a:pt x="19289" y="2009"/>
                </a:moveTo>
                <a:lnTo>
                  <a:pt x="17662" y="2009"/>
                </a:lnTo>
                <a:cubicBezTo>
                  <a:pt x="17662" y="2145"/>
                  <a:pt x="17682" y="2264"/>
                  <a:pt x="17723" y="2365"/>
                </a:cubicBezTo>
                <a:cubicBezTo>
                  <a:pt x="17764" y="2466"/>
                  <a:pt x="17820" y="2549"/>
                  <a:pt x="17891" y="2614"/>
                </a:cubicBezTo>
                <a:cubicBezTo>
                  <a:pt x="17960" y="2677"/>
                  <a:pt x="18041" y="2725"/>
                  <a:pt x="18135" y="2756"/>
                </a:cubicBezTo>
                <a:cubicBezTo>
                  <a:pt x="18230" y="2788"/>
                  <a:pt x="18333" y="2804"/>
                  <a:pt x="18447" y="2804"/>
                </a:cubicBezTo>
                <a:cubicBezTo>
                  <a:pt x="18597" y="2804"/>
                  <a:pt x="18748" y="2774"/>
                  <a:pt x="18901" y="2713"/>
                </a:cubicBezTo>
                <a:cubicBezTo>
                  <a:pt x="19053" y="2653"/>
                  <a:pt x="19161" y="2593"/>
                  <a:pt x="19226" y="2535"/>
                </a:cubicBezTo>
                <a:lnTo>
                  <a:pt x="19246" y="2535"/>
                </a:lnTo>
                <a:lnTo>
                  <a:pt x="19246" y="2942"/>
                </a:lnTo>
                <a:cubicBezTo>
                  <a:pt x="19120" y="2995"/>
                  <a:pt x="18992" y="3039"/>
                  <a:pt x="18862" y="3075"/>
                </a:cubicBezTo>
                <a:cubicBezTo>
                  <a:pt x="18731" y="3110"/>
                  <a:pt x="18594" y="3128"/>
                  <a:pt x="18451" y="3128"/>
                </a:cubicBezTo>
                <a:cubicBezTo>
                  <a:pt x="18084" y="3128"/>
                  <a:pt x="17798" y="3029"/>
                  <a:pt x="17592" y="2830"/>
                </a:cubicBezTo>
                <a:cubicBezTo>
                  <a:pt x="17387" y="2631"/>
                  <a:pt x="17284" y="2349"/>
                  <a:pt x="17284" y="1983"/>
                </a:cubicBezTo>
                <a:cubicBezTo>
                  <a:pt x="17284" y="1622"/>
                  <a:pt x="17383" y="1334"/>
                  <a:pt x="17580" y="1122"/>
                </a:cubicBezTo>
                <a:cubicBezTo>
                  <a:pt x="17777" y="909"/>
                  <a:pt x="18036" y="803"/>
                  <a:pt x="18358" y="803"/>
                </a:cubicBezTo>
                <a:cubicBezTo>
                  <a:pt x="18656" y="803"/>
                  <a:pt x="18885" y="890"/>
                  <a:pt x="19047" y="1064"/>
                </a:cubicBezTo>
                <a:cubicBezTo>
                  <a:pt x="19208" y="1239"/>
                  <a:pt x="19289" y="1486"/>
                  <a:pt x="19289" y="1807"/>
                </a:cubicBezTo>
                <a:lnTo>
                  <a:pt x="19289" y="2009"/>
                </a:lnTo>
                <a:moveTo>
                  <a:pt x="18927" y="1724"/>
                </a:moveTo>
                <a:cubicBezTo>
                  <a:pt x="18926" y="1529"/>
                  <a:pt x="18877" y="1378"/>
                  <a:pt x="18780" y="1271"/>
                </a:cubicBezTo>
                <a:cubicBezTo>
                  <a:pt x="18683" y="1165"/>
                  <a:pt x="18536" y="1111"/>
                  <a:pt x="18338" y="1111"/>
                </a:cubicBezTo>
                <a:cubicBezTo>
                  <a:pt x="18139" y="1111"/>
                  <a:pt x="17980" y="1170"/>
                  <a:pt x="17862" y="1287"/>
                </a:cubicBezTo>
                <a:cubicBezTo>
                  <a:pt x="17744" y="1405"/>
                  <a:pt x="17678" y="1550"/>
                  <a:pt x="17662" y="1724"/>
                </a:cubicBezTo>
                <a:lnTo>
                  <a:pt x="18927" y="17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E6A911C-0428-40FF-B108-2B8F28DC0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7" y="1145543"/>
            <a:ext cx="68483" cy="48286"/>
          </a:xfrm>
          <a:custGeom xmlns:a="http://schemas.openxmlformats.org/drawingml/2006/main">
            <a:pathLst>
              <a:path w="68483" h="48286">
                <a:moveTo>
                  <a:pt x="0" y="0"/>
                </a:moveTo>
                <a:lnTo>
                  <a:pt x="68483" y="0"/>
                </a:lnTo>
                <a:lnTo>
                  <a:pt x="68483" y="48286"/>
                </a:lnTo>
                <a:lnTo>
                  <a:pt x="0" y="482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194FB9-2DB1-4910-8F2B-0228D237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8" y="1145545"/>
            <a:ext cx="68482" cy="48287"/>
          </a:xfrm>
          <a:custGeom xmlns:a="http://schemas.openxmlformats.org/drawingml/2006/main">
            <a:pathLst>
              <a:path w="68482" h="48287" fill="none">
                <a:moveTo>
                  <a:pt x="0" y="0"/>
                </a:moveTo>
                <a:lnTo>
                  <a:pt x="68482" y="0"/>
                </a:lnTo>
                <a:lnTo>
                  <a:pt x="68482" y="48287"/>
                </a:lnTo>
                <a:lnTo>
                  <a:pt x="0" y="482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D4807A-A9AF-4414-BDE1-A8A5C9D6A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7" y="1216329"/>
            <a:ext cx="68483" cy="40717"/>
          </a:xfrm>
          <a:custGeom xmlns:a="http://schemas.openxmlformats.org/drawingml/2006/main">
            <a:pathLst>
              <a:path w="68483" h="40717">
                <a:moveTo>
                  <a:pt x="0" y="0"/>
                </a:moveTo>
                <a:lnTo>
                  <a:pt x="68483" y="0"/>
                </a:lnTo>
                <a:lnTo>
                  <a:pt x="68483" y="40717"/>
                </a:lnTo>
                <a:lnTo>
                  <a:pt x="0" y="407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E749D6-4FB0-4E34-A743-F301B129E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23238" y="1216331"/>
            <a:ext cx="68482" cy="40718"/>
          </a:xfrm>
          <a:custGeom xmlns:a="http://schemas.openxmlformats.org/drawingml/2006/main">
            <a:pathLst>
              <a:path w="68482" h="40718" fill="none">
                <a:moveTo>
                  <a:pt x="0" y="0"/>
                </a:moveTo>
                <a:lnTo>
                  <a:pt x="68482" y="0"/>
                </a:lnTo>
                <a:lnTo>
                  <a:pt x="68482" y="40718"/>
                </a:lnTo>
                <a:lnTo>
                  <a:pt x="0" y="407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84" name="Text Eumenidae">
            <a:extLst xmlns:a="http://schemas.openxmlformats.org/drawingml/2006/main">
              <a:ext uri="{FF2B5EF4-FFF2-40B4-BE49-F238E27FC236}">
                <a16:creationId xmlns:a16="http://schemas.microsoft.com/office/drawing/2014/main" id="{99749504-4489-4378-94C6-F666BC8710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6938" y="1219300"/>
            <a:ext cx="66582" cy="9537"/>
          </a:xfrm>
          <a:custGeom xmlns:a="http://schemas.openxmlformats.org/drawingml/2006/main">
            <a:pathLst>
              <a:path w="66582" h="9537">
                <a:moveTo>
                  <a:pt x="5891" y="9344"/>
                </a:moveTo>
                <a:lnTo>
                  <a:pt x="0" y="9344"/>
                </a:lnTo>
                <a:lnTo>
                  <a:pt x="0" y="396"/>
                </a:lnTo>
                <a:lnTo>
                  <a:pt x="5891" y="396"/>
                </a:lnTo>
                <a:lnTo>
                  <a:pt x="5891" y="1453"/>
                </a:lnTo>
                <a:lnTo>
                  <a:pt x="1189" y="1453"/>
                </a:lnTo>
                <a:lnTo>
                  <a:pt x="1189" y="3904"/>
                </a:lnTo>
                <a:lnTo>
                  <a:pt x="5891" y="3904"/>
                </a:lnTo>
                <a:lnTo>
                  <a:pt x="5891" y="4960"/>
                </a:lnTo>
                <a:lnTo>
                  <a:pt x="1189" y="4960"/>
                </a:lnTo>
                <a:lnTo>
                  <a:pt x="1189" y="8287"/>
                </a:lnTo>
                <a:lnTo>
                  <a:pt x="5891" y="8287"/>
                </a:lnTo>
                <a:lnTo>
                  <a:pt x="5891" y="9344"/>
                </a:lnTo>
                <a:close/>
                <a:moveTo>
                  <a:pt x="13248" y="9344"/>
                </a:moveTo>
                <a:lnTo>
                  <a:pt x="12119" y="9344"/>
                </a:lnTo>
                <a:lnTo>
                  <a:pt x="12119" y="8604"/>
                </a:lnTo>
                <a:cubicBezTo>
                  <a:pt x="11739" y="8905"/>
                  <a:pt x="11374" y="9135"/>
                  <a:pt x="11026" y="9296"/>
                </a:cubicBezTo>
                <a:cubicBezTo>
                  <a:pt x="10678" y="9456"/>
                  <a:pt x="10293" y="9537"/>
                  <a:pt x="9873" y="9537"/>
                </a:cubicBezTo>
                <a:cubicBezTo>
                  <a:pt x="9168" y="9537"/>
                  <a:pt x="8620" y="9321"/>
                  <a:pt x="8227" y="8890"/>
                </a:cubicBezTo>
                <a:cubicBezTo>
                  <a:pt x="7835" y="8459"/>
                  <a:pt x="7639" y="7826"/>
                  <a:pt x="7639" y="6992"/>
                </a:cubicBezTo>
                <a:lnTo>
                  <a:pt x="7639" y="2630"/>
                </a:lnTo>
                <a:lnTo>
                  <a:pt x="8768" y="2630"/>
                </a:lnTo>
                <a:lnTo>
                  <a:pt x="8768" y="6454"/>
                </a:lnTo>
                <a:cubicBezTo>
                  <a:pt x="8768" y="6794"/>
                  <a:pt x="8784" y="7086"/>
                  <a:pt x="8816" y="7328"/>
                </a:cubicBezTo>
                <a:cubicBezTo>
                  <a:pt x="8848" y="7571"/>
                  <a:pt x="8916" y="7778"/>
                  <a:pt x="9020" y="7951"/>
                </a:cubicBezTo>
                <a:cubicBezTo>
                  <a:pt x="9128" y="8127"/>
                  <a:pt x="9268" y="8255"/>
                  <a:pt x="9440" y="8336"/>
                </a:cubicBezTo>
                <a:cubicBezTo>
                  <a:pt x="9613" y="8416"/>
                  <a:pt x="9863" y="8456"/>
                  <a:pt x="10191" y="8456"/>
                </a:cubicBezTo>
                <a:cubicBezTo>
                  <a:pt x="10483" y="8456"/>
                  <a:pt x="10803" y="8379"/>
                  <a:pt x="11149" y="8227"/>
                </a:cubicBezTo>
                <a:cubicBezTo>
                  <a:pt x="11495" y="8075"/>
                  <a:pt x="11819" y="7880"/>
                  <a:pt x="12119" y="7644"/>
                </a:cubicBezTo>
                <a:lnTo>
                  <a:pt x="12119" y="2630"/>
                </a:lnTo>
                <a:lnTo>
                  <a:pt x="13248" y="2630"/>
                </a:lnTo>
                <a:lnTo>
                  <a:pt x="13248" y="9344"/>
                </a:lnTo>
                <a:close/>
                <a:moveTo>
                  <a:pt x="25259" y="9344"/>
                </a:moveTo>
                <a:lnTo>
                  <a:pt x="24130" y="9344"/>
                </a:lnTo>
                <a:lnTo>
                  <a:pt x="24130" y="5521"/>
                </a:lnTo>
                <a:cubicBezTo>
                  <a:pt x="24130" y="5233"/>
                  <a:pt x="24117" y="4954"/>
                  <a:pt x="24091" y="4686"/>
                </a:cubicBezTo>
                <a:cubicBezTo>
                  <a:pt x="24065" y="4417"/>
                  <a:pt x="24010" y="4202"/>
                  <a:pt x="23925" y="4042"/>
                </a:cubicBezTo>
                <a:cubicBezTo>
                  <a:pt x="23833" y="3870"/>
                  <a:pt x="23701" y="3740"/>
                  <a:pt x="23529" y="3651"/>
                </a:cubicBezTo>
                <a:cubicBezTo>
                  <a:pt x="23357" y="3563"/>
                  <a:pt x="23109" y="3519"/>
                  <a:pt x="22784" y="3519"/>
                </a:cubicBezTo>
                <a:cubicBezTo>
                  <a:pt x="22468" y="3519"/>
                  <a:pt x="22152" y="3598"/>
                  <a:pt x="21836" y="3757"/>
                </a:cubicBezTo>
                <a:cubicBezTo>
                  <a:pt x="21519" y="3915"/>
                  <a:pt x="21203" y="4116"/>
                  <a:pt x="20887" y="4361"/>
                </a:cubicBezTo>
                <a:cubicBezTo>
                  <a:pt x="20899" y="4453"/>
                  <a:pt x="20909" y="4560"/>
                  <a:pt x="20917" y="4682"/>
                </a:cubicBezTo>
                <a:cubicBezTo>
                  <a:pt x="20925" y="4805"/>
                  <a:pt x="20929" y="4926"/>
                  <a:pt x="20929" y="5046"/>
                </a:cubicBezTo>
                <a:lnTo>
                  <a:pt x="20929" y="9344"/>
                </a:lnTo>
                <a:lnTo>
                  <a:pt x="19800" y="9344"/>
                </a:lnTo>
                <a:lnTo>
                  <a:pt x="19800" y="5521"/>
                </a:lnTo>
                <a:cubicBezTo>
                  <a:pt x="19800" y="5225"/>
                  <a:pt x="19787" y="4943"/>
                  <a:pt x="19761" y="4677"/>
                </a:cubicBezTo>
                <a:cubicBezTo>
                  <a:pt x="19735" y="4410"/>
                  <a:pt x="19680" y="4196"/>
                  <a:pt x="19596" y="4036"/>
                </a:cubicBezTo>
                <a:cubicBezTo>
                  <a:pt x="19503" y="3864"/>
                  <a:pt x="19371" y="3735"/>
                  <a:pt x="19199" y="3648"/>
                </a:cubicBezTo>
                <a:cubicBezTo>
                  <a:pt x="19027" y="3562"/>
                  <a:pt x="18779" y="3519"/>
                  <a:pt x="18455" y="3519"/>
                </a:cubicBezTo>
                <a:cubicBezTo>
                  <a:pt x="18146" y="3519"/>
                  <a:pt x="17837" y="3595"/>
                  <a:pt x="17527" y="3748"/>
                </a:cubicBezTo>
                <a:cubicBezTo>
                  <a:pt x="17216" y="3900"/>
                  <a:pt x="16907" y="4094"/>
                  <a:pt x="16599" y="4331"/>
                </a:cubicBezTo>
                <a:lnTo>
                  <a:pt x="16599" y="9344"/>
                </a:lnTo>
                <a:lnTo>
                  <a:pt x="15470" y="9344"/>
                </a:lnTo>
                <a:lnTo>
                  <a:pt x="15470" y="2630"/>
                </a:lnTo>
                <a:lnTo>
                  <a:pt x="16599" y="2630"/>
                </a:lnTo>
                <a:lnTo>
                  <a:pt x="16599" y="3376"/>
                </a:lnTo>
                <a:cubicBezTo>
                  <a:pt x="16951" y="3081"/>
                  <a:pt x="17303" y="2852"/>
                  <a:pt x="17653" y="2686"/>
                </a:cubicBezTo>
                <a:cubicBezTo>
                  <a:pt x="18003" y="2521"/>
                  <a:pt x="18376" y="2438"/>
                  <a:pt x="18773" y="2438"/>
                </a:cubicBezTo>
                <a:cubicBezTo>
                  <a:pt x="19229" y="2438"/>
                  <a:pt x="19617" y="2535"/>
                  <a:pt x="19935" y="2728"/>
                </a:cubicBezTo>
                <a:cubicBezTo>
                  <a:pt x="20253" y="2922"/>
                  <a:pt x="20490" y="3189"/>
                  <a:pt x="20647" y="3532"/>
                </a:cubicBezTo>
                <a:cubicBezTo>
                  <a:pt x="21103" y="3145"/>
                  <a:pt x="21519" y="2866"/>
                  <a:pt x="21896" y="2695"/>
                </a:cubicBezTo>
                <a:cubicBezTo>
                  <a:pt x="22272" y="2524"/>
                  <a:pt x="22674" y="2438"/>
                  <a:pt x="23103" y="2438"/>
                </a:cubicBezTo>
                <a:cubicBezTo>
                  <a:pt x="23839" y="2438"/>
                  <a:pt x="24383" y="2662"/>
                  <a:pt x="24733" y="3109"/>
                </a:cubicBezTo>
                <a:cubicBezTo>
                  <a:pt x="25084" y="3556"/>
                  <a:pt x="25259" y="4181"/>
                  <a:pt x="25259" y="4983"/>
                </a:cubicBezTo>
                <a:lnTo>
                  <a:pt x="25259" y="9344"/>
                </a:lnTo>
                <a:close/>
                <a:moveTo>
                  <a:pt x="33048" y="6101"/>
                </a:moveTo>
                <a:lnTo>
                  <a:pt x="28105" y="6101"/>
                </a:lnTo>
                <a:cubicBezTo>
                  <a:pt x="28105" y="6515"/>
                  <a:pt x="28167" y="6875"/>
                  <a:pt x="28291" y="7182"/>
                </a:cubicBezTo>
                <a:cubicBezTo>
                  <a:pt x="28415" y="7489"/>
                  <a:pt x="28586" y="7741"/>
                  <a:pt x="28802" y="7938"/>
                </a:cubicBezTo>
                <a:cubicBezTo>
                  <a:pt x="29010" y="8130"/>
                  <a:pt x="29257" y="8275"/>
                  <a:pt x="29543" y="8371"/>
                </a:cubicBezTo>
                <a:cubicBezTo>
                  <a:pt x="29830" y="8468"/>
                  <a:pt x="30145" y="8516"/>
                  <a:pt x="30489" y="8516"/>
                </a:cubicBezTo>
                <a:cubicBezTo>
                  <a:pt x="30946" y="8516"/>
                  <a:pt x="31405" y="8424"/>
                  <a:pt x="31867" y="8240"/>
                </a:cubicBezTo>
                <a:cubicBezTo>
                  <a:pt x="32330" y="8057"/>
                  <a:pt x="32659" y="7876"/>
                  <a:pt x="32855" y="7699"/>
                </a:cubicBezTo>
                <a:lnTo>
                  <a:pt x="32915" y="7699"/>
                </a:lnTo>
                <a:lnTo>
                  <a:pt x="32915" y="8934"/>
                </a:lnTo>
                <a:cubicBezTo>
                  <a:pt x="32535" y="9095"/>
                  <a:pt x="32147" y="9229"/>
                  <a:pt x="31750" y="9338"/>
                </a:cubicBezTo>
                <a:cubicBezTo>
                  <a:pt x="31354" y="9446"/>
                  <a:pt x="30938" y="9501"/>
                  <a:pt x="30501" y="9501"/>
                </a:cubicBezTo>
                <a:cubicBezTo>
                  <a:pt x="29388" y="9501"/>
                  <a:pt x="28519" y="9199"/>
                  <a:pt x="27895" y="8595"/>
                </a:cubicBezTo>
                <a:cubicBezTo>
                  <a:pt x="27270" y="7992"/>
                  <a:pt x="26958" y="7134"/>
                  <a:pt x="26958" y="6023"/>
                </a:cubicBezTo>
                <a:cubicBezTo>
                  <a:pt x="26958" y="4925"/>
                  <a:pt x="27257" y="4052"/>
                  <a:pt x="27856" y="3407"/>
                </a:cubicBezTo>
                <a:cubicBezTo>
                  <a:pt x="28454" y="2761"/>
                  <a:pt x="29242" y="2438"/>
                  <a:pt x="30219" y="2438"/>
                </a:cubicBezTo>
                <a:cubicBezTo>
                  <a:pt x="31124" y="2438"/>
                  <a:pt x="31821" y="2703"/>
                  <a:pt x="32312" y="3232"/>
                </a:cubicBezTo>
                <a:cubicBezTo>
                  <a:pt x="32802" y="3762"/>
                  <a:pt x="33048" y="4514"/>
                  <a:pt x="33048" y="5488"/>
                </a:cubicBezTo>
                <a:lnTo>
                  <a:pt x="33048" y="6101"/>
                </a:lnTo>
                <a:moveTo>
                  <a:pt x="31949" y="5237"/>
                </a:moveTo>
                <a:cubicBezTo>
                  <a:pt x="31945" y="4644"/>
                  <a:pt x="31795" y="4186"/>
                  <a:pt x="31501" y="3861"/>
                </a:cubicBezTo>
                <a:cubicBezTo>
                  <a:pt x="31207" y="3537"/>
                  <a:pt x="30759" y="3375"/>
                  <a:pt x="30159" y="3375"/>
                </a:cubicBezTo>
                <a:cubicBezTo>
                  <a:pt x="29554" y="3375"/>
                  <a:pt x="29073" y="3553"/>
                  <a:pt x="28715" y="3910"/>
                </a:cubicBezTo>
                <a:cubicBezTo>
                  <a:pt x="28356" y="4266"/>
                  <a:pt x="28153" y="4708"/>
                  <a:pt x="28105" y="5237"/>
                </a:cubicBezTo>
                <a:lnTo>
                  <a:pt x="31949" y="5237"/>
                </a:lnTo>
                <a:close/>
                <a:moveTo>
                  <a:pt x="40368" y="9344"/>
                </a:moveTo>
                <a:lnTo>
                  <a:pt x="39239" y="9344"/>
                </a:lnTo>
                <a:lnTo>
                  <a:pt x="39239" y="5521"/>
                </a:lnTo>
                <a:cubicBezTo>
                  <a:pt x="39239" y="5212"/>
                  <a:pt x="39221" y="4923"/>
                  <a:pt x="39185" y="4652"/>
                </a:cubicBezTo>
                <a:cubicBezTo>
                  <a:pt x="39149" y="4382"/>
                  <a:pt x="39083" y="4170"/>
                  <a:pt x="38987" y="4018"/>
                </a:cubicBezTo>
                <a:cubicBezTo>
                  <a:pt x="38887" y="3850"/>
                  <a:pt x="38743" y="3725"/>
                  <a:pt x="38555" y="3642"/>
                </a:cubicBezTo>
                <a:cubicBezTo>
                  <a:pt x="38367" y="3560"/>
                  <a:pt x="38122" y="3519"/>
                  <a:pt x="37822" y="3519"/>
                </a:cubicBezTo>
                <a:cubicBezTo>
                  <a:pt x="37514" y="3519"/>
                  <a:pt x="37192" y="3595"/>
                  <a:pt x="36855" y="3748"/>
                </a:cubicBezTo>
                <a:cubicBezTo>
                  <a:pt x="36519" y="3900"/>
                  <a:pt x="36197" y="4094"/>
                  <a:pt x="35888" y="4331"/>
                </a:cubicBezTo>
                <a:lnTo>
                  <a:pt x="35888" y="9344"/>
                </a:lnTo>
                <a:lnTo>
                  <a:pt x="34759" y="9344"/>
                </a:lnTo>
                <a:lnTo>
                  <a:pt x="34759" y="2630"/>
                </a:lnTo>
                <a:lnTo>
                  <a:pt x="35888" y="2630"/>
                </a:lnTo>
                <a:lnTo>
                  <a:pt x="35888" y="3371"/>
                </a:lnTo>
                <a:cubicBezTo>
                  <a:pt x="36241" y="3078"/>
                  <a:pt x="36605" y="2849"/>
                  <a:pt x="36981" y="2685"/>
                </a:cubicBezTo>
                <a:cubicBezTo>
                  <a:pt x="37358" y="2520"/>
                  <a:pt x="37744" y="2438"/>
                  <a:pt x="38140" y="2438"/>
                </a:cubicBezTo>
                <a:cubicBezTo>
                  <a:pt x="38865" y="2438"/>
                  <a:pt x="39418" y="2657"/>
                  <a:pt x="39798" y="3094"/>
                </a:cubicBezTo>
                <a:cubicBezTo>
                  <a:pt x="40178" y="3531"/>
                  <a:pt x="40368" y="4161"/>
                  <a:pt x="40368" y="4983"/>
                </a:cubicBezTo>
                <a:lnTo>
                  <a:pt x="40368" y="9344"/>
                </a:lnTo>
                <a:close/>
                <a:moveTo>
                  <a:pt x="43755" y="1513"/>
                </a:moveTo>
                <a:lnTo>
                  <a:pt x="42482" y="1513"/>
                </a:lnTo>
                <a:lnTo>
                  <a:pt x="42482" y="336"/>
                </a:lnTo>
                <a:lnTo>
                  <a:pt x="43755" y="336"/>
                </a:lnTo>
                <a:lnTo>
                  <a:pt x="43755" y="1513"/>
                </a:lnTo>
                <a:moveTo>
                  <a:pt x="43683" y="9344"/>
                </a:moveTo>
                <a:lnTo>
                  <a:pt x="42554" y="9344"/>
                </a:lnTo>
                <a:lnTo>
                  <a:pt x="42554" y="2630"/>
                </a:lnTo>
                <a:lnTo>
                  <a:pt x="43683" y="2630"/>
                </a:lnTo>
                <a:lnTo>
                  <a:pt x="43683" y="9344"/>
                </a:lnTo>
                <a:close/>
                <a:moveTo>
                  <a:pt x="51358" y="9344"/>
                </a:moveTo>
                <a:lnTo>
                  <a:pt x="50229" y="9344"/>
                </a:lnTo>
                <a:lnTo>
                  <a:pt x="50229" y="8646"/>
                </a:lnTo>
                <a:cubicBezTo>
                  <a:pt x="49905" y="8927"/>
                  <a:pt x="49566" y="9145"/>
                  <a:pt x="49214" y="9302"/>
                </a:cubicBezTo>
                <a:cubicBezTo>
                  <a:pt x="48862" y="9458"/>
                  <a:pt x="48479" y="9537"/>
                  <a:pt x="48067" y="9537"/>
                </a:cubicBezTo>
                <a:cubicBezTo>
                  <a:pt x="47266" y="9537"/>
                  <a:pt x="46631" y="9228"/>
                  <a:pt x="46160" y="8610"/>
                </a:cubicBezTo>
                <a:cubicBezTo>
                  <a:pt x="45690" y="7991"/>
                  <a:pt x="45455" y="7134"/>
                  <a:pt x="45455" y="6039"/>
                </a:cubicBezTo>
                <a:cubicBezTo>
                  <a:pt x="45455" y="5469"/>
                  <a:pt x="45536" y="4961"/>
                  <a:pt x="45698" y="4515"/>
                </a:cubicBezTo>
                <a:cubicBezTo>
                  <a:pt x="45860" y="4070"/>
                  <a:pt x="46079" y="3691"/>
                  <a:pt x="46355" y="3377"/>
                </a:cubicBezTo>
                <a:cubicBezTo>
                  <a:pt x="46628" y="3072"/>
                  <a:pt x="46945" y="2840"/>
                  <a:pt x="47307" y="2679"/>
                </a:cubicBezTo>
                <a:cubicBezTo>
                  <a:pt x="47670" y="2519"/>
                  <a:pt x="48045" y="2438"/>
                  <a:pt x="48433" y="2438"/>
                </a:cubicBezTo>
                <a:cubicBezTo>
                  <a:pt x="48786" y="2438"/>
                  <a:pt x="49098" y="2475"/>
                  <a:pt x="49370" y="2550"/>
                </a:cubicBezTo>
                <a:cubicBezTo>
                  <a:pt x="49642" y="2624"/>
                  <a:pt x="49929" y="2739"/>
                  <a:pt x="50229" y="2896"/>
                </a:cubicBezTo>
                <a:lnTo>
                  <a:pt x="50229" y="0"/>
                </a:lnTo>
                <a:lnTo>
                  <a:pt x="51358" y="0"/>
                </a:lnTo>
                <a:lnTo>
                  <a:pt x="51358" y="9344"/>
                </a:lnTo>
                <a:moveTo>
                  <a:pt x="50229" y="7693"/>
                </a:moveTo>
                <a:lnTo>
                  <a:pt x="50229" y="3843"/>
                </a:lnTo>
                <a:cubicBezTo>
                  <a:pt x="49925" y="3707"/>
                  <a:pt x="49652" y="3613"/>
                  <a:pt x="49412" y="3561"/>
                </a:cubicBezTo>
                <a:cubicBezTo>
                  <a:pt x="49172" y="3509"/>
                  <a:pt x="48910" y="3483"/>
                  <a:pt x="48626" y="3483"/>
                </a:cubicBezTo>
                <a:cubicBezTo>
                  <a:pt x="47993" y="3483"/>
                  <a:pt x="47501" y="3703"/>
                  <a:pt x="47148" y="4144"/>
                </a:cubicBezTo>
                <a:cubicBezTo>
                  <a:pt x="46796" y="4584"/>
                  <a:pt x="46620" y="5209"/>
                  <a:pt x="46620" y="6017"/>
                </a:cubicBezTo>
                <a:cubicBezTo>
                  <a:pt x="46620" y="6814"/>
                  <a:pt x="46756" y="7420"/>
                  <a:pt x="47028" y="7834"/>
                </a:cubicBezTo>
                <a:cubicBezTo>
                  <a:pt x="47300" y="8248"/>
                  <a:pt x="47737" y="8456"/>
                  <a:pt x="48337" y="8456"/>
                </a:cubicBezTo>
                <a:cubicBezTo>
                  <a:pt x="48658" y="8456"/>
                  <a:pt x="48982" y="8385"/>
                  <a:pt x="49310" y="8242"/>
                </a:cubicBezTo>
                <a:cubicBezTo>
                  <a:pt x="49638" y="8100"/>
                  <a:pt x="49945" y="7917"/>
                  <a:pt x="50229" y="7693"/>
                </a:cubicBezTo>
                <a:close/>
                <a:moveTo>
                  <a:pt x="58793" y="9344"/>
                </a:moveTo>
                <a:lnTo>
                  <a:pt x="57670" y="9344"/>
                </a:lnTo>
                <a:lnTo>
                  <a:pt x="57670" y="8635"/>
                </a:lnTo>
                <a:cubicBezTo>
                  <a:pt x="57570" y="8703"/>
                  <a:pt x="57435" y="8798"/>
                  <a:pt x="57264" y="8920"/>
                </a:cubicBezTo>
                <a:cubicBezTo>
                  <a:pt x="57094" y="9043"/>
                  <a:pt x="56929" y="9140"/>
                  <a:pt x="56769" y="9212"/>
                </a:cubicBezTo>
                <a:cubicBezTo>
                  <a:pt x="56581" y="9304"/>
                  <a:pt x="56365" y="9381"/>
                  <a:pt x="56120" y="9443"/>
                </a:cubicBezTo>
                <a:cubicBezTo>
                  <a:pt x="55876" y="9505"/>
                  <a:pt x="55590" y="9537"/>
                  <a:pt x="55262" y="9537"/>
                </a:cubicBezTo>
                <a:cubicBezTo>
                  <a:pt x="54657" y="9537"/>
                  <a:pt x="54145" y="9336"/>
                  <a:pt x="53724" y="8935"/>
                </a:cubicBezTo>
                <a:cubicBezTo>
                  <a:pt x="53304" y="8534"/>
                  <a:pt x="53094" y="8023"/>
                  <a:pt x="53094" y="7402"/>
                </a:cubicBezTo>
                <a:cubicBezTo>
                  <a:pt x="53094" y="6893"/>
                  <a:pt x="53203" y="6481"/>
                  <a:pt x="53421" y="6166"/>
                </a:cubicBezTo>
                <a:cubicBezTo>
                  <a:pt x="53639" y="5851"/>
                  <a:pt x="53950" y="5604"/>
                  <a:pt x="54355" y="5424"/>
                </a:cubicBezTo>
                <a:cubicBezTo>
                  <a:pt x="54763" y="5243"/>
                  <a:pt x="55254" y="5121"/>
                  <a:pt x="55826" y="5057"/>
                </a:cubicBezTo>
                <a:cubicBezTo>
                  <a:pt x="56399" y="4993"/>
                  <a:pt x="57013" y="4944"/>
                  <a:pt x="57670" y="4912"/>
                </a:cubicBezTo>
                <a:lnTo>
                  <a:pt x="57670" y="4737"/>
                </a:lnTo>
                <a:cubicBezTo>
                  <a:pt x="57670" y="4478"/>
                  <a:pt x="57625" y="4264"/>
                  <a:pt x="57535" y="4095"/>
                </a:cubicBezTo>
                <a:cubicBezTo>
                  <a:pt x="57445" y="3925"/>
                  <a:pt x="57315" y="3792"/>
                  <a:pt x="57147" y="3695"/>
                </a:cubicBezTo>
                <a:cubicBezTo>
                  <a:pt x="56987" y="3602"/>
                  <a:pt x="56795" y="3540"/>
                  <a:pt x="56571" y="3508"/>
                </a:cubicBezTo>
                <a:cubicBezTo>
                  <a:pt x="56347" y="3475"/>
                  <a:pt x="56112" y="3459"/>
                  <a:pt x="55868" y="3459"/>
                </a:cubicBezTo>
                <a:cubicBezTo>
                  <a:pt x="55572" y="3459"/>
                  <a:pt x="55242" y="3499"/>
                  <a:pt x="54877" y="3579"/>
                </a:cubicBezTo>
                <a:cubicBezTo>
                  <a:pt x="54513" y="3659"/>
                  <a:pt x="54137" y="3776"/>
                  <a:pt x="53748" y="3928"/>
                </a:cubicBezTo>
                <a:lnTo>
                  <a:pt x="53688" y="3928"/>
                </a:lnTo>
                <a:lnTo>
                  <a:pt x="53688" y="2781"/>
                </a:lnTo>
                <a:cubicBezTo>
                  <a:pt x="53908" y="2720"/>
                  <a:pt x="54227" y="2654"/>
                  <a:pt x="54643" y="2582"/>
                </a:cubicBezTo>
                <a:cubicBezTo>
                  <a:pt x="55059" y="2510"/>
                  <a:pt x="55470" y="2474"/>
                  <a:pt x="55874" y="2474"/>
                </a:cubicBezTo>
                <a:cubicBezTo>
                  <a:pt x="56347" y="2474"/>
                  <a:pt x="56758" y="2513"/>
                  <a:pt x="57108" y="2591"/>
                </a:cubicBezTo>
                <a:cubicBezTo>
                  <a:pt x="57459" y="2669"/>
                  <a:pt x="57762" y="2803"/>
                  <a:pt x="58018" y="2991"/>
                </a:cubicBezTo>
                <a:cubicBezTo>
                  <a:pt x="58270" y="3175"/>
                  <a:pt x="58462" y="3413"/>
                  <a:pt x="58595" y="3705"/>
                </a:cubicBezTo>
                <a:cubicBezTo>
                  <a:pt x="58727" y="3998"/>
                  <a:pt x="58793" y="4360"/>
                  <a:pt x="58793" y="4792"/>
                </a:cubicBezTo>
                <a:lnTo>
                  <a:pt x="58793" y="9344"/>
                </a:lnTo>
                <a:moveTo>
                  <a:pt x="57670" y="7701"/>
                </a:moveTo>
                <a:lnTo>
                  <a:pt x="57670" y="5825"/>
                </a:lnTo>
                <a:cubicBezTo>
                  <a:pt x="57325" y="5845"/>
                  <a:pt x="56920" y="5876"/>
                  <a:pt x="56454" y="5916"/>
                </a:cubicBezTo>
                <a:cubicBezTo>
                  <a:pt x="55987" y="5956"/>
                  <a:pt x="55618" y="6014"/>
                  <a:pt x="55346" y="6091"/>
                </a:cubicBezTo>
                <a:cubicBezTo>
                  <a:pt x="55021" y="6183"/>
                  <a:pt x="54759" y="6327"/>
                  <a:pt x="54559" y="6522"/>
                </a:cubicBezTo>
                <a:cubicBezTo>
                  <a:pt x="54359" y="6717"/>
                  <a:pt x="54259" y="6986"/>
                  <a:pt x="54259" y="7327"/>
                </a:cubicBezTo>
                <a:cubicBezTo>
                  <a:pt x="54259" y="7713"/>
                  <a:pt x="54375" y="8004"/>
                  <a:pt x="54607" y="8199"/>
                </a:cubicBezTo>
                <a:cubicBezTo>
                  <a:pt x="54839" y="8394"/>
                  <a:pt x="55194" y="8492"/>
                  <a:pt x="55670" y="8492"/>
                </a:cubicBezTo>
                <a:cubicBezTo>
                  <a:pt x="56066" y="8492"/>
                  <a:pt x="56429" y="8414"/>
                  <a:pt x="56757" y="8260"/>
                </a:cubicBezTo>
                <a:cubicBezTo>
                  <a:pt x="57085" y="8105"/>
                  <a:pt x="57389" y="7919"/>
                  <a:pt x="57670" y="7701"/>
                </a:cubicBezTo>
                <a:close/>
                <a:moveTo>
                  <a:pt x="66582" y="6101"/>
                </a:moveTo>
                <a:lnTo>
                  <a:pt x="61639" y="6101"/>
                </a:lnTo>
                <a:cubicBezTo>
                  <a:pt x="61639" y="6515"/>
                  <a:pt x="61701" y="6875"/>
                  <a:pt x="61825" y="7182"/>
                </a:cubicBezTo>
                <a:cubicBezTo>
                  <a:pt x="61950" y="7489"/>
                  <a:pt x="62120" y="7741"/>
                  <a:pt x="62336" y="7938"/>
                </a:cubicBezTo>
                <a:cubicBezTo>
                  <a:pt x="62544" y="8130"/>
                  <a:pt x="62791" y="8275"/>
                  <a:pt x="63078" y="8371"/>
                </a:cubicBezTo>
                <a:cubicBezTo>
                  <a:pt x="63364" y="8468"/>
                  <a:pt x="63679" y="8516"/>
                  <a:pt x="64023" y="8516"/>
                </a:cubicBezTo>
                <a:cubicBezTo>
                  <a:pt x="64480" y="8516"/>
                  <a:pt x="64939" y="8424"/>
                  <a:pt x="65402" y="8240"/>
                </a:cubicBezTo>
                <a:cubicBezTo>
                  <a:pt x="65864" y="8057"/>
                  <a:pt x="66193" y="7876"/>
                  <a:pt x="66390" y="7699"/>
                </a:cubicBezTo>
                <a:lnTo>
                  <a:pt x="66450" y="7699"/>
                </a:lnTo>
                <a:lnTo>
                  <a:pt x="66450" y="8934"/>
                </a:lnTo>
                <a:cubicBezTo>
                  <a:pt x="66069" y="9095"/>
                  <a:pt x="65681" y="9229"/>
                  <a:pt x="65285" y="9338"/>
                </a:cubicBezTo>
                <a:cubicBezTo>
                  <a:pt x="64888" y="9446"/>
                  <a:pt x="64472" y="9501"/>
                  <a:pt x="64035" y="9501"/>
                </a:cubicBezTo>
                <a:cubicBezTo>
                  <a:pt x="62922" y="9501"/>
                  <a:pt x="62054" y="9199"/>
                  <a:pt x="61429" y="8595"/>
                </a:cubicBezTo>
                <a:cubicBezTo>
                  <a:pt x="60805" y="7992"/>
                  <a:pt x="60492" y="7134"/>
                  <a:pt x="60492" y="6023"/>
                </a:cubicBezTo>
                <a:cubicBezTo>
                  <a:pt x="60492" y="4925"/>
                  <a:pt x="60792" y="4052"/>
                  <a:pt x="61390" y="3407"/>
                </a:cubicBezTo>
                <a:cubicBezTo>
                  <a:pt x="61989" y="2761"/>
                  <a:pt x="62776" y="2438"/>
                  <a:pt x="63753" y="2438"/>
                </a:cubicBezTo>
                <a:cubicBezTo>
                  <a:pt x="64658" y="2438"/>
                  <a:pt x="65356" y="2703"/>
                  <a:pt x="65846" y="3232"/>
                </a:cubicBezTo>
                <a:cubicBezTo>
                  <a:pt x="66337" y="3762"/>
                  <a:pt x="66582" y="4514"/>
                  <a:pt x="66582" y="5488"/>
                </a:cubicBezTo>
                <a:lnTo>
                  <a:pt x="66582" y="6101"/>
                </a:lnTo>
                <a:moveTo>
                  <a:pt x="65483" y="5237"/>
                </a:moveTo>
                <a:cubicBezTo>
                  <a:pt x="65479" y="4644"/>
                  <a:pt x="65330" y="4186"/>
                  <a:pt x="65035" y="3861"/>
                </a:cubicBezTo>
                <a:cubicBezTo>
                  <a:pt x="64741" y="3537"/>
                  <a:pt x="64294" y="3375"/>
                  <a:pt x="63693" y="3375"/>
                </a:cubicBezTo>
                <a:cubicBezTo>
                  <a:pt x="63089" y="3375"/>
                  <a:pt x="62607" y="3553"/>
                  <a:pt x="62249" y="3910"/>
                </a:cubicBezTo>
                <a:cubicBezTo>
                  <a:pt x="61891" y="4266"/>
                  <a:pt x="61687" y="4708"/>
                  <a:pt x="61639" y="5237"/>
                </a:cubicBezTo>
                <a:lnTo>
                  <a:pt x="65483" y="523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3058FF-9525-4A0A-BDC0-F5AEB3922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20" y="988441"/>
            <a:ext cx="41205" cy="58122"/>
          </a:xfrm>
          <a:custGeom xmlns:a="http://schemas.openxmlformats.org/drawingml/2006/main">
            <a:pathLst>
              <a:path w="41205" h="58122">
                <a:moveTo>
                  <a:pt x="0" y="0"/>
                </a:moveTo>
                <a:lnTo>
                  <a:pt x="41205" y="0"/>
                </a:lnTo>
                <a:lnTo>
                  <a:pt x="41205" y="58122"/>
                </a:lnTo>
                <a:lnTo>
                  <a:pt x="0" y="581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942DC3-20B3-428C-A772-988D392B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18" y="988444"/>
            <a:ext cx="41208" cy="58119"/>
          </a:xfrm>
          <a:custGeom xmlns:a="http://schemas.openxmlformats.org/drawingml/2006/main">
            <a:pathLst>
              <a:path w="41208" h="58119" fill="none">
                <a:moveTo>
                  <a:pt x="0" y="0"/>
                </a:moveTo>
                <a:lnTo>
                  <a:pt x="41208" y="0"/>
                </a:lnTo>
                <a:lnTo>
                  <a:pt x="41208" y="58119"/>
                </a:lnTo>
                <a:lnTo>
                  <a:pt x="0" y="581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87" name="Text Platygastridae">
            <a:extLst xmlns:a="http://schemas.openxmlformats.org/drawingml/2006/main">
              <a:ext uri="{FF2B5EF4-FFF2-40B4-BE49-F238E27FC236}">
                <a16:creationId xmlns:a16="http://schemas.microsoft.com/office/drawing/2014/main" id="{77F8C30F-93A6-4767-8A95-0A2172B05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281" y="989839"/>
            <a:ext cx="40286" cy="5583"/>
          </a:xfrm>
          <a:custGeom xmlns:a="http://schemas.openxmlformats.org/drawingml/2006/main">
            <a:pathLst>
              <a:path w="40286" h="5583">
                <a:moveTo>
                  <a:pt x="2746" y="1455"/>
                </a:moveTo>
                <a:cubicBezTo>
                  <a:pt x="2746" y="1641"/>
                  <a:pt x="2714" y="1813"/>
                  <a:pt x="2649" y="1972"/>
                </a:cubicBezTo>
                <a:cubicBezTo>
                  <a:pt x="2584" y="2131"/>
                  <a:pt x="2493" y="2269"/>
                  <a:pt x="2377" y="2385"/>
                </a:cubicBezTo>
                <a:cubicBezTo>
                  <a:pt x="2232" y="2530"/>
                  <a:pt x="2061" y="2639"/>
                  <a:pt x="1864" y="2711"/>
                </a:cubicBezTo>
                <a:cubicBezTo>
                  <a:pt x="1666" y="2783"/>
                  <a:pt x="1417" y="2820"/>
                  <a:pt x="1117" y="2820"/>
                </a:cubicBezTo>
                <a:lnTo>
                  <a:pt x="558" y="2820"/>
                </a:lnTo>
                <a:lnTo>
                  <a:pt x="558" y="4387"/>
                </a:lnTo>
                <a:lnTo>
                  <a:pt x="0" y="4387"/>
                </a:lnTo>
                <a:lnTo>
                  <a:pt x="0" y="186"/>
                </a:lnTo>
                <a:lnTo>
                  <a:pt x="1139" y="186"/>
                </a:lnTo>
                <a:cubicBezTo>
                  <a:pt x="1391" y="186"/>
                  <a:pt x="1604" y="207"/>
                  <a:pt x="1779" y="250"/>
                </a:cubicBezTo>
                <a:cubicBezTo>
                  <a:pt x="1954" y="292"/>
                  <a:pt x="2109" y="358"/>
                  <a:pt x="2244" y="448"/>
                </a:cubicBezTo>
                <a:cubicBezTo>
                  <a:pt x="2404" y="555"/>
                  <a:pt x="2528" y="689"/>
                  <a:pt x="2615" y="849"/>
                </a:cubicBezTo>
                <a:cubicBezTo>
                  <a:pt x="2703" y="1008"/>
                  <a:pt x="2746" y="1211"/>
                  <a:pt x="2746" y="1455"/>
                </a:cubicBezTo>
                <a:moveTo>
                  <a:pt x="2165" y="1468"/>
                </a:moveTo>
                <a:cubicBezTo>
                  <a:pt x="2165" y="1324"/>
                  <a:pt x="2140" y="1200"/>
                  <a:pt x="2089" y="1093"/>
                </a:cubicBezTo>
                <a:cubicBezTo>
                  <a:pt x="2039" y="987"/>
                  <a:pt x="1962" y="900"/>
                  <a:pt x="1858" y="833"/>
                </a:cubicBezTo>
                <a:cubicBezTo>
                  <a:pt x="1768" y="775"/>
                  <a:pt x="1665" y="734"/>
                  <a:pt x="1549" y="709"/>
                </a:cubicBezTo>
                <a:cubicBezTo>
                  <a:pt x="1434" y="684"/>
                  <a:pt x="1288" y="671"/>
                  <a:pt x="1111" y="671"/>
                </a:cubicBezTo>
                <a:lnTo>
                  <a:pt x="558" y="671"/>
                </a:lnTo>
                <a:lnTo>
                  <a:pt x="558" y="2335"/>
                </a:lnTo>
                <a:lnTo>
                  <a:pt x="1029" y="2335"/>
                </a:lnTo>
                <a:cubicBezTo>
                  <a:pt x="1255" y="2335"/>
                  <a:pt x="1438" y="2315"/>
                  <a:pt x="1579" y="2275"/>
                </a:cubicBezTo>
                <a:cubicBezTo>
                  <a:pt x="1720" y="2234"/>
                  <a:pt x="1835" y="2171"/>
                  <a:pt x="1923" y="2083"/>
                </a:cubicBezTo>
                <a:cubicBezTo>
                  <a:pt x="2011" y="1994"/>
                  <a:pt x="2074" y="1899"/>
                  <a:pt x="2110" y="1801"/>
                </a:cubicBezTo>
                <a:cubicBezTo>
                  <a:pt x="2147" y="1702"/>
                  <a:pt x="2165" y="1591"/>
                  <a:pt x="2165" y="1468"/>
                </a:cubicBezTo>
                <a:close/>
                <a:moveTo>
                  <a:pt x="3976" y="4387"/>
                </a:moveTo>
                <a:lnTo>
                  <a:pt x="3445" y="4387"/>
                </a:lnTo>
                <a:lnTo>
                  <a:pt x="3445" y="0"/>
                </a:lnTo>
                <a:lnTo>
                  <a:pt x="3976" y="0"/>
                </a:lnTo>
                <a:lnTo>
                  <a:pt x="3976" y="4387"/>
                </a:lnTo>
                <a:close/>
                <a:moveTo>
                  <a:pt x="7472" y="4387"/>
                </a:moveTo>
                <a:lnTo>
                  <a:pt x="6945" y="4387"/>
                </a:lnTo>
                <a:lnTo>
                  <a:pt x="6945" y="4054"/>
                </a:lnTo>
                <a:cubicBezTo>
                  <a:pt x="6898" y="4086"/>
                  <a:pt x="6834" y="4131"/>
                  <a:pt x="6754" y="4188"/>
                </a:cubicBezTo>
                <a:cubicBezTo>
                  <a:pt x="6674" y="4246"/>
                  <a:pt x="6597" y="4291"/>
                  <a:pt x="6522" y="4325"/>
                </a:cubicBezTo>
                <a:cubicBezTo>
                  <a:pt x="6433" y="4368"/>
                  <a:pt x="6332" y="4405"/>
                  <a:pt x="6217" y="4434"/>
                </a:cubicBezTo>
                <a:cubicBezTo>
                  <a:pt x="6103" y="4463"/>
                  <a:pt x="5968" y="4478"/>
                  <a:pt x="5814" y="4478"/>
                </a:cubicBezTo>
                <a:cubicBezTo>
                  <a:pt x="5530" y="4478"/>
                  <a:pt x="5290" y="4383"/>
                  <a:pt x="5092" y="4195"/>
                </a:cubicBezTo>
                <a:cubicBezTo>
                  <a:pt x="4895" y="4007"/>
                  <a:pt x="4796" y="3767"/>
                  <a:pt x="4796" y="3475"/>
                </a:cubicBezTo>
                <a:cubicBezTo>
                  <a:pt x="4796" y="3236"/>
                  <a:pt x="4847" y="3043"/>
                  <a:pt x="4950" y="2895"/>
                </a:cubicBezTo>
                <a:cubicBezTo>
                  <a:pt x="5052" y="2747"/>
                  <a:pt x="5198" y="2631"/>
                  <a:pt x="5388" y="2546"/>
                </a:cubicBezTo>
                <a:cubicBezTo>
                  <a:pt x="5580" y="2462"/>
                  <a:pt x="5810" y="2404"/>
                  <a:pt x="6079" y="2374"/>
                </a:cubicBezTo>
                <a:cubicBezTo>
                  <a:pt x="6348" y="2344"/>
                  <a:pt x="6636" y="2321"/>
                  <a:pt x="6945" y="2306"/>
                </a:cubicBezTo>
                <a:lnTo>
                  <a:pt x="6945" y="2224"/>
                </a:lnTo>
                <a:cubicBezTo>
                  <a:pt x="6945" y="2103"/>
                  <a:pt x="6924" y="2002"/>
                  <a:pt x="6881" y="1923"/>
                </a:cubicBezTo>
                <a:cubicBezTo>
                  <a:pt x="6839" y="1843"/>
                  <a:pt x="6778" y="1780"/>
                  <a:pt x="6699" y="1735"/>
                </a:cubicBezTo>
                <a:cubicBezTo>
                  <a:pt x="6624" y="1691"/>
                  <a:pt x="6534" y="1662"/>
                  <a:pt x="6429" y="1647"/>
                </a:cubicBezTo>
                <a:cubicBezTo>
                  <a:pt x="6323" y="1632"/>
                  <a:pt x="6213" y="1624"/>
                  <a:pt x="6099" y="1624"/>
                </a:cubicBezTo>
                <a:cubicBezTo>
                  <a:pt x="5960" y="1624"/>
                  <a:pt x="5805" y="1643"/>
                  <a:pt x="5634" y="1681"/>
                </a:cubicBezTo>
                <a:cubicBezTo>
                  <a:pt x="5463" y="1718"/>
                  <a:pt x="5286" y="1773"/>
                  <a:pt x="5103" y="1844"/>
                </a:cubicBezTo>
                <a:lnTo>
                  <a:pt x="5075" y="1844"/>
                </a:lnTo>
                <a:lnTo>
                  <a:pt x="5075" y="1305"/>
                </a:lnTo>
                <a:cubicBezTo>
                  <a:pt x="5179" y="1277"/>
                  <a:pt x="5328" y="1246"/>
                  <a:pt x="5524" y="1212"/>
                </a:cubicBezTo>
                <a:cubicBezTo>
                  <a:pt x="5719" y="1179"/>
                  <a:pt x="5912" y="1162"/>
                  <a:pt x="6102" y="1162"/>
                </a:cubicBezTo>
                <a:cubicBezTo>
                  <a:pt x="6323" y="1162"/>
                  <a:pt x="6517" y="1180"/>
                  <a:pt x="6681" y="1217"/>
                </a:cubicBezTo>
                <a:cubicBezTo>
                  <a:pt x="6846" y="1253"/>
                  <a:pt x="6988" y="1316"/>
                  <a:pt x="7108" y="1404"/>
                </a:cubicBezTo>
                <a:cubicBezTo>
                  <a:pt x="7227" y="1491"/>
                  <a:pt x="7317" y="1602"/>
                  <a:pt x="7379" y="1740"/>
                </a:cubicBezTo>
                <a:cubicBezTo>
                  <a:pt x="7441" y="1877"/>
                  <a:pt x="7472" y="2047"/>
                  <a:pt x="7472" y="2250"/>
                </a:cubicBezTo>
                <a:lnTo>
                  <a:pt x="7472" y="4387"/>
                </a:lnTo>
                <a:moveTo>
                  <a:pt x="6945" y="3616"/>
                </a:moveTo>
                <a:lnTo>
                  <a:pt x="6945" y="2735"/>
                </a:lnTo>
                <a:cubicBezTo>
                  <a:pt x="6783" y="2744"/>
                  <a:pt x="6593" y="2759"/>
                  <a:pt x="6374" y="2778"/>
                </a:cubicBezTo>
                <a:cubicBezTo>
                  <a:pt x="6155" y="2796"/>
                  <a:pt x="5981" y="2824"/>
                  <a:pt x="5854" y="2860"/>
                </a:cubicBezTo>
                <a:cubicBezTo>
                  <a:pt x="5701" y="2903"/>
                  <a:pt x="5578" y="2971"/>
                  <a:pt x="5484" y="3062"/>
                </a:cubicBezTo>
                <a:cubicBezTo>
                  <a:pt x="5390" y="3154"/>
                  <a:pt x="5343" y="3280"/>
                  <a:pt x="5343" y="3440"/>
                </a:cubicBezTo>
                <a:cubicBezTo>
                  <a:pt x="5343" y="3622"/>
                  <a:pt x="5398" y="3758"/>
                  <a:pt x="5507" y="3850"/>
                </a:cubicBezTo>
                <a:cubicBezTo>
                  <a:pt x="5616" y="3941"/>
                  <a:pt x="5782" y="3987"/>
                  <a:pt x="6006" y="3987"/>
                </a:cubicBezTo>
                <a:cubicBezTo>
                  <a:pt x="6192" y="3987"/>
                  <a:pt x="6362" y="3951"/>
                  <a:pt x="6516" y="3878"/>
                </a:cubicBezTo>
                <a:cubicBezTo>
                  <a:pt x="6670" y="3805"/>
                  <a:pt x="6813" y="3718"/>
                  <a:pt x="6945" y="3616"/>
                </a:cubicBezTo>
                <a:close/>
                <a:moveTo>
                  <a:pt x="10128" y="4360"/>
                </a:moveTo>
                <a:cubicBezTo>
                  <a:pt x="10028" y="4386"/>
                  <a:pt x="9920" y="4407"/>
                  <a:pt x="9802" y="4424"/>
                </a:cubicBezTo>
                <a:cubicBezTo>
                  <a:pt x="9685" y="4441"/>
                  <a:pt x="9580" y="4449"/>
                  <a:pt x="9488" y="4449"/>
                </a:cubicBezTo>
                <a:cubicBezTo>
                  <a:pt x="9166" y="4449"/>
                  <a:pt x="8922" y="4363"/>
                  <a:pt x="8755" y="4190"/>
                </a:cubicBezTo>
                <a:cubicBezTo>
                  <a:pt x="8587" y="4017"/>
                  <a:pt x="8504" y="3739"/>
                  <a:pt x="8504" y="3357"/>
                </a:cubicBezTo>
                <a:lnTo>
                  <a:pt x="8504" y="1680"/>
                </a:lnTo>
                <a:lnTo>
                  <a:pt x="8146" y="1680"/>
                </a:lnTo>
                <a:lnTo>
                  <a:pt x="8146" y="1235"/>
                </a:lnTo>
                <a:lnTo>
                  <a:pt x="8504" y="1235"/>
                </a:lnTo>
                <a:lnTo>
                  <a:pt x="8504" y="327"/>
                </a:lnTo>
                <a:lnTo>
                  <a:pt x="9034" y="327"/>
                </a:lnTo>
                <a:lnTo>
                  <a:pt x="9034" y="1235"/>
                </a:lnTo>
                <a:lnTo>
                  <a:pt x="10128" y="1235"/>
                </a:lnTo>
                <a:lnTo>
                  <a:pt x="10128" y="1680"/>
                </a:lnTo>
                <a:lnTo>
                  <a:pt x="9034" y="1680"/>
                </a:lnTo>
                <a:lnTo>
                  <a:pt x="9034" y="3119"/>
                </a:lnTo>
                <a:cubicBezTo>
                  <a:pt x="9034" y="3285"/>
                  <a:pt x="9038" y="3415"/>
                  <a:pt x="9045" y="3508"/>
                </a:cubicBezTo>
                <a:cubicBezTo>
                  <a:pt x="9053" y="3601"/>
                  <a:pt x="9079" y="3688"/>
                  <a:pt x="9124" y="3769"/>
                </a:cubicBezTo>
                <a:cubicBezTo>
                  <a:pt x="9165" y="3845"/>
                  <a:pt x="9222" y="3900"/>
                  <a:pt x="9295" y="3935"/>
                </a:cubicBezTo>
                <a:cubicBezTo>
                  <a:pt x="9367" y="3970"/>
                  <a:pt x="9477" y="3987"/>
                  <a:pt x="9626" y="3987"/>
                </a:cubicBezTo>
                <a:cubicBezTo>
                  <a:pt x="9712" y="3987"/>
                  <a:pt x="9803" y="3974"/>
                  <a:pt x="9897" y="3949"/>
                </a:cubicBezTo>
                <a:cubicBezTo>
                  <a:pt x="9991" y="3923"/>
                  <a:pt x="10058" y="3902"/>
                  <a:pt x="10100" y="3885"/>
                </a:cubicBezTo>
                <a:lnTo>
                  <a:pt x="10128" y="3885"/>
                </a:lnTo>
                <a:lnTo>
                  <a:pt x="10128" y="4360"/>
                </a:lnTo>
                <a:close/>
                <a:moveTo>
                  <a:pt x="13492" y="1235"/>
                </a:moveTo>
                <a:lnTo>
                  <a:pt x="11653" y="5549"/>
                </a:lnTo>
                <a:lnTo>
                  <a:pt x="11087" y="5549"/>
                </a:lnTo>
                <a:lnTo>
                  <a:pt x="11673" y="4234"/>
                </a:lnTo>
                <a:lnTo>
                  <a:pt x="10418" y="1235"/>
                </a:lnTo>
                <a:lnTo>
                  <a:pt x="10993" y="1235"/>
                </a:lnTo>
                <a:lnTo>
                  <a:pt x="11961" y="3570"/>
                </a:lnTo>
                <a:lnTo>
                  <a:pt x="12936" y="1235"/>
                </a:lnTo>
                <a:lnTo>
                  <a:pt x="13492" y="1235"/>
                </a:lnTo>
                <a:close/>
                <a:moveTo>
                  <a:pt x="16740" y="4030"/>
                </a:moveTo>
                <a:cubicBezTo>
                  <a:pt x="16740" y="4565"/>
                  <a:pt x="16619" y="4957"/>
                  <a:pt x="16376" y="5207"/>
                </a:cubicBezTo>
                <a:cubicBezTo>
                  <a:pt x="16134" y="5458"/>
                  <a:pt x="15760" y="5583"/>
                  <a:pt x="15257" y="5583"/>
                </a:cubicBezTo>
                <a:cubicBezTo>
                  <a:pt x="15089" y="5583"/>
                  <a:pt x="14926" y="5571"/>
                  <a:pt x="14767" y="5548"/>
                </a:cubicBezTo>
                <a:cubicBezTo>
                  <a:pt x="14609" y="5524"/>
                  <a:pt x="14452" y="5491"/>
                  <a:pt x="14298" y="5447"/>
                </a:cubicBezTo>
                <a:lnTo>
                  <a:pt x="14298" y="4906"/>
                </a:lnTo>
                <a:lnTo>
                  <a:pt x="14326" y="4906"/>
                </a:lnTo>
                <a:cubicBezTo>
                  <a:pt x="14413" y="4939"/>
                  <a:pt x="14550" y="4981"/>
                  <a:pt x="14738" y="5030"/>
                </a:cubicBezTo>
                <a:cubicBezTo>
                  <a:pt x="14926" y="5079"/>
                  <a:pt x="15114" y="5103"/>
                  <a:pt x="15302" y="5103"/>
                </a:cubicBezTo>
                <a:cubicBezTo>
                  <a:pt x="15482" y="5103"/>
                  <a:pt x="15632" y="5082"/>
                  <a:pt x="15750" y="5039"/>
                </a:cubicBezTo>
                <a:cubicBezTo>
                  <a:pt x="15869" y="4996"/>
                  <a:pt x="15961" y="4936"/>
                  <a:pt x="16026" y="4859"/>
                </a:cubicBezTo>
                <a:cubicBezTo>
                  <a:pt x="16092" y="4785"/>
                  <a:pt x="16139" y="4697"/>
                  <a:pt x="16167" y="4594"/>
                </a:cubicBezTo>
                <a:cubicBezTo>
                  <a:pt x="16196" y="4491"/>
                  <a:pt x="16210" y="4375"/>
                  <a:pt x="16210" y="4248"/>
                </a:cubicBezTo>
                <a:lnTo>
                  <a:pt x="16210" y="3961"/>
                </a:lnTo>
                <a:cubicBezTo>
                  <a:pt x="16050" y="4089"/>
                  <a:pt x="15897" y="4184"/>
                  <a:pt x="15751" y="4248"/>
                </a:cubicBezTo>
                <a:cubicBezTo>
                  <a:pt x="15606" y="4311"/>
                  <a:pt x="15420" y="4342"/>
                  <a:pt x="15195" y="4342"/>
                </a:cubicBezTo>
                <a:cubicBezTo>
                  <a:pt x="14819" y="4342"/>
                  <a:pt x="14520" y="4206"/>
                  <a:pt x="14299" y="3934"/>
                </a:cubicBezTo>
                <a:cubicBezTo>
                  <a:pt x="14079" y="3661"/>
                  <a:pt x="13968" y="3277"/>
                  <a:pt x="13968" y="2782"/>
                </a:cubicBezTo>
                <a:cubicBezTo>
                  <a:pt x="13968" y="2510"/>
                  <a:pt x="14006" y="2276"/>
                  <a:pt x="14082" y="2079"/>
                </a:cubicBezTo>
                <a:cubicBezTo>
                  <a:pt x="14158" y="1882"/>
                  <a:pt x="14262" y="1712"/>
                  <a:pt x="14394" y="1569"/>
                </a:cubicBezTo>
                <a:cubicBezTo>
                  <a:pt x="14516" y="1435"/>
                  <a:pt x="14665" y="1331"/>
                  <a:pt x="14839" y="1256"/>
                </a:cubicBezTo>
                <a:cubicBezTo>
                  <a:pt x="15014" y="1182"/>
                  <a:pt x="15188" y="1145"/>
                  <a:pt x="15361" y="1145"/>
                </a:cubicBezTo>
                <a:cubicBezTo>
                  <a:pt x="15543" y="1145"/>
                  <a:pt x="15696" y="1163"/>
                  <a:pt x="15819" y="1200"/>
                </a:cubicBezTo>
                <a:cubicBezTo>
                  <a:pt x="15942" y="1237"/>
                  <a:pt x="16072" y="1293"/>
                  <a:pt x="16210" y="1368"/>
                </a:cubicBezTo>
                <a:lnTo>
                  <a:pt x="16244" y="1235"/>
                </a:lnTo>
                <a:lnTo>
                  <a:pt x="16740" y="1235"/>
                </a:lnTo>
                <a:lnTo>
                  <a:pt x="16740" y="4030"/>
                </a:lnTo>
                <a:moveTo>
                  <a:pt x="16210" y="3524"/>
                </a:moveTo>
                <a:lnTo>
                  <a:pt x="16210" y="1802"/>
                </a:lnTo>
                <a:cubicBezTo>
                  <a:pt x="16069" y="1738"/>
                  <a:pt x="15938" y="1692"/>
                  <a:pt x="15816" y="1665"/>
                </a:cubicBezTo>
                <a:cubicBezTo>
                  <a:pt x="15695" y="1638"/>
                  <a:pt x="15574" y="1624"/>
                  <a:pt x="15454" y="1624"/>
                </a:cubicBezTo>
                <a:cubicBezTo>
                  <a:pt x="15163" y="1624"/>
                  <a:pt x="14933" y="1722"/>
                  <a:pt x="14766" y="1918"/>
                </a:cubicBezTo>
                <a:cubicBezTo>
                  <a:pt x="14599" y="2114"/>
                  <a:pt x="14515" y="2399"/>
                  <a:pt x="14515" y="2772"/>
                </a:cubicBezTo>
                <a:cubicBezTo>
                  <a:pt x="14515" y="3126"/>
                  <a:pt x="14577" y="3395"/>
                  <a:pt x="14701" y="3577"/>
                </a:cubicBezTo>
                <a:cubicBezTo>
                  <a:pt x="14825" y="3760"/>
                  <a:pt x="15031" y="3852"/>
                  <a:pt x="15319" y="3852"/>
                </a:cubicBezTo>
                <a:cubicBezTo>
                  <a:pt x="15473" y="3852"/>
                  <a:pt x="15627" y="3822"/>
                  <a:pt x="15783" y="3763"/>
                </a:cubicBezTo>
                <a:cubicBezTo>
                  <a:pt x="15938" y="3703"/>
                  <a:pt x="16080" y="3624"/>
                  <a:pt x="16210" y="3524"/>
                </a:cubicBezTo>
                <a:close/>
                <a:moveTo>
                  <a:pt x="20230" y="4387"/>
                </a:moveTo>
                <a:lnTo>
                  <a:pt x="19703" y="4387"/>
                </a:lnTo>
                <a:lnTo>
                  <a:pt x="19703" y="4054"/>
                </a:lnTo>
                <a:cubicBezTo>
                  <a:pt x="19656" y="4086"/>
                  <a:pt x="19593" y="4131"/>
                  <a:pt x="19513" y="4188"/>
                </a:cubicBezTo>
                <a:cubicBezTo>
                  <a:pt x="19433" y="4246"/>
                  <a:pt x="19355" y="4291"/>
                  <a:pt x="19280" y="4325"/>
                </a:cubicBezTo>
                <a:cubicBezTo>
                  <a:pt x="19192" y="4368"/>
                  <a:pt x="19090" y="4405"/>
                  <a:pt x="18975" y="4434"/>
                </a:cubicBezTo>
                <a:cubicBezTo>
                  <a:pt x="18861" y="4463"/>
                  <a:pt x="18726" y="4478"/>
                  <a:pt x="18572" y="4478"/>
                </a:cubicBezTo>
                <a:cubicBezTo>
                  <a:pt x="18288" y="4478"/>
                  <a:pt x="18048" y="4383"/>
                  <a:pt x="17850" y="4195"/>
                </a:cubicBezTo>
                <a:cubicBezTo>
                  <a:pt x="17653" y="4007"/>
                  <a:pt x="17554" y="3767"/>
                  <a:pt x="17554" y="3475"/>
                </a:cubicBezTo>
                <a:cubicBezTo>
                  <a:pt x="17554" y="3236"/>
                  <a:pt x="17606" y="3043"/>
                  <a:pt x="17708" y="2895"/>
                </a:cubicBezTo>
                <a:cubicBezTo>
                  <a:pt x="17811" y="2747"/>
                  <a:pt x="17957" y="2631"/>
                  <a:pt x="18147" y="2546"/>
                </a:cubicBezTo>
                <a:cubicBezTo>
                  <a:pt x="18338" y="2462"/>
                  <a:pt x="18569" y="2404"/>
                  <a:pt x="18837" y="2374"/>
                </a:cubicBezTo>
                <a:cubicBezTo>
                  <a:pt x="19106" y="2344"/>
                  <a:pt x="19395" y="2321"/>
                  <a:pt x="19703" y="2306"/>
                </a:cubicBezTo>
                <a:lnTo>
                  <a:pt x="19703" y="2224"/>
                </a:lnTo>
                <a:cubicBezTo>
                  <a:pt x="19703" y="2103"/>
                  <a:pt x="19682" y="2002"/>
                  <a:pt x="19640" y="1923"/>
                </a:cubicBezTo>
                <a:cubicBezTo>
                  <a:pt x="19597" y="1843"/>
                  <a:pt x="19537" y="1780"/>
                  <a:pt x="19458" y="1735"/>
                </a:cubicBezTo>
                <a:cubicBezTo>
                  <a:pt x="19382" y="1691"/>
                  <a:pt x="19292" y="1662"/>
                  <a:pt x="19187" y="1647"/>
                </a:cubicBezTo>
                <a:cubicBezTo>
                  <a:pt x="19082" y="1632"/>
                  <a:pt x="18972" y="1624"/>
                  <a:pt x="18857" y="1624"/>
                </a:cubicBezTo>
                <a:cubicBezTo>
                  <a:pt x="18718" y="1624"/>
                  <a:pt x="18563" y="1643"/>
                  <a:pt x="18392" y="1681"/>
                </a:cubicBezTo>
                <a:cubicBezTo>
                  <a:pt x="18221" y="1718"/>
                  <a:pt x="18044" y="1773"/>
                  <a:pt x="17862" y="1844"/>
                </a:cubicBezTo>
                <a:lnTo>
                  <a:pt x="17834" y="1844"/>
                </a:lnTo>
                <a:lnTo>
                  <a:pt x="17834" y="1305"/>
                </a:lnTo>
                <a:cubicBezTo>
                  <a:pt x="17937" y="1277"/>
                  <a:pt x="18086" y="1246"/>
                  <a:pt x="18282" y="1212"/>
                </a:cubicBezTo>
                <a:cubicBezTo>
                  <a:pt x="18477" y="1179"/>
                  <a:pt x="18670" y="1162"/>
                  <a:pt x="18860" y="1162"/>
                </a:cubicBezTo>
                <a:cubicBezTo>
                  <a:pt x="19082" y="1162"/>
                  <a:pt x="19275" y="1180"/>
                  <a:pt x="19439" y="1217"/>
                </a:cubicBezTo>
                <a:cubicBezTo>
                  <a:pt x="19604" y="1253"/>
                  <a:pt x="19746" y="1316"/>
                  <a:pt x="19866" y="1404"/>
                </a:cubicBezTo>
                <a:cubicBezTo>
                  <a:pt x="19985" y="1491"/>
                  <a:pt x="20075" y="1602"/>
                  <a:pt x="20137" y="1740"/>
                </a:cubicBezTo>
                <a:cubicBezTo>
                  <a:pt x="20199" y="1877"/>
                  <a:pt x="20230" y="2047"/>
                  <a:pt x="20230" y="2250"/>
                </a:cubicBezTo>
                <a:lnTo>
                  <a:pt x="20230" y="4387"/>
                </a:lnTo>
                <a:moveTo>
                  <a:pt x="19703" y="3616"/>
                </a:moveTo>
                <a:lnTo>
                  <a:pt x="19703" y="2735"/>
                </a:lnTo>
                <a:cubicBezTo>
                  <a:pt x="19541" y="2744"/>
                  <a:pt x="19351" y="2759"/>
                  <a:pt x="19132" y="2778"/>
                </a:cubicBezTo>
                <a:cubicBezTo>
                  <a:pt x="18913" y="2796"/>
                  <a:pt x="18740" y="2824"/>
                  <a:pt x="18612" y="2860"/>
                </a:cubicBezTo>
                <a:cubicBezTo>
                  <a:pt x="18459" y="2903"/>
                  <a:pt x="18336" y="2971"/>
                  <a:pt x="18242" y="3062"/>
                </a:cubicBezTo>
                <a:cubicBezTo>
                  <a:pt x="18148" y="3154"/>
                  <a:pt x="18101" y="3280"/>
                  <a:pt x="18101" y="3440"/>
                </a:cubicBezTo>
                <a:cubicBezTo>
                  <a:pt x="18101" y="3622"/>
                  <a:pt x="18156" y="3758"/>
                  <a:pt x="18265" y="3850"/>
                </a:cubicBezTo>
                <a:cubicBezTo>
                  <a:pt x="18374" y="3941"/>
                  <a:pt x="18540" y="3987"/>
                  <a:pt x="18764" y="3987"/>
                </a:cubicBezTo>
                <a:cubicBezTo>
                  <a:pt x="18950" y="3987"/>
                  <a:pt x="19120" y="3951"/>
                  <a:pt x="19274" y="3878"/>
                </a:cubicBezTo>
                <a:cubicBezTo>
                  <a:pt x="19429" y="3805"/>
                  <a:pt x="19571" y="3718"/>
                  <a:pt x="19703" y="3616"/>
                </a:cubicBezTo>
                <a:close/>
                <a:moveTo>
                  <a:pt x="23501" y="3477"/>
                </a:moveTo>
                <a:cubicBezTo>
                  <a:pt x="23501" y="3765"/>
                  <a:pt x="23382" y="4001"/>
                  <a:pt x="23144" y="4185"/>
                </a:cubicBezTo>
                <a:cubicBezTo>
                  <a:pt x="22907" y="4369"/>
                  <a:pt x="22582" y="4461"/>
                  <a:pt x="22170" y="4461"/>
                </a:cubicBezTo>
                <a:cubicBezTo>
                  <a:pt x="21937" y="4461"/>
                  <a:pt x="21723" y="4433"/>
                  <a:pt x="21529" y="4377"/>
                </a:cubicBezTo>
                <a:cubicBezTo>
                  <a:pt x="21334" y="4322"/>
                  <a:pt x="21171" y="4261"/>
                  <a:pt x="21039" y="4195"/>
                </a:cubicBezTo>
                <a:lnTo>
                  <a:pt x="21039" y="3598"/>
                </a:lnTo>
                <a:lnTo>
                  <a:pt x="21068" y="3598"/>
                </a:lnTo>
                <a:cubicBezTo>
                  <a:pt x="21235" y="3725"/>
                  <a:pt x="21421" y="3827"/>
                  <a:pt x="21626" y="3902"/>
                </a:cubicBezTo>
                <a:cubicBezTo>
                  <a:pt x="21831" y="3978"/>
                  <a:pt x="22027" y="4015"/>
                  <a:pt x="22215" y="4015"/>
                </a:cubicBezTo>
                <a:cubicBezTo>
                  <a:pt x="22448" y="4015"/>
                  <a:pt x="22631" y="3977"/>
                  <a:pt x="22762" y="3902"/>
                </a:cubicBezTo>
                <a:cubicBezTo>
                  <a:pt x="22894" y="3826"/>
                  <a:pt x="22960" y="3707"/>
                  <a:pt x="22960" y="3545"/>
                </a:cubicBezTo>
                <a:cubicBezTo>
                  <a:pt x="22960" y="3421"/>
                  <a:pt x="22924" y="3327"/>
                  <a:pt x="22852" y="3263"/>
                </a:cubicBezTo>
                <a:cubicBezTo>
                  <a:pt x="22781" y="3199"/>
                  <a:pt x="22644" y="3145"/>
                  <a:pt x="22441" y="3100"/>
                </a:cubicBezTo>
                <a:cubicBezTo>
                  <a:pt x="22366" y="3083"/>
                  <a:pt x="22267" y="3063"/>
                  <a:pt x="22146" y="3041"/>
                </a:cubicBezTo>
                <a:cubicBezTo>
                  <a:pt x="22025" y="3018"/>
                  <a:pt x="21914" y="2994"/>
                  <a:pt x="21815" y="2968"/>
                </a:cubicBezTo>
                <a:cubicBezTo>
                  <a:pt x="21539" y="2894"/>
                  <a:pt x="21343" y="2787"/>
                  <a:pt x="21227" y="2645"/>
                </a:cubicBezTo>
                <a:cubicBezTo>
                  <a:pt x="21111" y="2503"/>
                  <a:pt x="21054" y="2329"/>
                  <a:pt x="21054" y="2122"/>
                </a:cubicBezTo>
                <a:cubicBezTo>
                  <a:pt x="21054" y="1993"/>
                  <a:pt x="21080" y="1871"/>
                  <a:pt x="21134" y="1756"/>
                </a:cubicBezTo>
                <a:cubicBezTo>
                  <a:pt x="21187" y="1642"/>
                  <a:pt x="21269" y="1539"/>
                  <a:pt x="21378" y="1449"/>
                </a:cubicBezTo>
                <a:cubicBezTo>
                  <a:pt x="21483" y="1361"/>
                  <a:pt x="21617" y="1291"/>
                  <a:pt x="21780" y="1239"/>
                </a:cubicBezTo>
                <a:cubicBezTo>
                  <a:pt x="21942" y="1188"/>
                  <a:pt x="22124" y="1162"/>
                  <a:pt x="22325" y="1162"/>
                </a:cubicBezTo>
                <a:cubicBezTo>
                  <a:pt x="22513" y="1162"/>
                  <a:pt x="22704" y="1185"/>
                  <a:pt x="22896" y="1230"/>
                </a:cubicBezTo>
                <a:cubicBezTo>
                  <a:pt x="23089" y="1276"/>
                  <a:pt x="23249" y="1332"/>
                  <a:pt x="23377" y="1398"/>
                </a:cubicBezTo>
                <a:lnTo>
                  <a:pt x="23377" y="1962"/>
                </a:lnTo>
                <a:lnTo>
                  <a:pt x="23349" y="1962"/>
                </a:lnTo>
                <a:cubicBezTo>
                  <a:pt x="23213" y="1863"/>
                  <a:pt x="23049" y="1779"/>
                  <a:pt x="22855" y="1710"/>
                </a:cubicBezTo>
                <a:cubicBezTo>
                  <a:pt x="22662" y="1641"/>
                  <a:pt x="22472" y="1607"/>
                  <a:pt x="22286" y="1607"/>
                </a:cubicBezTo>
                <a:cubicBezTo>
                  <a:pt x="22092" y="1607"/>
                  <a:pt x="21929" y="1644"/>
                  <a:pt x="21795" y="1719"/>
                </a:cubicBezTo>
                <a:cubicBezTo>
                  <a:pt x="21662" y="1794"/>
                  <a:pt x="21595" y="1905"/>
                  <a:pt x="21595" y="2052"/>
                </a:cubicBezTo>
                <a:cubicBezTo>
                  <a:pt x="21595" y="2181"/>
                  <a:pt x="21635" y="2279"/>
                  <a:pt x="21716" y="2345"/>
                </a:cubicBezTo>
                <a:cubicBezTo>
                  <a:pt x="21795" y="2411"/>
                  <a:pt x="21923" y="2464"/>
                  <a:pt x="22100" y="2505"/>
                </a:cubicBezTo>
                <a:cubicBezTo>
                  <a:pt x="22197" y="2528"/>
                  <a:pt x="22307" y="2551"/>
                  <a:pt x="22428" y="2573"/>
                </a:cubicBezTo>
                <a:cubicBezTo>
                  <a:pt x="22549" y="2596"/>
                  <a:pt x="22650" y="2616"/>
                  <a:pt x="22731" y="2635"/>
                </a:cubicBezTo>
                <a:cubicBezTo>
                  <a:pt x="22977" y="2691"/>
                  <a:pt x="23167" y="2788"/>
                  <a:pt x="23301" y="2925"/>
                </a:cubicBezTo>
                <a:cubicBezTo>
                  <a:pt x="23434" y="3064"/>
                  <a:pt x="23501" y="3248"/>
                  <a:pt x="23501" y="3477"/>
                </a:cubicBezTo>
                <a:close/>
                <a:moveTo>
                  <a:pt x="25895" y="4360"/>
                </a:moveTo>
                <a:cubicBezTo>
                  <a:pt x="25795" y="4386"/>
                  <a:pt x="25687" y="4407"/>
                  <a:pt x="25569" y="4424"/>
                </a:cubicBezTo>
                <a:cubicBezTo>
                  <a:pt x="25452" y="4441"/>
                  <a:pt x="25347" y="4449"/>
                  <a:pt x="25255" y="4449"/>
                </a:cubicBezTo>
                <a:cubicBezTo>
                  <a:pt x="24933" y="4449"/>
                  <a:pt x="24689" y="4363"/>
                  <a:pt x="24522" y="4190"/>
                </a:cubicBezTo>
                <a:cubicBezTo>
                  <a:pt x="24354" y="4017"/>
                  <a:pt x="24271" y="3739"/>
                  <a:pt x="24271" y="3357"/>
                </a:cubicBezTo>
                <a:lnTo>
                  <a:pt x="24271" y="1680"/>
                </a:lnTo>
                <a:lnTo>
                  <a:pt x="23913" y="1680"/>
                </a:lnTo>
                <a:lnTo>
                  <a:pt x="23913" y="1235"/>
                </a:lnTo>
                <a:lnTo>
                  <a:pt x="24271" y="1235"/>
                </a:lnTo>
                <a:lnTo>
                  <a:pt x="24271" y="327"/>
                </a:lnTo>
                <a:lnTo>
                  <a:pt x="24801" y="327"/>
                </a:lnTo>
                <a:lnTo>
                  <a:pt x="24801" y="1235"/>
                </a:lnTo>
                <a:lnTo>
                  <a:pt x="25895" y="1235"/>
                </a:lnTo>
                <a:lnTo>
                  <a:pt x="25895" y="1680"/>
                </a:lnTo>
                <a:lnTo>
                  <a:pt x="24801" y="1680"/>
                </a:lnTo>
                <a:lnTo>
                  <a:pt x="24801" y="3119"/>
                </a:lnTo>
                <a:cubicBezTo>
                  <a:pt x="24801" y="3285"/>
                  <a:pt x="24805" y="3415"/>
                  <a:pt x="24812" y="3508"/>
                </a:cubicBezTo>
                <a:cubicBezTo>
                  <a:pt x="24820" y="3601"/>
                  <a:pt x="24846" y="3688"/>
                  <a:pt x="24891" y="3769"/>
                </a:cubicBezTo>
                <a:cubicBezTo>
                  <a:pt x="24933" y="3845"/>
                  <a:pt x="24989" y="3900"/>
                  <a:pt x="25062" y="3935"/>
                </a:cubicBezTo>
                <a:cubicBezTo>
                  <a:pt x="25134" y="3970"/>
                  <a:pt x="25245" y="3987"/>
                  <a:pt x="25393" y="3987"/>
                </a:cubicBezTo>
                <a:cubicBezTo>
                  <a:pt x="25480" y="3987"/>
                  <a:pt x="25570" y="3974"/>
                  <a:pt x="25664" y="3949"/>
                </a:cubicBezTo>
                <a:cubicBezTo>
                  <a:pt x="25758" y="3923"/>
                  <a:pt x="25825" y="3902"/>
                  <a:pt x="25867" y="3885"/>
                </a:cubicBezTo>
                <a:lnTo>
                  <a:pt x="25895" y="3885"/>
                </a:lnTo>
                <a:lnTo>
                  <a:pt x="25895" y="4360"/>
                </a:lnTo>
                <a:close/>
                <a:moveTo>
                  <a:pt x="28500" y="1810"/>
                </a:moveTo>
                <a:lnTo>
                  <a:pt x="28472" y="1810"/>
                </a:lnTo>
                <a:cubicBezTo>
                  <a:pt x="28393" y="1792"/>
                  <a:pt x="28316" y="1779"/>
                  <a:pt x="28242" y="1772"/>
                </a:cubicBezTo>
                <a:cubicBezTo>
                  <a:pt x="28168" y="1763"/>
                  <a:pt x="28080" y="1759"/>
                  <a:pt x="27978" y="1759"/>
                </a:cubicBezTo>
                <a:cubicBezTo>
                  <a:pt x="27815" y="1759"/>
                  <a:pt x="27657" y="1796"/>
                  <a:pt x="27505" y="1868"/>
                </a:cubicBezTo>
                <a:cubicBezTo>
                  <a:pt x="27352" y="1941"/>
                  <a:pt x="27206" y="2034"/>
                  <a:pt x="27065" y="2149"/>
                </a:cubicBezTo>
                <a:lnTo>
                  <a:pt x="27065" y="4387"/>
                </a:lnTo>
                <a:lnTo>
                  <a:pt x="26535" y="4387"/>
                </a:lnTo>
                <a:lnTo>
                  <a:pt x="26535" y="1235"/>
                </a:lnTo>
                <a:lnTo>
                  <a:pt x="27065" y="1235"/>
                </a:lnTo>
                <a:lnTo>
                  <a:pt x="27065" y="1701"/>
                </a:lnTo>
                <a:cubicBezTo>
                  <a:pt x="27275" y="1531"/>
                  <a:pt x="27461" y="1411"/>
                  <a:pt x="27622" y="1341"/>
                </a:cubicBezTo>
                <a:cubicBezTo>
                  <a:pt x="27782" y="1270"/>
                  <a:pt x="27946" y="1235"/>
                  <a:pt x="28114" y="1235"/>
                </a:cubicBezTo>
                <a:cubicBezTo>
                  <a:pt x="28206" y="1235"/>
                  <a:pt x="28273" y="1237"/>
                  <a:pt x="28314" y="1242"/>
                </a:cubicBezTo>
                <a:cubicBezTo>
                  <a:pt x="28355" y="1247"/>
                  <a:pt x="28417" y="1256"/>
                  <a:pt x="28500" y="1269"/>
                </a:cubicBezTo>
                <a:lnTo>
                  <a:pt x="28500" y="1810"/>
                </a:lnTo>
                <a:close/>
                <a:moveTo>
                  <a:pt x="29569" y="711"/>
                </a:moveTo>
                <a:lnTo>
                  <a:pt x="28971" y="711"/>
                </a:lnTo>
                <a:lnTo>
                  <a:pt x="28971" y="158"/>
                </a:lnTo>
                <a:lnTo>
                  <a:pt x="29569" y="158"/>
                </a:lnTo>
                <a:lnTo>
                  <a:pt x="29569" y="711"/>
                </a:lnTo>
                <a:moveTo>
                  <a:pt x="29535" y="4387"/>
                </a:moveTo>
                <a:lnTo>
                  <a:pt x="29005" y="4387"/>
                </a:lnTo>
                <a:lnTo>
                  <a:pt x="29005" y="1235"/>
                </a:lnTo>
                <a:lnTo>
                  <a:pt x="29535" y="1235"/>
                </a:lnTo>
                <a:lnTo>
                  <a:pt x="29535" y="4387"/>
                </a:lnTo>
                <a:close/>
                <a:moveTo>
                  <a:pt x="33138" y="4387"/>
                </a:moveTo>
                <a:lnTo>
                  <a:pt x="32608" y="4387"/>
                </a:lnTo>
                <a:lnTo>
                  <a:pt x="32608" y="4059"/>
                </a:lnTo>
                <a:cubicBezTo>
                  <a:pt x="32456" y="4191"/>
                  <a:pt x="32297" y="4294"/>
                  <a:pt x="32132" y="4367"/>
                </a:cubicBezTo>
                <a:cubicBezTo>
                  <a:pt x="31966" y="4441"/>
                  <a:pt x="31787" y="4478"/>
                  <a:pt x="31593" y="4478"/>
                </a:cubicBezTo>
                <a:cubicBezTo>
                  <a:pt x="31217" y="4478"/>
                  <a:pt x="30919" y="4332"/>
                  <a:pt x="30698" y="4042"/>
                </a:cubicBezTo>
                <a:cubicBezTo>
                  <a:pt x="30477" y="3752"/>
                  <a:pt x="30367" y="3350"/>
                  <a:pt x="30367" y="2835"/>
                </a:cubicBezTo>
                <a:cubicBezTo>
                  <a:pt x="30367" y="2568"/>
                  <a:pt x="30405" y="2329"/>
                  <a:pt x="30481" y="2120"/>
                </a:cubicBezTo>
                <a:cubicBezTo>
                  <a:pt x="30557" y="1911"/>
                  <a:pt x="30660" y="1733"/>
                  <a:pt x="30790" y="1586"/>
                </a:cubicBezTo>
                <a:cubicBezTo>
                  <a:pt x="30917" y="1443"/>
                  <a:pt x="31066" y="1333"/>
                  <a:pt x="31237" y="1258"/>
                </a:cubicBezTo>
                <a:cubicBezTo>
                  <a:pt x="31407" y="1182"/>
                  <a:pt x="31583" y="1145"/>
                  <a:pt x="31765" y="1145"/>
                </a:cubicBezTo>
                <a:cubicBezTo>
                  <a:pt x="31931" y="1145"/>
                  <a:pt x="32077" y="1162"/>
                  <a:pt x="32205" y="1197"/>
                </a:cubicBezTo>
                <a:cubicBezTo>
                  <a:pt x="32333" y="1232"/>
                  <a:pt x="32467" y="1286"/>
                  <a:pt x="32608" y="1360"/>
                </a:cubicBezTo>
                <a:lnTo>
                  <a:pt x="32608" y="0"/>
                </a:lnTo>
                <a:lnTo>
                  <a:pt x="33138" y="0"/>
                </a:lnTo>
                <a:lnTo>
                  <a:pt x="33138" y="4387"/>
                </a:lnTo>
                <a:moveTo>
                  <a:pt x="32608" y="3612"/>
                </a:moveTo>
                <a:lnTo>
                  <a:pt x="32608" y="1805"/>
                </a:lnTo>
                <a:cubicBezTo>
                  <a:pt x="32465" y="1741"/>
                  <a:pt x="32338" y="1696"/>
                  <a:pt x="32225" y="1672"/>
                </a:cubicBezTo>
                <a:cubicBezTo>
                  <a:pt x="32112" y="1648"/>
                  <a:pt x="31989" y="1635"/>
                  <a:pt x="31855" y="1635"/>
                </a:cubicBezTo>
                <a:cubicBezTo>
                  <a:pt x="31558" y="1635"/>
                  <a:pt x="31327" y="1739"/>
                  <a:pt x="31162" y="1946"/>
                </a:cubicBezTo>
                <a:cubicBezTo>
                  <a:pt x="30996" y="2152"/>
                  <a:pt x="30914" y="2446"/>
                  <a:pt x="30914" y="2825"/>
                </a:cubicBezTo>
                <a:cubicBezTo>
                  <a:pt x="30914" y="3199"/>
                  <a:pt x="30978" y="3484"/>
                  <a:pt x="31105" y="3678"/>
                </a:cubicBezTo>
                <a:cubicBezTo>
                  <a:pt x="31233" y="3873"/>
                  <a:pt x="31438" y="3970"/>
                  <a:pt x="31720" y="3970"/>
                </a:cubicBezTo>
                <a:cubicBezTo>
                  <a:pt x="31871" y="3970"/>
                  <a:pt x="32023" y="3937"/>
                  <a:pt x="32177" y="3870"/>
                </a:cubicBezTo>
                <a:cubicBezTo>
                  <a:pt x="32331" y="3803"/>
                  <a:pt x="32475" y="3717"/>
                  <a:pt x="32608" y="3612"/>
                </a:cubicBezTo>
                <a:close/>
                <a:moveTo>
                  <a:pt x="36629" y="4387"/>
                </a:moveTo>
                <a:lnTo>
                  <a:pt x="36102" y="4387"/>
                </a:lnTo>
                <a:lnTo>
                  <a:pt x="36102" y="4054"/>
                </a:lnTo>
                <a:cubicBezTo>
                  <a:pt x="36055" y="4086"/>
                  <a:pt x="35991" y="4131"/>
                  <a:pt x="35911" y="4188"/>
                </a:cubicBezTo>
                <a:cubicBezTo>
                  <a:pt x="35831" y="4246"/>
                  <a:pt x="35754" y="4291"/>
                  <a:pt x="35679" y="4325"/>
                </a:cubicBezTo>
                <a:cubicBezTo>
                  <a:pt x="35590" y="4368"/>
                  <a:pt x="35489" y="4405"/>
                  <a:pt x="35374" y="4434"/>
                </a:cubicBezTo>
                <a:cubicBezTo>
                  <a:pt x="35259" y="4463"/>
                  <a:pt x="35125" y="4478"/>
                  <a:pt x="34971" y="4478"/>
                </a:cubicBezTo>
                <a:cubicBezTo>
                  <a:pt x="34687" y="4478"/>
                  <a:pt x="34446" y="4383"/>
                  <a:pt x="34249" y="4195"/>
                </a:cubicBezTo>
                <a:cubicBezTo>
                  <a:pt x="34052" y="4007"/>
                  <a:pt x="33953" y="3767"/>
                  <a:pt x="33953" y="3475"/>
                </a:cubicBezTo>
                <a:cubicBezTo>
                  <a:pt x="33953" y="3236"/>
                  <a:pt x="34004" y="3043"/>
                  <a:pt x="34107" y="2895"/>
                </a:cubicBezTo>
                <a:cubicBezTo>
                  <a:pt x="34209" y="2747"/>
                  <a:pt x="34355" y="2631"/>
                  <a:pt x="34545" y="2546"/>
                </a:cubicBezTo>
                <a:cubicBezTo>
                  <a:pt x="34737" y="2462"/>
                  <a:pt x="34967" y="2404"/>
                  <a:pt x="35236" y="2374"/>
                </a:cubicBezTo>
                <a:cubicBezTo>
                  <a:pt x="35505" y="2344"/>
                  <a:pt x="35793" y="2321"/>
                  <a:pt x="36102" y="2306"/>
                </a:cubicBezTo>
                <a:lnTo>
                  <a:pt x="36102" y="2224"/>
                </a:lnTo>
                <a:cubicBezTo>
                  <a:pt x="36102" y="2103"/>
                  <a:pt x="36080" y="2002"/>
                  <a:pt x="36038" y="1923"/>
                </a:cubicBezTo>
                <a:cubicBezTo>
                  <a:pt x="35996" y="1843"/>
                  <a:pt x="35935" y="1780"/>
                  <a:pt x="35856" y="1735"/>
                </a:cubicBezTo>
                <a:cubicBezTo>
                  <a:pt x="35781" y="1691"/>
                  <a:pt x="35691" y="1662"/>
                  <a:pt x="35586" y="1647"/>
                </a:cubicBezTo>
                <a:cubicBezTo>
                  <a:pt x="35480" y="1632"/>
                  <a:pt x="35370" y="1624"/>
                  <a:pt x="35256" y="1624"/>
                </a:cubicBezTo>
                <a:cubicBezTo>
                  <a:pt x="35117" y="1624"/>
                  <a:pt x="34962" y="1643"/>
                  <a:pt x="34790" y="1681"/>
                </a:cubicBezTo>
                <a:cubicBezTo>
                  <a:pt x="34619" y="1718"/>
                  <a:pt x="34443" y="1773"/>
                  <a:pt x="34260" y="1844"/>
                </a:cubicBezTo>
                <a:lnTo>
                  <a:pt x="34232" y="1844"/>
                </a:lnTo>
                <a:lnTo>
                  <a:pt x="34232" y="1305"/>
                </a:lnTo>
                <a:cubicBezTo>
                  <a:pt x="34336" y="1277"/>
                  <a:pt x="34485" y="1246"/>
                  <a:pt x="34680" y="1212"/>
                </a:cubicBezTo>
                <a:cubicBezTo>
                  <a:pt x="34876" y="1179"/>
                  <a:pt x="35069" y="1162"/>
                  <a:pt x="35259" y="1162"/>
                </a:cubicBezTo>
                <a:cubicBezTo>
                  <a:pt x="35480" y="1162"/>
                  <a:pt x="35673" y="1180"/>
                  <a:pt x="35838" y="1217"/>
                </a:cubicBezTo>
                <a:cubicBezTo>
                  <a:pt x="36002" y="1253"/>
                  <a:pt x="36145" y="1316"/>
                  <a:pt x="36265" y="1404"/>
                </a:cubicBezTo>
                <a:cubicBezTo>
                  <a:pt x="36384" y="1491"/>
                  <a:pt x="36474" y="1602"/>
                  <a:pt x="36536" y="1740"/>
                </a:cubicBezTo>
                <a:cubicBezTo>
                  <a:pt x="36598" y="1877"/>
                  <a:pt x="36629" y="2047"/>
                  <a:pt x="36629" y="2250"/>
                </a:cubicBezTo>
                <a:lnTo>
                  <a:pt x="36629" y="4387"/>
                </a:lnTo>
                <a:moveTo>
                  <a:pt x="36102" y="3616"/>
                </a:moveTo>
                <a:lnTo>
                  <a:pt x="36102" y="2735"/>
                </a:lnTo>
                <a:cubicBezTo>
                  <a:pt x="35940" y="2744"/>
                  <a:pt x="35750" y="2759"/>
                  <a:pt x="35531" y="2778"/>
                </a:cubicBezTo>
                <a:cubicBezTo>
                  <a:pt x="35312" y="2796"/>
                  <a:pt x="35138" y="2824"/>
                  <a:pt x="35010" y="2860"/>
                </a:cubicBezTo>
                <a:cubicBezTo>
                  <a:pt x="34858" y="2903"/>
                  <a:pt x="34735" y="2971"/>
                  <a:pt x="34641" y="3062"/>
                </a:cubicBezTo>
                <a:cubicBezTo>
                  <a:pt x="34547" y="3154"/>
                  <a:pt x="34500" y="3280"/>
                  <a:pt x="34500" y="3440"/>
                </a:cubicBezTo>
                <a:cubicBezTo>
                  <a:pt x="34500" y="3622"/>
                  <a:pt x="34555" y="3758"/>
                  <a:pt x="34664" y="3850"/>
                </a:cubicBezTo>
                <a:cubicBezTo>
                  <a:pt x="34773" y="3941"/>
                  <a:pt x="34939" y="3987"/>
                  <a:pt x="35163" y="3987"/>
                </a:cubicBezTo>
                <a:cubicBezTo>
                  <a:pt x="35349" y="3987"/>
                  <a:pt x="35519" y="3951"/>
                  <a:pt x="35673" y="3878"/>
                </a:cubicBezTo>
                <a:cubicBezTo>
                  <a:pt x="35827" y="3805"/>
                  <a:pt x="35970" y="3718"/>
                  <a:pt x="36102" y="3616"/>
                </a:cubicBezTo>
                <a:close/>
                <a:moveTo>
                  <a:pt x="40286" y="2865"/>
                </a:moveTo>
                <a:lnTo>
                  <a:pt x="37965" y="2865"/>
                </a:lnTo>
                <a:cubicBezTo>
                  <a:pt x="37965" y="3059"/>
                  <a:pt x="37994" y="3228"/>
                  <a:pt x="38053" y="3372"/>
                </a:cubicBezTo>
                <a:cubicBezTo>
                  <a:pt x="38111" y="3516"/>
                  <a:pt x="38191" y="3634"/>
                  <a:pt x="38292" y="3727"/>
                </a:cubicBezTo>
                <a:cubicBezTo>
                  <a:pt x="38390" y="3817"/>
                  <a:pt x="38506" y="3885"/>
                  <a:pt x="38641" y="3930"/>
                </a:cubicBezTo>
                <a:cubicBezTo>
                  <a:pt x="38775" y="3976"/>
                  <a:pt x="38923" y="3998"/>
                  <a:pt x="39085" y="3998"/>
                </a:cubicBezTo>
                <a:cubicBezTo>
                  <a:pt x="39299" y="3998"/>
                  <a:pt x="39515" y="3955"/>
                  <a:pt x="39732" y="3869"/>
                </a:cubicBezTo>
                <a:cubicBezTo>
                  <a:pt x="39949" y="3783"/>
                  <a:pt x="40104" y="3698"/>
                  <a:pt x="40196" y="3615"/>
                </a:cubicBezTo>
                <a:lnTo>
                  <a:pt x="40224" y="3615"/>
                </a:lnTo>
                <a:lnTo>
                  <a:pt x="40224" y="4195"/>
                </a:lnTo>
                <a:cubicBezTo>
                  <a:pt x="40045" y="4270"/>
                  <a:pt x="39863" y="4333"/>
                  <a:pt x="39677" y="4384"/>
                </a:cubicBezTo>
                <a:cubicBezTo>
                  <a:pt x="39491" y="4435"/>
                  <a:pt x="39295" y="4461"/>
                  <a:pt x="39090" y="4461"/>
                </a:cubicBezTo>
                <a:cubicBezTo>
                  <a:pt x="38568" y="4461"/>
                  <a:pt x="38160" y="4319"/>
                  <a:pt x="37867" y="4036"/>
                </a:cubicBezTo>
                <a:cubicBezTo>
                  <a:pt x="37573" y="3752"/>
                  <a:pt x="37427" y="3350"/>
                  <a:pt x="37427" y="2828"/>
                </a:cubicBezTo>
                <a:cubicBezTo>
                  <a:pt x="37427" y="2312"/>
                  <a:pt x="37567" y="1903"/>
                  <a:pt x="37848" y="1600"/>
                </a:cubicBezTo>
                <a:cubicBezTo>
                  <a:pt x="38129" y="1296"/>
                  <a:pt x="38499" y="1145"/>
                  <a:pt x="38958" y="1145"/>
                </a:cubicBezTo>
                <a:cubicBezTo>
                  <a:pt x="39383" y="1145"/>
                  <a:pt x="39710" y="1269"/>
                  <a:pt x="39940" y="1518"/>
                </a:cubicBezTo>
                <a:cubicBezTo>
                  <a:pt x="40171" y="1766"/>
                  <a:pt x="40286" y="2119"/>
                  <a:pt x="40286" y="2577"/>
                </a:cubicBezTo>
                <a:lnTo>
                  <a:pt x="40286" y="2865"/>
                </a:lnTo>
                <a:moveTo>
                  <a:pt x="39770" y="2459"/>
                </a:moveTo>
                <a:cubicBezTo>
                  <a:pt x="39768" y="2181"/>
                  <a:pt x="39698" y="1965"/>
                  <a:pt x="39560" y="1813"/>
                </a:cubicBezTo>
                <a:cubicBezTo>
                  <a:pt x="39422" y="1661"/>
                  <a:pt x="39212" y="1585"/>
                  <a:pt x="38930" y="1585"/>
                </a:cubicBezTo>
                <a:cubicBezTo>
                  <a:pt x="38646" y="1585"/>
                  <a:pt x="38420" y="1668"/>
                  <a:pt x="38251" y="1836"/>
                </a:cubicBezTo>
                <a:cubicBezTo>
                  <a:pt x="38083" y="2003"/>
                  <a:pt x="37988" y="2211"/>
                  <a:pt x="37965" y="2459"/>
                </a:cubicBezTo>
                <a:lnTo>
                  <a:pt x="39770" y="24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8BBDE-2F5C-4DA1-B1AC-2D93911FF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925" y="988441"/>
            <a:ext cx="41042" cy="58122"/>
          </a:xfrm>
          <a:custGeom xmlns:a="http://schemas.openxmlformats.org/drawingml/2006/main">
            <a:pathLst>
              <a:path w="41042" h="58122">
                <a:moveTo>
                  <a:pt x="0" y="0"/>
                </a:moveTo>
                <a:lnTo>
                  <a:pt x="41042" y="0"/>
                </a:lnTo>
                <a:lnTo>
                  <a:pt x="41042" y="58122"/>
                </a:lnTo>
                <a:lnTo>
                  <a:pt x="0" y="581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946EC-3C5E-4343-84E8-52AEFC3FA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7925" y="988444"/>
            <a:ext cx="41041" cy="58119"/>
          </a:xfrm>
          <a:custGeom xmlns:a="http://schemas.openxmlformats.org/drawingml/2006/main">
            <a:pathLst>
              <a:path w="41041" h="58119" fill="none">
                <a:moveTo>
                  <a:pt x="0" y="0"/>
                </a:moveTo>
                <a:lnTo>
                  <a:pt x="41041" y="0"/>
                </a:lnTo>
                <a:lnTo>
                  <a:pt x="41041" y="58119"/>
                </a:lnTo>
                <a:lnTo>
                  <a:pt x="0" y="581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90" name="Text Bethylidae">
            <a:extLst xmlns:a="http://schemas.openxmlformats.org/drawingml/2006/main">
              <a:ext uri="{FF2B5EF4-FFF2-40B4-BE49-F238E27FC236}">
                <a16:creationId xmlns:a16="http://schemas.microsoft.com/office/drawing/2014/main" id="{42487188-1B32-4DC9-8C41-BB4BA761D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1176" y="990363"/>
            <a:ext cx="39561" cy="7423"/>
          </a:xfrm>
          <a:custGeom xmlns:a="http://schemas.openxmlformats.org/drawingml/2006/main">
            <a:pathLst>
              <a:path w="39561" h="7423">
                <a:moveTo>
                  <a:pt x="4236" y="4142"/>
                </a:moveTo>
                <a:cubicBezTo>
                  <a:pt x="4236" y="4421"/>
                  <a:pt x="4183" y="4667"/>
                  <a:pt x="4077" y="4881"/>
                </a:cubicBezTo>
                <a:cubicBezTo>
                  <a:pt x="3972" y="5094"/>
                  <a:pt x="3830" y="5270"/>
                  <a:pt x="3651" y="5409"/>
                </a:cubicBezTo>
                <a:cubicBezTo>
                  <a:pt x="3440" y="5575"/>
                  <a:pt x="3208" y="5693"/>
                  <a:pt x="2955" y="5763"/>
                </a:cubicBezTo>
                <a:cubicBezTo>
                  <a:pt x="2702" y="5834"/>
                  <a:pt x="2381" y="5869"/>
                  <a:pt x="1991" y="5869"/>
                </a:cubicBezTo>
                <a:lnTo>
                  <a:pt x="0" y="5869"/>
                </a:lnTo>
                <a:lnTo>
                  <a:pt x="0" y="249"/>
                </a:lnTo>
                <a:lnTo>
                  <a:pt x="1663" y="249"/>
                </a:lnTo>
                <a:cubicBezTo>
                  <a:pt x="2073" y="249"/>
                  <a:pt x="2380" y="264"/>
                  <a:pt x="2584" y="294"/>
                </a:cubicBezTo>
                <a:cubicBezTo>
                  <a:pt x="2787" y="324"/>
                  <a:pt x="2982" y="387"/>
                  <a:pt x="3168" y="483"/>
                </a:cubicBezTo>
                <a:cubicBezTo>
                  <a:pt x="3374" y="591"/>
                  <a:pt x="3524" y="731"/>
                  <a:pt x="3617" y="901"/>
                </a:cubicBezTo>
                <a:cubicBezTo>
                  <a:pt x="3710" y="1071"/>
                  <a:pt x="3757" y="1274"/>
                  <a:pt x="3757" y="1511"/>
                </a:cubicBezTo>
                <a:cubicBezTo>
                  <a:pt x="3757" y="1778"/>
                  <a:pt x="3689" y="2005"/>
                  <a:pt x="3553" y="2193"/>
                </a:cubicBezTo>
                <a:cubicBezTo>
                  <a:pt x="3417" y="2380"/>
                  <a:pt x="3236" y="2531"/>
                  <a:pt x="3010" y="2645"/>
                </a:cubicBezTo>
                <a:lnTo>
                  <a:pt x="3010" y="2675"/>
                </a:lnTo>
                <a:cubicBezTo>
                  <a:pt x="3389" y="2753"/>
                  <a:pt x="3689" y="2919"/>
                  <a:pt x="3907" y="3175"/>
                </a:cubicBezTo>
                <a:cubicBezTo>
                  <a:pt x="4126" y="3430"/>
                  <a:pt x="4236" y="3752"/>
                  <a:pt x="4236" y="4142"/>
                </a:cubicBezTo>
                <a:moveTo>
                  <a:pt x="2980" y="1615"/>
                </a:moveTo>
                <a:cubicBezTo>
                  <a:pt x="2980" y="1480"/>
                  <a:pt x="2957" y="1366"/>
                  <a:pt x="2912" y="1273"/>
                </a:cubicBezTo>
                <a:cubicBezTo>
                  <a:pt x="2866" y="1181"/>
                  <a:pt x="2794" y="1105"/>
                  <a:pt x="2693" y="1048"/>
                </a:cubicBezTo>
                <a:cubicBezTo>
                  <a:pt x="2575" y="980"/>
                  <a:pt x="2431" y="938"/>
                  <a:pt x="2263" y="922"/>
                </a:cubicBezTo>
                <a:cubicBezTo>
                  <a:pt x="2095" y="906"/>
                  <a:pt x="1886" y="898"/>
                  <a:pt x="1637" y="898"/>
                </a:cubicBezTo>
                <a:lnTo>
                  <a:pt x="747" y="898"/>
                </a:lnTo>
                <a:lnTo>
                  <a:pt x="747" y="2512"/>
                </a:lnTo>
                <a:lnTo>
                  <a:pt x="1712" y="2512"/>
                </a:lnTo>
                <a:cubicBezTo>
                  <a:pt x="1946" y="2512"/>
                  <a:pt x="2132" y="2500"/>
                  <a:pt x="2271" y="2476"/>
                </a:cubicBezTo>
                <a:cubicBezTo>
                  <a:pt x="2409" y="2453"/>
                  <a:pt x="2537" y="2403"/>
                  <a:pt x="2655" y="2328"/>
                </a:cubicBezTo>
                <a:cubicBezTo>
                  <a:pt x="2773" y="2253"/>
                  <a:pt x="2857" y="2156"/>
                  <a:pt x="2906" y="2037"/>
                </a:cubicBezTo>
                <a:cubicBezTo>
                  <a:pt x="2955" y="1918"/>
                  <a:pt x="2980" y="1777"/>
                  <a:pt x="2980" y="1615"/>
                </a:cubicBezTo>
                <a:moveTo>
                  <a:pt x="3459" y="4168"/>
                </a:moveTo>
                <a:cubicBezTo>
                  <a:pt x="3459" y="3943"/>
                  <a:pt x="3425" y="3765"/>
                  <a:pt x="3357" y="3632"/>
                </a:cubicBezTo>
                <a:cubicBezTo>
                  <a:pt x="3289" y="3500"/>
                  <a:pt x="3166" y="3388"/>
                  <a:pt x="2987" y="3295"/>
                </a:cubicBezTo>
                <a:cubicBezTo>
                  <a:pt x="2866" y="3233"/>
                  <a:pt x="2720" y="3192"/>
                  <a:pt x="2548" y="3174"/>
                </a:cubicBezTo>
                <a:cubicBezTo>
                  <a:pt x="2376" y="3155"/>
                  <a:pt x="2166" y="3146"/>
                  <a:pt x="1920" y="3146"/>
                </a:cubicBezTo>
                <a:lnTo>
                  <a:pt x="747" y="3146"/>
                </a:lnTo>
                <a:lnTo>
                  <a:pt x="747" y="5220"/>
                </a:lnTo>
                <a:lnTo>
                  <a:pt x="1735" y="5220"/>
                </a:lnTo>
                <a:cubicBezTo>
                  <a:pt x="2062" y="5220"/>
                  <a:pt x="2330" y="5203"/>
                  <a:pt x="2538" y="5169"/>
                </a:cubicBezTo>
                <a:cubicBezTo>
                  <a:pt x="2747" y="5136"/>
                  <a:pt x="2918" y="5074"/>
                  <a:pt x="3051" y="4984"/>
                </a:cubicBezTo>
                <a:cubicBezTo>
                  <a:pt x="3192" y="4887"/>
                  <a:pt x="3295" y="4776"/>
                  <a:pt x="3361" y="4651"/>
                </a:cubicBezTo>
                <a:cubicBezTo>
                  <a:pt x="3426" y="4526"/>
                  <a:pt x="3459" y="4365"/>
                  <a:pt x="3459" y="4168"/>
                </a:cubicBezTo>
                <a:close/>
                <a:moveTo>
                  <a:pt x="8765" y="3832"/>
                </a:moveTo>
                <a:lnTo>
                  <a:pt x="5661" y="3832"/>
                </a:lnTo>
                <a:cubicBezTo>
                  <a:pt x="5661" y="4092"/>
                  <a:pt x="5700" y="4318"/>
                  <a:pt x="5778" y="4511"/>
                </a:cubicBezTo>
                <a:cubicBezTo>
                  <a:pt x="5856" y="4704"/>
                  <a:pt x="5963" y="4862"/>
                  <a:pt x="6099" y="4985"/>
                </a:cubicBezTo>
                <a:cubicBezTo>
                  <a:pt x="6230" y="5106"/>
                  <a:pt x="6385" y="5197"/>
                  <a:pt x="6565" y="5257"/>
                </a:cubicBezTo>
                <a:cubicBezTo>
                  <a:pt x="6744" y="5318"/>
                  <a:pt x="6942" y="5348"/>
                  <a:pt x="7159" y="5348"/>
                </a:cubicBezTo>
                <a:cubicBezTo>
                  <a:pt x="7445" y="5348"/>
                  <a:pt x="7734" y="5291"/>
                  <a:pt x="8024" y="5175"/>
                </a:cubicBezTo>
                <a:cubicBezTo>
                  <a:pt x="8315" y="5060"/>
                  <a:pt x="8522" y="4947"/>
                  <a:pt x="8645" y="4835"/>
                </a:cubicBezTo>
                <a:lnTo>
                  <a:pt x="8682" y="4835"/>
                </a:lnTo>
                <a:lnTo>
                  <a:pt x="8682" y="5611"/>
                </a:lnTo>
                <a:cubicBezTo>
                  <a:pt x="8444" y="5712"/>
                  <a:pt x="8200" y="5796"/>
                  <a:pt x="7951" y="5865"/>
                </a:cubicBezTo>
                <a:cubicBezTo>
                  <a:pt x="7702" y="5933"/>
                  <a:pt x="7440" y="5967"/>
                  <a:pt x="7166" y="5967"/>
                </a:cubicBezTo>
                <a:cubicBezTo>
                  <a:pt x="6467" y="5967"/>
                  <a:pt x="5922" y="5777"/>
                  <a:pt x="5529" y="5398"/>
                </a:cubicBezTo>
                <a:cubicBezTo>
                  <a:pt x="5137" y="5019"/>
                  <a:pt x="4941" y="4481"/>
                  <a:pt x="4941" y="3783"/>
                </a:cubicBezTo>
                <a:cubicBezTo>
                  <a:pt x="4941" y="3093"/>
                  <a:pt x="5129" y="2545"/>
                  <a:pt x="5505" y="2140"/>
                </a:cubicBezTo>
                <a:cubicBezTo>
                  <a:pt x="5881" y="1734"/>
                  <a:pt x="6375" y="1531"/>
                  <a:pt x="6989" y="1531"/>
                </a:cubicBezTo>
                <a:cubicBezTo>
                  <a:pt x="7557" y="1531"/>
                  <a:pt x="7995" y="1698"/>
                  <a:pt x="8303" y="2030"/>
                </a:cubicBezTo>
                <a:cubicBezTo>
                  <a:pt x="8611" y="2362"/>
                  <a:pt x="8765" y="2835"/>
                  <a:pt x="8765" y="3447"/>
                </a:cubicBezTo>
                <a:lnTo>
                  <a:pt x="8765" y="3832"/>
                </a:lnTo>
                <a:moveTo>
                  <a:pt x="8075" y="3289"/>
                </a:moveTo>
                <a:cubicBezTo>
                  <a:pt x="8073" y="2917"/>
                  <a:pt x="7979" y="2629"/>
                  <a:pt x="7794" y="2425"/>
                </a:cubicBezTo>
                <a:cubicBezTo>
                  <a:pt x="7609" y="2222"/>
                  <a:pt x="7328" y="2120"/>
                  <a:pt x="6951" y="2120"/>
                </a:cubicBezTo>
                <a:cubicBezTo>
                  <a:pt x="6572" y="2120"/>
                  <a:pt x="6269" y="2232"/>
                  <a:pt x="6044" y="2455"/>
                </a:cubicBezTo>
                <a:cubicBezTo>
                  <a:pt x="5819" y="2679"/>
                  <a:pt x="5692" y="2957"/>
                  <a:pt x="5661" y="3289"/>
                </a:cubicBezTo>
                <a:lnTo>
                  <a:pt x="8075" y="3289"/>
                </a:lnTo>
                <a:close/>
                <a:moveTo>
                  <a:pt x="12028" y="5832"/>
                </a:moveTo>
                <a:cubicBezTo>
                  <a:pt x="11894" y="5867"/>
                  <a:pt x="11749" y="5895"/>
                  <a:pt x="11592" y="5918"/>
                </a:cubicBezTo>
                <a:cubicBezTo>
                  <a:pt x="11435" y="5940"/>
                  <a:pt x="11295" y="5952"/>
                  <a:pt x="11171" y="5952"/>
                </a:cubicBezTo>
                <a:cubicBezTo>
                  <a:pt x="10742" y="5952"/>
                  <a:pt x="10415" y="5836"/>
                  <a:pt x="10191" y="5604"/>
                </a:cubicBezTo>
                <a:cubicBezTo>
                  <a:pt x="9967" y="5373"/>
                  <a:pt x="9855" y="5002"/>
                  <a:pt x="9855" y="4491"/>
                </a:cubicBezTo>
                <a:lnTo>
                  <a:pt x="9855" y="2248"/>
                </a:lnTo>
                <a:lnTo>
                  <a:pt x="9376" y="2248"/>
                </a:lnTo>
                <a:lnTo>
                  <a:pt x="9376" y="1652"/>
                </a:lnTo>
                <a:lnTo>
                  <a:pt x="9855" y="1652"/>
                </a:lnTo>
                <a:lnTo>
                  <a:pt x="9855" y="438"/>
                </a:lnTo>
                <a:lnTo>
                  <a:pt x="10564" y="438"/>
                </a:lnTo>
                <a:lnTo>
                  <a:pt x="10564" y="1652"/>
                </a:lnTo>
                <a:lnTo>
                  <a:pt x="12028" y="1652"/>
                </a:lnTo>
                <a:lnTo>
                  <a:pt x="12028" y="2248"/>
                </a:lnTo>
                <a:lnTo>
                  <a:pt x="10564" y="2248"/>
                </a:lnTo>
                <a:lnTo>
                  <a:pt x="10564" y="4172"/>
                </a:lnTo>
                <a:cubicBezTo>
                  <a:pt x="10564" y="4394"/>
                  <a:pt x="10569" y="4568"/>
                  <a:pt x="10579" y="4692"/>
                </a:cubicBezTo>
                <a:cubicBezTo>
                  <a:pt x="10589" y="4817"/>
                  <a:pt x="10625" y="4934"/>
                  <a:pt x="10685" y="5042"/>
                </a:cubicBezTo>
                <a:cubicBezTo>
                  <a:pt x="10740" y="5143"/>
                  <a:pt x="10816" y="5217"/>
                  <a:pt x="10913" y="5263"/>
                </a:cubicBezTo>
                <a:cubicBezTo>
                  <a:pt x="11010" y="5310"/>
                  <a:pt x="11158" y="5333"/>
                  <a:pt x="11356" y="5333"/>
                </a:cubicBezTo>
                <a:cubicBezTo>
                  <a:pt x="11472" y="5333"/>
                  <a:pt x="11593" y="5316"/>
                  <a:pt x="11718" y="5282"/>
                </a:cubicBezTo>
                <a:cubicBezTo>
                  <a:pt x="11844" y="5248"/>
                  <a:pt x="11935" y="5220"/>
                  <a:pt x="11990" y="5197"/>
                </a:cubicBezTo>
                <a:lnTo>
                  <a:pt x="12028" y="5197"/>
                </a:lnTo>
                <a:lnTo>
                  <a:pt x="12028" y="5832"/>
                </a:lnTo>
                <a:close/>
                <a:moveTo>
                  <a:pt x="16407" y="5869"/>
                </a:moveTo>
                <a:lnTo>
                  <a:pt x="15698" y="5869"/>
                </a:lnTo>
                <a:lnTo>
                  <a:pt x="15698" y="3467"/>
                </a:lnTo>
                <a:cubicBezTo>
                  <a:pt x="15698" y="3274"/>
                  <a:pt x="15686" y="3092"/>
                  <a:pt x="15664" y="2922"/>
                </a:cubicBezTo>
                <a:cubicBezTo>
                  <a:pt x="15641" y="2752"/>
                  <a:pt x="15600" y="2619"/>
                  <a:pt x="15539" y="2524"/>
                </a:cubicBezTo>
                <a:cubicBezTo>
                  <a:pt x="15476" y="2418"/>
                  <a:pt x="15386" y="2339"/>
                  <a:pt x="15268" y="2288"/>
                </a:cubicBezTo>
                <a:cubicBezTo>
                  <a:pt x="15149" y="2236"/>
                  <a:pt x="14996" y="2210"/>
                  <a:pt x="14807" y="2210"/>
                </a:cubicBezTo>
                <a:cubicBezTo>
                  <a:pt x="14614" y="2210"/>
                  <a:pt x="14411" y="2258"/>
                  <a:pt x="14200" y="2354"/>
                </a:cubicBezTo>
                <a:cubicBezTo>
                  <a:pt x="13989" y="2449"/>
                  <a:pt x="13787" y="2571"/>
                  <a:pt x="13593" y="2720"/>
                </a:cubicBezTo>
                <a:lnTo>
                  <a:pt x="13593" y="5869"/>
                </a:lnTo>
                <a:lnTo>
                  <a:pt x="12884" y="5869"/>
                </a:lnTo>
                <a:lnTo>
                  <a:pt x="12884" y="0"/>
                </a:lnTo>
                <a:lnTo>
                  <a:pt x="13593" y="0"/>
                </a:lnTo>
                <a:lnTo>
                  <a:pt x="13593" y="2117"/>
                </a:lnTo>
                <a:cubicBezTo>
                  <a:pt x="13814" y="1933"/>
                  <a:pt x="14043" y="1790"/>
                  <a:pt x="14279" y="1686"/>
                </a:cubicBezTo>
                <a:cubicBezTo>
                  <a:pt x="14516" y="1583"/>
                  <a:pt x="14758" y="1531"/>
                  <a:pt x="15007" y="1531"/>
                </a:cubicBezTo>
                <a:cubicBezTo>
                  <a:pt x="15462" y="1531"/>
                  <a:pt x="15809" y="1669"/>
                  <a:pt x="16048" y="1943"/>
                </a:cubicBezTo>
                <a:cubicBezTo>
                  <a:pt x="16287" y="2218"/>
                  <a:pt x="16407" y="2613"/>
                  <a:pt x="16407" y="3130"/>
                </a:cubicBezTo>
                <a:lnTo>
                  <a:pt x="16407" y="5869"/>
                </a:lnTo>
                <a:close/>
                <a:moveTo>
                  <a:pt x="21416" y="1652"/>
                </a:moveTo>
                <a:lnTo>
                  <a:pt x="18956" y="7423"/>
                </a:lnTo>
                <a:lnTo>
                  <a:pt x="18198" y="7423"/>
                </a:lnTo>
                <a:lnTo>
                  <a:pt x="18983" y="5664"/>
                </a:lnTo>
                <a:lnTo>
                  <a:pt x="17304" y="1652"/>
                </a:lnTo>
                <a:lnTo>
                  <a:pt x="18074" y="1652"/>
                </a:lnTo>
                <a:lnTo>
                  <a:pt x="19368" y="4775"/>
                </a:lnTo>
                <a:lnTo>
                  <a:pt x="20673" y="1652"/>
                </a:lnTo>
                <a:lnTo>
                  <a:pt x="21416" y="1652"/>
                </a:lnTo>
                <a:close/>
                <a:moveTo>
                  <a:pt x="23060" y="5869"/>
                </a:moveTo>
                <a:lnTo>
                  <a:pt x="22351" y="5869"/>
                </a:lnTo>
                <a:lnTo>
                  <a:pt x="22351" y="0"/>
                </a:lnTo>
                <a:lnTo>
                  <a:pt x="23060" y="0"/>
                </a:lnTo>
                <a:lnTo>
                  <a:pt x="23060" y="5869"/>
                </a:lnTo>
                <a:close/>
                <a:moveTo>
                  <a:pt x="25225" y="950"/>
                </a:moveTo>
                <a:lnTo>
                  <a:pt x="24425" y="950"/>
                </a:lnTo>
                <a:lnTo>
                  <a:pt x="24425" y="211"/>
                </a:lnTo>
                <a:lnTo>
                  <a:pt x="25225" y="211"/>
                </a:lnTo>
                <a:lnTo>
                  <a:pt x="25225" y="950"/>
                </a:lnTo>
                <a:moveTo>
                  <a:pt x="25179" y="5869"/>
                </a:moveTo>
                <a:lnTo>
                  <a:pt x="24470" y="5869"/>
                </a:lnTo>
                <a:lnTo>
                  <a:pt x="24470" y="1652"/>
                </a:lnTo>
                <a:lnTo>
                  <a:pt x="25179" y="1652"/>
                </a:lnTo>
                <a:lnTo>
                  <a:pt x="25179" y="5869"/>
                </a:lnTo>
                <a:close/>
                <a:moveTo>
                  <a:pt x="30000" y="5869"/>
                </a:moveTo>
                <a:lnTo>
                  <a:pt x="29291" y="5869"/>
                </a:lnTo>
                <a:lnTo>
                  <a:pt x="29291" y="5430"/>
                </a:lnTo>
                <a:cubicBezTo>
                  <a:pt x="29087" y="5606"/>
                  <a:pt x="28874" y="5744"/>
                  <a:pt x="28653" y="5842"/>
                </a:cubicBezTo>
                <a:cubicBezTo>
                  <a:pt x="28432" y="5940"/>
                  <a:pt x="28192" y="5989"/>
                  <a:pt x="27933" y="5989"/>
                </a:cubicBezTo>
                <a:cubicBezTo>
                  <a:pt x="27430" y="5989"/>
                  <a:pt x="27031" y="5795"/>
                  <a:pt x="26735" y="5407"/>
                </a:cubicBezTo>
                <a:cubicBezTo>
                  <a:pt x="26440" y="5019"/>
                  <a:pt x="26292" y="4481"/>
                  <a:pt x="26292" y="3793"/>
                </a:cubicBezTo>
                <a:cubicBezTo>
                  <a:pt x="26292" y="3435"/>
                  <a:pt x="26343" y="3116"/>
                  <a:pt x="26445" y="2836"/>
                </a:cubicBezTo>
                <a:cubicBezTo>
                  <a:pt x="26547" y="2556"/>
                  <a:pt x="26684" y="2318"/>
                  <a:pt x="26858" y="2121"/>
                </a:cubicBezTo>
                <a:cubicBezTo>
                  <a:pt x="27029" y="1930"/>
                  <a:pt x="27228" y="1783"/>
                  <a:pt x="27456" y="1683"/>
                </a:cubicBezTo>
                <a:cubicBezTo>
                  <a:pt x="27683" y="1582"/>
                  <a:pt x="27919" y="1531"/>
                  <a:pt x="28163" y="1531"/>
                </a:cubicBezTo>
                <a:cubicBezTo>
                  <a:pt x="28384" y="1531"/>
                  <a:pt x="28580" y="1555"/>
                  <a:pt x="28751" y="1601"/>
                </a:cubicBezTo>
                <a:cubicBezTo>
                  <a:pt x="28922" y="1648"/>
                  <a:pt x="29102" y="1720"/>
                  <a:pt x="29291" y="1819"/>
                </a:cubicBezTo>
                <a:lnTo>
                  <a:pt x="29291" y="0"/>
                </a:lnTo>
                <a:lnTo>
                  <a:pt x="30000" y="0"/>
                </a:lnTo>
                <a:lnTo>
                  <a:pt x="30000" y="5869"/>
                </a:lnTo>
                <a:moveTo>
                  <a:pt x="29291" y="4832"/>
                </a:moveTo>
                <a:lnTo>
                  <a:pt x="29291" y="2414"/>
                </a:lnTo>
                <a:cubicBezTo>
                  <a:pt x="29099" y="2328"/>
                  <a:pt x="28928" y="2269"/>
                  <a:pt x="28778" y="2237"/>
                </a:cubicBezTo>
                <a:cubicBezTo>
                  <a:pt x="28627" y="2204"/>
                  <a:pt x="28462" y="2188"/>
                  <a:pt x="28284" y="2188"/>
                </a:cubicBezTo>
                <a:cubicBezTo>
                  <a:pt x="27886" y="2188"/>
                  <a:pt x="27577" y="2326"/>
                  <a:pt x="27356" y="2602"/>
                </a:cubicBezTo>
                <a:cubicBezTo>
                  <a:pt x="27134" y="2879"/>
                  <a:pt x="27024" y="3271"/>
                  <a:pt x="27024" y="3779"/>
                </a:cubicBezTo>
                <a:cubicBezTo>
                  <a:pt x="27024" y="4280"/>
                  <a:pt x="27109" y="4660"/>
                  <a:pt x="27280" y="4920"/>
                </a:cubicBezTo>
                <a:cubicBezTo>
                  <a:pt x="27451" y="5180"/>
                  <a:pt x="27725" y="5311"/>
                  <a:pt x="28102" y="5311"/>
                </a:cubicBezTo>
                <a:cubicBezTo>
                  <a:pt x="28304" y="5311"/>
                  <a:pt x="28507" y="5266"/>
                  <a:pt x="28713" y="5177"/>
                </a:cubicBezTo>
                <a:cubicBezTo>
                  <a:pt x="28920" y="5087"/>
                  <a:pt x="29112" y="4972"/>
                  <a:pt x="29291" y="4832"/>
                </a:cubicBezTo>
                <a:close/>
                <a:moveTo>
                  <a:pt x="34669" y="5869"/>
                </a:moveTo>
                <a:lnTo>
                  <a:pt x="33964" y="5869"/>
                </a:lnTo>
                <a:lnTo>
                  <a:pt x="33964" y="5423"/>
                </a:lnTo>
                <a:cubicBezTo>
                  <a:pt x="33901" y="5466"/>
                  <a:pt x="33816" y="5526"/>
                  <a:pt x="33709" y="5602"/>
                </a:cubicBezTo>
                <a:cubicBezTo>
                  <a:pt x="33602" y="5679"/>
                  <a:pt x="33498" y="5740"/>
                  <a:pt x="33398" y="5786"/>
                </a:cubicBezTo>
                <a:cubicBezTo>
                  <a:pt x="33280" y="5843"/>
                  <a:pt x="33144" y="5892"/>
                  <a:pt x="32990" y="5931"/>
                </a:cubicBezTo>
                <a:cubicBezTo>
                  <a:pt x="32837" y="5970"/>
                  <a:pt x="32657" y="5989"/>
                  <a:pt x="32451" y="5989"/>
                </a:cubicBezTo>
                <a:cubicBezTo>
                  <a:pt x="32071" y="5989"/>
                  <a:pt x="31750" y="5864"/>
                  <a:pt x="31486" y="5612"/>
                </a:cubicBezTo>
                <a:cubicBezTo>
                  <a:pt x="31222" y="5360"/>
                  <a:pt x="31090" y="5039"/>
                  <a:pt x="31090" y="4649"/>
                </a:cubicBezTo>
                <a:cubicBezTo>
                  <a:pt x="31090" y="4329"/>
                  <a:pt x="31158" y="4070"/>
                  <a:pt x="31295" y="3873"/>
                </a:cubicBezTo>
                <a:cubicBezTo>
                  <a:pt x="31432" y="3675"/>
                  <a:pt x="31628" y="3520"/>
                  <a:pt x="31882" y="3406"/>
                </a:cubicBezTo>
                <a:cubicBezTo>
                  <a:pt x="32138" y="3293"/>
                  <a:pt x="32446" y="3216"/>
                  <a:pt x="32806" y="3176"/>
                </a:cubicBezTo>
                <a:cubicBezTo>
                  <a:pt x="33165" y="3136"/>
                  <a:pt x="33551" y="3105"/>
                  <a:pt x="33964" y="3085"/>
                </a:cubicBezTo>
                <a:lnTo>
                  <a:pt x="33964" y="2975"/>
                </a:lnTo>
                <a:cubicBezTo>
                  <a:pt x="33964" y="2813"/>
                  <a:pt x="33935" y="2678"/>
                  <a:pt x="33879" y="2572"/>
                </a:cubicBezTo>
                <a:cubicBezTo>
                  <a:pt x="33822" y="2465"/>
                  <a:pt x="33741" y="2382"/>
                  <a:pt x="33635" y="2321"/>
                </a:cubicBezTo>
                <a:cubicBezTo>
                  <a:pt x="33535" y="2262"/>
                  <a:pt x="33414" y="2223"/>
                  <a:pt x="33273" y="2203"/>
                </a:cubicBezTo>
                <a:cubicBezTo>
                  <a:pt x="33133" y="2183"/>
                  <a:pt x="32985" y="2172"/>
                  <a:pt x="32832" y="2172"/>
                </a:cubicBezTo>
                <a:cubicBezTo>
                  <a:pt x="32646" y="2172"/>
                  <a:pt x="32439" y="2198"/>
                  <a:pt x="32210" y="2248"/>
                </a:cubicBezTo>
                <a:cubicBezTo>
                  <a:pt x="31981" y="2298"/>
                  <a:pt x="31745" y="2371"/>
                  <a:pt x="31501" y="2467"/>
                </a:cubicBezTo>
                <a:lnTo>
                  <a:pt x="31463" y="2467"/>
                </a:lnTo>
                <a:lnTo>
                  <a:pt x="31463" y="1746"/>
                </a:lnTo>
                <a:cubicBezTo>
                  <a:pt x="31601" y="1709"/>
                  <a:pt x="31801" y="1667"/>
                  <a:pt x="32063" y="1622"/>
                </a:cubicBezTo>
                <a:cubicBezTo>
                  <a:pt x="32324" y="1577"/>
                  <a:pt x="32582" y="1554"/>
                  <a:pt x="32836" y="1554"/>
                </a:cubicBezTo>
                <a:cubicBezTo>
                  <a:pt x="33133" y="1554"/>
                  <a:pt x="33391" y="1578"/>
                  <a:pt x="33611" y="1627"/>
                </a:cubicBezTo>
                <a:cubicBezTo>
                  <a:pt x="33831" y="1677"/>
                  <a:pt x="34021" y="1760"/>
                  <a:pt x="34182" y="1878"/>
                </a:cubicBezTo>
                <a:cubicBezTo>
                  <a:pt x="34341" y="1994"/>
                  <a:pt x="34461" y="2144"/>
                  <a:pt x="34544" y="2327"/>
                </a:cubicBezTo>
                <a:cubicBezTo>
                  <a:pt x="34627" y="2511"/>
                  <a:pt x="34669" y="2738"/>
                  <a:pt x="34669" y="3010"/>
                </a:cubicBezTo>
                <a:lnTo>
                  <a:pt x="34669" y="5869"/>
                </a:lnTo>
                <a:moveTo>
                  <a:pt x="33964" y="4837"/>
                </a:moveTo>
                <a:lnTo>
                  <a:pt x="33964" y="3659"/>
                </a:lnTo>
                <a:cubicBezTo>
                  <a:pt x="33747" y="3671"/>
                  <a:pt x="33493" y="3690"/>
                  <a:pt x="33200" y="3715"/>
                </a:cubicBezTo>
                <a:cubicBezTo>
                  <a:pt x="32907" y="3741"/>
                  <a:pt x="32675" y="3777"/>
                  <a:pt x="32504" y="3825"/>
                </a:cubicBezTo>
                <a:cubicBezTo>
                  <a:pt x="32300" y="3883"/>
                  <a:pt x="32136" y="3974"/>
                  <a:pt x="32010" y="4096"/>
                </a:cubicBezTo>
                <a:cubicBezTo>
                  <a:pt x="31884" y="4219"/>
                  <a:pt x="31821" y="4387"/>
                  <a:pt x="31821" y="4602"/>
                </a:cubicBezTo>
                <a:cubicBezTo>
                  <a:pt x="31821" y="4844"/>
                  <a:pt x="31894" y="5027"/>
                  <a:pt x="32040" y="5149"/>
                </a:cubicBezTo>
                <a:cubicBezTo>
                  <a:pt x="32186" y="5272"/>
                  <a:pt x="32408" y="5333"/>
                  <a:pt x="32708" y="5333"/>
                </a:cubicBezTo>
                <a:cubicBezTo>
                  <a:pt x="32957" y="5333"/>
                  <a:pt x="33184" y="5285"/>
                  <a:pt x="33390" y="5187"/>
                </a:cubicBezTo>
                <a:cubicBezTo>
                  <a:pt x="33596" y="5090"/>
                  <a:pt x="33788" y="4973"/>
                  <a:pt x="33964" y="4837"/>
                </a:cubicBezTo>
                <a:close/>
                <a:moveTo>
                  <a:pt x="39561" y="3832"/>
                </a:moveTo>
                <a:lnTo>
                  <a:pt x="36457" y="3832"/>
                </a:lnTo>
                <a:cubicBezTo>
                  <a:pt x="36457" y="4092"/>
                  <a:pt x="36496" y="4318"/>
                  <a:pt x="36574" y="4511"/>
                </a:cubicBezTo>
                <a:cubicBezTo>
                  <a:pt x="36651" y="4704"/>
                  <a:pt x="36758" y="4862"/>
                  <a:pt x="36894" y="4985"/>
                </a:cubicBezTo>
                <a:cubicBezTo>
                  <a:pt x="37025" y="5106"/>
                  <a:pt x="37180" y="5197"/>
                  <a:pt x="37360" y="5257"/>
                </a:cubicBezTo>
                <a:cubicBezTo>
                  <a:pt x="37540" y="5318"/>
                  <a:pt x="37738" y="5348"/>
                  <a:pt x="37954" y="5348"/>
                </a:cubicBezTo>
                <a:cubicBezTo>
                  <a:pt x="38241" y="5348"/>
                  <a:pt x="38529" y="5291"/>
                  <a:pt x="38820" y="5175"/>
                </a:cubicBezTo>
                <a:cubicBezTo>
                  <a:pt x="39110" y="5060"/>
                  <a:pt x="39317" y="4947"/>
                  <a:pt x="39440" y="4835"/>
                </a:cubicBezTo>
                <a:lnTo>
                  <a:pt x="39478" y="4835"/>
                </a:lnTo>
                <a:lnTo>
                  <a:pt x="39478" y="5611"/>
                </a:lnTo>
                <a:cubicBezTo>
                  <a:pt x="39239" y="5712"/>
                  <a:pt x="38995" y="5796"/>
                  <a:pt x="38746" y="5865"/>
                </a:cubicBezTo>
                <a:cubicBezTo>
                  <a:pt x="38497" y="5933"/>
                  <a:pt x="38236" y="5967"/>
                  <a:pt x="37962" y="5967"/>
                </a:cubicBezTo>
                <a:cubicBezTo>
                  <a:pt x="37263" y="5967"/>
                  <a:pt x="36717" y="5777"/>
                  <a:pt x="36325" y="5398"/>
                </a:cubicBezTo>
                <a:cubicBezTo>
                  <a:pt x="35932" y="5019"/>
                  <a:pt x="35736" y="4481"/>
                  <a:pt x="35736" y="3783"/>
                </a:cubicBezTo>
                <a:cubicBezTo>
                  <a:pt x="35736" y="3093"/>
                  <a:pt x="35924" y="2545"/>
                  <a:pt x="36300" y="2140"/>
                </a:cubicBezTo>
                <a:cubicBezTo>
                  <a:pt x="36676" y="1734"/>
                  <a:pt x="37171" y="1531"/>
                  <a:pt x="37784" y="1531"/>
                </a:cubicBezTo>
                <a:cubicBezTo>
                  <a:pt x="38353" y="1531"/>
                  <a:pt x="38791" y="1698"/>
                  <a:pt x="39099" y="2030"/>
                </a:cubicBezTo>
                <a:cubicBezTo>
                  <a:pt x="39407" y="2362"/>
                  <a:pt x="39561" y="2835"/>
                  <a:pt x="39561" y="3447"/>
                </a:cubicBezTo>
                <a:lnTo>
                  <a:pt x="39561" y="3832"/>
                </a:lnTo>
                <a:moveTo>
                  <a:pt x="38871" y="3289"/>
                </a:moveTo>
                <a:cubicBezTo>
                  <a:pt x="38868" y="2917"/>
                  <a:pt x="38774" y="2629"/>
                  <a:pt x="38590" y="2425"/>
                </a:cubicBezTo>
                <a:cubicBezTo>
                  <a:pt x="38405" y="2222"/>
                  <a:pt x="38124" y="2120"/>
                  <a:pt x="37747" y="2120"/>
                </a:cubicBezTo>
                <a:cubicBezTo>
                  <a:pt x="37367" y="2120"/>
                  <a:pt x="37064" y="2232"/>
                  <a:pt x="36839" y="2455"/>
                </a:cubicBezTo>
                <a:cubicBezTo>
                  <a:pt x="36614" y="2679"/>
                  <a:pt x="36487" y="2957"/>
                  <a:pt x="36457" y="3289"/>
                </a:cubicBezTo>
                <a:lnTo>
                  <a:pt x="38871" y="32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78F37C-5D71-45AB-B7C0-F9EC73409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464" y="988441"/>
            <a:ext cx="39905" cy="58122"/>
          </a:xfrm>
          <a:custGeom xmlns:a="http://schemas.openxmlformats.org/drawingml/2006/main">
            <a:pathLst>
              <a:path w="39905" h="58122">
                <a:moveTo>
                  <a:pt x="0" y="0"/>
                </a:moveTo>
                <a:lnTo>
                  <a:pt x="39905" y="0"/>
                </a:lnTo>
                <a:lnTo>
                  <a:pt x="39905" y="58122"/>
                </a:lnTo>
                <a:lnTo>
                  <a:pt x="0" y="581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B6A31E-710D-4918-B002-9B4876233B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1464" y="988444"/>
            <a:ext cx="39904" cy="58119"/>
          </a:xfrm>
          <a:custGeom xmlns:a="http://schemas.openxmlformats.org/drawingml/2006/main">
            <a:pathLst>
              <a:path w="39904" h="58119" fill="none">
                <a:moveTo>
                  <a:pt x="0" y="0"/>
                </a:moveTo>
                <a:lnTo>
                  <a:pt x="39904" y="0"/>
                </a:lnTo>
                <a:lnTo>
                  <a:pt x="39904" y="58119"/>
                </a:lnTo>
                <a:lnTo>
                  <a:pt x="0" y="581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93" name="Text Diapriidae">
            <a:extLst xmlns:a="http://schemas.openxmlformats.org/drawingml/2006/main">
              <a:ext uri="{FF2B5EF4-FFF2-40B4-BE49-F238E27FC236}">
                <a16:creationId xmlns:a16="http://schemas.microsoft.com/office/drawing/2014/main" id="{54E62592-3F05-41D4-A6AE-548F450D7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4723" y="990395"/>
            <a:ext cx="38349" cy="7495"/>
          </a:xfrm>
          <a:custGeom xmlns:a="http://schemas.openxmlformats.org/drawingml/2006/main">
            <a:pathLst>
              <a:path w="38349" h="7495">
                <a:moveTo>
                  <a:pt x="4791" y="3094"/>
                </a:moveTo>
                <a:cubicBezTo>
                  <a:pt x="4791" y="3610"/>
                  <a:pt x="4679" y="4077"/>
                  <a:pt x="4454" y="4497"/>
                </a:cubicBezTo>
                <a:cubicBezTo>
                  <a:pt x="4229" y="4916"/>
                  <a:pt x="3930" y="5241"/>
                  <a:pt x="3557" y="5472"/>
                </a:cubicBezTo>
                <a:cubicBezTo>
                  <a:pt x="3298" y="5632"/>
                  <a:pt x="3009" y="5748"/>
                  <a:pt x="2691" y="5819"/>
                </a:cubicBezTo>
                <a:cubicBezTo>
                  <a:pt x="2372" y="5890"/>
                  <a:pt x="1952" y="5926"/>
                  <a:pt x="1432" y="5926"/>
                </a:cubicBezTo>
                <a:lnTo>
                  <a:pt x="0" y="5926"/>
                </a:lnTo>
                <a:lnTo>
                  <a:pt x="0" y="251"/>
                </a:lnTo>
                <a:lnTo>
                  <a:pt x="1417" y="251"/>
                </a:lnTo>
                <a:cubicBezTo>
                  <a:pt x="1970" y="251"/>
                  <a:pt x="2410" y="291"/>
                  <a:pt x="2736" y="371"/>
                </a:cubicBezTo>
                <a:cubicBezTo>
                  <a:pt x="3063" y="451"/>
                  <a:pt x="3339" y="561"/>
                  <a:pt x="3565" y="701"/>
                </a:cubicBezTo>
                <a:cubicBezTo>
                  <a:pt x="3950" y="942"/>
                  <a:pt x="4251" y="1264"/>
                  <a:pt x="4467" y="1665"/>
                </a:cubicBezTo>
                <a:cubicBezTo>
                  <a:pt x="4683" y="2067"/>
                  <a:pt x="4791" y="2543"/>
                  <a:pt x="4791" y="3094"/>
                </a:cubicBezTo>
                <a:moveTo>
                  <a:pt x="4003" y="3083"/>
                </a:moveTo>
                <a:cubicBezTo>
                  <a:pt x="4003" y="2640"/>
                  <a:pt x="3925" y="2266"/>
                  <a:pt x="3770" y="1962"/>
                </a:cubicBezTo>
                <a:cubicBezTo>
                  <a:pt x="3615" y="1658"/>
                  <a:pt x="3384" y="1419"/>
                  <a:pt x="3077" y="1244"/>
                </a:cubicBezTo>
                <a:cubicBezTo>
                  <a:pt x="2854" y="1118"/>
                  <a:pt x="2616" y="1030"/>
                  <a:pt x="2365" y="981"/>
                </a:cubicBezTo>
                <a:cubicBezTo>
                  <a:pt x="2114" y="931"/>
                  <a:pt x="1813" y="906"/>
                  <a:pt x="1462" y="906"/>
                </a:cubicBezTo>
                <a:lnTo>
                  <a:pt x="754" y="906"/>
                </a:lnTo>
                <a:lnTo>
                  <a:pt x="754" y="5271"/>
                </a:lnTo>
                <a:lnTo>
                  <a:pt x="1462" y="5271"/>
                </a:lnTo>
                <a:cubicBezTo>
                  <a:pt x="1825" y="5271"/>
                  <a:pt x="2142" y="5244"/>
                  <a:pt x="2413" y="5191"/>
                </a:cubicBezTo>
                <a:cubicBezTo>
                  <a:pt x="2683" y="5138"/>
                  <a:pt x="2931" y="5039"/>
                  <a:pt x="3157" y="4895"/>
                </a:cubicBezTo>
                <a:cubicBezTo>
                  <a:pt x="3439" y="4715"/>
                  <a:pt x="3650" y="4478"/>
                  <a:pt x="3791" y="4184"/>
                </a:cubicBezTo>
                <a:cubicBezTo>
                  <a:pt x="3932" y="3891"/>
                  <a:pt x="4003" y="3523"/>
                  <a:pt x="4003" y="3083"/>
                </a:cubicBezTo>
                <a:close/>
                <a:moveTo>
                  <a:pt x="6722" y="960"/>
                </a:moveTo>
                <a:lnTo>
                  <a:pt x="5914" y="960"/>
                </a:lnTo>
                <a:lnTo>
                  <a:pt x="5914" y="213"/>
                </a:lnTo>
                <a:lnTo>
                  <a:pt x="6722" y="213"/>
                </a:lnTo>
                <a:lnTo>
                  <a:pt x="6722" y="960"/>
                </a:lnTo>
                <a:moveTo>
                  <a:pt x="6676" y="5926"/>
                </a:moveTo>
                <a:lnTo>
                  <a:pt x="5960" y="5926"/>
                </a:lnTo>
                <a:lnTo>
                  <a:pt x="5960" y="1668"/>
                </a:lnTo>
                <a:lnTo>
                  <a:pt x="6676" y="1668"/>
                </a:lnTo>
                <a:lnTo>
                  <a:pt x="6676" y="5926"/>
                </a:lnTo>
                <a:close/>
                <a:moveTo>
                  <a:pt x="11398" y="5926"/>
                </a:moveTo>
                <a:lnTo>
                  <a:pt x="10686" y="5926"/>
                </a:lnTo>
                <a:lnTo>
                  <a:pt x="10686" y="5476"/>
                </a:lnTo>
                <a:cubicBezTo>
                  <a:pt x="10623" y="5519"/>
                  <a:pt x="10537" y="5579"/>
                  <a:pt x="10429" y="5657"/>
                </a:cubicBezTo>
                <a:cubicBezTo>
                  <a:pt x="10321" y="5734"/>
                  <a:pt x="10216" y="5796"/>
                  <a:pt x="10115" y="5842"/>
                </a:cubicBezTo>
                <a:cubicBezTo>
                  <a:pt x="9996" y="5900"/>
                  <a:pt x="9858" y="5949"/>
                  <a:pt x="9704" y="5988"/>
                </a:cubicBezTo>
                <a:cubicBezTo>
                  <a:pt x="9549" y="6028"/>
                  <a:pt x="9367" y="6048"/>
                  <a:pt x="9159" y="6048"/>
                </a:cubicBezTo>
                <a:cubicBezTo>
                  <a:pt x="8776" y="6048"/>
                  <a:pt x="8451" y="5920"/>
                  <a:pt x="8184" y="5666"/>
                </a:cubicBezTo>
                <a:cubicBezTo>
                  <a:pt x="7917" y="5412"/>
                  <a:pt x="7784" y="5088"/>
                  <a:pt x="7784" y="4694"/>
                </a:cubicBezTo>
                <a:cubicBezTo>
                  <a:pt x="7784" y="4371"/>
                  <a:pt x="7853" y="4110"/>
                  <a:pt x="7992" y="3910"/>
                </a:cubicBezTo>
                <a:cubicBezTo>
                  <a:pt x="8130" y="3711"/>
                  <a:pt x="8328" y="3554"/>
                  <a:pt x="8584" y="3439"/>
                </a:cubicBezTo>
                <a:cubicBezTo>
                  <a:pt x="8843" y="3325"/>
                  <a:pt x="9154" y="3247"/>
                  <a:pt x="9517" y="3207"/>
                </a:cubicBezTo>
                <a:cubicBezTo>
                  <a:pt x="9880" y="3166"/>
                  <a:pt x="10270" y="3136"/>
                  <a:pt x="10686" y="3115"/>
                </a:cubicBezTo>
                <a:lnTo>
                  <a:pt x="10686" y="3004"/>
                </a:lnTo>
                <a:cubicBezTo>
                  <a:pt x="10686" y="2840"/>
                  <a:pt x="10658" y="2704"/>
                  <a:pt x="10600" y="2597"/>
                </a:cubicBezTo>
                <a:cubicBezTo>
                  <a:pt x="10543" y="2489"/>
                  <a:pt x="10461" y="2405"/>
                  <a:pt x="10355" y="2343"/>
                </a:cubicBezTo>
                <a:cubicBezTo>
                  <a:pt x="10253" y="2284"/>
                  <a:pt x="10131" y="2245"/>
                  <a:pt x="9989" y="2224"/>
                </a:cubicBezTo>
                <a:cubicBezTo>
                  <a:pt x="9847" y="2204"/>
                  <a:pt x="9699" y="2194"/>
                  <a:pt x="9544" y="2194"/>
                </a:cubicBezTo>
                <a:cubicBezTo>
                  <a:pt x="9356" y="2194"/>
                  <a:pt x="9146" y="2219"/>
                  <a:pt x="8915" y="2270"/>
                </a:cubicBezTo>
                <a:cubicBezTo>
                  <a:pt x="8684" y="2321"/>
                  <a:pt x="8446" y="2394"/>
                  <a:pt x="8199" y="2491"/>
                </a:cubicBezTo>
                <a:lnTo>
                  <a:pt x="8161" y="2491"/>
                </a:lnTo>
                <a:lnTo>
                  <a:pt x="8161" y="1763"/>
                </a:lnTo>
                <a:cubicBezTo>
                  <a:pt x="8301" y="1725"/>
                  <a:pt x="8503" y="1683"/>
                  <a:pt x="8767" y="1638"/>
                </a:cubicBezTo>
                <a:cubicBezTo>
                  <a:pt x="9031" y="1592"/>
                  <a:pt x="9291" y="1569"/>
                  <a:pt x="9547" y="1569"/>
                </a:cubicBezTo>
                <a:cubicBezTo>
                  <a:pt x="9847" y="1569"/>
                  <a:pt x="10108" y="1594"/>
                  <a:pt x="10330" y="1643"/>
                </a:cubicBezTo>
                <a:cubicBezTo>
                  <a:pt x="10552" y="1693"/>
                  <a:pt x="10745" y="1777"/>
                  <a:pt x="10907" y="1897"/>
                </a:cubicBezTo>
                <a:cubicBezTo>
                  <a:pt x="11067" y="2013"/>
                  <a:pt x="11189" y="2164"/>
                  <a:pt x="11273" y="2350"/>
                </a:cubicBezTo>
                <a:cubicBezTo>
                  <a:pt x="11356" y="2535"/>
                  <a:pt x="11398" y="2765"/>
                  <a:pt x="11398" y="3039"/>
                </a:cubicBezTo>
                <a:lnTo>
                  <a:pt x="11398" y="5926"/>
                </a:lnTo>
                <a:moveTo>
                  <a:pt x="10686" y="4884"/>
                </a:moveTo>
                <a:lnTo>
                  <a:pt x="10686" y="3694"/>
                </a:lnTo>
                <a:cubicBezTo>
                  <a:pt x="10468" y="3707"/>
                  <a:pt x="10211" y="3726"/>
                  <a:pt x="9915" y="3752"/>
                </a:cubicBezTo>
                <a:cubicBezTo>
                  <a:pt x="9619" y="3777"/>
                  <a:pt x="9385" y="3814"/>
                  <a:pt x="9212" y="3862"/>
                </a:cubicBezTo>
                <a:cubicBezTo>
                  <a:pt x="9007" y="3921"/>
                  <a:pt x="8840" y="4012"/>
                  <a:pt x="8713" y="4136"/>
                </a:cubicBezTo>
                <a:cubicBezTo>
                  <a:pt x="8586" y="4260"/>
                  <a:pt x="8523" y="4430"/>
                  <a:pt x="8523" y="4647"/>
                </a:cubicBezTo>
                <a:cubicBezTo>
                  <a:pt x="8523" y="4891"/>
                  <a:pt x="8597" y="5076"/>
                  <a:pt x="8744" y="5199"/>
                </a:cubicBezTo>
                <a:cubicBezTo>
                  <a:pt x="8891" y="5323"/>
                  <a:pt x="9116" y="5385"/>
                  <a:pt x="9418" y="5385"/>
                </a:cubicBezTo>
                <a:cubicBezTo>
                  <a:pt x="9669" y="5385"/>
                  <a:pt x="9899" y="5336"/>
                  <a:pt x="10107" y="5238"/>
                </a:cubicBezTo>
                <a:cubicBezTo>
                  <a:pt x="10315" y="5140"/>
                  <a:pt x="10508" y="5022"/>
                  <a:pt x="10686" y="4884"/>
                </a:cubicBezTo>
                <a:close/>
                <a:moveTo>
                  <a:pt x="16520" y="3744"/>
                </a:moveTo>
                <a:cubicBezTo>
                  <a:pt x="16520" y="4089"/>
                  <a:pt x="16471" y="4405"/>
                  <a:pt x="16372" y="4691"/>
                </a:cubicBezTo>
                <a:cubicBezTo>
                  <a:pt x="16273" y="4978"/>
                  <a:pt x="16133" y="5220"/>
                  <a:pt x="15953" y="5418"/>
                </a:cubicBezTo>
                <a:cubicBezTo>
                  <a:pt x="15785" y="5606"/>
                  <a:pt x="15588" y="5752"/>
                  <a:pt x="15361" y="5855"/>
                </a:cubicBezTo>
                <a:cubicBezTo>
                  <a:pt x="15133" y="5958"/>
                  <a:pt x="14893" y="6010"/>
                  <a:pt x="14639" y="6010"/>
                </a:cubicBezTo>
                <a:cubicBezTo>
                  <a:pt x="14418" y="6010"/>
                  <a:pt x="14218" y="5985"/>
                  <a:pt x="14039" y="5937"/>
                </a:cubicBezTo>
                <a:cubicBezTo>
                  <a:pt x="13860" y="5889"/>
                  <a:pt x="13678" y="5814"/>
                  <a:pt x="13493" y="5712"/>
                </a:cubicBezTo>
                <a:lnTo>
                  <a:pt x="13493" y="7495"/>
                </a:lnTo>
                <a:lnTo>
                  <a:pt x="12777" y="7495"/>
                </a:lnTo>
                <a:lnTo>
                  <a:pt x="12777" y="1668"/>
                </a:lnTo>
                <a:lnTo>
                  <a:pt x="13493" y="1668"/>
                </a:lnTo>
                <a:lnTo>
                  <a:pt x="13493" y="2111"/>
                </a:lnTo>
                <a:cubicBezTo>
                  <a:pt x="13683" y="1951"/>
                  <a:pt x="13897" y="1816"/>
                  <a:pt x="14134" y="1708"/>
                </a:cubicBezTo>
                <a:cubicBezTo>
                  <a:pt x="14372" y="1600"/>
                  <a:pt x="14625" y="1546"/>
                  <a:pt x="14894" y="1546"/>
                </a:cubicBezTo>
                <a:cubicBezTo>
                  <a:pt x="15407" y="1546"/>
                  <a:pt x="15806" y="1740"/>
                  <a:pt x="16092" y="2128"/>
                </a:cubicBezTo>
                <a:cubicBezTo>
                  <a:pt x="16378" y="2516"/>
                  <a:pt x="16520" y="3054"/>
                  <a:pt x="16520" y="3744"/>
                </a:cubicBezTo>
                <a:moveTo>
                  <a:pt x="15782" y="3763"/>
                </a:moveTo>
                <a:cubicBezTo>
                  <a:pt x="15782" y="3250"/>
                  <a:pt x="15694" y="2866"/>
                  <a:pt x="15519" y="2612"/>
                </a:cubicBezTo>
                <a:cubicBezTo>
                  <a:pt x="15344" y="2359"/>
                  <a:pt x="15074" y="2232"/>
                  <a:pt x="14711" y="2232"/>
                </a:cubicBezTo>
                <a:cubicBezTo>
                  <a:pt x="14506" y="2232"/>
                  <a:pt x="14299" y="2276"/>
                  <a:pt x="14091" y="2365"/>
                </a:cubicBezTo>
                <a:cubicBezTo>
                  <a:pt x="13882" y="2454"/>
                  <a:pt x="13683" y="2571"/>
                  <a:pt x="13493" y="2715"/>
                </a:cubicBezTo>
                <a:lnTo>
                  <a:pt x="13493" y="5126"/>
                </a:lnTo>
                <a:cubicBezTo>
                  <a:pt x="13696" y="5217"/>
                  <a:pt x="13870" y="5280"/>
                  <a:pt x="14016" y="5313"/>
                </a:cubicBezTo>
                <a:cubicBezTo>
                  <a:pt x="14162" y="5346"/>
                  <a:pt x="14328" y="5362"/>
                  <a:pt x="14513" y="5362"/>
                </a:cubicBezTo>
                <a:cubicBezTo>
                  <a:pt x="14912" y="5362"/>
                  <a:pt x="15223" y="5228"/>
                  <a:pt x="15446" y="4958"/>
                </a:cubicBezTo>
                <a:cubicBezTo>
                  <a:pt x="15670" y="4689"/>
                  <a:pt x="15782" y="4291"/>
                  <a:pt x="15782" y="3763"/>
                </a:cubicBezTo>
                <a:close/>
                <a:moveTo>
                  <a:pt x="20291" y="2445"/>
                </a:moveTo>
                <a:lnTo>
                  <a:pt x="20253" y="2445"/>
                </a:lnTo>
                <a:cubicBezTo>
                  <a:pt x="20146" y="2421"/>
                  <a:pt x="20042" y="2403"/>
                  <a:pt x="19942" y="2393"/>
                </a:cubicBezTo>
                <a:cubicBezTo>
                  <a:pt x="19842" y="2382"/>
                  <a:pt x="19723" y="2376"/>
                  <a:pt x="19586" y="2376"/>
                </a:cubicBezTo>
                <a:cubicBezTo>
                  <a:pt x="19365" y="2376"/>
                  <a:pt x="19152" y="2425"/>
                  <a:pt x="18946" y="2523"/>
                </a:cubicBezTo>
                <a:cubicBezTo>
                  <a:pt x="18741" y="2621"/>
                  <a:pt x="18543" y="2747"/>
                  <a:pt x="18352" y="2903"/>
                </a:cubicBezTo>
                <a:lnTo>
                  <a:pt x="18352" y="5926"/>
                </a:lnTo>
                <a:lnTo>
                  <a:pt x="17636" y="5926"/>
                </a:lnTo>
                <a:lnTo>
                  <a:pt x="17636" y="1668"/>
                </a:lnTo>
                <a:lnTo>
                  <a:pt x="18352" y="1668"/>
                </a:lnTo>
                <a:lnTo>
                  <a:pt x="18352" y="2297"/>
                </a:lnTo>
                <a:cubicBezTo>
                  <a:pt x="18637" y="2068"/>
                  <a:pt x="18887" y="1906"/>
                  <a:pt x="19104" y="1811"/>
                </a:cubicBezTo>
                <a:cubicBezTo>
                  <a:pt x="19321" y="1716"/>
                  <a:pt x="19543" y="1668"/>
                  <a:pt x="19769" y="1668"/>
                </a:cubicBezTo>
                <a:cubicBezTo>
                  <a:pt x="19893" y="1668"/>
                  <a:pt x="19983" y="1671"/>
                  <a:pt x="20039" y="1678"/>
                </a:cubicBezTo>
                <a:cubicBezTo>
                  <a:pt x="20095" y="1684"/>
                  <a:pt x="20179" y="1696"/>
                  <a:pt x="20291" y="1714"/>
                </a:cubicBezTo>
                <a:lnTo>
                  <a:pt x="20291" y="2445"/>
                </a:lnTo>
                <a:close/>
                <a:moveTo>
                  <a:pt x="21734" y="960"/>
                </a:moveTo>
                <a:lnTo>
                  <a:pt x="20927" y="960"/>
                </a:lnTo>
                <a:lnTo>
                  <a:pt x="20927" y="213"/>
                </a:lnTo>
                <a:lnTo>
                  <a:pt x="21734" y="213"/>
                </a:lnTo>
                <a:lnTo>
                  <a:pt x="21734" y="960"/>
                </a:lnTo>
                <a:moveTo>
                  <a:pt x="21688" y="5926"/>
                </a:moveTo>
                <a:lnTo>
                  <a:pt x="20972" y="5926"/>
                </a:lnTo>
                <a:lnTo>
                  <a:pt x="20972" y="1668"/>
                </a:lnTo>
                <a:lnTo>
                  <a:pt x="21688" y="1668"/>
                </a:lnTo>
                <a:lnTo>
                  <a:pt x="21688" y="5926"/>
                </a:lnTo>
                <a:close/>
                <a:moveTo>
                  <a:pt x="23874" y="960"/>
                </a:moveTo>
                <a:lnTo>
                  <a:pt x="23067" y="960"/>
                </a:lnTo>
                <a:lnTo>
                  <a:pt x="23067" y="213"/>
                </a:lnTo>
                <a:lnTo>
                  <a:pt x="23874" y="213"/>
                </a:lnTo>
                <a:lnTo>
                  <a:pt x="23874" y="960"/>
                </a:lnTo>
                <a:moveTo>
                  <a:pt x="23828" y="5926"/>
                </a:moveTo>
                <a:lnTo>
                  <a:pt x="23112" y="5926"/>
                </a:lnTo>
                <a:lnTo>
                  <a:pt x="23112" y="1668"/>
                </a:lnTo>
                <a:lnTo>
                  <a:pt x="23828" y="1668"/>
                </a:lnTo>
                <a:lnTo>
                  <a:pt x="23828" y="5926"/>
                </a:lnTo>
                <a:close/>
                <a:moveTo>
                  <a:pt x="28695" y="5926"/>
                </a:moveTo>
                <a:lnTo>
                  <a:pt x="27979" y="5926"/>
                </a:lnTo>
                <a:lnTo>
                  <a:pt x="27979" y="5483"/>
                </a:lnTo>
                <a:cubicBezTo>
                  <a:pt x="27774" y="5661"/>
                  <a:pt x="27559" y="5799"/>
                  <a:pt x="27336" y="5899"/>
                </a:cubicBezTo>
                <a:cubicBezTo>
                  <a:pt x="27112" y="5998"/>
                  <a:pt x="26870" y="6048"/>
                  <a:pt x="26608" y="6048"/>
                </a:cubicBezTo>
                <a:cubicBezTo>
                  <a:pt x="26100" y="6048"/>
                  <a:pt x="25697" y="5852"/>
                  <a:pt x="25399" y="5460"/>
                </a:cubicBezTo>
                <a:cubicBezTo>
                  <a:pt x="25101" y="5068"/>
                  <a:pt x="24952" y="4524"/>
                  <a:pt x="24952" y="3829"/>
                </a:cubicBezTo>
                <a:cubicBezTo>
                  <a:pt x="24952" y="3468"/>
                  <a:pt x="25003" y="3146"/>
                  <a:pt x="25106" y="2863"/>
                </a:cubicBezTo>
                <a:cubicBezTo>
                  <a:pt x="25209" y="2581"/>
                  <a:pt x="25348" y="2340"/>
                  <a:pt x="25523" y="2142"/>
                </a:cubicBezTo>
                <a:cubicBezTo>
                  <a:pt x="25696" y="1948"/>
                  <a:pt x="25897" y="1801"/>
                  <a:pt x="26127" y="1699"/>
                </a:cubicBezTo>
                <a:cubicBezTo>
                  <a:pt x="26356" y="1597"/>
                  <a:pt x="26594" y="1546"/>
                  <a:pt x="26841" y="1546"/>
                </a:cubicBezTo>
                <a:cubicBezTo>
                  <a:pt x="27064" y="1546"/>
                  <a:pt x="27262" y="1570"/>
                  <a:pt x="27435" y="1617"/>
                </a:cubicBezTo>
                <a:cubicBezTo>
                  <a:pt x="27607" y="1664"/>
                  <a:pt x="27789" y="1737"/>
                  <a:pt x="27979" y="1836"/>
                </a:cubicBezTo>
                <a:lnTo>
                  <a:pt x="27979" y="0"/>
                </a:lnTo>
                <a:lnTo>
                  <a:pt x="28695" y="0"/>
                </a:lnTo>
                <a:lnTo>
                  <a:pt x="28695" y="5926"/>
                </a:lnTo>
                <a:moveTo>
                  <a:pt x="27979" y="4878"/>
                </a:moveTo>
                <a:lnTo>
                  <a:pt x="27979" y="2437"/>
                </a:lnTo>
                <a:cubicBezTo>
                  <a:pt x="27786" y="2351"/>
                  <a:pt x="27614" y="2291"/>
                  <a:pt x="27461" y="2258"/>
                </a:cubicBezTo>
                <a:cubicBezTo>
                  <a:pt x="27309" y="2225"/>
                  <a:pt x="27143" y="2209"/>
                  <a:pt x="26962" y="2209"/>
                </a:cubicBezTo>
                <a:cubicBezTo>
                  <a:pt x="26561" y="2209"/>
                  <a:pt x="26249" y="2348"/>
                  <a:pt x="26026" y="2628"/>
                </a:cubicBezTo>
                <a:cubicBezTo>
                  <a:pt x="25802" y="2907"/>
                  <a:pt x="25690" y="3303"/>
                  <a:pt x="25690" y="3816"/>
                </a:cubicBezTo>
                <a:cubicBezTo>
                  <a:pt x="25690" y="4321"/>
                  <a:pt x="25777" y="4705"/>
                  <a:pt x="25949" y="4968"/>
                </a:cubicBezTo>
                <a:cubicBezTo>
                  <a:pt x="26122" y="5231"/>
                  <a:pt x="26399" y="5362"/>
                  <a:pt x="26780" y="5362"/>
                </a:cubicBezTo>
                <a:cubicBezTo>
                  <a:pt x="26983" y="5362"/>
                  <a:pt x="27188" y="5317"/>
                  <a:pt x="27397" y="5227"/>
                </a:cubicBezTo>
                <a:cubicBezTo>
                  <a:pt x="27605" y="5137"/>
                  <a:pt x="27799" y="5021"/>
                  <a:pt x="27979" y="4878"/>
                </a:cubicBezTo>
                <a:close/>
                <a:moveTo>
                  <a:pt x="33410" y="5926"/>
                </a:moveTo>
                <a:lnTo>
                  <a:pt x="32698" y="5926"/>
                </a:lnTo>
                <a:lnTo>
                  <a:pt x="32698" y="5476"/>
                </a:lnTo>
                <a:cubicBezTo>
                  <a:pt x="32634" y="5519"/>
                  <a:pt x="32549" y="5579"/>
                  <a:pt x="32441" y="5657"/>
                </a:cubicBezTo>
                <a:cubicBezTo>
                  <a:pt x="32333" y="5734"/>
                  <a:pt x="32228" y="5796"/>
                  <a:pt x="32127" y="5842"/>
                </a:cubicBezTo>
                <a:cubicBezTo>
                  <a:pt x="32007" y="5900"/>
                  <a:pt x="31870" y="5949"/>
                  <a:pt x="31715" y="5988"/>
                </a:cubicBezTo>
                <a:cubicBezTo>
                  <a:pt x="31560" y="6028"/>
                  <a:pt x="31379" y="6048"/>
                  <a:pt x="31171" y="6048"/>
                </a:cubicBezTo>
                <a:cubicBezTo>
                  <a:pt x="30787" y="6048"/>
                  <a:pt x="30462" y="5920"/>
                  <a:pt x="30196" y="5666"/>
                </a:cubicBezTo>
                <a:cubicBezTo>
                  <a:pt x="29929" y="5412"/>
                  <a:pt x="29796" y="5088"/>
                  <a:pt x="29796" y="4694"/>
                </a:cubicBezTo>
                <a:cubicBezTo>
                  <a:pt x="29796" y="4371"/>
                  <a:pt x="29865" y="4110"/>
                  <a:pt x="30003" y="3910"/>
                </a:cubicBezTo>
                <a:cubicBezTo>
                  <a:pt x="30142" y="3711"/>
                  <a:pt x="30339" y="3554"/>
                  <a:pt x="30596" y="3439"/>
                </a:cubicBezTo>
                <a:cubicBezTo>
                  <a:pt x="30855" y="3325"/>
                  <a:pt x="31166" y="3247"/>
                  <a:pt x="31529" y="3207"/>
                </a:cubicBezTo>
                <a:cubicBezTo>
                  <a:pt x="31892" y="3166"/>
                  <a:pt x="32281" y="3136"/>
                  <a:pt x="32698" y="3115"/>
                </a:cubicBezTo>
                <a:lnTo>
                  <a:pt x="32698" y="3004"/>
                </a:lnTo>
                <a:cubicBezTo>
                  <a:pt x="32698" y="2840"/>
                  <a:pt x="32669" y="2704"/>
                  <a:pt x="32612" y="2597"/>
                </a:cubicBezTo>
                <a:cubicBezTo>
                  <a:pt x="32555" y="2489"/>
                  <a:pt x="32473" y="2405"/>
                  <a:pt x="32366" y="2343"/>
                </a:cubicBezTo>
                <a:cubicBezTo>
                  <a:pt x="32265" y="2284"/>
                  <a:pt x="32143" y="2245"/>
                  <a:pt x="32001" y="2224"/>
                </a:cubicBezTo>
                <a:cubicBezTo>
                  <a:pt x="31859" y="2204"/>
                  <a:pt x="31710" y="2194"/>
                  <a:pt x="31555" y="2194"/>
                </a:cubicBezTo>
                <a:cubicBezTo>
                  <a:pt x="31367" y="2194"/>
                  <a:pt x="31158" y="2219"/>
                  <a:pt x="30927" y="2270"/>
                </a:cubicBezTo>
                <a:cubicBezTo>
                  <a:pt x="30696" y="2321"/>
                  <a:pt x="30457" y="2394"/>
                  <a:pt x="30211" y="2491"/>
                </a:cubicBezTo>
                <a:lnTo>
                  <a:pt x="30173" y="2491"/>
                </a:lnTo>
                <a:lnTo>
                  <a:pt x="30173" y="1763"/>
                </a:lnTo>
                <a:cubicBezTo>
                  <a:pt x="30313" y="1725"/>
                  <a:pt x="30514" y="1683"/>
                  <a:pt x="30778" y="1638"/>
                </a:cubicBezTo>
                <a:cubicBezTo>
                  <a:pt x="31042" y="1592"/>
                  <a:pt x="31303" y="1569"/>
                  <a:pt x="31559" y="1569"/>
                </a:cubicBezTo>
                <a:cubicBezTo>
                  <a:pt x="31859" y="1569"/>
                  <a:pt x="32120" y="1594"/>
                  <a:pt x="32342" y="1643"/>
                </a:cubicBezTo>
                <a:cubicBezTo>
                  <a:pt x="32564" y="1693"/>
                  <a:pt x="32756" y="1777"/>
                  <a:pt x="32919" y="1897"/>
                </a:cubicBezTo>
                <a:cubicBezTo>
                  <a:pt x="33079" y="2013"/>
                  <a:pt x="33201" y="2164"/>
                  <a:pt x="33284" y="2350"/>
                </a:cubicBezTo>
                <a:cubicBezTo>
                  <a:pt x="33368" y="2535"/>
                  <a:pt x="33410" y="2765"/>
                  <a:pt x="33410" y="3039"/>
                </a:cubicBezTo>
                <a:lnTo>
                  <a:pt x="33410" y="5926"/>
                </a:lnTo>
                <a:moveTo>
                  <a:pt x="32698" y="4884"/>
                </a:moveTo>
                <a:lnTo>
                  <a:pt x="32698" y="3694"/>
                </a:lnTo>
                <a:cubicBezTo>
                  <a:pt x="32479" y="3707"/>
                  <a:pt x="32222" y="3726"/>
                  <a:pt x="31927" y="3752"/>
                </a:cubicBezTo>
                <a:cubicBezTo>
                  <a:pt x="31631" y="3777"/>
                  <a:pt x="31397" y="3814"/>
                  <a:pt x="31224" y="3862"/>
                </a:cubicBezTo>
                <a:cubicBezTo>
                  <a:pt x="31018" y="3921"/>
                  <a:pt x="30852" y="4012"/>
                  <a:pt x="30725" y="4136"/>
                </a:cubicBezTo>
                <a:cubicBezTo>
                  <a:pt x="30598" y="4260"/>
                  <a:pt x="30535" y="4430"/>
                  <a:pt x="30535" y="4647"/>
                </a:cubicBezTo>
                <a:cubicBezTo>
                  <a:pt x="30535" y="4891"/>
                  <a:pt x="30608" y="5076"/>
                  <a:pt x="30756" y="5199"/>
                </a:cubicBezTo>
                <a:cubicBezTo>
                  <a:pt x="30903" y="5323"/>
                  <a:pt x="31128" y="5385"/>
                  <a:pt x="31430" y="5385"/>
                </a:cubicBezTo>
                <a:cubicBezTo>
                  <a:pt x="31681" y="5385"/>
                  <a:pt x="31911" y="5336"/>
                  <a:pt x="32119" y="5238"/>
                </a:cubicBezTo>
                <a:cubicBezTo>
                  <a:pt x="32327" y="5140"/>
                  <a:pt x="32520" y="5022"/>
                  <a:pt x="32698" y="4884"/>
                </a:cubicBezTo>
                <a:close/>
                <a:moveTo>
                  <a:pt x="38349" y="3869"/>
                </a:moveTo>
                <a:lnTo>
                  <a:pt x="35215" y="3869"/>
                </a:lnTo>
                <a:cubicBezTo>
                  <a:pt x="35215" y="4131"/>
                  <a:pt x="35255" y="4360"/>
                  <a:pt x="35333" y="4554"/>
                </a:cubicBezTo>
                <a:cubicBezTo>
                  <a:pt x="35412" y="4749"/>
                  <a:pt x="35520" y="4909"/>
                  <a:pt x="35657" y="5034"/>
                </a:cubicBezTo>
                <a:cubicBezTo>
                  <a:pt x="35789" y="5156"/>
                  <a:pt x="35946" y="5247"/>
                  <a:pt x="36127" y="5309"/>
                </a:cubicBezTo>
                <a:cubicBezTo>
                  <a:pt x="36309" y="5370"/>
                  <a:pt x="36509" y="5400"/>
                  <a:pt x="36727" y="5400"/>
                </a:cubicBezTo>
                <a:cubicBezTo>
                  <a:pt x="37017" y="5400"/>
                  <a:pt x="37308" y="5342"/>
                  <a:pt x="37601" y="5226"/>
                </a:cubicBezTo>
                <a:cubicBezTo>
                  <a:pt x="37894" y="5109"/>
                  <a:pt x="38103" y="4995"/>
                  <a:pt x="38228" y="4882"/>
                </a:cubicBezTo>
                <a:lnTo>
                  <a:pt x="38266" y="4882"/>
                </a:lnTo>
                <a:lnTo>
                  <a:pt x="38266" y="5666"/>
                </a:lnTo>
                <a:cubicBezTo>
                  <a:pt x="38024" y="5767"/>
                  <a:pt x="37778" y="5853"/>
                  <a:pt x="37527" y="5922"/>
                </a:cubicBezTo>
                <a:cubicBezTo>
                  <a:pt x="37275" y="5990"/>
                  <a:pt x="37011" y="6025"/>
                  <a:pt x="36735" y="6025"/>
                </a:cubicBezTo>
                <a:cubicBezTo>
                  <a:pt x="36029" y="6025"/>
                  <a:pt x="35478" y="5833"/>
                  <a:pt x="35082" y="5451"/>
                </a:cubicBezTo>
                <a:cubicBezTo>
                  <a:pt x="34686" y="5068"/>
                  <a:pt x="34488" y="4524"/>
                  <a:pt x="34488" y="3820"/>
                </a:cubicBezTo>
                <a:cubicBezTo>
                  <a:pt x="34488" y="3123"/>
                  <a:pt x="34678" y="2570"/>
                  <a:pt x="35057" y="2160"/>
                </a:cubicBezTo>
                <a:cubicBezTo>
                  <a:pt x="35437" y="1751"/>
                  <a:pt x="35936" y="1546"/>
                  <a:pt x="36556" y="1546"/>
                </a:cubicBezTo>
                <a:cubicBezTo>
                  <a:pt x="37129" y="1546"/>
                  <a:pt x="37572" y="1714"/>
                  <a:pt x="37883" y="2050"/>
                </a:cubicBezTo>
                <a:cubicBezTo>
                  <a:pt x="38194" y="2385"/>
                  <a:pt x="38349" y="2862"/>
                  <a:pt x="38349" y="3480"/>
                </a:cubicBezTo>
                <a:lnTo>
                  <a:pt x="38349" y="3869"/>
                </a:lnTo>
                <a:moveTo>
                  <a:pt x="37653" y="3321"/>
                </a:moveTo>
                <a:cubicBezTo>
                  <a:pt x="37650" y="2945"/>
                  <a:pt x="37555" y="2654"/>
                  <a:pt x="37369" y="2449"/>
                </a:cubicBezTo>
                <a:cubicBezTo>
                  <a:pt x="37182" y="2243"/>
                  <a:pt x="36898" y="2140"/>
                  <a:pt x="36518" y="2140"/>
                </a:cubicBezTo>
                <a:cubicBezTo>
                  <a:pt x="36134" y="2140"/>
                  <a:pt x="35829" y="2253"/>
                  <a:pt x="35602" y="2479"/>
                </a:cubicBezTo>
                <a:cubicBezTo>
                  <a:pt x="35375" y="2705"/>
                  <a:pt x="35246" y="2986"/>
                  <a:pt x="35215" y="3321"/>
                </a:cubicBezTo>
                <a:lnTo>
                  <a:pt x="37653" y="33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6A5A01-FB70-4758-8C69-5E71A79C4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866" y="988441"/>
            <a:ext cx="37148" cy="58122"/>
          </a:xfrm>
          <a:custGeom xmlns:a="http://schemas.openxmlformats.org/drawingml/2006/main">
            <a:pathLst>
              <a:path w="37148" h="58122">
                <a:moveTo>
                  <a:pt x="0" y="0"/>
                </a:moveTo>
                <a:lnTo>
                  <a:pt x="37148" y="0"/>
                </a:lnTo>
                <a:lnTo>
                  <a:pt x="37148" y="58122"/>
                </a:lnTo>
                <a:lnTo>
                  <a:pt x="0" y="581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FDB845-BDCF-4B18-82EE-7380A6AEF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3866" y="988444"/>
            <a:ext cx="37148" cy="58119"/>
          </a:xfrm>
          <a:custGeom xmlns:a="http://schemas.openxmlformats.org/drawingml/2006/main">
            <a:pathLst>
              <a:path w="37148" h="58119" fill="none">
                <a:moveTo>
                  <a:pt x="0" y="0"/>
                </a:moveTo>
                <a:lnTo>
                  <a:pt x="37148" y="0"/>
                </a:lnTo>
                <a:lnTo>
                  <a:pt x="37148" y="58119"/>
                </a:lnTo>
                <a:lnTo>
                  <a:pt x="0" y="581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96" name="Text Pompilidae">
            <a:extLst xmlns:a="http://schemas.openxmlformats.org/drawingml/2006/main">
              <a:ext uri="{FF2B5EF4-FFF2-40B4-BE49-F238E27FC236}">
                <a16:creationId xmlns:a16="http://schemas.microsoft.com/office/drawing/2014/main" id="{B996377B-EB22-455D-92FE-6590DBF45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7025" y="990131"/>
            <a:ext cx="35784" cy="6486"/>
          </a:xfrm>
          <a:custGeom xmlns:a="http://schemas.openxmlformats.org/drawingml/2006/main">
            <a:pathLst>
              <a:path w="35784" h="6486">
                <a:moveTo>
                  <a:pt x="3210" y="1701"/>
                </a:moveTo>
                <a:cubicBezTo>
                  <a:pt x="3210" y="1918"/>
                  <a:pt x="3172" y="2120"/>
                  <a:pt x="3096" y="2305"/>
                </a:cubicBezTo>
                <a:cubicBezTo>
                  <a:pt x="3020" y="2491"/>
                  <a:pt x="2914" y="2652"/>
                  <a:pt x="2778" y="2788"/>
                </a:cubicBezTo>
                <a:cubicBezTo>
                  <a:pt x="2609" y="2957"/>
                  <a:pt x="2409" y="3084"/>
                  <a:pt x="2178" y="3169"/>
                </a:cubicBezTo>
                <a:cubicBezTo>
                  <a:pt x="1948" y="3253"/>
                  <a:pt x="1657" y="3296"/>
                  <a:pt x="1305" y="3296"/>
                </a:cubicBezTo>
                <a:lnTo>
                  <a:pt x="653" y="3296"/>
                </a:lnTo>
                <a:lnTo>
                  <a:pt x="653" y="5128"/>
                </a:lnTo>
                <a:lnTo>
                  <a:pt x="0" y="5128"/>
                </a:lnTo>
                <a:lnTo>
                  <a:pt x="0" y="218"/>
                </a:lnTo>
                <a:lnTo>
                  <a:pt x="1331" y="218"/>
                </a:lnTo>
                <a:cubicBezTo>
                  <a:pt x="1626" y="218"/>
                  <a:pt x="1875" y="242"/>
                  <a:pt x="2080" y="292"/>
                </a:cubicBezTo>
                <a:cubicBezTo>
                  <a:pt x="2284" y="341"/>
                  <a:pt x="2465" y="419"/>
                  <a:pt x="2623" y="524"/>
                </a:cubicBezTo>
                <a:cubicBezTo>
                  <a:pt x="2810" y="649"/>
                  <a:pt x="2955" y="805"/>
                  <a:pt x="3057" y="992"/>
                </a:cubicBezTo>
                <a:cubicBezTo>
                  <a:pt x="3159" y="1179"/>
                  <a:pt x="3210" y="1415"/>
                  <a:pt x="3210" y="1701"/>
                </a:cubicBezTo>
                <a:moveTo>
                  <a:pt x="2531" y="1716"/>
                </a:moveTo>
                <a:cubicBezTo>
                  <a:pt x="2531" y="1548"/>
                  <a:pt x="2501" y="1402"/>
                  <a:pt x="2442" y="1278"/>
                </a:cubicBezTo>
                <a:cubicBezTo>
                  <a:pt x="2383" y="1154"/>
                  <a:pt x="2293" y="1052"/>
                  <a:pt x="2172" y="974"/>
                </a:cubicBezTo>
                <a:cubicBezTo>
                  <a:pt x="2066" y="906"/>
                  <a:pt x="1946" y="858"/>
                  <a:pt x="1811" y="829"/>
                </a:cubicBezTo>
                <a:cubicBezTo>
                  <a:pt x="1676" y="799"/>
                  <a:pt x="1505" y="784"/>
                  <a:pt x="1298" y="784"/>
                </a:cubicBezTo>
                <a:lnTo>
                  <a:pt x="653" y="784"/>
                </a:lnTo>
                <a:lnTo>
                  <a:pt x="653" y="2729"/>
                </a:lnTo>
                <a:lnTo>
                  <a:pt x="1203" y="2729"/>
                </a:lnTo>
                <a:cubicBezTo>
                  <a:pt x="1467" y="2729"/>
                  <a:pt x="1681" y="2705"/>
                  <a:pt x="1846" y="2659"/>
                </a:cubicBezTo>
                <a:cubicBezTo>
                  <a:pt x="2010" y="2612"/>
                  <a:pt x="2144" y="2537"/>
                  <a:pt x="2248" y="2435"/>
                </a:cubicBezTo>
                <a:cubicBezTo>
                  <a:pt x="2351" y="2330"/>
                  <a:pt x="2424" y="2220"/>
                  <a:pt x="2467" y="2105"/>
                </a:cubicBezTo>
                <a:cubicBezTo>
                  <a:pt x="2510" y="1989"/>
                  <a:pt x="2531" y="1860"/>
                  <a:pt x="2531" y="1716"/>
                </a:cubicBezTo>
                <a:close/>
                <a:moveTo>
                  <a:pt x="7158" y="3287"/>
                </a:moveTo>
                <a:cubicBezTo>
                  <a:pt x="7158" y="3889"/>
                  <a:pt x="7004" y="4363"/>
                  <a:pt x="6697" y="4711"/>
                </a:cubicBezTo>
                <a:cubicBezTo>
                  <a:pt x="6389" y="5059"/>
                  <a:pt x="5977" y="5233"/>
                  <a:pt x="5461" y="5233"/>
                </a:cubicBezTo>
                <a:cubicBezTo>
                  <a:pt x="4940" y="5233"/>
                  <a:pt x="4527" y="5059"/>
                  <a:pt x="4220" y="4711"/>
                </a:cubicBezTo>
                <a:cubicBezTo>
                  <a:pt x="3914" y="4363"/>
                  <a:pt x="3760" y="3889"/>
                  <a:pt x="3760" y="3287"/>
                </a:cubicBezTo>
                <a:cubicBezTo>
                  <a:pt x="3760" y="2686"/>
                  <a:pt x="3914" y="2211"/>
                  <a:pt x="4220" y="1862"/>
                </a:cubicBezTo>
                <a:cubicBezTo>
                  <a:pt x="4527" y="1513"/>
                  <a:pt x="4940" y="1338"/>
                  <a:pt x="5461" y="1338"/>
                </a:cubicBezTo>
                <a:cubicBezTo>
                  <a:pt x="5977" y="1338"/>
                  <a:pt x="6389" y="1513"/>
                  <a:pt x="6697" y="1862"/>
                </a:cubicBezTo>
                <a:cubicBezTo>
                  <a:pt x="7004" y="2211"/>
                  <a:pt x="7158" y="2686"/>
                  <a:pt x="7158" y="3287"/>
                </a:cubicBezTo>
                <a:moveTo>
                  <a:pt x="6519" y="3287"/>
                </a:moveTo>
                <a:cubicBezTo>
                  <a:pt x="6519" y="2811"/>
                  <a:pt x="6425" y="2457"/>
                  <a:pt x="6239" y="2226"/>
                </a:cubicBezTo>
                <a:cubicBezTo>
                  <a:pt x="6052" y="1994"/>
                  <a:pt x="5793" y="1879"/>
                  <a:pt x="5461" y="1879"/>
                </a:cubicBezTo>
                <a:cubicBezTo>
                  <a:pt x="5125" y="1879"/>
                  <a:pt x="4864" y="1994"/>
                  <a:pt x="4678" y="2226"/>
                </a:cubicBezTo>
                <a:cubicBezTo>
                  <a:pt x="4493" y="2457"/>
                  <a:pt x="4400" y="2811"/>
                  <a:pt x="4400" y="3287"/>
                </a:cubicBezTo>
                <a:cubicBezTo>
                  <a:pt x="4400" y="3748"/>
                  <a:pt x="4493" y="4098"/>
                  <a:pt x="4680" y="4336"/>
                </a:cubicBezTo>
                <a:cubicBezTo>
                  <a:pt x="4867" y="4574"/>
                  <a:pt x="5127" y="4693"/>
                  <a:pt x="5461" y="4693"/>
                </a:cubicBezTo>
                <a:cubicBezTo>
                  <a:pt x="5790" y="4693"/>
                  <a:pt x="6049" y="4575"/>
                  <a:pt x="6237" y="4339"/>
                </a:cubicBezTo>
                <a:cubicBezTo>
                  <a:pt x="6425" y="4103"/>
                  <a:pt x="6519" y="3753"/>
                  <a:pt x="6519" y="3287"/>
                </a:cubicBezTo>
                <a:close/>
                <a:moveTo>
                  <a:pt x="13489" y="5128"/>
                </a:moveTo>
                <a:lnTo>
                  <a:pt x="12870" y="5128"/>
                </a:lnTo>
                <a:lnTo>
                  <a:pt x="12870" y="3030"/>
                </a:lnTo>
                <a:cubicBezTo>
                  <a:pt x="12870" y="2872"/>
                  <a:pt x="12862" y="2719"/>
                  <a:pt x="12848" y="2571"/>
                </a:cubicBezTo>
                <a:cubicBezTo>
                  <a:pt x="12834" y="2424"/>
                  <a:pt x="12804" y="2306"/>
                  <a:pt x="12758" y="2218"/>
                </a:cubicBezTo>
                <a:cubicBezTo>
                  <a:pt x="12707" y="2124"/>
                  <a:pt x="12635" y="2052"/>
                  <a:pt x="12540" y="2004"/>
                </a:cubicBezTo>
                <a:cubicBezTo>
                  <a:pt x="12446" y="1955"/>
                  <a:pt x="12309" y="1931"/>
                  <a:pt x="12131" y="1931"/>
                </a:cubicBezTo>
                <a:cubicBezTo>
                  <a:pt x="11958" y="1931"/>
                  <a:pt x="11784" y="1975"/>
                  <a:pt x="11611" y="2062"/>
                </a:cubicBezTo>
                <a:cubicBezTo>
                  <a:pt x="11437" y="2148"/>
                  <a:pt x="11264" y="2259"/>
                  <a:pt x="11090" y="2393"/>
                </a:cubicBezTo>
                <a:cubicBezTo>
                  <a:pt x="11097" y="2444"/>
                  <a:pt x="11102" y="2502"/>
                  <a:pt x="11106" y="2570"/>
                </a:cubicBezTo>
                <a:cubicBezTo>
                  <a:pt x="11111" y="2637"/>
                  <a:pt x="11113" y="2703"/>
                  <a:pt x="11113" y="2769"/>
                </a:cubicBezTo>
                <a:lnTo>
                  <a:pt x="11113" y="5128"/>
                </a:lnTo>
                <a:lnTo>
                  <a:pt x="10493" y="5128"/>
                </a:lnTo>
                <a:lnTo>
                  <a:pt x="10493" y="3030"/>
                </a:lnTo>
                <a:cubicBezTo>
                  <a:pt x="10493" y="2867"/>
                  <a:pt x="10486" y="2713"/>
                  <a:pt x="10472" y="2566"/>
                </a:cubicBezTo>
                <a:cubicBezTo>
                  <a:pt x="10458" y="2420"/>
                  <a:pt x="10428" y="2303"/>
                  <a:pt x="10381" y="2215"/>
                </a:cubicBezTo>
                <a:cubicBezTo>
                  <a:pt x="10331" y="2120"/>
                  <a:pt x="10258" y="2049"/>
                  <a:pt x="10164" y="2002"/>
                </a:cubicBezTo>
                <a:cubicBezTo>
                  <a:pt x="10069" y="1955"/>
                  <a:pt x="9933" y="1931"/>
                  <a:pt x="9755" y="1931"/>
                </a:cubicBezTo>
                <a:cubicBezTo>
                  <a:pt x="9586" y="1931"/>
                  <a:pt x="9416" y="1973"/>
                  <a:pt x="9246" y="2057"/>
                </a:cubicBezTo>
                <a:cubicBezTo>
                  <a:pt x="9076" y="2140"/>
                  <a:pt x="8906" y="2247"/>
                  <a:pt x="8737" y="2377"/>
                </a:cubicBezTo>
                <a:lnTo>
                  <a:pt x="8737" y="5128"/>
                </a:lnTo>
                <a:lnTo>
                  <a:pt x="8117" y="5128"/>
                </a:lnTo>
                <a:lnTo>
                  <a:pt x="8117" y="1443"/>
                </a:lnTo>
                <a:lnTo>
                  <a:pt x="8737" y="1443"/>
                </a:lnTo>
                <a:lnTo>
                  <a:pt x="8737" y="1853"/>
                </a:lnTo>
                <a:cubicBezTo>
                  <a:pt x="8930" y="1691"/>
                  <a:pt x="9123" y="1565"/>
                  <a:pt x="9315" y="1474"/>
                </a:cubicBezTo>
                <a:cubicBezTo>
                  <a:pt x="9508" y="1383"/>
                  <a:pt x="9712" y="1338"/>
                  <a:pt x="9930" y="1338"/>
                </a:cubicBezTo>
                <a:cubicBezTo>
                  <a:pt x="10180" y="1338"/>
                  <a:pt x="10393" y="1391"/>
                  <a:pt x="10568" y="1497"/>
                </a:cubicBezTo>
                <a:cubicBezTo>
                  <a:pt x="10742" y="1603"/>
                  <a:pt x="10872" y="1750"/>
                  <a:pt x="10958" y="1938"/>
                </a:cubicBezTo>
                <a:cubicBezTo>
                  <a:pt x="11209" y="1726"/>
                  <a:pt x="11437" y="1573"/>
                  <a:pt x="11644" y="1479"/>
                </a:cubicBezTo>
                <a:cubicBezTo>
                  <a:pt x="11850" y="1385"/>
                  <a:pt x="12071" y="1338"/>
                  <a:pt x="12306" y="1338"/>
                </a:cubicBezTo>
                <a:cubicBezTo>
                  <a:pt x="12710" y="1338"/>
                  <a:pt x="13009" y="1461"/>
                  <a:pt x="13201" y="1706"/>
                </a:cubicBezTo>
                <a:cubicBezTo>
                  <a:pt x="13393" y="1952"/>
                  <a:pt x="13489" y="2294"/>
                  <a:pt x="13489" y="2735"/>
                </a:cubicBezTo>
                <a:lnTo>
                  <a:pt x="13489" y="5128"/>
                </a:lnTo>
                <a:close/>
                <a:moveTo>
                  <a:pt x="17922" y="3240"/>
                </a:moveTo>
                <a:cubicBezTo>
                  <a:pt x="17922" y="3539"/>
                  <a:pt x="17879" y="3812"/>
                  <a:pt x="17793" y="4060"/>
                </a:cubicBezTo>
                <a:cubicBezTo>
                  <a:pt x="17707" y="4308"/>
                  <a:pt x="17587" y="4517"/>
                  <a:pt x="17431" y="4689"/>
                </a:cubicBezTo>
                <a:cubicBezTo>
                  <a:pt x="17286" y="4852"/>
                  <a:pt x="17115" y="4978"/>
                  <a:pt x="16918" y="5067"/>
                </a:cubicBezTo>
                <a:cubicBezTo>
                  <a:pt x="16722" y="5156"/>
                  <a:pt x="16513" y="5201"/>
                  <a:pt x="16294" y="5201"/>
                </a:cubicBezTo>
                <a:cubicBezTo>
                  <a:pt x="16102" y="5201"/>
                  <a:pt x="15929" y="5180"/>
                  <a:pt x="15775" y="5138"/>
                </a:cubicBezTo>
                <a:cubicBezTo>
                  <a:pt x="15620" y="5096"/>
                  <a:pt x="15462" y="5031"/>
                  <a:pt x="15302" y="4943"/>
                </a:cubicBezTo>
                <a:lnTo>
                  <a:pt x="15302" y="6486"/>
                </a:lnTo>
                <a:lnTo>
                  <a:pt x="14682" y="6486"/>
                </a:lnTo>
                <a:lnTo>
                  <a:pt x="14682" y="1443"/>
                </a:lnTo>
                <a:lnTo>
                  <a:pt x="15302" y="1443"/>
                </a:lnTo>
                <a:lnTo>
                  <a:pt x="15302" y="1827"/>
                </a:lnTo>
                <a:cubicBezTo>
                  <a:pt x="15466" y="1688"/>
                  <a:pt x="15652" y="1572"/>
                  <a:pt x="15857" y="1478"/>
                </a:cubicBezTo>
                <a:cubicBezTo>
                  <a:pt x="16062" y="1385"/>
                  <a:pt x="16282" y="1338"/>
                  <a:pt x="16514" y="1338"/>
                </a:cubicBezTo>
                <a:cubicBezTo>
                  <a:pt x="16958" y="1338"/>
                  <a:pt x="17304" y="1506"/>
                  <a:pt x="17551" y="1842"/>
                </a:cubicBezTo>
                <a:cubicBezTo>
                  <a:pt x="17798" y="2177"/>
                  <a:pt x="17922" y="2643"/>
                  <a:pt x="17922" y="3240"/>
                </a:cubicBezTo>
                <a:moveTo>
                  <a:pt x="17282" y="3256"/>
                </a:moveTo>
                <a:cubicBezTo>
                  <a:pt x="17282" y="2812"/>
                  <a:pt x="17207" y="2481"/>
                  <a:pt x="17055" y="2261"/>
                </a:cubicBezTo>
                <a:cubicBezTo>
                  <a:pt x="16903" y="2041"/>
                  <a:pt x="16670" y="1931"/>
                  <a:pt x="16356" y="1931"/>
                </a:cubicBezTo>
                <a:cubicBezTo>
                  <a:pt x="16178" y="1931"/>
                  <a:pt x="15999" y="1970"/>
                  <a:pt x="15819" y="2047"/>
                </a:cubicBezTo>
                <a:cubicBezTo>
                  <a:pt x="15639" y="2123"/>
                  <a:pt x="15466" y="2225"/>
                  <a:pt x="15302" y="2350"/>
                </a:cubicBezTo>
                <a:lnTo>
                  <a:pt x="15302" y="4436"/>
                </a:lnTo>
                <a:cubicBezTo>
                  <a:pt x="15477" y="4515"/>
                  <a:pt x="15628" y="4569"/>
                  <a:pt x="15755" y="4597"/>
                </a:cubicBezTo>
                <a:cubicBezTo>
                  <a:pt x="15881" y="4626"/>
                  <a:pt x="16024" y="4640"/>
                  <a:pt x="16185" y="4640"/>
                </a:cubicBezTo>
                <a:cubicBezTo>
                  <a:pt x="16530" y="4640"/>
                  <a:pt x="16799" y="4524"/>
                  <a:pt x="16992" y="4291"/>
                </a:cubicBezTo>
                <a:cubicBezTo>
                  <a:pt x="17186" y="4058"/>
                  <a:pt x="17282" y="3713"/>
                  <a:pt x="17282" y="3256"/>
                </a:cubicBezTo>
                <a:close/>
                <a:moveTo>
                  <a:pt x="19553" y="831"/>
                </a:moveTo>
                <a:lnTo>
                  <a:pt x="18854" y="831"/>
                </a:lnTo>
                <a:lnTo>
                  <a:pt x="18854" y="185"/>
                </a:lnTo>
                <a:lnTo>
                  <a:pt x="19553" y="185"/>
                </a:lnTo>
                <a:lnTo>
                  <a:pt x="19553" y="831"/>
                </a:lnTo>
                <a:moveTo>
                  <a:pt x="19513" y="5128"/>
                </a:moveTo>
                <a:lnTo>
                  <a:pt x="18894" y="5128"/>
                </a:lnTo>
                <a:lnTo>
                  <a:pt x="18894" y="1443"/>
                </a:lnTo>
                <a:lnTo>
                  <a:pt x="19513" y="1443"/>
                </a:lnTo>
                <a:lnTo>
                  <a:pt x="19513" y="5128"/>
                </a:lnTo>
                <a:close/>
                <a:moveTo>
                  <a:pt x="21366" y="5128"/>
                </a:moveTo>
                <a:lnTo>
                  <a:pt x="20746" y="5128"/>
                </a:lnTo>
                <a:lnTo>
                  <a:pt x="20746" y="0"/>
                </a:lnTo>
                <a:lnTo>
                  <a:pt x="21366" y="0"/>
                </a:lnTo>
                <a:lnTo>
                  <a:pt x="21366" y="5128"/>
                </a:lnTo>
                <a:close/>
                <a:moveTo>
                  <a:pt x="23257" y="831"/>
                </a:moveTo>
                <a:lnTo>
                  <a:pt x="22558" y="831"/>
                </a:lnTo>
                <a:lnTo>
                  <a:pt x="22558" y="185"/>
                </a:lnTo>
                <a:lnTo>
                  <a:pt x="23257" y="185"/>
                </a:lnTo>
                <a:lnTo>
                  <a:pt x="23257" y="831"/>
                </a:lnTo>
                <a:moveTo>
                  <a:pt x="23218" y="5128"/>
                </a:moveTo>
                <a:lnTo>
                  <a:pt x="22598" y="5128"/>
                </a:lnTo>
                <a:lnTo>
                  <a:pt x="22598" y="1443"/>
                </a:lnTo>
                <a:lnTo>
                  <a:pt x="23218" y="1443"/>
                </a:lnTo>
                <a:lnTo>
                  <a:pt x="23218" y="5128"/>
                </a:lnTo>
                <a:close/>
                <a:moveTo>
                  <a:pt x="27429" y="5128"/>
                </a:moveTo>
                <a:lnTo>
                  <a:pt x="26810" y="5128"/>
                </a:lnTo>
                <a:lnTo>
                  <a:pt x="26810" y="4745"/>
                </a:lnTo>
                <a:cubicBezTo>
                  <a:pt x="26632" y="4899"/>
                  <a:pt x="26446" y="5019"/>
                  <a:pt x="26253" y="5105"/>
                </a:cubicBezTo>
                <a:cubicBezTo>
                  <a:pt x="26059" y="5191"/>
                  <a:pt x="25849" y="5233"/>
                  <a:pt x="25623" y="5233"/>
                </a:cubicBezTo>
                <a:cubicBezTo>
                  <a:pt x="25184" y="5233"/>
                  <a:pt x="24835" y="5064"/>
                  <a:pt x="24577" y="4725"/>
                </a:cubicBezTo>
                <a:cubicBezTo>
                  <a:pt x="24319" y="4385"/>
                  <a:pt x="24190" y="3915"/>
                  <a:pt x="24190" y="3314"/>
                </a:cubicBezTo>
                <a:cubicBezTo>
                  <a:pt x="24190" y="3001"/>
                  <a:pt x="24234" y="2722"/>
                  <a:pt x="24323" y="2478"/>
                </a:cubicBezTo>
                <a:cubicBezTo>
                  <a:pt x="24412" y="2233"/>
                  <a:pt x="24532" y="2025"/>
                  <a:pt x="24684" y="1853"/>
                </a:cubicBezTo>
                <a:cubicBezTo>
                  <a:pt x="24833" y="1686"/>
                  <a:pt x="25007" y="1558"/>
                  <a:pt x="25206" y="1470"/>
                </a:cubicBezTo>
                <a:cubicBezTo>
                  <a:pt x="25405" y="1382"/>
                  <a:pt x="25611" y="1338"/>
                  <a:pt x="25824" y="1338"/>
                </a:cubicBezTo>
                <a:cubicBezTo>
                  <a:pt x="26018" y="1338"/>
                  <a:pt x="26189" y="1358"/>
                  <a:pt x="26338" y="1399"/>
                </a:cubicBezTo>
                <a:cubicBezTo>
                  <a:pt x="26488" y="1440"/>
                  <a:pt x="26645" y="1503"/>
                  <a:pt x="26810" y="1589"/>
                </a:cubicBezTo>
                <a:lnTo>
                  <a:pt x="26810" y="0"/>
                </a:lnTo>
                <a:lnTo>
                  <a:pt x="27429" y="0"/>
                </a:lnTo>
                <a:lnTo>
                  <a:pt x="27429" y="5128"/>
                </a:lnTo>
                <a:moveTo>
                  <a:pt x="26810" y="4222"/>
                </a:moveTo>
                <a:lnTo>
                  <a:pt x="26810" y="2109"/>
                </a:lnTo>
                <a:cubicBezTo>
                  <a:pt x="26643" y="2035"/>
                  <a:pt x="26493" y="1983"/>
                  <a:pt x="26361" y="1954"/>
                </a:cubicBezTo>
                <a:cubicBezTo>
                  <a:pt x="26230" y="1926"/>
                  <a:pt x="26086" y="1911"/>
                  <a:pt x="25930" y="1911"/>
                </a:cubicBezTo>
                <a:cubicBezTo>
                  <a:pt x="25583" y="1911"/>
                  <a:pt x="25312" y="2032"/>
                  <a:pt x="25119" y="2274"/>
                </a:cubicBezTo>
                <a:cubicBezTo>
                  <a:pt x="24926" y="2516"/>
                  <a:pt x="24829" y="2858"/>
                  <a:pt x="24829" y="3302"/>
                </a:cubicBezTo>
                <a:cubicBezTo>
                  <a:pt x="24829" y="3739"/>
                  <a:pt x="24904" y="4072"/>
                  <a:pt x="25053" y="4299"/>
                </a:cubicBezTo>
                <a:cubicBezTo>
                  <a:pt x="25202" y="4527"/>
                  <a:pt x="25442" y="4640"/>
                  <a:pt x="25771" y="4640"/>
                </a:cubicBezTo>
                <a:cubicBezTo>
                  <a:pt x="25947" y="4640"/>
                  <a:pt x="26125" y="4601"/>
                  <a:pt x="26305" y="4523"/>
                </a:cubicBezTo>
                <a:cubicBezTo>
                  <a:pt x="26486" y="4445"/>
                  <a:pt x="26654" y="4345"/>
                  <a:pt x="26810" y="4222"/>
                </a:cubicBezTo>
                <a:close/>
                <a:moveTo>
                  <a:pt x="31509" y="5128"/>
                </a:moveTo>
                <a:lnTo>
                  <a:pt x="30893" y="5128"/>
                </a:lnTo>
                <a:lnTo>
                  <a:pt x="30893" y="4739"/>
                </a:lnTo>
                <a:cubicBezTo>
                  <a:pt x="30838" y="4776"/>
                  <a:pt x="30764" y="4828"/>
                  <a:pt x="30671" y="4895"/>
                </a:cubicBezTo>
                <a:cubicBezTo>
                  <a:pt x="30577" y="4962"/>
                  <a:pt x="30487" y="5016"/>
                  <a:pt x="30399" y="5055"/>
                </a:cubicBezTo>
                <a:cubicBezTo>
                  <a:pt x="30295" y="5106"/>
                  <a:pt x="30177" y="5148"/>
                  <a:pt x="30043" y="5182"/>
                </a:cubicBezTo>
                <a:cubicBezTo>
                  <a:pt x="29909" y="5216"/>
                  <a:pt x="29752" y="5233"/>
                  <a:pt x="29571" y="5233"/>
                </a:cubicBezTo>
                <a:cubicBezTo>
                  <a:pt x="29240" y="5233"/>
                  <a:pt x="28958" y="5124"/>
                  <a:pt x="28728" y="4904"/>
                </a:cubicBezTo>
                <a:cubicBezTo>
                  <a:pt x="28497" y="4684"/>
                  <a:pt x="28382" y="4403"/>
                  <a:pt x="28382" y="4062"/>
                </a:cubicBezTo>
                <a:cubicBezTo>
                  <a:pt x="28382" y="3783"/>
                  <a:pt x="28442" y="3557"/>
                  <a:pt x="28561" y="3384"/>
                </a:cubicBezTo>
                <a:cubicBezTo>
                  <a:pt x="28681" y="3211"/>
                  <a:pt x="28852" y="3075"/>
                  <a:pt x="29074" y="2976"/>
                </a:cubicBezTo>
                <a:cubicBezTo>
                  <a:pt x="29298" y="2877"/>
                  <a:pt x="29567" y="2810"/>
                  <a:pt x="29881" y="2775"/>
                </a:cubicBezTo>
                <a:cubicBezTo>
                  <a:pt x="30195" y="2740"/>
                  <a:pt x="30533" y="2713"/>
                  <a:pt x="30893" y="2696"/>
                </a:cubicBezTo>
                <a:lnTo>
                  <a:pt x="30893" y="2599"/>
                </a:lnTo>
                <a:cubicBezTo>
                  <a:pt x="30893" y="2458"/>
                  <a:pt x="30868" y="2340"/>
                  <a:pt x="30819" y="2247"/>
                </a:cubicBezTo>
                <a:cubicBezTo>
                  <a:pt x="30769" y="2154"/>
                  <a:pt x="30699" y="2081"/>
                  <a:pt x="30606" y="2028"/>
                </a:cubicBezTo>
                <a:cubicBezTo>
                  <a:pt x="30518" y="1977"/>
                  <a:pt x="30413" y="1943"/>
                  <a:pt x="30290" y="1925"/>
                </a:cubicBezTo>
                <a:cubicBezTo>
                  <a:pt x="30167" y="1907"/>
                  <a:pt x="30038" y="1898"/>
                  <a:pt x="29904" y="1898"/>
                </a:cubicBezTo>
                <a:cubicBezTo>
                  <a:pt x="29742" y="1898"/>
                  <a:pt x="29560" y="1920"/>
                  <a:pt x="29360" y="1964"/>
                </a:cubicBezTo>
                <a:cubicBezTo>
                  <a:pt x="29161" y="2008"/>
                  <a:pt x="28954" y="2072"/>
                  <a:pt x="28741" y="2155"/>
                </a:cubicBezTo>
                <a:lnTo>
                  <a:pt x="28708" y="2155"/>
                </a:lnTo>
                <a:lnTo>
                  <a:pt x="28708" y="1526"/>
                </a:lnTo>
                <a:cubicBezTo>
                  <a:pt x="28829" y="1493"/>
                  <a:pt x="29003" y="1457"/>
                  <a:pt x="29232" y="1417"/>
                </a:cubicBezTo>
                <a:cubicBezTo>
                  <a:pt x="29460" y="1378"/>
                  <a:pt x="29686" y="1358"/>
                  <a:pt x="29908" y="1358"/>
                </a:cubicBezTo>
                <a:cubicBezTo>
                  <a:pt x="30167" y="1358"/>
                  <a:pt x="30393" y="1379"/>
                  <a:pt x="30585" y="1422"/>
                </a:cubicBezTo>
                <a:cubicBezTo>
                  <a:pt x="30777" y="1465"/>
                  <a:pt x="30944" y="1538"/>
                  <a:pt x="31084" y="1641"/>
                </a:cubicBezTo>
                <a:cubicBezTo>
                  <a:pt x="31223" y="1742"/>
                  <a:pt x="31328" y="1873"/>
                  <a:pt x="31401" y="2033"/>
                </a:cubicBezTo>
                <a:cubicBezTo>
                  <a:pt x="31473" y="2194"/>
                  <a:pt x="31509" y="2393"/>
                  <a:pt x="31509" y="2630"/>
                </a:cubicBezTo>
                <a:lnTo>
                  <a:pt x="31509" y="5128"/>
                </a:lnTo>
                <a:moveTo>
                  <a:pt x="30893" y="4226"/>
                </a:moveTo>
                <a:lnTo>
                  <a:pt x="30893" y="3197"/>
                </a:lnTo>
                <a:cubicBezTo>
                  <a:pt x="30704" y="3208"/>
                  <a:pt x="30482" y="3224"/>
                  <a:pt x="30226" y="3247"/>
                </a:cubicBezTo>
                <a:cubicBezTo>
                  <a:pt x="29970" y="3269"/>
                  <a:pt x="29767" y="3301"/>
                  <a:pt x="29618" y="3342"/>
                </a:cubicBezTo>
                <a:cubicBezTo>
                  <a:pt x="29440" y="3393"/>
                  <a:pt x="29296" y="3472"/>
                  <a:pt x="29186" y="3579"/>
                </a:cubicBezTo>
                <a:cubicBezTo>
                  <a:pt x="29076" y="3686"/>
                  <a:pt x="29021" y="3834"/>
                  <a:pt x="29021" y="4021"/>
                </a:cubicBezTo>
                <a:cubicBezTo>
                  <a:pt x="29021" y="4233"/>
                  <a:pt x="29085" y="4392"/>
                  <a:pt x="29212" y="4499"/>
                </a:cubicBezTo>
                <a:cubicBezTo>
                  <a:pt x="29340" y="4607"/>
                  <a:pt x="29534" y="4660"/>
                  <a:pt x="29796" y="4660"/>
                </a:cubicBezTo>
                <a:cubicBezTo>
                  <a:pt x="30013" y="4660"/>
                  <a:pt x="30212" y="4618"/>
                  <a:pt x="30392" y="4533"/>
                </a:cubicBezTo>
                <a:cubicBezTo>
                  <a:pt x="30572" y="4448"/>
                  <a:pt x="30739" y="4346"/>
                  <a:pt x="30893" y="4226"/>
                </a:cubicBezTo>
                <a:close/>
                <a:moveTo>
                  <a:pt x="35784" y="3348"/>
                </a:moveTo>
                <a:lnTo>
                  <a:pt x="33071" y="3348"/>
                </a:lnTo>
                <a:cubicBezTo>
                  <a:pt x="33071" y="3575"/>
                  <a:pt x="33106" y="3773"/>
                  <a:pt x="33174" y="3941"/>
                </a:cubicBezTo>
                <a:cubicBezTo>
                  <a:pt x="33242" y="4110"/>
                  <a:pt x="33335" y="4248"/>
                  <a:pt x="33454" y="4356"/>
                </a:cubicBezTo>
                <a:cubicBezTo>
                  <a:pt x="33568" y="4462"/>
                  <a:pt x="33704" y="4541"/>
                  <a:pt x="33861" y="4594"/>
                </a:cubicBezTo>
                <a:cubicBezTo>
                  <a:pt x="34018" y="4647"/>
                  <a:pt x="34191" y="4673"/>
                  <a:pt x="34380" y="4673"/>
                </a:cubicBezTo>
                <a:cubicBezTo>
                  <a:pt x="34630" y="4673"/>
                  <a:pt x="34882" y="4623"/>
                  <a:pt x="35136" y="4522"/>
                </a:cubicBezTo>
                <a:cubicBezTo>
                  <a:pt x="35390" y="4421"/>
                  <a:pt x="35571" y="4322"/>
                  <a:pt x="35678" y="4225"/>
                </a:cubicBezTo>
                <a:lnTo>
                  <a:pt x="35711" y="4225"/>
                </a:lnTo>
                <a:lnTo>
                  <a:pt x="35711" y="4903"/>
                </a:lnTo>
                <a:cubicBezTo>
                  <a:pt x="35503" y="4991"/>
                  <a:pt x="35289" y="5065"/>
                  <a:pt x="35072" y="5124"/>
                </a:cubicBezTo>
                <a:cubicBezTo>
                  <a:pt x="34854" y="5184"/>
                  <a:pt x="34626" y="5214"/>
                  <a:pt x="34386" y="5214"/>
                </a:cubicBezTo>
                <a:cubicBezTo>
                  <a:pt x="33776" y="5214"/>
                  <a:pt x="33299" y="5048"/>
                  <a:pt x="32956" y="4717"/>
                </a:cubicBezTo>
                <a:cubicBezTo>
                  <a:pt x="32613" y="4386"/>
                  <a:pt x="32442" y="3915"/>
                  <a:pt x="32442" y="3306"/>
                </a:cubicBezTo>
                <a:cubicBezTo>
                  <a:pt x="32442" y="2703"/>
                  <a:pt x="32606" y="2224"/>
                  <a:pt x="32935" y="1870"/>
                </a:cubicBezTo>
                <a:cubicBezTo>
                  <a:pt x="33263" y="1515"/>
                  <a:pt x="33695" y="1338"/>
                  <a:pt x="34232" y="1338"/>
                </a:cubicBezTo>
                <a:cubicBezTo>
                  <a:pt x="34728" y="1338"/>
                  <a:pt x="35111" y="1483"/>
                  <a:pt x="35380" y="1774"/>
                </a:cubicBezTo>
                <a:cubicBezTo>
                  <a:pt x="35649" y="2064"/>
                  <a:pt x="35784" y="2477"/>
                  <a:pt x="35784" y="3012"/>
                </a:cubicBezTo>
                <a:lnTo>
                  <a:pt x="35784" y="3348"/>
                </a:lnTo>
                <a:moveTo>
                  <a:pt x="35181" y="2874"/>
                </a:moveTo>
                <a:cubicBezTo>
                  <a:pt x="35179" y="2549"/>
                  <a:pt x="35097" y="2297"/>
                  <a:pt x="34935" y="2119"/>
                </a:cubicBezTo>
                <a:cubicBezTo>
                  <a:pt x="34774" y="1941"/>
                  <a:pt x="34528" y="1852"/>
                  <a:pt x="34199" y="1852"/>
                </a:cubicBezTo>
                <a:cubicBezTo>
                  <a:pt x="33867" y="1852"/>
                  <a:pt x="33603" y="1950"/>
                  <a:pt x="33406" y="2145"/>
                </a:cubicBezTo>
                <a:cubicBezTo>
                  <a:pt x="33209" y="2341"/>
                  <a:pt x="33098" y="2584"/>
                  <a:pt x="33071" y="2874"/>
                </a:cubicBezTo>
                <a:lnTo>
                  <a:pt x="35181" y="28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211E8F-2380-4B85-9E5E-583B2ED9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20" y="1069059"/>
            <a:ext cx="38753" cy="49906"/>
          </a:xfrm>
          <a:custGeom xmlns:a="http://schemas.openxmlformats.org/drawingml/2006/main">
            <a:pathLst>
              <a:path w="38753" h="49906">
                <a:moveTo>
                  <a:pt x="0" y="0"/>
                </a:moveTo>
                <a:lnTo>
                  <a:pt x="38753" y="0"/>
                </a:lnTo>
                <a:lnTo>
                  <a:pt x="38753" y="49906"/>
                </a:lnTo>
                <a:lnTo>
                  <a:pt x="0" y="499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8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47E06C-B673-49A9-BD87-DE9A8FBAB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18" y="1069061"/>
            <a:ext cx="38755" cy="49907"/>
          </a:xfrm>
          <a:custGeom xmlns:a="http://schemas.openxmlformats.org/drawingml/2006/main">
            <a:pathLst>
              <a:path w="38755" h="49907" fill="none">
                <a:moveTo>
                  <a:pt x="0" y="0"/>
                </a:moveTo>
                <a:lnTo>
                  <a:pt x="38755" y="0"/>
                </a:lnTo>
                <a:lnTo>
                  <a:pt x="38755" y="49907"/>
                </a:lnTo>
                <a:lnTo>
                  <a:pt x="0" y="499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899" name="Text Sphecidae">
            <a:extLst xmlns:a="http://schemas.openxmlformats.org/drawingml/2006/main">
              <a:ext uri="{FF2B5EF4-FFF2-40B4-BE49-F238E27FC236}">
                <a16:creationId xmlns:a16="http://schemas.microsoft.com/office/drawing/2014/main" id="{6C2C03EB-99AF-4DF1-B93E-6CBBF63F7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207" y="1070886"/>
            <a:ext cx="37764" cy="7206"/>
          </a:xfrm>
          <a:custGeom xmlns:a="http://schemas.openxmlformats.org/drawingml/2006/main">
            <a:pathLst>
              <a:path w="37764" h="7206">
                <a:moveTo>
                  <a:pt x="4204" y="4144"/>
                </a:moveTo>
                <a:cubicBezTo>
                  <a:pt x="4204" y="4357"/>
                  <a:pt x="4154" y="4567"/>
                  <a:pt x="4055" y="4774"/>
                </a:cubicBezTo>
                <a:cubicBezTo>
                  <a:pt x="3957" y="4982"/>
                  <a:pt x="3818" y="5158"/>
                  <a:pt x="3640" y="5302"/>
                </a:cubicBezTo>
                <a:cubicBezTo>
                  <a:pt x="3445" y="5458"/>
                  <a:pt x="3217" y="5581"/>
                  <a:pt x="2957" y="5669"/>
                </a:cubicBezTo>
                <a:cubicBezTo>
                  <a:pt x="2697" y="5756"/>
                  <a:pt x="2384" y="5800"/>
                  <a:pt x="2018" y="5800"/>
                </a:cubicBezTo>
                <a:cubicBezTo>
                  <a:pt x="1625" y="5800"/>
                  <a:pt x="1271" y="5764"/>
                  <a:pt x="958" y="5690"/>
                </a:cubicBezTo>
                <a:cubicBezTo>
                  <a:pt x="644" y="5617"/>
                  <a:pt x="325" y="5508"/>
                  <a:pt x="0" y="5363"/>
                </a:cubicBezTo>
                <a:lnTo>
                  <a:pt x="0" y="4453"/>
                </a:lnTo>
                <a:lnTo>
                  <a:pt x="51" y="4453"/>
                </a:lnTo>
                <a:cubicBezTo>
                  <a:pt x="327" y="4682"/>
                  <a:pt x="646" y="4859"/>
                  <a:pt x="1007" y="4984"/>
                </a:cubicBezTo>
                <a:cubicBezTo>
                  <a:pt x="1368" y="5108"/>
                  <a:pt x="1708" y="5171"/>
                  <a:pt x="2025" y="5171"/>
                </a:cubicBezTo>
                <a:cubicBezTo>
                  <a:pt x="2474" y="5171"/>
                  <a:pt x="2824" y="5087"/>
                  <a:pt x="3074" y="4919"/>
                </a:cubicBezTo>
                <a:cubicBezTo>
                  <a:pt x="3324" y="4751"/>
                  <a:pt x="3449" y="4527"/>
                  <a:pt x="3449" y="4247"/>
                </a:cubicBezTo>
                <a:cubicBezTo>
                  <a:pt x="3449" y="4005"/>
                  <a:pt x="3390" y="3827"/>
                  <a:pt x="3272" y="3712"/>
                </a:cubicBezTo>
                <a:cubicBezTo>
                  <a:pt x="3153" y="3597"/>
                  <a:pt x="2973" y="3508"/>
                  <a:pt x="2732" y="3444"/>
                </a:cubicBezTo>
                <a:cubicBezTo>
                  <a:pt x="2549" y="3395"/>
                  <a:pt x="2350" y="3355"/>
                  <a:pt x="2137" y="3323"/>
                </a:cubicBezTo>
                <a:cubicBezTo>
                  <a:pt x="1923" y="3292"/>
                  <a:pt x="1697" y="3251"/>
                  <a:pt x="1457" y="3202"/>
                </a:cubicBezTo>
                <a:cubicBezTo>
                  <a:pt x="974" y="3100"/>
                  <a:pt x="616" y="2925"/>
                  <a:pt x="383" y="2677"/>
                </a:cubicBezTo>
                <a:cubicBezTo>
                  <a:pt x="150" y="2429"/>
                  <a:pt x="33" y="2106"/>
                  <a:pt x="33" y="1707"/>
                </a:cubicBezTo>
                <a:cubicBezTo>
                  <a:pt x="33" y="1251"/>
                  <a:pt x="226" y="876"/>
                  <a:pt x="612" y="584"/>
                </a:cubicBezTo>
                <a:cubicBezTo>
                  <a:pt x="997" y="292"/>
                  <a:pt x="1487" y="146"/>
                  <a:pt x="2080" y="146"/>
                </a:cubicBezTo>
                <a:cubicBezTo>
                  <a:pt x="2463" y="146"/>
                  <a:pt x="2815" y="183"/>
                  <a:pt x="3135" y="256"/>
                </a:cubicBezTo>
                <a:cubicBezTo>
                  <a:pt x="3454" y="330"/>
                  <a:pt x="3738" y="420"/>
                  <a:pt x="3984" y="527"/>
                </a:cubicBezTo>
                <a:lnTo>
                  <a:pt x="3984" y="1384"/>
                </a:lnTo>
                <a:lnTo>
                  <a:pt x="3933" y="1384"/>
                </a:lnTo>
                <a:cubicBezTo>
                  <a:pt x="3725" y="1209"/>
                  <a:pt x="3453" y="1064"/>
                  <a:pt x="3114" y="949"/>
                </a:cubicBezTo>
                <a:cubicBezTo>
                  <a:pt x="2776" y="834"/>
                  <a:pt x="2430" y="776"/>
                  <a:pt x="2076" y="776"/>
                </a:cubicBezTo>
                <a:cubicBezTo>
                  <a:pt x="1688" y="776"/>
                  <a:pt x="1376" y="857"/>
                  <a:pt x="1141" y="1017"/>
                </a:cubicBezTo>
                <a:cubicBezTo>
                  <a:pt x="905" y="1178"/>
                  <a:pt x="787" y="1385"/>
                  <a:pt x="787" y="1638"/>
                </a:cubicBezTo>
                <a:cubicBezTo>
                  <a:pt x="787" y="1865"/>
                  <a:pt x="846" y="2043"/>
                  <a:pt x="963" y="2173"/>
                </a:cubicBezTo>
                <a:cubicBezTo>
                  <a:pt x="1080" y="2302"/>
                  <a:pt x="1287" y="2401"/>
                  <a:pt x="1582" y="2470"/>
                </a:cubicBezTo>
                <a:cubicBezTo>
                  <a:pt x="1738" y="2504"/>
                  <a:pt x="1960" y="2545"/>
                  <a:pt x="2248" y="2594"/>
                </a:cubicBezTo>
                <a:cubicBezTo>
                  <a:pt x="2536" y="2643"/>
                  <a:pt x="2781" y="2693"/>
                  <a:pt x="2981" y="2744"/>
                </a:cubicBezTo>
                <a:cubicBezTo>
                  <a:pt x="3386" y="2852"/>
                  <a:pt x="3691" y="3014"/>
                  <a:pt x="3896" y="3232"/>
                </a:cubicBezTo>
                <a:cubicBezTo>
                  <a:pt x="4101" y="3449"/>
                  <a:pt x="4204" y="3753"/>
                  <a:pt x="4204" y="4144"/>
                </a:cubicBezTo>
                <a:close/>
                <a:moveTo>
                  <a:pt x="8913" y="3600"/>
                </a:moveTo>
                <a:cubicBezTo>
                  <a:pt x="8913" y="3932"/>
                  <a:pt x="8865" y="4236"/>
                  <a:pt x="8770" y="4511"/>
                </a:cubicBezTo>
                <a:cubicBezTo>
                  <a:pt x="8675" y="4786"/>
                  <a:pt x="8541" y="5019"/>
                  <a:pt x="8367" y="5210"/>
                </a:cubicBezTo>
                <a:cubicBezTo>
                  <a:pt x="8206" y="5391"/>
                  <a:pt x="8016" y="5531"/>
                  <a:pt x="7798" y="5630"/>
                </a:cubicBezTo>
                <a:cubicBezTo>
                  <a:pt x="7579" y="5729"/>
                  <a:pt x="7348" y="5778"/>
                  <a:pt x="7104" y="5778"/>
                </a:cubicBezTo>
                <a:cubicBezTo>
                  <a:pt x="6892" y="5778"/>
                  <a:pt x="6699" y="5755"/>
                  <a:pt x="6527" y="5709"/>
                </a:cubicBezTo>
                <a:cubicBezTo>
                  <a:pt x="6355" y="5662"/>
                  <a:pt x="6180" y="5590"/>
                  <a:pt x="6002" y="5492"/>
                </a:cubicBezTo>
                <a:lnTo>
                  <a:pt x="6002" y="7206"/>
                </a:lnTo>
                <a:lnTo>
                  <a:pt x="5313" y="7206"/>
                </a:lnTo>
                <a:lnTo>
                  <a:pt x="5313" y="1604"/>
                </a:lnTo>
                <a:lnTo>
                  <a:pt x="6002" y="1604"/>
                </a:lnTo>
                <a:lnTo>
                  <a:pt x="6002" y="2030"/>
                </a:lnTo>
                <a:cubicBezTo>
                  <a:pt x="6185" y="1876"/>
                  <a:pt x="6391" y="1747"/>
                  <a:pt x="6619" y="1643"/>
                </a:cubicBezTo>
                <a:cubicBezTo>
                  <a:pt x="6847" y="1539"/>
                  <a:pt x="7091" y="1487"/>
                  <a:pt x="7349" y="1487"/>
                </a:cubicBezTo>
                <a:cubicBezTo>
                  <a:pt x="7843" y="1487"/>
                  <a:pt x="8226" y="1673"/>
                  <a:pt x="8501" y="2046"/>
                </a:cubicBezTo>
                <a:cubicBezTo>
                  <a:pt x="8776" y="2419"/>
                  <a:pt x="8913" y="2937"/>
                  <a:pt x="8913" y="3600"/>
                </a:cubicBezTo>
                <a:moveTo>
                  <a:pt x="8203" y="3618"/>
                </a:moveTo>
                <a:cubicBezTo>
                  <a:pt x="8203" y="3125"/>
                  <a:pt x="8118" y="2756"/>
                  <a:pt x="7950" y="2512"/>
                </a:cubicBezTo>
                <a:cubicBezTo>
                  <a:pt x="7781" y="2268"/>
                  <a:pt x="7523" y="2146"/>
                  <a:pt x="7174" y="2146"/>
                </a:cubicBezTo>
                <a:cubicBezTo>
                  <a:pt x="6976" y="2146"/>
                  <a:pt x="6777" y="2189"/>
                  <a:pt x="6577" y="2274"/>
                </a:cubicBezTo>
                <a:cubicBezTo>
                  <a:pt x="6377" y="2359"/>
                  <a:pt x="6185" y="2472"/>
                  <a:pt x="6002" y="2611"/>
                </a:cubicBezTo>
                <a:lnTo>
                  <a:pt x="6002" y="4929"/>
                </a:lnTo>
                <a:cubicBezTo>
                  <a:pt x="6197" y="5017"/>
                  <a:pt x="6365" y="5077"/>
                  <a:pt x="6505" y="5108"/>
                </a:cubicBezTo>
                <a:cubicBezTo>
                  <a:pt x="6646" y="5140"/>
                  <a:pt x="6805" y="5156"/>
                  <a:pt x="6983" y="5156"/>
                </a:cubicBezTo>
                <a:cubicBezTo>
                  <a:pt x="7366" y="5156"/>
                  <a:pt x="7666" y="5026"/>
                  <a:pt x="7880" y="4768"/>
                </a:cubicBezTo>
                <a:cubicBezTo>
                  <a:pt x="8095" y="4509"/>
                  <a:pt x="8203" y="4126"/>
                  <a:pt x="8203" y="3618"/>
                </a:cubicBezTo>
                <a:close/>
                <a:moveTo>
                  <a:pt x="13406" y="5698"/>
                </a:moveTo>
                <a:lnTo>
                  <a:pt x="12717" y="5698"/>
                </a:lnTo>
                <a:lnTo>
                  <a:pt x="12717" y="3366"/>
                </a:lnTo>
                <a:cubicBezTo>
                  <a:pt x="12717" y="3178"/>
                  <a:pt x="12706" y="3002"/>
                  <a:pt x="12684" y="2837"/>
                </a:cubicBezTo>
                <a:cubicBezTo>
                  <a:pt x="12662" y="2672"/>
                  <a:pt x="12622" y="2543"/>
                  <a:pt x="12563" y="2450"/>
                </a:cubicBezTo>
                <a:cubicBezTo>
                  <a:pt x="12502" y="2347"/>
                  <a:pt x="12414" y="2271"/>
                  <a:pt x="12300" y="2221"/>
                </a:cubicBezTo>
                <a:cubicBezTo>
                  <a:pt x="12185" y="2171"/>
                  <a:pt x="12036" y="2146"/>
                  <a:pt x="11853" y="2146"/>
                </a:cubicBezTo>
                <a:cubicBezTo>
                  <a:pt x="11665" y="2146"/>
                  <a:pt x="11468" y="2192"/>
                  <a:pt x="11263" y="2285"/>
                </a:cubicBezTo>
                <a:cubicBezTo>
                  <a:pt x="11058" y="2378"/>
                  <a:pt x="10862" y="2497"/>
                  <a:pt x="10674" y="2641"/>
                </a:cubicBezTo>
                <a:lnTo>
                  <a:pt x="10674" y="5698"/>
                </a:lnTo>
                <a:lnTo>
                  <a:pt x="9985" y="5698"/>
                </a:lnTo>
                <a:lnTo>
                  <a:pt x="9985" y="0"/>
                </a:lnTo>
                <a:lnTo>
                  <a:pt x="10674" y="0"/>
                </a:lnTo>
                <a:lnTo>
                  <a:pt x="10674" y="2055"/>
                </a:lnTo>
                <a:cubicBezTo>
                  <a:pt x="10889" y="1877"/>
                  <a:pt x="11111" y="1737"/>
                  <a:pt x="11340" y="1637"/>
                </a:cubicBezTo>
                <a:cubicBezTo>
                  <a:pt x="11570" y="1537"/>
                  <a:pt x="11805" y="1487"/>
                  <a:pt x="12047" y="1487"/>
                </a:cubicBezTo>
                <a:cubicBezTo>
                  <a:pt x="12489" y="1487"/>
                  <a:pt x="12826" y="1620"/>
                  <a:pt x="13058" y="1887"/>
                </a:cubicBezTo>
                <a:cubicBezTo>
                  <a:pt x="13290" y="2153"/>
                  <a:pt x="13406" y="2537"/>
                  <a:pt x="13406" y="3038"/>
                </a:cubicBezTo>
                <a:lnTo>
                  <a:pt x="13406" y="5698"/>
                </a:lnTo>
                <a:close/>
                <a:moveTo>
                  <a:pt x="18155" y="3720"/>
                </a:moveTo>
                <a:lnTo>
                  <a:pt x="15141" y="3720"/>
                </a:lnTo>
                <a:cubicBezTo>
                  <a:pt x="15141" y="3972"/>
                  <a:pt x="15179" y="4192"/>
                  <a:pt x="15255" y="4379"/>
                </a:cubicBezTo>
                <a:cubicBezTo>
                  <a:pt x="15330" y="4567"/>
                  <a:pt x="15434" y="4720"/>
                  <a:pt x="15566" y="4840"/>
                </a:cubicBezTo>
                <a:cubicBezTo>
                  <a:pt x="15693" y="4958"/>
                  <a:pt x="15844" y="5046"/>
                  <a:pt x="16018" y="5104"/>
                </a:cubicBezTo>
                <a:cubicBezTo>
                  <a:pt x="16193" y="5163"/>
                  <a:pt x="16385" y="5192"/>
                  <a:pt x="16595" y="5192"/>
                </a:cubicBezTo>
                <a:cubicBezTo>
                  <a:pt x="16873" y="5192"/>
                  <a:pt x="17153" y="5137"/>
                  <a:pt x="17435" y="5025"/>
                </a:cubicBezTo>
                <a:cubicBezTo>
                  <a:pt x="17717" y="4913"/>
                  <a:pt x="17918" y="4803"/>
                  <a:pt x="18038" y="4694"/>
                </a:cubicBezTo>
                <a:lnTo>
                  <a:pt x="18074" y="4694"/>
                </a:lnTo>
                <a:lnTo>
                  <a:pt x="18074" y="5448"/>
                </a:lnTo>
                <a:cubicBezTo>
                  <a:pt x="17842" y="5546"/>
                  <a:pt x="17606" y="5628"/>
                  <a:pt x="17364" y="5694"/>
                </a:cubicBezTo>
                <a:cubicBezTo>
                  <a:pt x="17122" y="5760"/>
                  <a:pt x="16868" y="5793"/>
                  <a:pt x="16602" y="5793"/>
                </a:cubicBezTo>
                <a:cubicBezTo>
                  <a:pt x="15924" y="5793"/>
                  <a:pt x="15394" y="5609"/>
                  <a:pt x="15013" y="5241"/>
                </a:cubicBezTo>
                <a:cubicBezTo>
                  <a:pt x="14632" y="4873"/>
                  <a:pt x="14442" y="4350"/>
                  <a:pt x="14442" y="3673"/>
                </a:cubicBezTo>
                <a:cubicBezTo>
                  <a:pt x="14442" y="3003"/>
                  <a:pt x="14624" y="2471"/>
                  <a:pt x="14989" y="2077"/>
                </a:cubicBezTo>
                <a:cubicBezTo>
                  <a:pt x="15354" y="1684"/>
                  <a:pt x="15835" y="1487"/>
                  <a:pt x="16430" y="1487"/>
                </a:cubicBezTo>
                <a:cubicBezTo>
                  <a:pt x="16982" y="1487"/>
                  <a:pt x="17407" y="1648"/>
                  <a:pt x="17706" y="1971"/>
                </a:cubicBezTo>
                <a:cubicBezTo>
                  <a:pt x="18005" y="2294"/>
                  <a:pt x="18155" y="2752"/>
                  <a:pt x="18155" y="3346"/>
                </a:cubicBezTo>
                <a:lnTo>
                  <a:pt x="18155" y="3720"/>
                </a:lnTo>
                <a:moveTo>
                  <a:pt x="17485" y="3193"/>
                </a:moveTo>
                <a:cubicBezTo>
                  <a:pt x="17482" y="2832"/>
                  <a:pt x="17391" y="2552"/>
                  <a:pt x="17212" y="2355"/>
                </a:cubicBezTo>
                <a:cubicBezTo>
                  <a:pt x="17033" y="2157"/>
                  <a:pt x="16760" y="2058"/>
                  <a:pt x="16394" y="2058"/>
                </a:cubicBezTo>
                <a:cubicBezTo>
                  <a:pt x="16025" y="2058"/>
                  <a:pt x="15731" y="2167"/>
                  <a:pt x="15513" y="2384"/>
                </a:cubicBezTo>
                <a:cubicBezTo>
                  <a:pt x="15294" y="2601"/>
                  <a:pt x="15171" y="2871"/>
                  <a:pt x="15141" y="3193"/>
                </a:cubicBezTo>
                <a:lnTo>
                  <a:pt x="17485" y="3193"/>
                </a:lnTo>
                <a:close/>
                <a:moveTo>
                  <a:pt x="22223" y="5445"/>
                </a:moveTo>
                <a:cubicBezTo>
                  <a:pt x="21994" y="5555"/>
                  <a:pt x="21776" y="5640"/>
                  <a:pt x="21570" y="5701"/>
                </a:cubicBezTo>
                <a:cubicBezTo>
                  <a:pt x="21363" y="5763"/>
                  <a:pt x="21144" y="5793"/>
                  <a:pt x="20912" y="5793"/>
                </a:cubicBezTo>
                <a:cubicBezTo>
                  <a:pt x="20617" y="5793"/>
                  <a:pt x="20346" y="5750"/>
                  <a:pt x="20099" y="5663"/>
                </a:cubicBezTo>
                <a:cubicBezTo>
                  <a:pt x="19853" y="5576"/>
                  <a:pt x="19642" y="5445"/>
                  <a:pt x="19466" y="5268"/>
                </a:cubicBezTo>
                <a:cubicBezTo>
                  <a:pt x="19288" y="5092"/>
                  <a:pt x="19150" y="4870"/>
                  <a:pt x="19052" y="4601"/>
                </a:cubicBezTo>
                <a:cubicBezTo>
                  <a:pt x="18954" y="4332"/>
                  <a:pt x="18906" y="4018"/>
                  <a:pt x="18906" y="3658"/>
                </a:cubicBezTo>
                <a:cubicBezTo>
                  <a:pt x="18906" y="2988"/>
                  <a:pt x="19089" y="2462"/>
                  <a:pt x="19457" y="2081"/>
                </a:cubicBezTo>
                <a:cubicBezTo>
                  <a:pt x="19824" y="1699"/>
                  <a:pt x="20309" y="1509"/>
                  <a:pt x="20912" y="1509"/>
                </a:cubicBezTo>
                <a:cubicBezTo>
                  <a:pt x="21147" y="1509"/>
                  <a:pt x="21377" y="1542"/>
                  <a:pt x="21603" y="1608"/>
                </a:cubicBezTo>
                <a:cubicBezTo>
                  <a:pt x="21828" y="1673"/>
                  <a:pt x="22035" y="1754"/>
                  <a:pt x="22223" y="1849"/>
                </a:cubicBezTo>
                <a:lnTo>
                  <a:pt x="22223" y="2615"/>
                </a:lnTo>
                <a:lnTo>
                  <a:pt x="22187" y="2615"/>
                </a:lnTo>
                <a:cubicBezTo>
                  <a:pt x="21977" y="2452"/>
                  <a:pt x="21760" y="2327"/>
                  <a:pt x="21537" y="2240"/>
                </a:cubicBezTo>
                <a:cubicBezTo>
                  <a:pt x="21313" y="2153"/>
                  <a:pt x="21095" y="2109"/>
                  <a:pt x="20883" y="2109"/>
                </a:cubicBezTo>
                <a:cubicBezTo>
                  <a:pt x="20492" y="2109"/>
                  <a:pt x="20184" y="2240"/>
                  <a:pt x="19958" y="2503"/>
                </a:cubicBezTo>
                <a:cubicBezTo>
                  <a:pt x="19733" y="2765"/>
                  <a:pt x="19620" y="3150"/>
                  <a:pt x="19620" y="3658"/>
                </a:cubicBezTo>
                <a:cubicBezTo>
                  <a:pt x="19620" y="4151"/>
                  <a:pt x="19730" y="4530"/>
                  <a:pt x="19951" y="4795"/>
                </a:cubicBezTo>
                <a:cubicBezTo>
                  <a:pt x="20172" y="5060"/>
                  <a:pt x="20483" y="5192"/>
                  <a:pt x="20883" y="5192"/>
                </a:cubicBezTo>
                <a:cubicBezTo>
                  <a:pt x="21022" y="5192"/>
                  <a:pt x="21164" y="5174"/>
                  <a:pt x="21308" y="5138"/>
                </a:cubicBezTo>
                <a:cubicBezTo>
                  <a:pt x="21452" y="5102"/>
                  <a:pt x="21581" y="5054"/>
                  <a:pt x="21696" y="4996"/>
                </a:cubicBezTo>
                <a:cubicBezTo>
                  <a:pt x="21796" y="4945"/>
                  <a:pt x="21890" y="4891"/>
                  <a:pt x="21978" y="4834"/>
                </a:cubicBezTo>
                <a:cubicBezTo>
                  <a:pt x="22066" y="4777"/>
                  <a:pt x="22135" y="4728"/>
                  <a:pt x="22187" y="4687"/>
                </a:cubicBezTo>
                <a:lnTo>
                  <a:pt x="22223" y="4687"/>
                </a:lnTo>
                <a:lnTo>
                  <a:pt x="22223" y="5445"/>
                </a:lnTo>
                <a:close/>
                <a:moveTo>
                  <a:pt x="23845" y="923"/>
                </a:moveTo>
                <a:lnTo>
                  <a:pt x="23069" y="923"/>
                </a:lnTo>
                <a:lnTo>
                  <a:pt x="23069" y="205"/>
                </a:lnTo>
                <a:lnTo>
                  <a:pt x="23845" y="205"/>
                </a:lnTo>
                <a:lnTo>
                  <a:pt x="23845" y="923"/>
                </a:lnTo>
                <a:moveTo>
                  <a:pt x="23801" y="5698"/>
                </a:moveTo>
                <a:lnTo>
                  <a:pt x="23113" y="5698"/>
                </a:lnTo>
                <a:lnTo>
                  <a:pt x="23113" y="1604"/>
                </a:lnTo>
                <a:lnTo>
                  <a:pt x="23801" y="1604"/>
                </a:lnTo>
                <a:lnTo>
                  <a:pt x="23801" y="5698"/>
                </a:lnTo>
                <a:close/>
                <a:moveTo>
                  <a:pt x="28481" y="5698"/>
                </a:moveTo>
                <a:lnTo>
                  <a:pt x="27793" y="5698"/>
                </a:lnTo>
                <a:lnTo>
                  <a:pt x="27793" y="5272"/>
                </a:lnTo>
                <a:cubicBezTo>
                  <a:pt x="27595" y="5443"/>
                  <a:pt x="27389" y="5576"/>
                  <a:pt x="27174" y="5672"/>
                </a:cubicBezTo>
                <a:cubicBezTo>
                  <a:pt x="26959" y="5767"/>
                  <a:pt x="26726" y="5815"/>
                  <a:pt x="26475" y="5815"/>
                </a:cubicBezTo>
                <a:cubicBezTo>
                  <a:pt x="25986" y="5815"/>
                  <a:pt x="25599" y="5627"/>
                  <a:pt x="25312" y="5250"/>
                </a:cubicBezTo>
                <a:cubicBezTo>
                  <a:pt x="25025" y="4873"/>
                  <a:pt x="24882" y="4350"/>
                  <a:pt x="24882" y="3682"/>
                </a:cubicBezTo>
                <a:cubicBezTo>
                  <a:pt x="24882" y="3335"/>
                  <a:pt x="24931" y="3025"/>
                  <a:pt x="25030" y="2753"/>
                </a:cubicBezTo>
                <a:cubicBezTo>
                  <a:pt x="25129" y="2482"/>
                  <a:pt x="25262" y="2250"/>
                  <a:pt x="25431" y="2059"/>
                </a:cubicBezTo>
                <a:cubicBezTo>
                  <a:pt x="25597" y="1873"/>
                  <a:pt x="25790" y="1732"/>
                  <a:pt x="26011" y="1634"/>
                </a:cubicBezTo>
                <a:cubicBezTo>
                  <a:pt x="26232" y="1536"/>
                  <a:pt x="26461" y="1487"/>
                  <a:pt x="26698" y="1487"/>
                </a:cubicBezTo>
                <a:cubicBezTo>
                  <a:pt x="26913" y="1487"/>
                  <a:pt x="27103" y="1509"/>
                  <a:pt x="27269" y="1555"/>
                </a:cubicBezTo>
                <a:cubicBezTo>
                  <a:pt x="27435" y="1600"/>
                  <a:pt x="27610" y="1670"/>
                  <a:pt x="27793" y="1766"/>
                </a:cubicBezTo>
                <a:lnTo>
                  <a:pt x="27793" y="0"/>
                </a:lnTo>
                <a:lnTo>
                  <a:pt x="28481" y="0"/>
                </a:lnTo>
                <a:lnTo>
                  <a:pt x="28481" y="5698"/>
                </a:lnTo>
                <a:moveTo>
                  <a:pt x="27793" y="4691"/>
                </a:moveTo>
                <a:lnTo>
                  <a:pt x="27793" y="2344"/>
                </a:lnTo>
                <a:cubicBezTo>
                  <a:pt x="27607" y="2261"/>
                  <a:pt x="27441" y="2203"/>
                  <a:pt x="27295" y="2171"/>
                </a:cubicBezTo>
                <a:cubicBezTo>
                  <a:pt x="27148" y="2140"/>
                  <a:pt x="26988" y="2124"/>
                  <a:pt x="26815" y="2124"/>
                </a:cubicBezTo>
                <a:cubicBezTo>
                  <a:pt x="26429" y="2124"/>
                  <a:pt x="26129" y="2258"/>
                  <a:pt x="25914" y="2527"/>
                </a:cubicBezTo>
                <a:cubicBezTo>
                  <a:pt x="25699" y="2795"/>
                  <a:pt x="25592" y="3176"/>
                  <a:pt x="25592" y="3669"/>
                </a:cubicBezTo>
                <a:cubicBezTo>
                  <a:pt x="25592" y="4155"/>
                  <a:pt x="25675" y="4524"/>
                  <a:pt x="25841" y="4777"/>
                </a:cubicBezTo>
                <a:cubicBezTo>
                  <a:pt x="26007" y="5030"/>
                  <a:pt x="26273" y="5156"/>
                  <a:pt x="26639" y="5156"/>
                </a:cubicBezTo>
                <a:cubicBezTo>
                  <a:pt x="26835" y="5156"/>
                  <a:pt x="27032" y="5113"/>
                  <a:pt x="27233" y="5026"/>
                </a:cubicBezTo>
                <a:cubicBezTo>
                  <a:pt x="27433" y="4939"/>
                  <a:pt x="27619" y="4828"/>
                  <a:pt x="27793" y="4691"/>
                </a:cubicBezTo>
                <a:close/>
                <a:moveTo>
                  <a:pt x="33014" y="5698"/>
                </a:moveTo>
                <a:lnTo>
                  <a:pt x="32330" y="5698"/>
                </a:lnTo>
                <a:lnTo>
                  <a:pt x="32330" y="5265"/>
                </a:lnTo>
                <a:cubicBezTo>
                  <a:pt x="32269" y="5307"/>
                  <a:pt x="32186" y="5365"/>
                  <a:pt x="32082" y="5439"/>
                </a:cubicBezTo>
                <a:cubicBezTo>
                  <a:pt x="31979" y="5514"/>
                  <a:pt x="31878" y="5573"/>
                  <a:pt x="31780" y="5617"/>
                </a:cubicBezTo>
                <a:cubicBezTo>
                  <a:pt x="31666" y="5673"/>
                  <a:pt x="31534" y="5720"/>
                  <a:pt x="31385" y="5758"/>
                </a:cubicBezTo>
                <a:cubicBezTo>
                  <a:pt x="31236" y="5796"/>
                  <a:pt x="31061" y="5815"/>
                  <a:pt x="30861" y="5815"/>
                </a:cubicBezTo>
                <a:cubicBezTo>
                  <a:pt x="30493" y="5815"/>
                  <a:pt x="30180" y="5693"/>
                  <a:pt x="29924" y="5448"/>
                </a:cubicBezTo>
                <a:cubicBezTo>
                  <a:pt x="29667" y="5204"/>
                  <a:pt x="29539" y="4892"/>
                  <a:pt x="29539" y="4513"/>
                </a:cubicBezTo>
                <a:cubicBezTo>
                  <a:pt x="29539" y="4203"/>
                  <a:pt x="29606" y="3952"/>
                  <a:pt x="29739" y="3760"/>
                </a:cubicBezTo>
                <a:cubicBezTo>
                  <a:pt x="29872" y="3568"/>
                  <a:pt x="30062" y="3417"/>
                  <a:pt x="30308" y="3307"/>
                </a:cubicBezTo>
                <a:cubicBezTo>
                  <a:pt x="30557" y="3197"/>
                  <a:pt x="30856" y="3123"/>
                  <a:pt x="31205" y="3083"/>
                </a:cubicBezTo>
                <a:cubicBezTo>
                  <a:pt x="31555" y="3044"/>
                  <a:pt x="31929" y="3015"/>
                  <a:pt x="32330" y="2995"/>
                </a:cubicBezTo>
                <a:lnTo>
                  <a:pt x="32330" y="2888"/>
                </a:lnTo>
                <a:cubicBezTo>
                  <a:pt x="32330" y="2731"/>
                  <a:pt x="32302" y="2600"/>
                  <a:pt x="32247" y="2497"/>
                </a:cubicBezTo>
                <a:cubicBezTo>
                  <a:pt x="32192" y="2394"/>
                  <a:pt x="32114" y="2312"/>
                  <a:pt x="32011" y="2253"/>
                </a:cubicBezTo>
                <a:cubicBezTo>
                  <a:pt x="31913" y="2197"/>
                  <a:pt x="31796" y="2158"/>
                  <a:pt x="31659" y="2139"/>
                </a:cubicBezTo>
                <a:cubicBezTo>
                  <a:pt x="31523" y="2119"/>
                  <a:pt x="31380" y="2109"/>
                  <a:pt x="31231" y="2109"/>
                </a:cubicBezTo>
                <a:cubicBezTo>
                  <a:pt x="31050" y="2109"/>
                  <a:pt x="30849" y="2134"/>
                  <a:pt x="30627" y="2183"/>
                </a:cubicBezTo>
                <a:cubicBezTo>
                  <a:pt x="30405" y="2231"/>
                  <a:pt x="30175" y="2302"/>
                  <a:pt x="29938" y="2395"/>
                </a:cubicBezTo>
                <a:lnTo>
                  <a:pt x="29902" y="2395"/>
                </a:lnTo>
                <a:lnTo>
                  <a:pt x="29902" y="1695"/>
                </a:lnTo>
                <a:cubicBezTo>
                  <a:pt x="30036" y="1659"/>
                  <a:pt x="30230" y="1619"/>
                  <a:pt x="30484" y="1575"/>
                </a:cubicBezTo>
                <a:cubicBezTo>
                  <a:pt x="30738" y="1531"/>
                  <a:pt x="30988" y="1509"/>
                  <a:pt x="31235" y="1509"/>
                </a:cubicBezTo>
                <a:cubicBezTo>
                  <a:pt x="31523" y="1509"/>
                  <a:pt x="31774" y="1532"/>
                  <a:pt x="31987" y="1580"/>
                </a:cubicBezTo>
                <a:cubicBezTo>
                  <a:pt x="32201" y="1628"/>
                  <a:pt x="32386" y="1709"/>
                  <a:pt x="32542" y="1824"/>
                </a:cubicBezTo>
                <a:cubicBezTo>
                  <a:pt x="32696" y="1936"/>
                  <a:pt x="32813" y="2081"/>
                  <a:pt x="32894" y="2259"/>
                </a:cubicBezTo>
                <a:cubicBezTo>
                  <a:pt x="32974" y="2438"/>
                  <a:pt x="33014" y="2658"/>
                  <a:pt x="33014" y="2922"/>
                </a:cubicBezTo>
                <a:lnTo>
                  <a:pt x="33014" y="5698"/>
                </a:lnTo>
                <a:moveTo>
                  <a:pt x="32330" y="4696"/>
                </a:moveTo>
                <a:lnTo>
                  <a:pt x="32330" y="3552"/>
                </a:lnTo>
                <a:cubicBezTo>
                  <a:pt x="32120" y="3564"/>
                  <a:pt x="31872" y="3583"/>
                  <a:pt x="31588" y="3607"/>
                </a:cubicBezTo>
                <a:cubicBezTo>
                  <a:pt x="31304" y="3632"/>
                  <a:pt x="31078" y="3667"/>
                  <a:pt x="30912" y="3714"/>
                </a:cubicBezTo>
                <a:cubicBezTo>
                  <a:pt x="30715" y="3770"/>
                  <a:pt x="30555" y="3858"/>
                  <a:pt x="30433" y="3977"/>
                </a:cubicBezTo>
                <a:cubicBezTo>
                  <a:pt x="30311" y="4096"/>
                  <a:pt x="30250" y="4259"/>
                  <a:pt x="30250" y="4468"/>
                </a:cubicBezTo>
                <a:cubicBezTo>
                  <a:pt x="30250" y="4703"/>
                  <a:pt x="30320" y="4881"/>
                  <a:pt x="30462" y="4999"/>
                </a:cubicBezTo>
                <a:cubicBezTo>
                  <a:pt x="30604" y="5118"/>
                  <a:pt x="30820" y="5178"/>
                  <a:pt x="31110" y="5178"/>
                </a:cubicBezTo>
                <a:cubicBezTo>
                  <a:pt x="31352" y="5178"/>
                  <a:pt x="31573" y="5131"/>
                  <a:pt x="31773" y="5036"/>
                </a:cubicBezTo>
                <a:cubicBezTo>
                  <a:pt x="31973" y="4942"/>
                  <a:pt x="32159" y="4828"/>
                  <a:pt x="32330" y="4696"/>
                </a:cubicBezTo>
                <a:close/>
                <a:moveTo>
                  <a:pt x="37764" y="3720"/>
                </a:moveTo>
                <a:lnTo>
                  <a:pt x="34750" y="3720"/>
                </a:lnTo>
                <a:cubicBezTo>
                  <a:pt x="34750" y="3972"/>
                  <a:pt x="34788" y="4192"/>
                  <a:pt x="34864" y="4379"/>
                </a:cubicBezTo>
                <a:cubicBezTo>
                  <a:pt x="34939" y="4567"/>
                  <a:pt x="35043" y="4720"/>
                  <a:pt x="35175" y="4840"/>
                </a:cubicBezTo>
                <a:cubicBezTo>
                  <a:pt x="35302" y="4958"/>
                  <a:pt x="35452" y="5046"/>
                  <a:pt x="35627" y="5104"/>
                </a:cubicBezTo>
                <a:cubicBezTo>
                  <a:pt x="35802" y="5163"/>
                  <a:pt x="35994" y="5192"/>
                  <a:pt x="36204" y="5192"/>
                </a:cubicBezTo>
                <a:cubicBezTo>
                  <a:pt x="36482" y="5192"/>
                  <a:pt x="36762" y="5137"/>
                  <a:pt x="37044" y="5025"/>
                </a:cubicBezTo>
                <a:cubicBezTo>
                  <a:pt x="37326" y="4913"/>
                  <a:pt x="37527" y="4803"/>
                  <a:pt x="37647" y="4694"/>
                </a:cubicBezTo>
                <a:lnTo>
                  <a:pt x="37683" y="4694"/>
                </a:lnTo>
                <a:lnTo>
                  <a:pt x="37683" y="5448"/>
                </a:lnTo>
                <a:cubicBezTo>
                  <a:pt x="37451" y="5546"/>
                  <a:pt x="37214" y="5628"/>
                  <a:pt x="36973" y="5694"/>
                </a:cubicBezTo>
                <a:cubicBezTo>
                  <a:pt x="36731" y="5760"/>
                  <a:pt x="36477" y="5793"/>
                  <a:pt x="36211" y="5793"/>
                </a:cubicBezTo>
                <a:cubicBezTo>
                  <a:pt x="35532" y="5793"/>
                  <a:pt x="35003" y="5609"/>
                  <a:pt x="34622" y="5241"/>
                </a:cubicBezTo>
                <a:cubicBezTo>
                  <a:pt x="34241" y="4873"/>
                  <a:pt x="34051" y="4350"/>
                  <a:pt x="34051" y="3673"/>
                </a:cubicBezTo>
                <a:cubicBezTo>
                  <a:pt x="34051" y="3003"/>
                  <a:pt x="34233" y="2471"/>
                  <a:pt x="34598" y="2077"/>
                </a:cubicBezTo>
                <a:cubicBezTo>
                  <a:pt x="34963" y="1684"/>
                  <a:pt x="35443" y="1487"/>
                  <a:pt x="36039" y="1487"/>
                </a:cubicBezTo>
                <a:cubicBezTo>
                  <a:pt x="36591" y="1487"/>
                  <a:pt x="37016" y="1648"/>
                  <a:pt x="37315" y="1971"/>
                </a:cubicBezTo>
                <a:cubicBezTo>
                  <a:pt x="37614" y="2294"/>
                  <a:pt x="37764" y="2752"/>
                  <a:pt x="37764" y="3346"/>
                </a:cubicBezTo>
                <a:lnTo>
                  <a:pt x="37764" y="3720"/>
                </a:lnTo>
                <a:moveTo>
                  <a:pt x="37094" y="3193"/>
                </a:moveTo>
                <a:cubicBezTo>
                  <a:pt x="37091" y="2832"/>
                  <a:pt x="37000" y="2552"/>
                  <a:pt x="36821" y="2355"/>
                </a:cubicBezTo>
                <a:cubicBezTo>
                  <a:pt x="36641" y="2157"/>
                  <a:pt x="36369" y="2058"/>
                  <a:pt x="36002" y="2058"/>
                </a:cubicBezTo>
                <a:cubicBezTo>
                  <a:pt x="35634" y="2058"/>
                  <a:pt x="35340" y="2167"/>
                  <a:pt x="35122" y="2384"/>
                </a:cubicBezTo>
                <a:cubicBezTo>
                  <a:pt x="34903" y="2601"/>
                  <a:pt x="34779" y="2871"/>
                  <a:pt x="34750" y="3193"/>
                </a:cubicBezTo>
                <a:lnTo>
                  <a:pt x="37094" y="31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CFDE8C-7670-4F2B-BB2F-A44E66920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20" y="1141466"/>
            <a:ext cx="38753" cy="47795"/>
          </a:xfrm>
          <a:custGeom xmlns:a="http://schemas.openxmlformats.org/drawingml/2006/main">
            <a:pathLst>
              <a:path w="38753" h="47795">
                <a:moveTo>
                  <a:pt x="0" y="0"/>
                </a:moveTo>
                <a:lnTo>
                  <a:pt x="38753" y="0"/>
                </a:lnTo>
                <a:lnTo>
                  <a:pt x="38753" y="47795"/>
                </a:lnTo>
                <a:lnTo>
                  <a:pt x="0" y="477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384C52-E03F-439B-AB26-2DB623DAB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18" y="1141467"/>
            <a:ext cx="38755" cy="47796"/>
          </a:xfrm>
          <a:custGeom xmlns:a="http://schemas.openxmlformats.org/drawingml/2006/main">
            <a:pathLst>
              <a:path w="38755" h="47796" fill="none">
                <a:moveTo>
                  <a:pt x="0" y="0"/>
                </a:moveTo>
                <a:lnTo>
                  <a:pt x="38755" y="0"/>
                </a:lnTo>
                <a:lnTo>
                  <a:pt x="38755" y="47796"/>
                </a:lnTo>
                <a:lnTo>
                  <a:pt x="0" y="477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02" name="Text Andrenidae">
            <a:extLst xmlns:a="http://schemas.openxmlformats.org/drawingml/2006/main">
              <a:ext uri="{FF2B5EF4-FFF2-40B4-BE49-F238E27FC236}">
                <a16:creationId xmlns:a16="http://schemas.microsoft.com/office/drawing/2014/main" id="{A927FCD3-B02A-49D5-94D4-952AD7BD56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6802" y="1143150"/>
            <a:ext cx="37979" cy="5233"/>
          </a:xfrm>
          <a:custGeom xmlns:a="http://schemas.openxmlformats.org/drawingml/2006/main">
            <a:pathLst>
              <a:path w="37979" h="5233">
                <a:moveTo>
                  <a:pt x="4443" y="5128"/>
                </a:moveTo>
                <a:lnTo>
                  <a:pt x="3747" y="5128"/>
                </a:lnTo>
                <a:lnTo>
                  <a:pt x="3266" y="3764"/>
                </a:lnTo>
                <a:lnTo>
                  <a:pt x="1144" y="3764"/>
                </a:lnTo>
                <a:lnTo>
                  <a:pt x="662" y="5128"/>
                </a:lnTo>
                <a:lnTo>
                  <a:pt x="0" y="5128"/>
                </a:lnTo>
                <a:lnTo>
                  <a:pt x="1786" y="218"/>
                </a:lnTo>
                <a:lnTo>
                  <a:pt x="2656" y="218"/>
                </a:lnTo>
                <a:lnTo>
                  <a:pt x="4443" y="5128"/>
                </a:lnTo>
                <a:moveTo>
                  <a:pt x="3065" y="3197"/>
                </a:moveTo>
                <a:lnTo>
                  <a:pt x="2205" y="788"/>
                </a:lnTo>
                <a:lnTo>
                  <a:pt x="1341" y="3197"/>
                </a:lnTo>
                <a:lnTo>
                  <a:pt x="3065" y="3197"/>
                </a:lnTo>
                <a:close/>
                <a:moveTo>
                  <a:pt x="8216" y="5128"/>
                </a:moveTo>
                <a:lnTo>
                  <a:pt x="7597" y="5128"/>
                </a:lnTo>
                <a:lnTo>
                  <a:pt x="7597" y="3030"/>
                </a:lnTo>
                <a:cubicBezTo>
                  <a:pt x="7597" y="2860"/>
                  <a:pt x="7587" y="2702"/>
                  <a:pt x="7567" y="2553"/>
                </a:cubicBezTo>
                <a:cubicBezTo>
                  <a:pt x="7547" y="2405"/>
                  <a:pt x="7511" y="2289"/>
                  <a:pt x="7458" y="2205"/>
                </a:cubicBezTo>
                <a:cubicBezTo>
                  <a:pt x="7403" y="2113"/>
                  <a:pt x="7324" y="2044"/>
                  <a:pt x="7221" y="1999"/>
                </a:cubicBezTo>
                <a:cubicBezTo>
                  <a:pt x="7118" y="1954"/>
                  <a:pt x="6984" y="1931"/>
                  <a:pt x="6819" y="1931"/>
                </a:cubicBezTo>
                <a:cubicBezTo>
                  <a:pt x="6650" y="1931"/>
                  <a:pt x="6473" y="1973"/>
                  <a:pt x="6288" y="2057"/>
                </a:cubicBezTo>
                <a:cubicBezTo>
                  <a:pt x="6104" y="2140"/>
                  <a:pt x="5927" y="2247"/>
                  <a:pt x="5758" y="2377"/>
                </a:cubicBezTo>
                <a:lnTo>
                  <a:pt x="5758" y="5128"/>
                </a:lnTo>
                <a:lnTo>
                  <a:pt x="5138" y="5128"/>
                </a:lnTo>
                <a:lnTo>
                  <a:pt x="5138" y="1443"/>
                </a:lnTo>
                <a:lnTo>
                  <a:pt x="5758" y="1443"/>
                </a:lnTo>
                <a:lnTo>
                  <a:pt x="5758" y="1850"/>
                </a:lnTo>
                <a:cubicBezTo>
                  <a:pt x="5951" y="1689"/>
                  <a:pt x="6151" y="1564"/>
                  <a:pt x="6357" y="1473"/>
                </a:cubicBezTo>
                <a:cubicBezTo>
                  <a:pt x="6564" y="1383"/>
                  <a:pt x="6776" y="1338"/>
                  <a:pt x="6993" y="1338"/>
                </a:cubicBezTo>
                <a:cubicBezTo>
                  <a:pt x="7391" y="1338"/>
                  <a:pt x="7694" y="1458"/>
                  <a:pt x="7903" y="1698"/>
                </a:cubicBezTo>
                <a:cubicBezTo>
                  <a:pt x="8112" y="1938"/>
                  <a:pt x="8216" y="2283"/>
                  <a:pt x="8216" y="2735"/>
                </a:cubicBezTo>
                <a:lnTo>
                  <a:pt x="8216" y="5128"/>
                </a:lnTo>
                <a:close/>
                <a:moveTo>
                  <a:pt x="12395" y="5128"/>
                </a:moveTo>
                <a:lnTo>
                  <a:pt x="11775" y="5128"/>
                </a:lnTo>
                <a:lnTo>
                  <a:pt x="11775" y="4745"/>
                </a:lnTo>
                <a:cubicBezTo>
                  <a:pt x="11597" y="4899"/>
                  <a:pt x="11412" y="5019"/>
                  <a:pt x="11218" y="5105"/>
                </a:cubicBezTo>
                <a:cubicBezTo>
                  <a:pt x="11025" y="5191"/>
                  <a:pt x="10815" y="5233"/>
                  <a:pt x="10589" y="5233"/>
                </a:cubicBezTo>
                <a:cubicBezTo>
                  <a:pt x="10149" y="5233"/>
                  <a:pt x="9801" y="5064"/>
                  <a:pt x="9543" y="4725"/>
                </a:cubicBezTo>
                <a:cubicBezTo>
                  <a:pt x="9284" y="4385"/>
                  <a:pt x="9155" y="3915"/>
                  <a:pt x="9155" y="3314"/>
                </a:cubicBezTo>
                <a:cubicBezTo>
                  <a:pt x="9155" y="3001"/>
                  <a:pt x="9200" y="2722"/>
                  <a:pt x="9289" y="2478"/>
                </a:cubicBezTo>
                <a:cubicBezTo>
                  <a:pt x="9378" y="2233"/>
                  <a:pt x="9498" y="2025"/>
                  <a:pt x="9650" y="1853"/>
                </a:cubicBezTo>
                <a:cubicBezTo>
                  <a:pt x="9799" y="1686"/>
                  <a:pt x="9973" y="1558"/>
                  <a:pt x="10172" y="1470"/>
                </a:cubicBezTo>
                <a:cubicBezTo>
                  <a:pt x="10371" y="1382"/>
                  <a:pt x="10577" y="1338"/>
                  <a:pt x="10790" y="1338"/>
                </a:cubicBezTo>
                <a:cubicBezTo>
                  <a:pt x="10983" y="1338"/>
                  <a:pt x="11155" y="1358"/>
                  <a:pt x="11304" y="1399"/>
                </a:cubicBezTo>
                <a:cubicBezTo>
                  <a:pt x="11453" y="1440"/>
                  <a:pt x="11611" y="1503"/>
                  <a:pt x="11775" y="1589"/>
                </a:cubicBezTo>
                <a:lnTo>
                  <a:pt x="11775" y="0"/>
                </a:lnTo>
                <a:lnTo>
                  <a:pt x="12395" y="0"/>
                </a:lnTo>
                <a:lnTo>
                  <a:pt x="12395" y="5128"/>
                </a:lnTo>
                <a:moveTo>
                  <a:pt x="11775" y="4222"/>
                </a:moveTo>
                <a:lnTo>
                  <a:pt x="11775" y="2109"/>
                </a:lnTo>
                <a:cubicBezTo>
                  <a:pt x="11608" y="2035"/>
                  <a:pt x="11459" y="1983"/>
                  <a:pt x="11327" y="1954"/>
                </a:cubicBezTo>
                <a:cubicBezTo>
                  <a:pt x="11195" y="1926"/>
                  <a:pt x="11051" y="1911"/>
                  <a:pt x="10895" y="1911"/>
                </a:cubicBezTo>
                <a:cubicBezTo>
                  <a:pt x="10548" y="1911"/>
                  <a:pt x="10278" y="2032"/>
                  <a:pt x="10085" y="2274"/>
                </a:cubicBezTo>
                <a:cubicBezTo>
                  <a:pt x="9891" y="2516"/>
                  <a:pt x="9795" y="2858"/>
                  <a:pt x="9795" y="3302"/>
                </a:cubicBezTo>
                <a:cubicBezTo>
                  <a:pt x="9795" y="3739"/>
                  <a:pt x="9869" y="4072"/>
                  <a:pt x="10019" y="4299"/>
                </a:cubicBezTo>
                <a:cubicBezTo>
                  <a:pt x="10168" y="4527"/>
                  <a:pt x="10408" y="4640"/>
                  <a:pt x="10737" y="4640"/>
                </a:cubicBezTo>
                <a:cubicBezTo>
                  <a:pt x="10913" y="4640"/>
                  <a:pt x="11091" y="4601"/>
                  <a:pt x="11271" y="4523"/>
                </a:cubicBezTo>
                <a:cubicBezTo>
                  <a:pt x="11451" y="4445"/>
                  <a:pt x="11619" y="4345"/>
                  <a:pt x="11775" y="4222"/>
                </a:cubicBezTo>
                <a:close/>
                <a:moveTo>
                  <a:pt x="15911" y="2116"/>
                </a:moveTo>
                <a:lnTo>
                  <a:pt x="15878" y="2116"/>
                </a:lnTo>
                <a:cubicBezTo>
                  <a:pt x="15786" y="2095"/>
                  <a:pt x="15697" y="2080"/>
                  <a:pt x="15610" y="2071"/>
                </a:cubicBezTo>
                <a:cubicBezTo>
                  <a:pt x="15523" y="2061"/>
                  <a:pt x="15420" y="2056"/>
                  <a:pt x="15302" y="2056"/>
                </a:cubicBezTo>
                <a:cubicBezTo>
                  <a:pt x="15110" y="2056"/>
                  <a:pt x="14926" y="2099"/>
                  <a:pt x="14748" y="2184"/>
                </a:cubicBezTo>
                <a:cubicBezTo>
                  <a:pt x="14570" y="2268"/>
                  <a:pt x="14399" y="2378"/>
                  <a:pt x="14234" y="2512"/>
                </a:cubicBezTo>
                <a:lnTo>
                  <a:pt x="14234" y="5128"/>
                </a:lnTo>
                <a:lnTo>
                  <a:pt x="13614" y="5128"/>
                </a:lnTo>
                <a:lnTo>
                  <a:pt x="13614" y="1443"/>
                </a:lnTo>
                <a:lnTo>
                  <a:pt x="14234" y="1443"/>
                </a:lnTo>
                <a:lnTo>
                  <a:pt x="14234" y="1988"/>
                </a:lnTo>
                <a:cubicBezTo>
                  <a:pt x="14480" y="1790"/>
                  <a:pt x="14697" y="1650"/>
                  <a:pt x="14885" y="1567"/>
                </a:cubicBezTo>
                <a:cubicBezTo>
                  <a:pt x="15073" y="1485"/>
                  <a:pt x="15264" y="1443"/>
                  <a:pt x="15460" y="1443"/>
                </a:cubicBezTo>
                <a:cubicBezTo>
                  <a:pt x="15567" y="1443"/>
                  <a:pt x="15645" y="1446"/>
                  <a:pt x="15694" y="1452"/>
                </a:cubicBezTo>
                <a:cubicBezTo>
                  <a:pt x="15742" y="1457"/>
                  <a:pt x="15815" y="1468"/>
                  <a:pt x="15911" y="1483"/>
                </a:cubicBezTo>
                <a:lnTo>
                  <a:pt x="15911" y="2116"/>
                </a:lnTo>
                <a:close/>
                <a:moveTo>
                  <a:pt x="19576" y="3348"/>
                </a:moveTo>
                <a:lnTo>
                  <a:pt x="16864" y="3348"/>
                </a:lnTo>
                <a:cubicBezTo>
                  <a:pt x="16864" y="3575"/>
                  <a:pt x="16898" y="3773"/>
                  <a:pt x="16966" y="3941"/>
                </a:cubicBezTo>
                <a:cubicBezTo>
                  <a:pt x="17034" y="4110"/>
                  <a:pt x="17127" y="4248"/>
                  <a:pt x="17246" y="4356"/>
                </a:cubicBezTo>
                <a:cubicBezTo>
                  <a:pt x="17360" y="4462"/>
                  <a:pt x="17496" y="4541"/>
                  <a:pt x="17653" y="4594"/>
                </a:cubicBezTo>
                <a:cubicBezTo>
                  <a:pt x="17810" y="4647"/>
                  <a:pt x="17983" y="4673"/>
                  <a:pt x="18172" y="4673"/>
                </a:cubicBezTo>
                <a:cubicBezTo>
                  <a:pt x="18423" y="4673"/>
                  <a:pt x="18675" y="4623"/>
                  <a:pt x="18928" y="4522"/>
                </a:cubicBezTo>
                <a:cubicBezTo>
                  <a:pt x="19182" y="4421"/>
                  <a:pt x="19363" y="4322"/>
                  <a:pt x="19471" y="4225"/>
                </a:cubicBezTo>
                <a:lnTo>
                  <a:pt x="19504" y="4225"/>
                </a:lnTo>
                <a:lnTo>
                  <a:pt x="19504" y="4903"/>
                </a:lnTo>
                <a:cubicBezTo>
                  <a:pt x="19295" y="4991"/>
                  <a:pt x="19082" y="5065"/>
                  <a:pt x="18864" y="5124"/>
                </a:cubicBezTo>
                <a:cubicBezTo>
                  <a:pt x="18647" y="5184"/>
                  <a:pt x="18418" y="5214"/>
                  <a:pt x="18179" y="5214"/>
                </a:cubicBezTo>
                <a:cubicBezTo>
                  <a:pt x="17568" y="5214"/>
                  <a:pt x="17091" y="5048"/>
                  <a:pt x="16748" y="4717"/>
                </a:cubicBezTo>
                <a:cubicBezTo>
                  <a:pt x="16406" y="4386"/>
                  <a:pt x="16234" y="3915"/>
                  <a:pt x="16234" y="3306"/>
                </a:cubicBezTo>
                <a:cubicBezTo>
                  <a:pt x="16234" y="2703"/>
                  <a:pt x="16398" y="2224"/>
                  <a:pt x="16727" y="1870"/>
                </a:cubicBezTo>
                <a:cubicBezTo>
                  <a:pt x="17055" y="1515"/>
                  <a:pt x="17488" y="1338"/>
                  <a:pt x="18024" y="1338"/>
                </a:cubicBezTo>
                <a:cubicBezTo>
                  <a:pt x="18520" y="1338"/>
                  <a:pt x="18903" y="1483"/>
                  <a:pt x="19172" y="1774"/>
                </a:cubicBezTo>
                <a:cubicBezTo>
                  <a:pt x="19441" y="2064"/>
                  <a:pt x="19576" y="2477"/>
                  <a:pt x="19576" y="3012"/>
                </a:cubicBezTo>
                <a:lnTo>
                  <a:pt x="19576" y="3348"/>
                </a:lnTo>
                <a:moveTo>
                  <a:pt x="18973" y="2874"/>
                </a:moveTo>
                <a:cubicBezTo>
                  <a:pt x="18971" y="2549"/>
                  <a:pt x="18889" y="2297"/>
                  <a:pt x="18727" y="2119"/>
                </a:cubicBezTo>
                <a:cubicBezTo>
                  <a:pt x="18566" y="1941"/>
                  <a:pt x="18320" y="1852"/>
                  <a:pt x="17991" y="1852"/>
                </a:cubicBezTo>
                <a:cubicBezTo>
                  <a:pt x="17659" y="1852"/>
                  <a:pt x="17395" y="1950"/>
                  <a:pt x="17198" y="2145"/>
                </a:cubicBezTo>
                <a:cubicBezTo>
                  <a:pt x="17002" y="2341"/>
                  <a:pt x="16890" y="2584"/>
                  <a:pt x="16864" y="2874"/>
                </a:cubicBezTo>
                <a:lnTo>
                  <a:pt x="18973" y="2874"/>
                </a:lnTo>
                <a:close/>
                <a:moveTo>
                  <a:pt x="23594" y="5128"/>
                </a:moveTo>
                <a:lnTo>
                  <a:pt x="22974" y="5128"/>
                </a:lnTo>
                <a:lnTo>
                  <a:pt x="22974" y="3030"/>
                </a:lnTo>
                <a:cubicBezTo>
                  <a:pt x="22974" y="2860"/>
                  <a:pt x="22964" y="2702"/>
                  <a:pt x="22944" y="2553"/>
                </a:cubicBezTo>
                <a:cubicBezTo>
                  <a:pt x="22924" y="2405"/>
                  <a:pt x="22888" y="2289"/>
                  <a:pt x="22836" y="2205"/>
                </a:cubicBezTo>
                <a:cubicBezTo>
                  <a:pt x="22781" y="2113"/>
                  <a:pt x="22701" y="2044"/>
                  <a:pt x="22598" y="1999"/>
                </a:cubicBezTo>
                <a:cubicBezTo>
                  <a:pt x="22495" y="1954"/>
                  <a:pt x="22361" y="1931"/>
                  <a:pt x="22196" y="1931"/>
                </a:cubicBezTo>
                <a:cubicBezTo>
                  <a:pt x="22027" y="1931"/>
                  <a:pt x="21850" y="1973"/>
                  <a:pt x="21666" y="2057"/>
                </a:cubicBezTo>
                <a:cubicBezTo>
                  <a:pt x="21481" y="2140"/>
                  <a:pt x="21304" y="2247"/>
                  <a:pt x="21135" y="2377"/>
                </a:cubicBezTo>
                <a:lnTo>
                  <a:pt x="21135" y="5128"/>
                </a:lnTo>
                <a:lnTo>
                  <a:pt x="20515" y="5128"/>
                </a:lnTo>
                <a:lnTo>
                  <a:pt x="20515" y="1443"/>
                </a:lnTo>
                <a:lnTo>
                  <a:pt x="21135" y="1443"/>
                </a:lnTo>
                <a:lnTo>
                  <a:pt x="21135" y="1850"/>
                </a:lnTo>
                <a:cubicBezTo>
                  <a:pt x="21328" y="1689"/>
                  <a:pt x="21528" y="1564"/>
                  <a:pt x="21735" y="1473"/>
                </a:cubicBezTo>
                <a:cubicBezTo>
                  <a:pt x="21941" y="1383"/>
                  <a:pt x="22153" y="1338"/>
                  <a:pt x="22371" y="1338"/>
                </a:cubicBezTo>
                <a:cubicBezTo>
                  <a:pt x="22768" y="1338"/>
                  <a:pt x="23072" y="1458"/>
                  <a:pt x="23280" y="1698"/>
                </a:cubicBezTo>
                <a:cubicBezTo>
                  <a:pt x="23489" y="1938"/>
                  <a:pt x="23594" y="2283"/>
                  <a:pt x="23594" y="2735"/>
                </a:cubicBezTo>
                <a:lnTo>
                  <a:pt x="23594" y="5128"/>
                </a:lnTo>
                <a:close/>
                <a:moveTo>
                  <a:pt x="25452" y="831"/>
                </a:moveTo>
                <a:lnTo>
                  <a:pt x="24753" y="831"/>
                </a:lnTo>
                <a:lnTo>
                  <a:pt x="24753" y="185"/>
                </a:lnTo>
                <a:lnTo>
                  <a:pt x="25452" y="185"/>
                </a:lnTo>
                <a:lnTo>
                  <a:pt x="25452" y="831"/>
                </a:lnTo>
                <a:moveTo>
                  <a:pt x="25413" y="5128"/>
                </a:moveTo>
                <a:lnTo>
                  <a:pt x="24793" y="5128"/>
                </a:lnTo>
                <a:lnTo>
                  <a:pt x="24793" y="1443"/>
                </a:lnTo>
                <a:lnTo>
                  <a:pt x="25413" y="1443"/>
                </a:lnTo>
                <a:lnTo>
                  <a:pt x="25413" y="5128"/>
                </a:lnTo>
                <a:close/>
                <a:moveTo>
                  <a:pt x="29624" y="5128"/>
                </a:moveTo>
                <a:lnTo>
                  <a:pt x="29005" y="5128"/>
                </a:lnTo>
                <a:lnTo>
                  <a:pt x="29005" y="4745"/>
                </a:lnTo>
                <a:cubicBezTo>
                  <a:pt x="28827" y="4899"/>
                  <a:pt x="28641" y="5019"/>
                  <a:pt x="28448" y="5105"/>
                </a:cubicBezTo>
                <a:cubicBezTo>
                  <a:pt x="28254" y="5191"/>
                  <a:pt x="28045" y="5233"/>
                  <a:pt x="27818" y="5233"/>
                </a:cubicBezTo>
                <a:cubicBezTo>
                  <a:pt x="27379" y="5233"/>
                  <a:pt x="27030" y="5064"/>
                  <a:pt x="26772" y="4725"/>
                </a:cubicBezTo>
                <a:cubicBezTo>
                  <a:pt x="26514" y="4385"/>
                  <a:pt x="26385" y="3915"/>
                  <a:pt x="26385" y="3314"/>
                </a:cubicBezTo>
                <a:cubicBezTo>
                  <a:pt x="26385" y="3001"/>
                  <a:pt x="26429" y="2722"/>
                  <a:pt x="26518" y="2478"/>
                </a:cubicBezTo>
                <a:cubicBezTo>
                  <a:pt x="26607" y="2233"/>
                  <a:pt x="26727" y="2025"/>
                  <a:pt x="26879" y="1853"/>
                </a:cubicBezTo>
                <a:cubicBezTo>
                  <a:pt x="27028" y="1686"/>
                  <a:pt x="27202" y="1558"/>
                  <a:pt x="27401" y="1470"/>
                </a:cubicBezTo>
                <a:cubicBezTo>
                  <a:pt x="27600" y="1382"/>
                  <a:pt x="27806" y="1338"/>
                  <a:pt x="28019" y="1338"/>
                </a:cubicBezTo>
                <a:cubicBezTo>
                  <a:pt x="28213" y="1338"/>
                  <a:pt x="28384" y="1358"/>
                  <a:pt x="28533" y="1399"/>
                </a:cubicBezTo>
                <a:cubicBezTo>
                  <a:pt x="28683" y="1440"/>
                  <a:pt x="28840" y="1503"/>
                  <a:pt x="29005" y="1589"/>
                </a:cubicBezTo>
                <a:lnTo>
                  <a:pt x="29005" y="0"/>
                </a:lnTo>
                <a:lnTo>
                  <a:pt x="29624" y="0"/>
                </a:lnTo>
                <a:lnTo>
                  <a:pt x="29624" y="5128"/>
                </a:lnTo>
                <a:moveTo>
                  <a:pt x="29005" y="4222"/>
                </a:moveTo>
                <a:lnTo>
                  <a:pt x="29005" y="2109"/>
                </a:lnTo>
                <a:cubicBezTo>
                  <a:pt x="28838" y="2035"/>
                  <a:pt x="28688" y="1983"/>
                  <a:pt x="28556" y="1954"/>
                </a:cubicBezTo>
                <a:cubicBezTo>
                  <a:pt x="28425" y="1926"/>
                  <a:pt x="28281" y="1911"/>
                  <a:pt x="28125" y="1911"/>
                </a:cubicBezTo>
                <a:cubicBezTo>
                  <a:pt x="27778" y="1911"/>
                  <a:pt x="27507" y="2032"/>
                  <a:pt x="27314" y="2274"/>
                </a:cubicBezTo>
                <a:cubicBezTo>
                  <a:pt x="27121" y="2516"/>
                  <a:pt x="27024" y="2858"/>
                  <a:pt x="27024" y="3302"/>
                </a:cubicBezTo>
                <a:cubicBezTo>
                  <a:pt x="27024" y="3739"/>
                  <a:pt x="27099" y="4072"/>
                  <a:pt x="27248" y="4299"/>
                </a:cubicBezTo>
                <a:cubicBezTo>
                  <a:pt x="27397" y="4527"/>
                  <a:pt x="27637" y="4640"/>
                  <a:pt x="27967" y="4640"/>
                </a:cubicBezTo>
                <a:cubicBezTo>
                  <a:pt x="28142" y="4640"/>
                  <a:pt x="28320" y="4601"/>
                  <a:pt x="28500" y="4523"/>
                </a:cubicBezTo>
                <a:cubicBezTo>
                  <a:pt x="28681" y="4445"/>
                  <a:pt x="28849" y="4345"/>
                  <a:pt x="29005" y="4222"/>
                </a:cubicBezTo>
                <a:close/>
                <a:moveTo>
                  <a:pt x="33704" y="5128"/>
                </a:moveTo>
                <a:lnTo>
                  <a:pt x="33088" y="5128"/>
                </a:lnTo>
                <a:lnTo>
                  <a:pt x="33088" y="4739"/>
                </a:lnTo>
                <a:cubicBezTo>
                  <a:pt x="33033" y="4776"/>
                  <a:pt x="32959" y="4828"/>
                  <a:pt x="32865" y="4895"/>
                </a:cubicBezTo>
                <a:cubicBezTo>
                  <a:pt x="32772" y="4962"/>
                  <a:pt x="32681" y="5016"/>
                  <a:pt x="32594" y="5055"/>
                </a:cubicBezTo>
                <a:cubicBezTo>
                  <a:pt x="32490" y="5106"/>
                  <a:pt x="32372" y="5148"/>
                  <a:pt x="32238" y="5182"/>
                </a:cubicBezTo>
                <a:cubicBezTo>
                  <a:pt x="32104" y="5216"/>
                  <a:pt x="31946" y="5233"/>
                  <a:pt x="31766" y="5233"/>
                </a:cubicBezTo>
                <a:cubicBezTo>
                  <a:pt x="31435" y="5233"/>
                  <a:pt x="31153" y="5124"/>
                  <a:pt x="30923" y="4904"/>
                </a:cubicBezTo>
                <a:cubicBezTo>
                  <a:pt x="30692" y="4684"/>
                  <a:pt x="30577" y="4403"/>
                  <a:pt x="30577" y="4062"/>
                </a:cubicBezTo>
                <a:cubicBezTo>
                  <a:pt x="30577" y="3783"/>
                  <a:pt x="30636" y="3557"/>
                  <a:pt x="30756" y="3384"/>
                </a:cubicBezTo>
                <a:cubicBezTo>
                  <a:pt x="30876" y="3211"/>
                  <a:pt x="31047" y="3075"/>
                  <a:pt x="31269" y="2976"/>
                </a:cubicBezTo>
                <a:cubicBezTo>
                  <a:pt x="31493" y="2877"/>
                  <a:pt x="31762" y="2810"/>
                  <a:pt x="32076" y="2775"/>
                </a:cubicBezTo>
                <a:cubicBezTo>
                  <a:pt x="32390" y="2740"/>
                  <a:pt x="32728" y="2713"/>
                  <a:pt x="33088" y="2696"/>
                </a:cubicBezTo>
                <a:lnTo>
                  <a:pt x="33088" y="2599"/>
                </a:lnTo>
                <a:cubicBezTo>
                  <a:pt x="33088" y="2458"/>
                  <a:pt x="33063" y="2340"/>
                  <a:pt x="33014" y="2247"/>
                </a:cubicBezTo>
                <a:cubicBezTo>
                  <a:pt x="32964" y="2154"/>
                  <a:pt x="32893" y="2081"/>
                  <a:pt x="32801" y="2028"/>
                </a:cubicBezTo>
                <a:cubicBezTo>
                  <a:pt x="32713" y="1977"/>
                  <a:pt x="32608" y="1943"/>
                  <a:pt x="32485" y="1925"/>
                </a:cubicBezTo>
                <a:cubicBezTo>
                  <a:pt x="32362" y="1907"/>
                  <a:pt x="32233" y="1898"/>
                  <a:pt x="32099" y="1898"/>
                </a:cubicBezTo>
                <a:cubicBezTo>
                  <a:pt x="31937" y="1898"/>
                  <a:pt x="31755" y="1920"/>
                  <a:pt x="31555" y="1964"/>
                </a:cubicBezTo>
                <a:cubicBezTo>
                  <a:pt x="31355" y="2008"/>
                  <a:pt x="31149" y="2072"/>
                  <a:pt x="30936" y="2155"/>
                </a:cubicBezTo>
                <a:lnTo>
                  <a:pt x="30903" y="2155"/>
                </a:lnTo>
                <a:lnTo>
                  <a:pt x="30903" y="1526"/>
                </a:lnTo>
                <a:cubicBezTo>
                  <a:pt x="31024" y="1493"/>
                  <a:pt x="31198" y="1457"/>
                  <a:pt x="31427" y="1417"/>
                </a:cubicBezTo>
                <a:cubicBezTo>
                  <a:pt x="31655" y="1378"/>
                  <a:pt x="31881" y="1358"/>
                  <a:pt x="32102" y="1358"/>
                </a:cubicBezTo>
                <a:cubicBezTo>
                  <a:pt x="32362" y="1358"/>
                  <a:pt x="32587" y="1379"/>
                  <a:pt x="32780" y="1422"/>
                </a:cubicBezTo>
                <a:cubicBezTo>
                  <a:pt x="32972" y="1465"/>
                  <a:pt x="33138" y="1538"/>
                  <a:pt x="33279" y="1641"/>
                </a:cubicBezTo>
                <a:cubicBezTo>
                  <a:pt x="33417" y="1742"/>
                  <a:pt x="33523" y="1873"/>
                  <a:pt x="33595" y="2033"/>
                </a:cubicBezTo>
                <a:cubicBezTo>
                  <a:pt x="33668" y="2194"/>
                  <a:pt x="33704" y="2393"/>
                  <a:pt x="33704" y="2630"/>
                </a:cubicBezTo>
                <a:lnTo>
                  <a:pt x="33704" y="5128"/>
                </a:lnTo>
                <a:moveTo>
                  <a:pt x="33088" y="4226"/>
                </a:moveTo>
                <a:lnTo>
                  <a:pt x="33088" y="3197"/>
                </a:lnTo>
                <a:cubicBezTo>
                  <a:pt x="32899" y="3208"/>
                  <a:pt x="32676" y="3224"/>
                  <a:pt x="32420" y="3247"/>
                </a:cubicBezTo>
                <a:cubicBezTo>
                  <a:pt x="32165" y="3269"/>
                  <a:pt x="31962" y="3301"/>
                  <a:pt x="31812" y="3342"/>
                </a:cubicBezTo>
                <a:cubicBezTo>
                  <a:pt x="31634" y="3393"/>
                  <a:pt x="31491" y="3472"/>
                  <a:pt x="31381" y="3579"/>
                </a:cubicBezTo>
                <a:cubicBezTo>
                  <a:pt x="31271" y="3686"/>
                  <a:pt x="31216" y="3834"/>
                  <a:pt x="31216" y="4021"/>
                </a:cubicBezTo>
                <a:cubicBezTo>
                  <a:pt x="31216" y="4233"/>
                  <a:pt x="31280" y="4392"/>
                  <a:pt x="31407" y="4499"/>
                </a:cubicBezTo>
                <a:cubicBezTo>
                  <a:pt x="31535" y="4607"/>
                  <a:pt x="31729" y="4660"/>
                  <a:pt x="31990" y="4660"/>
                </a:cubicBezTo>
                <a:cubicBezTo>
                  <a:pt x="32208" y="4660"/>
                  <a:pt x="32407" y="4618"/>
                  <a:pt x="32587" y="4533"/>
                </a:cubicBezTo>
                <a:cubicBezTo>
                  <a:pt x="32767" y="4448"/>
                  <a:pt x="32934" y="4346"/>
                  <a:pt x="33088" y="4226"/>
                </a:cubicBezTo>
                <a:close/>
                <a:moveTo>
                  <a:pt x="37979" y="3348"/>
                </a:moveTo>
                <a:lnTo>
                  <a:pt x="35266" y="3348"/>
                </a:lnTo>
                <a:cubicBezTo>
                  <a:pt x="35266" y="3575"/>
                  <a:pt x="35300" y="3773"/>
                  <a:pt x="35368" y="3941"/>
                </a:cubicBezTo>
                <a:cubicBezTo>
                  <a:pt x="35437" y="4110"/>
                  <a:pt x="35530" y="4248"/>
                  <a:pt x="35649" y="4356"/>
                </a:cubicBezTo>
                <a:cubicBezTo>
                  <a:pt x="35763" y="4462"/>
                  <a:pt x="35898" y="4541"/>
                  <a:pt x="36056" y="4594"/>
                </a:cubicBezTo>
                <a:cubicBezTo>
                  <a:pt x="36213" y="4647"/>
                  <a:pt x="36386" y="4673"/>
                  <a:pt x="36575" y="4673"/>
                </a:cubicBezTo>
                <a:cubicBezTo>
                  <a:pt x="36825" y="4673"/>
                  <a:pt x="37077" y="4623"/>
                  <a:pt x="37331" y="4522"/>
                </a:cubicBezTo>
                <a:cubicBezTo>
                  <a:pt x="37585" y="4421"/>
                  <a:pt x="37765" y="4322"/>
                  <a:pt x="37873" y="4225"/>
                </a:cubicBezTo>
                <a:lnTo>
                  <a:pt x="37906" y="4225"/>
                </a:lnTo>
                <a:lnTo>
                  <a:pt x="37906" y="4903"/>
                </a:lnTo>
                <a:cubicBezTo>
                  <a:pt x="37697" y="4991"/>
                  <a:pt x="37484" y="5065"/>
                  <a:pt x="37267" y="5124"/>
                </a:cubicBezTo>
                <a:cubicBezTo>
                  <a:pt x="37049" y="5184"/>
                  <a:pt x="36821" y="5214"/>
                  <a:pt x="36581" y="5214"/>
                </a:cubicBezTo>
                <a:cubicBezTo>
                  <a:pt x="35970" y="5214"/>
                  <a:pt x="35494" y="5048"/>
                  <a:pt x="35151" y="4717"/>
                </a:cubicBezTo>
                <a:cubicBezTo>
                  <a:pt x="34808" y="4386"/>
                  <a:pt x="34637" y="3915"/>
                  <a:pt x="34637" y="3306"/>
                </a:cubicBezTo>
                <a:cubicBezTo>
                  <a:pt x="34637" y="2703"/>
                  <a:pt x="34801" y="2224"/>
                  <a:pt x="35130" y="1870"/>
                </a:cubicBezTo>
                <a:cubicBezTo>
                  <a:pt x="35458" y="1515"/>
                  <a:pt x="35890" y="1338"/>
                  <a:pt x="36426" y="1338"/>
                </a:cubicBezTo>
                <a:cubicBezTo>
                  <a:pt x="36923" y="1338"/>
                  <a:pt x="37306" y="1483"/>
                  <a:pt x="37575" y="1774"/>
                </a:cubicBezTo>
                <a:cubicBezTo>
                  <a:pt x="37844" y="2064"/>
                  <a:pt x="37979" y="2477"/>
                  <a:pt x="37979" y="3012"/>
                </a:cubicBezTo>
                <a:lnTo>
                  <a:pt x="37979" y="3348"/>
                </a:lnTo>
                <a:moveTo>
                  <a:pt x="37375" y="2874"/>
                </a:moveTo>
                <a:cubicBezTo>
                  <a:pt x="37373" y="2549"/>
                  <a:pt x="37291" y="2297"/>
                  <a:pt x="37130" y="2119"/>
                </a:cubicBezTo>
                <a:cubicBezTo>
                  <a:pt x="36968" y="1941"/>
                  <a:pt x="36723" y="1852"/>
                  <a:pt x="36393" y="1852"/>
                </a:cubicBezTo>
                <a:cubicBezTo>
                  <a:pt x="36062" y="1852"/>
                  <a:pt x="35797" y="1950"/>
                  <a:pt x="35601" y="2145"/>
                </a:cubicBezTo>
                <a:cubicBezTo>
                  <a:pt x="35404" y="2341"/>
                  <a:pt x="35293" y="2584"/>
                  <a:pt x="35266" y="2874"/>
                </a:cubicBezTo>
                <a:lnTo>
                  <a:pt x="37375" y="287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9146D3-0198-4BA3-B596-0F4975629F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20" y="1211760"/>
            <a:ext cx="38753" cy="45286"/>
          </a:xfrm>
          <a:custGeom xmlns:a="http://schemas.openxmlformats.org/drawingml/2006/main">
            <a:pathLst>
              <a:path w="38753" h="45286">
                <a:moveTo>
                  <a:pt x="0" y="0"/>
                </a:moveTo>
                <a:lnTo>
                  <a:pt x="38753" y="0"/>
                </a:lnTo>
                <a:lnTo>
                  <a:pt x="38753" y="45286"/>
                </a:lnTo>
                <a:lnTo>
                  <a:pt x="0" y="452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74FC7-635B-4D79-827D-3BFF21FD4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14218" y="1211761"/>
            <a:ext cx="38755" cy="45288"/>
          </a:xfrm>
          <a:custGeom xmlns:a="http://schemas.openxmlformats.org/drawingml/2006/main">
            <a:pathLst>
              <a:path w="38755" h="45288" fill="none">
                <a:moveTo>
                  <a:pt x="0" y="0"/>
                </a:moveTo>
                <a:lnTo>
                  <a:pt x="38755" y="0"/>
                </a:lnTo>
                <a:lnTo>
                  <a:pt x="38755" y="45288"/>
                </a:lnTo>
                <a:lnTo>
                  <a:pt x="0" y="452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05" name="Text Cynipidae">
            <a:extLst xmlns:a="http://schemas.openxmlformats.org/drawingml/2006/main">
              <a:ext uri="{FF2B5EF4-FFF2-40B4-BE49-F238E27FC236}">
                <a16:creationId xmlns:a16="http://schemas.microsoft.com/office/drawing/2014/main" id="{E422A024-33AE-4067-8A3B-CB414EDA80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7155" y="1213721"/>
            <a:ext cx="37508" cy="7495"/>
          </a:xfrm>
          <a:custGeom xmlns:a="http://schemas.openxmlformats.org/drawingml/2006/main">
            <a:pathLst>
              <a:path w="37508" h="7495">
                <a:moveTo>
                  <a:pt x="4703" y="5517"/>
                </a:moveTo>
                <a:cubicBezTo>
                  <a:pt x="4564" y="5578"/>
                  <a:pt x="4437" y="5635"/>
                  <a:pt x="4324" y="5689"/>
                </a:cubicBezTo>
                <a:cubicBezTo>
                  <a:pt x="4211" y="5742"/>
                  <a:pt x="4063" y="5798"/>
                  <a:pt x="3881" y="5857"/>
                </a:cubicBezTo>
                <a:cubicBezTo>
                  <a:pt x="3726" y="5905"/>
                  <a:pt x="3558" y="5946"/>
                  <a:pt x="3376" y="5981"/>
                </a:cubicBezTo>
                <a:cubicBezTo>
                  <a:pt x="3195" y="6015"/>
                  <a:pt x="2995" y="6032"/>
                  <a:pt x="2776" y="6032"/>
                </a:cubicBezTo>
                <a:cubicBezTo>
                  <a:pt x="2365" y="6032"/>
                  <a:pt x="1991" y="5975"/>
                  <a:pt x="1655" y="5859"/>
                </a:cubicBezTo>
                <a:cubicBezTo>
                  <a:pt x="1318" y="5743"/>
                  <a:pt x="1026" y="5562"/>
                  <a:pt x="777" y="5316"/>
                </a:cubicBezTo>
                <a:cubicBezTo>
                  <a:pt x="533" y="5075"/>
                  <a:pt x="343" y="4768"/>
                  <a:pt x="206" y="4396"/>
                </a:cubicBezTo>
                <a:cubicBezTo>
                  <a:pt x="69" y="4023"/>
                  <a:pt x="0" y="3591"/>
                  <a:pt x="0" y="3098"/>
                </a:cubicBezTo>
                <a:cubicBezTo>
                  <a:pt x="0" y="2631"/>
                  <a:pt x="66" y="2213"/>
                  <a:pt x="198" y="1844"/>
                </a:cubicBezTo>
                <a:cubicBezTo>
                  <a:pt x="330" y="1476"/>
                  <a:pt x="520" y="1165"/>
                  <a:pt x="769" y="911"/>
                </a:cubicBezTo>
                <a:cubicBezTo>
                  <a:pt x="1010" y="664"/>
                  <a:pt x="1302" y="476"/>
                  <a:pt x="1643" y="347"/>
                </a:cubicBezTo>
                <a:cubicBezTo>
                  <a:pt x="1985" y="217"/>
                  <a:pt x="2364" y="152"/>
                  <a:pt x="2780" y="152"/>
                </a:cubicBezTo>
                <a:cubicBezTo>
                  <a:pt x="3085" y="152"/>
                  <a:pt x="3389" y="189"/>
                  <a:pt x="3692" y="263"/>
                </a:cubicBezTo>
                <a:cubicBezTo>
                  <a:pt x="3996" y="336"/>
                  <a:pt x="4333" y="466"/>
                  <a:pt x="4703" y="651"/>
                </a:cubicBezTo>
                <a:lnTo>
                  <a:pt x="4703" y="1546"/>
                </a:lnTo>
                <a:lnTo>
                  <a:pt x="4646" y="1546"/>
                </a:lnTo>
                <a:cubicBezTo>
                  <a:pt x="4334" y="1289"/>
                  <a:pt x="4024" y="1101"/>
                  <a:pt x="3717" y="984"/>
                </a:cubicBezTo>
                <a:cubicBezTo>
                  <a:pt x="3410" y="866"/>
                  <a:pt x="3081" y="807"/>
                  <a:pt x="2731" y="807"/>
                </a:cubicBezTo>
                <a:cubicBezTo>
                  <a:pt x="2444" y="807"/>
                  <a:pt x="2185" y="854"/>
                  <a:pt x="1956" y="946"/>
                </a:cubicBezTo>
                <a:cubicBezTo>
                  <a:pt x="1726" y="1038"/>
                  <a:pt x="1521" y="1182"/>
                  <a:pt x="1341" y="1377"/>
                </a:cubicBezTo>
                <a:cubicBezTo>
                  <a:pt x="1165" y="1567"/>
                  <a:pt x="1029" y="1807"/>
                  <a:pt x="931" y="2097"/>
                </a:cubicBezTo>
                <a:cubicBezTo>
                  <a:pt x="833" y="2387"/>
                  <a:pt x="785" y="2722"/>
                  <a:pt x="785" y="3102"/>
                </a:cubicBezTo>
                <a:cubicBezTo>
                  <a:pt x="785" y="3499"/>
                  <a:pt x="838" y="3841"/>
                  <a:pt x="946" y="4127"/>
                </a:cubicBezTo>
                <a:cubicBezTo>
                  <a:pt x="1054" y="4414"/>
                  <a:pt x="1193" y="4647"/>
                  <a:pt x="1363" y="4827"/>
                </a:cubicBezTo>
                <a:cubicBezTo>
                  <a:pt x="1541" y="5014"/>
                  <a:pt x="1749" y="5153"/>
                  <a:pt x="1986" y="5242"/>
                </a:cubicBezTo>
                <a:cubicBezTo>
                  <a:pt x="2223" y="5332"/>
                  <a:pt x="2474" y="5377"/>
                  <a:pt x="2738" y="5377"/>
                </a:cubicBezTo>
                <a:cubicBezTo>
                  <a:pt x="3101" y="5377"/>
                  <a:pt x="3441" y="5315"/>
                  <a:pt x="3759" y="5191"/>
                </a:cubicBezTo>
                <a:cubicBezTo>
                  <a:pt x="4076" y="5066"/>
                  <a:pt x="4373" y="4880"/>
                  <a:pt x="4650" y="4631"/>
                </a:cubicBezTo>
                <a:lnTo>
                  <a:pt x="4703" y="4631"/>
                </a:lnTo>
                <a:lnTo>
                  <a:pt x="4703" y="5517"/>
                </a:lnTo>
                <a:close/>
                <a:moveTo>
                  <a:pt x="9391" y="1668"/>
                </a:moveTo>
                <a:lnTo>
                  <a:pt x="6908" y="7495"/>
                </a:lnTo>
                <a:lnTo>
                  <a:pt x="6143" y="7495"/>
                </a:lnTo>
                <a:lnTo>
                  <a:pt x="6935" y="5719"/>
                </a:lnTo>
                <a:lnTo>
                  <a:pt x="5240" y="1668"/>
                </a:lnTo>
                <a:lnTo>
                  <a:pt x="6017" y="1668"/>
                </a:lnTo>
                <a:lnTo>
                  <a:pt x="7323" y="4821"/>
                </a:lnTo>
                <a:lnTo>
                  <a:pt x="8641" y="1668"/>
                </a:lnTo>
                <a:lnTo>
                  <a:pt x="9391" y="1668"/>
                </a:lnTo>
                <a:close/>
                <a:moveTo>
                  <a:pt x="13885" y="5926"/>
                </a:moveTo>
                <a:lnTo>
                  <a:pt x="13169" y="5926"/>
                </a:lnTo>
                <a:lnTo>
                  <a:pt x="13169" y="3501"/>
                </a:lnTo>
                <a:cubicBezTo>
                  <a:pt x="13169" y="3305"/>
                  <a:pt x="13157" y="3122"/>
                  <a:pt x="13135" y="2950"/>
                </a:cubicBezTo>
                <a:cubicBezTo>
                  <a:pt x="13112" y="2779"/>
                  <a:pt x="13070" y="2645"/>
                  <a:pt x="13009" y="2548"/>
                </a:cubicBezTo>
                <a:cubicBezTo>
                  <a:pt x="12945" y="2441"/>
                  <a:pt x="12854" y="2362"/>
                  <a:pt x="12735" y="2310"/>
                </a:cubicBezTo>
                <a:cubicBezTo>
                  <a:pt x="12615" y="2258"/>
                  <a:pt x="12460" y="2232"/>
                  <a:pt x="12270" y="2232"/>
                </a:cubicBezTo>
                <a:cubicBezTo>
                  <a:pt x="12075" y="2232"/>
                  <a:pt x="11870" y="2280"/>
                  <a:pt x="11657" y="2377"/>
                </a:cubicBezTo>
                <a:cubicBezTo>
                  <a:pt x="11444" y="2473"/>
                  <a:pt x="11239" y="2596"/>
                  <a:pt x="11044" y="2746"/>
                </a:cubicBezTo>
                <a:lnTo>
                  <a:pt x="11044" y="5926"/>
                </a:lnTo>
                <a:lnTo>
                  <a:pt x="10328" y="5926"/>
                </a:lnTo>
                <a:lnTo>
                  <a:pt x="10328" y="1668"/>
                </a:lnTo>
                <a:lnTo>
                  <a:pt x="11044" y="1668"/>
                </a:lnTo>
                <a:lnTo>
                  <a:pt x="11044" y="2138"/>
                </a:lnTo>
                <a:cubicBezTo>
                  <a:pt x="11267" y="1952"/>
                  <a:pt x="11498" y="1807"/>
                  <a:pt x="11737" y="1703"/>
                </a:cubicBezTo>
                <a:cubicBezTo>
                  <a:pt x="11976" y="1598"/>
                  <a:pt x="12221" y="1546"/>
                  <a:pt x="12472" y="1546"/>
                </a:cubicBezTo>
                <a:cubicBezTo>
                  <a:pt x="12931" y="1546"/>
                  <a:pt x="13282" y="1685"/>
                  <a:pt x="13523" y="1962"/>
                </a:cubicBezTo>
                <a:cubicBezTo>
                  <a:pt x="13764" y="2239"/>
                  <a:pt x="13885" y="2639"/>
                  <a:pt x="13885" y="3160"/>
                </a:cubicBezTo>
                <a:lnTo>
                  <a:pt x="13885" y="5926"/>
                </a:lnTo>
                <a:close/>
                <a:moveTo>
                  <a:pt x="16033" y="960"/>
                </a:moveTo>
                <a:lnTo>
                  <a:pt x="15225" y="960"/>
                </a:lnTo>
                <a:lnTo>
                  <a:pt x="15225" y="213"/>
                </a:lnTo>
                <a:lnTo>
                  <a:pt x="16033" y="213"/>
                </a:lnTo>
                <a:lnTo>
                  <a:pt x="16033" y="960"/>
                </a:lnTo>
                <a:moveTo>
                  <a:pt x="15987" y="5926"/>
                </a:moveTo>
                <a:lnTo>
                  <a:pt x="15271" y="5926"/>
                </a:lnTo>
                <a:lnTo>
                  <a:pt x="15271" y="1668"/>
                </a:lnTo>
                <a:lnTo>
                  <a:pt x="15987" y="1668"/>
                </a:lnTo>
                <a:lnTo>
                  <a:pt x="15987" y="5926"/>
                </a:lnTo>
                <a:close/>
                <a:moveTo>
                  <a:pt x="21147" y="3744"/>
                </a:moveTo>
                <a:cubicBezTo>
                  <a:pt x="21147" y="4089"/>
                  <a:pt x="21098" y="4405"/>
                  <a:pt x="20999" y="4691"/>
                </a:cubicBezTo>
                <a:cubicBezTo>
                  <a:pt x="20900" y="4978"/>
                  <a:pt x="20760" y="5220"/>
                  <a:pt x="20580" y="5418"/>
                </a:cubicBezTo>
                <a:cubicBezTo>
                  <a:pt x="20412" y="5606"/>
                  <a:pt x="20215" y="5752"/>
                  <a:pt x="19988" y="5855"/>
                </a:cubicBezTo>
                <a:cubicBezTo>
                  <a:pt x="19760" y="5958"/>
                  <a:pt x="19520" y="6010"/>
                  <a:pt x="19266" y="6010"/>
                </a:cubicBezTo>
                <a:cubicBezTo>
                  <a:pt x="19045" y="6010"/>
                  <a:pt x="18845" y="5985"/>
                  <a:pt x="18666" y="5937"/>
                </a:cubicBezTo>
                <a:cubicBezTo>
                  <a:pt x="18487" y="5889"/>
                  <a:pt x="18305" y="5814"/>
                  <a:pt x="18120" y="5712"/>
                </a:cubicBezTo>
                <a:lnTo>
                  <a:pt x="18120" y="7495"/>
                </a:lnTo>
                <a:lnTo>
                  <a:pt x="17404" y="7495"/>
                </a:lnTo>
                <a:lnTo>
                  <a:pt x="17404" y="1668"/>
                </a:lnTo>
                <a:lnTo>
                  <a:pt x="18120" y="1668"/>
                </a:lnTo>
                <a:lnTo>
                  <a:pt x="18120" y="2111"/>
                </a:lnTo>
                <a:cubicBezTo>
                  <a:pt x="18310" y="1951"/>
                  <a:pt x="18524" y="1816"/>
                  <a:pt x="18761" y="1708"/>
                </a:cubicBezTo>
                <a:cubicBezTo>
                  <a:pt x="18999" y="1600"/>
                  <a:pt x="19252" y="1546"/>
                  <a:pt x="19521" y="1546"/>
                </a:cubicBezTo>
                <a:cubicBezTo>
                  <a:pt x="20034" y="1546"/>
                  <a:pt x="20433" y="1740"/>
                  <a:pt x="20719" y="2128"/>
                </a:cubicBezTo>
                <a:cubicBezTo>
                  <a:pt x="21004" y="2516"/>
                  <a:pt x="21147" y="3054"/>
                  <a:pt x="21147" y="3744"/>
                </a:cubicBezTo>
                <a:moveTo>
                  <a:pt x="20408" y="3763"/>
                </a:moveTo>
                <a:cubicBezTo>
                  <a:pt x="20408" y="3250"/>
                  <a:pt x="20321" y="2866"/>
                  <a:pt x="20146" y="2612"/>
                </a:cubicBezTo>
                <a:cubicBezTo>
                  <a:pt x="19970" y="2359"/>
                  <a:pt x="19701" y="2232"/>
                  <a:pt x="19338" y="2232"/>
                </a:cubicBezTo>
                <a:cubicBezTo>
                  <a:pt x="19133" y="2232"/>
                  <a:pt x="18926" y="2276"/>
                  <a:pt x="18717" y="2365"/>
                </a:cubicBezTo>
                <a:cubicBezTo>
                  <a:pt x="18509" y="2454"/>
                  <a:pt x="18310" y="2571"/>
                  <a:pt x="18120" y="2715"/>
                </a:cubicBezTo>
                <a:lnTo>
                  <a:pt x="18120" y="5126"/>
                </a:lnTo>
                <a:cubicBezTo>
                  <a:pt x="18323" y="5217"/>
                  <a:pt x="18497" y="5280"/>
                  <a:pt x="18643" y="5313"/>
                </a:cubicBezTo>
                <a:cubicBezTo>
                  <a:pt x="18789" y="5346"/>
                  <a:pt x="18955" y="5362"/>
                  <a:pt x="19140" y="5362"/>
                </a:cubicBezTo>
                <a:cubicBezTo>
                  <a:pt x="19539" y="5362"/>
                  <a:pt x="19850" y="5228"/>
                  <a:pt x="20073" y="4958"/>
                </a:cubicBezTo>
                <a:cubicBezTo>
                  <a:pt x="20297" y="4689"/>
                  <a:pt x="20408" y="4291"/>
                  <a:pt x="20408" y="3763"/>
                </a:cubicBezTo>
                <a:close/>
                <a:moveTo>
                  <a:pt x="23032" y="960"/>
                </a:moveTo>
                <a:lnTo>
                  <a:pt x="22225" y="960"/>
                </a:lnTo>
                <a:lnTo>
                  <a:pt x="22225" y="213"/>
                </a:lnTo>
                <a:lnTo>
                  <a:pt x="23032" y="213"/>
                </a:lnTo>
                <a:lnTo>
                  <a:pt x="23032" y="960"/>
                </a:lnTo>
                <a:moveTo>
                  <a:pt x="22987" y="5926"/>
                </a:moveTo>
                <a:lnTo>
                  <a:pt x="22271" y="5926"/>
                </a:lnTo>
                <a:lnTo>
                  <a:pt x="22271" y="1668"/>
                </a:lnTo>
                <a:lnTo>
                  <a:pt x="22987" y="1668"/>
                </a:lnTo>
                <a:lnTo>
                  <a:pt x="22987" y="5926"/>
                </a:lnTo>
                <a:close/>
                <a:moveTo>
                  <a:pt x="27854" y="5926"/>
                </a:moveTo>
                <a:lnTo>
                  <a:pt x="27138" y="5926"/>
                </a:lnTo>
                <a:lnTo>
                  <a:pt x="27138" y="5483"/>
                </a:lnTo>
                <a:cubicBezTo>
                  <a:pt x="26932" y="5661"/>
                  <a:pt x="26717" y="5799"/>
                  <a:pt x="26494" y="5899"/>
                </a:cubicBezTo>
                <a:cubicBezTo>
                  <a:pt x="26271" y="5998"/>
                  <a:pt x="26028" y="6048"/>
                  <a:pt x="25767" y="6048"/>
                </a:cubicBezTo>
                <a:cubicBezTo>
                  <a:pt x="25259" y="6048"/>
                  <a:pt x="24856" y="5852"/>
                  <a:pt x="24558" y="5460"/>
                </a:cubicBezTo>
                <a:cubicBezTo>
                  <a:pt x="24259" y="5068"/>
                  <a:pt x="24110" y="4524"/>
                  <a:pt x="24110" y="3829"/>
                </a:cubicBezTo>
                <a:cubicBezTo>
                  <a:pt x="24110" y="3468"/>
                  <a:pt x="24161" y="3146"/>
                  <a:pt x="24264" y="2863"/>
                </a:cubicBezTo>
                <a:cubicBezTo>
                  <a:pt x="24367" y="2581"/>
                  <a:pt x="24506" y="2340"/>
                  <a:pt x="24681" y="2142"/>
                </a:cubicBezTo>
                <a:cubicBezTo>
                  <a:pt x="24854" y="1948"/>
                  <a:pt x="25055" y="1801"/>
                  <a:pt x="25285" y="1699"/>
                </a:cubicBezTo>
                <a:cubicBezTo>
                  <a:pt x="25515" y="1597"/>
                  <a:pt x="25753" y="1546"/>
                  <a:pt x="25999" y="1546"/>
                </a:cubicBezTo>
                <a:cubicBezTo>
                  <a:pt x="26222" y="1546"/>
                  <a:pt x="26420" y="1570"/>
                  <a:pt x="26593" y="1617"/>
                </a:cubicBezTo>
                <a:cubicBezTo>
                  <a:pt x="26766" y="1664"/>
                  <a:pt x="26947" y="1737"/>
                  <a:pt x="27138" y="1836"/>
                </a:cubicBezTo>
                <a:lnTo>
                  <a:pt x="27138" y="0"/>
                </a:lnTo>
                <a:lnTo>
                  <a:pt x="27854" y="0"/>
                </a:lnTo>
                <a:lnTo>
                  <a:pt x="27854" y="5926"/>
                </a:lnTo>
                <a:moveTo>
                  <a:pt x="27138" y="4878"/>
                </a:moveTo>
                <a:lnTo>
                  <a:pt x="27138" y="2437"/>
                </a:lnTo>
                <a:cubicBezTo>
                  <a:pt x="26945" y="2351"/>
                  <a:pt x="26772" y="2291"/>
                  <a:pt x="26620" y="2258"/>
                </a:cubicBezTo>
                <a:cubicBezTo>
                  <a:pt x="26467" y="2225"/>
                  <a:pt x="26301" y="2209"/>
                  <a:pt x="26121" y="2209"/>
                </a:cubicBezTo>
                <a:cubicBezTo>
                  <a:pt x="25720" y="2209"/>
                  <a:pt x="25407" y="2348"/>
                  <a:pt x="25184" y="2628"/>
                </a:cubicBezTo>
                <a:cubicBezTo>
                  <a:pt x="24961" y="2907"/>
                  <a:pt x="24849" y="3303"/>
                  <a:pt x="24849" y="3816"/>
                </a:cubicBezTo>
                <a:cubicBezTo>
                  <a:pt x="24849" y="4321"/>
                  <a:pt x="24935" y="4705"/>
                  <a:pt x="25108" y="4968"/>
                </a:cubicBezTo>
                <a:cubicBezTo>
                  <a:pt x="25280" y="5231"/>
                  <a:pt x="25557" y="5362"/>
                  <a:pt x="25938" y="5362"/>
                </a:cubicBezTo>
                <a:cubicBezTo>
                  <a:pt x="26141" y="5362"/>
                  <a:pt x="26347" y="5317"/>
                  <a:pt x="26555" y="5227"/>
                </a:cubicBezTo>
                <a:cubicBezTo>
                  <a:pt x="26763" y="5137"/>
                  <a:pt x="26957" y="5021"/>
                  <a:pt x="27138" y="4878"/>
                </a:cubicBezTo>
                <a:close/>
                <a:moveTo>
                  <a:pt x="32568" y="5926"/>
                </a:moveTo>
                <a:lnTo>
                  <a:pt x="31856" y="5926"/>
                </a:lnTo>
                <a:lnTo>
                  <a:pt x="31856" y="5476"/>
                </a:lnTo>
                <a:cubicBezTo>
                  <a:pt x="31793" y="5519"/>
                  <a:pt x="31707" y="5579"/>
                  <a:pt x="31599" y="5657"/>
                </a:cubicBezTo>
                <a:cubicBezTo>
                  <a:pt x="31491" y="5734"/>
                  <a:pt x="31387" y="5796"/>
                  <a:pt x="31285" y="5842"/>
                </a:cubicBezTo>
                <a:cubicBezTo>
                  <a:pt x="31166" y="5900"/>
                  <a:pt x="31029" y="5949"/>
                  <a:pt x="30874" y="5988"/>
                </a:cubicBezTo>
                <a:cubicBezTo>
                  <a:pt x="30719" y="6028"/>
                  <a:pt x="30537" y="6048"/>
                  <a:pt x="30329" y="6048"/>
                </a:cubicBezTo>
                <a:cubicBezTo>
                  <a:pt x="29946" y="6048"/>
                  <a:pt x="29621" y="5920"/>
                  <a:pt x="29354" y="5666"/>
                </a:cubicBezTo>
                <a:cubicBezTo>
                  <a:pt x="29088" y="5412"/>
                  <a:pt x="28954" y="5088"/>
                  <a:pt x="28954" y="4694"/>
                </a:cubicBezTo>
                <a:cubicBezTo>
                  <a:pt x="28954" y="4371"/>
                  <a:pt x="29023" y="4110"/>
                  <a:pt x="29162" y="3910"/>
                </a:cubicBezTo>
                <a:cubicBezTo>
                  <a:pt x="29300" y="3711"/>
                  <a:pt x="29498" y="3554"/>
                  <a:pt x="29754" y="3439"/>
                </a:cubicBezTo>
                <a:cubicBezTo>
                  <a:pt x="30013" y="3325"/>
                  <a:pt x="30324" y="3247"/>
                  <a:pt x="30687" y="3207"/>
                </a:cubicBezTo>
                <a:cubicBezTo>
                  <a:pt x="31050" y="3166"/>
                  <a:pt x="31440" y="3136"/>
                  <a:pt x="31856" y="3115"/>
                </a:cubicBezTo>
                <a:lnTo>
                  <a:pt x="31856" y="3004"/>
                </a:lnTo>
                <a:cubicBezTo>
                  <a:pt x="31856" y="2840"/>
                  <a:pt x="31828" y="2704"/>
                  <a:pt x="31771" y="2597"/>
                </a:cubicBezTo>
                <a:cubicBezTo>
                  <a:pt x="31713" y="2489"/>
                  <a:pt x="31632" y="2405"/>
                  <a:pt x="31525" y="2343"/>
                </a:cubicBezTo>
                <a:cubicBezTo>
                  <a:pt x="31423" y="2284"/>
                  <a:pt x="31301" y="2245"/>
                  <a:pt x="31159" y="2224"/>
                </a:cubicBezTo>
                <a:cubicBezTo>
                  <a:pt x="31017" y="2204"/>
                  <a:pt x="30869" y="2194"/>
                  <a:pt x="30714" y="2194"/>
                </a:cubicBezTo>
                <a:cubicBezTo>
                  <a:pt x="30526" y="2194"/>
                  <a:pt x="30316" y="2219"/>
                  <a:pt x="30085" y="2270"/>
                </a:cubicBezTo>
                <a:cubicBezTo>
                  <a:pt x="29854" y="2321"/>
                  <a:pt x="29616" y="2394"/>
                  <a:pt x="29369" y="2491"/>
                </a:cubicBezTo>
                <a:lnTo>
                  <a:pt x="29331" y="2491"/>
                </a:lnTo>
                <a:lnTo>
                  <a:pt x="29331" y="1763"/>
                </a:lnTo>
                <a:cubicBezTo>
                  <a:pt x="29471" y="1725"/>
                  <a:pt x="29673" y="1683"/>
                  <a:pt x="29937" y="1638"/>
                </a:cubicBezTo>
                <a:cubicBezTo>
                  <a:pt x="30201" y="1592"/>
                  <a:pt x="30461" y="1569"/>
                  <a:pt x="30718" y="1569"/>
                </a:cubicBezTo>
                <a:cubicBezTo>
                  <a:pt x="31017" y="1569"/>
                  <a:pt x="31278" y="1594"/>
                  <a:pt x="31500" y="1643"/>
                </a:cubicBezTo>
                <a:cubicBezTo>
                  <a:pt x="31722" y="1693"/>
                  <a:pt x="31915" y="1777"/>
                  <a:pt x="32077" y="1897"/>
                </a:cubicBezTo>
                <a:cubicBezTo>
                  <a:pt x="32237" y="2013"/>
                  <a:pt x="32359" y="2164"/>
                  <a:pt x="32443" y="2350"/>
                </a:cubicBezTo>
                <a:cubicBezTo>
                  <a:pt x="32526" y="2535"/>
                  <a:pt x="32568" y="2765"/>
                  <a:pt x="32568" y="3039"/>
                </a:cubicBezTo>
                <a:lnTo>
                  <a:pt x="32568" y="5926"/>
                </a:lnTo>
                <a:moveTo>
                  <a:pt x="31856" y="4884"/>
                </a:moveTo>
                <a:lnTo>
                  <a:pt x="31856" y="3694"/>
                </a:lnTo>
                <a:cubicBezTo>
                  <a:pt x="31638" y="3707"/>
                  <a:pt x="31381" y="3726"/>
                  <a:pt x="31085" y="3752"/>
                </a:cubicBezTo>
                <a:cubicBezTo>
                  <a:pt x="30789" y="3777"/>
                  <a:pt x="30555" y="3814"/>
                  <a:pt x="30382" y="3862"/>
                </a:cubicBezTo>
                <a:cubicBezTo>
                  <a:pt x="30177" y="3921"/>
                  <a:pt x="30010" y="4012"/>
                  <a:pt x="29884" y="4136"/>
                </a:cubicBezTo>
                <a:cubicBezTo>
                  <a:pt x="29757" y="4260"/>
                  <a:pt x="29693" y="4430"/>
                  <a:pt x="29693" y="4647"/>
                </a:cubicBezTo>
                <a:cubicBezTo>
                  <a:pt x="29693" y="4891"/>
                  <a:pt x="29767" y="5076"/>
                  <a:pt x="29914" y="5199"/>
                </a:cubicBezTo>
                <a:cubicBezTo>
                  <a:pt x="30061" y="5323"/>
                  <a:pt x="30286" y="5385"/>
                  <a:pt x="30588" y="5385"/>
                </a:cubicBezTo>
                <a:cubicBezTo>
                  <a:pt x="30839" y="5385"/>
                  <a:pt x="31069" y="5336"/>
                  <a:pt x="31277" y="5238"/>
                </a:cubicBezTo>
                <a:cubicBezTo>
                  <a:pt x="31486" y="5140"/>
                  <a:pt x="31679" y="5022"/>
                  <a:pt x="31856" y="4884"/>
                </a:cubicBezTo>
                <a:close/>
                <a:moveTo>
                  <a:pt x="37508" y="3869"/>
                </a:moveTo>
                <a:lnTo>
                  <a:pt x="34374" y="3869"/>
                </a:lnTo>
                <a:cubicBezTo>
                  <a:pt x="34374" y="4131"/>
                  <a:pt x="34413" y="4360"/>
                  <a:pt x="34492" y="4554"/>
                </a:cubicBezTo>
                <a:cubicBezTo>
                  <a:pt x="34570" y="4749"/>
                  <a:pt x="34678" y="4909"/>
                  <a:pt x="34815" y="5034"/>
                </a:cubicBezTo>
                <a:cubicBezTo>
                  <a:pt x="34947" y="5156"/>
                  <a:pt x="35104" y="5247"/>
                  <a:pt x="35286" y="5309"/>
                </a:cubicBezTo>
                <a:cubicBezTo>
                  <a:pt x="35467" y="5370"/>
                  <a:pt x="35667" y="5400"/>
                  <a:pt x="35885" y="5400"/>
                </a:cubicBezTo>
                <a:cubicBezTo>
                  <a:pt x="36175" y="5400"/>
                  <a:pt x="36466" y="5342"/>
                  <a:pt x="36759" y="5226"/>
                </a:cubicBezTo>
                <a:cubicBezTo>
                  <a:pt x="37053" y="5109"/>
                  <a:pt x="37262" y="4995"/>
                  <a:pt x="37386" y="4882"/>
                </a:cubicBezTo>
                <a:lnTo>
                  <a:pt x="37424" y="4882"/>
                </a:lnTo>
                <a:lnTo>
                  <a:pt x="37424" y="5666"/>
                </a:lnTo>
                <a:cubicBezTo>
                  <a:pt x="37183" y="5767"/>
                  <a:pt x="36937" y="5853"/>
                  <a:pt x="36685" y="5922"/>
                </a:cubicBezTo>
                <a:cubicBezTo>
                  <a:pt x="36434" y="5990"/>
                  <a:pt x="36170" y="6025"/>
                  <a:pt x="35893" y="6025"/>
                </a:cubicBezTo>
                <a:cubicBezTo>
                  <a:pt x="35187" y="6025"/>
                  <a:pt x="34636" y="5833"/>
                  <a:pt x="34240" y="5451"/>
                </a:cubicBezTo>
                <a:cubicBezTo>
                  <a:pt x="33844" y="5068"/>
                  <a:pt x="33646" y="4524"/>
                  <a:pt x="33646" y="3820"/>
                </a:cubicBezTo>
                <a:cubicBezTo>
                  <a:pt x="33646" y="3123"/>
                  <a:pt x="33836" y="2570"/>
                  <a:pt x="34216" y="2160"/>
                </a:cubicBezTo>
                <a:cubicBezTo>
                  <a:pt x="34595" y="1751"/>
                  <a:pt x="35095" y="1546"/>
                  <a:pt x="35714" y="1546"/>
                </a:cubicBezTo>
                <a:cubicBezTo>
                  <a:pt x="36288" y="1546"/>
                  <a:pt x="36730" y="1714"/>
                  <a:pt x="37041" y="2050"/>
                </a:cubicBezTo>
                <a:cubicBezTo>
                  <a:pt x="37352" y="2385"/>
                  <a:pt x="37508" y="2862"/>
                  <a:pt x="37508" y="3480"/>
                </a:cubicBezTo>
                <a:lnTo>
                  <a:pt x="37508" y="3869"/>
                </a:lnTo>
                <a:moveTo>
                  <a:pt x="36811" y="3321"/>
                </a:moveTo>
                <a:cubicBezTo>
                  <a:pt x="36808" y="2945"/>
                  <a:pt x="36714" y="2654"/>
                  <a:pt x="36527" y="2449"/>
                </a:cubicBezTo>
                <a:cubicBezTo>
                  <a:pt x="36341" y="2243"/>
                  <a:pt x="36057" y="2140"/>
                  <a:pt x="35676" y="2140"/>
                </a:cubicBezTo>
                <a:cubicBezTo>
                  <a:pt x="35293" y="2140"/>
                  <a:pt x="34987" y="2253"/>
                  <a:pt x="34760" y="2479"/>
                </a:cubicBezTo>
                <a:cubicBezTo>
                  <a:pt x="34533" y="2705"/>
                  <a:pt x="34404" y="2986"/>
                  <a:pt x="34374" y="3321"/>
                </a:cubicBezTo>
                <a:lnTo>
                  <a:pt x="36811" y="33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DC0007-617C-49FA-A270-5CC390FD7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73" y="1069059"/>
            <a:ext cx="45326" cy="27235"/>
          </a:xfrm>
          <a:custGeom xmlns:a="http://schemas.openxmlformats.org/drawingml/2006/main">
            <a:pathLst>
              <a:path w="45326" h="27235">
                <a:moveTo>
                  <a:pt x="0" y="0"/>
                </a:moveTo>
                <a:lnTo>
                  <a:pt x="45326" y="0"/>
                </a:lnTo>
                <a:lnTo>
                  <a:pt x="45326" y="27235"/>
                </a:lnTo>
                <a:lnTo>
                  <a:pt x="0" y="272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416D9E-BDFD-4771-A430-E939E232A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72" y="1069061"/>
            <a:ext cx="45327" cy="27234"/>
          </a:xfrm>
          <a:custGeom xmlns:a="http://schemas.openxmlformats.org/drawingml/2006/main">
            <a:pathLst>
              <a:path w="45327" h="27234" fill="none">
                <a:moveTo>
                  <a:pt x="0" y="0"/>
                </a:moveTo>
                <a:lnTo>
                  <a:pt x="45327" y="0"/>
                </a:lnTo>
                <a:lnTo>
                  <a:pt x="45327" y="27234"/>
                </a:lnTo>
                <a:lnTo>
                  <a:pt x="0" y="272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08" name="Text Eulophidae">
            <a:extLst xmlns:a="http://schemas.openxmlformats.org/drawingml/2006/main">
              <a:ext uri="{FF2B5EF4-FFF2-40B4-BE49-F238E27FC236}">
                <a16:creationId xmlns:a16="http://schemas.microsoft.com/office/drawing/2014/main" id="{21BE1DE8-B7D7-4575-A766-FD36733BB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769" y="1071095"/>
            <a:ext cx="43729" cy="7855"/>
          </a:xfrm>
          <a:custGeom xmlns:a="http://schemas.openxmlformats.org/drawingml/2006/main">
            <a:pathLst>
              <a:path w="43729" h="7855">
                <a:moveTo>
                  <a:pt x="3916" y="6211"/>
                </a:moveTo>
                <a:lnTo>
                  <a:pt x="0" y="6211"/>
                </a:lnTo>
                <a:lnTo>
                  <a:pt x="0" y="263"/>
                </a:lnTo>
                <a:lnTo>
                  <a:pt x="3916" y="263"/>
                </a:lnTo>
                <a:lnTo>
                  <a:pt x="3916" y="966"/>
                </a:lnTo>
                <a:lnTo>
                  <a:pt x="790" y="966"/>
                </a:lnTo>
                <a:lnTo>
                  <a:pt x="790" y="2594"/>
                </a:lnTo>
                <a:lnTo>
                  <a:pt x="3916" y="2594"/>
                </a:lnTo>
                <a:lnTo>
                  <a:pt x="3916" y="3297"/>
                </a:lnTo>
                <a:lnTo>
                  <a:pt x="790" y="3297"/>
                </a:lnTo>
                <a:lnTo>
                  <a:pt x="790" y="5508"/>
                </a:lnTo>
                <a:lnTo>
                  <a:pt x="3916" y="5508"/>
                </a:lnTo>
                <a:lnTo>
                  <a:pt x="3916" y="6211"/>
                </a:lnTo>
                <a:close/>
                <a:moveTo>
                  <a:pt x="8805" y="6211"/>
                </a:moveTo>
                <a:lnTo>
                  <a:pt x="8054" y="6211"/>
                </a:lnTo>
                <a:lnTo>
                  <a:pt x="8054" y="5719"/>
                </a:lnTo>
                <a:cubicBezTo>
                  <a:pt x="7802" y="5918"/>
                  <a:pt x="7560" y="6072"/>
                  <a:pt x="7328" y="6178"/>
                </a:cubicBezTo>
                <a:cubicBezTo>
                  <a:pt x="7097" y="6285"/>
                  <a:pt x="6841" y="6338"/>
                  <a:pt x="6562" y="6338"/>
                </a:cubicBezTo>
                <a:cubicBezTo>
                  <a:pt x="6093" y="6338"/>
                  <a:pt x="5729" y="6195"/>
                  <a:pt x="5468" y="5909"/>
                </a:cubicBezTo>
                <a:cubicBezTo>
                  <a:pt x="5207" y="5622"/>
                  <a:pt x="5077" y="5201"/>
                  <a:pt x="5077" y="4647"/>
                </a:cubicBezTo>
                <a:lnTo>
                  <a:pt x="5077" y="1748"/>
                </a:lnTo>
                <a:lnTo>
                  <a:pt x="5827" y="1748"/>
                </a:lnTo>
                <a:lnTo>
                  <a:pt x="5827" y="4289"/>
                </a:lnTo>
                <a:cubicBezTo>
                  <a:pt x="5827" y="4516"/>
                  <a:pt x="5838" y="4710"/>
                  <a:pt x="5859" y="4871"/>
                </a:cubicBezTo>
                <a:cubicBezTo>
                  <a:pt x="5881" y="5032"/>
                  <a:pt x="5926" y="5170"/>
                  <a:pt x="5995" y="5284"/>
                </a:cubicBezTo>
                <a:cubicBezTo>
                  <a:pt x="6067" y="5401"/>
                  <a:pt x="6160" y="5487"/>
                  <a:pt x="6274" y="5540"/>
                </a:cubicBezTo>
                <a:cubicBezTo>
                  <a:pt x="6389" y="5593"/>
                  <a:pt x="6555" y="5620"/>
                  <a:pt x="6773" y="5620"/>
                </a:cubicBezTo>
                <a:cubicBezTo>
                  <a:pt x="6967" y="5620"/>
                  <a:pt x="7180" y="5569"/>
                  <a:pt x="7410" y="5468"/>
                </a:cubicBezTo>
                <a:cubicBezTo>
                  <a:pt x="7640" y="5367"/>
                  <a:pt x="7855" y="5238"/>
                  <a:pt x="8054" y="5081"/>
                </a:cubicBezTo>
                <a:lnTo>
                  <a:pt x="8054" y="1748"/>
                </a:lnTo>
                <a:lnTo>
                  <a:pt x="8805" y="1748"/>
                </a:lnTo>
                <a:lnTo>
                  <a:pt x="8805" y="6211"/>
                </a:lnTo>
                <a:close/>
                <a:moveTo>
                  <a:pt x="11040" y="6211"/>
                </a:moveTo>
                <a:lnTo>
                  <a:pt x="10289" y="6211"/>
                </a:lnTo>
                <a:lnTo>
                  <a:pt x="10289" y="0"/>
                </a:lnTo>
                <a:lnTo>
                  <a:pt x="11040" y="0"/>
                </a:lnTo>
                <a:lnTo>
                  <a:pt x="11040" y="6211"/>
                </a:lnTo>
                <a:close/>
                <a:moveTo>
                  <a:pt x="16324" y="3981"/>
                </a:moveTo>
                <a:cubicBezTo>
                  <a:pt x="16324" y="4710"/>
                  <a:pt x="16138" y="5285"/>
                  <a:pt x="15766" y="5706"/>
                </a:cubicBezTo>
                <a:cubicBezTo>
                  <a:pt x="15393" y="6128"/>
                  <a:pt x="14894" y="6338"/>
                  <a:pt x="14269" y="6338"/>
                </a:cubicBezTo>
                <a:cubicBezTo>
                  <a:pt x="13638" y="6338"/>
                  <a:pt x="13137" y="6128"/>
                  <a:pt x="12766" y="5706"/>
                </a:cubicBezTo>
                <a:cubicBezTo>
                  <a:pt x="12395" y="5285"/>
                  <a:pt x="12209" y="4710"/>
                  <a:pt x="12209" y="3981"/>
                </a:cubicBezTo>
                <a:cubicBezTo>
                  <a:pt x="12209" y="3253"/>
                  <a:pt x="12395" y="2678"/>
                  <a:pt x="12766" y="2255"/>
                </a:cubicBezTo>
                <a:cubicBezTo>
                  <a:pt x="13137" y="1832"/>
                  <a:pt x="13638" y="1621"/>
                  <a:pt x="14269" y="1621"/>
                </a:cubicBezTo>
                <a:cubicBezTo>
                  <a:pt x="14894" y="1621"/>
                  <a:pt x="15393" y="1832"/>
                  <a:pt x="15766" y="2255"/>
                </a:cubicBezTo>
                <a:cubicBezTo>
                  <a:pt x="16138" y="2678"/>
                  <a:pt x="16324" y="3253"/>
                  <a:pt x="16324" y="3981"/>
                </a:cubicBezTo>
                <a:moveTo>
                  <a:pt x="15550" y="3981"/>
                </a:moveTo>
                <a:cubicBezTo>
                  <a:pt x="15550" y="3405"/>
                  <a:pt x="15437" y="2976"/>
                  <a:pt x="15211" y="2696"/>
                </a:cubicBezTo>
                <a:cubicBezTo>
                  <a:pt x="14985" y="2415"/>
                  <a:pt x="14671" y="2275"/>
                  <a:pt x="14269" y="2275"/>
                </a:cubicBezTo>
                <a:cubicBezTo>
                  <a:pt x="13862" y="2275"/>
                  <a:pt x="13546" y="2415"/>
                  <a:pt x="13321" y="2696"/>
                </a:cubicBezTo>
                <a:cubicBezTo>
                  <a:pt x="13096" y="2976"/>
                  <a:pt x="12984" y="3405"/>
                  <a:pt x="12984" y="3981"/>
                </a:cubicBezTo>
                <a:cubicBezTo>
                  <a:pt x="12984" y="4540"/>
                  <a:pt x="13097" y="4963"/>
                  <a:pt x="13323" y="5251"/>
                </a:cubicBezTo>
                <a:cubicBezTo>
                  <a:pt x="13549" y="5540"/>
                  <a:pt x="13864" y="5684"/>
                  <a:pt x="14269" y="5684"/>
                </a:cubicBezTo>
                <a:cubicBezTo>
                  <a:pt x="14668" y="5684"/>
                  <a:pt x="14981" y="5541"/>
                  <a:pt x="15209" y="5255"/>
                </a:cubicBezTo>
                <a:cubicBezTo>
                  <a:pt x="15436" y="4969"/>
                  <a:pt x="15550" y="4545"/>
                  <a:pt x="15550" y="3981"/>
                </a:cubicBezTo>
                <a:close/>
                <a:moveTo>
                  <a:pt x="21409" y="3924"/>
                </a:moveTo>
                <a:cubicBezTo>
                  <a:pt x="21409" y="4286"/>
                  <a:pt x="21357" y="4617"/>
                  <a:pt x="21254" y="4917"/>
                </a:cubicBezTo>
                <a:cubicBezTo>
                  <a:pt x="21150" y="5217"/>
                  <a:pt x="21004" y="5471"/>
                  <a:pt x="20815" y="5679"/>
                </a:cubicBezTo>
                <a:cubicBezTo>
                  <a:pt x="20639" y="5876"/>
                  <a:pt x="20432" y="6029"/>
                  <a:pt x="20194" y="6137"/>
                </a:cubicBezTo>
                <a:cubicBezTo>
                  <a:pt x="19956" y="6244"/>
                  <a:pt x="19704" y="6298"/>
                  <a:pt x="19438" y="6298"/>
                </a:cubicBezTo>
                <a:cubicBezTo>
                  <a:pt x="19206" y="6298"/>
                  <a:pt x="18997" y="6273"/>
                  <a:pt x="18809" y="6222"/>
                </a:cubicBezTo>
                <a:cubicBezTo>
                  <a:pt x="18621" y="6172"/>
                  <a:pt x="18430" y="6093"/>
                  <a:pt x="18236" y="5987"/>
                </a:cubicBezTo>
                <a:lnTo>
                  <a:pt x="18236" y="7855"/>
                </a:lnTo>
                <a:lnTo>
                  <a:pt x="17486" y="7855"/>
                </a:lnTo>
                <a:lnTo>
                  <a:pt x="17486" y="1748"/>
                </a:lnTo>
                <a:lnTo>
                  <a:pt x="18236" y="1748"/>
                </a:lnTo>
                <a:lnTo>
                  <a:pt x="18236" y="2212"/>
                </a:lnTo>
                <a:cubicBezTo>
                  <a:pt x="18436" y="2044"/>
                  <a:pt x="18660" y="1904"/>
                  <a:pt x="18909" y="1791"/>
                </a:cubicBezTo>
                <a:cubicBezTo>
                  <a:pt x="19158" y="1677"/>
                  <a:pt x="19423" y="1621"/>
                  <a:pt x="19705" y="1621"/>
                </a:cubicBezTo>
                <a:cubicBezTo>
                  <a:pt x="20243" y="1621"/>
                  <a:pt x="20661" y="1824"/>
                  <a:pt x="20960" y="2230"/>
                </a:cubicBezTo>
                <a:cubicBezTo>
                  <a:pt x="21260" y="2637"/>
                  <a:pt x="21409" y="3201"/>
                  <a:pt x="21409" y="3924"/>
                </a:cubicBezTo>
                <a:moveTo>
                  <a:pt x="20635" y="3944"/>
                </a:moveTo>
                <a:cubicBezTo>
                  <a:pt x="20635" y="3406"/>
                  <a:pt x="20543" y="3004"/>
                  <a:pt x="20360" y="2738"/>
                </a:cubicBezTo>
                <a:cubicBezTo>
                  <a:pt x="20176" y="2472"/>
                  <a:pt x="19894" y="2339"/>
                  <a:pt x="19513" y="2339"/>
                </a:cubicBezTo>
                <a:cubicBezTo>
                  <a:pt x="19298" y="2339"/>
                  <a:pt x="19081" y="2386"/>
                  <a:pt x="18863" y="2479"/>
                </a:cubicBezTo>
                <a:cubicBezTo>
                  <a:pt x="18645" y="2572"/>
                  <a:pt x="18436" y="2694"/>
                  <a:pt x="18236" y="2846"/>
                </a:cubicBezTo>
                <a:lnTo>
                  <a:pt x="18236" y="5372"/>
                </a:lnTo>
                <a:cubicBezTo>
                  <a:pt x="18449" y="5468"/>
                  <a:pt x="18632" y="5533"/>
                  <a:pt x="18785" y="5568"/>
                </a:cubicBezTo>
                <a:cubicBezTo>
                  <a:pt x="18938" y="5603"/>
                  <a:pt x="19112" y="5620"/>
                  <a:pt x="19306" y="5620"/>
                </a:cubicBezTo>
                <a:cubicBezTo>
                  <a:pt x="19724" y="5620"/>
                  <a:pt x="20050" y="5479"/>
                  <a:pt x="20284" y="5197"/>
                </a:cubicBezTo>
                <a:cubicBezTo>
                  <a:pt x="20518" y="4915"/>
                  <a:pt x="20635" y="4497"/>
                  <a:pt x="20635" y="3944"/>
                </a:cubicBezTo>
                <a:close/>
                <a:moveTo>
                  <a:pt x="26307" y="6211"/>
                </a:moveTo>
                <a:lnTo>
                  <a:pt x="25557" y="6211"/>
                </a:lnTo>
                <a:lnTo>
                  <a:pt x="25557" y="3669"/>
                </a:lnTo>
                <a:cubicBezTo>
                  <a:pt x="25557" y="3464"/>
                  <a:pt x="25545" y="3272"/>
                  <a:pt x="25521" y="3092"/>
                </a:cubicBezTo>
                <a:cubicBezTo>
                  <a:pt x="25497" y="2912"/>
                  <a:pt x="25453" y="2772"/>
                  <a:pt x="25389" y="2671"/>
                </a:cubicBezTo>
                <a:cubicBezTo>
                  <a:pt x="25322" y="2559"/>
                  <a:pt x="25227" y="2475"/>
                  <a:pt x="25101" y="2421"/>
                </a:cubicBezTo>
                <a:cubicBezTo>
                  <a:pt x="24976" y="2366"/>
                  <a:pt x="24814" y="2339"/>
                  <a:pt x="24615" y="2339"/>
                </a:cubicBezTo>
                <a:cubicBezTo>
                  <a:pt x="24410" y="2339"/>
                  <a:pt x="24195" y="2390"/>
                  <a:pt x="23972" y="2491"/>
                </a:cubicBezTo>
                <a:cubicBezTo>
                  <a:pt x="23748" y="2592"/>
                  <a:pt x="23534" y="2721"/>
                  <a:pt x="23329" y="2878"/>
                </a:cubicBezTo>
                <a:lnTo>
                  <a:pt x="23329" y="6211"/>
                </a:lnTo>
                <a:lnTo>
                  <a:pt x="22579" y="6211"/>
                </a:lnTo>
                <a:lnTo>
                  <a:pt x="22579" y="0"/>
                </a:lnTo>
                <a:lnTo>
                  <a:pt x="23329" y="0"/>
                </a:lnTo>
                <a:lnTo>
                  <a:pt x="23329" y="2240"/>
                </a:lnTo>
                <a:cubicBezTo>
                  <a:pt x="23563" y="2046"/>
                  <a:pt x="23806" y="1894"/>
                  <a:pt x="24056" y="1785"/>
                </a:cubicBezTo>
                <a:cubicBezTo>
                  <a:pt x="24306" y="1675"/>
                  <a:pt x="24563" y="1621"/>
                  <a:pt x="24826" y="1621"/>
                </a:cubicBezTo>
                <a:cubicBezTo>
                  <a:pt x="25308" y="1621"/>
                  <a:pt x="25675" y="1766"/>
                  <a:pt x="25928" y="2056"/>
                </a:cubicBezTo>
                <a:cubicBezTo>
                  <a:pt x="26181" y="2347"/>
                  <a:pt x="26307" y="2765"/>
                  <a:pt x="26307" y="3312"/>
                </a:cubicBezTo>
                <a:lnTo>
                  <a:pt x="26307" y="6211"/>
                </a:lnTo>
                <a:close/>
                <a:moveTo>
                  <a:pt x="28558" y="1006"/>
                </a:moveTo>
                <a:lnTo>
                  <a:pt x="27712" y="1006"/>
                </a:lnTo>
                <a:lnTo>
                  <a:pt x="27712" y="224"/>
                </a:lnTo>
                <a:lnTo>
                  <a:pt x="28558" y="224"/>
                </a:lnTo>
                <a:lnTo>
                  <a:pt x="28558" y="1006"/>
                </a:lnTo>
                <a:moveTo>
                  <a:pt x="28510" y="6211"/>
                </a:moveTo>
                <a:lnTo>
                  <a:pt x="27760" y="6211"/>
                </a:lnTo>
                <a:lnTo>
                  <a:pt x="27760" y="1748"/>
                </a:lnTo>
                <a:lnTo>
                  <a:pt x="28510" y="1748"/>
                </a:lnTo>
                <a:lnTo>
                  <a:pt x="28510" y="6211"/>
                </a:lnTo>
                <a:close/>
                <a:moveTo>
                  <a:pt x="33611" y="6211"/>
                </a:moveTo>
                <a:lnTo>
                  <a:pt x="32861" y="6211"/>
                </a:lnTo>
                <a:lnTo>
                  <a:pt x="32861" y="5746"/>
                </a:lnTo>
                <a:cubicBezTo>
                  <a:pt x="32645" y="5933"/>
                  <a:pt x="32420" y="6078"/>
                  <a:pt x="32186" y="6182"/>
                </a:cubicBezTo>
                <a:cubicBezTo>
                  <a:pt x="31952" y="6286"/>
                  <a:pt x="31698" y="6338"/>
                  <a:pt x="31424" y="6338"/>
                </a:cubicBezTo>
                <a:cubicBezTo>
                  <a:pt x="30892" y="6338"/>
                  <a:pt x="30469" y="6133"/>
                  <a:pt x="30156" y="5722"/>
                </a:cubicBezTo>
                <a:cubicBezTo>
                  <a:pt x="29844" y="5311"/>
                  <a:pt x="29687" y="4742"/>
                  <a:pt x="29687" y="4013"/>
                </a:cubicBezTo>
                <a:cubicBezTo>
                  <a:pt x="29687" y="3635"/>
                  <a:pt x="29741" y="3297"/>
                  <a:pt x="29849" y="3001"/>
                </a:cubicBezTo>
                <a:cubicBezTo>
                  <a:pt x="29957" y="2705"/>
                  <a:pt x="30103" y="2453"/>
                  <a:pt x="30286" y="2245"/>
                </a:cubicBezTo>
                <a:cubicBezTo>
                  <a:pt x="30467" y="2042"/>
                  <a:pt x="30678" y="1887"/>
                  <a:pt x="30919" y="1781"/>
                </a:cubicBezTo>
                <a:cubicBezTo>
                  <a:pt x="31160" y="1674"/>
                  <a:pt x="31409" y="1621"/>
                  <a:pt x="31667" y="1621"/>
                </a:cubicBezTo>
                <a:cubicBezTo>
                  <a:pt x="31901" y="1621"/>
                  <a:pt x="32109" y="1645"/>
                  <a:pt x="32290" y="1695"/>
                </a:cubicBezTo>
                <a:cubicBezTo>
                  <a:pt x="32471" y="1744"/>
                  <a:pt x="32661" y="1821"/>
                  <a:pt x="32861" y="1925"/>
                </a:cubicBezTo>
                <a:lnTo>
                  <a:pt x="32861" y="0"/>
                </a:lnTo>
                <a:lnTo>
                  <a:pt x="33611" y="0"/>
                </a:lnTo>
                <a:lnTo>
                  <a:pt x="33611" y="6211"/>
                </a:lnTo>
                <a:moveTo>
                  <a:pt x="32861" y="5113"/>
                </a:moveTo>
                <a:lnTo>
                  <a:pt x="32861" y="2554"/>
                </a:lnTo>
                <a:cubicBezTo>
                  <a:pt x="32658" y="2464"/>
                  <a:pt x="32477" y="2401"/>
                  <a:pt x="32318" y="2367"/>
                </a:cubicBezTo>
                <a:cubicBezTo>
                  <a:pt x="32158" y="2332"/>
                  <a:pt x="31984" y="2315"/>
                  <a:pt x="31795" y="2315"/>
                </a:cubicBezTo>
                <a:cubicBezTo>
                  <a:pt x="31374" y="2315"/>
                  <a:pt x="31047" y="2461"/>
                  <a:pt x="30813" y="2754"/>
                </a:cubicBezTo>
                <a:cubicBezTo>
                  <a:pt x="30579" y="3047"/>
                  <a:pt x="30462" y="3462"/>
                  <a:pt x="30462" y="3999"/>
                </a:cubicBezTo>
                <a:cubicBezTo>
                  <a:pt x="30462" y="4529"/>
                  <a:pt x="30552" y="4931"/>
                  <a:pt x="30733" y="5207"/>
                </a:cubicBezTo>
                <a:cubicBezTo>
                  <a:pt x="30914" y="5482"/>
                  <a:pt x="31204" y="5620"/>
                  <a:pt x="31603" y="5620"/>
                </a:cubicBezTo>
                <a:cubicBezTo>
                  <a:pt x="31816" y="5620"/>
                  <a:pt x="32032" y="5573"/>
                  <a:pt x="32250" y="5478"/>
                </a:cubicBezTo>
                <a:cubicBezTo>
                  <a:pt x="32468" y="5384"/>
                  <a:pt x="32672" y="5262"/>
                  <a:pt x="32861" y="5113"/>
                </a:cubicBezTo>
                <a:close/>
                <a:moveTo>
                  <a:pt x="38552" y="6211"/>
                </a:moveTo>
                <a:lnTo>
                  <a:pt x="37806" y="6211"/>
                </a:lnTo>
                <a:lnTo>
                  <a:pt x="37806" y="5739"/>
                </a:lnTo>
                <a:cubicBezTo>
                  <a:pt x="37739" y="5784"/>
                  <a:pt x="37650" y="5847"/>
                  <a:pt x="37536" y="5929"/>
                </a:cubicBezTo>
                <a:cubicBezTo>
                  <a:pt x="37423" y="6010"/>
                  <a:pt x="37314" y="6075"/>
                  <a:pt x="37207" y="6123"/>
                </a:cubicBezTo>
                <a:cubicBezTo>
                  <a:pt x="37082" y="6184"/>
                  <a:pt x="36938" y="6235"/>
                  <a:pt x="36776" y="6276"/>
                </a:cubicBezTo>
                <a:cubicBezTo>
                  <a:pt x="36614" y="6318"/>
                  <a:pt x="36423" y="6338"/>
                  <a:pt x="36205" y="6338"/>
                </a:cubicBezTo>
                <a:cubicBezTo>
                  <a:pt x="35803" y="6338"/>
                  <a:pt x="35463" y="6205"/>
                  <a:pt x="35183" y="5939"/>
                </a:cubicBezTo>
                <a:cubicBezTo>
                  <a:pt x="34904" y="5672"/>
                  <a:pt x="34764" y="5333"/>
                  <a:pt x="34764" y="4920"/>
                </a:cubicBezTo>
                <a:cubicBezTo>
                  <a:pt x="34764" y="4581"/>
                  <a:pt x="34837" y="4307"/>
                  <a:pt x="34982" y="4098"/>
                </a:cubicBezTo>
                <a:cubicBezTo>
                  <a:pt x="35127" y="3889"/>
                  <a:pt x="35334" y="3725"/>
                  <a:pt x="35603" y="3605"/>
                </a:cubicBezTo>
                <a:cubicBezTo>
                  <a:pt x="35874" y="3485"/>
                  <a:pt x="36200" y="3404"/>
                  <a:pt x="36580" y="3361"/>
                </a:cubicBezTo>
                <a:cubicBezTo>
                  <a:pt x="36961" y="3318"/>
                  <a:pt x="37369" y="3286"/>
                  <a:pt x="37806" y="3265"/>
                </a:cubicBezTo>
                <a:lnTo>
                  <a:pt x="37806" y="3148"/>
                </a:lnTo>
                <a:cubicBezTo>
                  <a:pt x="37806" y="2977"/>
                  <a:pt x="37776" y="2834"/>
                  <a:pt x="37716" y="2722"/>
                </a:cubicBezTo>
                <a:cubicBezTo>
                  <a:pt x="37656" y="2609"/>
                  <a:pt x="37570" y="2520"/>
                  <a:pt x="37459" y="2456"/>
                </a:cubicBezTo>
                <a:cubicBezTo>
                  <a:pt x="37352" y="2394"/>
                  <a:pt x="37224" y="2353"/>
                  <a:pt x="37075" y="2331"/>
                </a:cubicBezTo>
                <a:cubicBezTo>
                  <a:pt x="36926" y="2310"/>
                  <a:pt x="36771" y="2299"/>
                  <a:pt x="36608" y="2299"/>
                </a:cubicBezTo>
                <a:cubicBezTo>
                  <a:pt x="36412" y="2299"/>
                  <a:pt x="36192" y="2326"/>
                  <a:pt x="35950" y="2379"/>
                </a:cubicBezTo>
                <a:cubicBezTo>
                  <a:pt x="35708" y="2432"/>
                  <a:pt x="35458" y="2509"/>
                  <a:pt x="35199" y="2610"/>
                </a:cubicBezTo>
                <a:lnTo>
                  <a:pt x="35160" y="2610"/>
                </a:lnTo>
                <a:lnTo>
                  <a:pt x="35160" y="1848"/>
                </a:lnTo>
                <a:cubicBezTo>
                  <a:pt x="35306" y="1808"/>
                  <a:pt x="35517" y="1764"/>
                  <a:pt x="35794" y="1716"/>
                </a:cubicBezTo>
                <a:cubicBezTo>
                  <a:pt x="36071" y="1668"/>
                  <a:pt x="36344" y="1644"/>
                  <a:pt x="36612" y="1644"/>
                </a:cubicBezTo>
                <a:cubicBezTo>
                  <a:pt x="36926" y="1644"/>
                  <a:pt x="37200" y="1670"/>
                  <a:pt x="37433" y="1722"/>
                </a:cubicBezTo>
                <a:cubicBezTo>
                  <a:pt x="37665" y="1774"/>
                  <a:pt x="37867" y="1863"/>
                  <a:pt x="38037" y="1988"/>
                </a:cubicBezTo>
                <a:cubicBezTo>
                  <a:pt x="38205" y="2110"/>
                  <a:pt x="38333" y="2268"/>
                  <a:pt x="38421" y="2463"/>
                </a:cubicBezTo>
                <a:cubicBezTo>
                  <a:pt x="38508" y="2657"/>
                  <a:pt x="38552" y="2898"/>
                  <a:pt x="38552" y="3185"/>
                </a:cubicBezTo>
                <a:lnTo>
                  <a:pt x="38552" y="6211"/>
                </a:lnTo>
                <a:moveTo>
                  <a:pt x="37806" y="5119"/>
                </a:moveTo>
                <a:lnTo>
                  <a:pt x="37806" y="3872"/>
                </a:lnTo>
                <a:cubicBezTo>
                  <a:pt x="37577" y="3885"/>
                  <a:pt x="37308" y="3905"/>
                  <a:pt x="36998" y="3932"/>
                </a:cubicBezTo>
                <a:cubicBezTo>
                  <a:pt x="36688" y="3959"/>
                  <a:pt x="36442" y="3997"/>
                  <a:pt x="36261" y="4048"/>
                </a:cubicBezTo>
                <a:cubicBezTo>
                  <a:pt x="36046" y="4110"/>
                  <a:pt x="35871" y="4205"/>
                  <a:pt x="35738" y="4335"/>
                </a:cubicBezTo>
                <a:cubicBezTo>
                  <a:pt x="35605" y="4464"/>
                  <a:pt x="35539" y="4643"/>
                  <a:pt x="35539" y="4870"/>
                </a:cubicBezTo>
                <a:cubicBezTo>
                  <a:pt x="35539" y="5127"/>
                  <a:pt x="35616" y="5320"/>
                  <a:pt x="35770" y="5449"/>
                </a:cubicBezTo>
                <a:cubicBezTo>
                  <a:pt x="35925" y="5579"/>
                  <a:pt x="36160" y="5644"/>
                  <a:pt x="36477" y="5644"/>
                </a:cubicBezTo>
                <a:cubicBezTo>
                  <a:pt x="36740" y="5644"/>
                  <a:pt x="36981" y="5592"/>
                  <a:pt x="37199" y="5490"/>
                </a:cubicBezTo>
                <a:cubicBezTo>
                  <a:pt x="37417" y="5387"/>
                  <a:pt x="37620" y="5263"/>
                  <a:pt x="37806" y="5119"/>
                </a:cubicBezTo>
                <a:close/>
                <a:moveTo>
                  <a:pt x="43729" y="4055"/>
                </a:moveTo>
                <a:lnTo>
                  <a:pt x="40444" y="4055"/>
                </a:lnTo>
                <a:cubicBezTo>
                  <a:pt x="40444" y="4330"/>
                  <a:pt x="40485" y="4569"/>
                  <a:pt x="40568" y="4773"/>
                </a:cubicBezTo>
                <a:cubicBezTo>
                  <a:pt x="40650" y="4978"/>
                  <a:pt x="40764" y="5145"/>
                  <a:pt x="40907" y="5276"/>
                </a:cubicBezTo>
                <a:cubicBezTo>
                  <a:pt x="41046" y="5404"/>
                  <a:pt x="41210" y="5500"/>
                  <a:pt x="41400" y="5564"/>
                </a:cubicBezTo>
                <a:cubicBezTo>
                  <a:pt x="41590" y="5628"/>
                  <a:pt x="41800" y="5660"/>
                  <a:pt x="42029" y="5660"/>
                </a:cubicBezTo>
                <a:cubicBezTo>
                  <a:pt x="42332" y="5660"/>
                  <a:pt x="42638" y="5599"/>
                  <a:pt x="42945" y="5477"/>
                </a:cubicBezTo>
                <a:cubicBezTo>
                  <a:pt x="43252" y="5355"/>
                  <a:pt x="43471" y="5235"/>
                  <a:pt x="43601" y="5117"/>
                </a:cubicBezTo>
                <a:lnTo>
                  <a:pt x="43641" y="5117"/>
                </a:lnTo>
                <a:lnTo>
                  <a:pt x="43641" y="5938"/>
                </a:lnTo>
                <a:cubicBezTo>
                  <a:pt x="43389" y="6045"/>
                  <a:pt x="43130" y="6134"/>
                  <a:pt x="42867" y="6206"/>
                </a:cubicBezTo>
                <a:cubicBezTo>
                  <a:pt x="42604" y="6278"/>
                  <a:pt x="42327" y="6314"/>
                  <a:pt x="42037" y="6314"/>
                </a:cubicBezTo>
                <a:cubicBezTo>
                  <a:pt x="41297" y="6314"/>
                  <a:pt x="40720" y="6114"/>
                  <a:pt x="40305" y="5713"/>
                </a:cubicBezTo>
                <a:cubicBezTo>
                  <a:pt x="39889" y="5312"/>
                  <a:pt x="39682" y="4742"/>
                  <a:pt x="39682" y="4003"/>
                </a:cubicBezTo>
                <a:cubicBezTo>
                  <a:pt x="39682" y="3273"/>
                  <a:pt x="39881" y="2693"/>
                  <a:pt x="40279" y="2264"/>
                </a:cubicBezTo>
                <a:cubicBezTo>
                  <a:pt x="40676" y="1835"/>
                  <a:pt x="41200" y="1621"/>
                  <a:pt x="41849" y="1621"/>
                </a:cubicBezTo>
                <a:cubicBezTo>
                  <a:pt x="42451" y="1621"/>
                  <a:pt x="42914" y="1796"/>
                  <a:pt x="43240" y="2148"/>
                </a:cubicBezTo>
                <a:cubicBezTo>
                  <a:pt x="43566" y="2500"/>
                  <a:pt x="43729" y="3000"/>
                  <a:pt x="43729" y="3648"/>
                </a:cubicBezTo>
                <a:lnTo>
                  <a:pt x="43729" y="4055"/>
                </a:lnTo>
                <a:moveTo>
                  <a:pt x="42999" y="3481"/>
                </a:moveTo>
                <a:cubicBezTo>
                  <a:pt x="42996" y="3087"/>
                  <a:pt x="42897" y="2782"/>
                  <a:pt x="42701" y="2566"/>
                </a:cubicBezTo>
                <a:cubicBezTo>
                  <a:pt x="42506" y="2351"/>
                  <a:pt x="42208" y="2243"/>
                  <a:pt x="41809" y="2243"/>
                </a:cubicBezTo>
                <a:cubicBezTo>
                  <a:pt x="41407" y="2243"/>
                  <a:pt x="41088" y="2362"/>
                  <a:pt x="40849" y="2598"/>
                </a:cubicBezTo>
                <a:cubicBezTo>
                  <a:pt x="40611" y="2835"/>
                  <a:pt x="40476" y="3129"/>
                  <a:pt x="40444" y="3481"/>
                </a:cubicBezTo>
                <a:lnTo>
                  <a:pt x="42999" y="348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C7DE2F-43EB-4ED7-9AAE-01E32C2B2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296" y="1069059"/>
            <a:ext cx="42725" cy="27235"/>
          </a:xfrm>
          <a:custGeom xmlns:a="http://schemas.openxmlformats.org/drawingml/2006/main">
            <a:pathLst>
              <a:path w="42725" h="27235">
                <a:moveTo>
                  <a:pt x="0" y="0"/>
                </a:moveTo>
                <a:lnTo>
                  <a:pt x="42725" y="0"/>
                </a:lnTo>
                <a:lnTo>
                  <a:pt x="42725" y="27235"/>
                </a:lnTo>
                <a:lnTo>
                  <a:pt x="0" y="272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474BC9-A336-4D2E-88C0-8AC1FBB3B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3297" y="1069061"/>
            <a:ext cx="42726" cy="27234"/>
          </a:xfrm>
          <a:custGeom xmlns:a="http://schemas.openxmlformats.org/drawingml/2006/main">
            <a:pathLst>
              <a:path w="42726" h="27234" fill="none">
                <a:moveTo>
                  <a:pt x="0" y="0"/>
                </a:moveTo>
                <a:lnTo>
                  <a:pt x="42726" y="0"/>
                </a:lnTo>
                <a:lnTo>
                  <a:pt x="42726" y="27234"/>
                </a:lnTo>
                <a:lnTo>
                  <a:pt x="0" y="272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11" name="Text Mymaridae">
            <a:extLst xmlns:a="http://schemas.openxmlformats.org/drawingml/2006/main">
              <a:ext uri="{FF2B5EF4-FFF2-40B4-BE49-F238E27FC236}">
                <a16:creationId xmlns:a16="http://schemas.microsoft.com/office/drawing/2014/main" id="{B246B89A-0C60-458D-B36B-916B06A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550" y="1070921"/>
            <a:ext cx="41571" cy="7423"/>
          </a:xfrm>
          <a:custGeom xmlns:a="http://schemas.openxmlformats.org/drawingml/2006/main">
            <a:pathLst>
              <a:path w="41571" h="7423">
                <a:moveTo>
                  <a:pt x="5001" y="5869"/>
                </a:moveTo>
                <a:lnTo>
                  <a:pt x="4254" y="5869"/>
                </a:lnTo>
                <a:lnTo>
                  <a:pt x="4254" y="1027"/>
                </a:lnTo>
                <a:lnTo>
                  <a:pt x="2693" y="4322"/>
                </a:lnTo>
                <a:lnTo>
                  <a:pt x="2248" y="4322"/>
                </a:lnTo>
                <a:lnTo>
                  <a:pt x="698" y="1027"/>
                </a:lnTo>
                <a:lnTo>
                  <a:pt x="698" y="5869"/>
                </a:lnTo>
                <a:lnTo>
                  <a:pt x="0" y="5869"/>
                </a:lnTo>
                <a:lnTo>
                  <a:pt x="0" y="249"/>
                </a:lnTo>
                <a:lnTo>
                  <a:pt x="1018" y="249"/>
                </a:lnTo>
                <a:lnTo>
                  <a:pt x="2516" y="3379"/>
                </a:lnTo>
                <a:lnTo>
                  <a:pt x="3964" y="249"/>
                </a:lnTo>
                <a:lnTo>
                  <a:pt x="5001" y="249"/>
                </a:lnTo>
                <a:lnTo>
                  <a:pt x="5001" y="5869"/>
                </a:lnTo>
                <a:close/>
                <a:moveTo>
                  <a:pt x="10097" y="1652"/>
                </a:moveTo>
                <a:lnTo>
                  <a:pt x="7638" y="7423"/>
                </a:lnTo>
                <a:lnTo>
                  <a:pt x="6880" y="7423"/>
                </a:lnTo>
                <a:lnTo>
                  <a:pt x="7664" y="5664"/>
                </a:lnTo>
                <a:lnTo>
                  <a:pt x="5986" y="1652"/>
                </a:lnTo>
                <a:lnTo>
                  <a:pt x="6755" y="1652"/>
                </a:lnTo>
                <a:lnTo>
                  <a:pt x="8049" y="4775"/>
                </a:lnTo>
                <a:lnTo>
                  <a:pt x="9354" y="1652"/>
                </a:lnTo>
                <a:lnTo>
                  <a:pt x="10097" y="1652"/>
                </a:lnTo>
                <a:close/>
                <a:moveTo>
                  <a:pt x="17172" y="5869"/>
                </a:moveTo>
                <a:lnTo>
                  <a:pt x="16463" y="5869"/>
                </a:lnTo>
                <a:lnTo>
                  <a:pt x="16463" y="3467"/>
                </a:lnTo>
                <a:cubicBezTo>
                  <a:pt x="16463" y="3286"/>
                  <a:pt x="16455" y="3111"/>
                  <a:pt x="16439" y="2943"/>
                </a:cubicBezTo>
                <a:cubicBezTo>
                  <a:pt x="16422" y="2774"/>
                  <a:pt x="16388" y="2639"/>
                  <a:pt x="16335" y="2539"/>
                </a:cubicBezTo>
                <a:cubicBezTo>
                  <a:pt x="16277" y="2430"/>
                  <a:pt x="16194" y="2349"/>
                  <a:pt x="16086" y="2293"/>
                </a:cubicBezTo>
                <a:cubicBezTo>
                  <a:pt x="15978" y="2238"/>
                  <a:pt x="15822" y="2210"/>
                  <a:pt x="15618" y="2210"/>
                </a:cubicBezTo>
                <a:cubicBezTo>
                  <a:pt x="15420" y="2210"/>
                  <a:pt x="15221" y="2260"/>
                  <a:pt x="15023" y="2359"/>
                </a:cubicBezTo>
                <a:cubicBezTo>
                  <a:pt x="14824" y="2459"/>
                  <a:pt x="14625" y="2585"/>
                  <a:pt x="14427" y="2739"/>
                </a:cubicBezTo>
                <a:cubicBezTo>
                  <a:pt x="14434" y="2797"/>
                  <a:pt x="14440" y="2864"/>
                  <a:pt x="14445" y="2941"/>
                </a:cubicBezTo>
                <a:cubicBezTo>
                  <a:pt x="14450" y="3018"/>
                  <a:pt x="14453" y="3094"/>
                  <a:pt x="14453" y="3169"/>
                </a:cubicBezTo>
                <a:lnTo>
                  <a:pt x="14453" y="5869"/>
                </a:lnTo>
                <a:lnTo>
                  <a:pt x="13744" y="5869"/>
                </a:lnTo>
                <a:lnTo>
                  <a:pt x="13744" y="3467"/>
                </a:lnTo>
                <a:cubicBezTo>
                  <a:pt x="13744" y="3281"/>
                  <a:pt x="13736" y="3104"/>
                  <a:pt x="13719" y="2937"/>
                </a:cubicBezTo>
                <a:cubicBezTo>
                  <a:pt x="13703" y="2770"/>
                  <a:pt x="13668" y="2636"/>
                  <a:pt x="13616" y="2535"/>
                </a:cubicBezTo>
                <a:cubicBezTo>
                  <a:pt x="13558" y="2427"/>
                  <a:pt x="13475" y="2345"/>
                  <a:pt x="13367" y="2291"/>
                </a:cubicBezTo>
                <a:cubicBezTo>
                  <a:pt x="13259" y="2237"/>
                  <a:pt x="13103" y="2210"/>
                  <a:pt x="12899" y="2210"/>
                </a:cubicBezTo>
                <a:cubicBezTo>
                  <a:pt x="12705" y="2210"/>
                  <a:pt x="12511" y="2258"/>
                  <a:pt x="12316" y="2354"/>
                </a:cubicBezTo>
                <a:cubicBezTo>
                  <a:pt x="12121" y="2449"/>
                  <a:pt x="11927" y="2571"/>
                  <a:pt x="11734" y="2720"/>
                </a:cubicBezTo>
                <a:lnTo>
                  <a:pt x="11734" y="5869"/>
                </a:lnTo>
                <a:lnTo>
                  <a:pt x="11025" y="5869"/>
                </a:lnTo>
                <a:lnTo>
                  <a:pt x="11025" y="1652"/>
                </a:lnTo>
                <a:lnTo>
                  <a:pt x="11734" y="1652"/>
                </a:lnTo>
                <a:lnTo>
                  <a:pt x="11734" y="2120"/>
                </a:lnTo>
                <a:cubicBezTo>
                  <a:pt x="11955" y="1935"/>
                  <a:pt x="12176" y="1791"/>
                  <a:pt x="12396" y="1687"/>
                </a:cubicBezTo>
                <a:cubicBezTo>
                  <a:pt x="12616" y="1583"/>
                  <a:pt x="12850" y="1531"/>
                  <a:pt x="13099" y="1531"/>
                </a:cubicBezTo>
                <a:cubicBezTo>
                  <a:pt x="13386" y="1531"/>
                  <a:pt x="13629" y="1592"/>
                  <a:pt x="13829" y="1714"/>
                </a:cubicBezTo>
                <a:cubicBezTo>
                  <a:pt x="14029" y="1835"/>
                  <a:pt x="14178" y="2003"/>
                  <a:pt x="14276" y="2218"/>
                </a:cubicBezTo>
                <a:cubicBezTo>
                  <a:pt x="14562" y="1975"/>
                  <a:pt x="14824" y="1800"/>
                  <a:pt x="15060" y="1693"/>
                </a:cubicBezTo>
                <a:cubicBezTo>
                  <a:pt x="15297" y="1585"/>
                  <a:pt x="15549" y="1531"/>
                  <a:pt x="15818" y="1531"/>
                </a:cubicBezTo>
                <a:cubicBezTo>
                  <a:pt x="16281" y="1531"/>
                  <a:pt x="16622" y="1672"/>
                  <a:pt x="16842" y="1953"/>
                </a:cubicBezTo>
                <a:cubicBezTo>
                  <a:pt x="17062" y="2233"/>
                  <a:pt x="17172" y="2626"/>
                  <a:pt x="17172" y="3130"/>
                </a:cubicBezTo>
                <a:lnTo>
                  <a:pt x="17172" y="5869"/>
                </a:lnTo>
                <a:close/>
                <a:moveTo>
                  <a:pt x="21812" y="5869"/>
                </a:moveTo>
                <a:lnTo>
                  <a:pt x="21106" y="5869"/>
                </a:lnTo>
                <a:lnTo>
                  <a:pt x="21106" y="5423"/>
                </a:lnTo>
                <a:cubicBezTo>
                  <a:pt x="21043" y="5466"/>
                  <a:pt x="20959" y="5526"/>
                  <a:pt x="20852" y="5602"/>
                </a:cubicBezTo>
                <a:cubicBezTo>
                  <a:pt x="20745" y="5679"/>
                  <a:pt x="20641" y="5740"/>
                  <a:pt x="20541" y="5786"/>
                </a:cubicBezTo>
                <a:cubicBezTo>
                  <a:pt x="20422" y="5843"/>
                  <a:pt x="20287" y="5892"/>
                  <a:pt x="20133" y="5931"/>
                </a:cubicBezTo>
                <a:cubicBezTo>
                  <a:pt x="19980" y="5970"/>
                  <a:pt x="19800" y="5989"/>
                  <a:pt x="19594" y="5989"/>
                </a:cubicBezTo>
                <a:cubicBezTo>
                  <a:pt x="19214" y="5989"/>
                  <a:pt x="18892" y="5864"/>
                  <a:pt x="18628" y="5612"/>
                </a:cubicBezTo>
                <a:cubicBezTo>
                  <a:pt x="18364" y="5360"/>
                  <a:pt x="18232" y="5039"/>
                  <a:pt x="18232" y="4649"/>
                </a:cubicBezTo>
                <a:cubicBezTo>
                  <a:pt x="18232" y="4329"/>
                  <a:pt x="18301" y="4070"/>
                  <a:pt x="18438" y="3873"/>
                </a:cubicBezTo>
                <a:cubicBezTo>
                  <a:pt x="18575" y="3675"/>
                  <a:pt x="18770" y="3520"/>
                  <a:pt x="19024" y="3406"/>
                </a:cubicBezTo>
                <a:cubicBezTo>
                  <a:pt x="19281" y="3293"/>
                  <a:pt x="19589" y="3216"/>
                  <a:pt x="19948" y="3176"/>
                </a:cubicBezTo>
                <a:cubicBezTo>
                  <a:pt x="20308" y="3136"/>
                  <a:pt x="20694" y="3105"/>
                  <a:pt x="21106" y="3085"/>
                </a:cubicBezTo>
                <a:lnTo>
                  <a:pt x="21106" y="2975"/>
                </a:lnTo>
                <a:cubicBezTo>
                  <a:pt x="21106" y="2813"/>
                  <a:pt x="21078" y="2678"/>
                  <a:pt x="21021" y="2572"/>
                </a:cubicBezTo>
                <a:cubicBezTo>
                  <a:pt x="20965" y="2465"/>
                  <a:pt x="20884" y="2382"/>
                  <a:pt x="20778" y="2321"/>
                </a:cubicBezTo>
                <a:cubicBezTo>
                  <a:pt x="20678" y="2262"/>
                  <a:pt x="20557" y="2223"/>
                  <a:pt x="20416" y="2203"/>
                </a:cubicBezTo>
                <a:cubicBezTo>
                  <a:pt x="20275" y="2183"/>
                  <a:pt x="20128" y="2172"/>
                  <a:pt x="19975" y="2172"/>
                </a:cubicBezTo>
                <a:cubicBezTo>
                  <a:pt x="19789" y="2172"/>
                  <a:pt x="19581" y="2198"/>
                  <a:pt x="19352" y="2248"/>
                </a:cubicBezTo>
                <a:cubicBezTo>
                  <a:pt x="19124" y="2298"/>
                  <a:pt x="18887" y="2371"/>
                  <a:pt x="18643" y="2467"/>
                </a:cubicBezTo>
                <a:lnTo>
                  <a:pt x="18606" y="2467"/>
                </a:lnTo>
                <a:lnTo>
                  <a:pt x="18606" y="1746"/>
                </a:lnTo>
                <a:cubicBezTo>
                  <a:pt x="18744" y="1709"/>
                  <a:pt x="18944" y="1667"/>
                  <a:pt x="19205" y="1622"/>
                </a:cubicBezTo>
                <a:cubicBezTo>
                  <a:pt x="19467" y="1577"/>
                  <a:pt x="19725" y="1554"/>
                  <a:pt x="19979" y="1554"/>
                </a:cubicBezTo>
                <a:cubicBezTo>
                  <a:pt x="20275" y="1554"/>
                  <a:pt x="20534" y="1578"/>
                  <a:pt x="20754" y="1627"/>
                </a:cubicBezTo>
                <a:cubicBezTo>
                  <a:pt x="20974" y="1677"/>
                  <a:pt x="21164" y="1760"/>
                  <a:pt x="21325" y="1878"/>
                </a:cubicBezTo>
                <a:cubicBezTo>
                  <a:pt x="21483" y="1994"/>
                  <a:pt x="21604" y="2144"/>
                  <a:pt x="21687" y="2327"/>
                </a:cubicBezTo>
                <a:cubicBezTo>
                  <a:pt x="21770" y="2511"/>
                  <a:pt x="21812" y="2738"/>
                  <a:pt x="21812" y="3010"/>
                </a:cubicBezTo>
                <a:lnTo>
                  <a:pt x="21812" y="5869"/>
                </a:lnTo>
                <a:moveTo>
                  <a:pt x="21106" y="4837"/>
                </a:moveTo>
                <a:lnTo>
                  <a:pt x="21106" y="3659"/>
                </a:lnTo>
                <a:cubicBezTo>
                  <a:pt x="20890" y="3671"/>
                  <a:pt x="20635" y="3690"/>
                  <a:pt x="20343" y="3715"/>
                </a:cubicBezTo>
                <a:cubicBezTo>
                  <a:pt x="20050" y="3741"/>
                  <a:pt x="19818" y="3777"/>
                  <a:pt x="19647" y="3825"/>
                </a:cubicBezTo>
                <a:cubicBezTo>
                  <a:pt x="19443" y="3883"/>
                  <a:pt x="19278" y="3974"/>
                  <a:pt x="19153" y="4096"/>
                </a:cubicBezTo>
                <a:cubicBezTo>
                  <a:pt x="19027" y="4219"/>
                  <a:pt x="18964" y="4387"/>
                  <a:pt x="18964" y="4602"/>
                </a:cubicBezTo>
                <a:cubicBezTo>
                  <a:pt x="18964" y="4844"/>
                  <a:pt x="19037" y="5027"/>
                  <a:pt x="19183" y="5149"/>
                </a:cubicBezTo>
                <a:cubicBezTo>
                  <a:pt x="19329" y="5272"/>
                  <a:pt x="19551" y="5333"/>
                  <a:pt x="19850" y="5333"/>
                </a:cubicBezTo>
                <a:cubicBezTo>
                  <a:pt x="20099" y="5333"/>
                  <a:pt x="20327" y="5285"/>
                  <a:pt x="20533" y="5187"/>
                </a:cubicBezTo>
                <a:cubicBezTo>
                  <a:pt x="20739" y="5090"/>
                  <a:pt x="20930" y="4973"/>
                  <a:pt x="21106" y="4837"/>
                </a:cubicBezTo>
                <a:close/>
                <a:moveTo>
                  <a:pt x="25806" y="2421"/>
                </a:moveTo>
                <a:lnTo>
                  <a:pt x="25768" y="2421"/>
                </a:lnTo>
                <a:cubicBezTo>
                  <a:pt x="25662" y="2398"/>
                  <a:pt x="25560" y="2380"/>
                  <a:pt x="25461" y="2370"/>
                </a:cubicBezTo>
                <a:cubicBezTo>
                  <a:pt x="25361" y="2359"/>
                  <a:pt x="25244" y="2354"/>
                  <a:pt x="25108" y="2354"/>
                </a:cubicBezTo>
                <a:cubicBezTo>
                  <a:pt x="24889" y="2354"/>
                  <a:pt x="24678" y="2402"/>
                  <a:pt x="24474" y="2499"/>
                </a:cubicBezTo>
                <a:cubicBezTo>
                  <a:pt x="24271" y="2596"/>
                  <a:pt x="24075" y="2721"/>
                  <a:pt x="23886" y="2875"/>
                </a:cubicBezTo>
                <a:lnTo>
                  <a:pt x="23886" y="5869"/>
                </a:lnTo>
                <a:lnTo>
                  <a:pt x="23177" y="5869"/>
                </a:lnTo>
                <a:lnTo>
                  <a:pt x="23177" y="1652"/>
                </a:lnTo>
                <a:lnTo>
                  <a:pt x="23886" y="1652"/>
                </a:lnTo>
                <a:lnTo>
                  <a:pt x="23886" y="2275"/>
                </a:lnTo>
                <a:cubicBezTo>
                  <a:pt x="24168" y="2048"/>
                  <a:pt x="24416" y="1888"/>
                  <a:pt x="24631" y="1794"/>
                </a:cubicBezTo>
                <a:cubicBezTo>
                  <a:pt x="24846" y="1699"/>
                  <a:pt x="25065" y="1652"/>
                  <a:pt x="25289" y="1652"/>
                </a:cubicBezTo>
                <a:cubicBezTo>
                  <a:pt x="25412" y="1652"/>
                  <a:pt x="25501" y="1655"/>
                  <a:pt x="25557" y="1661"/>
                </a:cubicBezTo>
                <a:cubicBezTo>
                  <a:pt x="25612" y="1668"/>
                  <a:pt x="25695" y="1680"/>
                  <a:pt x="25806" y="1697"/>
                </a:cubicBezTo>
                <a:lnTo>
                  <a:pt x="25806" y="2421"/>
                </a:lnTo>
                <a:close/>
                <a:moveTo>
                  <a:pt x="27235" y="950"/>
                </a:moveTo>
                <a:lnTo>
                  <a:pt x="26436" y="950"/>
                </a:lnTo>
                <a:lnTo>
                  <a:pt x="26436" y="211"/>
                </a:lnTo>
                <a:lnTo>
                  <a:pt x="27235" y="211"/>
                </a:lnTo>
                <a:lnTo>
                  <a:pt x="27235" y="950"/>
                </a:lnTo>
                <a:moveTo>
                  <a:pt x="27190" y="5869"/>
                </a:moveTo>
                <a:lnTo>
                  <a:pt x="26481" y="5869"/>
                </a:lnTo>
                <a:lnTo>
                  <a:pt x="26481" y="1652"/>
                </a:lnTo>
                <a:lnTo>
                  <a:pt x="27190" y="1652"/>
                </a:lnTo>
                <a:lnTo>
                  <a:pt x="27190" y="5869"/>
                </a:lnTo>
                <a:close/>
                <a:moveTo>
                  <a:pt x="32010" y="5869"/>
                </a:moveTo>
                <a:lnTo>
                  <a:pt x="31301" y="5869"/>
                </a:lnTo>
                <a:lnTo>
                  <a:pt x="31301" y="5430"/>
                </a:lnTo>
                <a:cubicBezTo>
                  <a:pt x="31097" y="5606"/>
                  <a:pt x="30885" y="5744"/>
                  <a:pt x="30663" y="5842"/>
                </a:cubicBezTo>
                <a:cubicBezTo>
                  <a:pt x="30442" y="5940"/>
                  <a:pt x="30202" y="5989"/>
                  <a:pt x="29943" y="5989"/>
                </a:cubicBezTo>
                <a:cubicBezTo>
                  <a:pt x="29440" y="5989"/>
                  <a:pt x="29041" y="5795"/>
                  <a:pt x="28745" y="5407"/>
                </a:cubicBezTo>
                <a:cubicBezTo>
                  <a:pt x="28450" y="5019"/>
                  <a:pt x="28302" y="4481"/>
                  <a:pt x="28302" y="3793"/>
                </a:cubicBezTo>
                <a:cubicBezTo>
                  <a:pt x="28302" y="3435"/>
                  <a:pt x="28353" y="3116"/>
                  <a:pt x="28455" y="2836"/>
                </a:cubicBezTo>
                <a:cubicBezTo>
                  <a:pt x="28557" y="2556"/>
                  <a:pt x="28695" y="2318"/>
                  <a:pt x="28868" y="2121"/>
                </a:cubicBezTo>
                <a:cubicBezTo>
                  <a:pt x="29039" y="1930"/>
                  <a:pt x="29238" y="1783"/>
                  <a:pt x="29466" y="1683"/>
                </a:cubicBezTo>
                <a:cubicBezTo>
                  <a:pt x="29693" y="1582"/>
                  <a:pt x="29929" y="1531"/>
                  <a:pt x="30173" y="1531"/>
                </a:cubicBezTo>
                <a:cubicBezTo>
                  <a:pt x="30394" y="1531"/>
                  <a:pt x="30590" y="1555"/>
                  <a:pt x="30761" y="1601"/>
                </a:cubicBezTo>
                <a:cubicBezTo>
                  <a:pt x="30932" y="1648"/>
                  <a:pt x="31112" y="1720"/>
                  <a:pt x="31301" y="1819"/>
                </a:cubicBezTo>
                <a:lnTo>
                  <a:pt x="31301" y="0"/>
                </a:lnTo>
                <a:lnTo>
                  <a:pt x="32010" y="0"/>
                </a:lnTo>
                <a:lnTo>
                  <a:pt x="32010" y="5869"/>
                </a:lnTo>
                <a:moveTo>
                  <a:pt x="31301" y="4832"/>
                </a:moveTo>
                <a:lnTo>
                  <a:pt x="31301" y="2414"/>
                </a:lnTo>
                <a:cubicBezTo>
                  <a:pt x="31110" y="2328"/>
                  <a:pt x="30939" y="2269"/>
                  <a:pt x="30788" y="2237"/>
                </a:cubicBezTo>
                <a:cubicBezTo>
                  <a:pt x="30637" y="2204"/>
                  <a:pt x="30472" y="2188"/>
                  <a:pt x="30294" y="2188"/>
                </a:cubicBezTo>
                <a:cubicBezTo>
                  <a:pt x="29896" y="2188"/>
                  <a:pt x="29587" y="2326"/>
                  <a:pt x="29366" y="2602"/>
                </a:cubicBezTo>
                <a:cubicBezTo>
                  <a:pt x="29145" y="2879"/>
                  <a:pt x="29034" y="3271"/>
                  <a:pt x="29034" y="3779"/>
                </a:cubicBezTo>
                <a:cubicBezTo>
                  <a:pt x="29034" y="4280"/>
                  <a:pt x="29119" y="4660"/>
                  <a:pt x="29290" y="4920"/>
                </a:cubicBezTo>
                <a:cubicBezTo>
                  <a:pt x="29461" y="5180"/>
                  <a:pt x="29736" y="5311"/>
                  <a:pt x="30113" y="5311"/>
                </a:cubicBezTo>
                <a:cubicBezTo>
                  <a:pt x="30314" y="5311"/>
                  <a:pt x="30518" y="5266"/>
                  <a:pt x="30724" y="5177"/>
                </a:cubicBezTo>
                <a:cubicBezTo>
                  <a:pt x="30930" y="5087"/>
                  <a:pt x="31122" y="4972"/>
                  <a:pt x="31301" y="4832"/>
                </a:cubicBezTo>
                <a:close/>
                <a:moveTo>
                  <a:pt x="36679" y="5869"/>
                </a:moveTo>
                <a:lnTo>
                  <a:pt x="35974" y="5869"/>
                </a:lnTo>
                <a:lnTo>
                  <a:pt x="35974" y="5423"/>
                </a:lnTo>
                <a:cubicBezTo>
                  <a:pt x="35911" y="5466"/>
                  <a:pt x="35826" y="5526"/>
                  <a:pt x="35719" y="5602"/>
                </a:cubicBezTo>
                <a:cubicBezTo>
                  <a:pt x="35612" y="5679"/>
                  <a:pt x="35509" y="5740"/>
                  <a:pt x="35408" y="5786"/>
                </a:cubicBezTo>
                <a:cubicBezTo>
                  <a:pt x="35290" y="5843"/>
                  <a:pt x="35154" y="5892"/>
                  <a:pt x="35001" y="5931"/>
                </a:cubicBezTo>
                <a:cubicBezTo>
                  <a:pt x="34847" y="5970"/>
                  <a:pt x="34668" y="5989"/>
                  <a:pt x="34461" y="5989"/>
                </a:cubicBezTo>
                <a:cubicBezTo>
                  <a:pt x="34082" y="5989"/>
                  <a:pt x="33760" y="5864"/>
                  <a:pt x="33496" y="5612"/>
                </a:cubicBezTo>
                <a:cubicBezTo>
                  <a:pt x="33232" y="5360"/>
                  <a:pt x="33100" y="5039"/>
                  <a:pt x="33100" y="4649"/>
                </a:cubicBezTo>
                <a:cubicBezTo>
                  <a:pt x="33100" y="4329"/>
                  <a:pt x="33168" y="4070"/>
                  <a:pt x="33305" y="3873"/>
                </a:cubicBezTo>
                <a:cubicBezTo>
                  <a:pt x="33442" y="3675"/>
                  <a:pt x="33638" y="3520"/>
                  <a:pt x="33892" y="3406"/>
                </a:cubicBezTo>
                <a:cubicBezTo>
                  <a:pt x="34148" y="3293"/>
                  <a:pt x="34456" y="3216"/>
                  <a:pt x="34816" y="3176"/>
                </a:cubicBezTo>
                <a:cubicBezTo>
                  <a:pt x="35176" y="3136"/>
                  <a:pt x="35561" y="3105"/>
                  <a:pt x="35974" y="3085"/>
                </a:cubicBezTo>
                <a:lnTo>
                  <a:pt x="35974" y="2975"/>
                </a:lnTo>
                <a:cubicBezTo>
                  <a:pt x="35974" y="2813"/>
                  <a:pt x="35946" y="2678"/>
                  <a:pt x="35889" y="2572"/>
                </a:cubicBezTo>
                <a:cubicBezTo>
                  <a:pt x="35832" y="2465"/>
                  <a:pt x="35751" y="2382"/>
                  <a:pt x="35646" y="2321"/>
                </a:cubicBezTo>
                <a:cubicBezTo>
                  <a:pt x="35545" y="2262"/>
                  <a:pt x="35424" y="2223"/>
                  <a:pt x="35284" y="2203"/>
                </a:cubicBezTo>
                <a:cubicBezTo>
                  <a:pt x="35143" y="2183"/>
                  <a:pt x="34996" y="2172"/>
                  <a:pt x="34842" y="2172"/>
                </a:cubicBezTo>
                <a:cubicBezTo>
                  <a:pt x="34656" y="2172"/>
                  <a:pt x="34449" y="2198"/>
                  <a:pt x="34220" y="2248"/>
                </a:cubicBezTo>
                <a:cubicBezTo>
                  <a:pt x="33991" y="2298"/>
                  <a:pt x="33755" y="2371"/>
                  <a:pt x="33511" y="2467"/>
                </a:cubicBezTo>
                <a:lnTo>
                  <a:pt x="33473" y="2467"/>
                </a:lnTo>
                <a:lnTo>
                  <a:pt x="33473" y="1746"/>
                </a:lnTo>
                <a:cubicBezTo>
                  <a:pt x="33612" y="1709"/>
                  <a:pt x="33811" y="1667"/>
                  <a:pt x="34073" y="1622"/>
                </a:cubicBezTo>
                <a:cubicBezTo>
                  <a:pt x="34334" y="1577"/>
                  <a:pt x="34592" y="1554"/>
                  <a:pt x="34846" y="1554"/>
                </a:cubicBezTo>
                <a:cubicBezTo>
                  <a:pt x="35143" y="1554"/>
                  <a:pt x="35401" y="1578"/>
                  <a:pt x="35621" y="1627"/>
                </a:cubicBezTo>
                <a:cubicBezTo>
                  <a:pt x="35841" y="1677"/>
                  <a:pt x="36032" y="1760"/>
                  <a:pt x="36193" y="1878"/>
                </a:cubicBezTo>
                <a:cubicBezTo>
                  <a:pt x="36351" y="1994"/>
                  <a:pt x="36472" y="2144"/>
                  <a:pt x="36555" y="2327"/>
                </a:cubicBezTo>
                <a:cubicBezTo>
                  <a:pt x="36638" y="2511"/>
                  <a:pt x="36679" y="2738"/>
                  <a:pt x="36679" y="3010"/>
                </a:cubicBezTo>
                <a:lnTo>
                  <a:pt x="36679" y="5869"/>
                </a:lnTo>
                <a:moveTo>
                  <a:pt x="35974" y="4837"/>
                </a:moveTo>
                <a:lnTo>
                  <a:pt x="35974" y="3659"/>
                </a:lnTo>
                <a:cubicBezTo>
                  <a:pt x="35758" y="3671"/>
                  <a:pt x="35503" y="3690"/>
                  <a:pt x="35210" y="3715"/>
                </a:cubicBezTo>
                <a:cubicBezTo>
                  <a:pt x="34917" y="3741"/>
                  <a:pt x="34685" y="3777"/>
                  <a:pt x="34514" y="3825"/>
                </a:cubicBezTo>
                <a:cubicBezTo>
                  <a:pt x="34311" y="3883"/>
                  <a:pt x="34146" y="3974"/>
                  <a:pt x="34020" y="4096"/>
                </a:cubicBezTo>
                <a:cubicBezTo>
                  <a:pt x="33894" y="4219"/>
                  <a:pt x="33832" y="4387"/>
                  <a:pt x="33832" y="4602"/>
                </a:cubicBezTo>
                <a:cubicBezTo>
                  <a:pt x="33832" y="4844"/>
                  <a:pt x="33904" y="5027"/>
                  <a:pt x="34050" y="5149"/>
                </a:cubicBezTo>
                <a:cubicBezTo>
                  <a:pt x="34196" y="5272"/>
                  <a:pt x="34419" y="5333"/>
                  <a:pt x="34718" y="5333"/>
                </a:cubicBezTo>
                <a:cubicBezTo>
                  <a:pt x="34967" y="5333"/>
                  <a:pt x="35194" y="5285"/>
                  <a:pt x="35401" y="5187"/>
                </a:cubicBezTo>
                <a:cubicBezTo>
                  <a:pt x="35607" y="5090"/>
                  <a:pt x="35798" y="4973"/>
                  <a:pt x="35974" y="4837"/>
                </a:cubicBezTo>
                <a:close/>
                <a:moveTo>
                  <a:pt x="41571" y="3832"/>
                </a:moveTo>
                <a:lnTo>
                  <a:pt x="38467" y="3832"/>
                </a:lnTo>
                <a:cubicBezTo>
                  <a:pt x="38467" y="4092"/>
                  <a:pt x="38506" y="4318"/>
                  <a:pt x="38584" y="4511"/>
                </a:cubicBezTo>
                <a:cubicBezTo>
                  <a:pt x="38662" y="4704"/>
                  <a:pt x="38769" y="4862"/>
                  <a:pt x="38904" y="4985"/>
                </a:cubicBezTo>
                <a:cubicBezTo>
                  <a:pt x="39035" y="5106"/>
                  <a:pt x="39190" y="5197"/>
                  <a:pt x="39370" y="5257"/>
                </a:cubicBezTo>
                <a:cubicBezTo>
                  <a:pt x="39550" y="5318"/>
                  <a:pt x="39748" y="5348"/>
                  <a:pt x="39964" y="5348"/>
                </a:cubicBezTo>
                <a:cubicBezTo>
                  <a:pt x="40251" y="5348"/>
                  <a:pt x="40539" y="5291"/>
                  <a:pt x="40830" y="5175"/>
                </a:cubicBezTo>
                <a:cubicBezTo>
                  <a:pt x="41120" y="5060"/>
                  <a:pt x="41327" y="4947"/>
                  <a:pt x="41450" y="4835"/>
                </a:cubicBezTo>
                <a:lnTo>
                  <a:pt x="41488" y="4835"/>
                </a:lnTo>
                <a:lnTo>
                  <a:pt x="41488" y="5611"/>
                </a:lnTo>
                <a:cubicBezTo>
                  <a:pt x="41249" y="5712"/>
                  <a:pt x="41005" y="5796"/>
                  <a:pt x="40756" y="5865"/>
                </a:cubicBezTo>
                <a:cubicBezTo>
                  <a:pt x="40507" y="5933"/>
                  <a:pt x="40246" y="5967"/>
                  <a:pt x="39972" y="5967"/>
                </a:cubicBezTo>
                <a:cubicBezTo>
                  <a:pt x="39273" y="5967"/>
                  <a:pt x="38727" y="5777"/>
                  <a:pt x="38335" y="5398"/>
                </a:cubicBezTo>
                <a:cubicBezTo>
                  <a:pt x="37943" y="5019"/>
                  <a:pt x="37747" y="4481"/>
                  <a:pt x="37747" y="3783"/>
                </a:cubicBezTo>
                <a:cubicBezTo>
                  <a:pt x="37747" y="3093"/>
                  <a:pt x="37934" y="2545"/>
                  <a:pt x="38310" y="2140"/>
                </a:cubicBezTo>
                <a:cubicBezTo>
                  <a:pt x="38686" y="1734"/>
                  <a:pt x="39181" y="1531"/>
                  <a:pt x="39795" y="1531"/>
                </a:cubicBezTo>
                <a:cubicBezTo>
                  <a:pt x="40363" y="1531"/>
                  <a:pt x="40801" y="1698"/>
                  <a:pt x="41109" y="2030"/>
                </a:cubicBezTo>
                <a:cubicBezTo>
                  <a:pt x="41417" y="2362"/>
                  <a:pt x="41571" y="2835"/>
                  <a:pt x="41571" y="3447"/>
                </a:cubicBezTo>
                <a:lnTo>
                  <a:pt x="41571" y="3832"/>
                </a:lnTo>
                <a:moveTo>
                  <a:pt x="40881" y="3289"/>
                </a:moveTo>
                <a:cubicBezTo>
                  <a:pt x="40878" y="2917"/>
                  <a:pt x="40785" y="2629"/>
                  <a:pt x="40600" y="2425"/>
                </a:cubicBezTo>
                <a:cubicBezTo>
                  <a:pt x="40415" y="2222"/>
                  <a:pt x="40134" y="2120"/>
                  <a:pt x="39757" y="2120"/>
                </a:cubicBezTo>
                <a:cubicBezTo>
                  <a:pt x="39377" y="2120"/>
                  <a:pt x="39075" y="2232"/>
                  <a:pt x="38850" y="2455"/>
                </a:cubicBezTo>
                <a:cubicBezTo>
                  <a:pt x="38625" y="2679"/>
                  <a:pt x="38497" y="2957"/>
                  <a:pt x="38467" y="3289"/>
                </a:cubicBezTo>
                <a:lnTo>
                  <a:pt x="40881" y="32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A103D1-E678-4533-A080-9DE6E72EC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521" y="1069059"/>
            <a:ext cx="32493" cy="27235"/>
          </a:xfrm>
          <a:custGeom xmlns:a="http://schemas.openxmlformats.org/drawingml/2006/main">
            <a:pathLst>
              <a:path w="32493" h="27235">
                <a:moveTo>
                  <a:pt x="0" y="0"/>
                </a:moveTo>
                <a:lnTo>
                  <a:pt x="32493" y="0"/>
                </a:lnTo>
                <a:lnTo>
                  <a:pt x="32493" y="27235"/>
                </a:lnTo>
                <a:lnTo>
                  <a:pt x="0" y="272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52CB78-CE7F-4AE0-BD04-546CF0B46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8521" y="1069061"/>
            <a:ext cx="32494" cy="27234"/>
          </a:xfrm>
          <a:custGeom xmlns:a="http://schemas.openxmlformats.org/drawingml/2006/main">
            <a:pathLst>
              <a:path w="32494" h="27234" fill="none">
                <a:moveTo>
                  <a:pt x="0" y="0"/>
                </a:moveTo>
                <a:lnTo>
                  <a:pt x="32494" y="0"/>
                </a:lnTo>
                <a:lnTo>
                  <a:pt x="32494" y="27234"/>
                </a:lnTo>
                <a:lnTo>
                  <a:pt x="0" y="272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14" name="Text Figitidae">
            <a:extLst xmlns:a="http://schemas.openxmlformats.org/drawingml/2006/main">
              <a:ext uri="{FF2B5EF4-FFF2-40B4-BE49-F238E27FC236}">
                <a16:creationId xmlns:a16="http://schemas.microsoft.com/office/drawing/2014/main" id="{CF297225-15FE-4545-8C19-796CDE0EC7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765" y="1070924"/>
            <a:ext cx="31270" cy="7395"/>
          </a:xfrm>
          <a:custGeom xmlns:a="http://schemas.openxmlformats.org/drawingml/2006/main">
            <a:pathLst>
              <a:path w="31270" h="7395">
                <a:moveTo>
                  <a:pt x="3552" y="904"/>
                </a:moveTo>
                <a:lnTo>
                  <a:pt x="740" y="904"/>
                </a:lnTo>
                <a:lnTo>
                  <a:pt x="740" y="2473"/>
                </a:lnTo>
                <a:lnTo>
                  <a:pt x="3156" y="2473"/>
                </a:lnTo>
                <a:lnTo>
                  <a:pt x="3156" y="3130"/>
                </a:lnTo>
                <a:lnTo>
                  <a:pt x="740" y="3130"/>
                </a:lnTo>
                <a:lnTo>
                  <a:pt x="740" y="5812"/>
                </a:lnTo>
                <a:lnTo>
                  <a:pt x="0" y="5812"/>
                </a:lnTo>
                <a:lnTo>
                  <a:pt x="0" y="247"/>
                </a:lnTo>
                <a:lnTo>
                  <a:pt x="3552" y="247"/>
                </a:lnTo>
                <a:lnTo>
                  <a:pt x="3552" y="904"/>
                </a:lnTo>
                <a:close/>
                <a:moveTo>
                  <a:pt x="5095" y="941"/>
                </a:moveTo>
                <a:lnTo>
                  <a:pt x="4303" y="941"/>
                </a:lnTo>
                <a:lnTo>
                  <a:pt x="4303" y="209"/>
                </a:lnTo>
                <a:lnTo>
                  <a:pt x="5095" y="209"/>
                </a:lnTo>
                <a:lnTo>
                  <a:pt x="5095" y="941"/>
                </a:lnTo>
                <a:moveTo>
                  <a:pt x="5050" y="5812"/>
                </a:moveTo>
                <a:lnTo>
                  <a:pt x="4348" y="5812"/>
                </a:lnTo>
                <a:lnTo>
                  <a:pt x="4348" y="1636"/>
                </a:lnTo>
                <a:lnTo>
                  <a:pt x="5050" y="1636"/>
                </a:lnTo>
                <a:lnTo>
                  <a:pt x="5050" y="5812"/>
                </a:lnTo>
                <a:close/>
                <a:moveTo>
                  <a:pt x="9823" y="5338"/>
                </a:moveTo>
                <a:cubicBezTo>
                  <a:pt x="9823" y="6047"/>
                  <a:pt x="9663" y="6566"/>
                  <a:pt x="9341" y="6898"/>
                </a:cubicBezTo>
                <a:cubicBezTo>
                  <a:pt x="9020" y="7230"/>
                  <a:pt x="8526" y="7395"/>
                  <a:pt x="7859" y="7395"/>
                </a:cubicBezTo>
                <a:cubicBezTo>
                  <a:pt x="7637" y="7395"/>
                  <a:pt x="7421" y="7380"/>
                  <a:pt x="7211" y="7349"/>
                </a:cubicBezTo>
                <a:cubicBezTo>
                  <a:pt x="7000" y="7318"/>
                  <a:pt x="6793" y="7273"/>
                  <a:pt x="6589" y="7216"/>
                </a:cubicBezTo>
                <a:lnTo>
                  <a:pt x="6589" y="6499"/>
                </a:lnTo>
                <a:lnTo>
                  <a:pt x="6626" y="6499"/>
                </a:lnTo>
                <a:cubicBezTo>
                  <a:pt x="6741" y="6543"/>
                  <a:pt x="6922" y="6598"/>
                  <a:pt x="7171" y="6663"/>
                </a:cubicBezTo>
                <a:cubicBezTo>
                  <a:pt x="7420" y="6728"/>
                  <a:pt x="7669" y="6760"/>
                  <a:pt x="7918" y="6760"/>
                </a:cubicBezTo>
                <a:cubicBezTo>
                  <a:pt x="8157" y="6760"/>
                  <a:pt x="8355" y="6732"/>
                  <a:pt x="8512" y="6675"/>
                </a:cubicBezTo>
                <a:cubicBezTo>
                  <a:pt x="8669" y="6617"/>
                  <a:pt x="8791" y="6538"/>
                  <a:pt x="8878" y="6436"/>
                </a:cubicBezTo>
                <a:cubicBezTo>
                  <a:pt x="8965" y="6339"/>
                  <a:pt x="9028" y="6222"/>
                  <a:pt x="9065" y="6085"/>
                </a:cubicBezTo>
                <a:cubicBezTo>
                  <a:pt x="9102" y="5949"/>
                  <a:pt x="9121" y="5796"/>
                  <a:pt x="9121" y="5627"/>
                </a:cubicBezTo>
                <a:lnTo>
                  <a:pt x="9121" y="5246"/>
                </a:lnTo>
                <a:cubicBezTo>
                  <a:pt x="8909" y="5416"/>
                  <a:pt x="8707" y="5543"/>
                  <a:pt x="8514" y="5627"/>
                </a:cubicBezTo>
                <a:cubicBezTo>
                  <a:pt x="8321" y="5710"/>
                  <a:pt x="8075" y="5752"/>
                  <a:pt x="7776" y="5752"/>
                </a:cubicBezTo>
                <a:cubicBezTo>
                  <a:pt x="7278" y="5752"/>
                  <a:pt x="6883" y="5572"/>
                  <a:pt x="6591" y="5211"/>
                </a:cubicBezTo>
                <a:cubicBezTo>
                  <a:pt x="6298" y="4850"/>
                  <a:pt x="6152" y="4341"/>
                  <a:pt x="6152" y="3685"/>
                </a:cubicBezTo>
                <a:cubicBezTo>
                  <a:pt x="6152" y="3325"/>
                  <a:pt x="6202" y="3015"/>
                  <a:pt x="6303" y="2754"/>
                </a:cubicBezTo>
                <a:cubicBezTo>
                  <a:pt x="6404" y="2493"/>
                  <a:pt x="6541" y="2268"/>
                  <a:pt x="6716" y="2078"/>
                </a:cubicBezTo>
                <a:cubicBezTo>
                  <a:pt x="6878" y="1901"/>
                  <a:pt x="7074" y="1763"/>
                  <a:pt x="7306" y="1664"/>
                </a:cubicBezTo>
                <a:cubicBezTo>
                  <a:pt x="7537" y="1566"/>
                  <a:pt x="7768" y="1516"/>
                  <a:pt x="7997" y="1516"/>
                </a:cubicBezTo>
                <a:cubicBezTo>
                  <a:pt x="8238" y="1516"/>
                  <a:pt x="8441" y="1541"/>
                  <a:pt x="8604" y="1590"/>
                </a:cubicBezTo>
                <a:cubicBezTo>
                  <a:pt x="8767" y="1638"/>
                  <a:pt x="8939" y="1712"/>
                  <a:pt x="9121" y="1812"/>
                </a:cubicBezTo>
                <a:lnTo>
                  <a:pt x="9166" y="1636"/>
                </a:lnTo>
                <a:lnTo>
                  <a:pt x="9823" y="1636"/>
                </a:lnTo>
                <a:lnTo>
                  <a:pt x="9823" y="5338"/>
                </a:lnTo>
                <a:moveTo>
                  <a:pt x="9121" y="4668"/>
                </a:moveTo>
                <a:lnTo>
                  <a:pt x="9121" y="2387"/>
                </a:lnTo>
                <a:cubicBezTo>
                  <a:pt x="8934" y="2302"/>
                  <a:pt x="8761" y="2242"/>
                  <a:pt x="8600" y="2206"/>
                </a:cubicBezTo>
                <a:cubicBezTo>
                  <a:pt x="8439" y="2169"/>
                  <a:pt x="8279" y="2151"/>
                  <a:pt x="8120" y="2151"/>
                </a:cubicBezTo>
                <a:cubicBezTo>
                  <a:pt x="7734" y="2151"/>
                  <a:pt x="7430" y="2281"/>
                  <a:pt x="7209" y="2541"/>
                </a:cubicBezTo>
                <a:cubicBezTo>
                  <a:pt x="6987" y="2800"/>
                  <a:pt x="6876" y="3177"/>
                  <a:pt x="6876" y="3672"/>
                </a:cubicBezTo>
                <a:cubicBezTo>
                  <a:pt x="6876" y="4141"/>
                  <a:pt x="6958" y="4497"/>
                  <a:pt x="7123" y="4739"/>
                </a:cubicBezTo>
                <a:cubicBezTo>
                  <a:pt x="7287" y="4981"/>
                  <a:pt x="7560" y="5102"/>
                  <a:pt x="7941" y="5102"/>
                </a:cubicBezTo>
                <a:cubicBezTo>
                  <a:pt x="8145" y="5102"/>
                  <a:pt x="8350" y="5063"/>
                  <a:pt x="8555" y="4984"/>
                </a:cubicBezTo>
                <a:cubicBezTo>
                  <a:pt x="8761" y="4906"/>
                  <a:pt x="8949" y="4800"/>
                  <a:pt x="9121" y="4668"/>
                </a:cubicBezTo>
                <a:close/>
                <a:moveTo>
                  <a:pt x="11960" y="941"/>
                </a:moveTo>
                <a:lnTo>
                  <a:pt x="11168" y="941"/>
                </a:lnTo>
                <a:lnTo>
                  <a:pt x="11168" y="209"/>
                </a:lnTo>
                <a:lnTo>
                  <a:pt x="11960" y="209"/>
                </a:lnTo>
                <a:lnTo>
                  <a:pt x="11960" y="941"/>
                </a:lnTo>
                <a:moveTo>
                  <a:pt x="11915" y="5812"/>
                </a:moveTo>
                <a:lnTo>
                  <a:pt x="11213" y="5812"/>
                </a:lnTo>
                <a:lnTo>
                  <a:pt x="11213" y="1636"/>
                </a:lnTo>
                <a:lnTo>
                  <a:pt x="11915" y="1636"/>
                </a:lnTo>
                <a:lnTo>
                  <a:pt x="11915" y="5812"/>
                </a:lnTo>
                <a:close/>
                <a:moveTo>
                  <a:pt x="15471" y="5775"/>
                </a:moveTo>
                <a:cubicBezTo>
                  <a:pt x="15339" y="5810"/>
                  <a:pt x="15195" y="5838"/>
                  <a:pt x="15039" y="5860"/>
                </a:cubicBezTo>
                <a:cubicBezTo>
                  <a:pt x="14884" y="5883"/>
                  <a:pt x="14745" y="5894"/>
                  <a:pt x="14623" y="5894"/>
                </a:cubicBezTo>
                <a:cubicBezTo>
                  <a:pt x="14197" y="5894"/>
                  <a:pt x="13873" y="5779"/>
                  <a:pt x="13652" y="5550"/>
                </a:cubicBezTo>
                <a:cubicBezTo>
                  <a:pt x="13430" y="5321"/>
                  <a:pt x="13319" y="4953"/>
                  <a:pt x="13319" y="4447"/>
                </a:cubicBezTo>
                <a:lnTo>
                  <a:pt x="13319" y="2226"/>
                </a:lnTo>
                <a:lnTo>
                  <a:pt x="12845" y="2226"/>
                </a:lnTo>
                <a:lnTo>
                  <a:pt x="12845" y="1636"/>
                </a:lnTo>
                <a:lnTo>
                  <a:pt x="13319" y="1636"/>
                </a:lnTo>
                <a:lnTo>
                  <a:pt x="13319" y="433"/>
                </a:lnTo>
                <a:lnTo>
                  <a:pt x="14021" y="433"/>
                </a:lnTo>
                <a:lnTo>
                  <a:pt x="14021" y="1636"/>
                </a:lnTo>
                <a:lnTo>
                  <a:pt x="15471" y="1636"/>
                </a:lnTo>
                <a:lnTo>
                  <a:pt x="15471" y="2226"/>
                </a:lnTo>
                <a:lnTo>
                  <a:pt x="14021" y="2226"/>
                </a:lnTo>
                <a:lnTo>
                  <a:pt x="14021" y="4132"/>
                </a:lnTo>
                <a:cubicBezTo>
                  <a:pt x="14021" y="4352"/>
                  <a:pt x="14026" y="4523"/>
                  <a:pt x="14036" y="4647"/>
                </a:cubicBezTo>
                <a:cubicBezTo>
                  <a:pt x="14046" y="4770"/>
                  <a:pt x="14081" y="4886"/>
                  <a:pt x="14141" y="4993"/>
                </a:cubicBezTo>
                <a:cubicBezTo>
                  <a:pt x="14196" y="5093"/>
                  <a:pt x="14271" y="5166"/>
                  <a:pt x="14367" y="5212"/>
                </a:cubicBezTo>
                <a:cubicBezTo>
                  <a:pt x="14463" y="5258"/>
                  <a:pt x="14609" y="5281"/>
                  <a:pt x="14806" y="5281"/>
                </a:cubicBezTo>
                <a:cubicBezTo>
                  <a:pt x="14920" y="5281"/>
                  <a:pt x="15040" y="5265"/>
                  <a:pt x="15164" y="5231"/>
                </a:cubicBezTo>
                <a:cubicBezTo>
                  <a:pt x="15289" y="5197"/>
                  <a:pt x="15378" y="5169"/>
                  <a:pt x="15433" y="5147"/>
                </a:cubicBezTo>
                <a:lnTo>
                  <a:pt x="15471" y="5147"/>
                </a:lnTo>
                <a:lnTo>
                  <a:pt x="15471" y="5775"/>
                </a:lnTo>
                <a:close/>
                <a:moveTo>
                  <a:pt x="17073" y="941"/>
                </a:moveTo>
                <a:lnTo>
                  <a:pt x="16281" y="941"/>
                </a:lnTo>
                <a:lnTo>
                  <a:pt x="16281" y="209"/>
                </a:lnTo>
                <a:lnTo>
                  <a:pt x="17073" y="209"/>
                </a:lnTo>
                <a:lnTo>
                  <a:pt x="17073" y="941"/>
                </a:lnTo>
                <a:moveTo>
                  <a:pt x="17028" y="5812"/>
                </a:moveTo>
                <a:lnTo>
                  <a:pt x="16326" y="5812"/>
                </a:lnTo>
                <a:lnTo>
                  <a:pt x="16326" y="1636"/>
                </a:lnTo>
                <a:lnTo>
                  <a:pt x="17028" y="1636"/>
                </a:lnTo>
                <a:lnTo>
                  <a:pt x="17028" y="5812"/>
                </a:lnTo>
                <a:close/>
                <a:moveTo>
                  <a:pt x="21801" y="5812"/>
                </a:moveTo>
                <a:lnTo>
                  <a:pt x="21099" y="5812"/>
                </a:lnTo>
                <a:lnTo>
                  <a:pt x="21099" y="5377"/>
                </a:lnTo>
                <a:cubicBezTo>
                  <a:pt x="20898" y="5552"/>
                  <a:pt x="20687" y="5688"/>
                  <a:pt x="20468" y="5785"/>
                </a:cubicBezTo>
                <a:cubicBezTo>
                  <a:pt x="20249" y="5883"/>
                  <a:pt x="20011" y="5931"/>
                  <a:pt x="19755" y="5931"/>
                </a:cubicBezTo>
                <a:cubicBezTo>
                  <a:pt x="19257" y="5931"/>
                  <a:pt x="18861" y="5739"/>
                  <a:pt x="18569" y="5355"/>
                </a:cubicBezTo>
                <a:cubicBezTo>
                  <a:pt x="18276" y="4970"/>
                  <a:pt x="18130" y="4437"/>
                  <a:pt x="18130" y="3756"/>
                </a:cubicBezTo>
                <a:cubicBezTo>
                  <a:pt x="18130" y="3401"/>
                  <a:pt x="18180" y="3085"/>
                  <a:pt x="18281" y="2808"/>
                </a:cubicBezTo>
                <a:cubicBezTo>
                  <a:pt x="18382" y="2531"/>
                  <a:pt x="18518" y="2295"/>
                  <a:pt x="18690" y="2101"/>
                </a:cubicBezTo>
                <a:cubicBezTo>
                  <a:pt x="18859" y="1911"/>
                  <a:pt x="19057" y="1766"/>
                  <a:pt x="19282" y="1666"/>
                </a:cubicBezTo>
                <a:cubicBezTo>
                  <a:pt x="19507" y="1566"/>
                  <a:pt x="19741" y="1516"/>
                  <a:pt x="19982" y="1516"/>
                </a:cubicBezTo>
                <a:cubicBezTo>
                  <a:pt x="20202" y="1516"/>
                  <a:pt x="20396" y="1540"/>
                  <a:pt x="20565" y="1586"/>
                </a:cubicBezTo>
                <a:cubicBezTo>
                  <a:pt x="20734" y="1632"/>
                  <a:pt x="20912" y="1704"/>
                  <a:pt x="21099" y="1801"/>
                </a:cubicBezTo>
                <a:lnTo>
                  <a:pt x="21099" y="0"/>
                </a:lnTo>
                <a:lnTo>
                  <a:pt x="21801" y="0"/>
                </a:lnTo>
                <a:lnTo>
                  <a:pt x="21801" y="5812"/>
                </a:lnTo>
                <a:moveTo>
                  <a:pt x="21099" y="4785"/>
                </a:moveTo>
                <a:lnTo>
                  <a:pt x="21099" y="2390"/>
                </a:lnTo>
                <a:cubicBezTo>
                  <a:pt x="20910" y="2306"/>
                  <a:pt x="20741" y="2247"/>
                  <a:pt x="20591" y="2215"/>
                </a:cubicBezTo>
                <a:cubicBezTo>
                  <a:pt x="20442" y="2183"/>
                  <a:pt x="20279" y="2166"/>
                  <a:pt x="20102" y="2166"/>
                </a:cubicBezTo>
                <a:cubicBezTo>
                  <a:pt x="19709" y="2166"/>
                  <a:pt x="19402" y="2303"/>
                  <a:pt x="19183" y="2577"/>
                </a:cubicBezTo>
                <a:cubicBezTo>
                  <a:pt x="18964" y="2851"/>
                  <a:pt x="18854" y="3240"/>
                  <a:pt x="18854" y="3743"/>
                </a:cubicBezTo>
                <a:cubicBezTo>
                  <a:pt x="18854" y="4238"/>
                  <a:pt x="18939" y="4615"/>
                  <a:pt x="19108" y="4872"/>
                </a:cubicBezTo>
                <a:cubicBezTo>
                  <a:pt x="19278" y="5130"/>
                  <a:pt x="19549" y="5259"/>
                  <a:pt x="19923" y="5259"/>
                </a:cubicBezTo>
                <a:cubicBezTo>
                  <a:pt x="20122" y="5259"/>
                  <a:pt x="20324" y="5215"/>
                  <a:pt x="20528" y="5126"/>
                </a:cubicBezTo>
                <a:cubicBezTo>
                  <a:pt x="20732" y="5038"/>
                  <a:pt x="20922" y="4924"/>
                  <a:pt x="21099" y="4785"/>
                </a:cubicBezTo>
                <a:close/>
                <a:moveTo>
                  <a:pt x="26425" y="5812"/>
                </a:moveTo>
                <a:lnTo>
                  <a:pt x="25727" y="5812"/>
                </a:lnTo>
                <a:lnTo>
                  <a:pt x="25727" y="5370"/>
                </a:lnTo>
                <a:cubicBezTo>
                  <a:pt x="25664" y="5413"/>
                  <a:pt x="25580" y="5472"/>
                  <a:pt x="25475" y="5548"/>
                </a:cubicBezTo>
                <a:cubicBezTo>
                  <a:pt x="25369" y="5624"/>
                  <a:pt x="25266" y="5684"/>
                  <a:pt x="25166" y="5729"/>
                </a:cubicBezTo>
                <a:cubicBezTo>
                  <a:pt x="25049" y="5787"/>
                  <a:pt x="24915" y="5835"/>
                  <a:pt x="24763" y="5873"/>
                </a:cubicBezTo>
                <a:cubicBezTo>
                  <a:pt x="24611" y="5912"/>
                  <a:pt x="24433" y="5931"/>
                  <a:pt x="24229" y="5931"/>
                </a:cubicBezTo>
                <a:cubicBezTo>
                  <a:pt x="23853" y="5931"/>
                  <a:pt x="23534" y="5807"/>
                  <a:pt x="23273" y="5557"/>
                </a:cubicBezTo>
                <a:cubicBezTo>
                  <a:pt x="23011" y="5308"/>
                  <a:pt x="22881" y="4990"/>
                  <a:pt x="22881" y="4604"/>
                </a:cubicBezTo>
                <a:cubicBezTo>
                  <a:pt x="22881" y="4287"/>
                  <a:pt x="22948" y="4031"/>
                  <a:pt x="23084" y="3835"/>
                </a:cubicBezTo>
                <a:cubicBezTo>
                  <a:pt x="23220" y="3639"/>
                  <a:pt x="23413" y="3485"/>
                  <a:pt x="23665" y="3373"/>
                </a:cubicBezTo>
                <a:cubicBezTo>
                  <a:pt x="23919" y="3261"/>
                  <a:pt x="24224" y="3185"/>
                  <a:pt x="24580" y="3145"/>
                </a:cubicBezTo>
                <a:cubicBezTo>
                  <a:pt x="24936" y="3105"/>
                  <a:pt x="25318" y="3075"/>
                  <a:pt x="25727" y="3055"/>
                </a:cubicBezTo>
                <a:lnTo>
                  <a:pt x="25727" y="2946"/>
                </a:lnTo>
                <a:cubicBezTo>
                  <a:pt x="25727" y="2785"/>
                  <a:pt x="25699" y="2652"/>
                  <a:pt x="25643" y="2547"/>
                </a:cubicBezTo>
                <a:cubicBezTo>
                  <a:pt x="25587" y="2441"/>
                  <a:pt x="25506" y="2359"/>
                  <a:pt x="25402" y="2298"/>
                </a:cubicBezTo>
                <a:cubicBezTo>
                  <a:pt x="25302" y="2240"/>
                  <a:pt x="25183" y="2202"/>
                  <a:pt x="25043" y="2182"/>
                </a:cubicBezTo>
                <a:cubicBezTo>
                  <a:pt x="24904" y="2161"/>
                  <a:pt x="24758" y="2151"/>
                  <a:pt x="24606" y="2151"/>
                </a:cubicBezTo>
                <a:cubicBezTo>
                  <a:pt x="24422" y="2151"/>
                  <a:pt x="24217" y="2176"/>
                  <a:pt x="23990" y="2226"/>
                </a:cubicBezTo>
                <a:cubicBezTo>
                  <a:pt x="23763" y="2276"/>
                  <a:pt x="23529" y="2348"/>
                  <a:pt x="23288" y="2443"/>
                </a:cubicBezTo>
                <a:lnTo>
                  <a:pt x="23250" y="2443"/>
                </a:lnTo>
                <a:lnTo>
                  <a:pt x="23250" y="1729"/>
                </a:lnTo>
                <a:cubicBezTo>
                  <a:pt x="23387" y="1692"/>
                  <a:pt x="23585" y="1651"/>
                  <a:pt x="23844" y="1606"/>
                </a:cubicBezTo>
                <a:cubicBezTo>
                  <a:pt x="24103" y="1561"/>
                  <a:pt x="24358" y="1539"/>
                  <a:pt x="24610" y="1539"/>
                </a:cubicBezTo>
                <a:cubicBezTo>
                  <a:pt x="24904" y="1539"/>
                  <a:pt x="25160" y="1563"/>
                  <a:pt x="25378" y="1612"/>
                </a:cubicBezTo>
                <a:cubicBezTo>
                  <a:pt x="25595" y="1660"/>
                  <a:pt x="25784" y="1743"/>
                  <a:pt x="25943" y="1860"/>
                </a:cubicBezTo>
                <a:cubicBezTo>
                  <a:pt x="26100" y="1975"/>
                  <a:pt x="26220" y="2123"/>
                  <a:pt x="26302" y="2305"/>
                </a:cubicBezTo>
                <a:cubicBezTo>
                  <a:pt x="26384" y="2486"/>
                  <a:pt x="26425" y="2712"/>
                  <a:pt x="26425" y="2981"/>
                </a:cubicBezTo>
                <a:lnTo>
                  <a:pt x="26425" y="5812"/>
                </a:lnTo>
                <a:moveTo>
                  <a:pt x="25727" y="4790"/>
                </a:moveTo>
                <a:lnTo>
                  <a:pt x="25727" y="3623"/>
                </a:lnTo>
                <a:cubicBezTo>
                  <a:pt x="25513" y="3636"/>
                  <a:pt x="25260" y="3654"/>
                  <a:pt x="24970" y="3679"/>
                </a:cubicBezTo>
                <a:cubicBezTo>
                  <a:pt x="24680" y="3704"/>
                  <a:pt x="24451" y="3741"/>
                  <a:pt x="24281" y="3788"/>
                </a:cubicBezTo>
                <a:cubicBezTo>
                  <a:pt x="24080" y="3846"/>
                  <a:pt x="23916" y="3935"/>
                  <a:pt x="23792" y="4056"/>
                </a:cubicBezTo>
                <a:cubicBezTo>
                  <a:pt x="23667" y="4178"/>
                  <a:pt x="23605" y="4345"/>
                  <a:pt x="23605" y="4557"/>
                </a:cubicBezTo>
                <a:cubicBezTo>
                  <a:pt x="23605" y="4797"/>
                  <a:pt x="23677" y="4978"/>
                  <a:pt x="23822" y="5099"/>
                </a:cubicBezTo>
                <a:cubicBezTo>
                  <a:pt x="23966" y="5221"/>
                  <a:pt x="24187" y="5281"/>
                  <a:pt x="24483" y="5281"/>
                </a:cubicBezTo>
                <a:cubicBezTo>
                  <a:pt x="24729" y="5281"/>
                  <a:pt x="24955" y="5233"/>
                  <a:pt x="25159" y="5137"/>
                </a:cubicBezTo>
                <a:cubicBezTo>
                  <a:pt x="25363" y="5041"/>
                  <a:pt x="25552" y="4925"/>
                  <a:pt x="25727" y="4790"/>
                </a:cubicBezTo>
                <a:close/>
                <a:moveTo>
                  <a:pt x="31270" y="3795"/>
                </a:moveTo>
                <a:lnTo>
                  <a:pt x="28196" y="3795"/>
                </a:lnTo>
                <a:cubicBezTo>
                  <a:pt x="28196" y="4052"/>
                  <a:pt x="28234" y="4276"/>
                  <a:pt x="28312" y="4467"/>
                </a:cubicBezTo>
                <a:cubicBezTo>
                  <a:pt x="28389" y="4658"/>
                  <a:pt x="28495" y="4815"/>
                  <a:pt x="28629" y="4937"/>
                </a:cubicBezTo>
                <a:cubicBezTo>
                  <a:pt x="28759" y="5057"/>
                  <a:pt x="28912" y="5147"/>
                  <a:pt x="29090" y="5206"/>
                </a:cubicBezTo>
                <a:cubicBezTo>
                  <a:pt x="29268" y="5266"/>
                  <a:pt x="29464" y="5296"/>
                  <a:pt x="29679" y="5296"/>
                </a:cubicBezTo>
                <a:cubicBezTo>
                  <a:pt x="29962" y="5296"/>
                  <a:pt x="30248" y="5239"/>
                  <a:pt x="30536" y="5125"/>
                </a:cubicBezTo>
                <a:cubicBezTo>
                  <a:pt x="30823" y="5011"/>
                  <a:pt x="31028" y="4899"/>
                  <a:pt x="31150" y="4788"/>
                </a:cubicBezTo>
                <a:lnTo>
                  <a:pt x="31188" y="4788"/>
                </a:lnTo>
                <a:lnTo>
                  <a:pt x="31188" y="5557"/>
                </a:lnTo>
                <a:cubicBezTo>
                  <a:pt x="30951" y="5657"/>
                  <a:pt x="30709" y="5740"/>
                  <a:pt x="30463" y="5808"/>
                </a:cubicBezTo>
                <a:cubicBezTo>
                  <a:pt x="30216" y="5875"/>
                  <a:pt x="29957" y="5909"/>
                  <a:pt x="29686" y="5909"/>
                </a:cubicBezTo>
                <a:cubicBezTo>
                  <a:pt x="28994" y="5909"/>
                  <a:pt x="28454" y="5721"/>
                  <a:pt x="28065" y="5346"/>
                </a:cubicBezTo>
                <a:cubicBezTo>
                  <a:pt x="27677" y="4970"/>
                  <a:pt x="27482" y="4437"/>
                  <a:pt x="27482" y="3746"/>
                </a:cubicBezTo>
                <a:cubicBezTo>
                  <a:pt x="27482" y="3063"/>
                  <a:pt x="27669" y="2520"/>
                  <a:pt x="28041" y="2119"/>
                </a:cubicBezTo>
                <a:cubicBezTo>
                  <a:pt x="28413" y="1717"/>
                  <a:pt x="28903" y="1516"/>
                  <a:pt x="29511" y="1516"/>
                </a:cubicBezTo>
                <a:cubicBezTo>
                  <a:pt x="30073" y="1516"/>
                  <a:pt x="30507" y="1681"/>
                  <a:pt x="30812" y="2010"/>
                </a:cubicBezTo>
                <a:cubicBezTo>
                  <a:pt x="31117" y="2340"/>
                  <a:pt x="31270" y="2807"/>
                  <a:pt x="31270" y="3413"/>
                </a:cubicBezTo>
                <a:lnTo>
                  <a:pt x="31270" y="3795"/>
                </a:lnTo>
                <a:moveTo>
                  <a:pt x="30586" y="3257"/>
                </a:moveTo>
                <a:cubicBezTo>
                  <a:pt x="30584" y="2888"/>
                  <a:pt x="30491" y="2603"/>
                  <a:pt x="30308" y="2402"/>
                </a:cubicBezTo>
                <a:cubicBezTo>
                  <a:pt x="30125" y="2200"/>
                  <a:pt x="29847" y="2099"/>
                  <a:pt x="29473" y="2099"/>
                </a:cubicBezTo>
                <a:cubicBezTo>
                  <a:pt x="29097" y="2099"/>
                  <a:pt x="28798" y="2210"/>
                  <a:pt x="28575" y="2432"/>
                </a:cubicBezTo>
                <a:cubicBezTo>
                  <a:pt x="28352" y="2653"/>
                  <a:pt x="28226" y="2928"/>
                  <a:pt x="28196" y="3257"/>
                </a:cubicBezTo>
                <a:lnTo>
                  <a:pt x="30586" y="325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CE1960-3E4F-457D-9A7A-EED726860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73" y="1118791"/>
            <a:ext cx="24112" cy="33116"/>
          </a:xfrm>
          <a:custGeom xmlns:a="http://schemas.openxmlformats.org/drawingml/2006/main">
            <a:pathLst>
              <a:path w="24112" h="33116">
                <a:moveTo>
                  <a:pt x="0" y="0"/>
                </a:moveTo>
                <a:lnTo>
                  <a:pt x="24112" y="0"/>
                </a:lnTo>
                <a:lnTo>
                  <a:pt x="24112" y="33116"/>
                </a:lnTo>
                <a:lnTo>
                  <a:pt x="0" y="331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BFEAB-FF68-427E-9484-41C63588E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72" y="1118794"/>
            <a:ext cx="24114" cy="33114"/>
          </a:xfrm>
          <a:custGeom xmlns:a="http://schemas.openxmlformats.org/drawingml/2006/main">
            <a:pathLst>
              <a:path w="24114" h="33114" fill="none">
                <a:moveTo>
                  <a:pt x="0" y="0"/>
                </a:moveTo>
                <a:lnTo>
                  <a:pt x="24114" y="0"/>
                </a:lnTo>
                <a:lnTo>
                  <a:pt x="24114" y="33114"/>
                </a:lnTo>
                <a:lnTo>
                  <a:pt x="0" y="331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17" name="Text Colletidae">
            <a:extLst xmlns:a="http://schemas.openxmlformats.org/drawingml/2006/main">
              <a:ext uri="{FF2B5EF4-FFF2-40B4-BE49-F238E27FC236}">
                <a16:creationId xmlns:a16="http://schemas.microsoft.com/office/drawing/2014/main" id="{8CD832D8-0CC1-42F9-80A7-C36E69381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244" y="1119972"/>
            <a:ext cx="23556" cy="3780"/>
          </a:xfrm>
          <a:custGeom xmlns:a="http://schemas.openxmlformats.org/drawingml/2006/main">
            <a:pathLst>
              <a:path w="23556" h="3780">
                <a:moveTo>
                  <a:pt x="2940" y="3448"/>
                </a:moveTo>
                <a:cubicBezTo>
                  <a:pt x="2852" y="3486"/>
                  <a:pt x="2773" y="3522"/>
                  <a:pt x="2703" y="3555"/>
                </a:cubicBezTo>
                <a:cubicBezTo>
                  <a:pt x="2632" y="3589"/>
                  <a:pt x="2540" y="3624"/>
                  <a:pt x="2425" y="3660"/>
                </a:cubicBezTo>
                <a:cubicBezTo>
                  <a:pt x="2329" y="3691"/>
                  <a:pt x="2223" y="3717"/>
                  <a:pt x="2110" y="3738"/>
                </a:cubicBezTo>
                <a:cubicBezTo>
                  <a:pt x="1997" y="3759"/>
                  <a:pt x="1872" y="3770"/>
                  <a:pt x="1735" y="3770"/>
                </a:cubicBezTo>
                <a:cubicBezTo>
                  <a:pt x="1478" y="3770"/>
                  <a:pt x="1244" y="3734"/>
                  <a:pt x="1034" y="3662"/>
                </a:cubicBezTo>
                <a:cubicBezTo>
                  <a:pt x="824" y="3590"/>
                  <a:pt x="641" y="3476"/>
                  <a:pt x="486" y="3322"/>
                </a:cubicBezTo>
                <a:cubicBezTo>
                  <a:pt x="333" y="3172"/>
                  <a:pt x="214" y="2980"/>
                  <a:pt x="129" y="2747"/>
                </a:cubicBezTo>
                <a:cubicBezTo>
                  <a:pt x="43" y="2515"/>
                  <a:pt x="0" y="2244"/>
                  <a:pt x="0" y="1936"/>
                </a:cubicBezTo>
                <a:cubicBezTo>
                  <a:pt x="0" y="1644"/>
                  <a:pt x="41" y="1383"/>
                  <a:pt x="124" y="1153"/>
                </a:cubicBezTo>
                <a:cubicBezTo>
                  <a:pt x="206" y="922"/>
                  <a:pt x="325" y="728"/>
                  <a:pt x="481" y="569"/>
                </a:cubicBezTo>
                <a:cubicBezTo>
                  <a:pt x="632" y="415"/>
                  <a:pt x="814" y="298"/>
                  <a:pt x="1027" y="217"/>
                </a:cubicBezTo>
                <a:cubicBezTo>
                  <a:pt x="1240" y="136"/>
                  <a:pt x="1477" y="95"/>
                  <a:pt x="1738" y="95"/>
                </a:cubicBezTo>
                <a:cubicBezTo>
                  <a:pt x="1928" y="95"/>
                  <a:pt x="2118" y="118"/>
                  <a:pt x="2308" y="164"/>
                </a:cubicBezTo>
                <a:cubicBezTo>
                  <a:pt x="2497" y="210"/>
                  <a:pt x="2708" y="291"/>
                  <a:pt x="2940" y="407"/>
                </a:cubicBezTo>
                <a:lnTo>
                  <a:pt x="2940" y="966"/>
                </a:lnTo>
                <a:lnTo>
                  <a:pt x="2904" y="966"/>
                </a:lnTo>
                <a:cubicBezTo>
                  <a:pt x="2709" y="805"/>
                  <a:pt x="2515" y="688"/>
                  <a:pt x="2323" y="615"/>
                </a:cubicBezTo>
                <a:cubicBezTo>
                  <a:pt x="2131" y="541"/>
                  <a:pt x="1926" y="505"/>
                  <a:pt x="1707" y="505"/>
                </a:cubicBezTo>
                <a:cubicBezTo>
                  <a:pt x="1527" y="505"/>
                  <a:pt x="1366" y="533"/>
                  <a:pt x="1222" y="591"/>
                </a:cubicBezTo>
                <a:cubicBezTo>
                  <a:pt x="1079" y="649"/>
                  <a:pt x="950" y="739"/>
                  <a:pt x="838" y="861"/>
                </a:cubicBezTo>
                <a:cubicBezTo>
                  <a:pt x="728" y="979"/>
                  <a:pt x="643" y="1129"/>
                  <a:pt x="582" y="1311"/>
                </a:cubicBezTo>
                <a:cubicBezTo>
                  <a:pt x="521" y="1492"/>
                  <a:pt x="490" y="1701"/>
                  <a:pt x="490" y="1939"/>
                </a:cubicBezTo>
                <a:cubicBezTo>
                  <a:pt x="490" y="2187"/>
                  <a:pt x="524" y="2401"/>
                  <a:pt x="591" y="2580"/>
                </a:cubicBezTo>
                <a:cubicBezTo>
                  <a:pt x="659" y="2759"/>
                  <a:pt x="746" y="2904"/>
                  <a:pt x="852" y="3017"/>
                </a:cubicBezTo>
                <a:cubicBezTo>
                  <a:pt x="963" y="3134"/>
                  <a:pt x="1093" y="3220"/>
                  <a:pt x="1241" y="3277"/>
                </a:cubicBezTo>
                <a:cubicBezTo>
                  <a:pt x="1390" y="3333"/>
                  <a:pt x="1546" y="3361"/>
                  <a:pt x="1711" y="3361"/>
                </a:cubicBezTo>
                <a:cubicBezTo>
                  <a:pt x="1938" y="3361"/>
                  <a:pt x="2151" y="3322"/>
                  <a:pt x="2349" y="3244"/>
                </a:cubicBezTo>
                <a:cubicBezTo>
                  <a:pt x="2548" y="3166"/>
                  <a:pt x="2733" y="3050"/>
                  <a:pt x="2906" y="2894"/>
                </a:cubicBezTo>
                <a:lnTo>
                  <a:pt x="2940" y="2894"/>
                </a:lnTo>
                <a:lnTo>
                  <a:pt x="2940" y="3448"/>
                </a:lnTo>
                <a:close/>
                <a:moveTo>
                  <a:pt x="5836" y="2374"/>
                </a:moveTo>
                <a:cubicBezTo>
                  <a:pt x="5836" y="2809"/>
                  <a:pt x="5725" y="3151"/>
                  <a:pt x="5503" y="3403"/>
                </a:cubicBezTo>
                <a:cubicBezTo>
                  <a:pt x="5281" y="3654"/>
                  <a:pt x="4983" y="3780"/>
                  <a:pt x="4610" y="3780"/>
                </a:cubicBezTo>
                <a:cubicBezTo>
                  <a:pt x="4234" y="3780"/>
                  <a:pt x="3936" y="3654"/>
                  <a:pt x="3714" y="3403"/>
                </a:cubicBezTo>
                <a:cubicBezTo>
                  <a:pt x="3493" y="3151"/>
                  <a:pt x="3382" y="2809"/>
                  <a:pt x="3382" y="2374"/>
                </a:cubicBezTo>
                <a:cubicBezTo>
                  <a:pt x="3382" y="1940"/>
                  <a:pt x="3493" y="1597"/>
                  <a:pt x="3714" y="1345"/>
                </a:cubicBezTo>
                <a:cubicBezTo>
                  <a:pt x="3936" y="1092"/>
                  <a:pt x="4234" y="966"/>
                  <a:pt x="4610" y="966"/>
                </a:cubicBezTo>
                <a:cubicBezTo>
                  <a:pt x="4983" y="966"/>
                  <a:pt x="5281" y="1092"/>
                  <a:pt x="5503" y="1345"/>
                </a:cubicBezTo>
                <a:cubicBezTo>
                  <a:pt x="5725" y="1597"/>
                  <a:pt x="5836" y="1940"/>
                  <a:pt x="5836" y="2374"/>
                </a:cubicBezTo>
                <a:moveTo>
                  <a:pt x="5374" y="2374"/>
                </a:moveTo>
                <a:cubicBezTo>
                  <a:pt x="5374" y="2030"/>
                  <a:pt x="5307" y="1775"/>
                  <a:pt x="5172" y="1608"/>
                </a:cubicBezTo>
                <a:cubicBezTo>
                  <a:pt x="5037" y="1440"/>
                  <a:pt x="4850" y="1357"/>
                  <a:pt x="4610" y="1357"/>
                </a:cubicBezTo>
                <a:cubicBezTo>
                  <a:pt x="4368" y="1357"/>
                  <a:pt x="4179" y="1440"/>
                  <a:pt x="4045" y="1608"/>
                </a:cubicBezTo>
                <a:cubicBezTo>
                  <a:pt x="3911" y="1775"/>
                  <a:pt x="3844" y="2030"/>
                  <a:pt x="3844" y="2374"/>
                </a:cubicBezTo>
                <a:cubicBezTo>
                  <a:pt x="3844" y="2707"/>
                  <a:pt x="3911" y="2959"/>
                  <a:pt x="4046" y="3131"/>
                </a:cubicBezTo>
                <a:cubicBezTo>
                  <a:pt x="4181" y="3303"/>
                  <a:pt x="4369" y="3389"/>
                  <a:pt x="4610" y="3389"/>
                </a:cubicBezTo>
                <a:cubicBezTo>
                  <a:pt x="4848" y="3389"/>
                  <a:pt x="5035" y="3304"/>
                  <a:pt x="5171" y="3134"/>
                </a:cubicBezTo>
                <a:cubicBezTo>
                  <a:pt x="5307" y="2963"/>
                  <a:pt x="5374" y="2710"/>
                  <a:pt x="5374" y="2374"/>
                </a:cubicBezTo>
                <a:close/>
                <a:moveTo>
                  <a:pt x="6981" y="3704"/>
                </a:moveTo>
                <a:lnTo>
                  <a:pt x="6533" y="3704"/>
                </a:lnTo>
                <a:lnTo>
                  <a:pt x="6533" y="0"/>
                </a:lnTo>
                <a:lnTo>
                  <a:pt x="6981" y="0"/>
                </a:lnTo>
                <a:lnTo>
                  <a:pt x="6981" y="3704"/>
                </a:lnTo>
                <a:close/>
                <a:moveTo>
                  <a:pt x="8318" y="3704"/>
                </a:moveTo>
                <a:lnTo>
                  <a:pt x="7871" y="3704"/>
                </a:lnTo>
                <a:lnTo>
                  <a:pt x="7871" y="0"/>
                </a:lnTo>
                <a:lnTo>
                  <a:pt x="8318" y="0"/>
                </a:lnTo>
                <a:lnTo>
                  <a:pt x="8318" y="3704"/>
                </a:lnTo>
                <a:close/>
                <a:moveTo>
                  <a:pt x="11429" y="2418"/>
                </a:moveTo>
                <a:lnTo>
                  <a:pt x="9470" y="2418"/>
                </a:lnTo>
                <a:cubicBezTo>
                  <a:pt x="9470" y="2582"/>
                  <a:pt x="9495" y="2725"/>
                  <a:pt x="9544" y="2847"/>
                </a:cubicBezTo>
                <a:cubicBezTo>
                  <a:pt x="9593" y="2968"/>
                  <a:pt x="9661" y="3068"/>
                  <a:pt x="9746" y="3146"/>
                </a:cubicBezTo>
                <a:cubicBezTo>
                  <a:pt x="9829" y="3222"/>
                  <a:pt x="9927" y="3280"/>
                  <a:pt x="10040" y="3318"/>
                </a:cubicBezTo>
                <a:cubicBezTo>
                  <a:pt x="10154" y="3356"/>
                  <a:pt x="10279" y="3375"/>
                  <a:pt x="10415" y="3375"/>
                </a:cubicBezTo>
                <a:cubicBezTo>
                  <a:pt x="10596" y="3375"/>
                  <a:pt x="10778" y="3339"/>
                  <a:pt x="10962" y="3266"/>
                </a:cubicBezTo>
                <a:cubicBezTo>
                  <a:pt x="11145" y="3193"/>
                  <a:pt x="11275" y="3122"/>
                  <a:pt x="11353" y="3051"/>
                </a:cubicBezTo>
                <a:lnTo>
                  <a:pt x="11377" y="3051"/>
                </a:lnTo>
                <a:lnTo>
                  <a:pt x="11377" y="3541"/>
                </a:lnTo>
                <a:cubicBezTo>
                  <a:pt x="11226" y="3605"/>
                  <a:pt x="11072" y="3658"/>
                  <a:pt x="10915" y="3701"/>
                </a:cubicBezTo>
                <a:cubicBezTo>
                  <a:pt x="10758" y="3744"/>
                  <a:pt x="10593" y="3765"/>
                  <a:pt x="10420" y="3765"/>
                </a:cubicBezTo>
                <a:cubicBezTo>
                  <a:pt x="9979" y="3765"/>
                  <a:pt x="9635" y="3646"/>
                  <a:pt x="9387" y="3407"/>
                </a:cubicBezTo>
                <a:cubicBezTo>
                  <a:pt x="9140" y="3167"/>
                  <a:pt x="9016" y="2828"/>
                  <a:pt x="9016" y="2387"/>
                </a:cubicBezTo>
                <a:cubicBezTo>
                  <a:pt x="9016" y="1952"/>
                  <a:pt x="9134" y="1606"/>
                  <a:pt x="9372" y="1350"/>
                </a:cubicBezTo>
                <a:cubicBezTo>
                  <a:pt x="9609" y="1094"/>
                  <a:pt x="9921" y="966"/>
                  <a:pt x="10308" y="966"/>
                </a:cubicBezTo>
                <a:cubicBezTo>
                  <a:pt x="10667" y="966"/>
                  <a:pt x="10943" y="1071"/>
                  <a:pt x="11138" y="1281"/>
                </a:cubicBezTo>
                <a:cubicBezTo>
                  <a:pt x="11332" y="1491"/>
                  <a:pt x="11429" y="1789"/>
                  <a:pt x="11429" y="2175"/>
                </a:cubicBezTo>
                <a:lnTo>
                  <a:pt x="11429" y="2418"/>
                </a:lnTo>
                <a:moveTo>
                  <a:pt x="10994" y="2076"/>
                </a:moveTo>
                <a:cubicBezTo>
                  <a:pt x="10992" y="1841"/>
                  <a:pt x="10933" y="1659"/>
                  <a:pt x="10816" y="1530"/>
                </a:cubicBezTo>
                <a:cubicBezTo>
                  <a:pt x="10700" y="1402"/>
                  <a:pt x="10522" y="1338"/>
                  <a:pt x="10284" y="1338"/>
                </a:cubicBezTo>
                <a:cubicBezTo>
                  <a:pt x="10045" y="1338"/>
                  <a:pt x="9854" y="1408"/>
                  <a:pt x="9712" y="1550"/>
                </a:cubicBezTo>
                <a:cubicBezTo>
                  <a:pt x="9570" y="1691"/>
                  <a:pt x="9489" y="1866"/>
                  <a:pt x="9470" y="2076"/>
                </a:cubicBezTo>
                <a:lnTo>
                  <a:pt x="10994" y="2076"/>
                </a:lnTo>
                <a:close/>
                <a:moveTo>
                  <a:pt x="13488" y="3680"/>
                </a:moveTo>
                <a:cubicBezTo>
                  <a:pt x="13404" y="3702"/>
                  <a:pt x="13312" y="3720"/>
                  <a:pt x="13213" y="3735"/>
                </a:cubicBezTo>
                <a:cubicBezTo>
                  <a:pt x="13114" y="3749"/>
                  <a:pt x="13026" y="3756"/>
                  <a:pt x="12948" y="3756"/>
                </a:cubicBezTo>
                <a:cubicBezTo>
                  <a:pt x="12676" y="3756"/>
                  <a:pt x="12470" y="3683"/>
                  <a:pt x="12329" y="3537"/>
                </a:cubicBezTo>
                <a:cubicBezTo>
                  <a:pt x="12188" y="3391"/>
                  <a:pt x="12117" y="3156"/>
                  <a:pt x="12117" y="2834"/>
                </a:cubicBezTo>
                <a:lnTo>
                  <a:pt x="12117" y="1419"/>
                </a:lnTo>
                <a:lnTo>
                  <a:pt x="11815" y="1419"/>
                </a:lnTo>
                <a:lnTo>
                  <a:pt x="11815" y="1043"/>
                </a:lnTo>
                <a:lnTo>
                  <a:pt x="12117" y="1043"/>
                </a:lnTo>
                <a:lnTo>
                  <a:pt x="12117" y="276"/>
                </a:lnTo>
                <a:lnTo>
                  <a:pt x="12565" y="276"/>
                </a:lnTo>
                <a:lnTo>
                  <a:pt x="12565" y="1043"/>
                </a:lnTo>
                <a:lnTo>
                  <a:pt x="13488" y="1043"/>
                </a:lnTo>
                <a:lnTo>
                  <a:pt x="13488" y="1419"/>
                </a:lnTo>
                <a:lnTo>
                  <a:pt x="12565" y="1419"/>
                </a:lnTo>
                <a:lnTo>
                  <a:pt x="12565" y="2633"/>
                </a:lnTo>
                <a:cubicBezTo>
                  <a:pt x="12565" y="2773"/>
                  <a:pt x="12568" y="2882"/>
                  <a:pt x="12574" y="2961"/>
                </a:cubicBezTo>
                <a:cubicBezTo>
                  <a:pt x="12580" y="3040"/>
                  <a:pt x="12603" y="3113"/>
                  <a:pt x="12641" y="3182"/>
                </a:cubicBezTo>
                <a:cubicBezTo>
                  <a:pt x="12676" y="3245"/>
                  <a:pt x="12724" y="3292"/>
                  <a:pt x="12785" y="3321"/>
                </a:cubicBezTo>
                <a:cubicBezTo>
                  <a:pt x="12846" y="3351"/>
                  <a:pt x="12939" y="3366"/>
                  <a:pt x="13064" y="3366"/>
                </a:cubicBezTo>
                <a:cubicBezTo>
                  <a:pt x="13137" y="3366"/>
                  <a:pt x="13214" y="3355"/>
                  <a:pt x="13293" y="3333"/>
                </a:cubicBezTo>
                <a:cubicBezTo>
                  <a:pt x="13372" y="3312"/>
                  <a:pt x="13429" y="3294"/>
                  <a:pt x="13464" y="3280"/>
                </a:cubicBezTo>
                <a:lnTo>
                  <a:pt x="13488" y="3280"/>
                </a:lnTo>
                <a:lnTo>
                  <a:pt x="13488" y="3680"/>
                </a:lnTo>
                <a:close/>
                <a:moveTo>
                  <a:pt x="14509" y="600"/>
                </a:moveTo>
                <a:lnTo>
                  <a:pt x="14005" y="600"/>
                </a:lnTo>
                <a:lnTo>
                  <a:pt x="14005" y="133"/>
                </a:lnTo>
                <a:lnTo>
                  <a:pt x="14509" y="133"/>
                </a:lnTo>
                <a:lnTo>
                  <a:pt x="14509" y="600"/>
                </a:lnTo>
                <a:moveTo>
                  <a:pt x="14481" y="3704"/>
                </a:moveTo>
                <a:lnTo>
                  <a:pt x="14033" y="3704"/>
                </a:lnTo>
                <a:lnTo>
                  <a:pt x="14033" y="1043"/>
                </a:lnTo>
                <a:lnTo>
                  <a:pt x="14481" y="1043"/>
                </a:lnTo>
                <a:lnTo>
                  <a:pt x="14481" y="3704"/>
                </a:lnTo>
                <a:close/>
                <a:moveTo>
                  <a:pt x="17522" y="3704"/>
                </a:moveTo>
                <a:lnTo>
                  <a:pt x="17075" y="3704"/>
                </a:lnTo>
                <a:lnTo>
                  <a:pt x="17075" y="3427"/>
                </a:lnTo>
                <a:cubicBezTo>
                  <a:pt x="16946" y="3538"/>
                  <a:pt x="16812" y="3625"/>
                  <a:pt x="16673" y="3687"/>
                </a:cubicBezTo>
                <a:cubicBezTo>
                  <a:pt x="16533" y="3749"/>
                  <a:pt x="16382" y="3780"/>
                  <a:pt x="16218" y="3780"/>
                </a:cubicBezTo>
                <a:cubicBezTo>
                  <a:pt x="15901" y="3780"/>
                  <a:pt x="15649" y="3657"/>
                  <a:pt x="15462" y="3412"/>
                </a:cubicBezTo>
                <a:cubicBezTo>
                  <a:pt x="15276" y="3167"/>
                  <a:pt x="15183" y="2828"/>
                  <a:pt x="15183" y="2393"/>
                </a:cubicBezTo>
                <a:cubicBezTo>
                  <a:pt x="15183" y="2167"/>
                  <a:pt x="15215" y="1966"/>
                  <a:pt x="15279" y="1790"/>
                </a:cubicBezTo>
                <a:cubicBezTo>
                  <a:pt x="15343" y="1613"/>
                  <a:pt x="15430" y="1463"/>
                  <a:pt x="15540" y="1339"/>
                </a:cubicBezTo>
                <a:cubicBezTo>
                  <a:pt x="15648" y="1218"/>
                  <a:pt x="15773" y="1125"/>
                  <a:pt x="15917" y="1062"/>
                </a:cubicBezTo>
                <a:cubicBezTo>
                  <a:pt x="16061" y="998"/>
                  <a:pt x="16209" y="966"/>
                  <a:pt x="16363" y="966"/>
                </a:cubicBezTo>
                <a:cubicBezTo>
                  <a:pt x="16503" y="966"/>
                  <a:pt x="16627" y="981"/>
                  <a:pt x="16735" y="1011"/>
                </a:cubicBezTo>
                <a:cubicBezTo>
                  <a:pt x="16843" y="1040"/>
                  <a:pt x="16956" y="1086"/>
                  <a:pt x="17075" y="1148"/>
                </a:cubicBezTo>
                <a:lnTo>
                  <a:pt x="17075" y="0"/>
                </a:lnTo>
                <a:lnTo>
                  <a:pt x="17522" y="0"/>
                </a:lnTo>
                <a:lnTo>
                  <a:pt x="17522" y="3704"/>
                </a:lnTo>
                <a:moveTo>
                  <a:pt x="17075" y="3049"/>
                </a:moveTo>
                <a:lnTo>
                  <a:pt x="17075" y="1523"/>
                </a:lnTo>
                <a:cubicBezTo>
                  <a:pt x="16954" y="1469"/>
                  <a:pt x="16846" y="1432"/>
                  <a:pt x="16751" y="1411"/>
                </a:cubicBezTo>
                <a:cubicBezTo>
                  <a:pt x="16656" y="1391"/>
                  <a:pt x="16552" y="1381"/>
                  <a:pt x="16439" y="1381"/>
                </a:cubicBezTo>
                <a:cubicBezTo>
                  <a:pt x="16189" y="1381"/>
                  <a:pt x="15994" y="1468"/>
                  <a:pt x="15854" y="1642"/>
                </a:cubicBezTo>
                <a:cubicBezTo>
                  <a:pt x="15714" y="1817"/>
                  <a:pt x="15644" y="2064"/>
                  <a:pt x="15644" y="2385"/>
                </a:cubicBezTo>
                <a:cubicBezTo>
                  <a:pt x="15644" y="2701"/>
                  <a:pt x="15698" y="2941"/>
                  <a:pt x="15806" y="3105"/>
                </a:cubicBezTo>
                <a:cubicBezTo>
                  <a:pt x="15914" y="3269"/>
                  <a:pt x="16087" y="3351"/>
                  <a:pt x="16325" y="3351"/>
                </a:cubicBezTo>
                <a:cubicBezTo>
                  <a:pt x="16452" y="3351"/>
                  <a:pt x="16581" y="3323"/>
                  <a:pt x="16711" y="3267"/>
                </a:cubicBezTo>
                <a:cubicBezTo>
                  <a:pt x="16841" y="3210"/>
                  <a:pt x="16962" y="3138"/>
                  <a:pt x="17075" y="3049"/>
                </a:cubicBezTo>
                <a:close/>
                <a:moveTo>
                  <a:pt x="20469" y="3704"/>
                </a:moveTo>
                <a:lnTo>
                  <a:pt x="20024" y="3704"/>
                </a:lnTo>
                <a:lnTo>
                  <a:pt x="20024" y="3422"/>
                </a:lnTo>
                <a:cubicBezTo>
                  <a:pt x="19984" y="3449"/>
                  <a:pt x="19931" y="3487"/>
                  <a:pt x="19863" y="3535"/>
                </a:cubicBezTo>
                <a:cubicBezTo>
                  <a:pt x="19796" y="3584"/>
                  <a:pt x="19730" y="3622"/>
                  <a:pt x="19667" y="3651"/>
                </a:cubicBezTo>
                <a:cubicBezTo>
                  <a:pt x="19592" y="3688"/>
                  <a:pt x="19507" y="3718"/>
                  <a:pt x="19410" y="3743"/>
                </a:cubicBezTo>
                <a:cubicBezTo>
                  <a:pt x="19313" y="3767"/>
                  <a:pt x="19200" y="3780"/>
                  <a:pt x="19069" y="3780"/>
                </a:cubicBezTo>
                <a:cubicBezTo>
                  <a:pt x="18830" y="3780"/>
                  <a:pt x="18627" y="3700"/>
                  <a:pt x="18460" y="3541"/>
                </a:cubicBezTo>
                <a:cubicBezTo>
                  <a:pt x="18293" y="3383"/>
                  <a:pt x="18210" y="3180"/>
                  <a:pt x="18210" y="2934"/>
                </a:cubicBezTo>
                <a:cubicBezTo>
                  <a:pt x="18210" y="2732"/>
                  <a:pt x="18253" y="2569"/>
                  <a:pt x="18340" y="2444"/>
                </a:cubicBezTo>
                <a:cubicBezTo>
                  <a:pt x="18426" y="2319"/>
                  <a:pt x="18550" y="2221"/>
                  <a:pt x="18710" y="2150"/>
                </a:cubicBezTo>
                <a:cubicBezTo>
                  <a:pt x="18872" y="2078"/>
                  <a:pt x="19066" y="2030"/>
                  <a:pt x="19293" y="2004"/>
                </a:cubicBezTo>
                <a:cubicBezTo>
                  <a:pt x="19520" y="1979"/>
                  <a:pt x="19764" y="1960"/>
                  <a:pt x="20024" y="1947"/>
                </a:cubicBezTo>
                <a:lnTo>
                  <a:pt x="20024" y="1877"/>
                </a:lnTo>
                <a:cubicBezTo>
                  <a:pt x="20024" y="1775"/>
                  <a:pt x="20006" y="1690"/>
                  <a:pt x="19970" y="1623"/>
                </a:cubicBezTo>
                <a:cubicBezTo>
                  <a:pt x="19935" y="1556"/>
                  <a:pt x="19883" y="1503"/>
                  <a:pt x="19817" y="1465"/>
                </a:cubicBezTo>
                <a:cubicBezTo>
                  <a:pt x="19753" y="1428"/>
                  <a:pt x="19677" y="1403"/>
                  <a:pt x="19588" y="1390"/>
                </a:cubicBezTo>
                <a:cubicBezTo>
                  <a:pt x="19499" y="1377"/>
                  <a:pt x="19407" y="1371"/>
                  <a:pt x="19310" y="1371"/>
                </a:cubicBezTo>
                <a:cubicBezTo>
                  <a:pt x="19192" y="1371"/>
                  <a:pt x="19061" y="1387"/>
                  <a:pt x="18917" y="1419"/>
                </a:cubicBezTo>
                <a:cubicBezTo>
                  <a:pt x="18773" y="1450"/>
                  <a:pt x="18624" y="1496"/>
                  <a:pt x="18470" y="1557"/>
                </a:cubicBezTo>
                <a:lnTo>
                  <a:pt x="18446" y="1557"/>
                </a:lnTo>
                <a:lnTo>
                  <a:pt x="18446" y="1102"/>
                </a:lnTo>
                <a:cubicBezTo>
                  <a:pt x="18533" y="1078"/>
                  <a:pt x="18659" y="1052"/>
                  <a:pt x="18824" y="1023"/>
                </a:cubicBezTo>
                <a:cubicBezTo>
                  <a:pt x="18989" y="995"/>
                  <a:pt x="19152" y="981"/>
                  <a:pt x="19312" y="981"/>
                </a:cubicBezTo>
                <a:cubicBezTo>
                  <a:pt x="19499" y="981"/>
                  <a:pt x="19662" y="996"/>
                  <a:pt x="19801" y="1027"/>
                </a:cubicBezTo>
                <a:cubicBezTo>
                  <a:pt x="19940" y="1058"/>
                  <a:pt x="20060" y="1111"/>
                  <a:pt x="20162" y="1185"/>
                </a:cubicBezTo>
                <a:cubicBezTo>
                  <a:pt x="20262" y="1258"/>
                  <a:pt x="20338" y="1353"/>
                  <a:pt x="20390" y="1469"/>
                </a:cubicBezTo>
                <a:cubicBezTo>
                  <a:pt x="20443" y="1584"/>
                  <a:pt x="20469" y="1728"/>
                  <a:pt x="20469" y="1899"/>
                </a:cubicBezTo>
                <a:lnTo>
                  <a:pt x="20469" y="3704"/>
                </a:lnTo>
                <a:moveTo>
                  <a:pt x="20024" y="3052"/>
                </a:moveTo>
                <a:lnTo>
                  <a:pt x="20024" y="2309"/>
                </a:lnTo>
                <a:cubicBezTo>
                  <a:pt x="19887" y="2317"/>
                  <a:pt x="19727" y="2329"/>
                  <a:pt x="19542" y="2345"/>
                </a:cubicBezTo>
                <a:cubicBezTo>
                  <a:pt x="19357" y="2361"/>
                  <a:pt x="19211" y="2384"/>
                  <a:pt x="19103" y="2414"/>
                </a:cubicBezTo>
                <a:cubicBezTo>
                  <a:pt x="18974" y="2451"/>
                  <a:pt x="18870" y="2508"/>
                  <a:pt x="18791" y="2585"/>
                </a:cubicBezTo>
                <a:cubicBezTo>
                  <a:pt x="18712" y="2662"/>
                  <a:pt x="18672" y="2769"/>
                  <a:pt x="18672" y="2904"/>
                </a:cubicBezTo>
                <a:cubicBezTo>
                  <a:pt x="18672" y="3057"/>
                  <a:pt x="18718" y="3172"/>
                  <a:pt x="18810" y="3250"/>
                </a:cubicBezTo>
                <a:cubicBezTo>
                  <a:pt x="18902" y="3327"/>
                  <a:pt x="19042" y="3366"/>
                  <a:pt x="19231" y="3366"/>
                </a:cubicBezTo>
                <a:cubicBezTo>
                  <a:pt x="19388" y="3366"/>
                  <a:pt x="19532" y="3335"/>
                  <a:pt x="19662" y="3274"/>
                </a:cubicBezTo>
                <a:cubicBezTo>
                  <a:pt x="19792" y="3212"/>
                  <a:pt x="19913" y="3138"/>
                  <a:pt x="20024" y="3052"/>
                </a:cubicBezTo>
                <a:close/>
                <a:moveTo>
                  <a:pt x="23556" y="2418"/>
                </a:moveTo>
                <a:lnTo>
                  <a:pt x="21597" y="2418"/>
                </a:lnTo>
                <a:cubicBezTo>
                  <a:pt x="21597" y="2582"/>
                  <a:pt x="21622" y="2725"/>
                  <a:pt x="21671" y="2847"/>
                </a:cubicBezTo>
                <a:cubicBezTo>
                  <a:pt x="21720" y="2968"/>
                  <a:pt x="21788" y="3068"/>
                  <a:pt x="21873" y="3146"/>
                </a:cubicBezTo>
                <a:cubicBezTo>
                  <a:pt x="21956" y="3222"/>
                  <a:pt x="22054" y="3280"/>
                  <a:pt x="22167" y="3318"/>
                </a:cubicBezTo>
                <a:cubicBezTo>
                  <a:pt x="22281" y="3356"/>
                  <a:pt x="22406" y="3375"/>
                  <a:pt x="22542" y="3375"/>
                </a:cubicBezTo>
                <a:cubicBezTo>
                  <a:pt x="22723" y="3375"/>
                  <a:pt x="22905" y="3339"/>
                  <a:pt x="23089" y="3266"/>
                </a:cubicBezTo>
                <a:cubicBezTo>
                  <a:pt x="23272" y="3193"/>
                  <a:pt x="23402" y="3122"/>
                  <a:pt x="23480" y="3051"/>
                </a:cubicBezTo>
                <a:lnTo>
                  <a:pt x="23504" y="3051"/>
                </a:lnTo>
                <a:lnTo>
                  <a:pt x="23504" y="3541"/>
                </a:lnTo>
                <a:cubicBezTo>
                  <a:pt x="23353" y="3605"/>
                  <a:pt x="23199" y="3658"/>
                  <a:pt x="23042" y="3701"/>
                </a:cubicBezTo>
                <a:cubicBezTo>
                  <a:pt x="22885" y="3744"/>
                  <a:pt x="22720" y="3765"/>
                  <a:pt x="22547" y="3765"/>
                </a:cubicBezTo>
                <a:cubicBezTo>
                  <a:pt x="22106" y="3765"/>
                  <a:pt x="21762" y="3646"/>
                  <a:pt x="21514" y="3407"/>
                </a:cubicBezTo>
                <a:cubicBezTo>
                  <a:pt x="21266" y="3167"/>
                  <a:pt x="21143" y="2828"/>
                  <a:pt x="21143" y="2387"/>
                </a:cubicBezTo>
                <a:cubicBezTo>
                  <a:pt x="21143" y="1952"/>
                  <a:pt x="21261" y="1606"/>
                  <a:pt x="21499" y="1350"/>
                </a:cubicBezTo>
                <a:cubicBezTo>
                  <a:pt x="21736" y="1094"/>
                  <a:pt x="22048" y="966"/>
                  <a:pt x="22435" y="966"/>
                </a:cubicBezTo>
                <a:cubicBezTo>
                  <a:pt x="22794" y="966"/>
                  <a:pt x="23070" y="1071"/>
                  <a:pt x="23265" y="1281"/>
                </a:cubicBezTo>
                <a:cubicBezTo>
                  <a:pt x="23459" y="1491"/>
                  <a:pt x="23556" y="1789"/>
                  <a:pt x="23556" y="2175"/>
                </a:cubicBezTo>
                <a:lnTo>
                  <a:pt x="23556" y="2418"/>
                </a:lnTo>
                <a:moveTo>
                  <a:pt x="23121" y="2076"/>
                </a:moveTo>
                <a:cubicBezTo>
                  <a:pt x="23119" y="1841"/>
                  <a:pt x="23060" y="1659"/>
                  <a:pt x="22943" y="1530"/>
                </a:cubicBezTo>
                <a:cubicBezTo>
                  <a:pt x="22827" y="1402"/>
                  <a:pt x="22649" y="1338"/>
                  <a:pt x="22411" y="1338"/>
                </a:cubicBezTo>
                <a:cubicBezTo>
                  <a:pt x="22172" y="1338"/>
                  <a:pt x="21981" y="1408"/>
                  <a:pt x="21839" y="1550"/>
                </a:cubicBezTo>
                <a:cubicBezTo>
                  <a:pt x="21697" y="1691"/>
                  <a:pt x="21616" y="1866"/>
                  <a:pt x="21597" y="2076"/>
                </a:cubicBezTo>
                <a:lnTo>
                  <a:pt x="23121" y="207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E88E9-AEBB-444A-906A-603974B4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73" y="1174404"/>
            <a:ext cx="24112" cy="30718"/>
          </a:xfrm>
          <a:custGeom xmlns:a="http://schemas.openxmlformats.org/drawingml/2006/main">
            <a:pathLst>
              <a:path w="24112" h="30718">
                <a:moveTo>
                  <a:pt x="0" y="0"/>
                </a:moveTo>
                <a:lnTo>
                  <a:pt x="24112" y="0"/>
                </a:lnTo>
                <a:lnTo>
                  <a:pt x="24112" y="30718"/>
                </a:lnTo>
                <a:lnTo>
                  <a:pt x="0" y="307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994C95-F313-4974-8F99-7ECD253C5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72" y="1174406"/>
            <a:ext cx="24114" cy="30718"/>
          </a:xfrm>
          <a:custGeom xmlns:a="http://schemas.openxmlformats.org/drawingml/2006/main">
            <a:pathLst>
              <a:path w="24114" h="30718" fill="none">
                <a:moveTo>
                  <a:pt x="0" y="0"/>
                </a:moveTo>
                <a:lnTo>
                  <a:pt x="24114" y="0"/>
                </a:lnTo>
                <a:lnTo>
                  <a:pt x="24114" y="30718"/>
                </a:lnTo>
                <a:lnTo>
                  <a:pt x="0" y="307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BC95E6-FFC7-4B02-8FB0-149C02EA81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73" y="1227619"/>
            <a:ext cx="24112" cy="29427"/>
          </a:xfrm>
          <a:custGeom xmlns:a="http://schemas.openxmlformats.org/drawingml/2006/main">
            <a:pathLst>
              <a:path w="24112" h="29427">
                <a:moveTo>
                  <a:pt x="0" y="0"/>
                </a:moveTo>
                <a:lnTo>
                  <a:pt x="24112" y="0"/>
                </a:lnTo>
                <a:lnTo>
                  <a:pt x="24112" y="29427"/>
                </a:lnTo>
                <a:lnTo>
                  <a:pt x="0" y="294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D52755-A532-4D42-B0A3-113189D72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5472" y="1227622"/>
            <a:ext cx="24114" cy="29427"/>
          </a:xfrm>
          <a:custGeom xmlns:a="http://schemas.openxmlformats.org/drawingml/2006/main">
            <a:pathLst>
              <a:path w="24114" h="29427" fill="none">
                <a:moveTo>
                  <a:pt x="0" y="0"/>
                </a:moveTo>
                <a:lnTo>
                  <a:pt x="24114" y="0"/>
                </a:lnTo>
                <a:lnTo>
                  <a:pt x="24114" y="29427"/>
                </a:lnTo>
                <a:lnTo>
                  <a:pt x="0" y="294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22" name="Text Mutillidae">
            <a:extLst xmlns:a="http://schemas.openxmlformats.org/drawingml/2006/main">
              <a:ext uri="{FF2B5EF4-FFF2-40B4-BE49-F238E27FC236}">
                <a16:creationId xmlns:a16="http://schemas.microsoft.com/office/drawing/2014/main" id="{5F5E3E3F-1E85-490C-BA9F-A87877272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8461" y="1228839"/>
            <a:ext cx="23315" cy="3896"/>
          </a:xfrm>
          <a:custGeom xmlns:a="http://schemas.openxmlformats.org/drawingml/2006/main">
            <a:pathLst>
              <a:path w="23315" h="3896">
                <a:moveTo>
                  <a:pt x="3253" y="3818"/>
                </a:moveTo>
                <a:lnTo>
                  <a:pt x="2767" y="3818"/>
                </a:lnTo>
                <a:lnTo>
                  <a:pt x="2767" y="668"/>
                </a:lnTo>
                <a:lnTo>
                  <a:pt x="1752" y="2812"/>
                </a:lnTo>
                <a:lnTo>
                  <a:pt x="1462" y="2812"/>
                </a:lnTo>
                <a:lnTo>
                  <a:pt x="454" y="668"/>
                </a:lnTo>
                <a:lnTo>
                  <a:pt x="454" y="3818"/>
                </a:lnTo>
                <a:lnTo>
                  <a:pt x="0" y="3818"/>
                </a:lnTo>
                <a:lnTo>
                  <a:pt x="0" y="162"/>
                </a:lnTo>
                <a:lnTo>
                  <a:pt x="662" y="162"/>
                </a:lnTo>
                <a:lnTo>
                  <a:pt x="1636" y="2198"/>
                </a:lnTo>
                <a:lnTo>
                  <a:pt x="2579" y="162"/>
                </a:lnTo>
                <a:lnTo>
                  <a:pt x="3253" y="162"/>
                </a:lnTo>
                <a:lnTo>
                  <a:pt x="3253" y="3818"/>
                </a:lnTo>
                <a:close/>
                <a:moveTo>
                  <a:pt x="6470" y="3818"/>
                </a:moveTo>
                <a:lnTo>
                  <a:pt x="6008" y="3818"/>
                </a:lnTo>
                <a:lnTo>
                  <a:pt x="6008" y="3515"/>
                </a:lnTo>
                <a:cubicBezTo>
                  <a:pt x="5853" y="3638"/>
                  <a:pt x="5704" y="3732"/>
                  <a:pt x="5562" y="3798"/>
                </a:cubicBezTo>
                <a:cubicBezTo>
                  <a:pt x="5420" y="3863"/>
                  <a:pt x="5263" y="3896"/>
                  <a:pt x="5091" y="3896"/>
                </a:cubicBezTo>
                <a:cubicBezTo>
                  <a:pt x="4803" y="3896"/>
                  <a:pt x="4579" y="3808"/>
                  <a:pt x="4419" y="3632"/>
                </a:cubicBezTo>
                <a:cubicBezTo>
                  <a:pt x="4258" y="3456"/>
                  <a:pt x="4178" y="3197"/>
                  <a:pt x="4178" y="2856"/>
                </a:cubicBezTo>
                <a:lnTo>
                  <a:pt x="4178" y="1075"/>
                </a:lnTo>
                <a:lnTo>
                  <a:pt x="4639" y="1075"/>
                </a:lnTo>
                <a:lnTo>
                  <a:pt x="4639" y="2637"/>
                </a:lnTo>
                <a:cubicBezTo>
                  <a:pt x="4639" y="2776"/>
                  <a:pt x="4646" y="2895"/>
                  <a:pt x="4659" y="2994"/>
                </a:cubicBezTo>
                <a:cubicBezTo>
                  <a:pt x="4672" y="3093"/>
                  <a:pt x="4700" y="3178"/>
                  <a:pt x="4742" y="3248"/>
                </a:cubicBezTo>
                <a:cubicBezTo>
                  <a:pt x="4787" y="3320"/>
                  <a:pt x="4844" y="3373"/>
                  <a:pt x="4914" y="3405"/>
                </a:cubicBezTo>
                <a:cubicBezTo>
                  <a:pt x="4985" y="3438"/>
                  <a:pt x="5087" y="3454"/>
                  <a:pt x="5221" y="3454"/>
                </a:cubicBezTo>
                <a:cubicBezTo>
                  <a:pt x="5340" y="3454"/>
                  <a:pt x="5471" y="3423"/>
                  <a:pt x="5612" y="3361"/>
                </a:cubicBezTo>
                <a:cubicBezTo>
                  <a:pt x="5754" y="3299"/>
                  <a:pt x="5886" y="3219"/>
                  <a:pt x="6008" y="3123"/>
                </a:cubicBezTo>
                <a:lnTo>
                  <a:pt x="6008" y="1075"/>
                </a:lnTo>
                <a:lnTo>
                  <a:pt x="6470" y="1075"/>
                </a:lnTo>
                <a:lnTo>
                  <a:pt x="6470" y="3818"/>
                </a:lnTo>
                <a:close/>
                <a:moveTo>
                  <a:pt x="8800" y="3793"/>
                </a:moveTo>
                <a:cubicBezTo>
                  <a:pt x="8714" y="3816"/>
                  <a:pt x="8619" y="3835"/>
                  <a:pt x="8517" y="3850"/>
                </a:cubicBezTo>
                <a:cubicBezTo>
                  <a:pt x="8415" y="3864"/>
                  <a:pt x="8324" y="3872"/>
                  <a:pt x="8243" y="3872"/>
                </a:cubicBezTo>
                <a:cubicBezTo>
                  <a:pt x="7964" y="3872"/>
                  <a:pt x="7751" y="3796"/>
                  <a:pt x="7605" y="3646"/>
                </a:cubicBezTo>
                <a:cubicBezTo>
                  <a:pt x="7460" y="3495"/>
                  <a:pt x="7387" y="3253"/>
                  <a:pt x="7387" y="2921"/>
                </a:cubicBezTo>
                <a:lnTo>
                  <a:pt x="7387" y="1462"/>
                </a:lnTo>
                <a:lnTo>
                  <a:pt x="7076" y="1462"/>
                </a:lnTo>
                <a:lnTo>
                  <a:pt x="7076" y="1075"/>
                </a:lnTo>
                <a:lnTo>
                  <a:pt x="7387" y="1075"/>
                </a:lnTo>
                <a:lnTo>
                  <a:pt x="7387" y="285"/>
                </a:lnTo>
                <a:lnTo>
                  <a:pt x="7848" y="285"/>
                </a:lnTo>
                <a:lnTo>
                  <a:pt x="7848" y="1075"/>
                </a:lnTo>
                <a:lnTo>
                  <a:pt x="8800" y="1075"/>
                </a:lnTo>
                <a:lnTo>
                  <a:pt x="8800" y="1462"/>
                </a:lnTo>
                <a:lnTo>
                  <a:pt x="7848" y="1462"/>
                </a:lnTo>
                <a:lnTo>
                  <a:pt x="7848" y="2714"/>
                </a:lnTo>
                <a:cubicBezTo>
                  <a:pt x="7848" y="2858"/>
                  <a:pt x="7852" y="2971"/>
                  <a:pt x="7858" y="3052"/>
                </a:cubicBezTo>
                <a:cubicBezTo>
                  <a:pt x="7865" y="3133"/>
                  <a:pt x="7888" y="3209"/>
                  <a:pt x="7927" y="3280"/>
                </a:cubicBezTo>
                <a:cubicBezTo>
                  <a:pt x="7963" y="3345"/>
                  <a:pt x="8012" y="3393"/>
                  <a:pt x="8075" y="3424"/>
                </a:cubicBezTo>
                <a:cubicBezTo>
                  <a:pt x="8138" y="3454"/>
                  <a:pt x="8234" y="3469"/>
                  <a:pt x="8364" y="3469"/>
                </a:cubicBezTo>
                <a:cubicBezTo>
                  <a:pt x="8439" y="3469"/>
                  <a:pt x="8517" y="3458"/>
                  <a:pt x="8599" y="3436"/>
                </a:cubicBezTo>
                <a:cubicBezTo>
                  <a:pt x="8681" y="3414"/>
                  <a:pt x="8740" y="3396"/>
                  <a:pt x="8776" y="3381"/>
                </a:cubicBezTo>
                <a:lnTo>
                  <a:pt x="8800" y="3381"/>
                </a:lnTo>
                <a:lnTo>
                  <a:pt x="8800" y="3793"/>
                </a:lnTo>
                <a:close/>
                <a:moveTo>
                  <a:pt x="9853" y="618"/>
                </a:moveTo>
                <a:lnTo>
                  <a:pt x="9333" y="618"/>
                </a:lnTo>
                <a:lnTo>
                  <a:pt x="9333" y="137"/>
                </a:lnTo>
                <a:lnTo>
                  <a:pt x="9853" y="137"/>
                </a:lnTo>
                <a:lnTo>
                  <a:pt x="9853" y="618"/>
                </a:lnTo>
                <a:moveTo>
                  <a:pt x="9823" y="3818"/>
                </a:moveTo>
                <a:lnTo>
                  <a:pt x="9362" y="3818"/>
                </a:lnTo>
                <a:lnTo>
                  <a:pt x="9362" y="1075"/>
                </a:lnTo>
                <a:lnTo>
                  <a:pt x="9823" y="1075"/>
                </a:lnTo>
                <a:lnTo>
                  <a:pt x="9823" y="3818"/>
                </a:lnTo>
                <a:close/>
                <a:moveTo>
                  <a:pt x="11202" y="3818"/>
                </a:moveTo>
                <a:lnTo>
                  <a:pt x="10741" y="3818"/>
                </a:lnTo>
                <a:lnTo>
                  <a:pt x="10741" y="0"/>
                </a:lnTo>
                <a:lnTo>
                  <a:pt x="11202" y="0"/>
                </a:lnTo>
                <a:lnTo>
                  <a:pt x="11202" y="3818"/>
                </a:lnTo>
                <a:close/>
                <a:moveTo>
                  <a:pt x="12581" y="3818"/>
                </a:moveTo>
                <a:lnTo>
                  <a:pt x="12120" y="3818"/>
                </a:lnTo>
                <a:lnTo>
                  <a:pt x="12120" y="0"/>
                </a:lnTo>
                <a:lnTo>
                  <a:pt x="12581" y="0"/>
                </a:lnTo>
                <a:lnTo>
                  <a:pt x="12581" y="3818"/>
                </a:lnTo>
                <a:close/>
                <a:moveTo>
                  <a:pt x="13989" y="618"/>
                </a:moveTo>
                <a:lnTo>
                  <a:pt x="13469" y="618"/>
                </a:lnTo>
                <a:lnTo>
                  <a:pt x="13469" y="137"/>
                </a:lnTo>
                <a:lnTo>
                  <a:pt x="13989" y="137"/>
                </a:lnTo>
                <a:lnTo>
                  <a:pt x="13989" y="618"/>
                </a:lnTo>
                <a:moveTo>
                  <a:pt x="13960" y="3818"/>
                </a:moveTo>
                <a:lnTo>
                  <a:pt x="13499" y="3818"/>
                </a:lnTo>
                <a:lnTo>
                  <a:pt x="13499" y="1075"/>
                </a:lnTo>
                <a:lnTo>
                  <a:pt x="13960" y="1075"/>
                </a:lnTo>
                <a:lnTo>
                  <a:pt x="13960" y="3818"/>
                </a:lnTo>
                <a:close/>
                <a:moveTo>
                  <a:pt x="17095" y="3818"/>
                </a:moveTo>
                <a:lnTo>
                  <a:pt x="16634" y="3818"/>
                </a:lnTo>
                <a:lnTo>
                  <a:pt x="16634" y="3532"/>
                </a:lnTo>
                <a:cubicBezTo>
                  <a:pt x="16502" y="3647"/>
                  <a:pt x="16363" y="3736"/>
                  <a:pt x="16219" y="3800"/>
                </a:cubicBezTo>
                <a:cubicBezTo>
                  <a:pt x="16075" y="3864"/>
                  <a:pt x="15919" y="3896"/>
                  <a:pt x="15751" y="3896"/>
                </a:cubicBezTo>
                <a:cubicBezTo>
                  <a:pt x="15424" y="3896"/>
                  <a:pt x="15164" y="3770"/>
                  <a:pt x="14972" y="3517"/>
                </a:cubicBezTo>
                <a:cubicBezTo>
                  <a:pt x="14780" y="3265"/>
                  <a:pt x="14684" y="2915"/>
                  <a:pt x="14684" y="2467"/>
                </a:cubicBezTo>
                <a:cubicBezTo>
                  <a:pt x="14684" y="2234"/>
                  <a:pt x="14717" y="2027"/>
                  <a:pt x="14783" y="1845"/>
                </a:cubicBezTo>
                <a:cubicBezTo>
                  <a:pt x="14849" y="1663"/>
                  <a:pt x="14939" y="1508"/>
                  <a:pt x="15052" y="1380"/>
                </a:cubicBezTo>
                <a:cubicBezTo>
                  <a:pt x="15163" y="1255"/>
                  <a:pt x="15292" y="1160"/>
                  <a:pt x="15440" y="1095"/>
                </a:cubicBezTo>
                <a:cubicBezTo>
                  <a:pt x="15588" y="1029"/>
                  <a:pt x="15742" y="996"/>
                  <a:pt x="15900" y="996"/>
                </a:cubicBezTo>
                <a:cubicBezTo>
                  <a:pt x="16044" y="996"/>
                  <a:pt x="16172" y="1011"/>
                  <a:pt x="16283" y="1042"/>
                </a:cubicBezTo>
                <a:cubicBezTo>
                  <a:pt x="16394" y="1072"/>
                  <a:pt x="16511" y="1119"/>
                  <a:pt x="16634" y="1183"/>
                </a:cubicBezTo>
                <a:lnTo>
                  <a:pt x="16634" y="0"/>
                </a:lnTo>
                <a:lnTo>
                  <a:pt x="17095" y="0"/>
                </a:lnTo>
                <a:lnTo>
                  <a:pt x="17095" y="3818"/>
                </a:lnTo>
                <a:moveTo>
                  <a:pt x="16634" y="3143"/>
                </a:moveTo>
                <a:lnTo>
                  <a:pt x="16634" y="1570"/>
                </a:lnTo>
                <a:cubicBezTo>
                  <a:pt x="16510" y="1515"/>
                  <a:pt x="16398" y="1476"/>
                  <a:pt x="16300" y="1455"/>
                </a:cubicBezTo>
                <a:cubicBezTo>
                  <a:pt x="16202" y="1434"/>
                  <a:pt x="16095" y="1423"/>
                  <a:pt x="15979" y="1423"/>
                </a:cubicBezTo>
                <a:cubicBezTo>
                  <a:pt x="15721" y="1423"/>
                  <a:pt x="15519" y="1513"/>
                  <a:pt x="15375" y="1693"/>
                </a:cubicBezTo>
                <a:cubicBezTo>
                  <a:pt x="15231" y="1873"/>
                  <a:pt x="15160" y="2128"/>
                  <a:pt x="15160" y="2458"/>
                </a:cubicBezTo>
                <a:cubicBezTo>
                  <a:pt x="15160" y="2784"/>
                  <a:pt x="15215" y="3031"/>
                  <a:pt x="15326" y="3200"/>
                </a:cubicBezTo>
                <a:cubicBezTo>
                  <a:pt x="15438" y="3370"/>
                  <a:pt x="15616" y="3454"/>
                  <a:pt x="15861" y="3454"/>
                </a:cubicBezTo>
                <a:cubicBezTo>
                  <a:pt x="15992" y="3454"/>
                  <a:pt x="16125" y="3425"/>
                  <a:pt x="16259" y="3367"/>
                </a:cubicBezTo>
                <a:cubicBezTo>
                  <a:pt x="16393" y="3309"/>
                  <a:pt x="16518" y="3234"/>
                  <a:pt x="16634" y="3143"/>
                </a:cubicBezTo>
                <a:close/>
                <a:moveTo>
                  <a:pt x="20133" y="3818"/>
                </a:moveTo>
                <a:lnTo>
                  <a:pt x="19674" y="3818"/>
                </a:lnTo>
                <a:lnTo>
                  <a:pt x="19674" y="3528"/>
                </a:lnTo>
                <a:cubicBezTo>
                  <a:pt x="19633" y="3555"/>
                  <a:pt x="19578" y="3594"/>
                  <a:pt x="19508" y="3644"/>
                </a:cubicBezTo>
                <a:cubicBezTo>
                  <a:pt x="19439" y="3694"/>
                  <a:pt x="19371" y="3734"/>
                  <a:pt x="19306" y="3763"/>
                </a:cubicBezTo>
                <a:cubicBezTo>
                  <a:pt x="19229" y="3801"/>
                  <a:pt x="19141" y="3833"/>
                  <a:pt x="19041" y="3858"/>
                </a:cubicBezTo>
                <a:cubicBezTo>
                  <a:pt x="18941" y="3883"/>
                  <a:pt x="18824" y="3896"/>
                  <a:pt x="18690" y="3896"/>
                </a:cubicBezTo>
                <a:cubicBezTo>
                  <a:pt x="18443" y="3896"/>
                  <a:pt x="18234" y="3814"/>
                  <a:pt x="18062" y="3650"/>
                </a:cubicBezTo>
                <a:cubicBezTo>
                  <a:pt x="17890" y="3487"/>
                  <a:pt x="17804" y="3278"/>
                  <a:pt x="17804" y="3024"/>
                </a:cubicBezTo>
                <a:cubicBezTo>
                  <a:pt x="17804" y="2816"/>
                  <a:pt x="17849" y="2648"/>
                  <a:pt x="17938" y="2519"/>
                </a:cubicBezTo>
                <a:cubicBezTo>
                  <a:pt x="18027" y="2391"/>
                  <a:pt x="18154" y="2289"/>
                  <a:pt x="18319" y="2216"/>
                </a:cubicBezTo>
                <a:cubicBezTo>
                  <a:pt x="18486" y="2142"/>
                  <a:pt x="18687" y="2092"/>
                  <a:pt x="18921" y="2066"/>
                </a:cubicBezTo>
                <a:cubicBezTo>
                  <a:pt x="19154" y="2040"/>
                  <a:pt x="19405" y="2020"/>
                  <a:pt x="19674" y="2007"/>
                </a:cubicBezTo>
                <a:lnTo>
                  <a:pt x="19674" y="1935"/>
                </a:lnTo>
                <a:cubicBezTo>
                  <a:pt x="19674" y="1830"/>
                  <a:pt x="19655" y="1742"/>
                  <a:pt x="19619" y="1673"/>
                </a:cubicBezTo>
                <a:cubicBezTo>
                  <a:pt x="19582" y="1604"/>
                  <a:pt x="19529" y="1549"/>
                  <a:pt x="19460" y="1510"/>
                </a:cubicBezTo>
                <a:cubicBezTo>
                  <a:pt x="19395" y="1472"/>
                  <a:pt x="19316" y="1446"/>
                  <a:pt x="19225" y="1433"/>
                </a:cubicBezTo>
                <a:cubicBezTo>
                  <a:pt x="19133" y="1420"/>
                  <a:pt x="19037" y="1413"/>
                  <a:pt x="18938" y="1413"/>
                </a:cubicBezTo>
                <a:cubicBezTo>
                  <a:pt x="18817" y="1413"/>
                  <a:pt x="18682" y="1430"/>
                  <a:pt x="18533" y="1462"/>
                </a:cubicBezTo>
                <a:cubicBezTo>
                  <a:pt x="18384" y="1495"/>
                  <a:pt x="18230" y="1542"/>
                  <a:pt x="18072" y="1605"/>
                </a:cubicBezTo>
                <a:lnTo>
                  <a:pt x="18047" y="1605"/>
                </a:lnTo>
                <a:lnTo>
                  <a:pt x="18047" y="1136"/>
                </a:lnTo>
                <a:cubicBezTo>
                  <a:pt x="18137" y="1111"/>
                  <a:pt x="18267" y="1084"/>
                  <a:pt x="18437" y="1055"/>
                </a:cubicBezTo>
                <a:cubicBezTo>
                  <a:pt x="18607" y="1026"/>
                  <a:pt x="18775" y="1011"/>
                  <a:pt x="18940" y="1011"/>
                </a:cubicBezTo>
                <a:cubicBezTo>
                  <a:pt x="19133" y="1011"/>
                  <a:pt x="19301" y="1027"/>
                  <a:pt x="19444" y="1059"/>
                </a:cubicBezTo>
                <a:cubicBezTo>
                  <a:pt x="19587" y="1091"/>
                  <a:pt x="19711" y="1145"/>
                  <a:pt x="19816" y="1222"/>
                </a:cubicBezTo>
                <a:cubicBezTo>
                  <a:pt x="19919" y="1297"/>
                  <a:pt x="19998" y="1394"/>
                  <a:pt x="20052" y="1514"/>
                </a:cubicBezTo>
                <a:cubicBezTo>
                  <a:pt x="20106" y="1633"/>
                  <a:pt x="20133" y="1781"/>
                  <a:pt x="20133" y="1958"/>
                </a:cubicBezTo>
                <a:lnTo>
                  <a:pt x="20133" y="3818"/>
                </a:lnTo>
                <a:moveTo>
                  <a:pt x="19674" y="3146"/>
                </a:moveTo>
                <a:lnTo>
                  <a:pt x="19674" y="2380"/>
                </a:lnTo>
                <a:cubicBezTo>
                  <a:pt x="19533" y="2388"/>
                  <a:pt x="19367" y="2400"/>
                  <a:pt x="19177" y="2417"/>
                </a:cubicBezTo>
                <a:cubicBezTo>
                  <a:pt x="18986" y="2433"/>
                  <a:pt x="18835" y="2457"/>
                  <a:pt x="18724" y="2488"/>
                </a:cubicBezTo>
                <a:cubicBezTo>
                  <a:pt x="18592" y="2526"/>
                  <a:pt x="18485" y="2585"/>
                  <a:pt x="18403" y="2665"/>
                </a:cubicBezTo>
                <a:cubicBezTo>
                  <a:pt x="18321" y="2744"/>
                  <a:pt x="18280" y="2854"/>
                  <a:pt x="18280" y="2993"/>
                </a:cubicBezTo>
                <a:cubicBezTo>
                  <a:pt x="18280" y="3151"/>
                  <a:pt x="18328" y="3270"/>
                  <a:pt x="18422" y="3350"/>
                </a:cubicBezTo>
                <a:cubicBezTo>
                  <a:pt x="18517" y="3429"/>
                  <a:pt x="18662" y="3469"/>
                  <a:pt x="18857" y="3469"/>
                </a:cubicBezTo>
                <a:cubicBezTo>
                  <a:pt x="19019" y="3469"/>
                  <a:pt x="19167" y="3438"/>
                  <a:pt x="19301" y="3374"/>
                </a:cubicBezTo>
                <a:cubicBezTo>
                  <a:pt x="19435" y="3311"/>
                  <a:pt x="19559" y="3235"/>
                  <a:pt x="19674" y="3146"/>
                </a:cubicBezTo>
                <a:close/>
                <a:moveTo>
                  <a:pt x="23315" y="2493"/>
                </a:moveTo>
                <a:lnTo>
                  <a:pt x="21296" y="2493"/>
                </a:lnTo>
                <a:cubicBezTo>
                  <a:pt x="21296" y="2662"/>
                  <a:pt x="21321" y="2809"/>
                  <a:pt x="21372" y="2934"/>
                </a:cubicBezTo>
                <a:cubicBezTo>
                  <a:pt x="21422" y="3060"/>
                  <a:pt x="21492" y="3162"/>
                  <a:pt x="21580" y="3243"/>
                </a:cubicBezTo>
                <a:cubicBezTo>
                  <a:pt x="21665" y="3322"/>
                  <a:pt x="21766" y="3381"/>
                  <a:pt x="21883" y="3420"/>
                </a:cubicBezTo>
                <a:cubicBezTo>
                  <a:pt x="22000" y="3459"/>
                  <a:pt x="22129" y="3479"/>
                  <a:pt x="22270" y="3479"/>
                </a:cubicBezTo>
                <a:cubicBezTo>
                  <a:pt x="22456" y="3479"/>
                  <a:pt x="22644" y="3441"/>
                  <a:pt x="22833" y="3366"/>
                </a:cubicBezTo>
                <a:cubicBezTo>
                  <a:pt x="23022" y="3292"/>
                  <a:pt x="23156" y="3218"/>
                  <a:pt x="23236" y="3145"/>
                </a:cubicBezTo>
                <a:lnTo>
                  <a:pt x="23261" y="3145"/>
                </a:lnTo>
                <a:lnTo>
                  <a:pt x="23261" y="3650"/>
                </a:lnTo>
                <a:cubicBezTo>
                  <a:pt x="23105" y="3716"/>
                  <a:pt x="22947" y="3771"/>
                  <a:pt x="22785" y="3815"/>
                </a:cubicBezTo>
                <a:cubicBezTo>
                  <a:pt x="22623" y="3859"/>
                  <a:pt x="22453" y="3881"/>
                  <a:pt x="22274" y="3881"/>
                </a:cubicBezTo>
                <a:cubicBezTo>
                  <a:pt x="21820" y="3881"/>
                  <a:pt x="21465" y="3758"/>
                  <a:pt x="21210" y="3511"/>
                </a:cubicBezTo>
                <a:cubicBezTo>
                  <a:pt x="20955" y="3265"/>
                  <a:pt x="20827" y="2915"/>
                  <a:pt x="20827" y="2461"/>
                </a:cubicBezTo>
                <a:cubicBezTo>
                  <a:pt x="20827" y="2012"/>
                  <a:pt x="20949" y="1656"/>
                  <a:pt x="21194" y="1392"/>
                </a:cubicBezTo>
                <a:cubicBezTo>
                  <a:pt x="21438" y="1128"/>
                  <a:pt x="21760" y="996"/>
                  <a:pt x="22159" y="996"/>
                </a:cubicBezTo>
                <a:cubicBezTo>
                  <a:pt x="22529" y="996"/>
                  <a:pt x="22814" y="1104"/>
                  <a:pt x="23014" y="1320"/>
                </a:cubicBezTo>
                <a:cubicBezTo>
                  <a:pt x="23215" y="1537"/>
                  <a:pt x="23315" y="1844"/>
                  <a:pt x="23315" y="2242"/>
                </a:cubicBezTo>
                <a:lnTo>
                  <a:pt x="23315" y="2493"/>
                </a:lnTo>
                <a:moveTo>
                  <a:pt x="22866" y="2139"/>
                </a:moveTo>
                <a:cubicBezTo>
                  <a:pt x="22864" y="1897"/>
                  <a:pt x="22803" y="1710"/>
                  <a:pt x="22683" y="1578"/>
                </a:cubicBezTo>
                <a:cubicBezTo>
                  <a:pt x="22563" y="1445"/>
                  <a:pt x="22380" y="1379"/>
                  <a:pt x="22135" y="1379"/>
                </a:cubicBezTo>
                <a:cubicBezTo>
                  <a:pt x="21888" y="1379"/>
                  <a:pt x="21691" y="1452"/>
                  <a:pt x="21545" y="1597"/>
                </a:cubicBezTo>
                <a:cubicBezTo>
                  <a:pt x="21398" y="1743"/>
                  <a:pt x="21315" y="1923"/>
                  <a:pt x="21296" y="2139"/>
                </a:cubicBezTo>
                <a:lnTo>
                  <a:pt x="22866" y="2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1CE695B-042D-4794-9153-53D2DFE47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85" y="1118791"/>
            <a:ext cx="32361" cy="19902"/>
          </a:xfrm>
          <a:custGeom xmlns:a="http://schemas.openxmlformats.org/drawingml/2006/main">
            <a:pathLst>
              <a:path w="32361" h="19902">
                <a:moveTo>
                  <a:pt x="0" y="0"/>
                </a:moveTo>
                <a:lnTo>
                  <a:pt x="32361" y="0"/>
                </a:lnTo>
                <a:lnTo>
                  <a:pt x="32361" y="19902"/>
                </a:lnTo>
                <a:lnTo>
                  <a:pt x="0" y="199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10E8D8-A687-4580-BFF1-7F7880D7E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84" y="1118794"/>
            <a:ext cx="32364" cy="19904"/>
          </a:xfrm>
          <a:custGeom xmlns:a="http://schemas.openxmlformats.org/drawingml/2006/main">
            <a:pathLst>
              <a:path w="32364" h="19904" fill="none">
                <a:moveTo>
                  <a:pt x="0" y="0"/>
                </a:moveTo>
                <a:lnTo>
                  <a:pt x="32364" y="0"/>
                </a:lnTo>
                <a:lnTo>
                  <a:pt x="32364" y="19904"/>
                </a:lnTo>
                <a:lnTo>
                  <a:pt x="0" y="199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25" name="Text unknown">
            <a:extLst xmlns:a="http://schemas.openxmlformats.org/drawingml/2006/main">
              <a:ext uri="{FF2B5EF4-FFF2-40B4-BE49-F238E27FC236}">
                <a16:creationId xmlns:a16="http://schemas.microsoft.com/office/drawing/2014/main" id="{1DC4DDA2-F887-4D57-9797-32F1D315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5191" y="1120550"/>
            <a:ext cx="30845" cy="5466"/>
          </a:xfrm>
          <a:custGeom xmlns:a="http://schemas.openxmlformats.org/drawingml/2006/main">
            <a:pathLst>
              <a:path w="30845" h="5466">
                <a:moveTo>
                  <a:pt x="3215" y="5356"/>
                </a:moveTo>
                <a:lnTo>
                  <a:pt x="2568" y="5356"/>
                </a:lnTo>
                <a:lnTo>
                  <a:pt x="2568" y="4932"/>
                </a:lnTo>
                <a:cubicBezTo>
                  <a:pt x="2350" y="5104"/>
                  <a:pt x="2141" y="5236"/>
                  <a:pt x="1941" y="5328"/>
                </a:cubicBezTo>
                <a:cubicBezTo>
                  <a:pt x="1742" y="5420"/>
                  <a:pt x="1521" y="5466"/>
                  <a:pt x="1280" y="5466"/>
                </a:cubicBezTo>
                <a:cubicBezTo>
                  <a:pt x="877" y="5466"/>
                  <a:pt x="562" y="5343"/>
                  <a:pt x="337" y="5095"/>
                </a:cubicBezTo>
                <a:cubicBezTo>
                  <a:pt x="112" y="4848"/>
                  <a:pt x="0" y="4486"/>
                  <a:pt x="0" y="4007"/>
                </a:cubicBezTo>
                <a:lnTo>
                  <a:pt x="0" y="1508"/>
                </a:lnTo>
                <a:lnTo>
                  <a:pt x="647" y="1508"/>
                </a:lnTo>
                <a:lnTo>
                  <a:pt x="647" y="3699"/>
                </a:lnTo>
                <a:cubicBezTo>
                  <a:pt x="647" y="3894"/>
                  <a:pt x="656" y="4061"/>
                  <a:pt x="675" y="4200"/>
                </a:cubicBezTo>
                <a:cubicBezTo>
                  <a:pt x="693" y="4339"/>
                  <a:pt x="732" y="4458"/>
                  <a:pt x="792" y="4557"/>
                </a:cubicBezTo>
                <a:cubicBezTo>
                  <a:pt x="854" y="4658"/>
                  <a:pt x="934" y="4732"/>
                  <a:pt x="1033" y="4778"/>
                </a:cubicBezTo>
                <a:cubicBezTo>
                  <a:pt x="1131" y="4824"/>
                  <a:pt x="1275" y="4847"/>
                  <a:pt x="1463" y="4847"/>
                </a:cubicBezTo>
                <a:cubicBezTo>
                  <a:pt x="1630" y="4847"/>
                  <a:pt x="1813" y="4803"/>
                  <a:pt x="2012" y="4716"/>
                </a:cubicBezTo>
                <a:cubicBezTo>
                  <a:pt x="2210" y="4628"/>
                  <a:pt x="2396" y="4517"/>
                  <a:pt x="2568" y="4381"/>
                </a:cubicBezTo>
                <a:lnTo>
                  <a:pt x="2568" y="1508"/>
                </a:lnTo>
                <a:lnTo>
                  <a:pt x="3215" y="1508"/>
                </a:lnTo>
                <a:lnTo>
                  <a:pt x="3215" y="5356"/>
                </a:lnTo>
                <a:close/>
                <a:moveTo>
                  <a:pt x="7703" y="5356"/>
                </a:moveTo>
                <a:lnTo>
                  <a:pt x="7056" y="5356"/>
                </a:lnTo>
                <a:lnTo>
                  <a:pt x="7056" y="3164"/>
                </a:lnTo>
                <a:cubicBezTo>
                  <a:pt x="7056" y="2988"/>
                  <a:pt x="7046" y="2822"/>
                  <a:pt x="7025" y="2667"/>
                </a:cubicBezTo>
                <a:cubicBezTo>
                  <a:pt x="7005" y="2512"/>
                  <a:pt x="6967" y="2390"/>
                  <a:pt x="6912" y="2303"/>
                </a:cubicBezTo>
                <a:cubicBezTo>
                  <a:pt x="6854" y="2207"/>
                  <a:pt x="6772" y="2135"/>
                  <a:pt x="6664" y="2088"/>
                </a:cubicBezTo>
                <a:cubicBezTo>
                  <a:pt x="6556" y="2041"/>
                  <a:pt x="6416" y="2017"/>
                  <a:pt x="6244" y="2017"/>
                </a:cubicBezTo>
                <a:cubicBezTo>
                  <a:pt x="6067" y="2017"/>
                  <a:pt x="5882" y="2061"/>
                  <a:pt x="5690" y="2148"/>
                </a:cubicBezTo>
                <a:cubicBezTo>
                  <a:pt x="5497" y="2235"/>
                  <a:pt x="5312" y="2347"/>
                  <a:pt x="5135" y="2482"/>
                </a:cubicBezTo>
                <a:lnTo>
                  <a:pt x="5135" y="5356"/>
                </a:lnTo>
                <a:lnTo>
                  <a:pt x="4488" y="5356"/>
                </a:lnTo>
                <a:lnTo>
                  <a:pt x="4488" y="1508"/>
                </a:lnTo>
                <a:lnTo>
                  <a:pt x="5135" y="1508"/>
                </a:lnTo>
                <a:lnTo>
                  <a:pt x="5135" y="1932"/>
                </a:lnTo>
                <a:cubicBezTo>
                  <a:pt x="5337" y="1764"/>
                  <a:pt x="5546" y="1633"/>
                  <a:pt x="5762" y="1539"/>
                </a:cubicBezTo>
                <a:cubicBezTo>
                  <a:pt x="5978" y="1445"/>
                  <a:pt x="6199" y="1398"/>
                  <a:pt x="6426" y="1398"/>
                </a:cubicBezTo>
                <a:cubicBezTo>
                  <a:pt x="6842" y="1398"/>
                  <a:pt x="7158" y="1523"/>
                  <a:pt x="7376" y="1773"/>
                </a:cubicBezTo>
                <a:cubicBezTo>
                  <a:pt x="7594" y="2024"/>
                  <a:pt x="7703" y="2385"/>
                  <a:pt x="7703" y="2856"/>
                </a:cubicBezTo>
                <a:lnTo>
                  <a:pt x="7703" y="5356"/>
                </a:lnTo>
                <a:close/>
                <a:moveTo>
                  <a:pt x="12440" y="5356"/>
                </a:moveTo>
                <a:lnTo>
                  <a:pt x="11586" y="5356"/>
                </a:lnTo>
                <a:lnTo>
                  <a:pt x="10044" y="3671"/>
                </a:lnTo>
                <a:lnTo>
                  <a:pt x="9624" y="4071"/>
                </a:lnTo>
                <a:lnTo>
                  <a:pt x="9624" y="5356"/>
                </a:lnTo>
                <a:lnTo>
                  <a:pt x="8977" y="5356"/>
                </a:lnTo>
                <a:lnTo>
                  <a:pt x="8977" y="0"/>
                </a:lnTo>
                <a:lnTo>
                  <a:pt x="9624" y="0"/>
                </a:lnTo>
                <a:lnTo>
                  <a:pt x="9624" y="3434"/>
                </a:lnTo>
                <a:lnTo>
                  <a:pt x="11493" y="1508"/>
                </a:lnTo>
                <a:lnTo>
                  <a:pt x="12309" y="1508"/>
                </a:lnTo>
                <a:lnTo>
                  <a:pt x="10523" y="3285"/>
                </a:lnTo>
                <a:lnTo>
                  <a:pt x="12440" y="5356"/>
                </a:lnTo>
                <a:close/>
                <a:moveTo>
                  <a:pt x="16336" y="5356"/>
                </a:moveTo>
                <a:lnTo>
                  <a:pt x="15689" y="5356"/>
                </a:lnTo>
                <a:lnTo>
                  <a:pt x="15689" y="3164"/>
                </a:lnTo>
                <a:cubicBezTo>
                  <a:pt x="15689" y="2988"/>
                  <a:pt x="15679" y="2822"/>
                  <a:pt x="15658" y="2667"/>
                </a:cubicBezTo>
                <a:cubicBezTo>
                  <a:pt x="15637" y="2512"/>
                  <a:pt x="15600" y="2390"/>
                  <a:pt x="15544" y="2303"/>
                </a:cubicBezTo>
                <a:cubicBezTo>
                  <a:pt x="15487" y="2207"/>
                  <a:pt x="15404" y="2135"/>
                  <a:pt x="15297" y="2088"/>
                </a:cubicBezTo>
                <a:cubicBezTo>
                  <a:pt x="15189" y="2041"/>
                  <a:pt x="15049" y="2017"/>
                  <a:pt x="14877" y="2017"/>
                </a:cubicBezTo>
                <a:cubicBezTo>
                  <a:pt x="14700" y="2017"/>
                  <a:pt x="14515" y="2061"/>
                  <a:pt x="14322" y="2148"/>
                </a:cubicBezTo>
                <a:cubicBezTo>
                  <a:pt x="14130" y="2235"/>
                  <a:pt x="13945" y="2347"/>
                  <a:pt x="13768" y="2482"/>
                </a:cubicBezTo>
                <a:lnTo>
                  <a:pt x="13768" y="5356"/>
                </a:lnTo>
                <a:lnTo>
                  <a:pt x="13121" y="5356"/>
                </a:lnTo>
                <a:lnTo>
                  <a:pt x="13121" y="1508"/>
                </a:lnTo>
                <a:lnTo>
                  <a:pt x="13768" y="1508"/>
                </a:lnTo>
                <a:lnTo>
                  <a:pt x="13768" y="1932"/>
                </a:lnTo>
                <a:cubicBezTo>
                  <a:pt x="13970" y="1764"/>
                  <a:pt x="14179" y="1633"/>
                  <a:pt x="14395" y="1539"/>
                </a:cubicBezTo>
                <a:cubicBezTo>
                  <a:pt x="14610" y="1445"/>
                  <a:pt x="14832" y="1398"/>
                  <a:pt x="15059" y="1398"/>
                </a:cubicBezTo>
                <a:cubicBezTo>
                  <a:pt x="15474" y="1398"/>
                  <a:pt x="15791" y="1523"/>
                  <a:pt x="16009" y="1773"/>
                </a:cubicBezTo>
                <a:cubicBezTo>
                  <a:pt x="16227" y="2024"/>
                  <a:pt x="16336" y="2385"/>
                  <a:pt x="16336" y="2856"/>
                </a:cubicBezTo>
                <a:lnTo>
                  <a:pt x="16336" y="5356"/>
                </a:lnTo>
                <a:close/>
                <a:moveTo>
                  <a:pt x="20859" y="3434"/>
                </a:moveTo>
                <a:cubicBezTo>
                  <a:pt x="20859" y="4062"/>
                  <a:pt x="20698" y="4557"/>
                  <a:pt x="20377" y="4921"/>
                </a:cubicBezTo>
                <a:cubicBezTo>
                  <a:pt x="20056" y="5284"/>
                  <a:pt x="19626" y="5466"/>
                  <a:pt x="19086" y="5466"/>
                </a:cubicBezTo>
                <a:cubicBezTo>
                  <a:pt x="18543" y="5466"/>
                  <a:pt x="18111" y="5284"/>
                  <a:pt x="17790" y="4921"/>
                </a:cubicBezTo>
                <a:cubicBezTo>
                  <a:pt x="17470" y="4557"/>
                  <a:pt x="17310" y="4062"/>
                  <a:pt x="17310" y="3434"/>
                </a:cubicBezTo>
                <a:cubicBezTo>
                  <a:pt x="17310" y="2805"/>
                  <a:pt x="17470" y="2309"/>
                  <a:pt x="17790" y="1944"/>
                </a:cubicBezTo>
                <a:cubicBezTo>
                  <a:pt x="18111" y="1580"/>
                  <a:pt x="18543" y="1398"/>
                  <a:pt x="19086" y="1398"/>
                </a:cubicBezTo>
                <a:cubicBezTo>
                  <a:pt x="19626" y="1398"/>
                  <a:pt x="20056" y="1580"/>
                  <a:pt x="20377" y="1944"/>
                </a:cubicBezTo>
                <a:cubicBezTo>
                  <a:pt x="20698" y="2309"/>
                  <a:pt x="20859" y="2805"/>
                  <a:pt x="20859" y="3434"/>
                </a:cubicBezTo>
                <a:moveTo>
                  <a:pt x="20191" y="3434"/>
                </a:moveTo>
                <a:cubicBezTo>
                  <a:pt x="20191" y="2936"/>
                  <a:pt x="20094" y="2567"/>
                  <a:pt x="19899" y="2325"/>
                </a:cubicBezTo>
                <a:cubicBezTo>
                  <a:pt x="19704" y="2083"/>
                  <a:pt x="19433" y="1962"/>
                  <a:pt x="19086" y="1962"/>
                </a:cubicBezTo>
                <a:cubicBezTo>
                  <a:pt x="18735" y="1962"/>
                  <a:pt x="18463" y="2083"/>
                  <a:pt x="18269" y="2325"/>
                </a:cubicBezTo>
                <a:cubicBezTo>
                  <a:pt x="18075" y="2567"/>
                  <a:pt x="17978" y="2936"/>
                  <a:pt x="17978" y="3434"/>
                </a:cubicBezTo>
                <a:cubicBezTo>
                  <a:pt x="17978" y="3915"/>
                  <a:pt x="18076" y="4280"/>
                  <a:pt x="18271" y="4529"/>
                </a:cubicBezTo>
                <a:cubicBezTo>
                  <a:pt x="18466" y="4777"/>
                  <a:pt x="18738" y="4902"/>
                  <a:pt x="19086" y="4902"/>
                </a:cubicBezTo>
                <a:cubicBezTo>
                  <a:pt x="19431" y="4902"/>
                  <a:pt x="19701" y="4778"/>
                  <a:pt x="19897" y="4532"/>
                </a:cubicBezTo>
                <a:cubicBezTo>
                  <a:pt x="20093" y="4286"/>
                  <a:pt x="20191" y="3919"/>
                  <a:pt x="20191" y="3434"/>
                </a:cubicBezTo>
                <a:close/>
                <a:moveTo>
                  <a:pt x="26697" y="1508"/>
                </a:moveTo>
                <a:lnTo>
                  <a:pt x="25695" y="5356"/>
                </a:lnTo>
                <a:lnTo>
                  <a:pt x="25096" y="5356"/>
                </a:lnTo>
                <a:lnTo>
                  <a:pt x="24108" y="2390"/>
                </a:lnTo>
                <a:lnTo>
                  <a:pt x="23127" y="5356"/>
                </a:lnTo>
                <a:lnTo>
                  <a:pt x="22532" y="5356"/>
                </a:lnTo>
                <a:lnTo>
                  <a:pt x="21520" y="1508"/>
                </a:lnTo>
                <a:lnTo>
                  <a:pt x="22194" y="1508"/>
                </a:lnTo>
                <a:lnTo>
                  <a:pt x="22900" y="4488"/>
                </a:lnTo>
                <a:lnTo>
                  <a:pt x="23860" y="1508"/>
                </a:lnTo>
                <a:lnTo>
                  <a:pt x="24394" y="1508"/>
                </a:lnTo>
                <a:lnTo>
                  <a:pt x="25378" y="4488"/>
                </a:lnTo>
                <a:lnTo>
                  <a:pt x="26046" y="1508"/>
                </a:lnTo>
                <a:lnTo>
                  <a:pt x="26697" y="1508"/>
                </a:lnTo>
                <a:close/>
                <a:moveTo>
                  <a:pt x="30845" y="5356"/>
                </a:moveTo>
                <a:lnTo>
                  <a:pt x="30197" y="5356"/>
                </a:lnTo>
                <a:lnTo>
                  <a:pt x="30197" y="3164"/>
                </a:lnTo>
                <a:cubicBezTo>
                  <a:pt x="30197" y="2988"/>
                  <a:pt x="30187" y="2822"/>
                  <a:pt x="30166" y="2667"/>
                </a:cubicBezTo>
                <a:cubicBezTo>
                  <a:pt x="30146" y="2512"/>
                  <a:pt x="30108" y="2390"/>
                  <a:pt x="30053" y="2303"/>
                </a:cubicBezTo>
                <a:cubicBezTo>
                  <a:pt x="29995" y="2207"/>
                  <a:pt x="29913" y="2135"/>
                  <a:pt x="29805" y="2088"/>
                </a:cubicBezTo>
                <a:cubicBezTo>
                  <a:pt x="29697" y="2041"/>
                  <a:pt x="29557" y="2017"/>
                  <a:pt x="29385" y="2017"/>
                </a:cubicBezTo>
                <a:cubicBezTo>
                  <a:pt x="29208" y="2017"/>
                  <a:pt x="29024" y="2061"/>
                  <a:pt x="28831" y="2148"/>
                </a:cubicBezTo>
                <a:cubicBezTo>
                  <a:pt x="28638" y="2235"/>
                  <a:pt x="28453" y="2347"/>
                  <a:pt x="28277" y="2482"/>
                </a:cubicBezTo>
                <a:lnTo>
                  <a:pt x="28277" y="5356"/>
                </a:lnTo>
                <a:lnTo>
                  <a:pt x="27630" y="5356"/>
                </a:lnTo>
                <a:lnTo>
                  <a:pt x="27630" y="1508"/>
                </a:lnTo>
                <a:lnTo>
                  <a:pt x="28277" y="1508"/>
                </a:lnTo>
                <a:lnTo>
                  <a:pt x="28277" y="1932"/>
                </a:lnTo>
                <a:cubicBezTo>
                  <a:pt x="28479" y="1764"/>
                  <a:pt x="28687" y="1633"/>
                  <a:pt x="28903" y="1539"/>
                </a:cubicBezTo>
                <a:cubicBezTo>
                  <a:pt x="29119" y="1445"/>
                  <a:pt x="29340" y="1398"/>
                  <a:pt x="29567" y="1398"/>
                </a:cubicBezTo>
                <a:cubicBezTo>
                  <a:pt x="29983" y="1398"/>
                  <a:pt x="30299" y="1523"/>
                  <a:pt x="30518" y="1773"/>
                </a:cubicBezTo>
                <a:cubicBezTo>
                  <a:pt x="30736" y="2024"/>
                  <a:pt x="30845" y="2385"/>
                  <a:pt x="30845" y="2856"/>
                </a:cubicBezTo>
                <a:lnTo>
                  <a:pt x="30845" y="535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CA5E74-D7BD-44BE-91EC-1CFDBD603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946" y="1118791"/>
            <a:ext cx="22754" cy="19902"/>
          </a:xfrm>
          <a:custGeom xmlns:a="http://schemas.openxmlformats.org/drawingml/2006/main">
            <a:pathLst>
              <a:path w="22754" h="19902">
                <a:moveTo>
                  <a:pt x="0" y="0"/>
                </a:moveTo>
                <a:lnTo>
                  <a:pt x="22754" y="0"/>
                </a:lnTo>
                <a:lnTo>
                  <a:pt x="22754" y="19902"/>
                </a:lnTo>
                <a:lnTo>
                  <a:pt x="0" y="199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6216D8-4652-4BAA-A9B2-ECA0CA232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946" y="1118794"/>
            <a:ext cx="22754" cy="19904"/>
          </a:xfrm>
          <a:custGeom xmlns:a="http://schemas.openxmlformats.org/drawingml/2006/main">
            <a:pathLst>
              <a:path w="22754" h="19904" fill="none">
                <a:moveTo>
                  <a:pt x="0" y="0"/>
                </a:moveTo>
                <a:lnTo>
                  <a:pt x="22754" y="0"/>
                </a:lnTo>
                <a:lnTo>
                  <a:pt x="22754" y="19904"/>
                </a:lnTo>
                <a:lnTo>
                  <a:pt x="0" y="199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BA0A59-8DC7-4883-A54A-01483AF01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197" y="1118791"/>
            <a:ext cx="18817" cy="19902"/>
          </a:xfrm>
          <a:custGeom xmlns:a="http://schemas.openxmlformats.org/drawingml/2006/main">
            <a:pathLst>
              <a:path w="18817" h="19902">
                <a:moveTo>
                  <a:pt x="0" y="0"/>
                </a:moveTo>
                <a:lnTo>
                  <a:pt x="18817" y="0"/>
                </a:lnTo>
                <a:lnTo>
                  <a:pt x="18817" y="19902"/>
                </a:lnTo>
                <a:lnTo>
                  <a:pt x="0" y="199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47D619-28F0-4CCD-9F82-373F4F275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2198" y="1118794"/>
            <a:ext cx="18816" cy="19904"/>
          </a:xfrm>
          <a:custGeom xmlns:a="http://schemas.openxmlformats.org/drawingml/2006/main">
            <a:pathLst>
              <a:path w="18816" h="19904" fill="none">
                <a:moveTo>
                  <a:pt x="0" y="0"/>
                </a:moveTo>
                <a:lnTo>
                  <a:pt x="18816" y="0"/>
                </a:lnTo>
                <a:lnTo>
                  <a:pt x="18816" y="19904"/>
                </a:lnTo>
                <a:lnTo>
                  <a:pt x="0" y="199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30" name="Text Scoliidae">
            <a:extLst xmlns:a="http://schemas.openxmlformats.org/drawingml/2006/main">
              <a:ext uri="{FF2B5EF4-FFF2-40B4-BE49-F238E27FC236}">
                <a16:creationId xmlns:a16="http://schemas.microsoft.com/office/drawing/2014/main" id="{4E341732-3BB6-4B62-B618-B4D27E9D8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4972" y="1119824"/>
            <a:ext cx="18226" cy="3256"/>
          </a:xfrm>
          <a:custGeom xmlns:a="http://schemas.openxmlformats.org/drawingml/2006/main">
            <a:pathLst>
              <a:path w="18226" h="3256">
                <a:moveTo>
                  <a:pt x="2354" y="2321"/>
                </a:moveTo>
                <a:cubicBezTo>
                  <a:pt x="2354" y="2440"/>
                  <a:pt x="2326" y="2557"/>
                  <a:pt x="2271" y="2674"/>
                </a:cubicBezTo>
                <a:cubicBezTo>
                  <a:pt x="2216" y="2790"/>
                  <a:pt x="2138" y="2888"/>
                  <a:pt x="2038" y="2969"/>
                </a:cubicBezTo>
                <a:cubicBezTo>
                  <a:pt x="1929" y="3057"/>
                  <a:pt x="1801" y="3125"/>
                  <a:pt x="1656" y="3174"/>
                </a:cubicBezTo>
                <a:cubicBezTo>
                  <a:pt x="1510" y="3224"/>
                  <a:pt x="1335" y="3248"/>
                  <a:pt x="1130" y="3248"/>
                </a:cubicBezTo>
                <a:cubicBezTo>
                  <a:pt x="910" y="3248"/>
                  <a:pt x="712" y="3228"/>
                  <a:pt x="536" y="3187"/>
                </a:cubicBezTo>
                <a:cubicBezTo>
                  <a:pt x="361" y="3145"/>
                  <a:pt x="182" y="3084"/>
                  <a:pt x="0" y="3004"/>
                </a:cubicBezTo>
                <a:lnTo>
                  <a:pt x="0" y="2494"/>
                </a:lnTo>
                <a:lnTo>
                  <a:pt x="29" y="2494"/>
                </a:lnTo>
                <a:cubicBezTo>
                  <a:pt x="183" y="2622"/>
                  <a:pt x="362" y="2721"/>
                  <a:pt x="564" y="2791"/>
                </a:cubicBezTo>
                <a:cubicBezTo>
                  <a:pt x="766" y="2861"/>
                  <a:pt x="956" y="2895"/>
                  <a:pt x="1134" y="2895"/>
                </a:cubicBezTo>
                <a:cubicBezTo>
                  <a:pt x="1386" y="2895"/>
                  <a:pt x="1581" y="2848"/>
                  <a:pt x="1722" y="2754"/>
                </a:cubicBezTo>
                <a:cubicBezTo>
                  <a:pt x="1862" y="2660"/>
                  <a:pt x="1932" y="2535"/>
                  <a:pt x="1932" y="2378"/>
                </a:cubicBezTo>
                <a:cubicBezTo>
                  <a:pt x="1932" y="2243"/>
                  <a:pt x="1899" y="2143"/>
                  <a:pt x="1832" y="2079"/>
                </a:cubicBezTo>
                <a:cubicBezTo>
                  <a:pt x="1766" y="2014"/>
                  <a:pt x="1665" y="1964"/>
                  <a:pt x="1530" y="1929"/>
                </a:cubicBezTo>
                <a:cubicBezTo>
                  <a:pt x="1427" y="1901"/>
                  <a:pt x="1316" y="1879"/>
                  <a:pt x="1197" y="1861"/>
                </a:cubicBezTo>
                <a:cubicBezTo>
                  <a:pt x="1077" y="1843"/>
                  <a:pt x="950" y="1821"/>
                  <a:pt x="816" y="1793"/>
                </a:cubicBezTo>
                <a:cubicBezTo>
                  <a:pt x="545" y="1736"/>
                  <a:pt x="345" y="1638"/>
                  <a:pt x="214" y="1499"/>
                </a:cubicBezTo>
                <a:cubicBezTo>
                  <a:pt x="84" y="1360"/>
                  <a:pt x="18" y="1179"/>
                  <a:pt x="18" y="956"/>
                </a:cubicBezTo>
                <a:cubicBezTo>
                  <a:pt x="18" y="700"/>
                  <a:pt x="126" y="491"/>
                  <a:pt x="342" y="327"/>
                </a:cubicBezTo>
                <a:cubicBezTo>
                  <a:pt x="558" y="164"/>
                  <a:pt x="833" y="82"/>
                  <a:pt x="1165" y="82"/>
                </a:cubicBezTo>
                <a:cubicBezTo>
                  <a:pt x="1379" y="82"/>
                  <a:pt x="1576" y="103"/>
                  <a:pt x="1755" y="144"/>
                </a:cubicBezTo>
                <a:cubicBezTo>
                  <a:pt x="1934" y="185"/>
                  <a:pt x="2093" y="235"/>
                  <a:pt x="2231" y="295"/>
                </a:cubicBezTo>
                <a:lnTo>
                  <a:pt x="2231" y="775"/>
                </a:lnTo>
                <a:lnTo>
                  <a:pt x="2202" y="775"/>
                </a:lnTo>
                <a:cubicBezTo>
                  <a:pt x="2086" y="677"/>
                  <a:pt x="1933" y="596"/>
                  <a:pt x="1744" y="532"/>
                </a:cubicBezTo>
                <a:cubicBezTo>
                  <a:pt x="1555" y="467"/>
                  <a:pt x="1361" y="435"/>
                  <a:pt x="1163" y="435"/>
                </a:cubicBezTo>
                <a:cubicBezTo>
                  <a:pt x="945" y="435"/>
                  <a:pt x="771" y="480"/>
                  <a:pt x="639" y="570"/>
                </a:cubicBezTo>
                <a:cubicBezTo>
                  <a:pt x="507" y="660"/>
                  <a:pt x="441" y="775"/>
                  <a:pt x="441" y="917"/>
                </a:cubicBezTo>
                <a:cubicBezTo>
                  <a:pt x="441" y="1044"/>
                  <a:pt x="474" y="1144"/>
                  <a:pt x="539" y="1217"/>
                </a:cubicBezTo>
                <a:cubicBezTo>
                  <a:pt x="605" y="1289"/>
                  <a:pt x="720" y="1345"/>
                  <a:pt x="886" y="1383"/>
                </a:cubicBezTo>
                <a:cubicBezTo>
                  <a:pt x="973" y="1402"/>
                  <a:pt x="1098" y="1425"/>
                  <a:pt x="1259" y="1453"/>
                </a:cubicBezTo>
                <a:cubicBezTo>
                  <a:pt x="1420" y="1480"/>
                  <a:pt x="1557" y="1508"/>
                  <a:pt x="1669" y="1537"/>
                </a:cubicBezTo>
                <a:cubicBezTo>
                  <a:pt x="1896" y="1597"/>
                  <a:pt x="2067" y="1688"/>
                  <a:pt x="2182" y="1810"/>
                </a:cubicBezTo>
                <a:cubicBezTo>
                  <a:pt x="2297" y="1932"/>
                  <a:pt x="2354" y="2102"/>
                  <a:pt x="2354" y="2321"/>
                </a:cubicBezTo>
                <a:close/>
                <a:moveTo>
                  <a:pt x="4669" y="3049"/>
                </a:moveTo>
                <a:cubicBezTo>
                  <a:pt x="4541" y="3111"/>
                  <a:pt x="4419" y="3159"/>
                  <a:pt x="4303" y="3193"/>
                </a:cubicBezTo>
                <a:cubicBezTo>
                  <a:pt x="4188" y="3227"/>
                  <a:pt x="4065" y="3244"/>
                  <a:pt x="3935" y="3244"/>
                </a:cubicBezTo>
                <a:cubicBezTo>
                  <a:pt x="3770" y="3244"/>
                  <a:pt x="3618" y="3220"/>
                  <a:pt x="3480" y="3171"/>
                </a:cubicBezTo>
                <a:cubicBezTo>
                  <a:pt x="3342" y="3123"/>
                  <a:pt x="3224" y="3049"/>
                  <a:pt x="3125" y="2950"/>
                </a:cubicBezTo>
                <a:cubicBezTo>
                  <a:pt x="3025" y="2852"/>
                  <a:pt x="2948" y="2727"/>
                  <a:pt x="2893" y="2576"/>
                </a:cubicBezTo>
                <a:cubicBezTo>
                  <a:pt x="2839" y="2426"/>
                  <a:pt x="2811" y="2250"/>
                  <a:pt x="2811" y="2049"/>
                </a:cubicBezTo>
                <a:cubicBezTo>
                  <a:pt x="2811" y="1673"/>
                  <a:pt x="2914" y="1379"/>
                  <a:pt x="3120" y="1165"/>
                </a:cubicBezTo>
                <a:cubicBezTo>
                  <a:pt x="3326" y="952"/>
                  <a:pt x="3598" y="845"/>
                  <a:pt x="3935" y="845"/>
                </a:cubicBezTo>
                <a:cubicBezTo>
                  <a:pt x="4066" y="845"/>
                  <a:pt x="4195" y="863"/>
                  <a:pt x="4322" y="900"/>
                </a:cubicBezTo>
                <a:cubicBezTo>
                  <a:pt x="4448" y="937"/>
                  <a:pt x="4564" y="982"/>
                  <a:pt x="4669" y="1036"/>
                </a:cubicBezTo>
                <a:lnTo>
                  <a:pt x="4669" y="1464"/>
                </a:lnTo>
                <a:lnTo>
                  <a:pt x="4649" y="1464"/>
                </a:lnTo>
                <a:cubicBezTo>
                  <a:pt x="4531" y="1373"/>
                  <a:pt x="4410" y="1303"/>
                  <a:pt x="4285" y="1254"/>
                </a:cubicBezTo>
                <a:cubicBezTo>
                  <a:pt x="4160" y="1206"/>
                  <a:pt x="4038" y="1181"/>
                  <a:pt x="3919" y="1181"/>
                </a:cubicBezTo>
                <a:cubicBezTo>
                  <a:pt x="3700" y="1181"/>
                  <a:pt x="3527" y="1255"/>
                  <a:pt x="3401" y="1402"/>
                </a:cubicBezTo>
                <a:cubicBezTo>
                  <a:pt x="3275" y="1549"/>
                  <a:pt x="3211" y="1764"/>
                  <a:pt x="3211" y="2049"/>
                </a:cubicBezTo>
                <a:cubicBezTo>
                  <a:pt x="3211" y="2325"/>
                  <a:pt x="3273" y="2537"/>
                  <a:pt x="3397" y="2685"/>
                </a:cubicBezTo>
                <a:cubicBezTo>
                  <a:pt x="3521" y="2834"/>
                  <a:pt x="3695" y="2908"/>
                  <a:pt x="3919" y="2908"/>
                </a:cubicBezTo>
                <a:cubicBezTo>
                  <a:pt x="3997" y="2908"/>
                  <a:pt x="4076" y="2898"/>
                  <a:pt x="4157" y="2877"/>
                </a:cubicBezTo>
                <a:cubicBezTo>
                  <a:pt x="4237" y="2857"/>
                  <a:pt x="4310" y="2830"/>
                  <a:pt x="4374" y="2798"/>
                </a:cubicBezTo>
                <a:cubicBezTo>
                  <a:pt x="4430" y="2769"/>
                  <a:pt x="4483" y="2739"/>
                  <a:pt x="4532" y="2707"/>
                </a:cubicBezTo>
                <a:cubicBezTo>
                  <a:pt x="4581" y="2675"/>
                  <a:pt x="4620" y="2648"/>
                  <a:pt x="4649" y="2625"/>
                </a:cubicBezTo>
                <a:lnTo>
                  <a:pt x="4669" y="2625"/>
                </a:lnTo>
                <a:lnTo>
                  <a:pt x="4669" y="3049"/>
                </a:lnTo>
                <a:close/>
                <a:moveTo>
                  <a:pt x="7116" y="2046"/>
                </a:moveTo>
                <a:cubicBezTo>
                  <a:pt x="7116" y="2420"/>
                  <a:pt x="7020" y="2715"/>
                  <a:pt x="6829" y="2932"/>
                </a:cubicBezTo>
                <a:cubicBezTo>
                  <a:pt x="6637" y="3148"/>
                  <a:pt x="6381" y="3256"/>
                  <a:pt x="6060" y="3256"/>
                </a:cubicBezTo>
                <a:cubicBezTo>
                  <a:pt x="5736" y="3256"/>
                  <a:pt x="5478" y="3148"/>
                  <a:pt x="5288" y="2932"/>
                </a:cubicBezTo>
                <a:cubicBezTo>
                  <a:pt x="5097" y="2715"/>
                  <a:pt x="5002" y="2420"/>
                  <a:pt x="5002" y="2046"/>
                </a:cubicBezTo>
                <a:cubicBezTo>
                  <a:pt x="5002" y="1671"/>
                  <a:pt x="5097" y="1376"/>
                  <a:pt x="5288" y="1158"/>
                </a:cubicBezTo>
                <a:cubicBezTo>
                  <a:pt x="5478" y="941"/>
                  <a:pt x="5736" y="833"/>
                  <a:pt x="6060" y="833"/>
                </a:cubicBezTo>
                <a:cubicBezTo>
                  <a:pt x="6381" y="833"/>
                  <a:pt x="6637" y="941"/>
                  <a:pt x="6829" y="1158"/>
                </a:cubicBezTo>
                <a:cubicBezTo>
                  <a:pt x="7020" y="1376"/>
                  <a:pt x="7116" y="1671"/>
                  <a:pt x="7116" y="2046"/>
                </a:cubicBezTo>
                <a:moveTo>
                  <a:pt x="6718" y="2046"/>
                </a:moveTo>
                <a:cubicBezTo>
                  <a:pt x="6718" y="1749"/>
                  <a:pt x="6660" y="1529"/>
                  <a:pt x="6544" y="1385"/>
                </a:cubicBezTo>
                <a:cubicBezTo>
                  <a:pt x="6427" y="1241"/>
                  <a:pt x="6266" y="1169"/>
                  <a:pt x="6060" y="1169"/>
                </a:cubicBezTo>
                <a:cubicBezTo>
                  <a:pt x="5850" y="1169"/>
                  <a:pt x="5688" y="1241"/>
                  <a:pt x="5573" y="1385"/>
                </a:cubicBezTo>
                <a:cubicBezTo>
                  <a:pt x="5457" y="1529"/>
                  <a:pt x="5399" y="1749"/>
                  <a:pt x="5399" y="2046"/>
                </a:cubicBezTo>
                <a:cubicBezTo>
                  <a:pt x="5399" y="2332"/>
                  <a:pt x="5457" y="2550"/>
                  <a:pt x="5574" y="2698"/>
                </a:cubicBezTo>
                <a:cubicBezTo>
                  <a:pt x="5690" y="2846"/>
                  <a:pt x="5852" y="2920"/>
                  <a:pt x="6060" y="2920"/>
                </a:cubicBezTo>
                <a:cubicBezTo>
                  <a:pt x="6265" y="2920"/>
                  <a:pt x="6426" y="2847"/>
                  <a:pt x="6543" y="2700"/>
                </a:cubicBezTo>
                <a:cubicBezTo>
                  <a:pt x="6659" y="2553"/>
                  <a:pt x="6718" y="2335"/>
                  <a:pt x="6718" y="2046"/>
                </a:cubicBezTo>
                <a:close/>
                <a:moveTo>
                  <a:pt x="8102" y="3191"/>
                </a:moveTo>
                <a:lnTo>
                  <a:pt x="7716" y="3191"/>
                </a:lnTo>
                <a:lnTo>
                  <a:pt x="7716" y="0"/>
                </a:lnTo>
                <a:lnTo>
                  <a:pt x="8102" y="0"/>
                </a:lnTo>
                <a:lnTo>
                  <a:pt x="8102" y="3191"/>
                </a:lnTo>
                <a:close/>
                <a:moveTo>
                  <a:pt x="9279" y="517"/>
                </a:moveTo>
                <a:lnTo>
                  <a:pt x="8844" y="517"/>
                </a:lnTo>
                <a:lnTo>
                  <a:pt x="8844" y="115"/>
                </a:lnTo>
                <a:lnTo>
                  <a:pt x="9279" y="115"/>
                </a:lnTo>
                <a:lnTo>
                  <a:pt x="9279" y="517"/>
                </a:lnTo>
                <a:moveTo>
                  <a:pt x="9254" y="3191"/>
                </a:moveTo>
                <a:lnTo>
                  <a:pt x="8869" y="3191"/>
                </a:lnTo>
                <a:lnTo>
                  <a:pt x="8869" y="898"/>
                </a:lnTo>
                <a:lnTo>
                  <a:pt x="9254" y="898"/>
                </a:lnTo>
                <a:lnTo>
                  <a:pt x="9254" y="3191"/>
                </a:lnTo>
                <a:close/>
                <a:moveTo>
                  <a:pt x="10431" y="517"/>
                </a:moveTo>
                <a:lnTo>
                  <a:pt x="9997" y="517"/>
                </a:lnTo>
                <a:lnTo>
                  <a:pt x="9997" y="115"/>
                </a:lnTo>
                <a:lnTo>
                  <a:pt x="10431" y="115"/>
                </a:lnTo>
                <a:lnTo>
                  <a:pt x="10431" y="517"/>
                </a:lnTo>
                <a:moveTo>
                  <a:pt x="10407" y="3191"/>
                </a:moveTo>
                <a:lnTo>
                  <a:pt x="10021" y="3191"/>
                </a:lnTo>
                <a:lnTo>
                  <a:pt x="10021" y="898"/>
                </a:lnTo>
                <a:lnTo>
                  <a:pt x="10407" y="898"/>
                </a:lnTo>
                <a:lnTo>
                  <a:pt x="10407" y="3191"/>
                </a:lnTo>
                <a:close/>
                <a:moveTo>
                  <a:pt x="13028" y="3191"/>
                </a:moveTo>
                <a:lnTo>
                  <a:pt x="12642" y="3191"/>
                </a:lnTo>
                <a:lnTo>
                  <a:pt x="12642" y="2952"/>
                </a:lnTo>
                <a:cubicBezTo>
                  <a:pt x="12531" y="3048"/>
                  <a:pt x="12416" y="3123"/>
                  <a:pt x="12295" y="3176"/>
                </a:cubicBezTo>
                <a:cubicBezTo>
                  <a:pt x="12175" y="3230"/>
                  <a:pt x="12045" y="3256"/>
                  <a:pt x="11904" y="3256"/>
                </a:cubicBezTo>
                <a:cubicBezTo>
                  <a:pt x="11630" y="3256"/>
                  <a:pt x="11413" y="3151"/>
                  <a:pt x="11253" y="2940"/>
                </a:cubicBezTo>
                <a:cubicBezTo>
                  <a:pt x="11092" y="2729"/>
                  <a:pt x="11012" y="2436"/>
                  <a:pt x="11012" y="2062"/>
                </a:cubicBezTo>
                <a:cubicBezTo>
                  <a:pt x="11012" y="1867"/>
                  <a:pt x="11039" y="1694"/>
                  <a:pt x="11095" y="1542"/>
                </a:cubicBezTo>
                <a:cubicBezTo>
                  <a:pt x="11150" y="1390"/>
                  <a:pt x="11225" y="1260"/>
                  <a:pt x="11319" y="1153"/>
                </a:cubicBezTo>
                <a:cubicBezTo>
                  <a:pt x="11412" y="1049"/>
                  <a:pt x="11521" y="970"/>
                  <a:pt x="11644" y="915"/>
                </a:cubicBezTo>
                <a:cubicBezTo>
                  <a:pt x="11768" y="860"/>
                  <a:pt x="11896" y="833"/>
                  <a:pt x="12029" y="833"/>
                </a:cubicBezTo>
                <a:cubicBezTo>
                  <a:pt x="12149" y="833"/>
                  <a:pt x="12256" y="845"/>
                  <a:pt x="12349" y="871"/>
                </a:cubicBezTo>
                <a:cubicBezTo>
                  <a:pt x="12442" y="896"/>
                  <a:pt x="12539" y="935"/>
                  <a:pt x="12642" y="989"/>
                </a:cubicBezTo>
                <a:lnTo>
                  <a:pt x="12642" y="0"/>
                </a:lnTo>
                <a:lnTo>
                  <a:pt x="13028" y="0"/>
                </a:lnTo>
                <a:lnTo>
                  <a:pt x="13028" y="3191"/>
                </a:lnTo>
                <a:moveTo>
                  <a:pt x="12642" y="2627"/>
                </a:moveTo>
                <a:lnTo>
                  <a:pt x="12642" y="1312"/>
                </a:lnTo>
                <a:cubicBezTo>
                  <a:pt x="12538" y="1266"/>
                  <a:pt x="12445" y="1234"/>
                  <a:pt x="12363" y="1216"/>
                </a:cubicBezTo>
                <a:cubicBezTo>
                  <a:pt x="12281" y="1198"/>
                  <a:pt x="12192" y="1189"/>
                  <a:pt x="12095" y="1189"/>
                </a:cubicBezTo>
                <a:cubicBezTo>
                  <a:pt x="11879" y="1189"/>
                  <a:pt x="11710" y="1265"/>
                  <a:pt x="11590" y="1415"/>
                </a:cubicBezTo>
                <a:cubicBezTo>
                  <a:pt x="11470" y="1565"/>
                  <a:pt x="11410" y="1779"/>
                  <a:pt x="11410" y="2055"/>
                </a:cubicBezTo>
                <a:cubicBezTo>
                  <a:pt x="11410" y="2327"/>
                  <a:pt x="11456" y="2534"/>
                  <a:pt x="11549" y="2675"/>
                </a:cubicBezTo>
                <a:cubicBezTo>
                  <a:pt x="11642" y="2817"/>
                  <a:pt x="11791" y="2887"/>
                  <a:pt x="11996" y="2887"/>
                </a:cubicBezTo>
                <a:cubicBezTo>
                  <a:pt x="12105" y="2887"/>
                  <a:pt x="12216" y="2863"/>
                  <a:pt x="12328" y="2814"/>
                </a:cubicBezTo>
                <a:cubicBezTo>
                  <a:pt x="12440" y="2766"/>
                  <a:pt x="12545" y="2703"/>
                  <a:pt x="12642" y="2627"/>
                </a:cubicBezTo>
                <a:close/>
                <a:moveTo>
                  <a:pt x="15566" y="3191"/>
                </a:moveTo>
                <a:lnTo>
                  <a:pt x="15182" y="3191"/>
                </a:lnTo>
                <a:lnTo>
                  <a:pt x="15182" y="2948"/>
                </a:lnTo>
                <a:cubicBezTo>
                  <a:pt x="15148" y="2972"/>
                  <a:pt x="15102" y="3004"/>
                  <a:pt x="15044" y="3046"/>
                </a:cubicBezTo>
                <a:cubicBezTo>
                  <a:pt x="14986" y="3088"/>
                  <a:pt x="14930" y="3121"/>
                  <a:pt x="14875" y="3146"/>
                </a:cubicBezTo>
                <a:cubicBezTo>
                  <a:pt x="14811" y="3177"/>
                  <a:pt x="14737" y="3203"/>
                  <a:pt x="14653" y="3225"/>
                </a:cubicBezTo>
                <a:cubicBezTo>
                  <a:pt x="14570" y="3246"/>
                  <a:pt x="14472" y="3256"/>
                  <a:pt x="14360" y="3256"/>
                </a:cubicBezTo>
                <a:cubicBezTo>
                  <a:pt x="14154" y="3256"/>
                  <a:pt x="13979" y="3188"/>
                  <a:pt x="13835" y="3051"/>
                </a:cubicBezTo>
                <a:cubicBezTo>
                  <a:pt x="13692" y="2914"/>
                  <a:pt x="13620" y="2740"/>
                  <a:pt x="13620" y="2527"/>
                </a:cubicBezTo>
                <a:cubicBezTo>
                  <a:pt x="13620" y="2354"/>
                  <a:pt x="13657" y="2213"/>
                  <a:pt x="13732" y="2106"/>
                </a:cubicBezTo>
                <a:cubicBezTo>
                  <a:pt x="13806" y="1998"/>
                  <a:pt x="13912" y="1914"/>
                  <a:pt x="14051" y="1852"/>
                </a:cubicBezTo>
                <a:cubicBezTo>
                  <a:pt x="14190" y="1790"/>
                  <a:pt x="14357" y="1749"/>
                  <a:pt x="14553" y="1727"/>
                </a:cubicBezTo>
                <a:cubicBezTo>
                  <a:pt x="14748" y="1705"/>
                  <a:pt x="14958" y="1688"/>
                  <a:pt x="15182" y="1677"/>
                </a:cubicBezTo>
                <a:lnTo>
                  <a:pt x="15182" y="1617"/>
                </a:lnTo>
                <a:cubicBezTo>
                  <a:pt x="15182" y="1529"/>
                  <a:pt x="15167" y="1456"/>
                  <a:pt x="15136" y="1398"/>
                </a:cubicBezTo>
                <a:cubicBezTo>
                  <a:pt x="15106" y="1340"/>
                  <a:pt x="15061" y="1295"/>
                  <a:pt x="15004" y="1262"/>
                </a:cubicBezTo>
                <a:cubicBezTo>
                  <a:pt x="14949" y="1230"/>
                  <a:pt x="14884" y="1209"/>
                  <a:pt x="14807" y="1198"/>
                </a:cubicBezTo>
                <a:cubicBezTo>
                  <a:pt x="14731" y="1187"/>
                  <a:pt x="14651" y="1181"/>
                  <a:pt x="14567" y="1181"/>
                </a:cubicBezTo>
                <a:cubicBezTo>
                  <a:pt x="14466" y="1181"/>
                  <a:pt x="14353" y="1195"/>
                  <a:pt x="14229" y="1222"/>
                </a:cubicBezTo>
                <a:cubicBezTo>
                  <a:pt x="14105" y="1250"/>
                  <a:pt x="13976" y="1289"/>
                  <a:pt x="13843" y="1341"/>
                </a:cubicBezTo>
                <a:lnTo>
                  <a:pt x="13823" y="1341"/>
                </a:lnTo>
                <a:lnTo>
                  <a:pt x="13823" y="949"/>
                </a:lnTo>
                <a:cubicBezTo>
                  <a:pt x="13898" y="929"/>
                  <a:pt x="14007" y="906"/>
                  <a:pt x="14149" y="882"/>
                </a:cubicBezTo>
                <a:cubicBezTo>
                  <a:pt x="14291" y="857"/>
                  <a:pt x="14431" y="845"/>
                  <a:pt x="14569" y="845"/>
                </a:cubicBezTo>
                <a:cubicBezTo>
                  <a:pt x="14731" y="845"/>
                  <a:pt x="14871" y="858"/>
                  <a:pt x="14991" y="885"/>
                </a:cubicBezTo>
                <a:cubicBezTo>
                  <a:pt x="15110" y="912"/>
                  <a:pt x="15214" y="957"/>
                  <a:pt x="15301" y="1021"/>
                </a:cubicBezTo>
                <a:cubicBezTo>
                  <a:pt x="15388" y="1084"/>
                  <a:pt x="15453" y="1165"/>
                  <a:pt x="15498" y="1265"/>
                </a:cubicBezTo>
                <a:cubicBezTo>
                  <a:pt x="15543" y="1365"/>
                  <a:pt x="15566" y="1489"/>
                  <a:pt x="15566" y="1636"/>
                </a:cubicBezTo>
                <a:lnTo>
                  <a:pt x="15566" y="3191"/>
                </a:lnTo>
                <a:moveTo>
                  <a:pt x="15182" y="2630"/>
                </a:moveTo>
                <a:lnTo>
                  <a:pt x="15182" y="1989"/>
                </a:lnTo>
                <a:cubicBezTo>
                  <a:pt x="15065" y="1996"/>
                  <a:pt x="14926" y="2006"/>
                  <a:pt x="14767" y="2020"/>
                </a:cubicBezTo>
                <a:cubicBezTo>
                  <a:pt x="14608" y="2034"/>
                  <a:pt x="14482" y="2054"/>
                  <a:pt x="14389" y="2080"/>
                </a:cubicBezTo>
                <a:cubicBezTo>
                  <a:pt x="14278" y="2111"/>
                  <a:pt x="14189" y="2160"/>
                  <a:pt x="14120" y="2227"/>
                </a:cubicBezTo>
                <a:cubicBezTo>
                  <a:pt x="14052" y="2294"/>
                  <a:pt x="14018" y="2385"/>
                  <a:pt x="14018" y="2502"/>
                </a:cubicBezTo>
                <a:cubicBezTo>
                  <a:pt x="14018" y="2634"/>
                  <a:pt x="14057" y="2733"/>
                  <a:pt x="14137" y="2800"/>
                </a:cubicBezTo>
                <a:cubicBezTo>
                  <a:pt x="14216" y="2866"/>
                  <a:pt x="14337" y="2900"/>
                  <a:pt x="14500" y="2900"/>
                </a:cubicBezTo>
                <a:cubicBezTo>
                  <a:pt x="14635" y="2900"/>
                  <a:pt x="14759" y="2873"/>
                  <a:pt x="14871" y="2820"/>
                </a:cubicBezTo>
                <a:cubicBezTo>
                  <a:pt x="14983" y="2767"/>
                  <a:pt x="15087" y="2704"/>
                  <a:pt x="15182" y="2630"/>
                </a:cubicBezTo>
                <a:close/>
                <a:moveTo>
                  <a:pt x="18226" y="2083"/>
                </a:moveTo>
                <a:lnTo>
                  <a:pt x="16538" y="2083"/>
                </a:lnTo>
                <a:cubicBezTo>
                  <a:pt x="16538" y="2225"/>
                  <a:pt x="16559" y="2348"/>
                  <a:pt x="16602" y="2452"/>
                </a:cubicBezTo>
                <a:cubicBezTo>
                  <a:pt x="16644" y="2557"/>
                  <a:pt x="16702" y="2643"/>
                  <a:pt x="16776" y="2710"/>
                </a:cubicBezTo>
                <a:cubicBezTo>
                  <a:pt x="16847" y="2776"/>
                  <a:pt x="16931" y="2826"/>
                  <a:pt x="17029" y="2858"/>
                </a:cubicBezTo>
                <a:cubicBezTo>
                  <a:pt x="17127" y="2891"/>
                  <a:pt x="17235" y="2908"/>
                  <a:pt x="17352" y="2908"/>
                </a:cubicBezTo>
                <a:cubicBezTo>
                  <a:pt x="17508" y="2908"/>
                  <a:pt x="17665" y="2876"/>
                  <a:pt x="17823" y="2814"/>
                </a:cubicBezTo>
                <a:cubicBezTo>
                  <a:pt x="17981" y="2751"/>
                  <a:pt x="18093" y="2689"/>
                  <a:pt x="18160" y="2629"/>
                </a:cubicBezTo>
                <a:lnTo>
                  <a:pt x="18181" y="2629"/>
                </a:lnTo>
                <a:lnTo>
                  <a:pt x="18181" y="3051"/>
                </a:lnTo>
                <a:cubicBezTo>
                  <a:pt x="18051" y="3106"/>
                  <a:pt x="17918" y="3151"/>
                  <a:pt x="17783" y="3189"/>
                </a:cubicBezTo>
                <a:cubicBezTo>
                  <a:pt x="17647" y="3226"/>
                  <a:pt x="17505" y="3244"/>
                  <a:pt x="17356" y="3244"/>
                </a:cubicBezTo>
                <a:cubicBezTo>
                  <a:pt x="16976" y="3244"/>
                  <a:pt x="16679" y="3141"/>
                  <a:pt x="16466" y="2935"/>
                </a:cubicBezTo>
                <a:cubicBezTo>
                  <a:pt x="16253" y="2729"/>
                  <a:pt x="16146" y="2436"/>
                  <a:pt x="16146" y="2057"/>
                </a:cubicBezTo>
                <a:cubicBezTo>
                  <a:pt x="16146" y="1682"/>
                  <a:pt x="16249" y="1384"/>
                  <a:pt x="16453" y="1163"/>
                </a:cubicBezTo>
                <a:cubicBezTo>
                  <a:pt x="16657" y="943"/>
                  <a:pt x="16926" y="833"/>
                  <a:pt x="17260" y="833"/>
                </a:cubicBezTo>
                <a:cubicBezTo>
                  <a:pt x="17569" y="833"/>
                  <a:pt x="17807" y="923"/>
                  <a:pt x="17974" y="1104"/>
                </a:cubicBezTo>
                <a:cubicBezTo>
                  <a:pt x="18142" y="1284"/>
                  <a:pt x="18226" y="1541"/>
                  <a:pt x="18226" y="1874"/>
                </a:cubicBezTo>
                <a:lnTo>
                  <a:pt x="18226" y="2083"/>
                </a:lnTo>
                <a:moveTo>
                  <a:pt x="17850" y="1788"/>
                </a:moveTo>
                <a:cubicBezTo>
                  <a:pt x="17849" y="1586"/>
                  <a:pt x="17798" y="1429"/>
                  <a:pt x="17698" y="1319"/>
                </a:cubicBezTo>
                <a:cubicBezTo>
                  <a:pt x="17597" y="1208"/>
                  <a:pt x="17444" y="1152"/>
                  <a:pt x="17239" y="1152"/>
                </a:cubicBezTo>
                <a:cubicBezTo>
                  <a:pt x="17033" y="1152"/>
                  <a:pt x="16868" y="1213"/>
                  <a:pt x="16746" y="1335"/>
                </a:cubicBezTo>
                <a:cubicBezTo>
                  <a:pt x="16624" y="1457"/>
                  <a:pt x="16554" y="1608"/>
                  <a:pt x="16538" y="1788"/>
                </a:cubicBezTo>
                <a:lnTo>
                  <a:pt x="17850" y="17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BAFFB1-03A2-4791-B919-4FD26B795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85" y="1161194"/>
            <a:ext cx="13650" cy="19125"/>
          </a:xfrm>
          <a:custGeom xmlns:a="http://schemas.openxmlformats.org/drawingml/2006/main">
            <a:pathLst>
              <a:path w="13650" h="19125">
                <a:moveTo>
                  <a:pt x="0" y="0"/>
                </a:moveTo>
                <a:lnTo>
                  <a:pt x="13650" y="0"/>
                </a:lnTo>
                <a:lnTo>
                  <a:pt x="13650" y="19125"/>
                </a:lnTo>
                <a:lnTo>
                  <a:pt x="0" y="1912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9819E-5EF7-4854-8F0D-7A97CD806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84" y="1161196"/>
            <a:ext cx="13651" cy="19124"/>
          </a:xfrm>
          <a:custGeom xmlns:a="http://schemas.openxmlformats.org/drawingml/2006/main">
            <a:pathLst>
              <a:path w="13651" h="19124" fill="none">
                <a:moveTo>
                  <a:pt x="0" y="0"/>
                </a:moveTo>
                <a:lnTo>
                  <a:pt x="13651" y="0"/>
                </a:lnTo>
                <a:lnTo>
                  <a:pt x="13651" y="19124"/>
                </a:lnTo>
                <a:lnTo>
                  <a:pt x="0" y="191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00AFA0-C2BA-4336-B828-8F408272D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85" y="1202816"/>
            <a:ext cx="13650" cy="16236"/>
          </a:xfrm>
          <a:custGeom xmlns:a="http://schemas.openxmlformats.org/drawingml/2006/main">
            <a:pathLst>
              <a:path w="13650" h="16236">
                <a:moveTo>
                  <a:pt x="0" y="0"/>
                </a:moveTo>
                <a:lnTo>
                  <a:pt x="13650" y="0"/>
                </a:lnTo>
                <a:lnTo>
                  <a:pt x="13650" y="16236"/>
                </a:lnTo>
                <a:lnTo>
                  <a:pt x="0" y="162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D0D3AC-685E-4E72-A138-F3BC211C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84" y="1202818"/>
            <a:ext cx="13651" cy="16236"/>
          </a:xfrm>
          <a:custGeom xmlns:a="http://schemas.openxmlformats.org/drawingml/2006/main">
            <a:pathLst>
              <a:path w="13651" h="16236" fill="none">
                <a:moveTo>
                  <a:pt x="0" y="0"/>
                </a:moveTo>
                <a:lnTo>
                  <a:pt x="13651" y="0"/>
                </a:lnTo>
                <a:lnTo>
                  <a:pt x="13651" y="16236"/>
                </a:lnTo>
                <a:lnTo>
                  <a:pt x="0" y="162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CA8742-6137-4581-AEBA-C4E02E35D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85" y="1241549"/>
            <a:ext cx="13650" cy="15496"/>
          </a:xfrm>
          <a:custGeom xmlns:a="http://schemas.openxmlformats.org/drawingml/2006/main">
            <a:pathLst>
              <a:path w="13650" h="15496">
                <a:moveTo>
                  <a:pt x="0" y="0"/>
                </a:moveTo>
                <a:lnTo>
                  <a:pt x="13650" y="0"/>
                </a:lnTo>
                <a:lnTo>
                  <a:pt x="13650" y="15496"/>
                </a:lnTo>
                <a:lnTo>
                  <a:pt x="0" y="154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66957-51BA-4081-8F0F-BC1D78825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2084" y="1241553"/>
            <a:ext cx="13651" cy="15496"/>
          </a:xfrm>
          <a:custGeom xmlns:a="http://schemas.openxmlformats.org/drawingml/2006/main">
            <a:pathLst>
              <a:path w="13651" h="15496" fill="none">
                <a:moveTo>
                  <a:pt x="0" y="0"/>
                </a:moveTo>
                <a:lnTo>
                  <a:pt x="13651" y="0"/>
                </a:lnTo>
                <a:lnTo>
                  <a:pt x="13651" y="15496"/>
                </a:lnTo>
                <a:lnTo>
                  <a:pt x="0" y="154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466CBB9-865C-4B96-A6A2-CFE5A59A7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32" y="1161194"/>
            <a:ext cx="4978" cy="7892"/>
          </a:xfrm>
          <a:custGeom xmlns:a="http://schemas.openxmlformats.org/drawingml/2006/main">
            <a:pathLst>
              <a:path w="4978" h="7892">
                <a:moveTo>
                  <a:pt x="0" y="0"/>
                </a:moveTo>
                <a:lnTo>
                  <a:pt x="4978" y="0"/>
                </a:lnTo>
                <a:lnTo>
                  <a:pt x="4978" y="7892"/>
                </a:lnTo>
                <a:lnTo>
                  <a:pt x="0" y="78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14F6B28-88C8-4808-A612-6723B30D9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33" y="1161196"/>
            <a:ext cx="4976" cy="7891"/>
          </a:xfrm>
          <a:custGeom xmlns:a="http://schemas.openxmlformats.org/drawingml/2006/main">
            <a:pathLst>
              <a:path w="4976" h="7891" fill="none">
                <a:moveTo>
                  <a:pt x="0" y="0"/>
                </a:moveTo>
                <a:lnTo>
                  <a:pt x="4976" y="0"/>
                </a:lnTo>
                <a:lnTo>
                  <a:pt x="4976" y="7891"/>
                </a:lnTo>
                <a:lnTo>
                  <a:pt x="0" y="78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7F3BA-7649-4F76-BE37-BFFF9E2E8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707" y="1161194"/>
            <a:ext cx="4735" cy="7892"/>
          </a:xfrm>
          <a:custGeom xmlns:a="http://schemas.openxmlformats.org/drawingml/2006/main">
            <a:pathLst>
              <a:path w="4735" h="7892">
                <a:moveTo>
                  <a:pt x="0" y="0"/>
                </a:moveTo>
                <a:lnTo>
                  <a:pt x="4735" y="0"/>
                </a:lnTo>
                <a:lnTo>
                  <a:pt x="4735" y="7892"/>
                </a:lnTo>
                <a:lnTo>
                  <a:pt x="0" y="78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2C9219-702D-4031-BEF7-9A72836AF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5707" y="1161196"/>
            <a:ext cx="4735" cy="7891"/>
          </a:xfrm>
          <a:custGeom xmlns:a="http://schemas.openxmlformats.org/drawingml/2006/main">
            <a:pathLst>
              <a:path w="4735" h="7891" fill="none">
                <a:moveTo>
                  <a:pt x="0" y="0"/>
                </a:moveTo>
                <a:lnTo>
                  <a:pt x="4735" y="0"/>
                </a:lnTo>
                <a:lnTo>
                  <a:pt x="4735" y="7891"/>
                </a:lnTo>
                <a:lnTo>
                  <a:pt x="0" y="78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CC38DE-692D-45F5-B3A4-52F8A40AC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942" y="1161194"/>
            <a:ext cx="2878" cy="7892"/>
          </a:xfrm>
          <a:custGeom xmlns:a="http://schemas.openxmlformats.org/drawingml/2006/main">
            <a:pathLst>
              <a:path w="2878" h="7892">
                <a:moveTo>
                  <a:pt x="0" y="0"/>
                </a:moveTo>
                <a:lnTo>
                  <a:pt x="2878" y="0"/>
                </a:lnTo>
                <a:lnTo>
                  <a:pt x="2878" y="7892"/>
                </a:lnTo>
                <a:lnTo>
                  <a:pt x="0" y="78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5CF457-94D4-4657-AB72-8B362B13A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2941" y="1161196"/>
            <a:ext cx="2878" cy="7891"/>
          </a:xfrm>
          <a:custGeom xmlns:a="http://schemas.openxmlformats.org/drawingml/2006/main">
            <a:pathLst>
              <a:path w="2878" h="7891" fill="none">
                <a:moveTo>
                  <a:pt x="0" y="0"/>
                </a:moveTo>
                <a:lnTo>
                  <a:pt x="2878" y="0"/>
                </a:lnTo>
                <a:lnTo>
                  <a:pt x="2878" y="7891"/>
                </a:lnTo>
                <a:lnTo>
                  <a:pt x="0" y="78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2FBFB-C2F5-4028-86C7-2C85AD5DB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316" y="1161194"/>
            <a:ext cx="2697" cy="7892"/>
          </a:xfrm>
          <a:custGeom xmlns:a="http://schemas.openxmlformats.org/drawingml/2006/main">
            <a:pathLst>
              <a:path w="2697" h="7892">
                <a:moveTo>
                  <a:pt x="0" y="0"/>
                </a:moveTo>
                <a:lnTo>
                  <a:pt x="2697" y="0"/>
                </a:lnTo>
                <a:lnTo>
                  <a:pt x="2697" y="7892"/>
                </a:lnTo>
                <a:lnTo>
                  <a:pt x="0" y="78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B1C6CC-30C3-4136-999A-D20C110DF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317" y="1161196"/>
            <a:ext cx="2698" cy="7891"/>
          </a:xfrm>
          <a:custGeom xmlns:a="http://schemas.openxmlformats.org/drawingml/2006/main">
            <a:pathLst>
              <a:path w="2698" h="7891" fill="none">
                <a:moveTo>
                  <a:pt x="0" y="0"/>
                </a:moveTo>
                <a:lnTo>
                  <a:pt x="2698" y="0"/>
                </a:lnTo>
                <a:lnTo>
                  <a:pt x="2698" y="7891"/>
                </a:lnTo>
                <a:lnTo>
                  <a:pt x="0" y="78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212FD-CECA-4A47-94F1-45A3FCF47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32" y="1191583"/>
            <a:ext cx="517" cy="9664"/>
          </a:xfrm>
          <a:custGeom xmlns:a="http://schemas.openxmlformats.org/drawingml/2006/main">
            <a:pathLst>
              <a:path w="517" h="9664">
                <a:moveTo>
                  <a:pt x="0" y="0"/>
                </a:moveTo>
                <a:lnTo>
                  <a:pt x="517" y="0"/>
                </a:lnTo>
                <a:lnTo>
                  <a:pt x="517" y="9664"/>
                </a:lnTo>
                <a:lnTo>
                  <a:pt x="0" y="966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DFC0A-727B-4CAC-8A13-FFCA77D3A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33" y="1191585"/>
            <a:ext cx="517" cy="9663"/>
          </a:xfrm>
          <a:custGeom xmlns:a="http://schemas.openxmlformats.org/drawingml/2006/main">
            <a:pathLst>
              <a:path w="517" h="9663" fill="none">
                <a:moveTo>
                  <a:pt x="0" y="0"/>
                </a:moveTo>
                <a:lnTo>
                  <a:pt x="517" y="0"/>
                </a:lnTo>
                <a:lnTo>
                  <a:pt x="517" y="9663"/>
                </a:lnTo>
                <a:lnTo>
                  <a:pt x="0" y="966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45D1E5-78E4-41E9-9372-16A4CB79FD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32" y="1223744"/>
            <a:ext cx="517" cy="9110"/>
          </a:xfrm>
          <a:custGeom xmlns:a="http://schemas.openxmlformats.org/drawingml/2006/main">
            <a:pathLst>
              <a:path w="517" h="9110">
                <a:moveTo>
                  <a:pt x="0" y="0"/>
                </a:moveTo>
                <a:lnTo>
                  <a:pt x="517" y="0"/>
                </a:lnTo>
                <a:lnTo>
                  <a:pt x="517" y="9110"/>
                </a:lnTo>
                <a:lnTo>
                  <a:pt x="0" y="91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65A7B1-B967-437A-9884-84B01B0F6A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33" y="1223746"/>
            <a:ext cx="517" cy="9110"/>
          </a:xfrm>
          <a:custGeom xmlns:a="http://schemas.openxmlformats.org/drawingml/2006/main">
            <a:pathLst>
              <a:path w="517" h="9110" fill="none">
                <a:moveTo>
                  <a:pt x="0" y="0"/>
                </a:moveTo>
                <a:lnTo>
                  <a:pt x="517" y="0"/>
                </a:lnTo>
                <a:lnTo>
                  <a:pt x="517" y="9110"/>
                </a:lnTo>
                <a:lnTo>
                  <a:pt x="0" y="91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FF46D-0457-4BE5-833C-7169B760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32" y="1255351"/>
            <a:ext cx="517" cy="1694"/>
          </a:xfrm>
          <a:custGeom xmlns:a="http://schemas.openxmlformats.org/drawingml/2006/main">
            <a:pathLst>
              <a:path w="517" h="1694">
                <a:moveTo>
                  <a:pt x="0" y="0"/>
                </a:moveTo>
                <a:lnTo>
                  <a:pt x="517" y="0"/>
                </a:lnTo>
                <a:lnTo>
                  <a:pt x="517" y="1694"/>
                </a:lnTo>
                <a:lnTo>
                  <a:pt x="0" y="169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8E039-E1BD-4B16-AADD-BE76541A4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8233" y="1255354"/>
            <a:ext cx="517" cy="1695"/>
          </a:xfrm>
          <a:custGeom xmlns:a="http://schemas.openxmlformats.org/drawingml/2006/main">
            <a:pathLst>
              <a:path w="517" h="1695" fill="none">
                <a:moveTo>
                  <a:pt x="0" y="0"/>
                </a:moveTo>
                <a:lnTo>
                  <a:pt x="517" y="0"/>
                </a:lnTo>
                <a:lnTo>
                  <a:pt x="517" y="1695"/>
                </a:lnTo>
                <a:lnTo>
                  <a:pt x="0" y="16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1E46209-A8C9-4503-871A-1171F5CEA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1617019"/>
            <a:ext cx="188912" cy="146941"/>
          </a:xfrm>
          <a:custGeom xmlns:a="http://schemas.openxmlformats.org/drawingml/2006/main">
            <a:pathLst>
              <a:path w="188912" h="146941">
                <a:moveTo>
                  <a:pt x="0" y="0"/>
                </a:moveTo>
                <a:lnTo>
                  <a:pt x="188912" y="0"/>
                </a:lnTo>
                <a:lnTo>
                  <a:pt x="188912" y="146941"/>
                </a:lnTo>
                <a:lnTo>
                  <a:pt x="0" y="1469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3B2F2C2-CD14-42EC-B1CD-99CFD83DE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1617022"/>
            <a:ext cx="188911" cy="146942"/>
          </a:xfrm>
          <a:custGeom xmlns:a="http://schemas.openxmlformats.org/drawingml/2006/main">
            <a:pathLst>
              <a:path w="188911" h="146942" fill="none">
                <a:moveTo>
                  <a:pt x="0" y="0"/>
                </a:moveTo>
                <a:lnTo>
                  <a:pt x="188911" y="0"/>
                </a:lnTo>
                <a:lnTo>
                  <a:pt x="188911" y="146942"/>
                </a:lnTo>
                <a:lnTo>
                  <a:pt x="0" y="1469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53" name="Text Cerambycidae">
            <a:extLst xmlns:a="http://schemas.openxmlformats.org/drawingml/2006/main">
              <a:ext uri="{FF2B5EF4-FFF2-40B4-BE49-F238E27FC236}">
                <a16:creationId xmlns:a16="http://schemas.microsoft.com/office/drawing/2014/main" id="{F32CCF96-E3EA-4976-9186-FC47FAF04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8808" y="1644391"/>
            <a:ext cx="141588" cy="19385"/>
          </a:xfrm>
          <a:custGeom xmlns:a="http://schemas.openxmlformats.org/drawingml/2006/main">
            <a:pathLst>
              <a:path w="141588" h="19385">
                <a:moveTo>
                  <a:pt x="12165" y="14269"/>
                </a:moveTo>
                <a:cubicBezTo>
                  <a:pt x="11804" y="14427"/>
                  <a:pt x="11477" y="14576"/>
                  <a:pt x="11185" y="14714"/>
                </a:cubicBezTo>
                <a:cubicBezTo>
                  <a:pt x="10893" y="14852"/>
                  <a:pt x="10510" y="14997"/>
                  <a:pt x="10037" y="15149"/>
                </a:cubicBezTo>
                <a:cubicBezTo>
                  <a:pt x="9637" y="15274"/>
                  <a:pt x="9202" y="15381"/>
                  <a:pt x="8732" y="15470"/>
                </a:cubicBezTo>
                <a:cubicBezTo>
                  <a:pt x="8263" y="15559"/>
                  <a:pt x="7746" y="15603"/>
                  <a:pt x="7181" y="15603"/>
                </a:cubicBezTo>
                <a:cubicBezTo>
                  <a:pt x="6117" y="15603"/>
                  <a:pt x="5150" y="15453"/>
                  <a:pt x="4280" y="15154"/>
                </a:cubicBezTo>
                <a:cubicBezTo>
                  <a:pt x="3410" y="14855"/>
                  <a:pt x="2653" y="14387"/>
                  <a:pt x="2009" y="13750"/>
                </a:cubicBezTo>
                <a:cubicBezTo>
                  <a:pt x="1379" y="13126"/>
                  <a:pt x="887" y="12332"/>
                  <a:pt x="532" y="11369"/>
                </a:cubicBezTo>
                <a:cubicBezTo>
                  <a:pt x="177" y="10407"/>
                  <a:pt x="0" y="9288"/>
                  <a:pt x="0" y="8013"/>
                </a:cubicBezTo>
                <a:cubicBezTo>
                  <a:pt x="0" y="6804"/>
                  <a:pt x="171" y="5723"/>
                  <a:pt x="512" y="4770"/>
                </a:cubicBezTo>
                <a:cubicBezTo>
                  <a:pt x="854" y="3818"/>
                  <a:pt x="1346" y="3013"/>
                  <a:pt x="1990" y="2355"/>
                </a:cubicBezTo>
                <a:cubicBezTo>
                  <a:pt x="2614" y="1718"/>
                  <a:pt x="3367" y="1232"/>
                  <a:pt x="4250" y="897"/>
                </a:cubicBezTo>
                <a:cubicBezTo>
                  <a:pt x="5134" y="562"/>
                  <a:pt x="6114" y="394"/>
                  <a:pt x="7191" y="394"/>
                </a:cubicBezTo>
                <a:cubicBezTo>
                  <a:pt x="7979" y="394"/>
                  <a:pt x="8765" y="489"/>
                  <a:pt x="9550" y="680"/>
                </a:cubicBezTo>
                <a:cubicBezTo>
                  <a:pt x="10335" y="870"/>
                  <a:pt x="11206" y="1205"/>
                  <a:pt x="12165" y="1684"/>
                </a:cubicBezTo>
                <a:lnTo>
                  <a:pt x="12165" y="3999"/>
                </a:lnTo>
                <a:lnTo>
                  <a:pt x="12017" y="3999"/>
                </a:lnTo>
                <a:cubicBezTo>
                  <a:pt x="11210" y="3333"/>
                  <a:pt x="10409" y="2848"/>
                  <a:pt x="9614" y="2544"/>
                </a:cubicBezTo>
                <a:cubicBezTo>
                  <a:pt x="8819" y="2240"/>
                  <a:pt x="7969" y="2088"/>
                  <a:pt x="7063" y="2088"/>
                </a:cubicBezTo>
                <a:cubicBezTo>
                  <a:pt x="6321" y="2088"/>
                  <a:pt x="5652" y="2208"/>
                  <a:pt x="5058" y="2447"/>
                </a:cubicBezTo>
                <a:cubicBezTo>
                  <a:pt x="4464" y="2686"/>
                  <a:pt x="3934" y="3058"/>
                  <a:pt x="3467" y="3562"/>
                </a:cubicBezTo>
                <a:cubicBezTo>
                  <a:pt x="3014" y="4053"/>
                  <a:pt x="2661" y="4674"/>
                  <a:pt x="2408" y="5424"/>
                </a:cubicBezTo>
                <a:cubicBezTo>
                  <a:pt x="2156" y="6174"/>
                  <a:pt x="2029" y="7041"/>
                  <a:pt x="2029" y="8023"/>
                </a:cubicBezTo>
                <a:cubicBezTo>
                  <a:pt x="2029" y="9051"/>
                  <a:pt x="2169" y="9936"/>
                  <a:pt x="2448" y="10676"/>
                </a:cubicBezTo>
                <a:cubicBezTo>
                  <a:pt x="2727" y="11416"/>
                  <a:pt x="3086" y="12019"/>
                  <a:pt x="3526" y="12484"/>
                </a:cubicBezTo>
                <a:cubicBezTo>
                  <a:pt x="3986" y="12969"/>
                  <a:pt x="4523" y="13327"/>
                  <a:pt x="5137" y="13560"/>
                </a:cubicBezTo>
                <a:cubicBezTo>
                  <a:pt x="5751" y="13792"/>
                  <a:pt x="6399" y="13909"/>
                  <a:pt x="7082" y="13909"/>
                </a:cubicBezTo>
                <a:cubicBezTo>
                  <a:pt x="8021" y="13909"/>
                  <a:pt x="8901" y="13748"/>
                  <a:pt x="9722" y="13426"/>
                </a:cubicBezTo>
                <a:cubicBezTo>
                  <a:pt x="10543" y="13104"/>
                  <a:pt x="11311" y="12622"/>
                  <a:pt x="12027" y="11978"/>
                </a:cubicBezTo>
                <a:lnTo>
                  <a:pt x="12165" y="11978"/>
                </a:lnTo>
                <a:lnTo>
                  <a:pt x="12165" y="14269"/>
                </a:lnTo>
                <a:close/>
                <a:moveTo>
                  <a:pt x="23985" y="10008"/>
                </a:moveTo>
                <a:lnTo>
                  <a:pt x="15879" y="10008"/>
                </a:lnTo>
                <a:cubicBezTo>
                  <a:pt x="15879" y="10686"/>
                  <a:pt x="15980" y="11277"/>
                  <a:pt x="16184" y="11780"/>
                </a:cubicBezTo>
                <a:cubicBezTo>
                  <a:pt x="16388" y="12284"/>
                  <a:pt x="16667" y="12697"/>
                  <a:pt x="17021" y="13020"/>
                </a:cubicBezTo>
                <a:cubicBezTo>
                  <a:pt x="17363" y="13336"/>
                  <a:pt x="17768" y="13573"/>
                  <a:pt x="18238" y="13731"/>
                </a:cubicBezTo>
                <a:cubicBezTo>
                  <a:pt x="18707" y="13889"/>
                  <a:pt x="19224" y="13968"/>
                  <a:pt x="19789" y="13968"/>
                </a:cubicBezTo>
                <a:cubicBezTo>
                  <a:pt x="20538" y="13968"/>
                  <a:pt x="21291" y="13817"/>
                  <a:pt x="22050" y="13516"/>
                </a:cubicBezTo>
                <a:cubicBezTo>
                  <a:pt x="22808" y="13215"/>
                  <a:pt x="23349" y="12919"/>
                  <a:pt x="23670" y="12628"/>
                </a:cubicBezTo>
                <a:lnTo>
                  <a:pt x="23769" y="12628"/>
                </a:lnTo>
                <a:lnTo>
                  <a:pt x="23769" y="14654"/>
                </a:lnTo>
                <a:cubicBezTo>
                  <a:pt x="23145" y="14918"/>
                  <a:pt x="22508" y="15138"/>
                  <a:pt x="21858" y="15316"/>
                </a:cubicBezTo>
                <a:cubicBezTo>
                  <a:pt x="21208" y="15494"/>
                  <a:pt x="20525" y="15583"/>
                  <a:pt x="19809" y="15583"/>
                </a:cubicBezTo>
                <a:cubicBezTo>
                  <a:pt x="17983" y="15583"/>
                  <a:pt x="16558" y="15088"/>
                  <a:pt x="15534" y="14098"/>
                </a:cubicBezTo>
                <a:cubicBezTo>
                  <a:pt x="14509" y="13108"/>
                  <a:pt x="13997" y="11702"/>
                  <a:pt x="13997" y="9880"/>
                </a:cubicBezTo>
                <a:cubicBezTo>
                  <a:pt x="13997" y="8078"/>
                  <a:pt x="14488" y="6647"/>
                  <a:pt x="15470" y="5588"/>
                </a:cubicBezTo>
                <a:cubicBezTo>
                  <a:pt x="16452" y="4529"/>
                  <a:pt x="17744" y="3999"/>
                  <a:pt x="19346" y="3999"/>
                </a:cubicBezTo>
                <a:cubicBezTo>
                  <a:pt x="20830" y="3999"/>
                  <a:pt x="21974" y="4433"/>
                  <a:pt x="22779" y="5302"/>
                </a:cubicBezTo>
                <a:cubicBezTo>
                  <a:pt x="23583" y="6170"/>
                  <a:pt x="23985" y="7403"/>
                  <a:pt x="23985" y="9002"/>
                </a:cubicBezTo>
                <a:lnTo>
                  <a:pt x="23985" y="10008"/>
                </a:lnTo>
                <a:moveTo>
                  <a:pt x="22183" y="8589"/>
                </a:moveTo>
                <a:cubicBezTo>
                  <a:pt x="22176" y="7618"/>
                  <a:pt x="21932" y="6866"/>
                  <a:pt x="21449" y="6334"/>
                </a:cubicBezTo>
                <a:cubicBezTo>
                  <a:pt x="20966" y="5802"/>
                  <a:pt x="20233" y="5536"/>
                  <a:pt x="19247" y="5536"/>
                </a:cubicBezTo>
                <a:cubicBezTo>
                  <a:pt x="18256" y="5536"/>
                  <a:pt x="17466" y="5828"/>
                  <a:pt x="16878" y="6413"/>
                </a:cubicBezTo>
                <a:cubicBezTo>
                  <a:pt x="16291" y="6997"/>
                  <a:pt x="15957" y="7723"/>
                  <a:pt x="15879" y="8589"/>
                </a:cubicBezTo>
                <a:lnTo>
                  <a:pt x="22183" y="8589"/>
                </a:lnTo>
                <a:close/>
                <a:moveTo>
                  <a:pt x="33659" y="6324"/>
                </a:moveTo>
                <a:lnTo>
                  <a:pt x="33560" y="6324"/>
                </a:lnTo>
                <a:cubicBezTo>
                  <a:pt x="33284" y="6262"/>
                  <a:pt x="33017" y="6217"/>
                  <a:pt x="32757" y="6189"/>
                </a:cubicBezTo>
                <a:cubicBezTo>
                  <a:pt x="32498" y="6161"/>
                  <a:pt x="32191" y="6147"/>
                  <a:pt x="31836" y="6147"/>
                </a:cubicBezTo>
                <a:cubicBezTo>
                  <a:pt x="31265" y="6147"/>
                  <a:pt x="30713" y="6273"/>
                  <a:pt x="30181" y="6526"/>
                </a:cubicBezTo>
                <a:cubicBezTo>
                  <a:pt x="29649" y="6779"/>
                  <a:pt x="29137" y="7107"/>
                  <a:pt x="28645" y="7507"/>
                </a:cubicBezTo>
                <a:lnTo>
                  <a:pt x="28645" y="15327"/>
                </a:lnTo>
                <a:lnTo>
                  <a:pt x="26793" y="15327"/>
                </a:lnTo>
                <a:lnTo>
                  <a:pt x="26793" y="4314"/>
                </a:lnTo>
                <a:lnTo>
                  <a:pt x="28645" y="4314"/>
                </a:lnTo>
                <a:lnTo>
                  <a:pt x="28645" y="5941"/>
                </a:lnTo>
                <a:cubicBezTo>
                  <a:pt x="29380" y="5350"/>
                  <a:pt x="30029" y="4931"/>
                  <a:pt x="30590" y="4684"/>
                </a:cubicBezTo>
                <a:cubicBezTo>
                  <a:pt x="31152" y="4438"/>
                  <a:pt x="31725" y="4314"/>
                  <a:pt x="32309" y="4314"/>
                </a:cubicBezTo>
                <a:cubicBezTo>
                  <a:pt x="32631" y="4314"/>
                  <a:pt x="32864" y="4323"/>
                  <a:pt x="33008" y="4339"/>
                </a:cubicBezTo>
                <a:cubicBezTo>
                  <a:pt x="33153" y="4355"/>
                  <a:pt x="33370" y="4386"/>
                  <a:pt x="33659" y="4432"/>
                </a:cubicBezTo>
                <a:lnTo>
                  <a:pt x="33659" y="6324"/>
                </a:lnTo>
                <a:close/>
                <a:moveTo>
                  <a:pt x="43952" y="15327"/>
                </a:moveTo>
                <a:lnTo>
                  <a:pt x="42110" y="15327"/>
                </a:lnTo>
                <a:lnTo>
                  <a:pt x="42110" y="14163"/>
                </a:lnTo>
                <a:cubicBezTo>
                  <a:pt x="41946" y="14275"/>
                  <a:pt x="41724" y="14431"/>
                  <a:pt x="41445" y="14631"/>
                </a:cubicBezTo>
                <a:cubicBezTo>
                  <a:pt x="41166" y="14832"/>
                  <a:pt x="40895" y="14991"/>
                  <a:pt x="40632" y="15110"/>
                </a:cubicBezTo>
                <a:cubicBezTo>
                  <a:pt x="40324" y="15261"/>
                  <a:pt x="39969" y="15388"/>
                  <a:pt x="39569" y="15489"/>
                </a:cubicBezTo>
                <a:cubicBezTo>
                  <a:pt x="39168" y="15591"/>
                  <a:pt x="38699" y="15642"/>
                  <a:pt x="38160" y="15642"/>
                </a:cubicBezTo>
                <a:cubicBezTo>
                  <a:pt x="37168" y="15642"/>
                  <a:pt x="36328" y="15314"/>
                  <a:pt x="35638" y="14656"/>
                </a:cubicBezTo>
                <a:cubicBezTo>
                  <a:pt x="34949" y="13999"/>
                  <a:pt x="34604" y="13160"/>
                  <a:pt x="34604" y="12141"/>
                </a:cubicBezTo>
                <a:cubicBezTo>
                  <a:pt x="34604" y="11306"/>
                  <a:pt x="34783" y="10630"/>
                  <a:pt x="35141" y="10114"/>
                </a:cubicBezTo>
                <a:cubicBezTo>
                  <a:pt x="35499" y="9598"/>
                  <a:pt x="36009" y="9192"/>
                  <a:pt x="36673" y="8896"/>
                </a:cubicBezTo>
                <a:cubicBezTo>
                  <a:pt x="37342" y="8600"/>
                  <a:pt x="38147" y="8400"/>
                  <a:pt x="39086" y="8294"/>
                </a:cubicBezTo>
                <a:cubicBezTo>
                  <a:pt x="40025" y="8189"/>
                  <a:pt x="41033" y="8110"/>
                  <a:pt x="42110" y="8058"/>
                </a:cubicBezTo>
                <a:lnTo>
                  <a:pt x="42110" y="7769"/>
                </a:lnTo>
                <a:cubicBezTo>
                  <a:pt x="42110" y="7346"/>
                  <a:pt x="42036" y="6995"/>
                  <a:pt x="41888" y="6717"/>
                </a:cubicBezTo>
                <a:cubicBezTo>
                  <a:pt x="41741" y="6439"/>
                  <a:pt x="41529" y="6220"/>
                  <a:pt x="41253" y="6061"/>
                </a:cubicBezTo>
                <a:cubicBezTo>
                  <a:pt x="40990" y="5909"/>
                  <a:pt x="40675" y="5806"/>
                  <a:pt x="40307" y="5753"/>
                </a:cubicBezTo>
                <a:cubicBezTo>
                  <a:pt x="39940" y="5700"/>
                  <a:pt x="39556" y="5674"/>
                  <a:pt x="39155" y="5674"/>
                </a:cubicBezTo>
                <a:cubicBezTo>
                  <a:pt x="38669" y="5674"/>
                  <a:pt x="38127" y="5740"/>
                  <a:pt x="37530" y="5871"/>
                </a:cubicBezTo>
                <a:cubicBezTo>
                  <a:pt x="36932" y="6002"/>
                  <a:pt x="36315" y="6193"/>
                  <a:pt x="35678" y="6442"/>
                </a:cubicBezTo>
                <a:lnTo>
                  <a:pt x="35579" y="6442"/>
                </a:lnTo>
                <a:lnTo>
                  <a:pt x="35579" y="4561"/>
                </a:lnTo>
                <a:cubicBezTo>
                  <a:pt x="35940" y="4462"/>
                  <a:pt x="36463" y="4354"/>
                  <a:pt x="37145" y="4236"/>
                </a:cubicBezTo>
                <a:cubicBezTo>
                  <a:pt x="37828" y="4117"/>
                  <a:pt x="38502" y="4058"/>
                  <a:pt x="39165" y="4058"/>
                </a:cubicBezTo>
                <a:cubicBezTo>
                  <a:pt x="39940" y="4058"/>
                  <a:pt x="40614" y="4122"/>
                  <a:pt x="41189" y="4250"/>
                </a:cubicBezTo>
                <a:cubicBezTo>
                  <a:pt x="41764" y="4378"/>
                  <a:pt x="42261" y="4597"/>
                  <a:pt x="42681" y="4905"/>
                </a:cubicBezTo>
                <a:cubicBezTo>
                  <a:pt x="43095" y="5208"/>
                  <a:pt x="43410" y="5598"/>
                  <a:pt x="43627" y="6078"/>
                </a:cubicBezTo>
                <a:cubicBezTo>
                  <a:pt x="43844" y="6557"/>
                  <a:pt x="43952" y="7151"/>
                  <a:pt x="43952" y="7861"/>
                </a:cubicBezTo>
                <a:lnTo>
                  <a:pt x="43952" y="15327"/>
                </a:lnTo>
                <a:moveTo>
                  <a:pt x="42110" y="12632"/>
                </a:moveTo>
                <a:lnTo>
                  <a:pt x="42110" y="9555"/>
                </a:lnTo>
                <a:cubicBezTo>
                  <a:pt x="41545" y="9588"/>
                  <a:pt x="40880" y="9637"/>
                  <a:pt x="40115" y="9704"/>
                </a:cubicBezTo>
                <a:cubicBezTo>
                  <a:pt x="39350" y="9769"/>
                  <a:pt x="38744" y="9865"/>
                  <a:pt x="38298" y="9990"/>
                </a:cubicBezTo>
                <a:cubicBezTo>
                  <a:pt x="37766" y="10142"/>
                  <a:pt x="37336" y="10378"/>
                  <a:pt x="37008" y="10698"/>
                </a:cubicBezTo>
                <a:cubicBezTo>
                  <a:pt x="36679" y="11018"/>
                  <a:pt x="36515" y="11458"/>
                  <a:pt x="36515" y="12019"/>
                </a:cubicBezTo>
                <a:cubicBezTo>
                  <a:pt x="36515" y="12652"/>
                  <a:pt x="36705" y="13129"/>
                  <a:pt x="37086" y="13448"/>
                </a:cubicBezTo>
                <a:cubicBezTo>
                  <a:pt x="37467" y="13768"/>
                  <a:pt x="38048" y="13928"/>
                  <a:pt x="38830" y="13928"/>
                </a:cubicBezTo>
                <a:cubicBezTo>
                  <a:pt x="39480" y="13928"/>
                  <a:pt x="40074" y="13801"/>
                  <a:pt x="40613" y="13548"/>
                </a:cubicBezTo>
                <a:cubicBezTo>
                  <a:pt x="41151" y="13294"/>
                  <a:pt x="41650" y="12988"/>
                  <a:pt x="42110" y="12632"/>
                </a:cubicBezTo>
                <a:close/>
                <a:moveTo>
                  <a:pt x="63574" y="15327"/>
                </a:moveTo>
                <a:lnTo>
                  <a:pt x="61722" y="15327"/>
                </a:lnTo>
                <a:lnTo>
                  <a:pt x="61722" y="9056"/>
                </a:lnTo>
                <a:cubicBezTo>
                  <a:pt x="61722" y="8583"/>
                  <a:pt x="61701" y="8126"/>
                  <a:pt x="61658" y="7685"/>
                </a:cubicBezTo>
                <a:cubicBezTo>
                  <a:pt x="61615" y="7245"/>
                  <a:pt x="61525" y="6893"/>
                  <a:pt x="61387" y="6630"/>
                </a:cubicBezTo>
                <a:cubicBezTo>
                  <a:pt x="61236" y="6347"/>
                  <a:pt x="61019" y="6134"/>
                  <a:pt x="60737" y="5989"/>
                </a:cubicBezTo>
                <a:cubicBezTo>
                  <a:pt x="60455" y="5845"/>
                  <a:pt x="60047" y="5772"/>
                  <a:pt x="59515" y="5772"/>
                </a:cubicBezTo>
                <a:cubicBezTo>
                  <a:pt x="58997" y="5772"/>
                  <a:pt x="58478" y="5902"/>
                  <a:pt x="57959" y="6162"/>
                </a:cubicBezTo>
                <a:cubicBezTo>
                  <a:pt x="57440" y="6422"/>
                  <a:pt x="56922" y="6752"/>
                  <a:pt x="56403" y="7153"/>
                </a:cubicBezTo>
                <a:cubicBezTo>
                  <a:pt x="56422" y="7304"/>
                  <a:pt x="56439" y="7480"/>
                  <a:pt x="56452" y="7680"/>
                </a:cubicBezTo>
                <a:cubicBezTo>
                  <a:pt x="56465" y="7881"/>
                  <a:pt x="56472" y="8080"/>
                  <a:pt x="56472" y="8277"/>
                </a:cubicBezTo>
                <a:lnTo>
                  <a:pt x="56472" y="15327"/>
                </a:lnTo>
                <a:lnTo>
                  <a:pt x="54620" y="15327"/>
                </a:lnTo>
                <a:lnTo>
                  <a:pt x="54620" y="9056"/>
                </a:lnTo>
                <a:cubicBezTo>
                  <a:pt x="54620" y="8569"/>
                  <a:pt x="54598" y="8108"/>
                  <a:pt x="54556" y="7671"/>
                </a:cubicBezTo>
                <a:cubicBezTo>
                  <a:pt x="54513" y="7233"/>
                  <a:pt x="54423" y="6883"/>
                  <a:pt x="54285" y="6620"/>
                </a:cubicBezTo>
                <a:cubicBezTo>
                  <a:pt x="54134" y="6338"/>
                  <a:pt x="53917" y="6126"/>
                  <a:pt x="53635" y="5984"/>
                </a:cubicBezTo>
                <a:cubicBezTo>
                  <a:pt x="53352" y="5843"/>
                  <a:pt x="52945" y="5772"/>
                  <a:pt x="52413" y="5772"/>
                </a:cubicBezTo>
                <a:cubicBezTo>
                  <a:pt x="51908" y="5772"/>
                  <a:pt x="51400" y="5897"/>
                  <a:pt x="50891" y="6147"/>
                </a:cubicBezTo>
                <a:cubicBezTo>
                  <a:pt x="50383" y="6397"/>
                  <a:pt x="49875" y="6716"/>
                  <a:pt x="49370" y="7103"/>
                </a:cubicBezTo>
                <a:lnTo>
                  <a:pt x="49370" y="15327"/>
                </a:lnTo>
                <a:lnTo>
                  <a:pt x="47518" y="15327"/>
                </a:lnTo>
                <a:lnTo>
                  <a:pt x="47518" y="4314"/>
                </a:lnTo>
                <a:lnTo>
                  <a:pt x="49370" y="4314"/>
                </a:lnTo>
                <a:lnTo>
                  <a:pt x="49370" y="5537"/>
                </a:lnTo>
                <a:cubicBezTo>
                  <a:pt x="49947" y="5054"/>
                  <a:pt x="50524" y="4677"/>
                  <a:pt x="51098" y="4406"/>
                </a:cubicBezTo>
                <a:cubicBezTo>
                  <a:pt x="51673" y="4135"/>
                  <a:pt x="52285" y="3999"/>
                  <a:pt x="52935" y="3999"/>
                </a:cubicBezTo>
                <a:cubicBezTo>
                  <a:pt x="53684" y="3999"/>
                  <a:pt x="54319" y="4158"/>
                  <a:pt x="54841" y="4475"/>
                </a:cubicBezTo>
                <a:cubicBezTo>
                  <a:pt x="55364" y="4792"/>
                  <a:pt x="55753" y="5232"/>
                  <a:pt x="56009" y="5793"/>
                </a:cubicBezTo>
                <a:cubicBezTo>
                  <a:pt x="56757" y="5159"/>
                  <a:pt x="57440" y="4701"/>
                  <a:pt x="58058" y="4421"/>
                </a:cubicBezTo>
                <a:cubicBezTo>
                  <a:pt x="58675" y="4140"/>
                  <a:pt x="59335" y="3999"/>
                  <a:pt x="60038" y="3999"/>
                </a:cubicBezTo>
                <a:cubicBezTo>
                  <a:pt x="61246" y="3999"/>
                  <a:pt x="62137" y="4366"/>
                  <a:pt x="62712" y="5099"/>
                </a:cubicBezTo>
                <a:cubicBezTo>
                  <a:pt x="63286" y="5833"/>
                  <a:pt x="63574" y="6857"/>
                  <a:pt x="63574" y="8173"/>
                </a:cubicBezTo>
                <a:lnTo>
                  <a:pt x="63574" y="15327"/>
                </a:lnTo>
                <a:close/>
                <a:moveTo>
                  <a:pt x="76822" y="9737"/>
                </a:moveTo>
                <a:cubicBezTo>
                  <a:pt x="76822" y="10659"/>
                  <a:pt x="76693" y="11488"/>
                  <a:pt x="76433" y="12225"/>
                </a:cubicBezTo>
                <a:cubicBezTo>
                  <a:pt x="76174" y="12963"/>
                  <a:pt x="75824" y="13582"/>
                  <a:pt x="75384" y="14082"/>
                </a:cubicBezTo>
                <a:cubicBezTo>
                  <a:pt x="74918" y="14602"/>
                  <a:pt x="74406" y="14992"/>
                  <a:pt x="73848" y="15252"/>
                </a:cubicBezTo>
                <a:cubicBezTo>
                  <a:pt x="73289" y="15512"/>
                  <a:pt x="72675" y="15642"/>
                  <a:pt x="72006" y="15642"/>
                </a:cubicBezTo>
                <a:cubicBezTo>
                  <a:pt x="71382" y="15642"/>
                  <a:pt x="70837" y="15568"/>
                  <a:pt x="70371" y="15420"/>
                </a:cubicBezTo>
                <a:cubicBezTo>
                  <a:pt x="69904" y="15272"/>
                  <a:pt x="69445" y="15073"/>
                  <a:pt x="68991" y="14823"/>
                </a:cubicBezTo>
                <a:lnTo>
                  <a:pt x="68873" y="15327"/>
                </a:lnTo>
                <a:lnTo>
                  <a:pt x="67140" y="15327"/>
                </a:lnTo>
                <a:lnTo>
                  <a:pt x="67140" y="0"/>
                </a:lnTo>
                <a:lnTo>
                  <a:pt x="68991" y="0"/>
                </a:lnTo>
                <a:lnTo>
                  <a:pt x="68991" y="5461"/>
                </a:lnTo>
                <a:cubicBezTo>
                  <a:pt x="69510" y="5033"/>
                  <a:pt x="70062" y="4682"/>
                  <a:pt x="70646" y="4409"/>
                </a:cubicBezTo>
                <a:cubicBezTo>
                  <a:pt x="71231" y="4136"/>
                  <a:pt x="71887" y="3999"/>
                  <a:pt x="72616" y="3999"/>
                </a:cubicBezTo>
                <a:cubicBezTo>
                  <a:pt x="73917" y="3999"/>
                  <a:pt x="74943" y="4500"/>
                  <a:pt x="75695" y="5500"/>
                </a:cubicBezTo>
                <a:cubicBezTo>
                  <a:pt x="76447" y="6501"/>
                  <a:pt x="76822" y="7913"/>
                  <a:pt x="76822" y="9737"/>
                </a:cubicBezTo>
                <a:moveTo>
                  <a:pt x="74912" y="9786"/>
                </a:moveTo>
                <a:cubicBezTo>
                  <a:pt x="74912" y="8471"/>
                  <a:pt x="74695" y="7474"/>
                  <a:pt x="74261" y="6793"/>
                </a:cubicBezTo>
                <a:cubicBezTo>
                  <a:pt x="73828" y="6113"/>
                  <a:pt x="73129" y="5772"/>
                  <a:pt x="72163" y="5772"/>
                </a:cubicBezTo>
                <a:cubicBezTo>
                  <a:pt x="71625" y="5772"/>
                  <a:pt x="71080" y="5889"/>
                  <a:pt x="70528" y="6123"/>
                </a:cubicBezTo>
                <a:cubicBezTo>
                  <a:pt x="69976" y="6356"/>
                  <a:pt x="69464" y="6657"/>
                  <a:pt x="68991" y="7025"/>
                </a:cubicBezTo>
                <a:lnTo>
                  <a:pt x="68991" y="13337"/>
                </a:lnTo>
                <a:cubicBezTo>
                  <a:pt x="69517" y="13573"/>
                  <a:pt x="69968" y="13738"/>
                  <a:pt x="70346" y="13830"/>
                </a:cubicBezTo>
                <a:cubicBezTo>
                  <a:pt x="70723" y="13922"/>
                  <a:pt x="71152" y="13968"/>
                  <a:pt x="71631" y="13968"/>
                </a:cubicBezTo>
                <a:cubicBezTo>
                  <a:pt x="72656" y="13968"/>
                  <a:pt x="73459" y="13631"/>
                  <a:pt x="74040" y="12957"/>
                </a:cubicBezTo>
                <a:cubicBezTo>
                  <a:pt x="74621" y="12283"/>
                  <a:pt x="74912" y="11226"/>
                  <a:pt x="74912" y="9786"/>
                </a:cubicBezTo>
                <a:close/>
                <a:moveTo>
                  <a:pt x="89224" y="4314"/>
                </a:moveTo>
                <a:lnTo>
                  <a:pt x="82802" y="19385"/>
                </a:lnTo>
                <a:lnTo>
                  <a:pt x="80822" y="19385"/>
                </a:lnTo>
                <a:lnTo>
                  <a:pt x="82871" y="14792"/>
                </a:lnTo>
                <a:lnTo>
                  <a:pt x="78487" y="4314"/>
                </a:lnTo>
                <a:lnTo>
                  <a:pt x="80497" y="4314"/>
                </a:lnTo>
                <a:lnTo>
                  <a:pt x="83875" y="12471"/>
                </a:lnTo>
                <a:lnTo>
                  <a:pt x="87284" y="4314"/>
                </a:lnTo>
                <a:lnTo>
                  <a:pt x="89224" y="4314"/>
                </a:lnTo>
                <a:close/>
                <a:moveTo>
                  <a:pt x="99783" y="14647"/>
                </a:moveTo>
                <a:cubicBezTo>
                  <a:pt x="99166" y="14943"/>
                  <a:pt x="98580" y="15173"/>
                  <a:pt x="98025" y="15337"/>
                </a:cubicBezTo>
                <a:cubicBezTo>
                  <a:pt x="97470" y="15501"/>
                  <a:pt x="96881" y="15583"/>
                  <a:pt x="96257" y="15583"/>
                </a:cubicBezTo>
                <a:cubicBezTo>
                  <a:pt x="95462" y="15583"/>
                  <a:pt x="94733" y="15466"/>
                  <a:pt x="94070" y="15233"/>
                </a:cubicBezTo>
                <a:cubicBezTo>
                  <a:pt x="93407" y="14999"/>
                  <a:pt x="92839" y="14646"/>
                  <a:pt x="92366" y="14172"/>
                </a:cubicBezTo>
                <a:cubicBezTo>
                  <a:pt x="91887" y="13699"/>
                  <a:pt x="91516" y="13100"/>
                  <a:pt x="91253" y="12376"/>
                </a:cubicBezTo>
                <a:cubicBezTo>
                  <a:pt x="90990" y="11653"/>
                  <a:pt x="90859" y="10807"/>
                  <a:pt x="90859" y="9840"/>
                </a:cubicBezTo>
                <a:cubicBezTo>
                  <a:pt x="90859" y="8038"/>
                  <a:pt x="91353" y="6624"/>
                  <a:pt x="92341" y="5598"/>
                </a:cubicBezTo>
                <a:cubicBezTo>
                  <a:pt x="93330" y="4571"/>
                  <a:pt x="94635" y="4058"/>
                  <a:pt x="96257" y="4058"/>
                </a:cubicBezTo>
                <a:cubicBezTo>
                  <a:pt x="96887" y="4058"/>
                  <a:pt x="97506" y="4147"/>
                  <a:pt x="98114" y="4324"/>
                </a:cubicBezTo>
                <a:cubicBezTo>
                  <a:pt x="98721" y="4502"/>
                  <a:pt x="99278" y="4718"/>
                  <a:pt x="99783" y="4974"/>
                </a:cubicBezTo>
                <a:lnTo>
                  <a:pt x="99783" y="7033"/>
                </a:lnTo>
                <a:lnTo>
                  <a:pt x="99685" y="7033"/>
                </a:lnTo>
                <a:cubicBezTo>
                  <a:pt x="99120" y="6596"/>
                  <a:pt x="98537" y="6261"/>
                  <a:pt x="97936" y="6026"/>
                </a:cubicBezTo>
                <a:cubicBezTo>
                  <a:pt x="97336" y="5791"/>
                  <a:pt x="96750" y="5674"/>
                  <a:pt x="96178" y="5674"/>
                </a:cubicBezTo>
                <a:cubicBezTo>
                  <a:pt x="95127" y="5674"/>
                  <a:pt x="94298" y="6027"/>
                  <a:pt x="93691" y="6733"/>
                </a:cubicBezTo>
                <a:cubicBezTo>
                  <a:pt x="93084" y="7439"/>
                  <a:pt x="92780" y="8475"/>
                  <a:pt x="92780" y="9840"/>
                </a:cubicBezTo>
                <a:cubicBezTo>
                  <a:pt x="92780" y="11167"/>
                  <a:pt x="93077" y="12187"/>
                  <a:pt x="93671" y="12899"/>
                </a:cubicBezTo>
                <a:cubicBezTo>
                  <a:pt x="94266" y="13612"/>
                  <a:pt x="95101" y="13968"/>
                  <a:pt x="96178" y="13968"/>
                </a:cubicBezTo>
                <a:cubicBezTo>
                  <a:pt x="96553" y="13968"/>
                  <a:pt x="96933" y="13919"/>
                  <a:pt x="97321" y="13821"/>
                </a:cubicBezTo>
                <a:cubicBezTo>
                  <a:pt x="97708" y="13723"/>
                  <a:pt x="98056" y="13596"/>
                  <a:pt x="98365" y="13440"/>
                </a:cubicBezTo>
                <a:cubicBezTo>
                  <a:pt x="98634" y="13303"/>
                  <a:pt x="98887" y="13158"/>
                  <a:pt x="99123" y="13005"/>
                </a:cubicBezTo>
                <a:cubicBezTo>
                  <a:pt x="99360" y="12851"/>
                  <a:pt x="99547" y="12719"/>
                  <a:pt x="99685" y="12608"/>
                </a:cubicBezTo>
                <a:lnTo>
                  <a:pt x="99783" y="12608"/>
                </a:lnTo>
                <a:lnTo>
                  <a:pt x="99783" y="14647"/>
                </a:lnTo>
                <a:close/>
                <a:moveTo>
                  <a:pt x="104147" y="2482"/>
                </a:moveTo>
                <a:lnTo>
                  <a:pt x="102059" y="2482"/>
                </a:lnTo>
                <a:lnTo>
                  <a:pt x="102059" y="552"/>
                </a:lnTo>
                <a:lnTo>
                  <a:pt x="104147" y="552"/>
                </a:lnTo>
                <a:lnTo>
                  <a:pt x="104147" y="2482"/>
                </a:lnTo>
                <a:moveTo>
                  <a:pt x="104029" y="15327"/>
                </a:moveTo>
                <a:lnTo>
                  <a:pt x="102177" y="15327"/>
                </a:lnTo>
                <a:lnTo>
                  <a:pt x="102177" y="4314"/>
                </a:lnTo>
                <a:lnTo>
                  <a:pt x="104029" y="4314"/>
                </a:lnTo>
                <a:lnTo>
                  <a:pt x="104029" y="15327"/>
                </a:lnTo>
                <a:close/>
                <a:moveTo>
                  <a:pt x="116618" y="15327"/>
                </a:moveTo>
                <a:lnTo>
                  <a:pt x="114766" y="15327"/>
                </a:lnTo>
                <a:lnTo>
                  <a:pt x="114766" y="14181"/>
                </a:lnTo>
                <a:cubicBezTo>
                  <a:pt x="114234" y="14642"/>
                  <a:pt x="113679" y="15001"/>
                  <a:pt x="113101" y="15257"/>
                </a:cubicBezTo>
                <a:cubicBezTo>
                  <a:pt x="112523" y="15514"/>
                  <a:pt x="111896" y="15642"/>
                  <a:pt x="111220" y="15642"/>
                </a:cubicBezTo>
                <a:cubicBezTo>
                  <a:pt x="109906" y="15642"/>
                  <a:pt x="108864" y="15135"/>
                  <a:pt x="108092" y="14122"/>
                </a:cubicBezTo>
                <a:cubicBezTo>
                  <a:pt x="107321" y="13108"/>
                  <a:pt x="106935" y="11702"/>
                  <a:pt x="106935" y="9905"/>
                </a:cubicBezTo>
                <a:cubicBezTo>
                  <a:pt x="106935" y="8970"/>
                  <a:pt x="107068" y="8137"/>
                  <a:pt x="107334" y="7406"/>
                </a:cubicBezTo>
                <a:cubicBezTo>
                  <a:pt x="107600" y="6675"/>
                  <a:pt x="107959" y="6053"/>
                  <a:pt x="108412" y="5540"/>
                </a:cubicBezTo>
                <a:cubicBezTo>
                  <a:pt x="108859" y="5040"/>
                  <a:pt x="109379" y="4658"/>
                  <a:pt x="109974" y="4394"/>
                </a:cubicBezTo>
                <a:cubicBezTo>
                  <a:pt x="110568" y="4131"/>
                  <a:pt x="111183" y="3999"/>
                  <a:pt x="111820" y="3999"/>
                </a:cubicBezTo>
                <a:cubicBezTo>
                  <a:pt x="112398" y="3999"/>
                  <a:pt x="112911" y="4060"/>
                  <a:pt x="113357" y="4182"/>
                </a:cubicBezTo>
                <a:cubicBezTo>
                  <a:pt x="113804" y="4304"/>
                  <a:pt x="114273" y="4493"/>
                  <a:pt x="114766" y="4750"/>
                </a:cubicBezTo>
                <a:lnTo>
                  <a:pt x="114766" y="0"/>
                </a:lnTo>
                <a:lnTo>
                  <a:pt x="116618" y="0"/>
                </a:lnTo>
                <a:lnTo>
                  <a:pt x="116618" y="15327"/>
                </a:lnTo>
                <a:moveTo>
                  <a:pt x="114766" y="12618"/>
                </a:moveTo>
                <a:lnTo>
                  <a:pt x="114766" y="6304"/>
                </a:lnTo>
                <a:cubicBezTo>
                  <a:pt x="114267" y="6081"/>
                  <a:pt x="113820" y="5927"/>
                  <a:pt x="113426" y="5841"/>
                </a:cubicBezTo>
                <a:cubicBezTo>
                  <a:pt x="113032" y="5756"/>
                  <a:pt x="112602" y="5713"/>
                  <a:pt x="112136" y="5713"/>
                </a:cubicBezTo>
                <a:cubicBezTo>
                  <a:pt x="111098" y="5713"/>
                  <a:pt x="110290" y="6074"/>
                  <a:pt x="109713" y="6797"/>
                </a:cubicBezTo>
                <a:cubicBezTo>
                  <a:pt x="109135" y="7519"/>
                  <a:pt x="108846" y="8544"/>
                  <a:pt x="108846" y="9870"/>
                </a:cubicBezTo>
                <a:cubicBezTo>
                  <a:pt x="108846" y="11177"/>
                  <a:pt x="109069" y="12170"/>
                  <a:pt x="109515" y="12850"/>
                </a:cubicBezTo>
                <a:cubicBezTo>
                  <a:pt x="109962" y="13529"/>
                  <a:pt x="110678" y="13869"/>
                  <a:pt x="111663" y="13869"/>
                </a:cubicBezTo>
                <a:cubicBezTo>
                  <a:pt x="112188" y="13869"/>
                  <a:pt x="112720" y="13753"/>
                  <a:pt x="113259" y="13520"/>
                </a:cubicBezTo>
                <a:cubicBezTo>
                  <a:pt x="113797" y="13286"/>
                  <a:pt x="114299" y="12986"/>
                  <a:pt x="114766" y="12618"/>
                </a:cubicBezTo>
                <a:close/>
                <a:moveTo>
                  <a:pt x="128812" y="15327"/>
                </a:moveTo>
                <a:lnTo>
                  <a:pt x="126970" y="15327"/>
                </a:lnTo>
                <a:lnTo>
                  <a:pt x="126970" y="14163"/>
                </a:lnTo>
                <a:cubicBezTo>
                  <a:pt x="126806" y="14275"/>
                  <a:pt x="126584" y="14431"/>
                  <a:pt x="126305" y="14631"/>
                </a:cubicBezTo>
                <a:cubicBezTo>
                  <a:pt x="126026" y="14832"/>
                  <a:pt x="125755" y="14991"/>
                  <a:pt x="125493" y="15110"/>
                </a:cubicBezTo>
                <a:cubicBezTo>
                  <a:pt x="125184" y="15261"/>
                  <a:pt x="124829" y="15388"/>
                  <a:pt x="124429" y="15489"/>
                </a:cubicBezTo>
                <a:cubicBezTo>
                  <a:pt x="124028" y="15591"/>
                  <a:pt x="123559" y="15642"/>
                  <a:pt x="123020" y="15642"/>
                </a:cubicBezTo>
                <a:cubicBezTo>
                  <a:pt x="122029" y="15642"/>
                  <a:pt x="121188" y="15314"/>
                  <a:pt x="120498" y="14656"/>
                </a:cubicBezTo>
                <a:cubicBezTo>
                  <a:pt x="119809" y="13999"/>
                  <a:pt x="119464" y="13160"/>
                  <a:pt x="119464" y="12141"/>
                </a:cubicBezTo>
                <a:cubicBezTo>
                  <a:pt x="119464" y="11306"/>
                  <a:pt x="119643" y="10630"/>
                  <a:pt x="120001" y="10114"/>
                </a:cubicBezTo>
                <a:cubicBezTo>
                  <a:pt x="120359" y="9598"/>
                  <a:pt x="120869" y="9192"/>
                  <a:pt x="121533" y="8896"/>
                </a:cubicBezTo>
                <a:cubicBezTo>
                  <a:pt x="122203" y="8600"/>
                  <a:pt x="123007" y="8400"/>
                  <a:pt x="123946" y="8294"/>
                </a:cubicBezTo>
                <a:cubicBezTo>
                  <a:pt x="124885" y="8189"/>
                  <a:pt x="125893" y="8110"/>
                  <a:pt x="126970" y="8058"/>
                </a:cubicBezTo>
                <a:lnTo>
                  <a:pt x="126970" y="7769"/>
                </a:lnTo>
                <a:cubicBezTo>
                  <a:pt x="126970" y="7346"/>
                  <a:pt x="126896" y="6995"/>
                  <a:pt x="126748" y="6717"/>
                </a:cubicBezTo>
                <a:cubicBezTo>
                  <a:pt x="126601" y="6439"/>
                  <a:pt x="126389" y="6220"/>
                  <a:pt x="126113" y="6061"/>
                </a:cubicBezTo>
                <a:cubicBezTo>
                  <a:pt x="125850" y="5909"/>
                  <a:pt x="125535" y="5806"/>
                  <a:pt x="125168" y="5753"/>
                </a:cubicBezTo>
                <a:cubicBezTo>
                  <a:pt x="124800" y="5700"/>
                  <a:pt x="124416" y="5674"/>
                  <a:pt x="124015" y="5674"/>
                </a:cubicBezTo>
                <a:cubicBezTo>
                  <a:pt x="123529" y="5674"/>
                  <a:pt x="122987" y="5740"/>
                  <a:pt x="122390" y="5871"/>
                </a:cubicBezTo>
                <a:cubicBezTo>
                  <a:pt x="121792" y="6002"/>
                  <a:pt x="121175" y="6193"/>
                  <a:pt x="120538" y="6442"/>
                </a:cubicBezTo>
                <a:lnTo>
                  <a:pt x="120439" y="6442"/>
                </a:lnTo>
                <a:lnTo>
                  <a:pt x="120439" y="4561"/>
                </a:lnTo>
                <a:cubicBezTo>
                  <a:pt x="120801" y="4462"/>
                  <a:pt x="121323" y="4354"/>
                  <a:pt x="122006" y="4236"/>
                </a:cubicBezTo>
                <a:cubicBezTo>
                  <a:pt x="122689" y="4117"/>
                  <a:pt x="123362" y="4058"/>
                  <a:pt x="124025" y="4058"/>
                </a:cubicBezTo>
                <a:cubicBezTo>
                  <a:pt x="124800" y="4058"/>
                  <a:pt x="125475" y="4122"/>
                  <a:pt x="126049" y="4250"/>
                </a:cubicBezTo>
                <a:cubicBezTo>
                  <a:pt x="126624" y="4378"/>
                  <a:pt x="127121" y="4597"/>
                  <a:pt x="127541" y="4905"/>
                </a:cubicBezTo>
                <a:cubicBezTo>
                  <a:pt x="127955" y="5208"/>
                  <a:pt x="128270" y="5598"/>
                  <a:pt x="128487" y="6078"/>
                </a:cubicBezTo>
                <a:cubicBezTo>
                  <a:pt x="128704" y="6557"/>
                  <a:pt x="128812" y="7151"/>
                  <a:pt x="128812" y="7861"/>
                </a:cubicBezTo>
                <a:lnTo>
                  <a:pt x="128812" y="15327"/>
                </a:lnTo>
                <a:moveTo>
                  <a:pt x="126970" y="12632"/>
                </a:moveTo>
                <a:lnTo>
                  <a:pt x="126970" y="9555"/>
                </a:lnTo>
                <a:cubicBezTo>
                  <a:pt x="126405" y="9588"/>
                  <a:pt x="125740" y="9637"/>
                  <a:pt x="124975" y="9704"/>
                </a:cubicBezTo>
                <a:cubicBezTo>
                  <a:pt x="124210" y="9769"/>
                  <a:pt x="123605" y="9865"/>
                  <a:pt x="123158" y="9990"/>
                </a:cubicBezTo>
                <a:cubicBezTo>
                  <a:pt x="122626" y="10142"/>
                  <a:pt x="122196" y="10378"/>
                  <a:pt x="121868" y="10698"/>
                </a:cubicBezTo>
                <a:cubicBezTo>
                  <a:pt x="121539" y="11018"/>
                  <a:pt x="121375" y="11458"/>
                  <a:pt x="121375" y="12019"/>
                </a:cubicBezTo>
                <a:cubicBezTo>
                  <a:pt x="121375" y="12652"/>
                  <a:pt x="121566" y="13129"/>
                  <a:pt x="121946" y="13448"/>
                </a:cubicBezTo>
                <a:cubicBezTo>
                  <a:pt x="122327" y="13768"/>
                  <a:pt x="122908" y="13928"/>
                  <a:pt x="123690" y="13928"/>
                </a:cubicBezTo>
                <a:cubicBezTo>
                  <a:pt x="124340" y="13928"/>
                  <a:pt x="124934" y="13801"/>
                  <a:pt x="125473" y="13548"/>
                </a:cubicBezTo>
                <a:cubicBezTo>
                  <a:pt x="126011" y="13294"/>
                  <a:pt x="126510" y="12988"/>
                  <a:pt x="126970" y="12632"/>
                </a:cubicBezTo>
                <a:close/>
                <a:moveTo>
                  <a:pt x="141588" y="10008"/>
                </a:moveTo>
                <a:lnTo>
                  <a:pt x="133481" y="10008"/>
                </a:lnTo>
                <a:cubicBezTo>
                  <a:pt x="133481" y="10686"/>
                  <a:pt x="133583" y="11277"/>
                  <a:pt x="133787" y="11780"/>
                </a:cubicBezTo>
                <a:cubicBezTo>
                  <a:pt x="133990" y="12284"/>
                  <a:pt x="134269" y="12697"/>
                  <a:pt x="134624" y="13020"/>
                </a:cubicBezTo>
                <a:cubicBezTo>
                  <a:pt x="134965" y="13336"/>
                  <a:pt x="135371" y="13573"/>
                  <a:pt x="135840" y="13731"/>
                </a:cubicBezTo>
                <a:cubicBezTo>
                  <a:pt x="136310" y="13889"/>
                  <a:pt x="136827" y="13968"/>
                  <a:pt x="137392" y="13968"/>
                </a:cubicBezTo>
                <a:cubicBezTo>
                  <a:pt x="138140" y="13968"/>
                  <a:pt x="138894" y="13817"/>
                  <a:pt x="139652" y="13516"/>
                </a:cubicBezTo>
                <a:cubicBezTo>
                  <a:pt x="140411" y="13215"/>
                  <a:pt x="140951" y="12919"/>
                  <a:pt x="141273" y="12628"/>
                </a:cubicBezTo>
                <a:lnTo>
                  <a:pt x="141371" y="12628"/>
                </a:lnTo>
                <a:lnTo>
                  <a:pt x="141371" y="14654"/>
                </a:lnTo>
                <a:cubicBezTo>
                  <a:pt x="140748" y="14918"/>
                  <a:pt x="140111" y="15138"/>
                  <a:pt x="139460" y="15316"/>
                </a:cubicBezTo>
                <a:cubicBezTo>
                  <a:pt x="138810" y="15494"/>
                  <a:pt x="138127" y="15583"/>
                  <a:pt x="137412" y="15583"/>
                </a:cubicBezTo>
                <a:cubicBezTo>
                  <a:pt x="135586" y="15583"/>
                  <a:pt x="134161" y="15088"/>
                  <a:pt x="133136" y="14098"/>
                </a:cubicBezTo>
                <a:cubicBezTo>
                  <a:pt x="132112" y="13108"/>
                  <a:pt x="131600" y="11702"/>
                  <a:pt x="131600" y="9880"/>
                </a:cubicBezTo>
                <a:cubicBezTo>
                  <a:pt x="131600" y="8078"/>
                  <a:pt x="132091" y="6647"/>
                  <a:pt x="133072" y="5588"/>
                </a:cubicBezTo>
                <a:cubicBezTo>
                  <a:pt x="134054" y="4529"/>
                  <a:pt x="135346" y="3999"/>
                  <a:pt x="136949" y="3999"/>
                </a:cubicBezTo>
                <a:cubicBezTo>
                  <a:pt x="138433" y="3999"/>
                  <a:pt x="139577" y="4433"/>
                  <a:pt x="140381" y="5302"/>
                </a:cubicBezTo>
                <a:cubicBezTo>
                  <a:pt x="141186" y="6170"/>
                  <a:pt x="141588" y="7403"/>
                  <a:pt x="141588" y="9002"/>
                </a:cubicBezTo>
                <a:lnTo>
                  <a:pt x="141588" y="10008"/>
                </a:lnTo>
                <a:moveTo>
                  <a:pt x="139785" y="8589"/>
                </a:moveTo>
                <a:cubicBezTo>
                  <a:pt x="139779" y="7618"/>
                  <a:pt x="139534" y="6866"/>
                  <a:pt x="139052" y="6334"/>
                </a:cubicBezTo>
                <a:cubicBezTo>
                  <a:pt x="138569" y="5802"/>
                  <a:pt x="137835" y="5536"/>
                  <a:pt x="136850" y="5536"/>
                </a:cubicBezTo>
                <a:cubicBezTo>
                  <a:pt x="135858" y="5536"/>
                  <a:pt x="135069" y="5828"/>
                  <a:pt x="134481" y="6413"/>
                </a:cubicBezTo>
                <a:cubicBezTo>
                  <a:pt x="133893" y="6997"/>
                  <a:pt x="133560" y="7723"/>
                  <a:pt x="133481" y="8589"/>
                </a:cubicBezTo>
                <a:lnTo>
                  <a:pt x="139785" y="858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00E8AAE-1D79-4053-8134-51CA1ED88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1786460"/>
            <a:ext cx="188912" cy="112826"/>
          </a:xfrm>
          <a:custGeom xmlns:a="http://schemas.openxmlformats.org/drawingml/2006/main">
            <a:pathLst>
              <a:path w="188912" h="112826">
                <a:moveTo>
                  <a:pt x="0" y="0"/>
                </a:moveTo>
                <a:lnTo>
                  <a:pt x="188912" y="0"/>
                </a:lnTo>
                <a:lnTo>
                  <a:pt x="188912" y="112826"/>
                </a:lnTo>
                <a:lnTo>
                  <a:pt x="0" y="1128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72ADE8B-652F-41FE-AA0D-9C5ABCE003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1786462"/>
            <a:ext cx="188911" cy="112827"/>
          </a:xfrm>
          <a:custGeom xmlns:a="http://schemas.openxmlformats.org/drawingml/2006/main">
            <a:pathLst>
              <a:path w="188911" h="112827" fill="none">
                <a:moveTo>
                  <a:pt x="0" y="0"/>
                </a:moveTo>
                <a:lnTo>
                  <a:pt x="188911" y="0"/>
                </a:lnTo>
                <a:lnTo>
                  <a:pt x="188911" y="112827"/>
                </a:lnTo>
                <a:lnTo>
                  <a:pt x="0" y="1128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56" name="Text Carabidae">
            <a:extLst xmlns:a="http://schemas.openxmlformats.org/drawingml/2006/main">
              <a:ext uri="{FF2B5EF4-FFF2-40B4-BE49-F238E27FC236}">
                <a16:creationId xmlns:a16="http://schemas.microsoft.com/office/drawing/2014/main" id="{08A1D91E-D33E-4A3D-AC0B-FCA65427A7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79276" y="1815841"/>
            <a:ext cx="140722" cy="22097"/>
          </a:xfrm>
          <a:custGeom xmlns:a="http://schemas.openxmlformats.org/drawingml/2006/main">
            <a:pathLst>
              <a:path w="140722" h="22097">
                <a:moveTo>
                  <a:pt x="17185" y="20158"/>
                </a:moveTo>
                <a:cubicBezTo>
                  <a:pt x="16675" y="20381"/>
                  <a:pt x="16213" y="20590"/>
                  <a:pt x="15800" y="20785"/>
                </a:cubicBezTo>
                <a:cubicBezTo>
                  <a:pt x="15388" y="20981"/>
                  <a:pt x="14847" y="21186"/>
                  <a:pt x="14179" y="21399"/>
                </a:cubicBezTo>
                <a:cubicBezTo>
                  <a:pt x="13613" y="21576"/>
                  <a:pt x="12999" y="21728"/>
                  <a:pt x="12336" y="21853"/>
                </a:cubicBezTo>
                <a:cubicBezTo>
                  <a:pt x="11672" y="21979"/>
                  <a:pt x="10942" y="22041"/>
                  <a:pt x="10144" y="22041"/>
                </a:cubicBezTo>
                <a:cubicBezTo>
                  <a:pt x="8641" y="22041"/>
                  <a:pt x="7275" y="21830"/>
                  <a:pt x="6046" y="21408"/>
                </a:cubicBezTo>
                <a:cubicBezTo>
                  <a:pt x="4817" y="20985"/>
                  <a:pt x="3748" y="20324"/>
                  <a:pt x="2839" y="19424"/>
                </a:cubicBezTo>
                <a:cubicBezTo>
                  <a:pt x="1948" y="18542"/>
                  <a:pt x="1252" y="17421"/>
                  <a:pt x="751" y="16061"/>
                </a:cubicBezTo>
                <a:cubicBezTo>
                  <a:pt x="250" y="14701"/>
                  <a:pt x="0" y="13121"/>
                  <a:pt x="0" y="11320"/>
                </a:cubicBezTo>
                <a:cubicBezTo>
                  <a:pt x="0" y="9612"/>
                  <a:pt x="241" y="8085"/>
                  <a:pt x="724" y="6739"/>
                </a:cubicBezTo>
                <a:cubicBezTo>
                  <a:pt x="1206" y="5393"/>
                  <a:pt x="1902" y="4256"/>
                  <a:pt x="2811" y="3327"/>
                </a:cubicBezTo>
                <a:cubicBezTo>
                  <a:pt x="3692" y="2427"/>
                  <a:pt x="4757" y="1740"/>
                  <a:pt x="6004" y="1267"/>
                </a:cubicBezTo>
                <a:cubicBezTo>
                  <a:pt x="7252" y="793"/>
                  <a:pt x="8637" y="557"/>
                  <a:pt x="10158" y="557"/>
                </a:cubicBezTo>
                <a:cubicBezTo>
                  <a:pt x="11271" y="557"/>
                  <a:pt x="12382" y="691"/>
                  <a:pt x="13491" y="960"/>
                </a:cubicBezTo>
                <a:cubicBezTo>
                  <a:pt x="14599" y="1229"/>
                  <a:pt x="15831" y="1702"/>
                  <a:pt x="17185" y="2379"/>
                </a:cubicBezTo>
                <a:lnTo>
                  <a:pt x="17185" y="5649"/>
                </a:lnTo>
                <a:lnTo>
                  <a:pt x="16976" y="5649"/>
                </a:lnTo>
                <a:cubicBezTo>
                  <a:pt x="15835" y="4708"/>
                  <a:pt x="14703" y="4023"/>
                  <a:pt x="13581" y="3594"/>
                </a:cubicBezTo>
                <a:cubicBezTo>
                  <a:pt x="12459" y="3165"/>
                  <a:pt x="11257" y="2950"/>
                  <a:pt x="9977" y="2950"/>
                </a:cubicBezTo>
                <a:cubicBezTo>
                  <a:pt x="8929" y="2950"/>
                  <a:pt x="7985" y="3119"/>
                  <a:pt x="7145" y="3457"/>
                </a:cubicBezTo>
                <a:cubicBezTo>
                  <a:pt x="6306" y="3794"/>
                  <a:pt x="5557" y="4319"/>
                  <a:pt x="4898" y="5032"/>
                </a:cubicBezTo>
                <a:cubicBezTo>
                  <a:pt x="4258" y="5726"/>
                  <a:pt x="3759" y="6603"/>
                  <a:pt x="3402" y="7662"/>
                </a:cubicBezTo>
                <a:cubicBezTo>
                  <a:pt x="3045" y="8722"/>
                  <a:pt x="2866" y="9946"/>
                  <a:pt x="2866" y="11334"/>
                </a:cubicBezTo>
                <a:cubicBezTo>
                  <a:pt x="2866" y="12786"/>
                  <a:pt x="3064" y="14036"/>
                  <a:pt x="3458" y="15081"/>
                </a:cubicBezTo>
                <a:cubicBezTo>
                  <a:pt x="3852" y="16127"/>
                  <a:pt x="4360" y="16978"/>
                  <a:pt x="4982" y="17635"/>
                </a:cubicBezTo>
                <a:cubicBezTo>
                  <a:pt x="5631" y="18320"/>
                  <a:pt x="6389" y="18827"/>
                  <a:pt x="7257" y="19155"/>
                </a:cubicBezTo>
                <a:cubicBezTo>
                  <a:pt x="8124" y="19484"/>
                  <a:pt x="9040" y="19648"/>
                  <a:pt x="10005" y="19648"/>
                </a:cubicBezTo>
                <a:cubicBezTo>
                  <a:pt x="11331" y="19648"/>
                  <a:pt x="12574" y="19421"/>
                  <a:pt x="13734" y="18966"/>
                </a:cubicBezTo>
                <a:cubicBezTo>
                  <a:pt x="14894" y="18512"/>
                  <a:pt x="15979" y="17830"/>
                  <a:pt x="16990" y="16921"/>
                </a:cubicBezTo>
                <a:lnTo>
                  <a:pt x="17185" y="16921"/>
                </a:lnTo>
                <a:lnTo>
                  <a:pt x="17185" y="20158"/>
                </a:lnTo>
                <a:close/>
                <a:moveTo>
                  <a:pt x="32949" y="21652"/>
                </a:moveTo>
                <a:lnTo>
                  <a:pt x="30347" y="21652"/>
                </a:lnTo>
                <a:lnTo>
                  <a:pt x="30347" y="20007"/>
                </a:lnTo>
                <a:cubicBezTo>
                  <a:pt x="30115" y="20165"/>
                  <a:pt x="29802" y="20386"/>
                  <a:pt x="29408" y="20669"/>
                </a:cubicBezTo>
                <a:cubicBezTo>
                  <a:pt x="29014" y="20952"/>
                  <a:pt x="28631" y="21177"/>
                  <a:pt x="28260" y="21345"/>
                </a:cubicBezTo>
                <a:cubicBezTo>
                  <a:pt x="27824" y="21558"/>
                  <a:pt x="27323" y="21737"/>
                  <a:pt x="26757" y="21881"/>
                </a:cubicBezTo>
                <a:cubicBezTo>
                  <a:pt x="26191" y="22025"/>
                  <a:pt x="25528" y="22097"/>
                  <a:pt x="24767" y="22097"/>
                </a:cubicBezTo>
                <a:cubicBezTo>
                  <a:pt x="23367" y="22097"/>
                  <a:pt x="22179" y="21633"/>
                  <a:pt x="21205" y="20704"/>
                </a:cubicBezTo>
                <a:cubicBezTo>
                  <a:pt x="20231" y="19775"/>
                  <a:pt x="19744" y="18591"/>
                  <a:pt x="19744" y="17151"/>
                </a:cubicBezTo>
                <a:cubicBezTo>
                  <a:pt x="19744" y="15971"/>
                  <a:pt x="19997" y="15017"/>
                  <a:pt x="20503" y="14288"/>
                </a:cubicBezTo>
                <a:cubicBezTo>
                  <a:pt x="21008" y="13558"/>
                  <a:pt x="21729" y="12985"/>
                  <a:pt x="22666" y="12567"/>
                </a:cubicBezTo>
                <a:cubicBezTo>
                  <a:pt x="23612" y="12149"/>
                  <a:pt x="24749" y="11866"/>
                  <a:pt x="26075" y="11717"/>
                </a:cubicBezTo>
                <a:cubicBezTo>
                  <a:pt x="27402" y="11568"/>
                  <a:pt x="28826" y="11457"/>
                  <a:pt x="30347" y="11382"/>
                </a:cubicBezTo>
                <a:lnTo>
                  <a:pt x="30347" y="10975"/>
                </a:lnTo>
                <a:cubicBezTo>
                  <a:pt x="30347" y="10377"/>
                  <a:pt x="30243" y="9881"/>
                  <a:pt x="30034" y="9488"/>
                </a:cubicBezTo>
                <a:cubicBezTo>
                  <a:pt x="29826" y="9095"/>
                  <a:pt x="29526" y="8787"/>
                  <a:pt x="29137" y="8562"/>
                </a:cubicBezTo>
                <a:cubicBezTo>
                  <a:pt x="28766" y="8347"/>
                  <a:pt x="28320" y="8202"/>
                  <a:pt x="27801" y="8127"/>
                </a:cubicBezTo>
                <a:cubicBezTo>
                  <a:pt x="27281" y="8052"/>
                  <a:pt x="26739" y="8015"/>
                  <a:pt x="26173" y="8015"/>
                </a:cubicBezTo>
                <a:cubicBezTo>
                  <a:pt x="25486" y="8015"/>
                  <a:pt x="24721" y="8108"/>
                  <a:pt x="23877" y="8294"/>
                </a:cubicBezTo>
                <a:cubicBezTo>
                  <a:pt x="23033" y="8479"/>
                  <a:pt x="22161" y="8748"/>
                  <a:pt x="21261" y="9100"/>
                </a:cubicBezTo>
                <a:lnTo>
                  <a:pt x="21122" y="9100"/>
                </a:lnTo>
                <a:lnTo>
                  <a:pt x="21122" y="6443"/>
                </a:lnTo>
                <a:cubicBezTo>
                  <a:pt x="21632" y="6303"/>
                  <a:pt x="22369" y="6150"/>
                  <a:pt x="23334" y="5983"/>
                </a:cubicBezTo>
                <a:cubicBezTo>
                  <a:pt x="24299" y="5816"/>
                  <a:pt x="25250" y="5733"/>
                  <a:pt x="26187" y="5733"/>
                </a:cubicBezTo>
                <a:cubicBezTo>
                  <a:pt x="27281" y="5733"/>
                  <a:pt x="28235" y="5823"/>
                  <a:pt x="29046" y="6004"/>
                </a:cubicBezTo>
                <a:cubicBezTo>
                  <a:pt x="29858" y="6185"/>
                  <a:pt x="30561" y="6494"/>
                  <a:pt x="31154" y="6930"/>
                </a:cubicBezTo>
                <a:cubicBezTo>
                  <a:pt x="31739" y="7356"/>
                  <a:pt x="32184" y="7908"/>
                  <a:pt x="32490" y="8586"/>
                </a:cubicBezTo>
                <a:cubicBezTo>
                  <a:pt x="32796" y="9263"/>
                  <a:pt x="32949" y="10102"/>
                  <a:pt x="32949" y="11104"/>
                </a:cubicBezTo>
                <a:lnTo>
                  <a:pt x="32949" y="21652"/>
                </a:lnTo>
                <a:moveTo>
                  <a:pt x="30347" y="17845"/>
                </a:moveTo>
                <a:lnTo>
                  <a:pt x="30347" y="13498"/>
                </a:lnTo>
                <a:cubicBezTo>
                  <a:pt x="29550" y="13544"/>
                  <a:pt x="28610" y="13614"/>
                  <a:pt x="27530" y="13708"/>
                </a:cubicBezTo>
                <a:cubicBezTo>
                  <a:pt x="26449" y="13801"/>
                  <a:pt x="25593" y="13936"/>
                  <a:pt x="24962" y="14112"/>
                </a:cubicBezTo>
                <a:cubicBezTo>
                  <a:pt x="24211" y="14327"/>
                  <a:pt x="23603" y="14660"/>
                  <a:pt x="23139" y="15112"/>
                </a:cubicBezTo>
                <a:cubicBezTo>
                  <a:pt x="22676" y="15564"/>
                  <a:pt x="22444" y="16186"/>
                  <a:pt x="22444" y="16978"/>
                </a:cubicBezTo>
                <a:cubicBezTo>
                  <a:pt x="22444" y="17873"/>
                  <a:pt x="22713" y="18546"/>
                  <a:pt x="23251" y="18998"/>
                </a:cubicBezTo>
                <a:cubicBezTo>
                  <a:pt x="23789" y="19450"/>
                  <a:pt x="24610" y="19676"/>
                  <a:pt x="25714" y="19676"/>
                </a:cubicBezTo>
                <a:cubicBezTo>
                  <a:pt x="26632" y="19676"/>
                  <a:pt x="27472" y="19496"/>
                  <a:pt x="28232" y="19138"/>
                </a:cubicBezTo>
                <a:cubicBezTo>
                  <a:pt x="28993" y="18779"/>
                  <a:pt x="29698" y="18348"/>
                  <a:pt x="30347" y="17845"/>
                </a:cubicBezTo>
                <a:close/>
                <a:moveTo>
                  <a:pt x="47674" y="8933"/>
                </a:moveTo>
                <a:lnTo>
                  <a:pt x="47535" y="8933"/>
                </a:lnTo>
                <a:cubicBezTo>
                  <a:pt x="47146" y="8846"/>
                  <a:pt x="46768" y="8782"/>
                  <a:pt x="46401" y="8743"/>
                </a:cubicBezTo>
                <a:cubicBezTo>
                  <a:pt x="46035" y="8703"/>
                  <a:pt x="45601" y="8683"/>
                  <a:pt x="45100" y="8683"/>
                </a:cubicBezTo>
                <a:cubicBezTo>
                  <a:pt x="44293" y="8683"/>
                  <a:pt x="43514" y="8862"/>
                  <a:pt x="42762" y="9220"/>
                </a:cubicBezTo>
                <a:cubicBezTo>
                  <a:pt x="42011" y="9577"/>
                  <a:pt x="41287" y="10039"/>
                  <a:pt x="40592" y="10605"/>
                </a:cubicBezTo>
                <a:lnTo>
                  <a:pt x="40592" y="21652"/>
                </a:lnTo>
                <a:lnTo>
                  <a:pt x="37976" y="21652"/>
                </a:lnTo>
                <a:lnTo>
                  <a:pt x="37976" y="6095"/>
                </a:lnTo>
                <a:lnTo>
                  <a:pt x="40592" y="6095"/>
                </a:lnTo>
                <a:lnTo>
                  <a:pt x="40592" y="8393"/>
                </a:lnTo>
                <a:cubicBezTo>
                  <a:pt x="41631" y="7557"/>
                  <a:pt x="42547" y="6965"/>
                  <a:pt x="43340" y="6617"/>
                </a:cubicBezTo>
                <a:cubicBezTo>
                  <a:pt x="44133" y="6269"/>
                  <a:pt x="44942" y="6095"/>
                  <a:pt x="45768" y="6095"/>
                </a:cubicBezTo>
                <a:cubicBezTo>
                  <a:pt x="46223" y="6095"/>
                  <a:pt x="46552" y="6106"/>
                  <a:pt x="46756" y="6130"/>
                </a:cubicBezTo>
                <a:cubicBezTo>
                  <a:pt x="46960" y="6152"/>
                  <a:pt x="47266" y="6196"/>
                  <a:pt x="47674" y="6261"/>
                </a:cubicBezTo>
                <a:lnTo>
                  <a:pt x="47674" y="8933"/>
                </a:lnTo>
                <a:close/>
                <a:moveTo>
                  <a:pt x="62228" y="21652"/>
                </a:moveTo>
                <a:lnTo>
                  <a:pt x="59626" y="21652"/>
                </a:lnTo>
                <a:lnTo>
                  <a:pt x="59626" y="20007"/>
                </a:lnTo>
                <a:cubicBezTo>
                  <a:pt x="59394" y="20165"/>
                  <a:pt x="59081" y="20386"/>
                  <a:pt x="58686" y="20669"/>
                </a:cubicBezTo>
                <a:cubicBezTo>
                  <a:pt x="58292" y="20952"/>
                  <a:pt x="57909" y="21177"/>
                  <a:pt x="57538" y="21345"/>
                </a:cubicBezTo>
                <a:cubicBezTo>
                  <a:pt x="57102" y="21558"/>
                  <a:pt x="56601" y="21737"/>
                  <a:pt x="56035" y="21881"/>
                </a:cubicBezTo>
                <a:cubicBezTo>
                  <a:pt x="55470" y="22025"/>
                  <a:pt x="54806" y="22097"/>
                  <a:pt x="54046" y="22097"/>
                </a:cubicBezTo>
                <a:cubicBezTo>
                  <a:pt x="52645" y="22097"/>
                  <a:pt x="51457" y="21633"/>
                  <a:pt x="50483" y="20704"/>
                </a:cubicBezTo>
                <a:cubicBezTo>
                  <a:pt x="49509" y="19775"/>
                  <a:pt x="49022" y="18591"/>
                  <a:pt x="49022" y="17151"/>
                </a:cubicBezTo>
                <a:cubicBezTo>
                  <a:pt x="49022" y="15971"/>
                  <a:pt x="49275" y="15017"/>
                  <a:pt x="49781" y="14288"/>
                </a:cubicBezTo>
                <a:cubicBezTo>
                  <a:pt x="50286" y="13558"/>
                  <a:pt x="51008" y="12985"/>
                  <a:pt x="51944" y="12567"/>
                </a:cubicBezTo>
                <a:cubicBezTo>
                  <a:pt x="52891" y="12149"/>
                  <a:pt x="54027" y="11866"/>
                  <a:pt x="55354" y="11717"/>
                </a:cubicBezTo>
                <a:cubicBezTo>
                  <a:pt x="56680" y="11568"/>
                  <a:pt x="58104" y="11457"/>
                  <a:pt x="59626" y="11382"/>
                </a:cubicBezTo>
                <a:lnTo>
                  <a:pt x="59626" y="10975"/>
                </a:lnTo>
                <a:cubicBezTo>
                  <a:pt x="59626" y="10377"/>
                  <a:pt x="59521" y="9881"/>
                  <a:pt x="59312" y="9488"/>
                </a:cubicBezTo>
                <a:cubicBezTo>
                  <a:pt x="59104" y="9095"/>
                  <a:pt x="58805" y="8787"/>
                  <a:pt x="58415" y="8562"/>
                </a:cubicBezTo>
                <a:cubicBezTo>
                  <a:pt x="58044" y="8347"/>
                  <a:pt x="57599" y="8202"/>
                  <a:pt x="57079" y="8127"/>
                </a:cubicBezTo>
                <a:cubicBezTo>
                  <a:pt x="56560" y="8052"/>
                  <a:pt x="56017" y="8015"/>
                  <a:pt x="55451" y="8015"/>
                </a:cubicBezTo>
                <a:cubicBezTo>
                  <a:pt x="54765" y="8015"/>
                  <a:pt x="53999" y="8108"/>
                  <a:pt x="53155" y="8294"/>
                </a:cubicBezTo>
                <a:cubicBezTo>
                  <a:pt x="52311" y="8479"/>
                  <a:pt x="51439" y="8748"/>
                  <a:pt x="50539" y="9100"/>
                </a:cubicBezTo>
                <a:lnTo>
                  <a:pt x="50400" y="9100"/>
                </a:lnTo>
                <a:lnTo>
                  <a:pt x="50400" y="6443"/>
                </a:lnTo>
                <a:cubicBezTo>
                  <a:pt x="50910" y="6303"/>
                  <a:pt x="51648" y="6150"/>
                  <a:pt x="52612" y="5983"/>
                </a:cubicBezTo>
                <a:cubicBezTo>
                  <a:pt x="53577" y="5816"/>
                  <a:pt x="54528" y="5733"/>
                  <a:pt x="55465" y="5733"/>
                </a:cubicBezTo>
                <a:cubicBezTo>
                  <a:pt x="56560" y="5733"/>
                  <a:pt x="57513" y="5823"/>
                  <a:pt x="58324" y="6004"/>
                </a:cubicBezTo>
                <a:cubicBezTo>
                  <a:pt x="59136" y="6185"/>
                  <a:pt x="59839" y="6494"/>
                  <a:pt x="60433" y="6930"/>
                </a:cubicBezTo>
                <a:cubicBezTo>
                  <a:pt x="61017" y="7356"/>
                  <a:pt x="61462" y="7908"/>
                  <a:pt x="61768" y="8586"/>
                </a:cubicBezTo>
                <a:cubicBezTo>
                  <a:pt x="62075" y="9263"/>
                  <a:pt x="62228" y="10102"/>
                  <a:pt x="62228" y="11104"/>
                </a:cubicBezTo>
                <a:lnTo>
                  <a:pt x="62228" y="21652"/>
                </a:lnTo>
                <a:moveTo>
                  <a:pt x="59626" y="17845"/>
                </a:moveTo>
                <a:lnTo>
                  <a:pt x="59626" y="13498"/>
                </a:lnTo>
                <a:cubicBezTo>
                  <a:pt x="58828" y="13544"/>
                  <a:pt x="57888" y="13614"/>
                  <a:pt x="56808" y="13708"/>
                </a:cubicBezTo>
                <a:cubicBezTo>
                  <a:pt x="55727" y="13801"/>
                  <a:pt x="54871" y="13936"/>
                  <a:pt x="54240" y="14112"/>
                </a:cubicBezTo>
                <a:cubicBezTo>
                  <a:pt x="53489" y="14327"/>
                  <a:pt x="52881" y="14660"/>
                  <a:pt x="52418" y="15112"/>
                </a:cubicBezTo>
                <a:cubicBezTo>
                  <a:pt x="51954" y="15564"/>
                  <a:pt x="51722" y="16186"/>
                  <a:pt x="51722" y="16978"/>
                </a:cubicBezTo>
                <a:cubicBezTo>
                  <a:pt x="51722" y="17873"/>
                  <a:pt x="51991" y="18546"/>
                  <a:pt x="52529" y="18998"/>
                </a:cubicBezTo>
                <a:cubicBezTo>
                  <a:pt x="53067" y="19450"/>
                  <a:pt x="53888" y="19676"/>
                  <a:pt x="54992" y="19676"/>
                </a:cubicBezTo>
                <a:cubicBezTo>
                  <a:pt x="55910" y="19676"/>
                  <a:pt x="56750" y="19496"/>
                  <a:pt x="57510" y="19138"/>
                </a:cubicBezTo>
                <a:cubicBezTo>
                  <a:pt x="58271" y="18779"/>
                  <a:pt x="58976" y="18348"/>
                  <a:pt x="59626" y="17845"/>
                </a:cubicBezTo>
                <a:close/>
                <a:moveTo>
                  <a:pt x="80944" y="13755"/>
                </a:moveTo>
                <a:cubicBezTo>
                  <a:pt x="80944" y="15057"/>
                  <a:pt x="80761" y="16229"/>
                  <a:pt x="80394" y="17270"/>
                </a:cubicBezTo>
                <a:cubicBezTo>
                  <a:pt x="80028" y="18312"/>
                  <a:pt x="79534" y="19186"/>
                  <a:pt x="78912" y="19893"/>
                </a:cubicBezTo>
                <a:cubicBezTo>
                  <a:pt x="78253" y="20628"/>
                  <a:pt x="77530" y="21179"/>
                  <a:pt x="76741" y="21546"/>
                </a:cubicBezTo>
                <a:cubicBezTo>
                  <a:pt x="75953" y="21913"/>
                  <a:pt x="75086" y="22097"/>
                  <a:pt x="74139" y="22097"/>
                </a:cubicBezTo>
                <a:cubicBezTo>
                  <a:pt x="73258" y="22097"/>
                  <a:pt x="72488" y="21992"/>
                  <a:pt x="71829" y="21783"/>
                </a:cubicBezTo>
                <a:cubicBezTo>
                  <a:pt x="71171" y="21574"/>
                  <a:pt x="70521" y="21292"/>
                  <a:pt x="69881" y="20939"/>
                </a:cubicBezTo>
                <a:lnTo>
                  <a:pt x="69714" y="21652"/>
                </a:lnTo>
                <a:lnTo>
                  <a:pt x="67265" y="21652"/>
                </a:lnTo>
                <a:lnTo>
                  <a:pt x="67265" y="0"/>
                </a:lnTo>
                <a:lnTo>
                  <a:pt x="69881" y="0"/>
                </a:lnTo>
                <a:lnTo>
                  <a:pt x="69881" y="7714"/>
                </a:lnTo>
                <a:cubicBezTo>
                  <a:pt x="70614" y="7110"/>
                  <a:pt x="71393" y="6615"/>
                  <a:pt x="72219" y="6229"/>
                </a:cubicBezTo>
                <a:cubicBezTo>
                  <a:pt x="73045" y="5843"/>
                  <a:pt x="73972" y="5649"/>
                  <a:pt x="75002" y="5649"/>
                </a:cubicBezTo>
                <a:cubicBezTo>
                  <a:pt x="76839" y="5649"/>
                  <a:pt x="78288" y="6356"/>
                  <a:pt x="79350" y="7770"/>
                </a:cubicBezTo>
                <a:cubicBezTo>
                  <a:pt x="80413" y="9184"/>
                  <a:pt x="80944" y="11179"/>
                  <a:pt x="80944" y="13755"/>
                </a:cubicBezTo>
                <a:moveTo>
                  <a:pt x="78244" y="13825"/>
                </a:moveTo>
                <a:cubicBezTo>
                  <a:pt x="78244" y="11967"/>
                  <a:pt x="77938" y="10557"/>
                  <a:pt x="77326" y="9596"/>
                </a:cubicBezTo>
                <a:cubicBezTo>
                  <a:pt x="76714" y="8635"/>
                  <a:pt x="75726" y="8154"/>
                  <a:pt x="74362" y="8154"/>
                </a:cubicBezTo>
                <a:cubicBezTo>
                  <a:pt x="73601" y="8154"/>
                  <a:pt x="72831" y="8319"/>
                  <a:pt x="72052" y="8649"/>
                </a:cubicBezTo>
                <a:cubicBezTo>
                  <a:pt x="71273" y="8979"/>
                  <a:pt x="70549" y="9403"/>
                  <a:pt x="69881" y="9924"/>
                </a:cubicBezTo>
                <a:lnTo>
                  <a:pt x="69881" y="18840"/>
                </a:lnTo>
                <a:cubicBezTo>
                  <a:pt x="70623" y="19174"/>
                  <a:pt x="71261" y="19406"/>
                  <a:pt x="71795" y="19537"/>
                </a:cubicBezTo>
                <a:cubicBezTo>
                  <a:pt x="72328" y="19666"/>
                  <a:pt x="72933" y="19731"/>
                  <a:pt x="73611" y="19731"/>
                </a:cubicBezTo>
                <a:cubicBezTo>
                  <a:pt x="75058" y="19731"/>
                  <a:pt x="76192" y="19255"/>
                  <a:pt x="77013" y="18303"/>
                </a:cubicBezTo>
                <a:cubicBezTo>
                  <a:pt x="77834" y="17351"/>
                  <a:pt x="78244" y="15858"/>
                  <a:pt x="78244" y="13825"/>
                </a:cubicBezTo>
                <a:close/>
                <a:moveTo>
                  <a:pt x="87831" y="3507"/>
                </a:moveTo>
                <a:lnTo>
                  <a:pt x="84881" y="3507"/>
                </a:lnTo>
                <a:lnTo>
                  <a:pt x="84881" y="779"/>
                </a:lnTo>
                <a:lnTo>
                  <a:pt x="87831" y="779"/>
                </a:lnTo>
                <a:lnTo>
                  <a:pt x="87831" y="3507"/>
                </a:lnTo>
                <a:moveTo>
                  <a:pt x="87664" y="21652"/>
                </a:moveTo>
                <a:lnTo>
                  <a:pt x="85048" y="21652"/>
                </a:lnTo>
                <a:lnTo>
                  <a:pt x="85048" y="6095"/>
                </a:lnTo>
                <a:lnTo>
                  <a:pt x="87664" y="6095"/>
                </a:lnTo>
                <a:lnTo>
                  <a:pt x="87664" y="21652"/>
                </a:lnTo>
                <a:close/>
                <a:moveTo>
                  <a:pt x="105447" y="21652"/>
                </a:moveTo>
                <a:lnTo>
                  <a:pt x="102831" y="21652"/>
                </a:lnTo>
                <a:lnTo>
                  <a:pt x="102831" y="20032"/>
                </a:lnTo>
                <a:cubicBezTo>
                  <a:pt x="102080" y="20683"/>
                  <a:pt x="101296" y="21190"/>
                  <a:pt x="100480" y="21553"/>
                </a:cubicBezTo>
                <a:cubicBezTo>
                  <a:pt x="99664" y="21916"/>
                  <a:pt x="98778" y="22097"/>
                  <a:pt x="97822" y="22097"/>
                </a:cubicBezTo>
                <a:cubicBezTo>
                  <a:pt x="95967" y="22097"/>
                  <a:pt x="94494" y="21381"/>
                  <a:pt x="93404" y="19949"/>
                </a:cubicBezTo>
                <a:cubicBezTo>
                  <a:pt x="92314" y="18516"/>
                  <a:pt x="91769" y="16531"/>
                  <a:pt x="91769" y="13992"/>
                </a:cubicBezTo>
                <a:cubicBezTo>
                  <a:pt x="91769" y="12671"/>
                  <a:pt x="91957" y="11495"/>
                  <a:pt x="92333" y="10462"/>
                </a:cubicBezTo>
                <a:cubicBezTo>
                  <a:pt x="92708" y="9430"/>
                  <a:pt x="93216" y="8551"/>
                  <a:pt x="93856" y="7826"/>
                </a:cubicBezTo>
                <a:cubicBezTo>
                  <a:pt x="94487" y="7119"/>
                  <a:pt x="95222" y="6580"/>
                  <a:pt x="96062" y="6208"/>
                </a:cubicBezTo>
                <a:cubicBezTo>
                  <a:pt x="96901" y="5836"/>
                  <a:pt x="97771" y="5649"/>
                  <a:pt x="98671" y="5649"/>
                </a:cubicBezTo>
                <a:cubicBezTo>
                  <a:pt x="99487" y="5649"/>
                  <a:pt x="100211" y="5736"/>
                  <a:pt x="100842" y="5908"/>
                </a:cubicBezTo>
                <a:cubicBezTo>
                  <a:pt x="101472" y="6080"/>
                  <a:pt x="102136" y="6347"/>
                  <a:pt x="102831" y="6710"/>
                </a:cubicBezTo>
                <a:lnTo>
                  <a:pt x="102831" y="0"/>
                </a:lnTo>
                <a:lnTo>
                  <a:pt x="105447" y="0"/>
                </a:lnTo>
                <a:lnTo>
                  <a:pt x="105447" y="21652"/>
                </a:lnTo>
                <a:moveTo>
                  <a:pt x="102831" y="17825"/>
                </a:moveTo>
                <a:lnTo>
                  <a:pt x="102831" y="8906"/>
                </a:lnTo>
                <a:cubicBezTo>
                  <a:pt x="102126" y="8590"/>
                  <a:pt x="101496" y="8372"/>
                  <a:pt x="100939" y="8252"/>
                </a:cubicBezTo>
                <a:cubicBezTo>
                  <a:pt x="100382" y="8131"/>
                  <a:pt x="99775" y="8071"/>
                  <a:pt x="99116" y="8071"/>
                </a:cubicBezTo>
                <a:cubicBezTo>
                  <a:pt x="97650" y="8071"/>
                  <a:pt x="96509" y="8581"/>
                  <a:pt x="95693" y="9601"/>
                </a:cubicBezTo>
                <a:cubicBezTo>
                  <a:pt x="94877" y="10622"/>
                  <a:pt x="94469" y="12069"/>
                  <a:pt x="94469" y="13943"/>
                </a:cubicBezTo>
                <a:cubicBezTo>
                  <a:pt x="94469" y="15789"/>
                  <a:pt x="94784" y="17192"/>
                  <a:pt x="95415" y="18152"/>
                </a:cubicBezTo>
                <a:cubicBezTo>
                  <a:pt x="96046" y="19112"/>
                  <a:pt x="97057" y="19592"/>
                  <a:pt x="98448" y="19592"/>
                </a:cubicBezTo>
                <a:cubicBezTo>
                  <a:pt x="99190" y="19592"/>
                  <a:pt x="99942" y="19428"/>
                  <a:pt x="100702" y="19098"/>
                </a:cubicBezTo>
                <a:cubicBezTo>
                  <a:pt x="101463" y="18769"/>
                  <a:pt x="102173" y="18345"/>
                  <a:pt x="102831" y="17825"/>
                </a:cubicBezTo>
                <a:close/>
                <a:moveTo>
                  <a:pt x="122674" y="21652"/>
                </a:moveTo>
                <a:lnTo>
                  <a:pt x="120072" y="21652"/>
                </a:lnTo>
                <a:lnTo>
                  <a:pt x="120072" y="20007"/>
                </a:lnTo>
                <a:cubicBezTo>
                  <a:pt x="119840" y="20165"/>
                  <a:pt x="119527" y="20386"/>
                  <a:pt x="119133" y="20669"/>
                </a:cubicBezTo>
                <a:cubicBezTo>
                  <a:pt x="118739" y="20952"/>
                  <a:pt x="118356" y="21177"/>
                  <a:pt x="117985" y="21345"/>
                </a:cubicBezTo>
                <a:cubicBezTo>
                  <a:pt x="117549" y="21558"/>
                  <a:pt x="117048" y="21737"/>
                  <a:pt x="116482" y="21881"/>
                </a:cubicBezTo>
                <a:cubicBezTo>
                  <a:pt x="115916" y="22025"/>
                  <a:pt x="115253" y="22097"/>
                  <a:pt x="114492" y="22097"/>
                </a:cubicBezTo>
                <a:cubicBezTo>
                  <a:pt x="113091" y="22097"/>
                  <a:pt x="111904" y="21633"/>
                  <a:pt x="110930" y="20704"/>
                </a:cubicBezTo>
                <a:cubicBezTo>
                  <a:pt x="109956" y="19775"/>
                  <a:pt x="109469" y="18591"/>
                  <a:pt x="109469" y="17151"/>
                </a:cubicBezTo>
                <a:cubicBezTo>
                  <a:pt x="109469" y="15971"/>
                  <a:pt x="109722" y="15017"/>
                  <a:pt x="110227" y="14288"/>
                </a:cubicBezTo>
                <a:cubicBezTo>
                  <a:pt x="110733" y="13558"/>
                  <a:pt x="111454" y="12985"/>
                  <a:pt x="112391" y="12567"/>
                </a:cubicBezTo>
                <a:cubicBezTo>
                  <a:pt x="113337" y="12149"/>
                  <a:pt x="114474" y="11866"/>
                  <a:pt x="115800" y="11717"/>
                </a:cubicBezTo>
                <a:cubicBezTo>
                  <a:pt x="117127" y="11568"/>
                  <a:pt x="118551" y="11457"/>
                  <a:pt x="120072" y="11382"/>
                </a:cubicBezTo>
                <a:lnTo>
                  <a:pt x="120072" y="10975"/>
                </a:lnTo>
                <a:cubicBezTo>
                  <a:pt x="120072" y="10377"/>
                  <a:pt x="119968" y="9881"/>
                  <a:pt x="119759" y="9488"/>
                </a:cubicBezTo>
                <a:cubicBezTo>
                  <a:pt x="119550" y="9095"/>
                  <a:pt x="119251" y="8787"/>
                  <a:pt x="118861" y="8562"/>
                </a:cubicBezTo>
                <a:cubicBezTo>
                  <a:pt x="118490" y="8347"/>
                  <a:pt x="118045" y="8202"/>
                  <a:pt x="117526" y="8127"/>
                </a:cubicBezTo>
                <a:cubicBezTo>
                  <a:pt x="117006" y="8052"/>
                  <a:pt x="116463" y="8015"/>
                  <a:pt x="115898" y="8015"/>
                </a:cubicBezTo>
                <a:cubicBezTo>
                  <a:pt x="115211" y="8015"/>
                  <a:pt x="114446" y="8108"/>
                  <a:pt x="113602" y="8294"/>
                </a:cubicBezTo>
                <a:cubicBezTo>
                  <a:pt x="112757" y="8479"/>
                  <a:pt x="111885" y="8748"/>
                  <a:pt x="110986" y="9100"/>
                </a:cubicBezTo>
                <a:lnTo>
                  <a:pt x="110846" y="9100"/>
                </a:lnTo>
                <a:lnTo>
                  <a:pt x="110846" y="6443"/>
                </a:lnTo>
                <a:cubicBezTo>
                  <a:pt x="111357" y="6303"/>
                  <a:pt x="112094" y="6150"/>
                  <a:pt x="113059" y="5983"/>
                </a:cubicBezTo>
                <a:cubicBezTo>
                  <a:pt x="114024" y="5816"/>
                  <a:pt x="114975" y="5733"/>
                  <a:pt x="115912" y="5733"/>
                </a:cubicBezTo>
                <a:cubicBezTo>
                  <a:pt x="117006" y="5733"/>
                  <a:pt x="117959" y="5823"/>
                  <a:pt x="118771" y="6004"/>
                </a:cubicBezTo>
                <a:cubicBezTo>
                  <a:pt x="119583" y="6185"/>
                  <a:pt x="120285" y="6494"/>
                  <a:pt x="120879" y="6930"/>
                </a:cubicBezTo>
                <a:cubicBezTo>
                  <a:pt x="121464" y="7356"/>
                  <a:pt x="121909" y="7908"/>
                  <a:pt x="122215" y="8586"/>
                </a:cubicBezTo>
                <a:cubicBezTo>
                  <a:pt x="122521" y="9263"/>
                  <a:pt x="122674" y="10102"/>
                  <a:pt x="122674" y="11104"/>
                </a:cubicBezTo>
                <a:lnTo>
                  <a:pt x="122674" y="21652"/>
                </a:lnTo>
                <a:moveTo>
                  <a:pt x="120072" y="17845"/>
                </a:moveTo>
                <a:lnTo>
                  <a:pt x="120072" y="13498"/>
                </a:lnTo>
                <a:cubicBezTo>
                  <a:pt x="119274" y="13544"/>
                  <a:pt x="118335" y="13614"/>
                  <a:pt x="117254" y="13708"/>
                </a:cubicBezTo>
                <a:cubicBezTo>
                  <a:pt x="116174" y="13801"/>
                  <a:pt x="115318" y="13936"/>
                  <a:pt x="114687" y="14112"/>
                </a:cubicBezTo>
                <a:cubicBezTo>
                  <a:pt x="113936" y="14327"/>
                  <a:pt x="113328" y="14660"/>
                  <a:pt x="112864" y="15112"/>
                </a:cubicBezTo>
                <a:cubicBezTo>
                  <a:pt x="112400" y="15564"/>
                  <a:pt x="112168" y="16186"/>
                  <a:pt x="112168" y="16978"/>
                </a:cubicBezTo>
                <a:cubicBezTo>
                  <a:pt x="112168" y="17873"/>
                  <a:pt x="112437" y="18546"/>
                  <a:pt x="112975" y="18998"/>
                </a:cubicBezTo>
                <a:cubicBezTo>
                  <a:pt x="113514" y="19450"/>
                  <a:pt x="114334" y="19676"/>
                  <a:pt x="115438" y="19676"/>
                </a:cubicBezTo>
                <a:cubicBezTo>
                  <a:pt x="116357" y="19676"/>
                  <a:pt x="117196" y="19496"/>
                  <a:pt x="117957" y="19138"/>
                </a:cubicBezTo>
                <a:cubicBezTo>
                  <a:pt x="118718" y="18779"/>
                  <a:pt x="119423" y="18348"/>
                  <a:pt x="120072" y="17845"/>
                </a:cubicBezTo>
                <a:close/>
                <a:moveTo>
                  <a:pt x="140722" y="14138"/>
                </a:moveTo>
                <a:lnTo>
                  <a:pt x="129270" y="14138"/>
                </a:lnTo>
                <a:cubicBezTo>
                  <a:pt x="129270" y="15095"/>
                  <a:pt x="129414" y="15930"/>
                  <a:pt x="129702" y="16641"/>
                </a:cubicBezTo>
                <a:cubicBezTo>
                  <a:pt x="129989" y="17353"/>
                  <a:pt x="130384" y="17936"/>
                  <a:pt x="130884" y="18392"/>
                </a:cubicBezTo>
                <a:cubicBezTo>
                  <a:pt x="131367" y="18839"/>
                  <a:pt x="131940" y="19173"/>
                  <a:pt x="132603" y="19397"/>
                </a:cubicBezTo>
                <a:cubicBezTo>
                  <a:pt x="133266" y="19620"/>
                  <a:pt x="133997" y="19731"/>
                  <a:pt x="134795" y="19731"/>
                </a:cubicBezTo>
                <a:cubicBezTo>
                  <a:pt x="135852" y="19731"/>
                  <a:pt x="136917" y="19519"/>
                  <a:pt x="137988" y="19094"/>
                </a:cubicBezTo>
                <a:cubicBezTo>
                  <a:pt x="139060" y="18668"/>
                  <a:pt x="139823" y="18250"/>
                  <a:pt x="140277" y="17839"/>
                </a:cubicBezTo>
                <a:lnTo>
                  <a:pt x="140416" y="17839"/>
                </a:lnTo>
                <a:lnTo>
                  <a:pt x="140416" y="20701"/>
                </a:lnTo>
                <a:cubicBezTo>
                  <a:pt x="139535" y="21073"/>
                  <a:pt x="138635" y="21385"/>
                  <a:pt x="137717" y="21636"/>
                </a:cubicBezTo>
                <a:cubicBezTo>
                  <a:pt x="136798" y="21888"/>
                  <a:pt x="135834" y="22013"/>
                  <a:pt x="134822" y="22013"/>
                </a:cubicBezTo>
                <a:cubicBezTo>
                  <a:pt x="132244" y="22013"/>
                  <a:pt x="130230" y="21314"/>
                  <a:pt x="128783" y="19916"/>
                </a:cubicBezTo>
                <a:cubicBezTo>
                  <a:pt x="127336" y="18517"/>
                  <a:pt x="126613" y="16531"/>
                  <a:pt x="126613" y="13957"/>
                </a:cubicBezTo>
                <a:cubicBezTo>
                  <a:pt x="126613" y="11411"/>
                  <a:pt x="127306" y="9390"/>
                  <a:pt x="128693" y="7894"/>
                </a:cubicBezTo>
                <a:cubicBezTo>
                  <a:pt x="130080" y="6398"/>
                  <a:pt x="131905" y="5649"/>
                  <a:pt x="134168" y="5649"/>
                </a:cubicBezTo>
                <a:cubicBezTo>
                  <a:pt x="136265" y="5649"/>
                  <a:pt x="137881" y="6263"/>
                  <a:pt x="139018" y="7489"/>
                </a:cubicBezTo>
                <a:cubicBezTo>
                  <a:pt x="140154" y="8716"/>
                  <a:pt x="140722" y="10458"/>
                  <a:pt x="140722" y="12716"/>
                </a:cubicBezTo>
                <a:lnTo>
                  <a:pt x="140722" y="14138"/>
                </a:lnTo>
                <a:moveTo>
                  <a:pt x="138176" y="12134"/>
                </a:moveTo>
                <a:cubicBezTo>
                  <a:pt x="138167" y="10761"/>
                  <a:pt x="137821" y="9699"/>
                  <a:pt x="137139" y="8947"/>
                </a:cubicBezTo>
                <a:cubicBezTo>
                  <a:pt x="136457" y="8196"/>
                  <a:pt x="135421" y="7820"/>
                  <a:pt x="134029" y="7820"/>
                </a:cubicBezTo>
                <a:cubicBezTo>
                  <a:pt x="132628" y="7820"/>
                  <a:pt x="131513" y="8233"/>
                  <a:pt x="130683" y="9059"/>
                </a:cubicBezTo>
                <a:cubicBezTo>
                  <a:pt x="129852" y="9884"/>
                  <a:pt x="129382" y="10909"/>
                  <a:pt x="129270" y="12134"/>
                </a:cubicBezTo>
                <a:lnTo>
                  <a:pt x="138176" y="1213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47D4BE-7569-4EDA-ADDF-03F925401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88" y="1617019"/>
            <a:ext cx="149673" cy="130508"/>
          </a:xfrm>
          <a:custGeom xmlns:a="http://schemas.openxmlformats.org/drawingml/2006/main">
            <a:pathLst>
              <a:path w="149673" h="130508">
                <a:moveTo>
                  <a:pt x="0" y="0"/>
                </a:moveTo>
                <a:lnTo>
                  <a:pt x="149673" y="0"/>
                </a:lnTo>
                <a:lnTo>
                  <a:pt x="149673" y="130508"/>
                </a:lnTo>
                <a:lnTo>
                  <a:pt x="0" y="1305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076938-3890-473E-AF23-F5B6B3FA6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87" y="1617022"/>
            <a:ext cx="149674" cy="130508"/>
          </a:xfrm>
          <a:custGeom xmlns:a="http://schemas.openxmlformats.org/drawingml/2006/main">
            <a:pathLst>
              <a:path w="149674" h="130508" fill="none">
                <a:moveTo>
                  <a:pt x="0" y="0"/>
                </a:moveTo>
                <a:lnTo>
                  <a:pt x="149674" y="0"/>
                </a:lnTo>
                <a:lnTo>
                  <a:pt x="149674" y="130508"/>
                </a:lnTo>
                <a:lnTo>
                  <a:pt x="0" y="13050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59" name="Text Chrysomelidae">
            <a:extLst xmlns:a="http://schemas.openxmlformats.org/drawingml/2006/main">
              <a:ext uri="{FF2B5EF4-FFF2-40B4-BE49-F238E27FC236}">
                <a16:creationId xmlns:a16="http://schemas.microsoft.com/office/drawing/2014/main" id="{0566CD9A-502C-4F47-AF00-F66E298FC5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877" y="1642927"/>
            <a:ext cx="103049" cy="13548"/>
          </a:xfrm>
          <a:custGeom xmlns:a="http://schemas.openxmlformats.org/drawingml/2006/main">
            <a:pathLst>
              <a:path w="103049" h="13548">
                <a:moveTo>
                  <a:pt x="8502" y="9973"/>
                </a:moveTo>
                <a:cubicBezTo>
                  <a:pt x="8250" y="10083"/>
                  <a:pt x="8021" y="10187"/>
                  <a:pt x="7817" y="10283"/>
                </a:cubicBezTo>
                <a:cubicBezTo>
                  <a:pt x="7613" y="10380"/>
                  <a:pt x="7345" y="10481"/>
                  <a:pt x="7015" y="10587"/>
                </a:cubicBezTo>
                <a:cubicBezTo>
                  <a:pt x="6735" y="10675"/>
                  <a:pt x="6431" y="10749"/>
                  <a:pt x="6103" y="10811"/>
                </a:cubicBezTo>
                <a:cubicBezTo>
                  <a:pt x="5775" y="10874"/>
                  <a:pt x="5413" y="10905"/>
                  <a:pt x="5019" y="10905"/>
                </a:cubicBezTo>
                <a:cubicBezTo>
                  <a:pt x="4275" y="10905"/>
                  <a:pt x="3599" y="10800"/>
                  <a:pt x="2991" y="10591"/>
                </a:cubicBezTo>
                <a:cubicBezTo>
                  <a:pt x="2383" y="10382"/>
                  <a:pt x="1854" y="10055"/>
                  <a:pt x="1404" y="9610"/>
                </a:cubicBezTo>
                <a:cubicBezTo>
                  <a:pt x="964" y="9173"/>
                  <a:pt x="620" y="8619"/>
                  <a:pt x="372" y="7946"/>
                </a:cubicBezTo>
                <a:cubicBezTo>
                  <a:pt x="124" y="7273"/>
                  <a:pt x="0" y="6491"/>
                  <a:pt x="0" y="5600"/>
                </a:cubicBezTo>
                <a:cubicBezTo>
                  <a:pt x="0" y="4755"/>
                  <a:pt x="119" y="4000"/>
                  <a:pt x="358" y="3334"/>
                </a:cubicBezTo>
                <a:cubicBezTo>
                  <a:pt x="597" y="2668"/>
                  <a:pt x="941" y="2105"/>
                  <a:pt x="1391" y="1646"/>
                </a:cubicBezTo>
                <a:cubicBezTo>
                  <a:pt x="1827" y="1201"/>
                  <a:pt x="2353" y="861"/>
                  <a:pt x="2971" y="627"/>
                </a:cubicBezTo>
                <a:cubicBezTo>
                  <a:pt x="3588" y="392"/>
                  <a:pt x="4273" y="275"/>
                  <a:pt x="5026" y="275"/>
                </a:cubicBezTo>
                <a:cubicBezTo>
                  <a:pt x="5576" y="275"/>
                  <a:pt x="6126" y="342"/>
                  <a:pt x="6674" y="475"/>
                </a:cubicBezTo>
                <a:cubicBezTo>
                  <a:pt x="7223" y="608"/>
                  <a:pt x="7832" y="842"/>
                  <a:pt x="8502" y="1177"/>
                </a:cubicBezTo>
                <a:lnTo>
                  <a:pt x="8502" y="2795"/>
                </a:lnTo>
                <a:lnTo>
                  <a:pt x="8399" y="2795"/>
                </a:lnTo>
                <a:cubicBezTo>
                  <a:pt x="7834" y="2329"/>
                  <a:pt x="7274" y="1990"/>
                  <a:pt x="6719" y="1778"/>
                </a:cubicBezTo>
                <a:cubicBezTo>
                  <a:pt x="6164" y="1566"/>
                  <a:pt x="5569" y="1459"/>
                  <a:pt x="4936" y="1459"/>
                </a:cubicBezTo>
                <a:cubicBezTo>
                  <a:pt x="4417" y="1459"/>
                  <a:pt x="3950" y="1543"/>
                  <a:pt x="3535" y="1710"/>
                </a:cubicBezTo>
                <a:cubicBezTo>
                  <a:pt x="3120" y="1877"/>
                  <a:pt x="2749" y="2137"/>
                  <a:pt x="2423" y="2490"/>
                </a:cubicBezTo>
                <a:cubicBezTo>
                  <a:pt x="2107" y="2833"/>
                  <a:pt x="1860" y="3267"/>
                  <a:pt x="1683" y="3791"/>
                </a:cubicBezTo>
                <a:cubicBezTo>
                  <a:pt x="1507" y="4315"/>
                  <a:pt x="1418" y="4921"/>
                  <a:pt x="1418" y="5607"/>
                </a:cubicBezTo>
                <a:cubicBezTo>
                  <a:pt x="1418" y="6326"/>
                  <a:pt x="1516" y="6944"/>
                  <a:pt x="1711" y="7461"/>
                </a:cubicBezTo>
                <a:cubicBezTo>
                  <a:pt x="1906" y="7979"/>
                  <a:pt x="2157" y="8400"/>
                  <a:pt x="2465" y="8725"/>
                </a:cubicBezTo>
                <a:cubicBezTo>
                  <a:pt x="2786" y="9064"/>
                  <a:pt x="3161" y="9314"/>
                  <a:pt x="3590" y="9477"/>
                </a:cubicBezTo>
                <a:cubicBezTo>
                  <a:pt x="4019" y="9639"/>
                  <a:pt x="4472" y="9721"/>
                  <a:pt x="4950" y="9721"/>
                </a:cubicBezTo>
                <a:cubicBezTo>
                  <a:pt x="5606" y="9721"/>
                  <a:pt x="6221" y="9608"/>
                  <a:pt x="6795" y="9383"/>
                </a:cubicBezTo>
                <a:cubicBezTo>
                  <a:pt x="7368" y="9158"/>
                  <a:pt x="7905" y="8821"/>
                  <a:pt x="8406" y="8371"/>
                </a:cubicBezTo>
                <a:lnTo>
                  <a:pt x="8502" y="8371"/>
                </a:lnTo>
                <a:lnTo>
                  <a:pt x="8502" y="9973"/>
                </a:lnTo>
                <a:close/>
                <a:moveTo>
                  <a:pt x="16756" y="10712"/>
                </a:moveTo>
                <a:lnTo>
                  <a:pt x="15462" y="10712"/>
                </a:lnTo>
                <a:lnTo>
                  <a:pt x="15462" y="6329"/>
                </a:lnTo>
                <a:cubicBezTo>
                  <a:pt x="15462" y="5975"/>
                  <a:pt x="15441" y="5643"/>
                  <a:pt x="15400" y="5333"/>
                </a:cubicBezTo>
                <a:cubicBezTo>
                  <a:pt x="15359" y="5023"/>
                  <a:pt x="15283" y="4781"/>
                  <a:pt x="15173" y="4606"/>
                </a:cubicBezTo>
                <a:cubicBezTo>
                  <a:pt x="15058" y="4413"/>
                  <a:pt x="14893" y="4270"/>
                  <a:pt x="14677" y="4176"/>
                </a:cubicBezTo>
                <a:cubicBezTo>
                  <a:pt x="14461" y="4081"/>
                  <a:pt x="14181" y="4034"/>
                  <a:pt x="13837" y="4034"/>
                </a:cubicBezTo>
                <a:cubicBezTo>
                  <a:pt x="13484" y="4034"/>
                  <a:pt x="13114" y="4122"/>
                  <a:pt x="12729" y="4296"/>
                </a:cubicBezTo>
                <a:cubicBezTo>
                  <a:pt x="12343" y="4471"/>
                  <a:pt x="11974" y="4693"/>
                  <a:pt x="11621" y="4964"/>
                </a:cubicBezTo>
                <a:lnTo>
                  <a:pt x="11621" y="10712"/>
                </a:lnTo>
                <a:lnTo>
                  <a:pt x="10326" y="10712"/>
                </a:lnTo>
                <a:lnTo>
                  <a:pt x="10326" y="0"/>
                </a:lnTo>
                <a:lnTo>
                  <a:pt x="11621" y="0"/>
                </a:lnTo>
                <a:lnTo>
                  <a:pt x="11621" y="3864"/>
                </a:lnTo>
                <a:cubicBezTo>
                  <a:pt x="12024" y="3528"/>
                  <a:pt x="12442" y="3266"/>
                  <a:pt x="12873" y="3078"/>
                </a:cubicBezTo>
                <a:cubicBezTo>
                  <a:pt x="13305" y="2889"/>
                  <a:pt x="13748" y="2795"/>
                  <a:pt x="14202" y="2795"/>
                </a:cubicBezTo>
                <a:cubicBezTo>
                  <a:pt x="15033" y="2795"/>
                  <a:pt x="15666" y="3046"/>
                  <a:pt x="16102" y="3547"/>
                </a:cubicBezTo>
                <a:cubicBezTo>
                  <a:pt x="16538" y="4048"/>
                  <a:pt x="16756" y="4770"/>
                  <a:pt x="16756" y="5712"/>
                </a:cubicBezTo>
                <a:lnTo>
                  <a:pt x="16756" y="10712"/>
                </a:lnTo>
                <a:close/>
                <a:moveTo>
                  <a:pt x="24047" y="4420"/>
                </a:moveTo>
                <a:lnTo>
                  <a:pt x="23978" y="4420"/>
                </a:lnTo>
                <a:cubicBezTo>
                  <a:pt x="23785" y="4376"/>
                  <a:pt x="23598" y="4345"/>
                  <a:pt x="23417" y="4325"/>
                </a:cubicBezTo>
                <a:cubicBezTo>
                  <a:pt x="23235" y="4306"/>
                  <a:pt x="23021" y="4296"/>
                  <a:pt x="22773" y="4296"/>
                </a:cubicBezTo>
                <a:cubicBezTo>
                  <a:pt x="22374" y="4296"/>
                  <a:pt x="21988" y="4384"/>
                  <a:pt x="21616" y="4561"/>
                </a:cubicBezTo>
                <a:cubicBezTo>
                  <a:pt x="21245" y="4738"/>
                  <a:pt x="20887" y="4967"/>
                  <a:pt x="20542" y="5247"/>
                </a:cubicBezTo>
                <a:lnTo>
                  <a:pt x="20542" y="10712"/>
                </a:lnTo>
                <a:lnTo>
                  <a:pt x="19248" y="10712"/>
                </a:lnTo>
                <a:lnTo>
                  <a:pt x="19248" y="3015"/>
                </a:lnTo>
                <a:lnTo>
                  <a:pt x="20542" y="3015"/>
                </a:lnTo>
                <a:lnTo>
                  <a:pt x="20542" y="4152"/>
                </a:lnTo>
                <a:cubicBezTo>
                  <a:pt x="21057" y="3739"/>
                  <a:pt x="21510" y="3446"/>
                  <a:pt x="21902" y="3274"/>
                </a:cubicBezTo>
                <a:cubicBezTo>
                  <a:pt x="22295" y="3101"/>
                  <a:pt x="22695" y="3015"/>
                  <a:pt x="23103" y="3015"/>
                </a:cubicBezTo>
                <a:cubicBezTo>
                  <a:pt x="23328" y="3015"/>
                  <a:pt x="23491" y="3021"/>
                  <a:pt x="23592" y="3033"/>
                </a:cubicBezTo>
                <a:cubicBezTo>
                  <a:pt x="23693" y="3044"/>
                  <a:pt x="23845" y="3065"/>
                  <a:pt x="24047" y="3097"/>
                </a:cubicBezTo>
                <a:lnTo>
                  <a:pt x="24047" y="4420"/>
                </a:lnTo>
                <a:close/>
                <a:moveTo>
                  <a:pt x="31915" y="3015"/>
                </a:moveTo>
                <a:lnTo>
                  <a:pt x="27427" y="13548"/>
                </a:lnTo>
                <a:lnTo>
                  <a:pt x="26043" y="13548"/>
                </a:lnTo>
                <a:lnTo>
                  <a:pt x="27475" y="10338"/>
                </a:lnTo>
                <a:lnTo>
                  <a:pt x="24411" y="3015"/>
                </a:lnTo>
                <a:lnTo>
                  <a:pt x="25816" y="3015"/>
                </a:lnTo>
                <a:lnTo>
                  <a:pt x="28177" y="8715"/>
                </a:lnTo>
                <a:lnTo>
                  <a:pt x="30559" y="3015"/>
                </a:lnTo>
                <a:lnTo>
                  <a:pt x="31915" y="3015"/>
                </a:lnTo>
                <a:close/>
                <a:moveTo>
                  <a:pt x="39102" y="8490"/>
                </a:moveTo>
                <a:cubicBezTo>
                  <a:pt x="39102" y="9192"/>
                  <a:pt x="38812" y="9768"/>
                  <a:pt x="38231" y="10217"/>
                </a:cubicBezTo>
                <a:cubicBezTo>
                  <a:pt x="37651" y="10666"/>
                  <a:pt x="36858" y="10891"/>
                  <a:pt x="35853" y="10891"/>
                </a:cubicBezTo>
                <a:cubicBezTo>
                  <a:pt x="35284" y="10891"/>
                  <a:pt x="34762" y="10823"/>
                  <a:pt x="34287" y="10687"/>
                </a:cubicBezTo>
                <a:cubicBezTo>
                  <a:pt x="33812" y="10551"/>
                  <a:pt x="33414" y="10403"/>
                  <a:pt x="33092" y="10242"/>
                </a:cubicBezTo>
                <a:lnTo>
                  <a:pt x="33092" y="8784"/>
                </a:lnTo>
                <a:lnTo>
                  <a:pt x="33161" y="8784"/>
                </a:lnTo>
                <a:cubicBezTo>
                  <a:pt x="33570" y="9096"/>
                  <a:pt x="34024" y="9344"/>
                  <a:pt x="34524" y="9528"/>
                </a:cubicBezTo>
                <a:cubicBezTo>
                  <a:pt x="35024" y="9711"/>
                  <a:pt x="35504" y="9803"/>
                  <a:pt x="35963" y="9803"/>
                </a:cubicBezTo>
                <a:cubicBezTo>
                  <a:pt x="36532" y="9803"/>
                  <a:pt x="36977" y="9711"/>
                  <a:pt x="37299" y="9527"/>
                </a:cubicBezTo>
                <a:cubicBezTo>
                  <a:pt x="37620" y="9342"/>
                  <a:pt x="37780" y="9052"/>
                  <a:pt x="37780" y="8655"/>
                </a:cubicBezTo>
                <a:cubicBezTo>
                  <a:pt x="37780" y="8353"/>
                  <a:pt x="37693" y="8124"/>
                  <a:pt x="37519" y="7968"/>
                </a:cubicBezTo>
                <a:cubicBezTo>
                  <a:pt x="37344" y="7812"/>
                  <a:pt x="37009" y="7679"/>
                  <a:pt x="36514" y="7569"/>
                </a:cubicBezTo>
                <a:cubicBezTo>
                  <a:pt x="36330" y="7527"/>
                  <a:pt x="36090" y="7479"/>
                  <a:pt x="35794" y="7424"/>
                </a:cubicBezTo>
                <a:cubicBezTo>
                  <a:pt x="35498" y="7369"/>
                  <a:pt x="35229" y="7310"/>
                  <a:pt x="34985" y="7245"/>
                </a:cubicBezTo>
                <a:cubicBezTo>
                  <a:pt x="34311" y="7067"/>
                  <a:pt x="33832" y="6804"/>
                  <a:pt x="33550" y="6458"/>
                </a:cubicBezTo>
                <a:cubicBezTo>
                  <a:pt x="33268" y="6112"/>
                  <a:pt x="33127" y="5686"/>
                  <a:pt x="33127" y="5182"/>
                </a:cubicBezTo>
                <a:cubicBezTo>
                  <a:pt x="33127" y="4866"/>
                  <a:pt x="33192" y="4567"/>
                  <a:pt x="33323" y="4288"/>
                </a:cubicBezTo>
                <a:cubicBezTo>
                  <a:pt x="33454" y="4008"/>
                  <a:pt x="33652" y="3758"/>
                  <a:pt x="33918" y="3538"/>
                </a:cubicBezTo>
                <a:cubicBezTo>
                  <a:pt x="34175" y="3322"/>
                  <a:pt x="34502" y="3152"/>
                  <a:pt x="34899" y="3026"/>
                </a:cubicBezTo>
                <a:cubicBezTo>
                  <a:pt x="35296" y="2899"/>
                  <a:pt x="35740" y="2836"/>
                  <a:pt x="36232" y="2836"/>
                </a:cubicBezTo>
                <a:cubicBezTo>
                  <a:pt x="36690" y="2836"/>
                  <a:pt x="37155" y="2892"/>
                  <a:pt x="37626" y="3004"/>
                </a:cubicBezTo>
                <a:cubicBezTo>
                  <a:pt x="38096" y="3116"/>
                  <a:pt x="38487" y="3252"/>
                  <a:pt x="38799" y="3413"/>
                </a:cubicBezTo>
                <a:lnTo>
                  <a:pt x="38799" y="4791"/>
                </a:lnTo>
                <a:lnTo>
                  <a:pt x="38730" y="4791"/>
                </a:lnTo>
                <a:cubicBezTo>
                  <a:pt x="38400" y="4548"/>
                  <a:pt x="37998" y="4343"/>
                  <a:pt x="37526" y="4175"/>
                </a:cubicBezTo>
                <a:cubicBezTo>
                  <a:pt x="37053" y="4008"/>
                  <a:pt x="36589" y="3924"/>
                  <a:pt x="36135" y="3924"/>
                </a:cubicBezTo>
                <a:cubicBezTo>
                  <a:pt x="35662" y="3924"/>
                  <a:pt x="35263" y="4015"/>
                  <a:pt x="34937" y="4197"/>
                </a:cubicBezTo>
                <a:cubicBezTo>
                  <a:pt x="34611" y="4379"/>
                  <a:pt x="34448" y="4650"/>
                  <a:pt x="34448" y="5010"/>
                </a:cubicBezTo>
                <a:cubicBezTo>
                  <a:pt x="34448" y="5326"/>
                  <a:pt x="34547" y="5565"/>
                  <a:pt x="34745" y="5725"/>
                </a:cubicBezTo>
                <a:cubicBezTo>
                  <a:pt x="34937" y="5886"/>
                  <a:pt x="35249" y="6016"/>
                  <a:pt x="35681" y="6117"/>
                </a:cubicBezTo>
                <a:cubicBezTo>
                  <a:pt x="35919" y="6172"/>
                  <a:pt x="36187" y="6227"/>
                  <a:pt x="36483" y="6283"/>
                </a:cubicBezTo>
                <a:cubicBezTo>
                  <a:pt x="36779" y="6337"/>
                  <a:pt x="37025" y="6388"/>
                  <a:pt x="37223" y="6434"/>
                </a:cubicBezTo>
                <a:cubicBezTo>
                  <a:pt x="37824" y="6571"/>
                  <a:pt x="38288" y="6807"/>
                  <a:pt x="38613" y="7142"/>
                </a:cubicBezTo>
                <a:cubicBezTo>
                  <a:pt x="38939" y="7482"/>
                  <a:pt x="39102" y="7931"/>
                  <a:pt x="39102" y="8490"/>
                </a:cubicBezTo>
                <a:close/>
                <a:moveTo>
                  <a:pt x="47508" y="6867"/>
                </a:moveTo>
                <a:cubicBezTo>
                  <a:pt x="47508" y="8123"/>
                  <a:pt x="47187" y="9115"/>
                  <a:pt x="46544" y="9842"/>
                </a:cubicBezTo>
                <a:cubicBezTo>
                  <a:pt x="45902" y="10569"/>
                  <a:pt x="45041" y="10932"/>
                  <a:pt x="43962" y="10932"/>
                </a:cubicBezTo>
                <a:cubicBezTo>
                  <a:pt x="42875" y="10932"/>
                  <a:pt x="42011" y="10569"/>
                  <a:pt x="41371" y="9842"/>
                </a:cubicBezTo>
                <a:cubicBezTo>
                  <a:pt x="40730" y="9115"/>
                  <a:pt x="40410" y="8123"/>
                  <a:pt x="40410" y="6867"/>
                </a:cubicBezTo>
                <a:cubicBezTo>
                  <a:pt x="40410" y="5611"/>
                  <a:pt x="40730" y="4618"/>
                  <a:pt x="41371" y="3889"/>
                </a:cubicBezTo>
                <a:cubicBezTo>
                  <a:pt x="42011" y="3160"/>
                  <a:pt x="42875" y="2795"/>
                  <a:pt x="43962" y="2795"/>
                </a:cubicBezTo>
                <a:cubicBezTo>
                  <a:pt x="45041" y="2795"/>
                  <a:pt x="45902" y="3160"/>
                  <a:pt x="46544" y="3889"/>
                </a:cubicBezTo>
                <a:cubicBezTo>
                  <a:pt x="47187" y="4618"/>
                  <a:pt x="47508" y="5611"/>
                  <a:pt x="47508" y="6867"/>
                </a:cubicBezTo>
                <a:moveTo>
                  <a:pt x="46172" y="6867"/>
                </a:moveTo>
                <a:cubicBezTo>
                  <a:pt x="46172" y="5872"/>
                  <a:pt x="45977" y="5133"/>
                  <a:pt x="45587" y="4649"/>
                </a:cubicBezTo>
                <a:cubicBezTo>
                  <a:pt x="45197" y="4166"/>
                  <a:pt x="44655" y="3924"/>
                  <a:pt x="43962" y="3924"/>
                </a:cubicBezTo>
                <a:cubicBezTo>
                  <a:pt x="43260" y="3924"/>
                  <a:pt x="42715" y="4166"/>
                  <a:pt x="42327" y="4649"/>
                </a:cubicBezTo>
                <a:cubicBezTo>
                  <a:pt x="41940" y="5133"/>
                  <a:pt x="41746" y="5872"/>
                  <a:pt x="41746" y="6867"/>
                </a:cubicBezTo>
                <a:cubicBezTo>
                  <a:pt x="41746" y="7830"/>
                  <a:pt x="41941" y="8560"/>
                  <a:pt x="42331" y="9057"/>
                </a:cubicBezTo>
                <a:cubicBezTo>
                  <a:pt x="42721" y="9554"/>
                  <a:pt x="43265" y="9803"/>
                  <a:pt x="43962" y="9803"/>
                </a:cubicBezTo>
                <a:cubicBezTo>
                  <a:pt x="44651" y="9803"/>
                  <a:pt x="45191" y="9557"/>
                  <a:pt x="45584" y="9064"/>
                </a:cubicBezTo>
                <a:cubicBezTo>
                  <a:pt x="45976" y="8571"/>
                  <a:pt x="46172" y="7839"/>
                  <a:pt x="46172" y="6867"/>
                </a:cubicBezTo>
                <a:close/>
                <a:moveTo>
                  <a:pt x="60732" y="10712"/>
                </a:moveTo>
                <a:lnTo>
                  <a:pt x="59438" y="10712"/>
                </a:lnTo>
                <a:lnTo>
                  <a:pt x="59438" y="6329"/>
                </a:lnTo>
                <a:cubicBezTo>
                  <a:pt x="59438" y="5998"/>
                  <a:pt x="59423" y="5679"/>
                  <a:pt x="59393" y="5371"/>
                </a:cubicBezTo>
                <a:cubicBezTo>
                  <a:pt x="59364" y="5063"/>
                  <a:pt x="59301" y="4817"/>
                  <a:pt x="59204" y="4634"/>
                </a:cubicBezTo>
                <a:cubicBezTo>
                  <a:pt x="59099" y="4436"/>
                  <a:pt x="58947" y="4287"/>
                  <a:pt x="58750" y="4186"/>
                </a:cubicBezTo>
                <a:cubicBezTo>
                  <a:pt x="58552" y="4085"/>
                  <a:pt x="58268" y="4034"/>
                  <a:pt x="57896" y="4034"/>
                </a:cubicBezTo>
                <a:cubicBezTo>
                  <a:pt x="57534" y="4034"/>
                  <a:pt x="57171" y="4125"/>
                  <a:pt x="56808" y="4307"/>
                </a:cubicBezTo>
                <a:cubicBezTo>
                  <a:pt x="56446" y="4488"/>
                  <a:pt x="56083" y="4719"/>
                  <a:pt x="55721" y="4999"/>
                </a:cubicBezTo>
                <a:cubicBezTo>
                  <a:pt x="55735" y="5105"/>
                  <a:pt x="55746" y="5227"/>
                  <a:pt x="55755" y="5368"/>
                </a:cubicBezTo>
                <a:cubicBezTo>
                  <a:pt x="55764" y="5508"/>
                  <a:pt x="55769" y="5647"/>
                  <a:pt x="55769" y="5784"/>
                </a:cubicBezTo>
                <a:lnTo>
                  <a:pt x="55769" y="10712"/>
                </a:lnTo>
                <a:lnTo>
                  <a:pt x="54475" y="10712"/>
                </a:lnTo>
                <a:lnTo>
                  <a:pt x="54475" y="6329"/>
                </a:lnTo>
                <a:cubicBezTo>
                  <a:pt x="54475" y="5989"/>
                  <a:pt x="54460" y="5666"/>
                  <a:pt x="54430" y="5361"/>
                </a:cubicBezTo>
                <a:cubicBezTo>
                  <a:pt x="54400" y="5055"/>
                  <a:pt x="54337" y="4811"/>
                  <a:pt x="54241" y="4627"/>
                </a:cubicBezTo>
                <a:cubicBezTo>
                  <a:pt x="54135" y="4429"/>
                  <a:pt x="53984" y="4281"/>
                  <a:pt x="53786" y="4182"/>
                </a:cubicBezTo>
                <a:cubicBezTo>
                  <a:pt x="53589" y="4084"/>
                  <a:pt x="53304" y="4034"/>
                  <a:pt x="52933" y="4034"/>
                </a:cubicBezTo>
                <a:cubicBezTo>
                  <a:pt x="52579" y="4034"/>
                  <a:pt x="52225" y="4122"/>
                  <a:pt x="51869" y="4296"/>
                </a:cubicBezTo>
                <a:cubicBezTo>
                  <a:pt x="51513" y="4471"/>
                  <a:pt x="51159" y="4693"/>
                  <a:pt x="50805" y="4964"/>
                </a:cubicBezTo>
                <a:lnTo>
                  <a:pt x="50805" y="10712"/>
                </a:lnTo>
                <a:lnTo>
                  <a:pt x="49511" y="10712"/>
                </a:lnTo>
                <a:lnTo>
                  <a:pt x="49511" y="3015"/>
                </a:lnTo>
                <a:lnTo>
                  <a:pt x="50805" y="3015"/>
                </a:lnTo>
                <a:lnTo>
                  <a:pt x="50805" y="3870"/>
                </a:lnTo>
                <a:cubicBezTo>
                  <a:pt x="51209" y="3532"/>
                  <a:pt x="51612" y="3269"/>
                  <a:pt x="52014" y="3079"/>
                </a:cubicBezTo>
                <a:cubicBezTo>
                  <a:pt x="52415" y="2890"/>
                  <a:pt x="52843" y="2795"/>
                  <a:pt x="53297" y="2795"/>
                </a:cubicBezTo>
                <a:cubicBezTo>
                  <a:pt x="53821" y="2795"/>
                  <a:pt x="54265" y="2906"/>
                  <a:pt x="54630" y="3128"/>
                </a:cubicBezTo>
                <a:cubicBezTo>
                  <a:pt x="54994" y="3349"/>
                  <a:pt x="55266" y="3656"/>
                  <a:pt x="55445" y="4049"/>
                </a:cubicBezTo>
                <a:cubicBezTo>
                  <a:pt x="55969" y="3605"/>
                  <a:pt x="56446" y="3286"/>
                  <a:pt x="56877" y="3090"/>
                </a:cubicBezTo>
                <a:cubicBezTo>
                  <a:pt x="57309" y="2893"/>
                  <a:pt x="57770" y="2795"/>
                  <a:pt x="58261" y="2795"/>
                </a:cubicBezTo>
                <a:cubicBezTo>
                  <a:pt x="59105" y="2795"/>
                  <a:pt x="59729" y="3051"/>
                  <a:pt x="60130" y="3564"/>
                </a:cubicBezTo>
                <a:cubicBezTo>
                  <a:pt x="60532" y="4076"/>
                  <a:pt x="60732" y="4793"/>
                  <a:pt x="60732" y="5712"/>
                </a:cubicBezTo>
                <a:lnTo>
                  <a:pt x="60732" y="10712"/>
                </a:lnTo>
                <a:close/>
                <a:moveTo>
                  <a:pt x="69661" y="6994"/>
                </a:moveTo>
                <a:lnTo>
                  <a:pt x="63995" y="6994"/>
                </a:lnTo>
                <a:cubicBezTo>
                  <a:pt x="63995" y="7468"/>
                  <a:pt x="64066" y="7881"/>
                  <a:pt x="64209" y="8233"/>
                </a:cubicBezTo>
                <a:cubicBezTo>
                  <a:pt x="64351" y="8585"/>
                  <a:pt x="64546" y="8874"/>
                  <a:pt x="64794" y="9099"/>
                </a:cubicBezTo>
                <a:cubicBezTo>
                  <a:pt x="65033" y="9320"/>
                  <a:pt x="65316" y="9486"/>
                  <a:pt x="65644" y="9596"/>
                </a:cubicBezTo>
                <a:cubicBezTo>
                  <a:pt x="65972" y="9707"/>
                  <a:pt x="66334" y="9762"/>
                  <a:pt x="66728" y="9762"/>
                </a:cubicBezTo>
                <a:cubicBezTo>
                  <a:pt x="67252" y="9762"/>
                  <a:pt x="67778" y="9657"/>
                  <a:pt x="68308" y="9446"/>
                </a:cubicBezTo>
                <a:cubicBezTo>
                  <a:pt x="68838" y="9236"/>
                  <a:pt x="69216" y="9029"/>
                  <a:pt x="69441" y="8826"/>
                </a:cubicBezTo>
                <a:lnTo>
                  <a:pt x="69510" y="8826"/>
                </a:lnTo>
                <a:lnTo>
                  <a:pt x="69510" y="10242"/>
                </a:lnTo>
                <a:cubicBezTo>
                  <a:pt x="69074" y="10426"/>
                  <a:pt x="68628" y="10580"/>
                  <a:pt x="68174" y="10704"/>
                </a:cubicBezTo>
                <a:cubicBezTo>
                  <a:pt x="67720" y="10829"/>
                  <a:pt x="67242" y="10891"/>
                  <a:pt x="66742" y="10891"/>
                </a:cubicBezTo>
                <a:cubicBezTo>
                  <a:pt x="65466" y="10891"/>
                  <a:pt x="64470" y="10545"/>
                  <a:pt x="63754" y="9853"/>
                </a:cubicBezTo>
                <a:cubicBezTo>
                  <a:pt x="63038" y="9161"/>
                  <a:pt x="62680" y="8178"/>
                  <a:pt x="62680" y="6905"/>
                </a:cubicBezTo>
                <a:cubicBezTo>
                  <a:pt x="62680" y="5645"/>
                  <a:pt x="63024" y="4646"/>
                  <a:pt x="63710" y="3905"/>
                </a:cubicBezTo>
                <a:cubicBezTo>
                  <a:pt x="64396" y="3165"/>
                  <a:pt x="65299" y="2795"/>
                  <a:pt x="66419" y="2795"/>
                </a:cubicBezTo>
                <a:cubicBezTo>
                  <a:pt x="67456" y="2795"/>
                  <a:pt x="68256" y="3098"/>
                  <a:pt x="68818" y="3705"/>
                </a:cubicBezTo>
                <a:cubicBezTo>
                  <a:pt x="69380" y="4312"/>
                  <a:pt x="69661" y="5174"/>
                  <a:pt x="69661" y="6291"/>
                </a:cubicBezTo>
                <a:lnTo>
                  <a:pt x="69661" y="6994"/>
                </a:lnTo>
                <a:moveTo>
                  <a:pt x="68401" y="6003"/>
                </a:moveTo>
                <a:cubicBezTo>
                  <a:pt x="68397" y="5324"/>
                  <a:pt x="68226" y="4798"/>
                  <a:pt x="67888" y="4427"/>
                </a:cubicBezTo>
                <a:cubicBezTo>
                  <a:pt x="67551" y="4055"/>
                  <a:pt x="67038" y="3869"/>
                  <a:pt x="66350" y="3869"/>
                </a:cubicBezTo>
                <a:cubicBezTo>
                  <a:pt x="65657" y="3869"/>
                  <a:pt x="65105" y="4073"/>
                  <a:pt x="64694" y="4482"/>
                </a:cubicBezTo>
                <a:cubicBezTo>
                  <a:pt x="64283" y="4890"/>
                  <a:pt x="64050" y="5397"/>
                  <a:pt x="63995" y="6003"/>
                </a:cubicBezTo>
                <a:lnTo>
                  <a:pt x="68401" y="6003"/>
                </a:lnTo>
                <a:close/>
                <a:moveTo>
                  <a:pt x="72931" y="10712"/>
                </a:moveTo>
                <a:lnTo>
                  <a:pt x="71637" y="10712"/>
                </a:lnTo>
                <a:lnTo>
                  <a:pt x="71637" y="0"/>
                </a:lnTo>
                <a:lnTo>
                  <a:pt x="72931" y="0"/>
                </a:lnTo>
                <a:lnTo>
                  <a:pt x="72931" y="10712"/>
                </a:lnTo>
                <a:close/>
                <a:moveTo>
                  <a:pt x="76882" y="1735"/>
                </a:moveTo>
                <a:lnTo>
                  <a:pt x="75423" y="1735"/>
                </a:lnTo>
                <a:lnTo>
                  <a:pt x="75423" y="386"/>
                </a:lnTo>
                <a:lnTo>
                  <a:pt x="76882" y="386"/>
                </a:lnTo>
                <a:lnTo>
                  <a:pt x="76882" y="1735"/>
                </a:lnTo>
                <a:moveTo>
                  <a:pt x="76800" y="10712"/>
                </a:moveTo>
                <a:lnTo>
                  <a:pt x="75506" y="10712"/>
                </a:lnTo>
                <a:lnTo>
                  <a:pt x="75506" y="3015"/>
                </a:lnTo>
                <a:lnTo>
                  <a:pt x="76800" y="3015"/>
                </a:lnTo>
                <a:lnTo>
                  <a:pt x="76800" y="10712"/>
                </a:lnTo>
                <a:close/>
                <a:moveTo>
                  <a:pt x="85598" y="10712"/>
                </a:moveTo>
                <a:lnTo>
                  <a:pt x="84304" y="10712"/>
                </a:lnTo>
                <a:lnTo>
                  <a:pt x="84304" y="9911"/>
                </a:lnTo>
                <a:cubicBezTo>
                  <a:pt x="83932" y="10233"/>
                  <a:pt x="83544" y="10484"/>
                  <a:pt x="83140" y="10663"/>
                </a:cubicBezTo>
                <a:cubicBezTo>
                  <a:pt x="82736" y="10842"/>
                  <a:pt x="82298" y="10932"/>
                  <a:pt x="81825" y="10932"/>
                </a:cubicBezTo>
                <a:cubicBezTo>
                  <a:pt x="80908" y="10932"/>
                  <a:pt x="80179" y="10578"/>
                  <a:pt x="79640" y="9869"/>
                </a:cubicBezTo>
                <a:cubicBezTo>
                  <a:pt x="79100" y="9161"/>
                  <a:pt x="78831" y="8178"/>
                  <a:pt x="78831" y="6922"/>
                </a:cubicBezTo>
                <a:cubicBezTo>
                  <a:pt x="78831" y="6269"/>
                  <a:pt x="78924" y="5687"/>
                  <a:pt x="79110" y="5176"/>
                </a:cubicBezTo>
                <a:cubicBezTo>
                  <a:pt x="79295" y="4665"/>
                  <a:pt x="79547" y="4231"/>
                  <a:pt x="79863" y="3872"/>
                </a:cubicBezTo>
                <a:cubicBezTo>
                  <a:pt x="80175" y="3522"/>
                  <a:pt x="80539" y="3255"/>
                  <a:pt x="80955" y="3071"/>
                </a:cubicBezTo>
                <a:cubicBezTo>
                  <a:pt x="81370" y="2887"/>
                  <a:pt x="81800" y="2795"/>
                  <a:pt x="82245" y="2795"/>
                </a:cubicBezTo>
                <a:cubicBezTo>
                  <a:pt x="82649" y="2795"/>
                  <a:pt x="83007" y="2838"/>
                  <a:pt x="83319" y="2923"/>
                </a:cubicBezTo>
                <a:cubicBezTo>
                  <a:pt x="83631" y="3008"/>
                  <a:pt x="83960" y="3140"/>
                  <a:pt x="84304" y="3319"/>
                </a:cubicBezTo>
                <a:lnTo>
                  <a:pt x="84304" y="0"/>
                </a:lnTo>
                <a:lnTo>
                  <a:pt x="85598" y="0"/>
                </a:lnTo>
                <a:lnTo>
                  <a:pt x="85598" y="10712"/>
                </a:lnTo>
                <a:moveTo>
                  <a:pt x="84304" y="8819"/>
                </a:moveTo>
                <a:lnTo>
                  <a:pt x="84304" y="4406"/>
                </a:lnTo>
                <a:cubicBezTo>
                  <a:pt x="83955" y="4250"/>
                  <a:pt x="83643" y="4142"/>
                  <a:pt x="83367" y="4082"/>
                </a:cubicBezTo>
                <a:cubicBezTo>
                  <a:pt x="83092" y="4023"/>
                  <a:pt x="82791" y="3993"/>
                  <a:pt x="82466" y="3993"/>
                </a:cubicBezTo>
                <a:cubicBezTo>
                  <a:pt x="81740" y="3993"/>
                  <a:pt x="81176" y="4245"/>
                  <a:pt x="80772" y="4750"/>
                </a:cubicBezTo>
                <a:cubicBezTo>
                  <a:pt x="80368" y="5255"/>
                  <a:pt x="80166" y="5971"/>
                  <a:pt x="80166" y="6898"/>
                </a:cubicBezTo>
                <a:cubicBezTo>
                  <a:pt x="80166" y="7811"/>
                  <a:pt x="80322" y="8505"/>
                  <a:pt x="80634" y="8981"/>
                </a:cubicBezTo>
                <a:cubicBezTo>
                  <a:pt x="80947" y="9456"/>
                  <a:pt x="81447" y="9693"/>
                  <a:pt x="82135" y="9693"/>
                </a:cubicBezTo>
                <a:cubicBezTo>
                  <a:pt x="82502" y="9693"/>
                  <a:pt x="82874" y="9612"/>
                  <a:pt x="83250" y="9449"/>
                </a:cubicBezTo>
                <a:cubicBezTo>
                  <a:pt x="83627" y="9286"/>
                  <a:pt x="83978" y="9076"/>
                  <a:pt x="84304" y="8819"/>
                </a:cubicBezTo>
                <a:close/>
                <a:moveTo>
                  <a:pt x="94121" y="10712"/>
                </a:moveTo>
                <a:lnTo>
                  <a:pt x="92833" y="10712"/>
                </a:lnTo>
                <a:lnTo>
                  <a:pt x="92833" y="9898"/>
                </a:lnTo>
                <a:cubicBezTo>
                  <a:pt x="92719" y="9976"/>
                  <a:pt x="92564" y="10086"/>
                  <a:pt x="92369" y="10226"/>
                </a:cubicBezTo>
                <a:cubicBezTo>
                  <a:pt x="92174" y="10366"/>
                  <a:pt x="91984" y="10477"/>
                  <a:pt x="91801" y="10560"/>
                </a:cubicBezTo>
                <a:cubicBezTo>
                  <a:pt x="91585" y="10666"/>
                  <a:pt x="91337" y="10754"/>
                  <a:pt x="91057" y="10825"/>
                </a:cubicBezTo>
                <a:cubicBezTo>
                  <a:pt x="90777" y="10897"/>
                  <a:pt x="90449" y="10932"/>
                  <a:pt x="90073" y="10932"/>
                </a:cubicBezTo>
                <a:cubicBezTo>
                  <a:pt x="89380" y="10932"/>
                  <a:pt x="88792" y="10702"/>
                  <a:pt x="88310" y="10243"/>
                </a:cubicBezTo>
                <a:cubicBezTo>
                  <a:pt x="87828" y="9783"/>
                  <a:pt x="87587" y="9197"/>
                  <a:pt x="87587" y="8485"/>
                </a:cubicBezTo>
                <a:cubicBezTo>
                  <a:pt x="87587" y="7901"/>
                  <a:pt x="87713" y="7429"/>
                  <a:pt x="87963" y="7069"/>
                </a:cubicBezTo>
                <a:cubicBezTo>
                  <a:pt x="88213" y="6708"/>
                  <a:pt x="88570" y="6424"/>
                  <a:pt x="89033" y="6217"/>
                </a:cubicBezTo>
                <a:cubicBezTo>
                  <a:pt x="89501" y="6011"/>
                  <a:pt x="90064" y="5870"/>
                  <a:pt x="90720" y="5797"/>
                </a:cubicBezTo>
                <a:cubicBezTo>
                  <a:pt x="91376" y="5723"/>
                  <a:pt x="92081" y="5668"/>
                  <a:pt x="92833" y="5631"/>
                </a:cubicBezTo>
                <a:lnTo>
                  <a:pt x="92833" y="5430"/>
                </a:lnTo>
                <a:cubicBezTo>
                  <a:pt x="92833" y="5134"/>
                  <a:pt x="92782" y="4889"/>
                  <a:pt x="92678" y="4694"/>
                </a:cubicBezTo>
                <a:cubicBezTo>
                  <a:pt x="92575" y="4500"/>
                  <a:pt x="92427" y="4347"/>
                  <a:pt x="92234" y="4236"/>
                </a:cubicBezTo>
                <a:cubicBezTo>
                  <a:pt x="92051" y="4130"/>
                  <a:pt x="91830" y="4058"/>
                  <a:pt x="91573" y="4021"/>
                </a:cubicBezTo>
                <a:cubicBezTo>
                  <a:pt x="91316" y="3984"/>
                  <a:pt x="91048" y="3965"/>
                  <a:pt x="90768" y="3965"/>
                </a:cubicBezTo>
                <a:cubicBezTo>
                  <a:pt x="90428" y="3965"/>
                  <a:pt x="90050" y="4011"/>
                  <a:pt x="89632" y="4103"/>
                </a:cubicBezTo>
                <a:cubicBezTo>
                  <a:pt x="89214" y="4195"/>
                  <a:pt x="88783" y="4328"/>
                  <a:pt x="88338" y="4502"/>
                </a:cubicBezTo>
                <a:lnTo>
                  <a:pt x="88269" y="4502"/>
                </a:lnTo>
                <a:lnTo>
                  <a:pt x="88269" y="3187"/>
                </a:lnTo>
                <a:cubicBezTo>
                  <a:pt x="88521" y="3119"/>
                  <a:pt x="88886" y="3043"/>
                  <a:pt x="89364" y="2960"/>
                </a:cubicBezTo>
                <a:cubicBezTo>
                  <a:pt x="89841" y="2878"/>
                  <a:pt x="90311" y="2836"/>
                  <a:pt x="90775" y="2836"/>
                </a:cubicBezTo>
                <a:cubicBezTo>
                  <a:pt x="91316" y="2836"/>
                  <a:pt x="91788" y="2881"/>
                  <a:pt x="92190" y="2971"/>
                </a:cubicBezTo>
                <a:cubicBezTo>
                  <a:pt x="92591" y="3060"/>
                  <a:pt x="92939" y="3213"/>
                  <a:pt x="93233" y="3428"/>
                </a:cubicBezTo>
                <a:cubicBezTo>
                  <a:pt x="93522" y="3639"/>
                  <a:pt x="93742" y="3913"/>
                  <a:pt x="93893" y="4248"/>
                </a:cubicBezTo>
                <a:cubicBezTo>
                  <a:pt x="94045" y="4583"/>
                  <a:pt x="94121" y="4998"/>
                  <a:pt x="94121" y="5494"/>
                </a:cubicBezTo>
                <a:lnTo>
                  <a:pt x="94121" y="10712"/>
                </a:lnTo>
                <a:moveTo>
                  <a:pt x="92833" y="8828"/>
                </a:moveTo>
                <a:lnTo>
                  <a:pt x="92833" y="6678"/>
                </a:lnTo>
                <a:cubicBezTo>
                  <a:pt x="92439" y="6701"/>
                  <a:pt x="91974" y="6735"/>
                  <a:pt x="91439" y="6782"/>
                </a:cubicBezTo>
                <a:cubicBezTo>
                  <a:pt x="90905" y="6828"/>
                  <a:pt x="90481" y="6894"/>
                  <a:pt x="90169" y="6982"/>
                </a:cubicBezTo>
                <a:cubicBezTo>
                  <a:pt x="89797" y="7088"/>
                  <a:pt x="89497" y="7253"/>
                  <a:pt x="89267" y="7477"/>
                </a:cubicBezTo>
                <a:cubicBezTo>
                  <a:pt x="89038" y="7700"/>
                  <a:pt x="88923" y="8008"/>
                  <a:pt x="88923" y="8400"/>
                </a:cubicBezTo>
                <a:cubicBezTo>
                  <a:pt x="88923" y="8842"/>
                  <a:pt x="89056" y="9175"/>
                  <a:pt x="89322" y="9399"/>
                </a:cubicBezTo>
                <a:cubicBezTo>
                  <a:pt x="89589" y="9623"/>
                  <a:pt x="89995" y="9734"/>
                  <a:pt x="90541" y="9734"/>
                </a:cubicBezTo>
                <a:cubicBezTo>
                  <a:pt x="90995" y="9734"/>
                  <a:pt x="91411" y="9646"/>
                  <a:pt x="91787" y="9468"/>
                </a:cubicBezTo>
                <a:cubicBezTo>
                  <a:pt x="92163" y="9291"/>
                  <a:pt x="92512" y="9077"/>
                  <a:pt x="92833" y="8828"/>
                </a:cubicBezTo>
                <a:close/>
                <a:moveTo>
                  <a:pt x="103049" y="6994"/>
                </a:moveTo>
                <a:lnTo>
                  <a:pt x="97384" y="6994"/>
                </a:lnTo>
                <a:cubicBezTo>
                  <a:pt x="97384" y="7468"/>
                  <a:pt x="97455" y="7881"/>
                  <a:pt x="97597" y="8233"/>
                </a:cubicBezTo>
                <a:cubicBezTo>
                  <a:pt x="97739" y="8585"/>
                  <a:pt x="97934" y="8874"/>
                  <a:pt x="98182" y="9099"/>
                </a:cubicBezTo>
                <a:cubicBezTo>
                  <a:pt x="98421" y="9320"/>
                  <a:pt x="98704" y="9486"/>
                  <a:pt x="99032" y="9596"/>
                </a:cubicBezTo>
                <a:cubicBezTo>
                  <a:pt x="99360" y="9707"/>
                  <a:pt x="99722" y="9762"/>
                  <a:pt x="100117" y="9762"/>
                </a:cubicBezTo>
                <a:cubicBezTo>
                  <a:pt x="100640" y="9762"/>
                  <a:pt x="101166" y="9657"/>
                  <a:pt x="101697" y="9446"/>
                </a:cubicBezTo>
                <a:cubicBezTo>
                  <a:pt x="102227" y="9236"/>
                  <a:pt x="102604" y="9029"/>
                  <a:pt x="102829" y="8826"/>
                </a:cubicBezTo>
                <a:lnTo>
                  <a:pt x="102898" y="8826"/>
                </a:lnTo>
                <a:lnTo>
                  <a:pt x="102898" y="10242"/>
                </a:lnTo>
                <a:cubicBezTo>
                  <a:pt x="102462" y="10426"/>
                  <a:pt x="102017" y="10580"/>
                  <a:pt x="101562" y="10704"/>
                </a:cubicBezTo>
                <a:cubicBezTo>
                  <a:pt x="101108" y="10829"/>
                  <a:pt x="100631" y="10891"/>
                  <a:pt x="100130" y="10891"/>
                </a:cubicBezTo>
                <a:cubicBezTo>
                  <a:pt x="98854" y="10891"/>
                  <a:pt x="97859" y="10545"/>
                  <a:pt x="97143" y="9853"/>
                </a:cubicBezTo>
                <a:cubicBezTo>
                  <a:pt x="96427" y="9161"/>
                  <a:pt x="96069" y="8178"/>
                  <a:pt x="96069" y="6905"/>
                </a:cubicBezTo>
                <a:cubicBezTo>
                  <a:pt x="96069" y="5645"/>
                  <a:pt x="96412" y="4646"/>
                  <a:pt x="97098" y="3905"/>
                </a:cubicBezTo>
                <a:cubicBezTo>
                  <a:pt x="97784" y="3165"/>
                  <a:pt x="98687" y="2795"/>
                  <a:pt x="99807" y="2795"/>
                </a:cubicBezTo>
                <a:cubicBezTo>
                  <a:pt x="100844" y="2795"/>
                  <a:pt x="101644" y="3098"/>
                  <a:pt x="102206" y="3705"/>
                </a:cubicBezTo>
                <a:cubicBezTo>
                  <a:pt x="102768" y="4312"/>
                  <a:pt x="103049" y="5174"/>
                  <a:pt x="103049" y="6291"/>
                </a:cubicBezTo>
                <a:lnTo>
                  <a:pt x="103049" y="6994"/>
                </a:lnTo>
                <a:moveTo>
                  <a:pt x="101789" y="6003"/>
                </a:moveTo>
                <a:cubicBezTo>
                  <a:pt x="101785" y="5324"/>
                  <a:pt x="101614" y="4798"/>
                  <a:pt x="101277" y="4427"/>
                </a:cubicBezTo>
                <a:cubicBezTo>
                  <a:pt x="100939" y="4055"/>
                  <a:pt x="100426" y="3869"/>
                  <a:pt x="99738" y="3869"/>
                </a:cubicBezTo>
                <a:cubicBezTo>
                  <a:pt x="99045" y="3869"/>
                  <a:pt x="98493" y="4073"/>
                  <a:pt x="98082" y="4482"/>
                </a:cubicBezTo>
                <a:cubicBezTo>
                  <a:pt x="97672" y="4890"/>
                  <a:pt x="97439" y="5397"/>
                  <a:pt x="97384" y="6003"/>
                </a:cubicBezTo>
                <a:lnTo>
                  <a:pt x="101789" y="60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B73F1F-8A62-4102-B3CB-AFCEB56A3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88" y="1770027"/>
            <a:ext cx="149673" cy="129259"/>
          </a:xfrm>
          <a:custGeom xmlns:a="http://schemas.openxmlformats.org/drawingml/2006/main">
            <a:pathLst>
              <a:path w="149673" h="129259">
                <a:moveTo>
                  <a:pt x="0" y="0"/>
                </a:moveTo>
                <a:lnTo>
                  <a:pt x="149673" y="0"/>
                </a:lnTo>
                <a:lnTo>
                  <a:pt x="149673" y="129259"/>
                </a:lnTo>
                <a:lnTo>
                  <a:pt x="0" y="12925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904C1-B25C-456A-A393-B12078BB8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587" y="1770028"/>
            <a:ext cx="149674" cy="129260"/>
          </a:xfrm>
          <a:custGeom xmlns:a="http://schemas.openxmlformats.org/drawingml/2006/main">
            <a:pathLst>
              <a:path w="149674" h="129260" fill="none">
                <a:moveTo>
                  <a:pt x="0" y="0"/>
                </a:moveTo>
                <a:lnTo>
                  <a:pt x="149674" y="0"/>
                </a:lnTo>
                <a:lnTo>
                  <a:pt x="149674" y="129260"/>
                </a:lnTo>
                <a:lnTo>
                  <a:pt x="0" y="1292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62" name="Text Curculionidae">
            <a:extLst xmlns:a="http://schemas.openxmlformats.org/drawingml/2006/main">
              <a:ext uri="{FF2B5EF4-FFF2-40B4-BE49-F238E27FC236}">
                <a16:creationId xmlns:a16="http://schemas.microsoft.com/office/drawing/2014/main" id="{517F4B09-6485-4C00-9AD3-2EB7CBC95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9948" y="1796252"/>
            <a:ext cx="102835" cy="11921"/>
          </a:xfrm>
          <a:custGeom xmlns:a="http://schemas.openxmlformats.org/drawingml/2006/main">
            <a:pathLst>
              <a:path w="102835" h="11921">
                <a:moveTo>
                  <a:pt x="9271" y="10874"/>
                </a:moveTo>
                <a:cubicBezTo>
                  <a:pt x="8996" y="10995"/>
                  <a:pt x="8747" y="11108"/>
                  <a:pt x="8524" y="11213"/>
                </a:cubicBezTo>
                <a:cubicBezTo>
                  <a:pt x="8301" y="11319"/>
                  <a:pt x="8010" y="11429"/>
                  <a:pt x="7649" y="11544"/>
                </a:cubicBezTo>
                <a:cubicBezTo>
                  <a:pt x="7344" y="11640"/>
                  <a:pt x="7013" y="11721"/>
                  <a:pt x="6655" y="11789"/>
                </a:cubicBezTo>
                <a:cubicBezTo>
                  <a:pt x="6297" y="11857"/>
                  <a:pt x="5903" y="11891"/>
                  <a:pt x="5472" y="11891"/>
                </a:cubicBezTo>
                <a:cubicBezTo>
                  <a:pt x="4662" y="11891"/>
                  <a:pt x="3925" y="11777"/>
                  <a:pt x="3262" y="11549"/>
                </a:cubicBezTo>
                <a:cubicBezTo>
                  <a:pt x="2599" y="11321"/>
                  <a:pt x="2022" y="10964"/>
                  <a:pt x="1531" y="10479"/>
                </a:cubicBezTo>
                <a:cubicBezTo>
                  <a:pt x="1051" y="10003"/>
                  <a:pt x="676" y="9398"/>
                  <a:pt x="405" y="8664"/>
                </a:cubicBezTo>
                <a:cubicBezTo>
                  <a:pt x="135" y="7931"/>
                  <a:pt x="0" y="7078"/>
                  <a:pt x="0" y="6107"/>
                </a:cubicBezTo>
                <a:cubicBezTo>
                  <a:pt x="0" y="5185"/>
                  <a:pt x="130" y="4362"/>
                  <a:pt x="390" y="3635"/>
                </a:cubicBezTo>
                <a:cubicBezTo>
                  <a:pt x="651" y="2909"/>
                  <a:pt x="1026" y="2296"/>
                  <a:pt x="1516" y="1795"/>
                </a:cubicBezTo>
                <a:cubicBezTo>
                  <a:pt x="1992" y="1309"/>
                  <a:pt x="2566" y="939"/>
                  <a:pt x="3239" y="683"/>
                </a:cubicBezTo>
                <a:cubicBezTo>
                  <a:pt x="3912" y="428"/>
                  <a:pt x="4659" y="300"/>
                  <a:pt x="5480" y="300"/>
                </a:cubicBezTo>
                <a:cubicBezTo>
                  <a:pt x="6080" y="300"/>
                  <a:pt x="6680" y="373"/>
                  <a:pt x="7278" y="518"/>
                </a:cubicBezTo>
                <a:cubicBezTo>
                  <a:pt x="7876" y="663"/>
                  <a:pt x="8540" y="918"/>
                  <a:pt x="9271" y="1284"/>
                </a:cubicBezTo>
                <a:lnTo>
                  <a:pt x="9271" y="3048"/>
                </a:lnTo>
                <a:lnTo>
                  <a:pt x="9158" y="3048"/>
                </a:lnTo>
                <a:cubicBezTo>
                  <a:pt x="8543" y="2540"/>
                  <a:pt x="7932" y="2170"/>
                  <a:pt x="7327" y="1939"/>
                </a:cubicBezTo>
                <a:cubicBezTo>
                  <a:pt x="6721" y="1707"/>
                  <a:pt x="6073" y="1591"/>
                  <a:pt x="5382" y="1591"/>
                </a:cubicBezTo>
                <a:cubicBezTo>
                  <a:pt x="4817" y="1591"/>
                  <a:pt x="4308" y="1683"/>
                  <a:pt x="3855" y="1865"/>
                </a:cubicBezTo>
                <a:cubicBezTo>
                  <a:pt x="3402" y="2047"/>
                  <a:pt x="2998" y="2330"/>
                  <a:pt x="2642" y="2715"/>
                </a:cubicBezTo>
                <a:cubicBezTo>
                  <a:pt x="2297" y="3089"/>
                  <a:pt x="2028" y="3562"/>
                  <a:pt x="1835" y="4134"/>
                </a:cubicBezTo>
                <a:cubicBezTo>
                  <a:pt x="1643" y="4705"/>
                  <a:pt x="1546" y="5365"/>
                  <a:pt x="1546" y="6114"/>
                </a:cubicBezTo>
                <a:cubicBezTo>
                  <a:pt x="1546" y="6898"/>
                  <a:pt x="1653" y="7572"/>
                  <a:pt x="1865" y="8136"/>
                </a:cubicBezTo>
                <a:cubicBezTo>
                  <a:pt x="2078" y="8700"/>
                  <a:pt x="2352" y="9159"/>
                  <a:pt x="2687" y="9514"/>
                </a:cubicBezTo>
                <a:cubicBezTo>
                  <a:pt x="3038" y="9883"/>
                  <a:pt x="3447" y="10157"/>
                  <a:pt x="3915" y="10334"/>
                </a:cubicBezTo>
                <a:cubicBezTo>
                  <a:pt x="4383" y="10511"/>
                  <a:pt x="4877" y="10600"/>
                  <a:pt x="5397" y="10600"/>
                </a:cubicBezTo>
                <a:cubicBezTo>
                  <a:pt x="6113" y="10600"/>
                  <a:pt x="6784" y="10477"/>
                  <a:pt x="7409" y="10232"/>
                </a:cubicBezTo>
                <a:cubicBezTo>
                  <a:pt x="8035" y="9986"/>
                  <a:pt x="8620" y="9619"/>
                  <a:pt x="9166" y="9128"/>
                </a:cubicBezTo>
                <a:lnTo>
                  <a:pt x="9271" y="9128"/>
                </a:lnTo>
                <a:lnTo>
                  <a:pt x="9271" y="10874"/>
                </a:lnTo>
                <a:close/>
                <a:moveTo>
                  <a:pt x="18211" y="11681"/>
                </a:moveTo>
                <a:lnTo>
                  <a:pt x="16799" y="11681"/>
                </a:lnTo>
                <a:lnTo>
                  <a:pt x="16799" y="10755"/>
                </a:lnTo>
                <a:cubicBezTo>
                  <a:pt x="16324" y="11131"/>
                  <a:pt x="15869" y="11419"/>
                  <a:pt x="15433" y="11620"/>
                </a:cubicBezTo>
                <a:cubicBezTo>
                  <a:pt x="14998" y="11820"/>
                  <a:pt x="14517" y="11921"/>
                  <a:pt x="13992" y="11921"/>
                </a:cubicBezTo>
                <a:cubicBezTo>
                  <a:pt x="13111" y="11921"/>
                  <a:pt x="12425" y="11651"/>
                  <a:pt x="11935" y="11112"/>
                </a:cubicBezTo>
                <a:cubicBezTo>
                  <a:pt x="11445" y="10573"/>
                  <a:pt x="11199" y="9783"/>
                  <a:pt x="11199" y="8740"/>
                </a:cubicBezTo>
                <a:lnTo>
                  <a:pt x="11199" y="3288"/>
                </a:lnTo>
                <a:lnTo>
                  <a:pt x="12611" y="3288"/>
                </a:lnTo>
                <a:lnTo>
                  <a:pt x="12611" y="8067"/>
                </a:lnTo>
                <a:cubicBezTo>
                  <a:pt x="12611" y="8493"/>
                  <a:pt x="12631" y="8858"/>
                  <a:pt x="12671" y="9161"/>
                </a:cubicBezTo>
                <a:cubicBezTo>
                  <a:pt x="12711" y="9464"/>
                  <a:pt x="12796" y="9723"/>
                  <a:pt x="12926" y="9938"/>
                </a:cubicBezTo>
                <a:cubicBezTo>
                  <a:pt x="13061" y="10159"/>
                  <a:pt x="13236" y="10319"/>
                  <a:pt x="13451" y="10419"/>
                </a:cubicBezTo>
                <a:cubicBezTo>
                  <a:pt x="13667" y="10519"/>
                  <a:pt x="13979" y="10570"/>
                  <a:pt x="14390" y="10570"/>
                </a:cubicBezTo>
                <a:cubicBezTo>
                  <a:pt x="14755" y="10570"/>
                  <a:pt x="15154" y="10474"/>
                  <a:pt x="15587" y="10284"/>
                </a:cubicBezTo>
                <a:cubicBezTo>
                  <a:pt x="16020" y="10094"/>
                  <a:pt x="16424" y="9851"/>
                  <a:pt x="16799" y="9555"/>
                </a:cubicBezTo>
                <a:lnTo>
                  <a:pt x="16799" y="3288"/>
                </a:lnTo>
                <a:lnTo>
                  <a:pt x="18211" y="3288"/>
                </a:lnTo>
                <a:lnTo>
                  <a:pt x="18211" y="11681"/>
                </a:lnTo>
                <a:close/>
                <a:moveTo>
                  <a:pt x="26221" y="4819"/>
                </a:moveTo>
                <a:lnTo>
                  <a:pt x="26146" y="4819"/>
                </a:lnTo>
                <a:cubicBezTo>
                  <a:pt x="25936" y="4772"/>
                  <a:pt x="25732" y="4738"/>
                  <a:pt x="25534" y="4716"/>
                </a:cubicBezTo>
                <a:cubicBezTo>
                  <a:pt x="25337" y="4695"/>
                  <a:pt x="25103" y="4684"/>
                  <a:pt x="24832" y="4684"/>
                </a:cubicBezTo>
                <a:cubicBezTo>
                  <a:pt x="24397" y="4684"/>
                  <a:pt x="23977" y="4781"/>
                  <a:pt x="23571" y="4974"/>
                </a:cubicBezTo>
                <a:cubicBezTo>
                  <a:pt x="23166" y="5167"/>
                  <a:pt x="22775" y="5416"/>
                  <a:pt x="22400" y="5721"/>
                </a:cubicBezTo>
                <a:lnTo>
                  <a:pt x="22400" y="11681"/>
                </a:lnTo>
                <a:lnTo>
                  <a:pt x="20989" y="11681"/>
                </a:lnTo>
                <a:lnTo>
                  <a:pt x="20989" y="3288"/>
                </a:lnTo>
                <a:lnTo>
                  <a:pt x="22400" y="3288"/>
                </a:lnTo>
                <a:lnTo>
                  <a:pt x="22400" y="4528"/>
                </a:lnTo>
                <a:cubicBezTo>
                  <a:pt x="22961" y="4077"/>
                  <a:pt x="23455" y="3758"/>
                  <a:pt x="23883" y="3570"/>
                </a:cubicBezTo>
                <a:cubicBezTo>
                  <a:pt x="24311" y="3382"/>
                  <a:pt x="24747" y="3288"/>
                  <a:pt x="25193" y="3288"/>
                </a:cubicBezTo>
                <a:cubicBezTo>
                  <a:pt x="25438" y="3288"/>
                  <a:pt x="25616" y="3294"/>
                  <a:pt x="25726" y="3307"/>
                </a:cubicBezTo>
                <a:cubicBezTo>
                  <a:pt x="25836" y="3319"/>
                  <a:pt x="26001" y="3343"/>
                  <a:pt x="26221" y="3378"/>
                </a:cubicBezTo>
                <a:lnTo>
                  <a:pt x="26221" y="4819"/>
                </a:lnTo>
                <a:close/>
                <a:moveTo>
                  <a:pt x="33750" y="11163"/>
                </a:moveTo>
                <a:cubicBezTo>
                  <a:pt x="33280" y="11388"/>
                  <a:pt x="32833" y="11563"/>
                  <a:pt x="32410" y="11688"/>
                </a:cubicBezTo>
                <a:cubicBezTo>
                  <a:pt x="31987" y="11813"/>
                  <a:pt x="31538" y="11876"/>
                  <a:pt x="31063" y="11876"/>
                </a:cubicBezTo>
                <a:cubicBezTo>
                  <a:pt x="30457" y="11876"/>
                  <a:pt x="29902" y="11787"/>
                  <a:pt x="29396" y="11609"/>
                </a:cubicBezTo>
                <a:cubicBezTo>
                  <a:pt x="28891" y="11431"/>
                  <a:pt x="28458" y="11161"/>
                  <a:pt x="28098" y="10800"/>
                </a:cubicBezTo>
                <a:cubicBezTo>
                  <a:pt x="27732" y="10439"/>
                  <a:pt x="27450" y="9983"/>
                  <a:pt x="27249" y="9432"/>
                </a:cubicBezTo>
                <a:cubicBezTo>
                  <a:pt x="27049" y="8880"/>
                  <a:pt x="26949" y="8236"/>
                  <a:pt x="26949" y="7499"/>
                </a:cubicBezTo>
                <a:cubicBezTo>
                  <a:pt x="26949" y="6126"/>
                  <a:pt x="27326" y="5048"/>
                  <a:pt x="28079" y="4266"/>
                </a:cubicBezTo>
                <a:cubicBezTo>
                  <a:pt x="28832" y="3484"/>
                  <a:pt x="29827" y="3093"/>
                  <a:pt x="31063" y="3093"/>
                </a:cubicBezTo>
                <a:cubicBezTo>
                  <a:pt x="31543" y="3093"/>
                  <a:pt x="32015" y="3160"/>
                  <a:pt x="32478" y="3295"/>
                </a:cubicBezTo>
                <a:cubicBezTo>
                  <a:pt x="32941" y="3431"/>
                  <a:pt x="33365" y="3596"/>
                  <a:pt x="33750" y="3791"/>
                </a:cubicBezTo>
                <a:lnTo>
                  <a:pt x="33750" y="5360"/>
                </a:lnTo>
                <a:lnTo>
                  <a:pt x="33675" y="5360"/>
                </a:lnTo>
                <a:cubicBezTo>
                  <a:pt x="33245" y="5027"/>
                  <a:pt x="32801" y="4771"/>
                  <a:pt x="32343" y="4592"/>
                </a:cubicBezTo>
                <a:cubicBezTo>
                  <a:pt x="31885" y="4413"/>
                  <a:pt x="31438" y="4324"/>
                  <a:pt x="31003" y="4324"/>
                </a:cubicBezTo>
                <a:cubicBezTo>
                  <a:pt x="30202" y="4324"/>
                  <a:pt x="29570" y="4593"/>
                  <a:pt x="29107" y="5131"/>
                </a:cubicBezTo>
                <a:cubicBezTo>
                  <a:pt x="28644" y="5669"/>
                  <a:pt x="28413" y="6458"/>
                  <a:pt x="28413" y="7499"/>
                </a:cubicBezTo>
                <a:cubicBezTo>
                  <a:pt x="28413" y="8510"/>
                  <a:pt x="28639" y="9287"/>
                  <a:pt x="29092" y="9830"/>
                </a:cubicBezTo>
                <a:cubicBezTo>
                  <a:pt x="29545" y="10373"/>
                  <a:pt x="30182" y="10645"/>
                  <a:pt x="31003" y="10645"/>
                </a:cubicBezTo>
                <a:cubicBezTo>
                  <a:pt x="31288" y="10645"/>
                  <a:pt x="31578" y="10607"/>
                  <a:pt x="31874" y="10533"/>
                </a:cubicBezTo>
                <a:cubicBezTo>
                  <a:pt x="32169" y="10458"/>
                  <a:pt x="32434" y="10361"/>
                  <a:pt x="32669" y="10242"/>
                </a:cubicBezTo>
                <a:cubicBezTo>
                  <a:pt x="32875" y="10138"/>
                  <a:pt x="33067" y="10027"/>
                  <a:pt x="33247" y="9911"/>
                </a:cubicBezTo>
                <a:cubicBezTo>
                  <a:pt x="33428" y="9794"/>
                  <a:pt x="33570" y="9693"/>
                  <a:pt x="33675" y="9609"/>
                </a:cubicBezTo>
                <a:lnTo>
                  <a:pt x="33750" y="9609"/>
                </a:lnTo>
                <a:lnTo>
                  <a:pt x="33750" y="11163"/>
                </a:lnTo>
                <a:close/>
                <a:moveTo>
                  <a:pt x="42511" y="11681"/>
                </a:moveTo>
                <a:lnTo>
                  <a:pt x="41100" y="11681"/>
                </a:lnTo>
                <a:lnTo>
                  <a:pt x="41100" y="10755"/>
                </a:lnTo>
                <a:cubicBezTo>
                  <a:pt x="40624" y="11131"/>
                  <a:pt x="40169" y="11419"/>
                  <a:pt x="39733" y="11620"/>
                </a:cubicBezTo>
                <a:cubicBezTo>
                  <a:pt x="39298" y="11820"/>
                  <a:pt x="38818" y="11921"/>
                  <a:pt x="38292" y="11921"/>
                </a:cubicBezTo>
                <a:cubicBezTo>
                  <a:pt x="37411" y="11921"/>
                  <a:pt x="36726" y="11651"/>
                  <a:pt x="36235" y="11112"/>
                </a:cubicBezTo>
                <a:cubicBezTo>
                  <a:pt x="35745" y="10573"/>
                  <a:pt x="35500" y="9783"/>
                  <a:pt x="35500" y="8740"/>
                </a:cubicBezTo>
                <a:lnTo>
                  <a:pt x="35500" y="3288"/>
                </a:lnTo>
                <a:lnTo>
                  <a:pt x="36911" y="3288"/>
                </a:lnTo>
                <a:lnTo>
                  <a:pt x="36911" y="8067"/>
                </a:lnTo>
                <a:cubicBezTo>
                  <a:pt x="36911" y="8493"/>
                  <a:pt x="36931" y="8858"/>
                  <a:pt x="36971" y="9161"/>
                </a:cubicBezTo>
                <a:cubicBezTo>
                  <a:pt x="37011" y="9464"/>
                  <a:pt x="37096" y="9723"/>
                  <a:pt x="37226" y="9938"/>
                </a:cubicBezTo>
                <a:cubicBezTo>
                  <a:pt x="37361" y="10159"/>
                  <a:pt x="37536" y="10319"/>
                  <a:pt x="37752" y="10419"/>
                </a:cubicBezTo>
                <a:cubicBezTo>
                  <a:pt x="37967" y="10519"/>
                  <a:pt x="38280" y="10570"/>
                  <a:pt x="38690" y="10570"/>
                </a:cubicBezTo>
                <a:cubicBezTo>
                  <a:pt x="39055" y="10570"/>
                  <a:pt x="39454" y="10474"/>
                  <a:pt x="39887" y="10284"/>
                </a:cubicBezTo>
                <a:cubicBezTo>
                  <a:pt x="40320" y="10094"/>
                  <a:pt x="40724" y="9851"/>
                  <a:pt x="41100" y="9555"/>
                </a:cubicBezTo>
                <a:lnTo>
                  <a:pt x="41100" y="3288"/>
                </a:lnTo>
                <a:lnTo>
                  <a:pt x="42511" y="3288"/>
                </a:lnTo>
                <a:lnTo>
                  <a:pt x="42511" y="11681"/>
                </a:lnTo>
                <a:close/>
                <a:moveTo>
                  <a:pt x="46714" y="11681"/>
                </a:moveTo>
                <a:lnTo>
                  <a:pt x="45303" y="11681"/>
                </a:lnTo>
                <a:lnTo>
                  <a:pt x="45303" y="0"/>
                </a:lnTo>
                <a:lnTo>
                  <a:pt x="46714" y="0"/>
                </a:lnTo>
                <a:lnTo>
                  <a:pt x="46714" y="11681"/>
                </a:lnTo>
                <a:close/>
                <a:moveTo>
                  <a:pt x="51023" y="1892"/>
                </a:moveTo>
                <a:lnTo>
                  <a:pt x="49432" y="1892"/>
                </a:lnTo>
                <a:lnTo>
                  <a:pt x="49432" y="420"/>
                </a:lnTo>
                <a:lnTo>
                  <a:pt x="51023" y="420"/>
                </a:lnTo>
                <a:lnTo>
                  <a:pt x="51023" y="1892"/>
                </a:lnTo>
                <a:moveTo>
                  <a:pt x="50933" y="11681"/>
                </a:moveTo>
                <a:lnTo>
                  <a:pt x="49522" y="11681"/>
                </a:lnTo>
                <a:lnTo>
                  <a:pt x="49522" y="3288"/>
                </a:lnTo>
                <a:lnTo>
                  <a:pt x="50933" y="3288"/>
                </a:lnTo>
                <a:lnTo>
                  <a:pt x="50933" y="11681"/>
                </a:lnTo>
                <a:close/>
                <a:moveTo>
                  <a:pt x="60872" y="7488"/>
                </a:moveTo>
                <a:cubicBezTo>
                  <a:pt x="60872" y="8858"/>
                  <a:pt x="60522" y="9939"/>
                  <a:pt x="59821" y="10732"/>
                </a:cubicBezTo>
                <a:cubicBezTo>
                  <a:pt x="59120" y="11524"/>
                  <a:pt x="58182" y="11921"/>
                  <a:pt x="57006" y="11921"/>
                </a:cubicBezTo>
                <a:cubicBezTo>
                  <a:pt x="55820" y="11921"/>
                  <a:pt x="54878" y="11524"/>
                  <a:pt x="54180" y="10732"/>
                </a:cubicBezTo>
                <a:cubicBezTo>
                  <a:pt x="53482" y="9939"/>
                  <a:pt x="53133" y="8858"/>
                  <a:pt x="53133" y="7488"/>
                </a:cubicBezTo>
                <a:cubicBezTo>
                  <a:pt x="53133" y="6118"/>
                  <a:pt x="53482" y="5036"/>
                  <a:pt x="54180" y="4241"/>
                </a:cubicBezTo>
                <a:cubicBezTo>
                  <a:pt x="54878" y="3445"/>
                  <a:pt x="55820" y="3048"/>
                  <a:pt x="57006" y="3048"/>
                </a:cubicBezTo>
                <a:cubicBezTo>
                  <a:pt x="58182" y="3048"/>
                  <a:pt x="59120" y="3445"/>
                  <a:pt x="59821" y="4241"/>
                </a:cubicBezTo>
                <a:cubicBezTo>
                  <a:pt x="60522" y="5036"/>
                  <a:pt x="60872" y="6118"/>
                  <a:pt x="60872" y="7488"/>
                </a:cubicBezTo>
                <a:moveTo>
                  <a:pt x="59416" y="7488"/>
                </a:moveTo>
                <a:cubicBezTo>
                  <a:pt x="59416" y="6403"/>
                  <a:pt x="59203" y="5597"/>
                  <a:pt x="58778" y="5070"/>
                </a:cubicBezTo>
                <a:cubicBezTo>
                  <a:pt x="58352" y="4543"/>
                  <a:pt x="57762" y="4279"/>
                  <a:pt x="57006" y="4279"/>
                </a:cubicBezTo>
                <a:cubicBezTo>
                  <a:pt x="56240" y="4279"/>
                  <a:pt x="55646" y="4543"/>
                  <a:pt x="55223" y="5070"/>
                </a:cubicBezTo>
                <a:cubicBezTo>
                  <a:pt x="54800" y="5597"/>
                  <a:pt x="54589" y="6403"/>
                  <a:pt x="54589" y="7488"/>
                </a:cubicBezTo>
                <a:cubicBezTo>
                  <a:pt x="54589" y="8538"/>
                  <a:pt x="54802" y="9334"/>
                  <a:pt x="55227" y="9876"/>
                </a:cubicBezTo>
                <a:cubicBezTo>
                  <a:pt x="55652" y="10418"/>
                  <a:pt x="56245" y="10690"/>
                  <a:pt x="57006" y="10690"/>
                </a:cubicBezTo>
                <a:cubicBezTo>
                  <a:pt x="57757" y="10690"/>
                  <a:pt x="58346" y="10421"/>
                  <a:pt x="58774" y="9884"/>
                </a:cubicBezTo>
                <a:cubicBezTo>
                  <a:pt x="59202" y="9346"/>
                  <a:pt x="59416" y="8548"/>
                  <a:pt x="59416" y="7488"/>
                </a:cubicBezTo>
                <a:close/>
                <a:moveTo>
                  <a:pt x="70068" y="11681"/>
                </a:moveTo>
                <a:lnTo>
                  <a:pt x="68656" y="11681"/>
                </a:lnTo>
                <a:lnTo>
                  <a:pt x="68656" y="6901"/>
                </a:lnTo>
                <a:cubicBezTo>
                  <a:pt x="68656" y="6515"/>
                  <a:pt x="68634" y="6154"/>
                  <a:pt x="68589" y="5815"/>
                </a:cubicBezTo>
                <a:cubicBezTo>
                  <a:pt x="68544" y="5477"/>
                  <a:pt x="68461" y="5213"/>
                  <a:pt x="68341" y="5023"/>
                </a:cubicBezTo>
                <a:cubicBezTo>
                  <a:pt x="68216" y="4812"/>
                  <a:pt x="68036" y="4656"/>
                  <a:pt x="67801" y="4553"/>
                </a:cubicBezTo>
                <a:cubicBezTo>
                  <a:pt x="67565" y="4450"/>
                  <a:pt x="67260" y="4399"/>
                  <a:pt x="66885" y="4399"/>
                </a:cubicBezTo>
                <a:cubicBezTo>
                  <a:pt x="66500" y="4399"/>
                  <a:pt x="66097" y="4494"/>
                  <a:pt x="65676" y="4685"/>
                </a:cubicBezTo>
                <a:cubicBezTo>
                  <a:pt x="65256" y="4875"/>
                  <a:pt x="64853" y="5118"/>
                  <a:pt x="64468" y="5413"/>
                </a:cubicBezTo>
                <a:lnTo>
                  <a:pt x="64468" y="11681"/>
                </a:lnTo>
                <a:lnTo>
                  <a:pt x="63056" y="11681"/>
                </a:lnTo>
                <a:lnTo>
                  <a:pt x="63056" y="3288"/>
                </a:lnTo>
                <a:lnTo>
                  <a:pt x="64468" y="3288"/>
                </a:lnTo>
                <a:lnTo>
                  <a:pt x="64468" y="4213"/>
                </a:lnTo>
                <a:cubicBezTo>
                  <a:pt x="64908" y="3847"/>
                  <a:pt x="65364" y="3562"/>
                  <a:pt x="65834" y="3356"/>
                </a:cubicBezTo>
                <a:cubicBezTo>
                  <a:pt x="66304" y="3151"/>
                  <a:pt x="66787" y="3048"/>
                  <a:pt x="67283" y="3048"/>
                </a:cubicBezTo>
                <a:cubicBezTo>
                  <a:pt x="68189" y="3048"/>
                  <a:pt x="68879" y="3321"/>
                  <a:pt x="69355" y="3867"/>
                </a:cubicBezTo>
                <a:cubicBezTo>
                  <a:pt x="69830" y="4414"/>
                  <a:pt x="70068" y="5201"/>
                  <a:pt x="70068" y="6229"/>
                </a:cubicBezTo>
                <a:lnTo>
                  <a:pt x="70068" y="11681"/>
                </a:lnTo>
                <a:close/>
                <a:moveTo>
                  <a:pt x="74301" y="1892"/>
                </a:moveTo>
                <a:lnTo>
                  <a:pt x="72710" y="1892"/>
                </a:lnTo>
                <a:lnTo>
                  <a:pt x="72710" y="420"/>
                </a:lnTo>
                <a:lnTo>
                  <a:pt x="74301" y="420"/>
                </a:lnTo>
                <a:lnTo>
                  <a:pt x="74301" y="1892"/>
                </a:lnTo>
                <a:moveTo>
                  <a:pt x="74211" y="11681"/>
                </a:moveTo>
                <a:lnTo>
                  <a:pt x="72800" y="11681"/>
                </a:lnTo>
                <a:lnTo>
                  <a:pt x="72800" y="3288"/>
                </a:lnTo>
                <a:lnTo>
                  <a:pt x="74211" y="3288"/>
                </a:lnTo>
                <a:lnTo>
                  <a:pt x="74211" y="11681"/>
                </a:lnTo>
                <a:close/>
                <a:moveTo>
                  <a:pt x="83805" y="11681"/>
                </a:moveTo>
                <a:lnTo>
                  <a:pt x="82394" y="11681"/>
                </a:lnTo>
                <a:lnTo>
                  <a:pt x="82394" y="10807"/>
                </a:lnTo>
                <a:cubicBezTo>
                  <a:pt x="81989" y="11158"/>
                  <a:pt x="81566" y="11432"/>
                  <a:pt x="81125" y="11627"/>
                </a:cubicBezTo>
                <a:cubicBezTo>
                  <a:pt x="80685" y="11823"/>
                  <a:pt x="80207" y="11921"/>
                  <a:pt x="79692" y="11921"/>
                </a:cubicBezTo>
                <a:cubicBezTo>
                  <a:pt x="78691" y="11921"/>
                  <a:pt x="77896" y="11534"/>
                  <a:pt x="77308" y="10762"/>
                </a:cubicBezTo>
                <a:cubicBezTo>
                  <a:pt x="76720" y="9989"/>
                  <a:pt x="76426" y="8918"/>
                  <a:pt x="76426" y="7548"/>
                </a:cubicBezTo>
                <a:cubicBezTo>
                  <a:pt x="76426" y="6836"/>
                  <a:pt x="76527" y="6201"/>
                  <a:pt x="76730" y="5644"/>
                </a:cubicBezTo>
                <a:cubicBezTo>
                  <a:pt x="76933" y="5087"/>
                  <a:pt x="77207" y="4613"/>
                  <a:pt x="77552" y="4222"/>
                </a:cubicBezTo>
                <a:cubicBezTo>
                  <a:pt x="77892" y="3841"/>
                  <a:pt x="78289" y="3550"/>
                  <a:pt x="78742" y="3349"/>
                </a:cubicBezTo>
                <a:cubicBezTo>
                  <a:pt x="79195" y="3148"/>
                  <a:pt x="79664" y="3048"/>
                  <a:pt x="80149" y="3048"/>
                </a:cubicBezTo>
                <a:cubicBezTo>
                  <a:pt x="80590" y="3048"/>
                  <a:pt x="80980" y="3094"/>
                  <a:pt x="81321" y="3187"/>
                </a:cubicBezTo>
                <a:cubicBezTo>
                  <a:pt x="81661" y="3280"/>
                  <a:pt x="82019" y="3424"/>
                  <a:pt x="82394" y="3620"/>
                </a:cubicBezTo>
                <a:lnTo>
                  <a:pt x="82394" y="0"/>
                </a:lnTo>
                <a:lnTo>
                  <a:pt x="83805" y="0"/>
                </a:lnTo>
                <a:lnTo>
                  <a:pt x="83805" y="11681"/>
                </a:lnTo>
                <a:moveTo>
                  <a:pt x="82394" y="9616"/>
                </a:moveTo>
                <a:lnTo>
                  <a:pt x="82394" y="4804"/>
                </a:lnTo>
                <a:cubicBezTo>
                  <a:pt x="82014" y="4634"/>
                  <a:pt x="81673" y="4517"/>
                  <a:pt x="81373" y="4452"/>
                </a:cubicBezTo>
                <a:cubicBezTo>
                  <a:pt x="81073" y="4386"/>
                  <a:pt x="80745" y="4354"/>
                  <a:pt x="80390" y="4354"/>
                </a:cubicBezTo>
                <a:cubicBezTo>
                  <a:pt x="79599" y="4354"/>
                  <a:pt x="78983" y="4629"/>
                  <a:pt x="78543" y="5180"/>
                </a:cubicBezTo>
                <a:cubicBezTo>
                  <a:pt x="78103" y="5730"/>
                  <a:pt x="77882" y="6511"/>
                  <a:pt x="77882" y="7522"/>
                </a:cubicBezTo>
                <a:cubicBezTo>
                  <a:pt x="77882" y="8518"/>
                  <a:pt x="78053" y="9275"/>
                  <a:pt x="78393" y="9793"/>
                </a:cubicBezTo>
                <a:cubicBezTo>
                  <a:pt x="78733" y="10311"/>
                  <a:pt x="79279" y="10570"/>
                  <a:pt x="80029" y="10570"/>
                </a:cubicBezTo>
                <a:cubicBezTo>
                  <a:pt x="80430" y="10570"/>
                  <a:pt x="80835" y="10481"/>
                  <a:pt x="81245" y="10303"/>
                </a:cubicBezTo>
                <a:cubicBezTo>
                  <a:pt x="81656" y="10125"/>
                  <a:pt x="82039" y="9896"/>
                  <a:pt x="82394" y="9616"/>
                </a:cubicBezTo>
                <a:close/>
                <a:moveTo>
                  <a:pt x="93098" y="11681"/>
                </a:moveTo>
                <a:lnTo>
                  <a:pt x="91695" y="11681"/>
                </a:lnTo>
                <a:lnTo>
                  <a:pt x="91695" y="10793"/>
                </a:lnTo>
                <a:cubicBezTo>
                  <a:pt x="91570" y="10879"/>
                  <a:pt x="91401" y="10998"/>
                  <a:pt x="91188" y="11150"/>
                </a:cubicBezTo>
                <a:cubicBezTo>
                  <a:pt x="90975" y="11303"/>
                  <a:pt x="90769" y="11425"/>
                  <a:pt x="90569" y="11515"/>
                </a:cubicBezTo>
                <a:cubicBezTo>
                  <a:pt x="90333" y="11630"/>
                  <a:pt x="90063" y="11727"/>
                  <a:pt x="89758" y="11804"/>
                </a:cubicBezTo>
                <a:cubicBezTo>
                  <a:pt x="89453" y="11882"/>
                  <a:pt x="89095" y="11921"/>
                  <a:pt x="88684" y="11921"/>
                </a:cubicBezTo>
                <a:cubicBezTo>
                  <a:pt x="87929" y="11921"/>
                  <a:pt x="87288" y="11670"/>
                  <a:pt x="86763" y="11169"/>
                </a:cubicBezTo>
                <a:cubicBezTo>
                  <a:pt x="86237" y="10668"/>
                  <a:pt x="85974" y="10029"/>
                  <a:pt x="85974" y="9252"/>
                </a:cubicBezTo>
                <a:cubicBezTo>
                  <a:pt x="85974" y="8616"/>
                  <a:pt x="86111" y="8101"/>
                  <a:pt x="86384" y="7708"/>
                </a:cubicBezTo>
                <a:cubicBezTo>
                  <a:pt x="86656" y="7314"/>
                  <a:pt x="87045" y="7005"/>
                  <a:pt x="87551" y="6780"/>
                </a:cubicBezTo>
                <a:cubicBezTo>
                  <a:pt x="88061" y="6554"/>
                  <a:pt x="88674" y="6401"/>
                  <a:pt x="89390" y="6321"/>
                </a:cubicBezTo>
                <a:cubicBezTo>
                  <a:pt x="90106" y="6241"/>
                  <a:pt x="90874" y="6181"/>
                  <a:pt x="91695" y="6141"/>
                </a:cubicBezTo>
                <a:lnTo>
                  <a:pt x="91695" y="5921"/>
                </a:lnTo>
                <a:cubicBezTo>
                  <a:pt x="91695" y="5598"/>
                  <a:pt x="91638" y="5331"/>
                  <a:pt x="91526" y="5119"/>
                </a:cubicBezTo>
                <a:cubicBezTo>
                  <a:pt x="91413" y="4907"/>
                  <a:pt x="91252" y="4740"/>
                  <a:pt x="91042" y="4619"/>
                </a:cubicBezTo>
                <a:cubicBezTo>
                  <a:pt x="90841" y="4503"/>
                  <a:pt x="90601" y="4425"/>
                  <a:pt x="90321" y="4384"/>
                </a:cubicBezTo>
                <a:cubicBezTo>
                  <a:pt x="90041" y="4344"/>
                  <a:pt x="89748" y="4324"/>
                  <a:pt x="89443" y="4324"/>
                </a:cubicBezTo>
                <a:cubicBezTo>
                  <a:pt x="89072" y="4324"/>
                  <a:pt x="88659" y="4374"/>
                  <a:pt x="88204" y="4474"/>
                </a:cubicBezTo>
                <a:cubicBezTo>
                  <a:pt x="87749" y="4574"/>
                  <a:pt x="87278" y="4719"/>
                  <a:pt x="86793" y="4909"/>
                </a:cubicBezTo>
                <a:lnTo>
                  <a:pt x="86718" y="4909"/>
                </a:lnTo>
                <a:lnTo>
                  <a:pt x="86718" y="3476"/>
                </a:lnTo>
                <a:cubicBezTo>
                  <a:pt x="86993" y="3401"/>
                  <a:pt x="87391" y="3318"/>
                  <a:pt x="87911" y="3228"/>
                </a:cubicBezTo>
                <a:cubicBezTo>
                  <a:pt x="88432" y="3138"/>
                  <a:pt x="88945" y="3093"/>
                  <a:pt x="89450" y="3093"/>
                </a:cubicBezTo>
                <a:cubicBezTo>
                  <a:pt x="90041" y="3093"/>
                  <a:pt x="90555" y="3142"/>
                  <a:pt x="90993" y="3239"/>
                </a:cubicBezTo>
                <a:cubicBezTo>
                  <a:pt x="91431" y="3337"/>
                  <a:pt x="91810" y="3503"/>
                  <a:pt x="92130" y="3738"/>
                </a:cubicBezTo>
                <a:cubicBezTo>
                  <a:pt x="92445" y="3969"/>
                  <a:pt x="92686" y="4266"/>
                  <a:pt x="92851" y="4632"/>
                </a:cubicBezTo>
                <a:cubicBezTo>
                  <a:pt x="93016" y="4997"/>
                  <a:pt x="93098" y="5450"/>
                  <a:pt x="93098" y="5990"/>
                </a:cubicBezTo>
                <a:lnTo>
                  <a:pt x="93098" y="11681"/>
                </a:lnTo>
                <a:moveTo>
                  <a:pt x="91695" y="9627"/>
                </a:moveTo>
                <a:lnTo>
                  <a:pt x="91695" y="7282"/>
                </a:lnTo>
                <a:cubicBezTo>
                  <a:pt x="91264" y="7307"/>
                  <a:pt x="90758" y="7345"/>
                  <a:pt x="90174" y="7395"/>
                </a:cubicBezTo>
                <a:cubicBezTo>
                  <a:pt x="89591" y="7445"/>
                  <a:pt x="89130" y="7518"/>
                  <a:pt x="88790" y="7613"/>
                </a:cubicBezTo>
                <a:cubicBezTo>
                  <a:pt x="88384" y="7729"/>
                  <a:pt x="88056" y="7909"/>
                  <a:pt x="87806" y="8153"/>
                </a:cubicBezTo>
                <a:cubicBezTo>
                  <a:pt x="87556" y="8396"/>
                  <a:pt x="87431" y="8732"/>
                  <a:pt x="87431" y="9159"/>
                </a:cubicBezTo>
                <a:cubicBezTo>
                  <a:pt x="87431" y="9642"/>
                  <a:pt x="87576" y="10005"/>
                  <a:pt x="87866" y="10249"/>
                </a:cubicBezTo>
                <a:cubicBezTo>
                  <a:pt x="88156" y="10493"/>
                  <a:pt x="88599" y="10615"/>
                  <a:pt x="89195" y="10615"/>
                </a:cubicBezTo>
                <a:cubicBezTo>
                  <a:pt x="89690" y="10615"/>
                  <a:pt x="90143" y="10518"/>
                  <a:pt x="90554" y="10324"/>
                </a:cubicBezTo>
                <a:cubicBezTo>
                  <a:pt x="90964" y="10131"/>
                  <a:pt x="91344" y="9898"/>
                  <a:pt x="91695" y="9627"/>
                </a:cubicBezTo>
                <a:close/>
                <a:moveTo>
                  <a:pt x="102835" y="7627"/>
                </a:moveTo>
                <a:lnTo>
                  <a:pt x="96657" y="7627"/>
                </a:lnTo>
                <a:cubicBezTo>
                  <a:pt x="96657" y="8144"/>
                  <a:pt x="96735" y="8594"/>
                  <a:pt x="96890" y="8978"/>
                </a:cubicBezTo>
                <a:cubicBezTo>
                  <a:pt x="97045" y="9361"/>
                  <a:pt x="97258" y="9676"/>
                  <a:pt x="97528" y="9922"/>
                </a:cubicBezTo>
                <a:cubicBezTo>
                  <a:pt x="97788" y="10163"/>
                  <a:pt x="98097" y="10344"/>
                  <a:pt x="98455" y="10464"/>
                </a:cubicBezTo>
                <a:cubicBezTo>
                  <a:pt x="98813" y="10584"/>
                  <a:pt x="99207" y="10645"/>
                  <a:pt x="99637" y="10645"/>
                </a:cubicBezTo>
                <a:cubicBezTo>
                  <a:pt x="100208" y="10645"/>
                  <a:pt x="100782" y="10530"/>
                  <a:pt x="101360" y="10300"/>
                </a:cubicBezTo>
                <a:cubicBezTo>
                  <a:pt x="101938" y="10071"/>
                  <a:pt x="102350" y="9845"/>
                  <a:pt x="102595" y="9624"/>
                </a:cubicBezTo>
                <a:lnTo>
                  <a:pt x="102670" y="9624"/>
                </a:lnTo>
                <a:lnTo>
                  <a:pt x="102670" y="11168"/>
                </a:lnTo>
                <a:cubicBezTo>
                  <a:pt x="102194" y="11369"/>
                  <a:pt x="101709" y="11537"/>
                  <a:pt x="101214" y="11672"/>
                </a:cubicBezTo>
                <a:cubicBezTo>
                  <a:pt x="100718" y="11808"/>
                  <a:pt x="100198" y="11876"/>
                  <a:pt x="99652" y="11876"/>
                </a:cubicBezTo>
                <a:cubicBezTo>
                  <a:pt x="98261" y="11876"/>
                  <a:pt x="97175" y="11498"/>
                  <a:pt x="96394" y="10744"/>
                </a:cubicBezTo>
                <a:cubicBezTo>
                  <a:pt x="95614" y="9990"/>
                  <a:pt x="95223" y="8918"/>
                  <a:pt x="95223" y="7529"/>
                </a:cubicBezTo>
                <a:cubicBezTo>
                  <a:pt x="95223" y="6156"/>
                  <a:pt x="95597" y="5066"/>
                  <a:pt x="96345" y="4258"/>
                </a:cubicBezTo>
                <a:cubicBezTo>
                  <a:pt x="97094" y="3451"/>
                  <a:pt x="98078" y="3048"/>
                  <a:pt x="99299" y="3048"/>
                </a:cubicBezTo>
                <a:cubicBezTo>
                  <a:pt x="100430" y="3048"/>
                  <a:pt x="101302" y="3379"/>
                  <a:pt x="101915" y="4040"/>
                </a:cubicBezTo>
                <a:cubicBezTo>
                  <a:pt x="102529" y="4702"/>
                  <a:pt x="102835" y="5642"/>
                  <a:pt x="102835" y="6860"/>
                </a:cubicBezTo>
                <a:lnTo>
                  <a:pt x="102835" y="7627"/>
                </a:lnTo>
                <a:moveTo>
                  <a:pt x="101461" y="6546"/>
                </a:moveTo>
                <a:cubicBezTo>
                  <a:pt x="101456" y="5805"/>
                  <a:pt x="101270" y="5232"/>
                  <a:pt x="100902" y="4827"/>
                </a:cubicBezTo>
                <a:cubicBezTo>
                  <a:pt x="100534" y="4421"/>
                  <a:pt x="99975" y="4219"/>
                  <a:pt x="99224" y="4219"/>
                </a:cubicBezTo>
                <a:cubicBezTo>
                  <a:pt x="98469" y="4219"/>
                  <a:pt x="97867" y="4441"/>
                  <a:pt x="97419" y="4887"/>
                </a:cubicBezTo>
                <a:cubicBezTo>
                  <a:pt x="96971" y="5332"/>
                  <a:pt x="96717" y="5885"/>
                  <a:pt x="96657" y="6546"/>
                </a:cubicBezTo>
                <a:lnTo>
                  <a:pt x="101461" y="654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1396E-011C-4436-BDDB-6B7EDE9FF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761" y="1617019"/>
            <a:ext cx="96258" cy="113657"/>
          </a:xfrm>
          <a:custGeom xmlns:a="http://schemas.openxmlformats.org/drawingml/2006/main">
            <a:pathLst>
              <a:path w="96258" h="113657">
                <a:moveTo>
                  <a:pt x="0" y="0"/>
                </a:moveTo>
                <a:lnTo>
                  <a:pt x="96258" y="0"/>
                </a:lnTo>
                <a:lnTo>
                  <a:pt x="96258" y="113657"/>
                </a:lnTo>
                <a:lnTo>
                  <a:pt x="0" y="1136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BA8826-58FC-456E-8795-C7E76AFBB3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759" y="1617022"/>
            <a:ext cx="96259" cy="113657"/>
          </a:xfrm>
          <a:custGeom xmlns:a="http://schemas.openxmlformats.org/drawingml/2006/main">
            <a:pathLst>
              <a:path w="96259" h="113657" fill="none">
                <a:moveTo>
                  <a:pt x="0" y="0"/>
                </a:moveTo>
                <a:lnTo>
                  <a:pt x="96259" y="0"/>
                </a:lnTo>
                <a:lnTo>
                  <a:pt x="96259" y="113657"/>
                </a:lnTo>
                <a:lnTo>
                  <a:pt x="0" y="11365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65" name="Text Staphylinidae">
            <a:extLst xmlns:a="http://schemas.openxmlformats.org/drawingml/2006/main">
              <a:ext uri="{FF2B5EF4-FFF2-40B4-BE49-F238E27FC236}">
                <a16:creationId xmlns:a16="http://schemas.microsoft.com/office/drawing/2014/main" id="{9E43A578-5BA4-407A-A30D-1CFF4E12E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749" y="1641357"/>
            <a:ext cx="50148" cy="7206"/>
          </a:xfrm>
          <a:custGeom xmlns:a="http://schemas.openxmlformats.org/drawingml/2006/main">
            <a:pathLst>
              <a:path w="50148" h="7206">
                <a:moveTo>
                  <a:pt x="4204" y="4144"/>
                </a:moveTo>
                <a:cubicBezTo>
                  <a:pt x="4204" y="4357"/>
                  <a:pt x="4154" y="4567"/>
                  <a:pt x="4055" y="4774"/>
                </a:cubicBezTo>
                <a:cubicBezTo>
                  <a:pt x="3957" y="4982"/>
                  <a:pt x="3818" y="5158"/>
                  <a:pt x="3640" y="5302"/>
                </a:cubicBezTo>
                <a:cubicBezTo>
                  <a:pt x="3445" y="5458"/>
                  <a:pt x="3217" y="5581"/>
                  <a:pt x="2957" y="5669"/>
                </a:cubicBezTo>
                <a:cubicBezTo>
                  <a:pt x="2697" y="5756"/>
                  <a:pt x="2384" y="5800"/>
                  <a:pt x="2018" y="5800"/>
                </a:cubicBezTo>
                <a:cubicBezTo>
                  <a:pt x="1625" y="5800"/>
                  <a:pt x="1271" y="5764"/>
                  <a:pt x="958" y="5690"/>
                </a:cubicBezTo>
                <a:cubicBezTo>
                  <a:pt x="644" y="5617"/>
                  <a:pt x="325" y="5508"/>
                  <a:pt x="0" y="5363"/>
                </a:cubicBezTo>
                <a:lnTo>
                  <a:pt x="0" y="4453"/>
                </a:lnTo>
                <a:lnTo>
                  <a:pt x="51" y="4453"/>
                </a:lnTo>
                <a:cubicBezTo>
                  <a:pt x="327" y="4682"/>
                  <a:pt x="646" y="4859"/>
                  <a:pt x="1007" y="4984"/>
                </a:cubicBezTo>
                <a:cubicBezTo>
                  <a:pt x="1368" y="5108"/>
                  <a:pt x="1708" y="5171"/>
                  <a:pt x="2025" y="5171"/>
                </a:cubicBezTo>
                <a:cubicBezTo>
                  <a:pt x="2474" y="5171"/>
                  <a:pt x="2824" y="5087"/>
                  <a:pt x="3074" y="4919"/>
                </a:cubicBezTo>
                <a:cubicBezTo>
                  <a:pt x="3324" y="4751"/>
                  <a:pt x="3449" y="4527"/>
                  <a:pt x="3449" y="4247"/>
                </a:cubicBezTo>
                <a:cubicBezTo>
                  <a:pt x="3449" y="4005"/>
                  <a:pt x="3390" y="3827"/>
                  <a:pt x="3272" y="3712"/>
                </a:cubicBezTo>
                <a:cubicBezTo>
                  <a:pt x="3153" y="3597"/>
                  <a:pt x="2973" y="3508"/>
                  <a:pt x="2732" y="3444"/>
                </a:cubicBezTo>
                <a:cubicBezTo>
                  <a:pt x="2549" y="3395"/>
                  <a:pt x="2350" y="3355"/>
                  <a:pt x="2137" y="3323"/>
                </a:cubicBezTo>
                <a:cubicBezTo>
                  <a:pt x="1923" y="3292"/>
                  <a:pt x="1697" y="3251"/>
                  <a:pt x="1457" y="3202"/>
                </a:cubicBezTo>
                <a:cubicBezTo>
                  <a:pt x="974" y="3100"/>
                  <a:pt x="616" y="2925"/>
                  <a:pt x="383" y="2677"/>
                </a:cubicBezTo>
                <a:cubicBezTo>
                  <a:pt x="150" y="2429"/>
                  <a:pt x="33" y="2106"/>
                  <a:pt x="33" y="1707"/>
                </a:cubicBezTo>
                <a:cubicBezTo>
                  <a:pt x="33" y="1251"/>
                  <a:pt x="226" y="876"/>
                  <a:pt x="612" y="584"/>
                </a:cubicBezTo>
                <a:cubicBezTo>
                  <a:pt x="997" y="292"/>
                  <a:pt x="1487" y="146"/>
                  <a:pt x="2080" y="146"/>
                </a:cubicBezTo>
                <a:cubicBezTo>
                  <a:pt x="2463" y="146"/>
                  <a:pt x="2815" y="183"/>
                  <a:pt x="3135" y="256"/>
                </a:cubicBezTo>
                <a:cubicBezTo>
                  <a:pt x="3454" y="330"/>
                  <a:pt x="3738" y="420"/>
                  <a:pt x="3984" y="527"/>
                </a:cubicBezTo>
                <a:lnTo>
                  <a:pt x="3984" y="1384"/>
                </a:lnTo>
                <a:lnTo>
                  <a:pt x="3933" y="1384"/>
                </a:lnTo>
                <a:cubicBezTo>
                  <a:pt x="3725" y="1209"/>
                  <a:pt x="3453" y="1064"/>
                  <a:pt x="3114" y="949"/>
                </a:cubicBezTo>
                <a:cubicBezTo>
                  <a:pt x="2776" y="834"/>
                  <a:pt x="2430" y="776"/>
                  <a:pt x="2076" y="776"/>
                </a:cubicBezTo>
                <a:cubicBezTo>
                  <a:pt x="1688" y="776"/>
                  <a:pt x="1376" y="857"/>
                  <a:pt x="1141" y="1017"/>
                </a:cubicBezTo>
                <a:cubicBezTo>
                  <a:pt x="905" y="1178"/>
                  <a:pt x="787" y="1385"/>
                  <a:pt x="787" y="1638"/>
                </a:cubicBezTo>
                <a:cubicBezTo>
                  <a:pt x="787" y="1865"/>
                  <a:pt x="846" y="2043"/>
                  <a:pt x="963" y="2173"/>
                </a:cubicBezTo>
                <a:cubicBezTo>
                  <a:pt x="1080" y="2302"/>
                  <a:pt x="1287" y="2401"/>
                  <a:pt x="1582" y="2470"/>
                </a:cubicBezTo>
                <a:cubicBezTo>
                  <a:pt x="1738" y="2504"/>
                  <a:pt x="1960" y="2545"/>
                  <a:pt x="2248" y="2594"/>
                </a:cubicBezTo>
                <a:cubicBezTo>
                  <a:pt x="2536" y="2643"/>
                  <a:pt x="2781" y="2693"/>
                  <a:pt x="2981" y="2744"/>
                </a:cubicBezTo>
                <a:cubicBezTo>
                  <a:pt x="3386" y="2852"/>
                  <a:pt x="3691" y="3014"/>
                  <a:pt x="3896" y="3232"/>
                </a:cubicBezTo>
                <a:cubicBezTo>
                  <a:pt x="4101" y="3449"/>
                  <a:pt x="4204" y="3753"/>
                  <a:pt x="4204" y="4144"/>
                </a:cubicBezTo>
                <a:close/>
                <a:moveTo>
                  <a:pt x="7437" y="5662"/>
                </a:moveTo>
                <a:cubicBezTo>
                  <a:pt x="7308" y="5696"/>
                  <a:pt x="7167" y="5724"/>
                  <a:pt x="7014" y="5746"/>
                </a:cubicBezTo>
                <a:cubicBezTo>
                  <a:pt x="6862" y="5767"/>
                  <a:pt x="6726" y="5778"/>
                  <a:pt x="6606" y="5778"/>
                </a:cubicBezTo>
                <a:cubicBezTo>
                  <a:pt x="6189" y="5778"/>
                  <a:pt x="5871" y="5666"/>
                  <a:pt x="5654" y="5441"/>
                </a:cubicBezTo>
                <a:cubicBezTo>
                  <a:pt x="5437" y="5216"/>
                  <a:pt x="5328" y="4856"/>
                  <a:pt x="5328" y="4360"/>
                </a:cubicBezTo>
                <a:lnTo>
                  <a:pt x="5328" y="2182"/>
                </a:lnTo>
                <a:lnTo>
                  <a:pt x="4863" y="2182"/>
                </a:lnTo>
                <a:lnTo>
                  <a:pt x="4863" y="1604"/>
                </a:lnTo>
                <a:lnTo>
                  <a:pt x="5328" y="1604"/>
                </a:lnTo>
                <a:lnTo>
                  <a:pt x="5328" y="425"/>
                </a:lnTo>
                <a:lnTo>
                  <a:pt x="6016" y="425"/>
                </a:lnTo>
                <a:lnTo>
                  <a:pt x="6016" y="1604"/>
                </a:lnTo>
                <a:lnTo>
                  <a:pt x="7437" y="1604"/>
                </a:lnTo>
                <a:lnTo>
                  <a:pt x="7437" y="2182"/>
                </a:lnTo>
                <a:lnTo>
                  <a:pt x="6016" y="2182"/>
                </a:lnTo>
                <a:lnTo>
                  <a:pt x="6016" y="4051"/>
                </a:lnTo>
                <a:cubicBezTo>
                  <a:pt x="6016" y="4266"/>
                  <a:pt x="6021" y="4435"/>
                  <a:pt x="6031" y="4556"/>
                </a:cubicBezTo>
                <a:cubicBezTo>
                  <a:pt x="6041" y="4677"/>
                  <a:pt x="6075" y="4790"/>
                  <a:pt x="6134" y="4895"/>
                </a:cubicBezTo>
                <a:cubicBezTo>
                  <a:pt x="6187" y="4993"/>
                  <a:pt x="6261" y="5065"/>
                  <a:pt x="6355" y="5110"/>
                </a:cubicBezTo>
                <a:cubicBezTo>
                  <a:pt x="6449" y="5155"/>
                  <a:pt x="6593" y="5178"/>
                  <a:pt x="6785" y="5178"/>
                </a:cubicBezTo>
                <a:cubicBezTo>
                  <a:pt x="6898" y="5178"/>
                  <a:pt x="7015" y="5161"/>
                  <a:pt x="7137" y="5128"/>
                </a:cubicBezTo>
                <a:cubicBezTo>
                  <a:pt x="7259" y="5095"/>
                  <a:pt x="7347" y="5068"/>
                  <a:pt x="7401" y="5046"/>
                </a:cubicBezTo>
                <a:lnTo>
                  <a:pt x="7437" y="5046"/>
                </a:lnTo>
                <a:lnTo>
                  <a:pt x="7437" y="5662"/>
                </a:lnTo>
                <a:close/>
                <a:moveTo>
                  <a:pt x="11447" y="5698"/>
                </a:moveTo>
                <a:lnTo>
                  <a:pt x="10762" y="5698"/>
                </a:lnTo>
                <a:lnTo>
                  <a:pt x="10762" y="5265"/>
                </a:lnTo>
                <a:cubicBezTo>
                  <a:pt x="10701" y="5307"/>
                  <a:pt x="10618" y="5365"/>
                  <a:pt x="10515" y="5439"/>
                </a:cubicBezTo>
                <a:cubicBezTo>
                  <a:pt x="10411" y="5514"/>
                  <a:pt x="10310" y="5573"/>
                  <a:pt x="10212" y="5617"/>
                </a:cubicBezTo>
                <a:cubicBezTo>
                  <a:pt x="10098" y="5673"/>
                  <a:pt x="9966" y="5720"/>
                  <a:pt x="9817" y="5758"/>
                </a:cubicBezTo>
                <a:cubicBezTo>
                  <a:pt x="9668" y="5796"/>
                  <a:pt x="9494" y="5815"/>
                  <a:pt x="9293" y="5815"/>
                </a:cubicBezTo>
                <a:cubicBezTo>
                  <a:pt x="8925" y="5815"/>
                  <a:pt x="8612" y="5693"/>
                  <a:pt x="8356" y="5448"/>
                </a:cubicBezTo>
                <a:cubicBezTo>
                  <a:pt x="8100" y="5204"/>
                  <a:pt x="7971" y="4892"/>
                  <a:pt x="7971" y="4513"/>
                </a:cubicBezTo>
                <a:cubicBezTo>
                  <a:pt x="7971" y="4203"/>
                  <a:pt x="8038" y="3952"/>
                  <a:pt x="8171" y="3760"/>
                </a:cubicBezTo>
                <a:cubicBezTo>
                  <a:pt x="8304" y="3568"/>
                  <a:pt x="8494" y="3417"/>
                  <a:pt x="8740" y="3307"/>
                </a:cubicBezTo>
                <a:cubicBezTo>
                  <a:pt x="8989" y="3197"/>
                  <a:pt x="9288" y="3123"/>
                  <a:pt x="9638" y="3083"/>
                </a:cubicBezTo>
                <a:cubicBezTo>
                  <a:pt x="9987" y="3044"/>
                  <a:pt x="10361" y="3015"/>
                  <a:pt x="10762" y="2995"/>
                </a:cubicBezTo>
                <a:lnTo>
                  <a:pt x="10762" y="2888"/>
                </a:lnTo>
                <a:cubicBezTo>
                  <a:pt x="10762" y="2731"/>
                  <a:pt x="10734" y="2600"/>
                  <a:pt x="10679" y="2497"/>
                </a:cubicBezTo>
                <a:cubicBezTo>
                  <a:pt x="10624" y="2394"/>
                  <a:pt x="10546" y="2312"/>
                  <a:pt x="10443" y="2253"/>
                </a:cubicBezTo>
                <a:cubicBezTo>
                  <a:pt x="10346" y="2197"/>
                  <a:pt x="10228" y="2158"/>
                  <a:pt x="10092" y="2139"/>
                </a:cubicBezTo>
                <a:cubicBezTo>
                  <a:pt x="9955" y="2119"/>
                  <a:pt x="9812" y="2109"/>
                  <a:pt x="9663" y="2109"/>
                </a:cubicBezTo>
                <a:cubicBezTo>
                  <a:pt x="9483" y="2109"/>
                  <a:pt x="9281" y="2134"/>
                  <a:pt x="9059" y="2183"/>
                </a:cubicBezTo>
                <a:cubicBezTo>
                  <a:pt x="8837" y="2231"/>
                  <a:pt x="8607" y="2302"/>
                  <a:pt x="8371" y="2395"/>
                </a:cubicBezTo>
                <a:lnTo>
                  <a:pt x="8334" y="2395"/>
                </a:lnTo>
                <a:lnTo>
                  <a:pt x="8334" y="1695"/>
                </a:lnTo>
                <a:cubicBezTo>
                  <a:pt x="8468" y="1659"/>
                  <a:pt x="8662" y="1619"/>
                  <a:pt x="8916" y="1575"/>
                </a:cubicBezTo>
                <a:cubicBezTo>
                  <a:pt x="9170" y="1531"/>
                  <a:pt x="9420" y="1509"/>
                  <a:pt x="9667" y="1509"/>
                </a:cubicBezTo>
                <a:cubicBezTo>
                  <a:pt x="9955" y="1509"/>
                  <a:pt x="10206" y="1532"/>
                  <a:pt x="10419" y="1580"/>
                </a:cubicBezTo>
                <a:cubicBezTo>
                  <a:pt x="10633" y="1628"/>
                  <a:pt x="10818" y="1709"/>
                  <a:pt x="10974" y="1824"/>
                </a:cubicBezTo>
                <a:cubicBezTo>
                  <a:pt x="11128" y="1936"/>
                  <a:pt x="11245" y="2081"/>
                  <a:pt x="11326" y="2259"/>
                </a:cubicBezTo>
                <a:cubicBezTo>
                  <a:pt x="11406" y="2438"/>
                  <a:pt x="11447" y="2658"/>
                  <a:pt x="11447" y="2922"/>
                </a:cubicBezTo>
                <a:lnTo>
                  <a:pt x="11447" y="5698"/>
                </a:lnTo>
                <a:moveTo>
                  <a:pt x="10762" y="4696"/>
                </a:moveTo>
                <a:lnTo>
                  <a:pt x="10762" y="3552"/>
                </a:lnTo>
                <a:cubicBezTo>
                  <a:pt x="10552" y="3564"/>
                  <a:pt x="10305" y="3583"/>
                  <a:pt x="10020" y="3607"/>
                </a:cubicBezTo>
                <a:cubicBezTo>
                  <a:pt x="9736" y="3632"/>
                  <a:pt x="9511" y="3667"/>
                  <a:pt x="9345" y="3714"/>
                </a:cubicBezTo>
                <a:cubicBezTo>
                  <a:pt x="9147" y="3770"/>
                  <a:pt x="8987" y="3858"/>
                  <a:pt x="8865" y="3977"/>
                </a:cubicBezTo>
                <a:cubicBezTo>
                  <a:pt x="8743" y="4096"/>
                  <a:pt x="8682" y="4259"/>
                  <a:pt x="8682" y="4468"/>
                </a:cubicBezTo>
                <a:cubicBezTo>
                  <a:pt x="8682" y="4703"/>
                  <a:pt x="8753" y="4881"/>
                  <a:pt x="8894" y="4999"/>
                </a:cubicBezTo>
                <a:cubicBezTo>
                  <a:pt x="9036" y="5118"/>
                  <a:pt x="9252" y="5178"/>
                  <a:pt x="9542" y="5178"/>
                </a:cubicBezTo>
                <a:cubicBezTo>
                  <a:pt x="9784" y="5178"/>
                  <a:pt x="10005" y="5131"/>
                  <a:pt x="10205" y="5036"/>
                </a:cubicBezTo>
                <a:cubicBezTo>
                  <a:pt x="10405" y="4942"/>
                  <a:pt x="10591" y="4828"/>
                  <a:pt x="10762" y="4696"/>
                </a:cubicBezTo>
                <a:close/>
                <a:moveTo>
                  <a:pt x="16372" y="3600"/>
                </a:moveTo>
                <a:cubicBezTo>
                  <a:pt x="16372" y="3932"/>
                  <a:pt x="16324" y="4236"/>
                  <a:pt x="16229" y="4511"/>
                </a:cubicBezTo>
                <a:cubicBezTo>
                  <a:pt x="16134" y="4786"/>
                  <a:pt x="16000" y="5019"/>
                  <a:pt x="15826" y="5210"/>
                </a:cubicBezTo>
                <a:cubicBezTo>
                  <a:pt x="15665" y="5391"/>
                  <a:pt x="15475" y="5531"/>
                  <a:pt x="15257" y="5630"/>
                </a:cubicBezTo>
                <a:cubicBezTo>
                  <a:pt x="15038" y="5729"/>
                  <a:pt x="14807" y="5778"/>
                  <a:pt x="14563" y="5778"/>
                </a:cubicBezTo>
                <a:cubicBezTo>
                  <a:pt x="14351" y="5778"/>
                  <a:pt x="14158" y="5755"/>
                  <a:pt x="13986" y="5709"/>
                </a:cubicBezTo>
                <a:cubicBezTo>
                  <a:pt x="13814" y="5662"/>
                  <a:pt x="13639" y="5590"/>
                  <a:pt x="13461" y="5492"/>
                </a:cubicBezTo>
                <a:lnTo>
                  <a:pt x="13461" y="7206"/>
                </a:lnTo>
                <a:lnTo>
                  <a:pt x="12772" y="7206"/>
                </a:lnTo>
                <a:lnTo>
                  <a:pt x="12772" y="1604"/>
                </a:lnTo>
                <a:lnTo>
                  <a:pt x="13461" y="1604"/>
                </a:lnTo>
                <a:lnTo>
                  <a:pt x="13461" y="2030"/>
                </a:lnTo>
                <a:cubicBezTo>
                  <a:pt x="13644" y="1876"/>
                  <a:pt x="13850" y="1747"/>
                  <a:pt x="14078" y="1643"/>
                </a:cubicBezTo>
                <a:cubicBezTo>
                  <a:pt x="14306" y="1539"/>
                  <a:pt x="14550" y="1487"/>
                  <a:pt x="14808" y="1487"/>
                </a:cubicBezTo>
                <a:cubicBezTo>
                  <a:pt x="15301" y="1487"/>
                  <a:pt x="15685" y="1673"/>
                  <a:pt x="15960" y="2046"/>
                </a:cubicBezTo>
                <a:cubicBezTo>
                  <a:pt x="16235" y="2419"/>
                  <a:pt x="16372" y="2937"/>
                  <a:pt x="16372" y="3600"/>
                </a:cubicBezTo>
                <a:moveTo>
                  <a:pt x="15662" y="3618"/>
                </a:moveTo>
                <a:cubicBezTo>
                  <a:pt x="15662" y="3125"/>
                  <a:pt x="15577" y="2756"/>
                  <a:pt x="15409" y="2512"/>
                </a:cubicBezTo>
                <a:cubicBezTo>
                  <a:pt x="15240" y="2268"/>
                  <a:pt x="14982" y="2146"/>
                  <a:pt x="14633" y="2146"/>
                </a:cubicBezTo>
                <a:cubicBezTo>
                  <a:pt x="14435" y="2146"/>
                  <a:pt x="14236" y="2189"/>
                  <a:pt x="14036" y="2274"/>
                </a:cubicBezTo>
                <a:cubicBezTo>
                  <a:pt x="13835" y="2359"/>
                  <a:pt x="13644" y="2472"/>
                  <a:pt x="13461" y="2611"/>
                </a:cubicBezTo>
                <a:lnTo>
                  <a:pt x="13461" y="4929"/>
                </a:lnTo>
                <a:cubicBezTo>
                  <a:pt x="13656" y="5017"/>
                  <a:pt x="13824" y="5077"/>
                  <a:pt x="13964" y="5108"/>
                </a:cubicBezTo>
                <a:cubicBezTo>
                  <a:pt x="14105" y="5140"/>
                  <a:pt x="14264" y="5156"/>
                  <a:pt x="14442" y="5156"/>
                </a:cubicBezTo>
                <a:cubicBezTo>
                  <a:pt x="14825" y="5156"/>
                  <a:pt x="15124" y="5026"/>
                  <a:pt x="15339" y="4768"/>
                </a:cubicBezTo>
                <a:cubicBezTo>
                  <a:pt x="15554" y="4509"/>
                  <a:pt x="15662" y="4126"/>
                  <a:pt x="15662" y="3618"/>
                </a:cubicBezTo>
                <a:close/>
                <a:moveTo>
                  <a:pt x="20864" y="5698"/>
                </a:moveTo>
                <a:lnTo>
                  <a:pt x="20176" y="5698"/>
                </a:lnTo>
                <a:lnTo>
                  <a:pt x="20176" y="3366"/>
                </a:lnTo>
                <a:cubicBezTo>
                  <a:pt x="20176" y="3178"/>
                  <a:pt x="20165" y="3002"/>
                  <a:pt x="20143" y="2837"/>
                </a:cubicBezTo>
                <a:cubicBezTo>
                  <a:pt x="20121" y="2672"/>
                  <a:pt x="20081" y="2543"/>
                  <a:pt x="20022" y="2450"/>
                </a:cubicBezTo>
                <a:cubicBezTo>
                  <a:pt x="19961" y="2347"/>
                  <a:pt x="19873" y="2271"/>
                  <a:pt x="19759" y="2221"/>
                </a:cubicBezTo>
                <a:cubicBezTo>
                  <a:pt x="19644" y="2171"/>
                  <a:pt x="19495" y="2146"/>
                  <a:pt x="19312" y="2146"/>
                </a:cubicBezTo>
                <a:cubicBezTo>
                  <a:pt x="19124" y="2146"/>
                  <a:pt x="18927" y="2192"/>
                  <a:pt x="18722" y="2285"/>
                </a:cubicBezTo>
                <a:cubicBezTo>
                  <a:pt x="18517" y="2378"/>
                  <a:pt x="18321" y="2497"/>
                  <a:pt x="18133" y="2641"/>
                </a:cubicBezTo>
                <a:lnTo>
                  <a:pt x="18133" y="5698"/>
                </a:lnTo>
                <a:lnTo>
                  <a:pt x="17444" y="5698"/>
                </a:lnTo>
                <a:lnTo>
                  <a:pt x="17444" y="0"/>
                </a:lnTo>
                <a:lnTo>
                  <a:pt x="18133" y="0"/>
                </a:lnTo>
                <a:lnTo>
                  <a:pt x="18133" y="2055"/>
                </a:lnTo>
                <a:cubicBezTo>
                  <a:pt x="18348" y="1877"/>
                  <a:pt x="18570" y="1737"/>
                  <a:pt x="18799" y="1637"/>
                </a:cubicBezTo>
                <a:cubicBezTo>
                  <a:pt x="19029" y="1537"/>
                  <a:pt x="19264" y="1487"/>
                  <a:pt x="19506" y="1487"/>
                </a:cubicBezTo>
                <a:cubicBezTo>
                  <a:pt x="19948" y="1487"/>
                  <a:pt x="20285" y="1620"/>
                  <a:pt x="20517" y="1887"/>
                </a:cubicBezTo>
                <a:cubicBezTo>
                  <a:pt x="20749" y="2153"/>
                  <a:pt x="20864" y="2537"/>
                  <a:pt x="20864" y="3038"/>
                </a:cubicBezTo>
                <a:lnTo>
                  <a:pt x="20864" y="5698"/>
                </a:lnTo>
                <a:close/>
                <a:moveTo>
                  <a:pt x="25727" y="1604"/>
                </a:moveTo>
                <a:lnTo>
                  <a:pt x="23340" y="7206"/>
                </a:lnTo>
                <a:lnTo>
                  <a:pt x="22604" y="7206"/>
                </a:lnTo>
                <a:lnTo>
                  <a:pt x="23366" y="5499"/>
                </a:lnTo>
                <a:lnTo>
                  <a:pt x="21736" y="1604"/>
                </a:lnTo>
                <a:lnTo>
                  <a:pt x="22483" y="1604"/>
                </a:lnTo>
                <a:lnTo>
                  <a:pt x="23739" y="4636"/>
                </a:lnTo>
                <a:lnTo>
                  <a:pt x="25006" y="1604"/>
                </a:lnTo>
                <a:lnTo>
                  <a:pt x="25727" y="1604"/>
                </a:lnTo>
                <a:close/>
                <a:moveTo>
                  <a:pt x="27324" y="5698"/>
                </a:moveTo>
                <a:lnTo>
                  <a:pt x="26636" y="5698"/>
                </a:lnTo>
                <a:lnTo>
                  <a:pt x="26636" y="0"/>
                </a:lnTo>
                <a:lnTo>
                  <a:pt x="27324" y="0"/>
                </a:lnTo>
                <a:lnTo>
                  <a:pt x="27324" y="5698"/>
                </a:lnTo>
                <a:close/>
                <a:moveTo>
                  <a:pt x="29426" y="923"/>
                </a:moveTo>
                <a:lnTo>
                  <a:pt x="28649" y="923"/>
                </a:lnTo>
                <a:lnTo>
                  <a:pt x="28649" y="205"/>
                </a:lnTo>
                <a:lnTo>
                  <a:pt x="29426" y="205"/>
                </a:lnTo>
                <a:lnTo>
                  <a:pt x="29426" y="923"/>
                </a:lnTo>
                <a:moveTo>
                  <a:pt x="29382" y="5698"/>
                </a:moveTo>
                <a:lnTo>
                  <a:pt x="28693" y="5698"/>
                </a:lnTo>
                <a:lnTo>
                  <a:pt x="28693" y="1604"/>
                </a:lnTo>
                <a:lnTo>
                  <a:pt x="29382" y="1604"/>
                </a:lnTo>
                <a:lnTo>
                  <a:pt x="29382" y="5698"/>
                </a:lnTo>
                <a:close/>
                <a:moveTo>
                  <a:pt x="34164" y="5698"/>
                </a:moveTo>
                <a:lnTo>
                  <a:pt x="33476" y="5698"/>
                </a:lnTo>
                <a:lnTo>
                  <a:pt x="33476" y="3366"/>
                </a:lnTo>
                <a:cubicBezTo>
                  <a:pt x="33476" y="3178"/>
                  <a:pt x="33465" y="3002"/>
                  <a:pt x="33443" y="2837"/>
                </a:cubicBezTo>
                <a:cubicBezTo>
                  <a:pt x="33421" y="2672"/>
                  <a:pt x="33381" y="2543"/>
                  <a:pt x="33322" y="2450"/>
                </a:cubicBezTo>
                <a:cubicBezTo>
                  <a:pt x="33261" y="2347"/>
                  <a:pt x="33173" y="2271"/>
                  <a:pt x="33058" y="2221"/>
                </a:cubicBezTo>
                <a:cubicBezTo>
                  <a:pt x="32944" y="2171"/>
                  <a:pt x="32795" y="2146"/>
                  <a:pt x="32612" y="2146"/>
                </a:cubicBezTo>
                <a:cubicBezTo>
                  <a:pt x="32424" y="2146"/>
                  <a:pt x="32227" y="2192"/>
                  <a:pt x="32022" y="2285"/>
                </a:cubicBezTo>
                <a:cubicBezTo>
                  <a:pt x="31817" y="2378"/>
                  <a:pt x="31620" y="2497"/>
                  <a:pt x="31432" y="2641"/>
                </a:cubicBezTo>
                <a:lnTo>
                  <a:pt x="31432" y="5698"/>
                </a:lnTo>
                <a:lnTo>
                  <a:pt x="30744" y="5698"/>
                </a:lnTo>
                <a:lnTo>
                  <a:pt x="30744" y="1604"/>
                </a:lnTo>
                <a:lnTo>
                  <a:pt x="31432" y="1604"/>
                </a:lnTo>
                <a:lnTo>
                  <a:pt x="31432" y="2055"/>
                </a:lnTo>
                <a:cubicBezTo>
                  <a:pt x="31647" y="1877"/>
                  <a:pt x="31869" y="1737"/>
                  <a:pt x="32099" y="1637"/>
                </a:cubicBezTo>
                <a:cubicBezTo>
                  <a:pt x="32328" y="1537"/>
                  <a:pt x="32564" y="1487"/>
                  <a:pt x="32806" y="1487"/>
                </a:cubicBezTo>
                <a:cubicBezTo>
                  <a:pt x="33247" y="1487"/>
                  <a:pt x="33584" y="1620"/>
                  <a:pt x="33816" y="1887"/>
                </a:cubicBezTo>
                <a:cubicBezTo>
                  <a:pt x="34048" y="2153"/>
                  <a:pt x="34164" y="2537"/>
                  <a:pt x="34164" y="3038"/>
                </a:cubicBezTo>
                <a:lnTo>
                  <a:pt x="34164" y="5698"/>
                </a:lnTo>
                <a:close/>
                <a:moveTo>
                  <a:pt x="36229" y="923"/>
                </a:moveTo>
                <a:lnTo>
                  <a:pt x="35453" y="923"/>
                </a:lnTo>
                <a:lnTo>
                  <a:pt x="35453" y="205"/>
                </a:lnTo>
                <a:lnTo>
                  <a:pt x="36229" y="205"/>
                </a:lnTo>
                <a:lnTo>
                  <a:pt x="36229" y="923"/>
                </a:lnTo>
                <a:moveTo>
                  <a:pt x="36185" y="5698"/>
                </a:moveTo>
                <a:lnTo>
                  <a:pt x="35497" y="5698"/>
                </a:lnTo>
                <a:lnTo>
                  <a:pt x="35497" y="1604"/>
                </a:lnTo>
                <a:lnTo>
                  <a:pt x="36185" y="1604"/>
                </a:lnTo>
                <a:lnTo>
                  <a:pt x="36185" y="5698"/>
                </a:lnTo>
                <a:close/>
                <a:moveTo>
                  <a:pt x="40865" y="5698"/>
                </a:moveTo>
                <a:lnTo>
                  <a:pt x="40177" y="5698"/>
                </a:lnTo>
                <a:lnTo>
                  <a:pt x="40177" y="5272"/>
                </a:lnTo>
                <a:cubicBezTo>
                  <a:pt x="39979" y="5443"/>
                  <a:pt x="39773" y="5576"/>
                  <a:pt x="39558" y="5672"/>
                </a:cubicBezTo>
                <a:cubicBezTo>
                  <a:pt x="39343" y="5767"/>
                  <a:pt x="39110" y="5815"/>
                  <a:pt x="38859" y="5815"/>
                </a:cubicBezTo>
                <a:cubicBezTo>
                  <a:pt x="38370" y="5815"/>
                  <a:pt x="37983" y="5627"/>
                  <a:pt x="37696" y="5250"/>
                </a:cubicBezTo>
                <a:cubicBezTo>
                  <a:pt x="37409" y="4873"/>
                  <a:pt x="37266" y="4350"/>
                  <a:pt x="37266" y="3682"/>
                </a:cubicBezTo>
                <a:cubicBezTo>
                  <a:pt x="37266" y="3335"/>
                  <a:pt x="37315" y="3025"/>
                  <a:pt x="37414" y="2753"/>
                </a:cubicBezTo>
                <a:cubicBezTo>
                  <a:pt x="37513" y="2482"/>
                  <a:pt x="37647" y="2250"/>
                  <a:pt x="37815" y="2059"/>
                </a:cubicBezTo>
                <a:cubicBezTo>
                  <a:pt x="37981" y="1873"/>
                  <a:pt x="38174" y="1732"/>
                  <a:pt x="38395" y="1634"/>
                </a:cubicBezTo>
                <a:cubicBezTo>
                  <a:pt x="38616" y="1536"/>
                  <a:pt x="38845" y="1487"/>
                  <a:pt x="39082" y="1487"/>
                </a:cubicBezTo>
                <a:cubicBezTo>
                  <a:pt x="39297" y="1487"/>
                  <a:pt x="39487" y="1509"/>
                  <a:pt x="39653" y="1555"/>
                </a:cubicBezTo>
                <a:cubicBezTo>
                  <a:pt x="39819" y="1600"/>
                  <a:pt x="39994" y="1670"/>
                  <a:pt x="40177" y="1766"/>
                </a:cubicBezTo>
                <a:lnTo>
                  <a:pt x="40177" y="0"/>
                </a:lnTo>
                <a:lnTo>
                  <a:pt x="40865" y="0"/>
                </a:lnTo>
                <a:lnTo>
                  <a:pt x="40865" y="5698"/>
                </a:lnTo>
                <a:moveTo>
                  <a:pt x="40177" y="4691"/>
                </a:moveTo>
                <a:lnTo>
                  <a:pt x="40177" y="2344"/>
                </a:lnTo>
                <a:cubicBezTo>
                  <a:pt x="39991" y="2261"/>
                  <a:pt x="39825" y="2203"/>
                  <a:pt x="39679" y="2171"/>
                </a:cubicBezTo>
                <a:cubicBezTo>
                  <a:pt x="39532" y="2140"/>
                  <a:pt x="39372" y="2124"/>
                  <a:pt x="39199" y="2124"/>
                </a:cubicBezTo>
                <a:cubicBezTo>
                  <a:pt x="38813" y="2124"/>
                  <a:pt x="38513" y="2258"/>
                  <a:pt x="38298" y="2527"/>
                </a:cubicBezTo>
                <a:cubicBezTo>
                  <a:pt x="38084" y="2795"/>
                  <a:pt x="37976" y="3176"/>
                  <a:pt x="37976" y="3669"/>
                </a:cubicBezTo>
                <a:cubicBezTo>
                  <a:pt x="37976" y="4155"/>
                  <a:pt x="38059" y="4524"/>
                  <a:pt x="38225" y="4777"/>
                </a:cubicBezTo>
                <a:cubicBezTo>
                  <a:pt x="38391" y="5030"/>
                  <a:pt x="38657" y="5156"/>
                  <a:pt x="39023" y="5156"/>
                </a:cubicBezTo>
                <a:cubicBezTo>
                  <a:pt x="39219" y="5156"/>
                  <a:pt x="39416" y="5113"/>
                  <a:pt x="39617" y="5026"/>
                </a:cubicBezTo>
                <a:cubicBezTo>
                  <a:pt x="39817" y="4939"/>
                  <a:pt x="40004" y="4828"/>
                  <a:pt x="40177" y="4691"/>
                </a:cubicBezTo>
                <a:close/>
                <a:moveTo>
                  <a:pt x="45398" y="5698"/>
                </a:moveTo>
                <a:lnTo>
                  <a:pt x="44713" y="5698"/>
                </a:lnTo>
                <a:lnTo>
                  <a:pt x="44713" y="5265"/>
                </a:lnTo>
                <a:cubicBezTo>
                  <a:pt x="44652" y="5307"/>
                  <a:pt x="44570" y="5365"/>
                  <a:pt x="44466" y="5439"/>
                </a:cubicBezTo>
                <a:cubicBezTo>
                  <a:pt x="44362" y="5514"/>
                  <a:pt x="44262" y="5573"/>
                  <a:pt x="44164" y="5617"/>
                </a:cubicBezTo>
                <a:cubicBezTo>
                  <a:pt x="44049" y="5673"/>
                  <a:pt x="43917" y="5720"/>
                  <a:pt x="43768" y="5758"/>
                </a:cubicBezTo>
                <a:cubicBezTo>
                  <a:pt x="43619" y="5796"/>
                  <a:pt x="43445" y="5815"/>
                  <a:pt x="43245" y="5815"/>
                </a:cubicBezTo>
                <a:cubicBezTo>
                  <a:pt x="42876" y="5815"/>
                  <a:pt x="42564" y="5693"/>
                  <a:pt x="42307" y="5448"/>
                </a:cubicBezTo>
                <a:cubicBezTo>
                  <a:pt x="42051" y="5204"/>
                  <a:pt x="41923" y="4892"/>
                  <a:pt x="41923" y="4513"/>
                </a:cubicBezTo>
                <a:cubicBezTo>
                  <a:pt x="41923" y="4203"/>
                  <a:pt x="41989" y="3952"/>
                  <a:pt x="42122" y="3760"/>
                </a:cubicBezTo>
                <a:cubicBezTo>
                  <a:pt x="42255" y="3568"/>
                  <a:pt x="42445" y="3417"/>
                  <a:pt x="42692" y="3307"/>
                </a:cubicBezTo>
                <a:cubicBezTo>
                  <a:pt x="42941" y="3197"/>
                  <a:pt x="43240" y="3123"/>
                  <a:pt x="43589" y="3083"/>
                </a:cubicBezTo>
                <a:cubicBezTo>
                  <a:pt x="43938" y="3044"/>
                  <a:pt x="44313" y="3015"/>
                  <a:pt x="44713" y="2995"/>
                </a:cubicBezTo>
                <a:lnTo>
                  <a:pt x="44713" y="2888"/>
                </a:lnTo>
                <a:cubicBezTo>
                  <a:pt x="44713" y="2731"/>
                  <a:pt x="44686" y="2600"/>
                  <a:pt x="44631" y="2497"/>
                </a:cubicBezTo>
                <a:cubicBezTo>
                  <a:pt x="44576" y="2394"/>
                  <a:pt x="44497" y="2312"/>
                  <a:pt x="44395" y="2253"/>
                </a:cubicBezTo>
                <a:cubicBezTo>
                  <a:pt x="44297" y="2197"/>
                  <a:pt x="44180" y="2158"/>
                  <a:pt x="44043" y="2139"/>
                </a:cubicBezTo>
                <a:cubicBezTo>
                  <a:pt x="43906" y="2119"/>
                  <a:pt x="43764" y="2109"/>
                  <a:pt x="43615" y="2109"/>
                </a:cubicBezTo>
                <a:cubicBezTo>
                  <a:pt x="43434" y="2109"/>
                  <a:pt x="43233" y="2134"/>
                  <a:pt x="43010" y="2183"/>
                </a:cubicBezTo>
                <a:cubicBezTo>
                  <a:pt x="42788" y="2231"/>
                  <a:pt x="42559" y="2302"/>
                  <a:pt x="42322" y="2395"/>
                </a:cubicBezTo>
                <a:lnTo>
                  <a:pt x="42285" y="2395"/>
                </a:lnTo>
                <a:lnTo>
                  <a:pt x="42285" y="1695"/>
                </a:lnTo>
                <a:cubicBezTo>
                  <a:pt x="42420" y="1659"/>
                  <a:pt x="42614" y="1619"/>
                  <a:pt x="42868" y="1575"/>
                </a:cubicBezTo>
                <a:cubicBezTo>
                  <a:pt x="43121" y="1531"/>
                  <a:pt x="43372" y="1509"/>
                  <a:pt x="43618" y="1509"/>
                </a:cubicBezTo>
                <a:cubicBezTo>
                  <a:pt x="43906" y="1509"/>
                  <a:pt x="44157" y="1532"/>
                  <a:pt x="44371" y="1580"/>
                </a:cubicBezTo>
                <a:cubicBezTo>
                  <a:pt x="44584" y="1628"/>
                  <a:pt x="44769" y="1709"/>
                  <a:pt x="44926" y="1824"/>
                </a:cubicBezTo>
                <a:cubicBezTo>
                  <a:pt x="45079" y="1936"/>
                  <a:pt x="45197" y="2081"/>
                  <a:pt x="45277" y="2259"/>
                </a:cubicBezTo>
                <a:cubicBezTo>
                  <a:pt x="45358" y="2438"/>
                  <a:pt x="45398" y="2658"/>
                  <a:pt x="45398" y="2922"/>
                </a:cubicBezTo>
                <a:lnTo>
                  <a:pt x="45398" y="5698"/>
                </a:lnTo>
                <a:moveTo>
                  <a:pt x="44713" y="4696"/>
                </a:moveTo>
                <a:lnTo>
                  <a:pt x="44713" y="3552"/>
                </a:lnTo>
                <a:cubicBezTo>
                  <a:pt x="44503" y="3564"/>
                  <a:pt x="44256" y="3583"/>
                  <a:pt x="43972" y="3607"/>
                </a:cubicBezTo>
                <a:cubicBezTo>
                  <a:pt x="43687" y="3632"/>
                  <a:pt x="43462" y="3667"/>
                  <a:pt x="43296" y="3714"/>
                </a:cubicBezTo>
                <a:cubicBezTo>
                  <a:pt x="43098" y="3770"/>
                  <a:pt x="42938" y="3858"/>
                  <a:pt x="42816" y="3977"/>
                </a:cubicBezTo>
                <a:cubicBezTo>
                  <a:pt x="42694" y="4096"/>
                  <a:pt x="42633" y="4259"/>
                  <a:pt x="42633" y="4468"/>
                </a:cubicBezTo>
                <a:cubicBezTo>
                  <a:pt x="42633" y="4703"/>
                  <a:pt x="42704" y="4881"/>
                  <a:pt x="42846" y="4999"/>
                </a:cubicBezTo>
                <a:cubicBezTo>
                  <a:pt x="42987" y="5118"/>
                  <a:pt x="43203" y="5178"/>
                  <a:pt x="43494" y="5178"/>
                </a:cubicBezTo>
                <a:cubicBezTo>
                  <a:pt x="43735" y="5178"/>
                  <a:pt x="43956" y="5131"/>
                  <a:pt x="44157" y="5036"/>
                </a:cubicBezTo>
                <a:cubicBezTo>
                  <a:pt x="44357" y="4942"/>
                  <a:pt x="44542" y="4828"/>
                  <a:pt x="44713" y="4696"/>
                </a:cubicBezTo>
                <a:close/>
                <a:moveTo>
                  <a:pt x="50148" y="3720"/>
                </a:moveTo>
                <a:lnTo>
                  <a:pt x="47134" y="3720"/>
                </a:lnTo>
                <a:cubicBezTo>
                  <a:pt x="47134" y="3972"/>
                  <a:pt x="47172" y="4192"/>
                  <a:pt x="47247" y="4379"/>
                </a:cubicBezTo>
                <a:cubicBezTo>
                  <a:pt x="47323" y="4567"/>
                  <a:pt x="47427" y="4720"/>
                  <a:pt x="47559" y="4840"/>
                </a:cubicBezTo>
                <a:cubicBezTo>
                  <a:pt x="47686" y="4958"/>
                  <a:pt x="47836" y="5046"/>
                  <a:pt x="48011" y="5104"/>
                </a:cubicBezTo>
                <a:cubicBezTo>
                  <a:pt x="48185" y="5163"/>
                  <a:pt x="48378" y="5192"/>
                  <a:pt x="48588" y="5192"/>
                </a:cubicBezTo>
                <a:cubicBezTo>
                  <a:pt x="48866" y="5192"/>
                  <a:pt x="49146" y="5137"/>
                  <a:pt x="49428" y="5025"/>
                </a:cubicBezTo>
                <a:cubicBezTo>
                  <a:pt x="49710" y="4913"/>
                  <a:pt x="49911" y="4803"/>
                  <a:pt x="50030" y="4694"/>
                </a:cubicBezTo>
                <a:lnTo>
                  <a:pt x="50067" y="4694"/>
                </a:lnTo>
                <a:lnTo>
                  <a:pt x="50067" y="5448"/>
                </a:lnTo>
                <a:cubicBezTo>
                  <a:pt x="49835" y="5546"/>
                  <a:pt x="49598" y="5628"/>
                  <a:pt x="49357" y="5694"/>
                </a:cubicBezTo>
                <a:cubicBezTo>
                  <a:pt x="49115" y="5760"/>
                  <a:pt x="48861" y="5793"/>
                  <a:pt x="48595" y="5793"/>
                </a:cubicBezTo>
                <a:cubicBezTo>
                  <a:pt x="47916" y="5793"/>
                  <a:pt x="47387" y="5609"/>
                  <a:pt x="47006" y="5241"/>
                </a:cubicBezTo>
                <a:cubicBezTo>
                  <a:pt x="46625" y="4873"/>
                  <a:pt x="46434" y="4350"/>
                  <a:pt x="46434" y="3673"/>
                </a:cubicBezTo>
                <a:cubicBezTo>
                  <a:pt x="46434" y="3003"/>
                  <a:pt x="46617" y="2471"/>
                  <a:pt x="46982" y="2077"/>
                </a:cubicBezTo>
                <a:cubicBezTo>
                  <a:pt x="47347" y="1684"/>
                  <a:pt x="47827" y="1487"/>
                  <a:pt x="48423" y="1487"/>
                </a:cubicBezTo>
                <a:cubicBezTo>
                  <a:pt x="48975" y="1487"/>
                  <a:pt x="49400" y="1648"/>
                  <a:pt x="49699" y="1971"/>
                </a:cubicBezTo>
                <a:cubicBezTo>
                  <a:pt x="49998" y="2294"/>
                  <a:pt x="50148" y="2752"/>
                  <a:pt x="50148" y="3346"/>
                </a:cubicBezTo>
                <a:lnTo>
                  <a:pt x="50148" y="3720"/>
                </a:lnTo>
                <a:moveTo>
                  <a:pt x="49477" y="3193"/>
                </a:moveTo>
                <a:cubicBezTo>
                  <a:pt x="49475" y="2832"/>
                  <a:pt x="49384" y="2552"/>
                  <a:pt x="49205" y="2355"/>
                </a:cubicBezTo>
                <a:cubicBezTo>
                  <a:pt x="49025" y="2157"/>
                  <a:pt x="48752" y="2058"/>
                  <a:pt x="48386" y="2058"/>
                </a:cubicBezTo>
                <a:cubicBezTo>
                  <a:pt x="48018" y="2058"/>
                  <a:pt x="47724" y="2167"/>
                  <a:pt x="47506" y="2384"/>
                </a:cubicBezTo>
                <a:cubicBezTo>
                  <a:pt x="47287" y="2601"/>
                  <a:pt x="47163" y="2871"/>
                  <a:pt x="47134" y="3193"/>
                </a:cubicBezTo>
                <a:lnTo>
                  <a:pt x="49477" y="31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99117-2AE0-4CBE-9FCF-DA4A4FCCF1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761" y="1753176"/>
            <a:ext cx="96258" cy="74395"/>
          </a:xfrm>
          <a:custGeom xmlns:a="http://schemas.openxmlformats.org/drawingml/2006/main">
            <a:pathLst>
              <a:path w="96258" h="74395">
                <a:moveTo>
                  <a:pt x="0" y="0"/>
                </a:moveTo>
                <a:lnTo>
                  <a:pt x="96258" y="0"/>
                </a:lnTo>
                <a:lnTo>
                  <a:pt x="96258" y="74395"/>
                </a:lnTo>
                <a:lnTo>
                  <a:pt x="0" y="743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C50A83-4DFA-474E-A52B-4F77DDFCB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759" y="1753177"/>
            <a:ext cx="96259" cy="74395"/>
          </a:xfrm>
          <a:custGeom xmlns:a="http://schemas.openxmlformats.org/drawingml/2006/main">
            <a:pathLst>
              <a:path w="96259" h="74395" fill="none">
                <a:moveTo>
                  <a:pt x="0" y="0"/>
                </a:moveTo>
                <a:lnTo>
                  <a:pt x="96259" y="0"/>
                </a:lnTo>
                <a:lnTo>
                  <a:pt x="96259" y="74395"/>
                </a:lnTo>
                <a:lnTo>
                  <a:pt x="0" y="743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68" name="Text Coccinellidae">
            <a:extLst xmlns:a="http://schemas.openxmlformats.org/drawingml/2006/main">
              <a:ext uri="{FF2B5EF4-FFF2-40B4-BE49-F238E27FC236}">
                <a16:creationId xmlns:a16="http://schemas.microsoft.com/office/drawing/2014/main" id="{63075F54-AF12-4420-BC0B-44B360113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61696" y="1777643"/>
            <a:ext cx="49820" cy="6048"/>
          </a:xfrm>
          <a:custGeom xmlns:a="http://schemas.openxmlformats.org/drawingml/2006/main">
            <a:pathLst>
              <a:path w="49820" h="6048">
                <a:moveTo>
                  <a:pt x="4703" y="5517"/>
                </a:moveTo>
                <a:cubicBezTo>
                  <a:pt x="4564" y="5578"/>
                  <a:pt x="4437" y="5635"/>
                  <a:pt x="4324" y="5689"/>
                </a:cubicBezTo>
                <a:cubicBezTo>
                  <a:pt x="4211" y="5742"/>
                  <a:pt x="4063" y="5798"/>
                  <a:pt x="3881" y="5857"/>
                </a:cubicBezTo>
                <a:cubicBezTo>
                  <a:pt x="3726" y="5905"/>
                  <a:pt x="3558" y="5946"/>
                  <a:pt x="3376" y="5981"/>
                </a:cubicBezTo>
                <a:cubicBezTo>
                  <a:pt x="3195" y="6015"/>
                  <a:pt x="2995" y="6032"/>
                  <a:pt x="2776" y="6032"/>
                </a:cubicBezTo>
                <a:cubicBezTo>
                  <a:pt x="2365" y="6032"/>
                  <a:pt x="1991" y="5975"/>
                  <a:pt x="1655" y="5859"/>
                </a:cubicBezTo>
                <a:cubicBezTo>
                  <a:pt x="1318" y="5743"/>
                  <a:pt x="1026" y="5562"/>
                  <a:pt x="777" y="5316"/>
                </a:cubicBezTo>
                <a:cubicBezTo>
                  <a:pt x="533" y="5075"/>
                  <a:pt x="343" y="4768"/>
                  <a:pt x="206" y="4396"/>
                </a:cubicBezTo>
                <a:cubicBezTo>
                  <a:pt x="69" y="4023"/>
                  <a:pt x="0" y="3591"/>
                  <a:pt x="0" y="3098"/>
                </a:cubicBezTo>
                <a:cubicBezTo>
                  <a:pt x="0" y="2631"/>
                  <a:pt x="66" y="2213"/>
                  <a:pt x="198" y="1844"/>
                </a:cubicBezTo>
                <a:cubicBezTo>
                  <a:pt x="330" y="1476"/>
                  <a:pt x="520" y="1165"/>
                  <a:pt x="769" y="911"/>
                </a:cubicBezTo>
                <a:cubicBezTo>
                  <a:pt x="1010" y="664"/>
                  <a:pt x="1302" y="476"/>
                  <a:pt x="1643" y="347"/>
                </a:cubicBezTo>
                <a:cubicBezTo>
                  <a:pt x="1985" y="217"/>
                  <a:pt x="2364" y="152"/>
                  <a:pt x="2780" y="152"/>
                </a:cubicBezTo>
                <a:cubicBezTo>
                  <a:pt x="3085" y="152"/>
                  <a:pt x="3389" y="189"/>
                  <a:pt x="3692" y="263"/>
                </a:cubicBezTo>
                <a:cubicBezTo>
                  <a:pt x="3996" y="336"/>
                  <a:pt x="4333" y="466"/>
                  <a:pt x="4703" y="651"/>
                </a:cubicBezTo>
                <a:lnTo>
                  <a:pt x="4703" y="1546"/>
                </a:lnTo>
                <a:lnTo>
                  <a:pt x="4646" y="1546"/>
                </a:lnTo>
                <a:cubicBezTo>
                  <a:pt x="4334" y="1289"/>
                  <a:pt x="4024" y="1101"/>
                  <a:pt x="3717" y="984"/>
                </a:cubicBezTo>
                <a:cubicBezTo>
                  <a:pt x="3410" y="866"/>
                  <a:pt x="3081" y="807"/>
                  <a:pt x="2731" y="807"/>
                </a:cubicBezTo>
                <a:cubicBezTo>
                  <a:pt x="2444" y="807"/>
                  <a:pt x="2185" y="854"/>
                  <a:pt x="1956" y="946"/>
                </a:cubicBezTo>
                <a:cubicBezTo>
                  <a:pt x="1726" y="1038"/>
                  <a:pt x="1521" y="1182"/>
                  <a:pt x="1341" y="1377"/>
                </a:cubicBezTo>
                <a:cubicBezTo>
                  <a:pt x="1165" y="1567"/>
                  <a:pt x="1029" y="1807"/>
                  <a:pt x="931" y="2097"/>
                </a:cubicBezTo>
                <a:cubicBezTo>
                  <a:pt x="833" y="2387"/>
                  <a:pt x="785" y="2722"/>
                  <a:pt x="785" y="3102"/>
                </a:cubicBezTo>
                <a:cubicBezTo>
                  <a:pt x="785" y="3499"/>
                  <a:pt x="838" y="3841"/>
                  <a:pt x="946" y="4127"/>
                </a:cubicBezTo>
                <a:cubicBezTo>
                  <a:pt x="1054" y="4414"/>
                  <a:pt x="1193" y="4647"/>
                  <a:pt x="1363" y="4827"/>
                </a:cubicBezTo>
                <a:cubicBezTo>
                  <a:pt x="1541" y="5014"/>
                  <a:pt x="1749" y="5153"/>
                  <a:pt x="1986" y="5242"/>
                </a:cubicBezTo>
                <a:cubicBezTo>
                  <a:pt x="2223" y="5332"/>
                  <a:pt x="2474" y="5377"/>
                  <a:pt x="2738" y="5377"/>
                </a:cubicBezTo>
                <a:cubicBezTo>
                  <a:pt x="3101" y="5377"/>
                  <a:pt x="3441" y="5315"/>
                  <a:pt x="3759" y="5191"/>
                </a:cubicBezTo>
                <a:cubicBezTo>
                  <a:pt x="4076" y="5066"/>
                  <a:pt x="4373" y="4880"/>
                  <a:pt x="4650" y="4631"/>
                </a:cubicBezTo>
                <a:lnTo>
                  <a:pt x="4703" y="4631"/>
                </a:lnTo>
                <a:lnTo>
                  <a:pt x="4703" y="5517"/>
                </a:lnTo>
                <a:close/>
                <a:moveTo>
                  <a:pt x="9338" y="3799"/>
                </a:moveTo>
                <a:cubicBezTo>
                  <a:pt x="9338" y="4494"/>
                  <a:pt x="9160" y="5042"/>
                  <a:pt x="8805" y="5444"/>
                </a:cubicBezTo>
                <a:cubicBezTo>
                  <a:pt x="8449" y="5847"/>
                  <a:pt x="7973" y="6048"/>
                  <a:pt x="7377" y="6048"/>
                </a:cubicBezTo>
                <a:cubicBezTo>
                  <a:pt x="6775" y="6048"/>
                  <a:pt x="6297" y="5847"/>
                  <a:pt x="5943" y="5444"/>
                </a:cubicBezTo>
                <a:cubicBezTo>
                  <a:pt x="5589" y="5042"/>
                  <a:pt x="5412" y="4494"/>
                  <a:pt x="5412" y="3799"/>
                </a:cubicBezTo>
                <a:cubicBezTo>
                  <a:pt x="5412" y="3104"/>
                  <a:pt x="5589" y="2555"/>
                  <a:pt x="5943" y="2151"/>
                </a:cubicBezTo>
                <a:cubicBezTo>
                  <a:pt x="6297" y="1748"/>
                  <a:pt x="6775" y="1546"/>
                  <a:pt x="7377" y="1546"/>
                </a:cubicBezTo>
                <a:cubicBezTo>
                  <a:pt x="7973" y="1546"/>
                  <a:pt x="8449" y="1748"/>
                  <a:pt x="8805" y="2151"/>
                </a:cubicBezTo>
                <a:cubicBezTo>
                  <a:pt x="9160" y="2555"/>
                  <a:pt x="9338" y="3104"/>
                  <a:pt x="9338" y="3799"/>
                </a:cubicBezTo>
                <a:moveTo>
                  <a:pt x="8599" y="3799"/>
                </a:moveTo>
                <a:cubicBezTo>
                  <a:pt x="8599" y="3248"/>
                  <a:pt x="8491" y="2840"/>
                  <a:pt x="8275" y="2572"/>
                </a:cubicBezTo>
                <a:cubicBezTo>
                  <a:pt x="8060" y="2305"/>
                  <a:pt x="7760" y="2171"/>
                  <a:pt x="7377" y="2171"/>
                </a:cubicBezTo>
                <a:cubicBezTo>
                  <a:pt x="6988" y="2171"/>
                  <a:pt x="6687" y="2305"/>
                  <a:pt x="6472" y="2572"/>
                </a:cubicBezTo>
                <a:cubicBezTo>
                  <a:pt x="6258" y="2840"/>
                  <a:pt x="6150" y="3248"/>
                  <a:pt x="6150" y="3799"/>
                </a:cubicBezTo>
                <a:cubicBezTo>
                  <a:pt x="6150" y="4331"/>
                  <a:pt x="6258" y="4735"/>
                  <a:pt x="6474" y="5010"/>
                </a:cubicBezTo>
                <a:cubicBezTo>
                  <a:pt x="6690" y="5285"/>
                  <a:pt x="6991" y="5423"/>
                  <a:pt x="7377" y="5423"/>
                </a:cubicBezTo>
                <a:cubicBezTo>
                  <a:pt x="7757" y="5423"/>
                  <a:pt x="8056" y="5287"/>
                  <a:pt x="8273" y="5014"/>
                </a:cubicBezTo>
                <a:cubicBezTo>
                  <a:pt x="8491" y="4742"/>
                  <a:pt x="8599" y="4336"/>
                  <a:pt x="8599" y="3799"/>
                </a:cubicBezTo>
                <a:close/>
                <a:moveTo>
                  <a:pt x="13592" y="5663"/>
                </a:moveTo>
                <a:cubicBezTo>
                  <a:pt x="13353" y="5777"/>
                  <a:pt x="13127" y="5866"/>
                  <a:pt x="12912" y="5930"/>
                </a:cubicBezTo>
                <a:cubicBezTo>
                  <a:pt x="12697" y="5993"/>
                  <a:pt x="12470" y="6025"/>
                  <a:pt x="12228" y="6025"/>
                </a:cubicBezTo>
                <a:cubicBezTo>
                  <a:pt x="11921" y="6025"/>
                  <a:pt x="11639" y="5980"/>
                  <a:pt x="11383" y="5889"/>
                </a:cubicBezTo>
                <a:cubicBezTo>
                  <a:pt x="11127" y="5799"/>
                  <a:pt x="10907" y="5662"/>
                  <a:pt x="10724" y="5479"/>
                </a:cubicBezTo>
                <a:cubicBezTo>
                  <a:pt x="10539" y="5296"/>
                  <a:pt x="10395" y="5065"/>
                  <a:pt x="10294" y="4785"/>
                </a:cubicBezTo>
                <a:cubicBezTo>
                  <a:pt x="10192" y="4505"/>
                  <a:pt x="10141" y="4178"/>
                  <a:pt x="10141" y="3804"/>
                </a:cubicBezTo>
                <a:cubicBezTo>
                  <a:pt x="10141" y="3108"/>
                  <a:pt x="10333" y="2561"/>
                  <a:pt x="10715" y="2164"/>
                </a:cubicBezTo>
                <a:cubicBezTo>
                  <a:pt x="11097" y="1767"/>
                  <a:pt x="11601" y="1569"/>
                  <a:pt x="12228" y="1569"/>
                </a:cubicBezTo>
                <a:cubicBezTo>
                  <a:pt x="12472" y="1569"/>
                  <a:pt x="12711" y="1603"/>
                  <a:pt x="12946" y="1672"/>
                </a:cubicBezTo>
                <a:cubicBezTo>
                  <a:pt x="13181" y="1740"/>
                  <a:pt x="13396" y="1824"/>
                  <a:pt x="13592" y="1923"/>
                </a:cubicBezTo>
                <a:lnTo>
                  <a:pt x="13592" y="2719"/>
                </a:lnTo>
                <a:lnTo>
                  <a:pt x="13554" y="2719"/>
                </a:lnTo>
                <a:cubicBezTo>
                  <a:pt x="13335" y="2550"/>
                  <a:pt x="13110" y="2420"/>
                  <a:pt x="12878" y="2330"/>
                </a:cubicBezTo>
                <a:cubicBezTo>
                  <a:pt x="12645" y="2239"/>
                  <a:pt x="12419" y="2194"/>
                  <a:pt x="12198" y="2194"/>
                </a:cubicBezTo>
                <a:cubicBezTo>
                  <a:pt x="11792" y="2194"/>
                  <a:pt x="11471" y="2330"/>
                  <a:pt x="11236" y="2603"/>
                </a:cubicBezTo>
                <a:cubicBezTo>
                  <a:pt x="11002" y="2876"/>
                  <a:pt x="10884" y="3276"/>
                  <a:pt x="10884" y="3804"/>
                </a:cubicBezTo>
                <a:cubicBezTo>
                  <a:pt x="10884" y="4317"/>
                  <a:pt x="10999" y="4712"/>
                  <a:pt x="11229" y="4987"/>
                </a:cubicBezTo>
                <a:cubicBezTo>
                  <a:pt x="11459" y="5262"/>
                  <a:pt x="11782" y="5400"/>
                  <a:pt x="12198" y="5400"/>
                </a:cubicBezTo>
                <a:cubicBezTo>
                  <a:pt x="12343" y="5400"/>
                  <a:pt x="12490" y="5381"/>
                  <a:pt x="12640" y="5344"/>
                </a:cubicBezTo>
                <a:cubicBezTo>
                  <a:pt x="12790" y="5306"/>
                  <a:pt x="12924" y="5256"/>
                  <a:pt x="13043" y="5196"/>
                </a:cubicBezTo>
                <a:cubicBezTo>
                  <a:pt x="13147" y="5143"/>
                  <a:pt x="13245" y="5087"/>
                  <a:pt x="13337" y="5028"/>
                </a:cubicBezTo>
                <a:cubicBezTo>
                  <a:pt x="13428" y="4969"/>
                  <a:pt x="13500" y="4917"/>
                  <a:pt x="13554" y="4875"/>
                </a:cubicBezTo>
                <a:lnTo>
                  <a:pt x="13592" y="4875"/>
                </a:lnTo>
                <a:lnTo>
                  <a:pt x="13592" y="5663"/>
                </a:lnTo>
                <a:close/>
                <a:moveTo>
                  <a:pt x="17655" y="5663"/>
                </a:moveTo>
                <a:cubicBezTo>
                  <a:pt x="17417" y="5777"/>
                  <a:pt x="17190" y="5866"/>
                  <a:pt x="16975" y="5930"/>
                </a:cubicBezTo>
                <a:cubicBezTo>
                  <a:pt x="16761" y="5993"/>
                  <a:pt x="16533" y="6025"/>
                  <a:pt x="16292" y="6025"/>
                </a:cubicBezTo>
                <a:cubicBezTo>
                  <a:pt x="15985" y="6025"/>
                  <a:pt x="15703" y="5980"/>
                  <a:pt x="15446" y="5889"/>
                </a:cubicBezTo>
                <a:cubicBezTo>
                  <a:pt x="15190" y="5799"/>
                  <a:pt x="14970" y="5662"/>
                  <a:pt x="14788" y="5479"/>
                </a:cubicBezTo>
                <a:cubicBezTo>
                  <a:pt x="14602" y="5296"/>
                  <a:pt x="14459" y="5065"/>
                  <a:pt x="14357" y="4785"/>
                </a:cubicBezTo>
                <a:cubicBezTo>
                  <a:pt x="14256" y="4505"/>
                  <a:pt x="14205" y="4178"/>
                  <a:pt x="14205" y="3804"/>
                </a:cubicBezTo>
                <a:cubicBezTo>
                  <a:pt x="14205" y="3108"/>
                  <a:pt x="14396" y="2561"/>
                  <a:pt x="14778" y="2164"/>
                </a:cubicBezTo>
                <a:cubicBezTo>
                  <a:pt x="15160" y="1767"/>
                  <a:pt x="15665" y="1569"/>
                  <a:pt x="16292" y="1569"/>
                </a:cubicBezTo>
                <a:cubicBezTo>
                  <a:pt x="16536" y="1569"/>
                  <a:pt x="16775" y="1603"/>
                  <a:pt x="17010" y="1672"/>
                </a:cubicBezTo>
                <a:cubicBezTo>
                  <a:pt x="17245" y="1740"/>
                  <a:pt x="17460" y="1824"/>
                  <a:pt x="17655" y="1923"/>
                </a:cubicBezTo>
                <a:lnTo>
                  <a:pt x="17655" y="2719"/>
                </a:lnTo>
                <a:lnTo>
                  <a:pt x="17617" y="2719"/>
                </a:lnTo>
                <a:cubicBezTo>
                  <a:pt x="17399" y="2550"/>
                  <a:pt x="17173" y="2420"/>
                  <a:pt x="16941" y="2330"/>
                </a:cubicBezTo>
                <a:cubicBezTo>
                  <a:pt x="16709" y="2239"/>
                  <a:pt x="16482" y="2194"/>
                  <a:pt x="16261" y="2194"/>
                </a:cubicBezTo>
                <a:cubicBezTo>
                  <a:pt x="15855" y="2194"/>
                  <a:pt x="15535" y="2330"/>
                  <a:pt x="15300" y="2603"/>
                </a:cubicBezTo>
                <a:cubicBezTo>
                  <a:pt x="15065" y="2876"/>
                  <a:pt x="14947" y="3276"/>
                  <a:pt x="14947" y="3804"/>
                </a:cubicBezTo>
                <a:cubicBezTo>
                  <a:pt x="14947" y="4317"/>
                  <a:pt x="15062" y="4712"/>
                  <a:pt x="15292" y="4987"/>
                </a:cubicBezTo>
                <a:cubicBezTo>
                  <a:pt x="15522" y="5262"/>
                  <a:pt x="15845" y="5400"/>
                  <a:pt x="16261" y="5400"/>
                </a:cubicBezTo>
                <a:cubicBezTo>
                  <a:pt x="16406" y="5400"/>
                  <a:pt x="16553" y="5381"/>
                  <a:pt x="16703" y="5344"/>
                </a:cubicBezTo>
                <a:cubicBezTo>
                  <a:pt x="16853" y="5306"/>
                  <a:pt x="16987" y="5256"/>
                  <a:pt x="17107" y="5196"/>
                </a:cubicBezTo>
                <a:cubicBezTo>
                  <a:pt x="17211" y="5143"/>
                  <a:pt x="17309" y="5087"/>
                  <a:pt x="17400" y="5028"/>
                </a:cubicBezTo>
                <a:cubicBezTo>
                  <a:pt x="17491" y="4969"/>
                  <a:pt x="17564" y="4917"/>
                  <a:pt x="17617" y="4875"/>
                </a:cubicBezTo>
                <a:lnTo>
                  <a:pt x="17655" y="4875"/>
                </a:lnTo>
                <a:lnTo>
                  <a:pt x="17655" y="5663"/>
                </a:lnTo>
                <a:close/>
                <a:moveTo>
                  <a:pt x="19342" y="960"/>
                </a:moveTo>
                <a:lnTo>
                  <a:pt x="18535" y="960"/>
                </a:lnTo>
                <a:lnTo>
                  <a:pt x="18535" y="213"/>
                </a:lnTo>
                <a:lnTo>
                  <a:pt x="19342" y="213"/>
                </a:lnTo>
                <a:lnTo>
                  <a:pt x="19342" y="960"/>
                </a:lnTo>
                <a:moveTo>
                  <a:pt x="19296" y="5926"/>
                </a:moveTo>
                <a:lnTo>
                  <a:pt x="18580" y="5926"/>
                </a:lnTo>
                <a:lnTo>
                  <a:pt x="18580" y="1668"/>
                </a:lnTo>
                <a:lnTo>
                  <a:pt x="19296" y="1668"/>
                </a:lnTo>
                <a:lnTo>
                  <a:pt x="19296" y="5926"/>
                </a:lnTo>
                <a:close/>
                <a:moveTo>
                  <a:pt x="24270" y="5926"/>
                </a:moveTo>
                <a:lnTo>
                  <a:pt x="23554" y="5926"/>
                </a:lnTo>
                <a:lnTo>
                  <a:pt x="23554" y="3501"/>
                </a:lnTo>
                <a:cubicBezTo>
                  <a:pt x="23554" y="3305"/>
                  <a:pt x="23543" y="3122"/>
                  <a:pt x="23520" y="2950"/>
                </a:cubicBezTo>
                <a:cubicBezTo>
                  <a:pt x="23497" y="2779"/>
                  <a:pt x="23455" y="2645"/>
                  <a:pt x="23394" y="2548"/>
                </a:cubicBezTo>
                <a:cubicBezTo>
                  <a:pt x="23331" y="2441"/>
                  <a:pt x="23239" y="2362"/>
                  <a:pt x="23120" y="2310"/>
                </a:cubicBezTo>
                <a:cubicBezTo>
                  <a:pt x="23001" y="2258"/>
                  <a:pt x="22846" y="2232"/>
                  <a:pt x="22655" y="2232"/>
                </a:cubicBezTo>
                <a:cubicBezTo>
                  <a:pt x="22460" y="2232"/>
                  <a:pt x="22256" y="2280"/>
                  <a:pt x="22042" y="2377"/>
                </a:cubicBezTo>
                <a:cubicBezTo>
                  <a:pt x="21829" y="2473"/>
                  <a:pt x="21625" y="2596"/>
                  <a:pt x="21429" y="2746"/>
                </a:cubicBezTo>
                <a:lnTo>
                  <a:pt x="21429" y="5926"/>
                </a:lnTo>
                <a:lnTo>
                  <a:pt x="20713" y="5926"/>
                </a:lnTo>
                <a:lnTo>
                  <a:pt x="20713" y="1668"/>
                </a:lnTo>
                <a:lnTo>
                  <a:pt x="21429" y="1668"/>
                </a:lnTo>
                <a:lnTo>
                  <a:pt x="21429" y="2138"/>
                </a:lnTo>
                <a:cubicBezTo>
                  <a:pt x="21653" y="1952"/>
                  <a:pt x="21884" y="1807"/>
                  <a:pt x="22122" y="1703"/>
                </a:cubicBezTo>
                <a:cubicBezTo>
                  <a:pt x="22361" y="1598"/>
                  <a:pt x="22606" y="1546"/>
                  <a:pt x="22857" y="1546"/>
                </a:cubicBezTo>
                <a:cubicBezTo>
                  <a:pt x="23317" y="1546"/>
                  <a:pt x="23667" y="1685"/>
                  <a:pt x="23908" y="1962"/>
                </a:cubicBezTo>
                <a:cubicBezTo>
                  <a:pt x="24150" y="2239"/>
                  <a:pt x="24270" y="2639"/>
                  <a:pt x="24270" y="3160"/>
                </a:cubicBezTo>
                <a:lnTo>
                  <a:pt x="24270" y="5926"/>
                </a:lnTo>
                <a:close/>
                <a:moveTo>
                  <a:pt x="29209" y="3869"/>
                </a:moveTo>
                <a:lnTo>
                  <a:pt x="26075" y="3869"/>
                </a:lnTo>
                <a:cubicBezTo>
                  <a:pt x="26075" y="4131"/>
                  <a:pt x="26114" y="4360"/>
                  <a:pt x="26193" y="4554"/>
                </a:cubicBezTo>
                <a:cubicBezTo>
                  <a:pt x="26272" y="4749"/>
                  <a:pt x="26380" y="4909"/>
                  <a:pt x="26517" y="5034"/>
                </a:cubicBezTo>
                <a:cubicBezTo>
                  <a:pt x="26649" y="5156"/>
                  <a:pt x="26806" y="5247"/>
                  <a:pt x="26987" y="5309"/>
                </a:cubicBezTo>
                <a:cubicBezTo>
                  <a:pt x="27169" y="5370"/>
                  <a:pt x="27369" y="5400"/>
                  <a:pt x="27587" y="5400"/>
                </a:cubicBezTo>
                <a:cubicBezTo>
                  <a:pt x="27876" y="5400"/>
                  <a:pt x="28168" y="5342"/>
                  <a:pt x="28461" y="5226"/>
                </a:cubicBezTo>
                <a:cubicBezTo>
                  <a:pt x="28754" y="5109"/>
                  <a:pt x="28963" y="4995"/>
                  <a:pt x="29088" y="4882"/>
                </a:cubicBezTo>
                <a:lnTo>
                  <a:pt x="29126" y="4882"/>
                </a:lnTo>
                <a:lnTo>
                  <a:pt x="29126" y="5666"/>
                </a:lnTo>
                <a:cubicBezTo>
                  <a:pt x="28884" y="5767"/>
                  <a:pt x="28638" y="5853"/>
                  <a:pt x="28387" y="5922"/>
                </a:cubicBezTo>
                <a:cubicBezTo>
                  <a:pt x="28135" y="5990"/>
                  <a:pt x="27871" y="6025"/>
                  <a:pt x="27595" y="6025"/>
                </a:cubicBezTo>
                <a:cubicBezTo>
                  <a:pt x="26889" y="6025"/>
                  <a:pt x="26338" y="5833"/>
                  <a:pt x="25942" y="5451"/>
                </a:cubicBezTo>
                <a:cubicBezTo>
                  <a:pt x="25546" y="5068"/>
                  <a:pt x="25348" y="4524"/>
                  <a:pt x="25348" y="3820"/>
                </a:cubicBezTo>
                <a:cubicBezTo>
                  <a:pt x="25348" y="3123"/>
                  <a:pt x="25538" y="2570"/>
                  <a:pt x="25917" y="2160"/>
                </a:cubicBezTo>
                <a:cubicBezTo>
                  <a:pt x="26297" y="1751"/>
                  <a:pt x="26796" y="1546"/>
                  <a:pt x="27416" y="1546"/>
                </a:cubicBezTo>
                <a:cubicBezTo>
                  <a:pt x="27989" y="1546"/>
                  <a:pt x="28432" y="1714"/>
                  <a:pt x="28743" y="2050"/>
                </a:cubicBezTo>
                <a:cubicBezTo>
                  <a:pt x="29054" y="2385"/>
                  <a:pt x="29209" y="2862"/>
                  <a:pt x="29209" y="3480"/>
                </a:cubicBezTo>
                <a:lnTo>
                  <a:pt x="29209" y="3869"/>
                </a:lnTo>
                <a:moveTo>
                  <a:pt x="28512" y="3321"/>
                </a:moveTo>
                <a:cubicBezTo>
                  <a:pt x="28510" y="2945"/>
                  <a:pt x="28415" y="2654"/>
                  <a:pt x="28229" y="2449"/>
                </a:cubicBezTo>
                <a:cubicBezTo>
                  <a:pt x="28042" y="2243"/>
                  <a:pt x="27758" y="2140"/>
                  <a:pt x="27378" y="2140"/>
                </a:cubicBezTo>
                <a:cubicBezTo>
                  <a:pt x="26994" y="2140"/>
                  <a:pt x="26689" y="2253"/>
                  <a:pt x="26462" y="2479"/>
                </a:cubicBezTo>
                <a:cubicBezTo>
                  <a:pt x="26234" y="2705"/>
                  <a:pt x="26106" y="2986"/>
                  <a:pt x="26075" y="3321"/>
                </a:cubicBezTo>
                <a:lnTo>
                  <a:pt x="28512" y="3321"/>
                </a:lnTo>
                <a:close/>
                <a:moveTo>
                  <a:pt x="31018" y="5926"/>
                </a:moveTo>
                <a:lnTo>
                  <a:pt x="30302" y="5926"/>
                </a:lnTo>
                <a:lnTo>
                  <a:pt x="30302" y="0"/>
                </a:lnTo>
                <a:lnTo>
                  <a:pt x="31018" y="0"/>
                </a:lnTo>
                <a:lnTo>
                  <a:pt x="31018" y="5926"/>
                </a:lnTo>
                <a:close/>
                <a:moveTo>
                  <a:pt x="33158" y="5926"/>
                </a:moveTo>
                <a:lnTo>
                  <a:pt x="32443" y="5926"/>
                </a:lnTo>
                <a:lnTo>
                  <a:pt x="32443" y="0"/>
                </a:lnTo>
                <a:lnTo>
                  <a:pt x="33158" y="0"/>
                </a:lnTo>
                <a:lnTo>
                  <a:pt x="33158" y="5926"/>
                </a:lnTo>
                <a:close/>
                <a:moveTo>
                  <a:pt x="35344" y="960"/>
                </a:moveTo>
                <a:lnTo>
                  <a:pt x="34537" y="960"/>
                </a:lnTo>
                <a:lnTo>
                  <a:pt x="34537" y="213"/>
                </a:lnTo>
                <a:lnTo>
                  <a:pt x="35344" y="213"/>
                </a:lnTo>
                <a:lnTo>
                  <a:pt x="35344" y="960"/>
                </a:lnTo>
                <a:moveTo>
                  <a:pt x="35299" y="5926"/>
                </a:moveTo>
                <a:lnTo>
                  <a:pt x="34583" y="5926"/>
                </a:lnTo>
                <a:lnTo>
                  <a:pt x="34583" y="1668"/>
                </a:lnTo>
                <a:lnTo>
                  <a:pt x="35299" y="1668"/>
                </a:lnTo>
                <a:lnTo>
                  <a:pt x="35299" y="5926"/>
                </a:lnTo>
                <a:close/>
                <a:moveTo>
                  <a:pt x="40166" y="5926"/>
                </a:moveTo>
                <a:lnTo>
                  <a:pt x="39450" y="5926"/>
                </a:lnTo>
                <a:lnTo>
                  <a:pt x="39450" y="5483"/>
                </a:lnTo>
                <a:cubicBezTo>
                  <a:pt x="39244" y="5661"/>
                  <a:pt x="39030" y="5799"/>
                  <a:pt x="38806" y="5899"/>
                </a:cubicBezTo>
                <a:cubicBezTo>
                  <a:pt x="38583" y="5998"/>
                  <a:pt x="38340" y="6048"/>
                  <a:pt x="38079" y="6048"/>
                </a:cubicBezTo>
                <a:cubicBezTo>
                  <a:pt x="37571" y="6048"/>
                  <a:pt x="37168" y="5852"/>
                  <a:pt x="36870" y="5460"/>
                </a:cubicBezTo>
                <a:cubicBezTo>
                  <a:pt x="36571" y="5068"/>
                  <a:pt x="36422" y="4524"/>
                  <a:pt x="36422" y="3829"/>
                </a:cubicBezTo>
                <a:cubicBezTo>
                  <a:pt x="36422" y="3468"/>
                  <a:pt x="36474" y="3146"/>
                  <a:pt x="36576" y="2863"/>
                </a:cubicBezTo>
                <a:cubicBezTo>
                  <a:pt x="36679" y="2581"/>
                  <a:pt x="36818" y="2340"/>
                  <a:pt x="36993" y="2142"/>
                </a:cubicBezTo>
                <a:cubicBezTo>
                  <a:pt x="37166" y="1948"/>
                  <a:pt x="37367" y="1801"/>
                  <a:pt x="37597" y="1699"/>
                </a:cubicBezTo>
                <a:cubicBezTo>
                  <a:pt x="37827" y="1597"/>
                  <a:pt x="38065" y="1546"/>
                  <a:pt x="38311" y="1546"/>
                </a:cubicBezTo>
                <a:cubicBezTo>
                  <a:pt x="38535" y="1546"/>
                  <a:pt x="38733" y="1570"/>
                  <a:pt x="38905" y="1617"/>
                </a:cubicBezTo>
                <a:cubicBezTo>
                  <a:pt x="39078" y="1664"/>
                  <a:pt x="39259" y="1737"/>
                  <a:pt x="39450" y="1836"/>
                </a:cubicBezTo>
                <a:lnTo>
                  <a:pt x="39450" y="0"/>
                </a:lnTo>
                <a:lnTo>
                  <a:pt x="40166" y="0"/>
                </a:lnTo>
                <a:lnTo>
                  <a:pt x="40166" y="5926"/>
                </a:lnTo>
                <a:moveTo>
                  <a:pt x="39450" y="4878"/>
                </a:moveTo>
                <a:lnTo>
                  <a:pt x="39450" y="2437"/>
                </a:lnTo>
                <a:cubicBezTo>
                  <a:pt x="39257" y="2351"/>
                  <a:pt x="39084" y="2291"/>
                  <a:pt x="38932" y="2258"/>
                </a:cubicBezTo>
                <a:cubicBezTo>
                  <a:pt x="38780" y="2225"/>
                  <a:pt x="38613" y="2209"/>
                  <a:pt x="38433" y="2209"/>
                </a:cubicBezTo>
                <a:cubicBezTo>
                  <a:pt x="38032" y="2209"/>
                  <a:pt x="37720" y="2348"/>
                  <a:pt x="37496" y="2628"/>
                </a:cubicBezTo>
                <a:cubicBezTo>
                  <a:pt x="37273" y="2907"/>
                  <a:pt x="37161" y="3303"/>
                  <a:pt x="37161" y="3816"/>
                </a:cubicBezTo>
                <a:cubicBezTo>
                  <a:pt x="37161" y="4321"/>
                  <a:pt x="37247" y="4705"/>
                  <a:pt x="37420" y="4968"/>
                </a:cubicBezTo>
                <a:cubicBezTo>
                  <a:pt x="37593" y="5231"/>
                  <a:pt x="37869" y="5362"/>
                  <a:pt x="38250" y="5362"/>
                </a:cubicBezTo>
                <a:cubicBezTo>
                  <a:pt x="38453" y="5362"/>
                  <a:pt x="38659" y="5317"/>
                  <a:pt x="38867" y="5227"/>
                </a:cubicBezTo>
                <a:cubicBezTo>
                  <a:pt x="39075" y="5137"/>
                  <a:pt x="39270" y="5021"/>
                  <a:pt x="39450" y="4878"/>
                </a:cubicBezTo>
                <a:close/>
                <a:moveTo>
                  <a:pt x="44880" y="5926"/>
                </a:moveTo>
                <a:lnTo>
                  <a:pt x="44168" y="5926"/>
                </a:lnTo>
                <a:lnTo>
                  <a:pt x="44168" y="5476"/>
                </a:lnTo>
                <a:cubicBezTo>
                  <a:pt x="44105" y="5519"/>
                  <a:pt x="44019" y="5579"/>
                  <a:pt x="43911" y="5657"/>
                </a:cubicBezTo>
                <a:cubicBezTo>
                  <a:pt x="43803" y="5734"/>
                  <a:pt x="43698" y="5796"/>
                  <a:pt x="43597" y="5842"/>
                </a:cubicBezTo>
                <a:cubicBezTo>
                  <a:pt x="43477" y="5900"/>
                  <a:pt x="43340" y="5949"/>
                  <a:pt x="43186" y="5988"/>
                </a:cubicBezTo>
                <a:cubicBezTo>
                  <a:pt x="43031" y="6028"/>
                  <a:pt x="42849" y="6048"/>
                  <a:pt x="42641" y="6048"/>
                </a:cubicBezTo>
                <a:cubicBezTo>
                  <a:pt x="42258" y="6048"/>
                  <a:pt x="41933" y="5920"/>
                  <a:pt x="41666" y="5666"/>
                </a:cubicBezTo>
                <a:cubicBezTo>
                  <a:pt x="41399" y="5412"/>
                  <a:pt x="41266" y="5088"/>
                  <a:pt x="41266" y="4694"/>
                </a:cubicBezTo>
                <a:cubicBezTo>
                  <a:pt x="41266" y="4371"/>
                  <a:pt x="41335" y="4110"/>
                  <a:pt x="41474" y="3910"/>
                </a:cubicBezTo>
                <a:cubicBezTo>
                  <a:pt x="41612" y="3711"/>
                  <a:pt x="41809" y="3554"/>
                  <a:pt x="42066" y="3439"/>
                </a:cubicBezTo>
                <a:cubicBezTo>
                  <a:pt x="42325" y="3325"/>
                  <a:pt x="42636" y="3247"/>
                  <a:pt x="42999" y="3207"/>
                </a:cubicBezTo>
                <a:cubicBezTo>
                  <a:pt x="43362" y="3166"/>
                  <a:pt x="43752" y="3136"/>
                  <a:pt x="44168" y="3115"/>
                </a:cubicBezTo>
                <a:lnTo>
                  <a:pt x="44168" y="3004"/>
                </a:lnTo>
                <a:cubicBezTo>
                  <a:pt x="44168" y="2840"/>
                  <a:pt x="44139" y="2704"/>
                  <a:pt x="44082" y="2597"/>
                </a:cubicBezTo>
                <a:cubicBezTo>
                  <a:pt x="44025" y="2489"/>
                  <a:pt x="43943" y="2405"/>
                  <a:pt x="43837" y="2343"/>
                </a:cubicBezTo>
                <a:cubicBezTo>
                  <a:pt x="43735" y="2284"/>
                  <a:pt x="43613" y="2245"/>
                  <a:pt x="43471" y="2224"/>
                </a:cubicBezTo>
                <a:cubicBezTo>
                  <a:pt x="43329" y="2204"/>
                  <a:pt x="43180" y="2194"/>
                  <a:pt x="43026" y="2194"/>
                </a:cubicBezTo>
                <a:cubicBezTo>
                  <a:pt x="42838" y="2194"/>
                  <a:pt x="42628" y="2219"/>
                  <a:pt x="42397" y="2270"/>
                </a:cubicBezTo>
                <a:cubicBezTo>
                  <a:pt x="42166" y="2321"/>
                  <a:pt x="41928" y="2394"/>
                  <a:pt x="41681" y="2491"/>
                </a:cubicBezTo>
                <a:lnTo>
                  <a:pt x="41643" y="2491"/>
                </a:lnTo>
                <a:lnTo>
                  <a:pt x="41643" y="1763"/>
                </a:lnTo>
                <a:cubicBezTo>
                  <a:pt x="41783" y="1725"/>
                  <a:pt x="41985" y="1683"/>
                  <a:pt x="42249" y="1638"/>
                </a:cubicBezTo>
                <a:cubicBezTo>
                  <a:pt x="42513" y="1592"/>
                  <a:pt x="42773" y="1569"/>
                  <a:pt x="43029" y="1569"/>
                </a:cubicBezTo>
                <a:cubicBezTo>
                  <a:pt x="43329" y="1569"/>
                  <a:pt x="43590" y="1594"/>
                  <a:pt x="43812" y="1643"/>
                </a:cubicBezTo>
                <a:cubicBezTo>
                  <a:pt x="44034" y="1693"/>
                  <a:pt x="44226" y="1777"/>
                  <a:pt x="44389" y="1897"/>
                </a:cubicBezTo>
                <a:cubicBezTo>
                  <a:pt x="44549" y="2013"/>
                  <a:pt x="44671" y="2164"/>
                  <a:pt x="44755" y="2350"/>
                </a:cubicBezTo>
                <a:cubicBezTo>
                  <a:pt x="44838" y="2535"/>
                  <a:pt x="44880" y="2765"/>
                  <a:pt x="44880" y="3039"/>
                </a:cubicBezTo>
                <a:lnTo>
                  <a:pt x="44880" y="5926"/>
                </a:lnTo>
                <a:moveTo>
                  <a:pt x="44168" y="4884"/>
                </a:moveTo>
                <a:lnTo>
                  <a:pt x="44168" y="3694"/>
                </a:lnTo>
                <a:cubicBezTo>
                  <a:pt x="43950" y="3707"/>
                  <a:pt x="43693" y="3726"/>
                  <a:pt x="43397" y="3752"/>
                </a:cubicBezTo>
                <a:cubicBezTo>
                  <a:pt x="43101" y="3777"/>
                  <a:pt x="42867" y="3814"/>
                  <a:pt x="42694" y="3862"/>
                </a:cubicBezTo>
                <a:cubicBezTo>
                  <a:pt x="42489" y="3921"/>
                  <a:pt x="42322" y="4012"/>
                  <a:pt x="42195" y="4136"/>
                </a:cubicBezTo>
                <a:cubicBezTo>
                  <a:pt x="42068" y="4260"/>
                  <a:pt x="42005" y="4430"/>
                  <a:pt x="42005" y="4647"/>
                </a:cubicBezTo>
                <a:cubicBezTo>
                  <a:pt x="42005" y="4891"/>
                  <a:pt x="42079" y="5076"/>
                  <a:pt x="42226" y="5199"/>
                </a:cubicBezTo>
                <a:cubicBezTo>
                  <a:pt x="42373" y="5323"/>
                  <a:pt x="42598" y="5385"/>
                  <a:pt x="42900" y="5385"/>
                </a:cubicBezTo>
                <a:cubicBezTo>
                  <a:pt x="43151" y="5385"/>
                  <a:pt x="43381" y="5336"/>
                  <a:pt x="43589" y="5238"/>
                </a:cubicBezTo>
                <a:cubicBezTo>
                  <a:pt x="43797" y="5140"/>
                  <a:pt x="43990" y="5022"/>
                  <a:pt x="44168" y="4884"/>
                </a:cubicBezTo>
                <a:close/>
                <a:moveTo>
                  <a:pt x="49820" y="3869"/>
                </a:moveTo>
                <a:lnTo>
                  <a:pt x="46685" y="3869"/>
                </a:lnTo>
                <a:cubicBezTo>
                  <a:pt x="46685" y="4131"/>
                  <a:pt x="46725" y="4360"/>
                  <a:pt x="46803" y="4554"/>
                </a:cubicBezTo>
                <a:cubicBezTo>
                  <a:pt x="46882" y="4749"/>
                  <a:pt x="46990" y="4909"/>
                  <a:pt x="47127" y="5034"/>
                </a:cubicBezTo>
                <a:cubicBezTo>
                  <a:pt x="47259" y="5156"/>
                  <a:pt x="47416" y="5247"/>
                  <a:pt x="47598" y="5309"/>
                </a:cubicBezTo>
                <a:cubicBezTo>
                  <a:pt x="47779" y="5370"/>
                  <a:pt x="47979" y="5400"/>
                  <a:pt x="48197" y="5400"/>
                </a:cubicBezTo>
                <a:cubicBezTo>
                  <a:pt x="48487" y="5400"/>
                  <a:pt x="48778" y="5342"/>
                  <a:pt x="49071" y="5226"/>
                </a:cubicBezTo>
                <a:cubicBezTo>
                  <a:pt x="49365" y="5109"/>
                  <a:pt x="49573" y="4995"/>
                  <a:pt x="49698" y="4882"/>
                </a:cubicBezTo>
                <a:lnTo>
                  <a:pt x="49736" y="4882"/>
                </a:lnTo>
                <a:lnTo>
                  <a:pt x="49736" y="5666"/>
                </a:lnTo>
                <a:cubicBezTo>
                  <a:pt x="49495" y="5767"/>
                  <a:pt x="49248" y="5853"/>
                  <a:pt x="48997" y="5922"/>
                </a:cubicBezTo>
                <a:cubicBezTo>
                  <a:pt x="48746" y="5990"/>
                  <a:pt x="48482" y="6025"/>
                  <a:pt x="48205" y="6025"/>
                </a:cubicBezTo>
                <a:cubicBezTo>
                  <a:pt x="47499" y="6025"/>
                  <a:pt x="46948" y="5833"/>
                  <a:pt x="46552" y="5451"/>
                </a:cubicBezTo>
                <a:cubicBezTo>
                  <a:pt x="46156" y="5068"/>
                  <a:pt x="45958" y="4524"/>
                  <a:pt x="45958" y="3820"/>
                </a:cubicBezTo>
                <a:cubicBezTo>
                  <a:pt x="45958" y="3123"/>
                  <a:pt x="46148" y="2570"/>
                  <a:pt x="46527" y="2160"/>
                </a:cubicBezTo>
                <a:cubicBezTo>
                  <a:pt x="46907" y="1751"/>
                  <a:pt x="47406" y="1546"/>
                  <a:pt x="48026" y="1546"/>
                </a:cubicBezTo>
                <a:cubicBezTo>
                  <a:pt x="48600" y="1546"/>
                  <a:pt x="49042" y="1714"/>
                  <a:pt x="49353" y="2050"/>
                </a:cubicBezTo>
                <a:cubicBezTo>
                  <a:pt x="49664" y="2385"/>
                  <a:pt x="49820" y="2862"/>
                  <a:pt x="49820" y="3480"/>
                </a:cubicBezTo>
                <a:lnTo>
                  <a:pt x="49820" y="3869"/>
                </a:lnTo>
                <a:moveTo>
                  <a:pt x="49123" y="3321"/>
                </a:moveTo>
                <a:cubicBezTo>
                  <a:pt x="49120" y="2945"/>
                  <a:pt x="49026" y="2654"/>
                  <a:pt x="48839" y="2449"/>
                </a:cubicBezTo>
                <a:cubicBezTo>
                  <a:pt x="48652" y="2243"/>
                  <a:pt x="48369" y="2140"/>
                  <a:pt x="47988" y="2140"/>
                </a:cubicBezTo>
                <a:cubicBezTo>
                  <a:pt x="47605" y="2140"/>
                  <a:pt x="47299" y="2253"/>
                  <a:pt x="47072" y="2479"/>
                </a:cubicBezTo>
                <a:cubicBezTo>
                  <a:pt x="46845" y="2705"/>
                  <a:pt x="46716" y="2986"/>
                  <a:pt x="46685" y="3321"/>
                </a:cubicBezTo>
                <a:lnTo>
                  <a:pt x="49123" y="33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35F59AE-4863-4CF2-A823-CBBE4451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761" y="1850068"/>
            <a:ext cx="96258" cy="49218"/>
          </a:xfrm>
          <a:custGeom xmlns:a="http://schemas.openxmlformats.org/drawingml/2006/main">
            <a:pathLst>
              <a:path w="96258" h="49218">
                <a:moveTo>
                  <a:pt x="0" y="0"/>
                </a:moveTo>
                <a:lnTo>
                  <a:pt x="96258" y="0"/>
                </a:lnTo>
                <a:lnTo>
                  <a:pt x="96258" y="49218"/>
                </a:lnTo>
                <a:lnTo>
                  <a:pt x="0" y="492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EC6436-4530-4196-AFB7-21A21FEAC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8759" y="1850071"/>
            <a:ext cx="96259" cy="49218"/>
          </a:xfrm>
          <a:custGeom xmlns:a="http://schemas.openxmlformats.org/drawingml/2006/main">
            <a:pathLst>
              <a:path w="96259" h="49218" fill="none">
                <a:moveTo>
                  <a:pt x="0" y="0"/>
                </a:moveTo>
                <a:lnTo>
                  <a:pt x="96259" y="0"/>
                </a:lnTo>
                <a:lnTo>
                  <a:pt x="96259" y="49218"/>
                </a:lnTo>
                <a:lnTo>
                  <a:pt x="0" y="492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49A1D5-B9F7-4FDB-9827-78A5C854E2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15" y="1617019"/>
            <a:ext cx="54250" cy="84776"/>
          </a:xfrm>
          <a:custGeom xmlns:a="http://schemas.openxmlformats.org/drawingml/2006/main">
            <a:pathLst>
              <a:path w="54250" h="84776">
                <a:moveTo>
                  <a:pt x="0" y="0"/>
                </a:moveTo>
                <a:lnTo>
                  <a:pt x="54250" y="0"/>
                </a:lnTo>
                <a:lnTo>
                  <a:pt x="54250" y="84776"/>
                </a:lnTo>
                <a:lnTo>
                  <a:pt x="0" y="847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E34BB-CB6E-48D0-9179-E50ECB55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17" y="1617022"/>
            <a:ext cx="54248" cy="84775"/>
          </a:xfrm>
          <a:custGeom xmlns:a="http://schemas.openxmlformats.org/drawingml/2006/main">
            <a:pathLst>
              <a:path w="54248" h="84775" fill="none">
                <a:moveTo>
                  <a:pt x="0" y="0"/>
                </a:moveTo>
                <a:lnTo>
                  <a:pt x="54248" y="0"/>
                </a:lnTo>
                <a:lnTo>
                  <a:pt x="54248" y="84775"/>
                </a:lnTo>
                <a:lnTo>
                  <a:pt x="0" y="8477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F7C599-21CC-4A1E-B0A5-F743DCA6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15" y="1724293"/>
            <a:ext cx="54250" cy="66620"/>
          </a:xfrm>
          <a:custGeom xmlns:a="http://schemas.openxmlformats.org/drawingml/2006/main">
            <a:pathLst>
              <a:path w="54250" h="66620">
                <a:moveTo>
                  <a:pt x="0" y="0"/>
                </a:moveTo>
                <a:lnTo>
                  <a:pt x="54250" y="0"/>
                </a:lnTo>
                <a:lnTo>
                  <a:pt x="54250" y="66620"/>
                </a:lnTo>
                <a:lnTo>
                  <a:pt x="0" y="666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8B2A5B-0B89-4CE5-8D49-BAC8CD929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17" y="1724295"/>
            <a:ext cx="54248" cy="66618"/>
          </a:xfrm>
          <a:custGeom xmlns:a="http://schemas.openxmlformats.org/drawingml/2006/main">
            <a:pathLst>
              <a:path w="54248" h="66618" fill="none">
                <a:moveTo>
                  <a:pt x="0" y="0"/>
                </a:moveTo>
                <a:lnTo>
                  <a:pt x="54248" y="0"/>
                </a:lnTo>
                <a:lnTo>
                  <a:pt x="54248" y="66618"/>
                </a:lnTo>
                <a:lnTo>
                  <a:pt x="0" y="666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77F524-9766-451D-9140-A17F02CE6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15" y="1813410"/>
            <a:ext cx="54250" cy="32641"/>
          </a:xfrm>
          <a:custGeom xmlns:a="http://schemas.openxmlformats.org/drawingml/2006/main">
            <a:pathLst>
              <a:path w="54250" h="32641">
                <a:moveTo>
                  <a:pt x="0" y="0"/>
                </a:moveTo>
                <a:lnTo>
                  <a:pt x="54250" y="0"/>
                </a:lnTo>
                <a:lnTo>
                  <a:pt x="54250" y="32641"/>
                </a:lnTo>
                <a:lnTo>
                  <a:pt x="0" y="326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6D969D-76E5-4724-B2FA-688B217D0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17" y="1813412"/>
            <a:ext cx="54248" cy="32642"/>
          </a:xfrm>
          <a:custGeom xmlns:a="http://schemas.openxmlformats.org/drawingml/2006/main">
            <a:pathLst>
              <a:path w="54248" h="32642" fill="none">
                <a:moveTo>
                  <a:pt x="0" y="0"/>
                </a:moveTo>
                <a:lnTo>
                  <a:pt x="54248" y="0"/>
                </a:lnTo>
                <a:lnTo>
                  <a:pt x="54248" y="32642"/>
                </a:lnTo>
                <a:lnTo>
                  <a:pt x="0" y="326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77" name="Text Cetoniidae">
            <a:extLst xmlns:a="http://schemas.openxmlformats.org/drawingml/2006/main">
              <a:ext uri="{FF2B5EF4-FFF2-40B4-BE49-F238E27FC236}">
                <a16:creationId xmlns:a16="http://schemas.microsoft.com/office/drawing/2014/main" id="{44FD8322-D154-4CA3-98E3-169E18EC90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0588" y="1815904"/>
            <a:ext cx="52943" cy="7908"/>
          </a:xfrm>
          <a:custGeom xmlns:a="http://schemas.openxmlformats.org/drawingml/2006/main">
            <a:pathLst>
              <a:path w="52943" h="7908">
                <a:moveTo>
                  <a:pt x="6150" y="7214"/>
                </a:moveTo>
                <a:cubicBezTo>
                  <a:pt x="5968" y="7294"/>
                  <a:pt x="5803" y="7369"/>
                  <a:pt x="5655" y="7439"/>
                </a:cubicBezTo>
                <a:cubicBezTo>
                  <a:pt x="5507" y="7509"/>
                  <a:pt x="5314" y="7582"/>
                  <a:pt x="5075" y="7659"/>
                </a:cubicBezTo>
                <a:cubicBezTo>
                  <a:pt x="4872" y="7722"/>
                  <a:pt x="4652" y="7776"/>
                  <a:pt x="4415" y="7821"/>
                </a:cubicBezTo>
                <a:cubicBezTo>
                  <a:pt x="4177" y="7866"/>
                  <a:pt x="3916" y="7888"/>
                  <a:pt x="3630" y="7888"/>
                </a:cubicBezTo>
                <a:cubicBezTo>
                  <a:pt x="3093" y="7888"/>
                  <a:pt x="2604" y="7813"/>
                  <a:pt x="2164" y="7662"/>
                </a:cubicBezTo>
                <a:cubicBezTo>
                  <a:pt x="1724" y="7511"/>
                  <a:pt x="1341" y="7274"/>
                  <a:pt x="1016" y="6952"/>
                </a:cubicBezTo>
                <a:cubicBezTo>
                  <a:pt x="697" y="6636"/>
                  <a:pt x="448" y="6235"/>
                  <a:pt x="269" y="5748"/>
                </a:cubicBezTo>
                <a:cubicBezTo>
                  <a:pt x="90" y="5261"/>
                  <a:pt x="0" y="4696"/>
                  <a:pt x="0" y="4051"/>
                </a:cubicBezTo>
                <a:cubicBezTo>
                  <a:pt x="0" y="3440"/>
                  <a:pt x="86" y="2893"/>
                  <a:pt x="259" y="2412"/>
                </a:cubicBezTo>
                <a:cubicBezTo>
                  <a:pt x="432" y="1930"/>
                  <a:pt x="681" y="1523"/>
                  <a:pt x="1006" y="1191"/>
                </a:cubicBezTo>
                <a:cubicBezTo>
                  <a:pt x="1321" y="869"/>
                  <a:pt x="1702" y="623"/>
                  <a:pt x="2149" y="453"/>
                </a:cubicBezTo>
                <a:cubicBezTo>
                  <a:pt x="2595" y="284"/>
                  <a:pt x="3091" y="199"/>
                  <a:pt x="3635" y="199"/>
                </a:cubicBezTo>
                <a:cubicBezTo>
                  <a:pt x="4034" y="199"/>
                  <a:pt x="4431" y="247"/>
                  <a:pt x="4828" y="344"/>
                </a:cubicBezTo>
                <a:cubicBezTo>
                  <a:pt x="5225" y="440"/>
                  <a:pt x="5666" y="609"/>
                  <a:pt x="6150" y="852"/>
                </a:cubicBezTo>
                <a:lnTo>
                  <a:pt x="6150" y="2022"/>
                </a:lnTo>
                <a:lnTo>
                  <a:pt x="6076" y="2022"/>
                </a:lnTo>
                <a:cubicBezTo>
                  <a:pt x="5667" y="1685"/>
                  <a:pt x="5262" y="1440"/>
                  <a:pt x="4861" y="1286"/>
                </a:cubicBezTo>
                <a:cubicBezTo>
                  <a:pt x="4459" y="1133"/>
                  <a:pt x="4029" y="1056"/>
                  <a:pt x="3571" y="1056"/>
                </a:cubicBezTo>
                <a:cubicBezTo>
                  <a:pt x="3196" y="1056"/>
                  <a:pt x="2858" y="1116"/>
                  <a:pt x="2557" y="1237"/>
                </a:cubicBezTo>
                <a:cubicBezTo>
                  <a:pt x="2257" y="1358"/>
                  <a:pt x="1989" y="1546"/>
                  <a:pt x="1753" y="1801"/>
                </a:cubicBezTo>
                <a:cubicBezTo>
                  <a:pt x="1524" y="2049"/>
                  <a:pt x="1345" y="2363"/>
                  <a:pt x="1218" y="2742"/>
                </a:cubicBezTo>
                <a:cubicBezTo>
                  <a:pt x="1090" y="3122"/>
                  <a:pt x="1026" y="3560"/>
                  <a:pt x="1026" y="4056"/>
                </a:cubicBezTo>
                <a:cubicBezTo>
                  <a:pt x="1026" y="4576"/>
                  <a:pt x="1096" y="5023"/>
                  <a:pt x="1238" y="5397"/>
                </a:cubicBezTo>
                <a:cubicBezTo>
                  <a:pt x="1379" y="5772"/>
                  <a:pt x="1560" y="6076"/>
                  <a:pt x="1783" y="6312"/>
                </a:cubicBezTo>
                <a:cubicBezTo>
                  <a:pt x="2015" y="6557"/>
                  <a:pt x="2287" y="6738"/>
                  <a:pt x="2597" y="6856"/>
                </a:cubicBezTo>
                <a:cubicBezTo>
                  <a:pt x="2908" y="6973"/>
                  <a:pt x="3235" y="7032"/>
                  <a:pt x="3581" y="7032"/>
                </a:cubicBezTo>
                <a:cubicBezTo>
                  <a:pt x="4055" y="7032"/>
                  <a:pt x="4500" y="6951"/>
                  <a:pt x="4915" y="6788"/>
                </a:cubicBezTo>
                <a:cubicBezTo>
                  <a:pt x="5330" y="6625"/>
                  <a:pt x="5719" y="6381"/>
                  <a:pt x="6081" y="6056"/>
                </a:cubicBezTo>
                <a:lnTo>
                  <a:pt x="6150" y="6056"/>
                </a:lnTo>
                <a:lnTo>
                  <a:pt x="6150" y="7214"/>
                </a:lnTo>
                <a:close/>
                <a:moveTo>
                  <a:pt x="12127" y="5060"/>
                </a:moveTo>
                <a:lnTo>
                  <a:pt x="8028" y="5060"/>
                </a:lnTo>
                <a:cubicBezTo>
                  <a:pt x="8028" y="5403"/>
                  <a:pt x="8079" y="5701"/>
                  <a:pt x="8182" y="5956"/>
                </a:cubicBezTo>
                <a:cubicBezTo>
                  <a:pt x="8285" y="6210"/>
                  <a:pt x="8426" y="6419"/>
                  <a:pt x="8606" y="6582"/>
                </a:cubicBezTo>
                <a:cubicBezTo>
                  <a:pt x="8778" y="6742"/>
                  <a:pt x="8983" y="6862"/>
                  <a:pt x="9221" y="6942"/>
                </a:cubicBezTo>
                <a:cubicBezTo>
                  <a:pt x="9458" y="7022"/>
                  <a:pt x="9719" y="7062"/>
                  <a:pt x="10005" y="7062"/>
                </a:cubicBezTo>
                <a:cubicBezTo>
                  <a:pt x="10383" y="7062"/>
                  <a:pt x="10764" y="6986"/>
                  <a:pt x="11148" y="6833"/>
                </a:cubicBezTo>
                <a:cubicBezTo>
                  <a:pt x="11531" y="6681"/>
                  <a:pt x="11804" y="6532"/>
                  <a:pt x="11967" y="6384"/>
                </a:cubicBezTo>
                <a:lnTo>
                  <a:pt x="12017" y="6384"/>
                </a:lnTo>
                <a:lnTo>
                  <a:pt x="12017" y="7409"/>
                </a:lnTo>
                <a:cubicBezTo>
                  <a:pt x="11702" y="7542"/>
                  <a:pt x="11380" y="7654"/>
                  <a:pt x="11051" y="7744"/>
                </a:cubicBezTo>
                <a:cubicBezTo>
                  <a:pt x="10722" y="7834"/>
                  <a:pt x="10377" y="7879"/>
                  <a:pt x="10015" y="7879"/>
                </a:cubicBezTo>
                <a:cubicBezTo>
                  <a:pt x="9092" y="7879"/>
                  <a:pt x="8372" y="7628"/>
                  <a:pt x="7854" y="7128"/>
                </a:cubicBezTo>
                <a:cubicBezTo>
                  <a:pt x="7336" y="6627"/>
                  <a:pt x="7077" y="5916"/>
                  <a:pt x="7077" y="4995"/>
                </a:cubicBezTo>
                <a:cubicBezTo>
                  <a:pt x="7077" y="4084"/>
                  <a:pt x="7325" y="3361"/>
                  <a:pt x="7821" y="2825"/>
                </a:cubicBezTo>
                <a:cubicBezTo>
                  <a:pt x="8318" y="2290"/>
                  <a:pt x="8971" y="2022"/>
                  <a:pt x="9781" y="2022"/>
                </a:cubicBezTo>
                <a:cubicBezTo>
                  <a:pt x="10531" y="2022"/>
                  <a:pt x="11110" y="2241"/>
                  <a:pt x="11516" y="2680"/>
                </a:cubicBezTo>
                <a:cubicBezTo>
                  <a:pt x="11923" y="3119"/>
                  <a:pt x="12127" y="3743"/>
                  <a:pt x="12127" y="4551"/>
                </a:cubicBezTo>
                <a:lnTo>
                  <a:pt x="12127" y="5060"/>
                </a:lnTo>
                <a:moveTo>
                  <a:pt x="11215" y="4343"/>
                </a:moveTo>
                <a:cubicBezTo>
                  <a:pt x="11212" y="3851"/>
                  <a:pt x="11088" y="3471"/>
                  <a:pt x="10844" y="3202"/>
                </a:cubicBezTo>
                <a:cubicBezTo>
                  <a:pt x="10600" y="2933"/>
                  <a:pt x="10229" y="2799"/>
                  <a:pt x="9731" y="2799"/>
                </a:cubicBezTo>
                <a:cubicBezTo>
                  <a:pt x="9230" y="2799"/>
                  <a:pt x="8831" y="2947"/>
                  <a:pt x="8533" y="3242"/>
                </a:cubicBezTo>
                <a:cubicBezTo>
                  <a:pt x="8236" y="3538"/>
                  <a:pt x="8068" y="3904"/>
                  <a:pt x="8028" y="4343"/>
                </a:cubicBezTo>
                <a:lnTo>
                  <a:pt x="11215" y="4343"/>
                </a:lnTo>
                <a:close/>
                <a:moveTo>
                  <a:pt x="16434" y="7700"/>
                </a:moveTo>
                <a:cubicBezTo>
                  <a:pt x="16258" y="7746"/>
                  <a:pt x="16067" y="7784"/>
                  <a:pt x="15859" y="7814"/>
                </a:cubicBezTo>
                <a:cubicBezTo>
                  <a:pt x="15651" y="7844"/>
                  <a:pt x="15466" y="7859"/>
                  <a:pt x="15304" y="7859"/>
                </a:cubicBezTo>
                <a:cubicBezTo>
                  <a:pt x="14736" y="7859"/>
                  <a:pt x="14304" y="7706"/>
                  <a:pt x="14009" y="7400"/>
                </a:cubicBezTo>
                <a:cubicBezTo>
                  <a:pt x="13713" y="7094"/>
                  <a:pt x="13566" y="6604"/>
                  <a:pt x="13566" y="5929"/>
                </a:cubicBezTo>
                <a:lnTo>
                  <a:pt x="13566" y="2968"/>
                </a:lnTo>
                <a:lnTo>
                  <a:pt x="12933" y="2968"/>
                </a:lnTo>
                <a:lnTo>
                  <a:pt x="12933" y="2181"/>
                </a:lnTo>
                <a:lnTo>
                  <a:pt x="13566" y="2181"/>
                </a:lnTo>
                <a:lnTo>
                  <a:pt x="13566" y="578"/>
                </a:lnTo>
                <a:lnTo>
                  <a:pt x="14502" y="578"/>
                </a:lnTo>
                <a:lnTo>
                  <a:pt x="14502" y="2181"/>
                </a:lnTo>
                <a:lnTo>
                  <a:pt x="16434" y="2181"/>
                </a:lnTo>
                <a:lnTo>
                  <a:pt x="16434" y="2968"/>
                </a:lnTo>
                <a:lnTo>
                  <a:pt x="14502" y="2968"/>
                </a:lnTo>
                <a:lnTo>
                  <a:pt x="14502" y="5509"/>
                </a:lnTo>
                <a:cubicBezTo>
                  <a:pt x="14502" y="5802"/>
                  <a:pt x="14509" y="6031"/>
                  <a:pt x="14522" y="6196"/>
                </a:cubicBezTo>
                <a:cubicBezTo>
                  <a:pt x="14535" y="6360"/>
                  <a:pt x="14582" y="6514"/>
                  <a:pt x="14661" y="6657"/>
                </a:cubicBezTo>
                <a:cubicBezTo>
                  <a:pt x="14734" y="6791"/>
                  <a:pt x="14835" y="6888"/>
                  <a:pt x="14963" y="6950"/>
                </a:cubicBezTo>
                <a:cubicBezTo>
                  <a:pt x="15090" y="7011"/>
                  <a:pt x="15285" y="7042"/>
                  <a:pt x="15548" y="7042"/>
                </a:cubicBezTo>
                <a:cubicBezTo>
                  <a:pt x="15700" y="7042"/>
                  <a:pt x="15860" y="7019"/>
                  <a:pt x="16026" y="6975"/>
                </a:cubicBezTo>
                <a:cubicBezTo>
                  <a:pt x="16192" y="6930"/>
                  <a:pt x="16311" y="6892"/>
                  <a:pt x="16384" y="6863"/>
                </a:cubicBezTo>
                <a:lnTo>
                  <a:pt x="16434" y="6863"/>
                </a:lnTo>
                <a:lnTo>
                  <a:pt x="16434" y="7700"/>
                </a:lnTo>
                <a:close/>
                <a:moveTo>
                  <a:pt x="22306" y="4968"/>
                </a:moveTo>
                <a:cubicBezTo>
                  <a:pt x="22306" y="5876"/>
                  <a:pt x="22073" y="6594"/>
                  <a:pt x="21608" y="7120"/>
                </a:cubicBezTo>
                <a:cubicBezTo>
                  <a:pt x="21144" y="7645"/>
                  <a:pt x="20521" y="7908"/>
                  <a:pt x="19741" y="7908"/>
                </a:cubicBezTo>
                <a:cubicBezTo>
                  <a:pt x="18954" y="7908"/>
                  <a:pt x="18329" y="7645"/>
                  <a:pt x="17866" y="7120"/>
                </a:cubicBezTo>
                <a:cubicBezTo>
                  <a:pt x="17403" y="6594"/>
                  <a:pt x="17171" y="5876"/>
                  <a:pt x="17171" y="4968"/>
                </a:cubicBezTo>
                <a:cubicBezTo>
                  <a:pt x="17171" y="4059"/>
                  <a:pt x="17403" y="3341"/>
                  <a:pt x="17866" y="2813"/>
                </a:cubicBezTo>
                <a:cubicBezTo>
                  <a:pt x="18329" y="2286"/>
                  <a:pt x="18954" y="2022"/>
                  <a:pt x="19741" y="2022"/>
                </a:cubicBezTo>
                <a:cubicBezTo>
                  <a:pt x="20521" y="2022"/>
                  <a:pt x="21144" y="2286"/>
                  <a:pt x="21608" y="2813"/>
                </a:cubicBezTo>
                <a:cubicBezTo>
                  <a:pt x="22073" y="3341"/>
                  <a:pt x="22306" y="4059"/>
                  <a:pt x="22306" y="4968"/>
                </a:cubicBezTo>
                <a:moveTo>
                  <a:pt x="21339" y="4968"/>
                </a:moveTo>
                <a:cubicBezTo>
                  <a:pt x="21339" y="4248"/>
                  <a:pt x="21198" y="3713"/>
                  <a:pt x="20916" y="3363"/>
                </a:cubicBezTo>
                <a:cubicBezTo>
                  <a:pt x="20634" y="3014"/>
                  <a:pt x="20242" y="2839"/>
                  <a:pt x="19741" y="2839"/>
                </a:cubicBezTo>
                <a:cubicBezTo>
                  <a:pt x="19233" y="2839"/>
                  <a:pt x="18839" y="3014"/>
                  <a:pt x="18558" y="3363"/>
                </a:cubicBezTo>
                <a:cubicBezTo>
                  <a:pt x="18278" y="3713"/>
                  <a:pt x="18137" y="4248"/>
                  <a:pt x="18137" y="4968"/>
                </a:cubicBezTo>
                <a:cubicBezTo>
                  <a:pt x="18137" y="5664"/>
                  <a:pt x="18278" y="6192"/>
                  <a:pt x="18561" y="6552"/>
                </a:cubicBezTo>
                <a:cubicBezTo>
                  <a:pt x="18843" y="6912"/>
                  <a:pt x="19236" y="7092"/>
                  <a:pt x="19741" y="7092"/>
                </a:cubicBezTo>
                <a:cubicBezTo>
                  <a:pt x="20239" y="7092"/>
                  <a:pt x="20630" y="6913"/>
                  <a:pt x="20914" y="6557"/>
                </a:cubicBezTo>
                <a:cubicBezTo>
                  <a:pt x="21198" y="6200"/>
                  <a:pt x="21339" y="5671"/>
                  <a:pt x="21339" y="4968"/>
                </a:cubicBezTo>
                <a:close/>
                <a:moveTo>
                  <a:pt x="28406" y="7749"/>
                </a:moveTo>
                <a:lnTo>
                  <a:pt x="27470" y="7749"/>
                </a:lnTo>
                <a:lnTo>
                  <a:pt x="27470" y="4578"/>
                </a:lnTo>
                <a:cubicBezTo>
                  <a:pt x="27470" y="4322"/>
                  <a:pt x="27455" y="4082"/>
                  <a:pt x="27425" y="3858"/>
                </a:cubicBezTo>
                <a:cubicBezTo>
                  <a:pt x="27395" y="3634"/>
                  <a:pt x="27340" y="3458"/>
                  <a:pt x="27261" y="3332"/>
                </a:cubicBezTo>
                <a:cubicBezTo>
                  <a:pt x="27178" y="3193"/>
                  <a:pt x="27058" y="3089"/>
                  <a:pt x="26902" y="3021"/>
                </a:cubicBezTo>
                <a:cubicBezTo>
                  <a:pt x="26746" y="2952"/>
                  <a:pt x="26544" y="2918"/>
                  <a:pt x="26295" y="2918"/>
                </a:cubicBezTo>
                <a:cubicBezTo>
                  <a:pt x="26039" y="2918"/>
                  <a:pt x="25772" y="2982"/>
                  <a:pt x="25493" y="3108"/>
                </a:cubicBezTo>
                <a:cubicBezTo>
                  <a:pt x="25214" y="3234"/>
                  <a:pt x="24947" y="3395"/>
                  <a:pt x="24691" y="3591"/>
                </a:cubicBezTo>
                <a:lnTo>
                  <a:pt x="24691" y="7749"/>
                </a:lnTo>
                <a:lnTo>
                  <a:pt x="23755" y="7749"/>
                </a:lnTo>
                <a:lnTo>
                  <a:pt x="23755" y="2181"/>
                </a:lnTo>
                <a:lnTo>
                  <a:pt x="24691" y="2181"/>
                </a:lnTo>
                <a:lnTo>
                  <a:pt x="24691" y="2795"/>
                </a:lnTo>
                <a:cubicBezTo>
                  <a:pt x="24983" y="2552"/>
                  <a:pt x="25285" y="2363"/>
                  <a:pt x="25597" y="2227"/>
                </a:cubicBezTo>
                <a:cubicBezTo>
                  <a:pt x="25909" y="2090"/>
                  <a:pt x="26230" y="2022"/>
                  <a:pt x="26559" y="2022"/>
                </a:cubicBezTo>
                <a:cubicBezTo>
                  <a:pt x="27159" y="2022"/>
                  <a:pt x="27618" y="2203"/>
                  <a:pt x="27933" y="2566"/>
                </a:cubicBezTo>
                <a:cubicBezTo>
                  <a:pt x="28248" y="2928"/>
                  <a:pt x="28406" y="3450"/>
                  <a:pt x="28406" y="4132"/>
                </a:cubicBezTo>
                <a:lnTo>
                  <a:pt x="28406" y="7749"/>
                </a:lnTo>
                <a:close/>
                <a:moveTo>
                  <a:pt x="31215" y="1255"/>
                </a:moveTo>
                <a:lnTo>
                  <a:pt x="30159" y="1255"/>
                </a:lnTo>
                <a:lnTo>
                  <a:pt x="30159" y="279"/>
                </a:lnTo>
                <a:lnTo>
                  <a:pt x="31215" y="279"/>
                </a:lnTo>
                <a:lnTo>
                  <a:pt x="31215" y="1255"/>
                </a:lnTo>
                <a:moveTo>
                  <a:pt x="31155" y="7749"/>
                </a:moveTo>
                <a:lnTo>
                  <a:pt x="30219" y="7749"/>
                </a:lnTo>
                <a:lnTo>
                  <a:pt x="30219" y="2181"/>
                </a:lnTo>
                <a:lnTo>
                  <a:pt x="31155" y="2181"/>
                </a:lnTo>
                <a:lnTo>
                  <a:pt x="31155" y="7749"/>
                </a:lnTo>
                <a:close/>
                <a:moveTo>
                  <a:pt x="34014" y="1255"/>
                </a:moveTo>
                <a:lnTo>
                  <a:pt x="32958" y="1255"/>
                </a:lnTo>
                <a:lnTo>
                  <a:pt x="32958" y="279"/>
                </a:lnTo>
                <a:lnTo>
                  <a:pt x="34014" y="279"/>
                </a:lnTo>
                <a:lnTo>
                  <a:pt x="34014" y="1255"/>
                </a:lnTo>
                <a:moveTo>
                  <a:pt x="33954" y="7749"/>
                </a:moveTo>
                <a:lnTo>
                  <a:pt x="33018" y="7749"/>
                </a:lnTo>
                <a:lnTo>
                  <a:pt x="33018" y="2181"/>
                </a:lnTo>
                <a:lnTo>
                  <a:pt x="33954" y="2181"/>
                </a:lnTo>
                <a:lnTo>
                  <a:pt x="33954" y="7749"/>
                </a:lnTo>
                <a:close/>
                <a:moveTo>
                  <a:pt x="40318" y="7749"/>
                </a:moveTo>
                <a:lnTo>
                  <a:pt x="39382" y="7749"/>
                </a:lnTo>
                <a:lnTo>
                  <a:pt x="39382" y="7169"/>
                </a:lnTo>
                <a:cubicBezTo>
                  <a:pt x="39113" y="7402"/>
                  <a:pt x="38832" y="7584"/>
                  <a:pt x="38540" y="7714"/>
                </a:cubicBezTo>
                <a:cubicBezTo>
                  <a:pt x="38248" y="7843"/>
                  <a:pt x="37931" y="7908"/>
                  <a:pt x="37589" y="7908"/>
                </a:cubicBezTo>
                <a:cubicBezTo>
                  <a:pt x="36925" y="7908"/>
                  <a:pt x="36398" y="7652"/>
                  <a:pt x="36008" y="7140"/>
                </a:cubicBezTo>
                <a:cubicBezTo>
                  <a:pt x="35618" y="6627"/>
                  <a:pt x="35423" y="5916"/>
                  <a:pt x="35423" y="5008"/>
                </a:cubicBezTo>
                <a:cubicBezTo>
                  <a:pt x="35423" y="4535"/>
                  <a:pt x="35490" y="4114"/>
                  <a:pt x="35624" y="3744"/>
                </a:cubicBezTo>
                <a:cubicBezTo>
                  <a:pt x="35759" y="3375"/>
                  <a:pt x="35941" y="3060"/>
                  <a:pt x="36170" y="2801"/>
                </a:cubicBezTo>
                <a:cubicBezTo>
                  <a:pt x="36396" y="2548"/>
                  <a:pt x="36659" y="2355"/>
                  <a:pt x="36959" y="2222"/>
                </a:cubicBezTo>
                <a:cubicBezTo>
                  <a:pt x="37260" y="2089"/>
                  <a:pt x="37571" y="2022"/>
                  <a:pt x="37893" y="2022"/>
                </a:cubicBezTo>
                <a:cubicBezTo>
                  <a:pt x="38185" y="2022"/>
                  <a:pt x="38444" y="2053"/>
                  <a:pt x="38670" y="2114"/>
                </a:cubicBezTo>
                <a:cubicBezTo>
                  <a:pt x="38896" y="2176"/>
                  <a:pt x="39133" y="2272"/>
                  <a:pt x="39382" y="2401"/>
                </a:cubicBezTo>
                <a:lnTo>
                  <a:pt x="39382" y="0"/>
                </a:lnTo>
                <a:lnTo>
                  <a:pt x="40318" y="0"/>
                </a:lnTo>
                <a:lnTo>
                  <a:pt x="40318" y="7749"/>
                </a:lnTo>
                <a:moveTo>
                  <a:pt x="39382" y="6380"/>
                </a:moveTo>
                <a:lnTo>
                  <a:pt x="39382" y="3187"/>
                </a:lnTo>
                <a:cubicBezTo>
                  <a:pt x="39130" y="3074"/>
                  <a:pt x="38904" y="2996"/>
                  <a:pt x="38705" y="2953"/>
                </a:cubicBezTo>
                <a:cubicBezTo>
                  <a:pt x="38505" y="2910"/>
                  <a:pt x="38288" y="2888"/>
                  <a:pt x="38052" y="2888"/>
                </a:cubicBezTo>
                <a:cubicBezTo>
                  <a:pt x="37528" y="2888"/>
                  <a:pt x="37119" y="3071"/>
                  <a:pt x="36827" y="3436"/>
                </a:cubicBezTo>
                <a:cubicBezTo>
                  <a:pt x="36535" y="3801"/>
                  <a:pt x="36389" y="4319"/>
                  <a:pt x="36389" y="4990"/>
                </a:cubicBezTo>
                <a:cubicBezTo>
                  <a:pt x="36389" y="5651"/>
                  <a:pt x="36502" y="6153"/>
                  <a:pt x="36728" y="6497"/>
                </a:cubicBezTo>
                <a:cubicBezTo>
                  <a:pt x="36953" y="6840"/>
                  <a:pt x="37315" y="7012"/>
                  <a:pt x="37813" y="7012"/>
                </a:cubicBezTo>
                <a:cubicBezTo>
                  <a:pt x="38079" y="7012"/>
                  <a:pt x="38348" y="6953"/>
                  <a:pt x="38620" y="6835"/>
                </a:cubicBezTo>
                <a:cubicBezTo>
                  <a:pt x="38892" y="6717"/>
                  <a:pt x="39146" y="6565"/>
                  <a:pt x="39382" y="6380"/>
                </a:cubicBezTo>
                <a:close/>
                <a:moveTo>
                  <a:pt x="46484" y="7749"/>
                </a:moveTo>
                <a:lnTo>
                  <a:pt x="45552" y="7749"/>
                </a:lnTo>
                <a:lnTo>
                  <a:pt x="45552" y="7160"/>
                </a:lnTo>
                <a:cubicBezTo>
                  <a:pt x="45469" y="7217"/>
                  <a:pt x="45357" y="7296"/>
                  <a:pt x="45216" y="7397"/>
                </a:cubicBezTo>
                <a:cubicBezTo>
                  <a:pt x="45075" y="7499"/>
                  <a:pt x="44938" y="7579"/>
                  <a:pt x="44805" y="7639"/>
                </a:cubicBezTo>
                <a:cubicBezTo>
                  <a:pt x="44649" y="7716"/>
                  <a:pt x="44470" y="7780"/>
                  <a:pt x="44268" y="7831"/>
                </a:cubicBezTo>
                <a:cubicBezTo>
                  <a:pt x="44065" y="7883"/>
                  <a:pt x="43828" y="7908"/>
                  <a:pt x="43555" y="7908"/>
                </a:cubicBezTo>
                <a:cubicBezTo>
                  <a:pt x="43054" y="7908"/>
                  <a:pt x="42629" y="7742"/>
                  <a:pt x="42280" y="7410"/>
                </a:cubicBezTo>
                <a:cubicBezTo>
                  <a:pt x="41932" y="7077"/>
                  <a:pt x="41758" y="6653"/>
                  <a:pt x="41758" y="6138"/>
                </a:cubicBezTo>
                <a:cubicBezTo>
                  <a:pt x="41758" y="5716"/>
                  <a:pt x="41848" y="5374"/>
                  <a:pt x="42029" y="5113"/>
                </a:cubicBezTo>
                <a:cubicBezTo>
                  <a:pt x="42210" y="4852"/>
                  <a:pt x="42468" y="4647"/>
                  <a:pt x="42803" y="4498"/>
                </a:cubicBezTo>
                <a:cubicBezTo>
                  <a:pt x="43142" y="4348"/>
                  <a:pt x="43549" y="4247"/>
                  <a:pt x="44024" y="4193"/>
                </a:cubicBezTo>
                <a:cubicBezTo>
                  <a:pt x="44498" y="4140"/>
                  <a:pt x="45008" y="4100"/>
                  <a:pt x="45552" y="4074"/>
                </a:cubicBezTo>
                <a:lnTo>
                  <a:pt x="45552" y="3928"/>
                </a:lnTo>
                <a:cubicBezTo>
                  <a:pt x="45552" y="3714"/>
                  <a:pt x="45515" y="3536"/>
                  <a:pt x="45440" y="3396"/>
                </a:cubicBezTo>
                <a:cubicBezTo>
                  <a:pt x="45366" y="3255"/>
                  <a:pt x="45259" y="3145"/>
                  <a:pt x="45119" y="3064"/>
                </a:cubicBezTo>
                <a:cubicBezTo>
                  <a:pt x="44986" y="2987"/>
                  <a:pt x="44827" y="2935"/>
                  <a:pt x="44641" y="2909"/>
                </a:cubicBezTo>
                <a:cubicBezTo>
                  <a:pt x="44455" y="2882"/>
                  <a:pt x="44261" y="2869"/>
                  <a:pt x="44058" y="2869"/>
                </a:cubicBezTo>
                <a:cubicBezTo>
                  <a:pt x="43813" y="2869"/>
                  <a:pt x="43539" y="2902"/>
                  <a:pt x="43237" y="2968"/>
                </a:cubicBezTo>
                <a:cubicBezTo>
                  <a:pt x="42935" y="3035"/>
                  <a:pt x="42622" y="3131"/>
                  <a:pt x="42300" y="3257"/>
                </a:cubicBezTo>
                <a:lnTo>
                  <a:pt x="42251" y="3257"/>
                </a:lnTo>
                <a:lnTo>
                  <a:pt x="42251" y="2306"/>
                </a:lnTo>
                <a:cubicBezTo>
                  <a:pt x="42433" y="2256"/>
                  <a:pt x="42697" y="2201"/>
                  <a:pt x="43042" y="2141"/>
                </a:cubicBezTo>
                <a:cubicBezTo>
                  <a:pt x="43388" y="2082"/>
                  <a:pt x="43728" y="2052"/>
                  <a:pt x="44063" y="2052"/>
                </a:cubicBezTo>
                <a:cubicBezTo>
                  <a:pt x="44455" y="2052"/>
                  <a:pt x="44796" y="2084"/>
                  <a:pt x="45087" y="2149"/>
                </a:cubicBezTo>
                <a:cubicBezTo>
                  <a:pt x="45377" y="2214"/>
                  <a:pt x="45629" y="2324"/>
                  <a:pt x="45841" y="2480"/>
                </a:cubicBezTo>
                <a:cubicBezTo>
                  <a:pt x="46050" y="2633"/>
                  <a:pt x="46210" y="2830"/>
                  <a:pt x="46319" y="3073"/>
                </a:cubicBezTo>
                <a:cubicBezTo>
                  <a:pt x="46429" y="3315"/>
                  <a:pt x="46484" y="3616"/>
                  <a:pt x="46484" y="3974"/>
                </a:cubicBezTo>
                <a:lnTo>
                  <a:pt x="46484" y="7749"/>
                </a:lnTo>
                <a:moveTo>
                  <a:pt x="45552" y="6387"/>
                </a:moveTo>
                <a:lnTo>
                  <a:pt x="45552" y="4831"/>
                </a:lnTo>
                <a:cubicBezTo>
                  <a:pt x="45267" y="4847"/>
                  <a:pt x="44931" y="4872"/>
                  <a:pt x="44544" y="4906"/>
                </a:cubicBezTo>
                <a:cubicBezTo>
                  <a:pt x="44157" y="4939"/>
                  <a:pt x="43851" y="4987"/>
                  <a:pt x="43625" y="5051"/>
                </a:cubicBezTo>
                <a:cubicBezTo>
                  <a:pt x="43356" y="5128"/>
                  <a:pt x="43139" y="5247"/>
                  <a:pt x="42973" y="5409"/>
                </a:cubicBezTo>
                <a:cubicBezTo>
                  <a:pt x="42807" y="5570"/>
                  <a:pt x="42724" y="5793"/>
                  <a:pt x="42724" y="6076"/>
                </a:cubicBezTo>
                <a:cubicBezTo>
                  <a:pt x="42724" y="6397"/>
                  <a:pt x="42820" y="6637"/>
                  <a:pt x="43013" y="6799"/>
                </a:cubicBezTo>
                <a:cubicBezTo>
                  <a:pt x="43205" y="6961"/>
                  <a:pt x="43499" y="7042"/>
                  <a:pt x="43894" y="7042"/>
                </a:cubicBezTo>
                <a:cubicBezTo>
                  <a:pt x="44223" y="7042"/>
                  <a:pt x="44523" y="6978"/>
                  <a:pt x="44795" y="6849"/>
                </a:cubicBezTo>
                <a:cubicBezTo>
                  <a:pt x="45068" y="6721"/>
                  <a:pt x="45320" y="6567"/>
                  <a:pt x="45552" y="6387"/>
                </a:cubicBezTo>
                <a:close/>
                <a:moveTo>
                  <a:pt x="52943" y="5060"/>
                </a:moveTo>
                <a:lnTo>
                  <a:pt x="48844" y="5060"/>
                </a:lnTo>
                <a:cubicBezTo>
                  <a:pt x="48844" y="5403"/>
                  <a:pt x="48896" y="5701"/>
                  <a:pt x="48999" y="5956"/>
                </a:cubicBezTo>
                <a:cubicBezTo>
                  <a:pt x="49102" y="6210"/>
                  <a:pt x="49243" y="6419"/>
                  <a:pt x="49422" y="6582"/>
                </a:cubicBezTo>
                <a:cubicBezTo>
                  <a:pt x="49595" y="6742"/>
                  <a:pt x="49800" y="6862"/>
                  <a:pt x="50037" y="6942"/>
                </a:cubicBezTo>
                <a:cubicBezTo>
                  <a:pt x="50274" y="7022"/>
                  <a:pt x="50536" y="7062"/>
                  <a:pt x="50821" y="7062"/>
                </a:cubicBezTo>
                <a:cubicBezTo>
                  <a:pt x="51200" y="7062"/>
                  <a:pt x="51581" y="6986"/>
                  <a:pt x="51964" y="6833"/>
                </a:cubicBezTo>
                <a:cubicBezTo>
                  <a:pt x="52348" y="6681"/>
                  <a:pt x="52621" y="6532"/>
                  <a:pt x="52784" y="6384"/>
                </a:cubicBezTo>
                <a:lnTo>
                  <a:pt x="52833" y="6384"/>
                </a:lnTo>
                <a:lnTo>
                  <a:pt x="52833" y="7409"/>
                </a:lnTo>
                <a:cubicBezTo>
                  <a:pt x="52518" y="7542"/>
                  <a:pt x="52196" y="7654"/>
                  <a:pt x="51867" y="7744"/>
                </a:cubicBezTo>
                <a:cubicBezTo>
                  <a:pt x="51539" y="7834"/>
                  <a:pt x="51193" y="7879"/>
                  <a:pt x="50831" y="7879"/>
                </a:cubicBezTo>
                <a:cubicBezTo>
                  <a:pt x="49908" y="7879"/>
                  <a:pt x="49188" y="7628"/>
                  <a:pt x="48670" y="7128"/>
                </a:cubicBezTo>
                <a:cubicBezTo>
                  <a:pt x="48152" y="6627"/>
                  <a:pt x="47893" y="5916"/>
                  <a:pt x="47893" y="4995"/>
                </a:cubicBezTo>
                <a:cubicBezTo>
                  <a:pt x="47893" y="4084"/>
                  <a:pt x="48141" y="3361"/>
                  <a:pt x="48638" y="2825"/>
                </a:cubicBezTo>
                <a:cubicBezTo>
                  <a:pt x="49134" y="2290"/>
                  <a:pt x="49787" y="2022"/>
                  <a:pt x="50597" y="2022"/>
                </a:cubicBezTo>
                <a:cubicBezTo>
                  <a:pt x="51348" y="2022"/>
                  <a:pt x="51926" y="2241"/>
                  <a:pt x="52333" y="2680"/>
                </a:cubicBezTo>
                <a:cubicBezTo>
                  <a:pt x="52740" y="3119"/>
                  <a:pt x="52943" y="3743"/>
                  <a:pt x="52943" y="4551"/>
                </a:cubicBezTo>
                <a:lnTo>
                  <a:pt x="52943" y="5060"/>
                </a:lnTo>
                <a:moveTo>
                  <a:pt x="52032" y="4343"/>
                </a:moveTo>
                <a:cubicBezTo>
                  <a:pt x="52028" y="3851"/>
                  <a:pt x="51905" y="3471"/>
                  <a:pt x="51661" y="3202"/>
                </a:cubicBezTo>
                <a:cubicBezTo>
                  <a:pt x="51417" y="2933"/>
                  <a:pt x="51046" y="2799"/>
                  <a:pt x="50548" y="2799"/>
                </a:cubicBezTo>
                <a:cubicBezTo>
                  <a:pt x="50046" y="2799"/>
                  <a:pt x="49647" y="2947"/>
                  <a:pt x="49350" y="3242"/>
                </a:cubicBezTo>
                <a:cubicBezTo>
                  <a:pt x="49053" y="3538"/>
                  <a:pt x="48884" y="3904"/>
                  <a:pt x="48844" y="4343"/>
                </a:cubicBezTo>
                <a:lnTo>
                  <a:pt x="52032" y="434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A81700-2868-4D9B-9A0B-4860AE16A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15" y="1868551"/>
            <a:ext cx="54250" cy="30735"/>
          </a:xfrm>
          <a:custGeom xmlns:a="http://schemas.openxmlformats.org/drawingml/2006/main">
            <a:pathLst>
              <a:path w="54250" h="30735">
                <a:moveTo>
                  <a:pt x="0" y="0"/>
                </a:moveTo>
                <a:lnTo>
                  <a:pt x="54250" y="0"/>
                </a:lnTo>
                <a:lnTo>
                  <a:pt x="54250" y="30735"/>
                </a:lnTo>
                <a:lnTo>
                  <a:pt x="0" y="307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D6A9EA8-1EC2-40BF-9719-7CFA32762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7517" y="1868552"/>
            <a:ext cx="54248" cy="30736"/>
          </a:xfrm>
          <a:custGeom xmlns:a="http://schemas.openxmlformats.org/drawingml/2006/main">
            <a:pathLst>
              <a:path w="54248" h="30736" fill="none">
                <a:moveTo>
                  <a:pt x="0" y="0"/>
                </a:moveTo>
                <a:lnTo>
                  <a:pt x="54248" y="0"/>
                </a:lnTo>
                <a:lnTo>
                  <a:pt x="54248" y="30736"/>
                </a:lnTo>
                <a:lnTo>
                  <a:pt x="0" y="307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80" name="Text Dytiscidae">
            <a:extLst xmlns:a="http://schemas.openxmlformats.org/drawingml/2006/main">
              <a:ext uri="{FF2B5EF4-FFF2-40B4-BE49-F238E27FC236}">
                <a16:creationId xmlns:a16="http://schemas.microsoft.com/office/drawing/2014/main" id="{89F6B823-221A-4B9E-A13C-91B9D177E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1040" y="1871072"/>
            <a:ext cx="52706" cy="10089"/>
          </a:xfrm>
          <a:custGeom xmlns:a="http://schemas.openxmlformats.org/drawingml/2006/main">
            <a:pathLst>
              <a:path w="52706" h="10089">
                <a:moveTo>
                  <a:pt x="6449" y="4165"/>
                </a:moveTo>
                <a:cubicBezTo>
                  <a:pt x="6449" y="4860"/>
                  <a:pt x="6298" y="5489"/>
                  <a:pt x="5996" y="6053"/>
                </a:cubicBezTo>
                <a:cubicBezTo>
                  <a:pt x="5693" y="6617"/>
                  <a:pt x="5291" y="7055"/>
                  <a:pt x="4788" y="7366"/>
                </a:cubicBezTo>
                <a:cubicBezTo>
                  <a:pt x="4440" y="7582"/>
                  <a:pt x="4051" y="7738"/>
                  <a:pt x="3622" y="7833"/>
                </a:cubicBezTo>
                <a:cubicBezTo>
                  <a:pt x="3193" y="7929"/>
                  <a:pt x="2628" y="7977"/>
                  <a:pt x="1928" y="7977"/>
                </a:cubicBezTo>
                <a:lnTo>
                  <a:pt x="0" y="7977"/>
                </a:lnTo>
                <a:lnTo>
                  <a:pt x="0" y="338"/>
                </a:lnTo>
                <a:lnTo>
                  <a:pt x="1907" y="338"/>
                </a:lnTo>
                <a:cubicBezTo>
                  <a:pt x="2652" y="338"/>
                  <a:pt x="3244" y="392"/>
                  <a:pt x="3683" y="500"/>
                </a:cubicBezTo>
                <a:cubicBezTo>
                  <a:pt x="4123" y="608"/>
                  <a:pt x="4494" y="756"/>
                  <a:pt x="4798" y="944"/>
                </a:cubicBezTo>
                <a:cubicBezTo>
                  <a:pt x="5318" y="1269"/>
                  <a:pt x="5723" y="1701"/>
                  <a:pt x="6013" y="2242"/>
                </a:cubicBezTo>
                <a:cubicBezTo>
                  <a:pt x="6304" y="2782"/>
                  <a:pt x="6449" y="3423"/>
                  <a:pt x="6449" y="4165"/>
                </a:cubicBezTo>
                <a:moveTo>
                  <a:pt x="5388" y="4150"/>
                </a:moveTo>
                <a:cubicBezTo>
                  <a:pt x="5388" y="3553"/>
                  <a:pt x="5284" y="3051"/>
                  <a:pt x="5075" y="2642"/>
                </a:cubicBezTo>
                <a:cubicBezTo>
                  <a:pt x="4867" y="2233"/>
                  <a:pt x="4556" y="1910"/>
                  <a:pt x="4142" y="1675"/>
                </a:cubicBezTo>
                <a:cubicBezTo>
                  <a:pt x="3842" y="1505"/>
                  <a:pt x="3522" y="1386"/>
                  <a:pt x="3184" y="1320"/>
                </a:cubicBezTo>
                <a:cubicBezTo>
                  <a:pt x="2845" y="1253"/>
                  <a:pt x="2440" y="1220"/>
                  <a:pt x="1969" y="1220"/>
                </a:cubicBezTo>
                <a:lnTo>
                  <a:pt x="1015" y="1220"/>
                </a:lnTo>
                <a:lnTo>
                  <a:pt x="1015" y="7095"/>
                </a:lnTo>
                <a:lnTo>
                  <a:pt x="1969" y="7095"/>
                </a:lnTo>
                <a:cubicBezTo>
                  <a:pt x="2457" y="7095"/>
                  <a:pt x="2884" y="7059"/>
                  <a:pt x="3248" y="6988"/>
                </a:cubicBezTo>
                <a:cubicBezTo>
                  <a:pt x="3612" y="6916"/>
                  <a:pt x="3946" y="6783"/>
                  <a:pt x="4250" y="6589"/>
                </a:cubicBezTo>
                <a:cubicBezTo>
                  <a:pt x="4629" y="6347"/>
                  <a:pt x="4914" y="6028"/>
                  <a:pt x="5103" y="5633"/>
                </a:cubicBezTo>
                <a:cubicBezTo>
                  <a:pt x="5293" y="5237"/>
                  <a:pt x="5388" y="4743"/>
                  <a:pt x="5388" y="4150"/>
                </a:cubicBezTo>
                <a:close/>
                <a:moveTo>
                  <a:pt x="12965" y="2245"/>
                </a:moveTo>
                <a:lnTo>
                  <a:pt x="9622" y="10089"/>
                </a:lnTo>
                <a:lnTo>
                  <a:pt x="8592" y="10089"/>
                </a:lnTo>
                <a:lnTo>
                  <a:pt x="9658" y="7699"/>
                </a:lnTo>
                <a:lnTo>
                  <a:pt x="7377" y="2245"/>
                </a:lnTo>
                <a:lnTo>
                  <a:pt x="8423" y="2245"/>
                </a:lnTo>
                <a:lnTo>
                  <a:pt x="10181" y="6490"/>
                </a:lnTo>
                <a:lnTo>
                  <a:pt x="11955" y="2245"/>
                </a:lnTo>
                <a:lnTo>
                  <a:pt x="12965" y="2245"/>
                </a:lnTo>
                <a:close/>
                <a:moveTo>
                  <a:pt x="17199" y="7926"/>
                </a:moveTo>
                <a:cubicBezTo>
                  <a:pt x="17018" y="7974"/>
                  <a:pt x="16821" y="8013"/>
                  <a:pt x="16607" y="8044"/>
                </a:cubicBezTo>
                <a:cubicBezTo>
                  <a:pt x="16394" y="8074"/>
                  <a:pt x="16203" y="8090"/>
                  <a:pt x="16036" y="8090"/>
                </a:cubicBezTo>
                <a:cubicBezTo>
                  <a:pt x="15451" y="8090"/>
                  <a:pt x="15007" y="7932"/>
                  <a:pt x="14703" y="7618"/>
                </a:cubicBezTo>
                <a:cubicBezTo>
                  <a:pt x="14399" y="7303"/>
                  <a:pt x="14247" y="6798"/>
                  <a:pt x="14247" y="6104"/>
                </a:cubicBezTo>
                <a:lnTo>
                  <a:pt x="14247" y="3055"/>
                </a:lnTo>
                <a:lnTo>
                  <a:pt x="13596" y="3055"/>
                </a:lnTo>
                <a:lnTo>
                  <a:pt x="13596" y="2245"/>
                </a:lnTo>
                <a:lnTo>
                  <a:pt x="14247" y="2245"/>
                </a:lnTo>
                <a:lnTo>
                  <a:pt x="14247" y="595"/>
                </a:lnTo>
                <a:lnTo>
                  <a:pt x="15210" y="595"/>
                </a:lnTo>
                <a:lnTo>
                  <a:pt x="15210" y="2245"/>
                </a:lnTo>
                <a:lnTo>
                  <a:pt x="17199" y="2245"/>
                </a:lnTo>
                <a:lnTo>
                  <a:pt x="17199" y="3055"/>
                </a:lnTo>
                <a:lnTo>
                  <a:pt x="15210" y="3055"/>
                </a:lnTo>
                <a:lnTo>
                  <a:pt x="15210" y="5671"/>
                </a:lnTo>
                <a:cubicBezTo>
                  <a:pt x="15210" y="5973"/>
                  <a:pt x="15217" y="6208"/>
                  <a:pt x="15231" y="6378"/>
                </a:cubicBezTo>
                <a:cubicBezTo>
                  <a:pt x="15245" y="6548"/>
                  <a:pt x="15292" y="6706"/>
                  <a:pt x="15374" y="6853"/>
                </a:cubicBezTo>
                <a:cubicBezTo>
                  <a:pt x="15450" y="6990"/>
                  <a:pt x="15553" y="7091"/>
                  <a:pt x="15685" y="7154"/>
                </a:cubicBezTo>
                <a:cubicBezTo>
                  <a:pt x="15816" y="7217"/>
                  <a:pt x="16017" y="7249"/>
                  <a:pt x="16287" y="7249"/>
                </a:cubicBezTo>
                <a:cubicBezTo>
                  <a:pt x="16444" y="7249"/>
                  <a:pt x="16608" y="7226"/>
                  <a:pt x="16779" y="7180"/>
                </a:cubicBezTo>
                <a:cubicBezTo>
                  <a:pt x="16950" y="7134"/>
                  <a:pt x="17073" y="7095"/>
                  <a:pt x="17148" y="7064"/>
                </a:cubicBezTo>
                <a:lnTo>
                  <a:pt x="17199" y="7064"/>
                </a:lnTo>
                <a:lnTo>
                  <a:pt x="17199" y="7926"/>
                </a:lnTo>
                <a:close/>
                <a:moveTo>
                  <a:pt x="19399" y="1292"/>
                </a:moveTo>
                <a:lnTo>
                  <a:pt x="18312" y="1292"/>
                </a:lnTo>
                <a:lnTo>
                  <a:pt x="18312" y="287"/>
                </a:lnTo>
                <a:lnTo>
                  <a:pt x="19399" y="287"/>
                </a:lnTo>
                <a:lnTo>
                  <a:pt x="19399" y="1292"/>
                </a:lnTo>
                <a:moveTo>
                  <a:pt x="19337" y="7977"/>
                </a:moveTo>
                <a:lnTo>
                  <a:pt x="18373" y="7977"/>
                </a:lnTo>
                <a:lnTo>
                  <a:pt x="18373" y="2245"/>
                </a:lnTo>
                <a:lnTo>
                  <a:pt x="19337" y="2245"/>
                </a:lnTo>
                <a:lnTo>
                  <a:pt x="19337" y="7977"/>
                </a:lnTo>
                <a:close/>
                <a:moveTo>
                  <a:pt x="25335" y="6323"/>
                </a:moveTo>
                <a:cubicBezTo>
                  <a:pt x="25335" y="6845"/>
                  <a:pt x="25119" y="7274"/>
                  <a:pt x="24687" y="7608"/>
                </a:cubicBezTo>
                <a:cubicBezTo>
                  <a:pt x="24254" y="7943"/>
                  <a:pt x="23664" y="8110"/>
                  <a:pt x="22915" y="8110"/>
                </a:cubicBezTo>
                <a:cubicBezTo>
                  <a:pt x="22492" y="8110"/>
                  <a:pt x="22103" y="8060"/>
                  <a:pt x="21749" y="7959"/>
                </a:cubicBezTo>
                <a:cubicBezTo>
                  <a:pt x="21395" y="7857"/>
                  <a:pt x="21099" y="7747"/>
                  <a:pt x="20860" y="7627"/>
                </a:cubicBezTo>
                <a:lnTo>
                  <a:pt x="20860" y="6542"/>
                </a:lnTo>
                <a:lnTo>
                  <a:pt x="20911" y="6542"/>
                </a:lnTo>
                <a:cubicBezTo>
                  <a:pt x="21215" y="6774"/>
                  <a:pt x="21553" y="6958"/>
                  <a:pt x="21926" y="7095"/>
                </a:cubicBezTo>
                <a:cubicBezTo>
                  <a:pt x="22298" y="7232"/>
                  <a:pt x="22656" y="7300"/>
                  <a:pt x="22997" y="7300"/>
                </a:cubicBezTo>
                <a:cubicBezTo>
                  <a:pt x="23421" y="7300"/>
                  <a:pt x="23753" y="7232"/>
                  <a:pt x="23992" y="7094"/>
                </a:cubicBezTo>
                <a:cubicBezTo>
                  <a:pt x="24231" y="6957"/>
                  <a:pt x="24351" y="6741"/>
                  <a:pt x="24351" y="6446"/>
                </a:cubicBezTo>
                <a:cubicBezTo>
                  <a:pt x="24351" y="6220"/>
                  <a:pt x="24286" y="6049"/>
                  <a:pt x="24156" y="5933"/>
                </a:cubicBezTo>
                <a:cubicBezTo>
                  <a:pt x="24026" y="5817"/>
                  <a:pt x="23777" y="5718"/>
                  <a:pt x="23408" y="5636"/>
                </a:cubicBezTo>
                <a:cubicBezTo>
                  <a:pt x="23271" y="5606"/>
                  <a:pt x="23092" y="5570"/>
                  <a:pt x="22872" y="5529"/>
                </a:cubicBezTo>
                <a:cubicBezTo>
                  <a:pt x="22651" y="5488"/>
                  <a:pt x="22451" y="5443"/>
                  <a:pt x="22269" y="5396"/>
                </a:cubicBezTo>
                <a:cubicBezTo>
                  <a:pt x="21767" y="5262"/>
                  <a:pt x="21411" y="5067"/>
                  <a:pt x="21201" y="4809"/>
                </a:cubicBezTo>
                <a:cubicBezTo>
                  <a:pt x="20990" y="4551"/>
                  <a:pt x="20885" y="4234"/>
                  <a:pt x="20885" y="3859"/>
                </a:cubicBezTo>
                <a:cubicBezTo>
                  <a:pt x="20885" y="3623"/>
                  <a:pt x="20934" y="3401"/>
                  <a:pt x="21031" y="3193"/>
                </a:cubicBezTo>
                <a:cubicBezTo>
                  <a:pt x="21129" y="2985"/>
                  <a:pt x="21277" y="2799"/>
                  <a:pt x="21475" y="2635"/>
                </a:cubicBezTo>
                <a:cubicBezTo>
                  <a:pt x="21666" y="2474"/>
                  <a:pt x="21910" y="2347"/>
                  <a:pt x="22205" y="2253"/>
                </a:cubicBezTo>
                <a:cubicBezTo>
                  <a:pt x="22501" y="2159"/>
                  <a:pt x="22832" y="2112"/>
                  <a:pt x="23197" y="2112"/>
                </a:cubicBezTo>
                <a:cubicBezTo>
                  <a:pt x="23539" y="2112"/>
                  <a:pt x="23885" y="2154"/>
                  <a:pt x="24235" y="2237"/>
                </a:cubicBezTo>
                <a:cubicBezTo>
                  <a:pt x="24586" y="2321"/>
                  <a:pt x="24877" y="2422"/>
                  <a:pt x="25110" y="2541"/>
                </a:cubicBezTo>
                <a:lnTo>
                  <a:pt x="25110" y="3568"/>
                </a:lnTo>
                <a:lnTo>
                  <a:pt x="25058" y="3568"/>
                </a:lnTo>
                <a:cubicBezTo>
                  <a:pt x="24812" y="3387"/>
                  <a:pt x="24513" y="3234"/>
                  <a:pt x="24161" y="3109"/>
                </a:cubicBezTo>
                <a:cubicBezTo>
                  <a:pt x="23809" y="2985"/>
                  <a:pt x="23464" y="2922"/>
                  <a:pt x="23126" y="2922"/>
                </a:cubicBezTo>
                <a:cubicBezTo>
                  <a:pt x="22774" y="2922"/>
                  <a:pt x="22476" y="2990"/>
                  <a:pt x="22234" y="3126"/>
                </a:cubicBezTo>
                <a:cubicBezTo>
                  <a:pt x="21991" y="3261"/>
                  <a:pt x="21870" y="3463"/>
                  <a:pt x="21870" y="3731"/>
                </a:cubicBezTo>
                <a:cubicBezTo>
                  <a:pt x="21870" y="3966"/>
                  <a:pt x="21943" y="4144"/>
                  <a:pt x="22090" y="4263"/>
                </a:cubicBezTo>
                <a:cubicBezTo>
                  <a:pt x="22234" y="4383"/>
                  <a:pt x="22466" y="4480"/>
                  <a:pt x="22787" y="4555"/>
                </a:cubicBezTo>
                <a:cubicBezTo>
                  <a:pt x="22965" y="4596"/>
                  <a:pt x="23164" y="4637"/>
                  <a:pt x="23384" y="4678"/>
                </a:cubicBezTo>
                <a:cubicBezTo>
                  <a:pt x="23605" y="4719"/>
                  <a:pt x="23789" y="4757"/>
                  <a:pt x="23936" y="4791"/>
                </a:cubicBezTo>
                <a:cubicBezTo>
                  <a:pt x="24383" y="4894"/>
                  <a:pt x="24728" y="5069"/>
                  <a:pt x="24971" y="5319"/>
                </a:cubicBezTo>
                <a:cubicBezTo>
                  <a:pt x="25214" y="5571"/>
                  <a:pt x="25335" y="5906"/>
                  <a:pt x="25335" y="6323"/>
                </a:cubicBezTo>
                <a:close/>
                <a:moveTo>
                  <a:pt x="30948" y="7623"/>
                </a:moveTo>
                <a:cubicBezTo>
                  <a:pt x="30627" y="7777"/>
                  <a:pt x="30322" y="7897"/>
                  <a:pt x="30033" y="7982"/>
                </a:cubicBezTo>
                <a:cubicBezTo>
                  <a:pt x="29745" y="8068"/>
                  <a:pt x="29438" y="8110"/>
                  <a:pt x="29113" y="8110"/>
                </a:cubicBezTo>
                <a:cubicBezTo>
                  <a:pt x="28700" y="8110"/>
                  <a:pt x="28320" y="8049"/>
                  <a:pt x="27975" y="7928"/>
                </a:cubicBezTo>
                <a:cubicBezTo>
                  <a:pt x="27630" y="7806"/>
                  <a:pt x="27334" y="7622"/>
                  <a:pt x="27088" y="7376"/>
                </a:cubicBezTo>
                <a:cubicBezTo>
                  <a:pt x="26839" y="7129"/>
                  <a:pt x="26646" y="6818"/>
                  <a:pt x="26509" y="6441"/>
                </a:cubicBezTo>
                <a:cubicBezTo>
                  <a:pt x="26372" y="6065"/>
                  <a:pt x="26304" y="5625"/>
                  <a:pt x="26304" y="5121"/>
                </a:cubicBezTo>
                <a:cubicBezTo>
                  <a:pt x="26304" y="4183"/>
                  <a:pt x="26561" y="3447"/>
                  <a:pt x="27075" y="2913"/>
                </a:cubicBezTo>
                <a:cubicBezTo>
                  <a:pt x="27590" y="2379"/>
                  <a:pt x="28269" y="2112"/>
                  <a:pt x="29113" y="2112"/>
                </a:cubicBezTo>
                <a:cubicBezTo>
                  <a:pt x="29441" y="2112"/>
                  <a:pt x="29763" y="2158"/>
                  <a:pt x="30080" y="2251"/>
                </a:cubicBezTo>
                <a:cubicBezTo>
                  <a:pt x="30396" y="2343"/>
                  <a:pt x="30685" y="2456"/>
                  <a:pt x="30948" y="2589"/>
                </a:cubicBezTo>
                <a:lnTo>
                  <a:pt x="30948" y="3660"/>
                </a:lnTo>
                <a:lnTo>
                  <a:pt x="30897" y="3660"/>
                </a:lnTo>
                <a:cubicBezTo>
                  <a:pt x="30603" y="3433"/>
                  <a:pt x="30300" y="3258"/>
                  <a:pt x="29987" y="3136"/>
                </a:cubicBezTo>
                <a:cubicBezTo>
                  <a:pt x="29675" y="3014"/>
                  <a:pt x="29369" y="2953"/>
                  <a:pt x="29072" y="2953"/>
                </a:cubicBezTo>
                <a:cubicBezTo>
                  <a:pt x="28525" y="2953"/>
                  <a:pt x="28094" y="3137"/>
                  <a:pt x="27778" y="3504"/>
                </a:cubicBezTo>
                <a:cubicBezTo>
                  <a:pt x="27462" y="3871"/>
                  <a:pt x="27303" y="4411"/>
                  <a:pt x="27303" y="5121"/>
                </a:cubicBezTo>
                <a:cubicBezTo>
                  <a:pt x="27303" y="5812"/>
                  <a:pt x="27458" y="6342"/>
                  <a:pt x="27767" y="6713"/>
                </a:cubicBezTo>
                <a:cubicBezTo>
                  <a:pt x="28077" y="7084"/>
                  <a:pt x="28512" y="7269"/>
                  <a:pt x="29072" y="7269"/>
                </a:cubicBezTo>
                <a:cubicBezTo>
                  <a:pt x="29267" y="7269"/>
                  <a:pt x="29465" y="7244"/>
                  <a:pt x="29667" y="7193"/>
                </a:cubicBezTo>
                <a:cubicBezTo>
                  <a:pt x="29868" y="7142"/>
                  <a:pt x="30050" y="7076"/>
                  <a:pt x="30210" y="6995"/>
                </a:cubicBezTo>
                <a:cubicBezTo>
                  <a:pt x="30350" y="6923"/>
                  <a:pt x="30482" y="6848"/>
                  <a:pt x="30605" y="6768"/>
                </a:cubicBezTo>
                <a:cubicBezTo>
                  <a:pt x="30728" y="6688"/>
                  <a:pt x="30825" y="6620"/>
                  <a:pt x="30897" y="6562"/>
                </a:cubicBezTo>
                <a:lnTo>
                  <a:pt x="30948" y="6562"/>
                </a:lnTo>
                <a:lnTo>
                  <a:pt x="30948" y="7623"/>
                </a:lnTo>
                <a:close/>
                <a:moveTo>
                  <a:pt x="33220" y="1292"/>
                </a:moveTo>
                <a:lnTo>
                  <a:pt x="32133" y="1292"/>
                </a:lnTo>
                <a:lnTo>
                  <a:pt x="32133" y="287"/>
                </a:lnTo>
                <a:lnTo>
                  <a:pt x="33220" y="287"/>
                </a:lnTo>
                <a:lnTo>
                  <a:pt x="33220" y="1292"/>
                </a:lnTo>
                <a:moveTo>
                  <a:pt x="33158" y="7977"/>
                </a:moveTo>
                <a:lnTo>
                  <a:pt x="32194" y="7977"/>
                </a:lnTo>
                <a:lnTo>
                  <a:pt x="32194" y="2245"/>
                </a:lnTo>
                <a:lnTo>
                  <a:pt x="33158" y="2245"/>
                </a:lnTo>
                <a:lnTo>
                  <a:pt x="33158" y="7977"/>
                </a:lnTo>
                <a:close/>
                <a:moveTo>
                  <a:pt x="39710" y="7977"/>
                </a:moveTo>
                <a:lnTo>
                  <a:pt x="38746" y="7977"/>
                </a:lnTo>
                <a:lnTo>
                  <a:pt x="38746" y="7380"/>
                </a:lnTo>
                <a:cubicBezTo>
                  <a:pt x="38469" y="7620"/>
                  <a:pt x="38180" y="7807"/>
                  <a:pt x="37880" y="7941"/>
                </a:cubicBezTo>
                <a:cubicBezTo>
                  <a:pt x="37579" y="8074"/>
                  <a:pt x="37253" y="8141"/>
                  <a:pt x="36901" y="8141"/>
                </a:cubicBezTo>
                <a:cubicBezTo>
                  <a:pt x="36217" y="8141"/>
                  <a:pt x="35674" y="7877"/>
                  <a:pt x="35273" y="7350"/>
                </a:cubicBezTo>
                <a:cubicBezTo>
                  <a:pt x="34871" y="6822"/>
                  <a:pt x="34670" y="6090"/>
                  <a:pt x="34670" y="5155"/>
                </a:cubicBezTo>
                <a:cubicBezTo>
                  <a:pt x="34670" y="4668"/>
                  <a:pt x="34740" y="4235"/>
                  <a:pt x="34878" y="3855"/>
                </a:cubicBezTo>
                <a:cubicBezTo>
                  <a:pt x="35017" y="3474"/>
                  <a:pt x="35204" y="3150"/>
                  <a:pt x="35439" y="2883"/>
                </a:cubicBezTo>
                <a:cubicBezTo>
                  <a:pt x="35672" y="2623"/>
                  <a:pt x="35943" y="2424"/>
                  <a:pt x="36252" y="2287"/>
                </a:cubicBezTo>
                <a:cubicBezTo>
                  <a:pt x="36561" y="2150"/>
                  <a:pt x="36882" y="2081"/>
                  <a:pt x="37213" y="2081"/>
                </a:cubicBezTo>
                <a:cubicBezTo>
                  <a:pt x="37514" y="2081"/>
                  <a:pt x="37781" y="2113"/>
                  <a:pt x="38013" y="2177"/>
                </a:cubicBezTo>
                <a:cubicBezTo>
                  <a:pt x="38245" y="2240"/>
                  <a:pt x="38490" y="2338"/>
                  <a:pt x="38746" y="2472"/>
                </a:cubicBezTo>
                <a:lnTo>
                  <a:pt x="38746" y="0"/>
                </a:lnTo>
                <a:lnTo>
                  <a:pt x="39710" y="0"/>
                </a:lnTo>
                <a:lnTo>
                  <a:pt x="39710" y="7977"/>
                </a:lnTo>
                <a:moveTo>
                  <a:pt x="38746" y="6567"/>
                </a:moveTo>
                <a:lnTo>
                  <a:pt x="38746" y="3281"/>
                </a:lnTo>
                <a:cubicBezTo>
                  <a:pt x="38486" y="3165"/>
                  <a:pt x="38254" y="3084"/>
                  <a:pt x="38049" y="3040"/>
                </a:cubicBezTo>
                <a:cubicBezTo>
                  <a:pt x="37844" y="2996"/>
                  <a:pt x="37620" y="2973"/>
                  <a:pt x="37377" y="2973"/>
                </a:cubicBezTo>
                <a:cubicBezTo>
                  <a:pt x="36837" y="2973"/>
                  <a:pt x="36417" y="3161"/>
                  <a:pt x="36116" y="3537"/>
                </a:cubicBezTo>
                <a:cubicBezTo>
                  <a:pt x="35815" y="3913"/>
                  <a:pt x="35665" y="4446"/>
                  <a:pt x="35665" y="5137"/>
                </a:cubicBezTo>
                <a:cubicBezTo>
                  <a:pt x="35665" y="5817"/>
                  <a:pt x="35781" y="6334"/>
                  <a:pt x="36014" y="6688"/>
                </a:cubicBezTo>
                <a:cubicBezTo>
                  <a:pt x="36246" y="7041"/>
                  <a:pt x="36619" y="7218"/>
                  <a:pt x="37131" y="7218"/>
                </a:cubicBezTo>
                <a:cubicBezTo>
                  <a:pt x="37405" y="7218"/>
                  <a:pt x="37681" y="7158"/>
                  <a:pt x="37962" y="7036"/>
                </a:cubicBezTo>
                <a:cubicBezTo>
                  <a:pt x="38242" y="6915"/>
                  <a:pt x="38503" y="6759"/>
                  <a:pt x="38746" y="6567"/>
                </a:cubicBezTo>
                <a:close/>
                <a:moveTo>
                  <a:pt x="46056" y="7977"/>
                </a:moveTo>
                <a:lnTo>
                  <a:pt x="45098" y="7977"/>
                </a:lnTo>
                <a:lnTo>
                  <a:pt x="45098" y="7371"/>
                </a:lnTo>
                <a:cubicBezTo>
                  <a:pt x="45012" y="7429"/>
                  <a:pt x="44897" y="7511"/>
                  <a:pt x="44752" y="7615"/>
                </a:cubicBezTo>
                <a:cubicBezTo>
                  <a:pt x="44607" y="7719"/>
                  <a:pt x="44466" y="7802"/>
                  <a:pt x="44329" y="7864"/>
                </a:cubicBezTo>
                <a:cubicBezTo>
                  <a:pt x="44168" y="7943"/>
                  <a:pt x="43984" y="8008"/>
                  <a:pt x="43775" y="8061"/>
                </a:cubicBezTo>
                <a:cubicBezTo>
                  <a:pt x="43567" y="8114"/>
                  <a:pt x="43322" y="8141"/>
                  <a:pt x="43042" y="8141"/>
                </a:cubicBezTo>
                <a:cubicBezTo>
                  <a:pt x="42526" y="8141"/>
                  <a:pt x="42089" y="7970"/>
                  <a:pt x="41730" y="7628"/>
                </a:cubicBezTo>
                <a:cubicBezTo>
                  <a:pt x="41371" y="7285"/>
                  <a:pt x="41191" y="6849"/>
                  <a:pt x="41191" y="6319"/>
                </a:cubicBezTo>
                <a:cubicBezTo>
                  <a:pt x="41191" y="5884"/>
                  <a:pt x="41285" y="5532"/>
                  <a:pt x="41471" y="5264"/>
                </a:cubicBezTo>
                <a:cubicBezTo>
                  <a:pt x="41657" y="4995"/>
                  <a:pt x="41923" y="4784"/>
                  <a:pt x="42268" y="4630"/>
                </a:cubicBezTo>
                <a:cubicBezTo>
                  <a:pt x="42617" y="4476"/>
                  <a:pt x="43035" y="4372"/>
                  <a:pt x="43524" y="4317"/>
                </a:cubicBezTo>
                <a:cubicBezTo>
                  <a:pt x="44013" y="4262"/>
                  <a:pt x="44537" y="4221"/>
                  <a:pt x="45098" y="4194"/>
                </a:cubicBezTo>
                <a:lnTo>
                  <a:pt x="45098" y="4044"/>
                </a:lnTo>
                <a:cubicBezTo>
                  <a:pt x="45098" y="3823"/>
                  <a:pt x="45059" y="3640"/>
                  <a:pt x="44982" y="3496"/>
                </a:cubicBezTo>
                <a:cubicBezTo>
                  <a:pt x="44906" y="3351"/>
                  <a:pt x="44795" y="3237"/>
                  <a:pt x="44652" y="3154"/>
                </a:cubicBezTo>
                <a:cubicBezTo>
                  <a:pt x="44515" y="3075"/>
                  <a:pt x="44351" y="3022"/>
                  <a:pt x="44160" y="2994"/>
                </a:cubicBezTo>
                <a:cubicBezTo>
                  <a:pt x="43968" y="2967"/>
                  <a:pt x="43768" y="2953"/>
                  <a:pt x="43560" y="2953"/>
                </a:cubicBezTo>
                <a:cubicBezTo>
                  <a:pt x="43307" y="2953"/>
                  <a:pt x="43025" y="2987"/>
                  <a:pt x="42714" y="3056"/>
                </a:cubicBezTo>
                <a:cubicBezTo>
                  <a:pt x="42403" y="3124"/>
                  <a:pt x="42082" y="3223"/>
                  <a:pt x="41750" y="3353"/>
                </a:cubicBezTo>
                <a:lnTo>
                  <a:pt x="41699" y="3353"/>
                </a:lnTo>
                <a:lnTo>
                  <a:pt x="41699" y="2374"/>
                </a:lnTo>
                <a:cubicBezTo>
                  <a:pt x="41887" y="2322"/>
                  <a:pt x="42159" y="2266"/>
                  <a:pt x="42514" y="2204"/>
                </a:cubicBezTo>
                <a:cubicBezTo>
                  <a:pt x="42869" y="2143"/>
                  <a:pt x="43220" y="2112"/>
                  <a:pt x="43565" y="2112"/>
                </a:cubicBezTo>
                <a:cubicBezTo>
                  <a:pt x="43968" y="2112"/>
                  <a:pt x="44319" y="2145"/>
                  <a:pt x="44618" y="2212"/>
                </a:cubicBezTo>
                <a:cubicBezTo>
                  <a:pt x="44918" y="2279"/>
                  <a:pt x="45176" y="2392"/>
                  <a:pt x="45395" y="2553"/>
                </a:cubicBezTo>
                <a:cubicBezTo>
                  <a:pt x="45610" y="2710"/>
                  <a:pt x="45775" y="2914"/>
                  <a:pt x="45887" y="3163"/>
                </a:cubicBezTo>
                <a:cubicBezTo>
                  <a:pt x="46000" y="3413"/>
                  <a:pt x="46056" y="3722"/>
                  <a:pt x="46056" y="4091"/>
                </a:cubicBezTo>
                <a:lnTo>
                  <a:pt x="46056" y="7977"/>
                </a:lnTo>
                <a:moveTo>
                  <a:pt x="45098" y="6574"/>
                </a:moveTo>
                <a:lnTo>
                  <a:pt x="45098" y="4973"/>
                </a:lnTo>
                <a:cubicBezTo>
                  <a:pt x="44804" y="4990"/>
                  <a:pt x="44458" y="5016"/>
                  <a:pt x="44060" y="5050"/>
                </a:cubicBezTo>
                <a:cubicBezTo>
                  <a:pt x="43662" y="5084"/>
                  <a:pt x="43346" y="5134"/>
                  <a:pt x="43114" y="5199"/>
                </a:cubicBezTo>
                <a:cubicBezTo>
                  <a:pt x="42837" y="5278"/>
                  <a:pt x="42613" y="5401"/>
                  <a:pt x="42442" y="5568"/>
                </a:cubicBezTo>
                <a:cubicBezTo>
                  <a:pt x="42271" y="5734"/>
                  <a:pt x="42186" y="5963"/>
                  <a:pt x="42186" y="6255"/>
                </a:cubicBezTo>
                <a:cubicBezTo>
                  <a:pt x="42186" y="6585"/>
                  <a:pt x="42285" y="6833"/>
                  <a:pt x="42483" y="6999"/>
                </a:cubicBezTo>
                <a:cubicBezTo>
                  <a:pt x="42681" y="7166"/>
                  <a:pt x="42984" y="7249"/>
                  <a:pt x="43391" y="7249"/>
                </a:cubicBezTo>
                <a:cubicBezTo>
                  <a:pt x="43729" y="7249"/>
                  <a:pt x="44038" y="7183"/>
                  <a:pt x="44319" y="7051"/>
                </a:cubicBezTo>
                <a:cubicBezTo>
                  <a:pt x="44599" y="6919"/>
                  <a:pt x="44859" y="6760"/>
                  <a:pt x="45098" y="6574"/>
                </a:cubicBezTo>
                <a:close/>
                <a:moveTo>
                  <a:pt x="52706" y="5209"/>
                </a:moveTo>
                <a:lnTo>
                  <a:pt x="48487" y="5209"/>
                </a:lnTo>
                <a:cubicBezTo>
                  <a:pt x="48487" y="5561"/>
                  <a:pt x="48540" y="5869"/>
                  <a:pt x="48646" y="6131"/>
                </a:cubicBezTo>
                <a:cubicBezTo>
                  <a:pt x="48752" y="6393"/>
                  <a:pt x="48897" y="6608"/>
                  <a:pt x="49081" y="6776"/>
                </a:cubicBezTo>
                <a:cubicBezTo>
                  <a:pt x="49259" y="6941"/>
                  <a:pt x="49470" y="7064"/>
                  <a:pt x="49715" y="7146"/>
                </a:cubicBezTo>
                <a:cubicBezTo>
                  <a:pt x="49959" y="7228"/>
                  <a:pt x="50228" y="7269"/>
                  <a:pt x="50522" y="7269"/>
                </a:cubicBezTo>
                <a:cubicBezTo>
                  <a:pt x="50912" y="7269"/>
                  <a:pt x="51304" y="7191"/>
                  <a:pt x="51699" y="7034"/>
                </a:cubicBezTo>
                <a:cubicBezTo>
                  <a:pt x="52093" y="6878"/>
                  <a:pt x="52374" y="6724"/>
                  <a:pt x="52542" y="6572"/>
                </a:cubicBezTo>
                <a:lnTo>
                  <a:pt x="52593" y="6572"/>
                </a:lnTo>
                <a:lnTo>
                  <a:pt x="52593" y="7627"/>
                </a:lnTo>
                <a:cubicBezTo>
                  <a:pt x="52268" y="7764"/>
                  <a:pt x="51937" y="7879"/>
                  <a:pt x="51599" y="7971"/>
                </a:cubicBezTo>
                <a:cubicBezTo>
                  <a:pt x="51260" y="8064"/>
                  <a:pt x="50905" y="8110"/>
                  <a:pt x="50532" y="8110"/>
                </a:cubicBezTo>
                <a:cubicBezTo>
                  <a:pt x="49582" y="8110"/>
                  <a:pt x="48840" y="7853"/>
                  <a:pt x="48307" y="7337"/>
                </a:cubicBezTo>
                <a:cubicBezTo>
                  <a:pt x="47774" y="6822"/>
                  <a:pt x="47508" y="6090"/>
                  <a:pt x="47508" y="5142"/>
                </a:cubicBezTo>
                <a:cubicBezTo>
                  <a:pt x="47508" y="4204"/>
                  <a:pt x="47763" y="3459"/>
                  <a:pt x="48274" y="2908"/>
                </a:cubicBezTo>
                <a:cubicBezTo>
                  <a:pt x="48785" y="2357"/>
                  <a:pt x="49457" y="2081"/>
                  <a:pt x="50291" y="2081"/>
                </a:cubicBezTo>
                <a:cubicBezTo>
                  <a:pt x="51064" y="2081"/>
                  <a:pt x="51659" y="2307"/>
                  <a:pt x="52078" y="2759"/>
                </a:cubicBezTo>
                <a:cubicBezTo>
                  <a:pt x="52497" y="3211"/>
                  <a:pt x="52706" y="3853"/>
                  <a:pt x="52706" y="4685"/>
                </a:cubicBezTo>
                <a:lnTo>
                  <a:pt x="52706" y="5209"/>
                </a:lnTo>
                <a:moveTo>
                  <a:pt x="51768" y="4470"/>
                </a:moveTo>
                <a:cubicBezTo>
                  <a:pt x="51764" y="3965"/>
                  <a:pt x="51637" y="3573"/>
                  <a:pt x="51386" y="3296"/>
                </a:cubicBezTo>
                <a:cubicBezTo>
                  <a:pt x="51135" y="3020"/>
                  <a:pt x="50753" y="2881"/>
                  <a:pt x="50240" y="2881"/>
                </a:cubicBezTo>
                <a:cubicBezTo>
                  <a:pt x="49724" y="2881"/>
                  <a:pt x="49313" y="3033"/>
                  <a:pt x="49007" y="3337"/>
                </a:cubicBezTo>
                <a:cubicBezTo>
                  <a:pt x="48701" y="3642"/>
                  <a:pt x="48528" y="4019"/>
                  <a:pt x="48487" y="4470"/>
                </a:cubicBezTo>
                <a:lnTo>
                  <a:pt x="51768" y="44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D08466-7CD8-478F-9A55-F42C491F4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2" y="1617019"/>
            <a:ext cx="39005" cy="33036"/>
          </a:xfrm>
          <a:custGeom xmlns:a="http://schemas.openxmlformats.org/drawingml/2006/main">
            <a:pathLst>
              <a:path w="39005" h="33036">
                <a:moveTo>
                  <a:pt x="0" y="0"/>
                </a:moveTo>
                <a:lnTo>
                  <a:pt x="39005" y="0"/>
                </a:lnTo>
                <a:lnTo>
                  <a:pt x="39005" y="33036"/>
                </a:lnTo>
                <a:lnTo>
                  <a:pt x="0" y="330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E2CDA6-AB64-483F-85DB-C9B8D4B24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3" y="1617022"/>
            <a:ext cx="39004" cy="33036"/>
          </a:xfrm>
          <a:custGeom xmlns:a="http://schemas.openxmlformats.org/drawingml/2006/main">
            <a:pathLst>
              <a:path w="39004" h="33036" fill="none">
                <a:moveTo>
                  <a:pt x="0" y="0"/>
                </a:moveTo>
                <a:lnTo>
                  <a:pt x="39004" y="0"/>
                </a:lnTo>
                <a:lnTo>
                  <a:pt x="39004" y="33036"/>
                </a:lnTo>
                <a:lnTo>
                  <a:pt x="0" y="330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83" name="Text Meloidae">
            <a:extLst xmlns:a="http://schemas.openxmlformats.org/drawingml/2006/main">
              <a:ext uri="{FF2B5EF4-FFF2-40B4-BE49-F238E27FC236}">
                <a16:creationId xmlns:a16="http://schemas.microsoft.com/office/drawing/2014/main" id="{E88D3664-86D4-4158-88F6-BA161C244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612" y="1619248"/>
            <a:ext cx="37121" cy="6745"/>
          </a:xfrm>
          <a:custGeom xmlns:a="http://schemas.openxmlformats.org/drawingml/2006/main">
            <a:pathLst>
              <a:path w="37121" h="6745">
                <a:moveTo>
                  <a:pt x="5632" y="6609"/>
                </a:moveTo>
                <a:lnTo>
                  <a:pt x="4791" y="6609"/>
                </a:lnTo>
                <a:lnTo>
                  <a:pt x="4791" y="1156"/>
                </a:lnTo>
                <a:lnTo>
                  <a:pt x="3033" y="4868"/>
                </a:lnTo>
                <a:lnTo>
                  <a:pt x="2532" y="4868"/>
                </a:lnTo>
                <a:lnTo>
                  <a:pt x="786" y="1156"/>
                </a:lnTo>
                <a:lnTo>
                  <a:pt x="786" y="6609"/>
                </a:lnTo>
                <a:lnTo>
                  <a:pt x="0" y="6609"/>
                </a:lnTo>
                <a:lnTo>
                  <a:pt x="0" y="280"/>
                </a:lnTo>
                <a:lnTo>
                  <a:pt x="1147" y="280"/>
                </a:lnTo>
                <a:lnTo>
                  <a:pt x="2833" y="3805"/>
                </a:lnTo>
                <a:lnTo>
                  <a:pt x="4464" y="280"/>
                </a:lnTo>
                <a:lnTo>
                  <a:pt x="5632" y="280"/>
                </a:lnTo>
                <a:lnTo>
                  <a:pt x="5632" y="6609"/>
                </a:lnTo>
                <a:close/>
                <a:moveTo>
                  <a:pt x="11239" y="4316"/>
                </a:moveTo>
                <a:lnTo>
                  <a:pt x="7744" y="4316"/>
                </a:lnTo>
                <a:cubicBezTo>
                  <a:pt x="7744" y="4608"/>
                  <a:pt x="7787" y="4863"/>
                  <a:pt x="7875" y="5080"/>
                </a:cubicBezTo>
                <a:cubicBezTo>
                  <a:pt x="7963" y="5297"/>
                  <a:pt x="8083" y="5475"/>
                  <a:pt x="8236" y="5614"/>
                </a:cubicBezTo>
                <a:cubicBezTo>
                  <a:pt x="8384" y="5751"/>
                  <a:pt x="8558" y="5853"/>
                  <a:pt x="8761" y="5921"/>
                </a:cubicBezTo>
                <a:cubicBezTo>
                  <a:pt x="8963" y="5989"/>
                  <a:pt x="9186" y="6023"/>
                  <a:pt x="9430" y="6023"/>
                </a:cubicBezTo>
                <a:cubicBezTo>
                  <a:pt x="9753" y="6023"/>
                  <a:pt x="10078" y="5958"/>
                  <a:pt x="10405" y="5829"/>
                </a:cubicBezTo>
                <a:cubicBezTo>
                  <a:pt x="10732" y="5699"/>
                  <a:pt x="10965" y="5571"/>
                  <a:pt x="11103" y="5446"/>
                </a:cubicBezTo>
                <a:lnTo>
                  <a:pt x="11146" y="5446"/>
                </a:lnTo>
                <a:lnTo>
                  <a:pt x="11146" y="6319"/>
                </a:lnTo>
                <a:cubicBezTo>
                  <a:pt x="10877" y="6433"/>
                  <a:pt x="10602" y="6528"/>
                  <a:pt x="10322" y="6605"/>
                </a:cubicBezTo>
                <a:cubicBezTo>
                  <a:pt x="10042" y="6682"/>
                  <a:pt x="9747" y="6720"/>
                  <a:pt x="9438" y="6720"/>
                </a:cubicBezTo>
                <a:cubicBezTo>
                  <a:pt x="8651" y="6720"/>
                  <a:pt x="8037" y="6506"/>
                  <a:pt x="7595" y="6080"/>
                </a:cubicBezTo>
                <a:cubicBezTo>
                  <a:pt x="7153" y="5653"/>
                  <a:pt x="6932" y="5046"/>
                  <a:pt x="6932" y="4260"/>
                </a:cubicBezTo>
                <a:cubicBezTo>
                  <a:pt x="6932" y="3483"/>
                  <a:pt x="7144" y="2866"/>
                  <a:pt x="7567" y="2410"/>
                </a:cubicBezTo>
                <a:cubicBezTo>
                  <a:pt x="7991" y="1953"/>
                  <a:pt x="8548" y="1725"/>
                  <a:pt x="9239" y="1725"/>
                </a:cubicBezTo>
                <a:cubicBezTo>
                  <a:pt x="9879" y="1725"/>
                  <a:pt x="10372" y="1912"/>
                  <a:pt x="10719" y="2286"/>
                </a:cubicBezTo>
                <a:cubicBezTo>
                  <a:pt x="11066" y="2661"/>
                  <a:pt x="11239" y="3192"/>
                  <a:pt x="11239" y="3882"/>
                </a:cubicBezTo>
                <a:lnTo>
                  <a:pt x="11239" y="4316"/>
                </a:lnTo>
                <a:moveTo>
                  <a:pt x="10462" y="3704"/>
                </a:moveTo>
                <a:cubicBezTo>
                  <a:pt x="10459" y="3285"/>
                  <a:pt x="10354" y="2961"/>
                  <a:pt x="10146" y="2731"/>
                </a:cubicBezTo>
                <a:cubicBezTo>
                  <a:pt x="9937" y="2502"/>
                  <a:pt x="9621" y="2387"/>
                  <a:pt x="9196" y="2387"/>
                </a:cubicBezTo>
                <a:cubicBezTo>
                  <a:pt x="8769" y="2387"/>
                  <a:pt x="8428" y="2513"/>
                  <a:pt x="8175" y="2765"/>
                </a:cubicBezTo>
                <a:cubicBezTo>
                  <a:pt x="7921" y="3017"/>
                  <a:pt x="7777" y="3330"/>
                  <a:pt x="7744" y="3704"/>
                </a:cubicBezTo>
                <a:lnTo>
                  <a:pt x="10462" y="3704"/>
                </a:lnTo>
                <a:close/>
                <a:moveTo>
                  <a:pt x="13257" y="6609"/>
                </a:moveTo>
                <a:lnTo>
                  <a:pt x="12459" y="6609"/>
                </a:lnTo>
                <a:lnTo>
                  <a:pt x="12459" y="0"/>
                </a:lnTo>
                <a:lnTo>
                  <a:pt x="13257" y="0"/>
                </a:lnTo>
                <a:lnTo>
                  <a:pt x="13257" y="6609"/>
                </a:lnTo>
                <a:close/>
                <a:moveTo>
                  <a:pt x="18881" y="4237"/>
                </a:moveTo>
                <a:cubicBezTo>
                  <a:pt x="18881" y="5012"/>
                  <a:pt x="18683" y="5624"/>
                  <a:pt x="18286" y="6073"/>
                </a:cubicBezTo>
                <a:cubicBezTo>
                  <a:pt x="17890" y="6521"/>
                  <a:pt x="17359" y="6745"/>
                  <a:pt x="16694" y="6745"/>
                </a:cubicBezTo>
                <a:cubicBezTo>
                  <a:pt x="16022" y="6745"/>
                  <a:pt x="15489" y="6521"/>
                  <a:pt x="15094" y="6073"/>
                </a:cubicBezTo>
                <a:cubicBezTo>
                  <a:pt x="14699" y="5624"/>
                  <a:pt x="14502" y="5012"/>
                  <a:pt x="14502" y="4237"/>
                </a:cubicBezTo>
                <a:cubicBezTo>
                  <a:pt x="14502" y="3462"/>
                  <a:pt x="14699" y="2850"/>
                  <a:pt x="15094" y="2400"/>
                </a:cubicBezTo>
                <a:cubicBezTo>
                  <a:pt x="15489" y="1950"/>
                  <a:pt x="16022" y="1725"/>
                  <a:pt x="16694" y="1725"/>
                </a:cubicBezTo>
                <a:cubicBezTo>
                  <a:pt x="17359" y="1725"/>
                  <a:pt x="17890" y="1950"/>
                  <a:pt x="18286" y="2400"/>
                </a:cubicBezTo>
                <a:cubicBezTo>
                  <a:pt x="18683" y="2850"/>
                  <a:pt x="18881" y="3462"/>
                  <a:pt x="18881" y="4237"/>
                </a:cubicBezTo>
                <a:moveTo>
                  <a:pt x="18057" y="4237"/>
                </a:moveTo>
                <a:cubicBezTo>
                  <a:pt x="18057" y="3623"/>
                  <a:pt x="17937" y="3167"/>
                  <a:pt x="17696" y="2869"/>
                </a:cubicBezTo>
                <a:cubicBezTo>
                  <a:pt x="17455" y="2570"/>
                  <a:pt x="17121" y="2421"/>
                  <a:pt x="16694" y="2421"/>
                </a:cubicBezTo>
                <a:cubicBezTo>
                  <a:pt x="16260" y="2421"/>
                  <a:pt x="15924" y="2570"/>
                  <a:pt x="15685" y="2869"/>
                </a:cubicBezTo>
                <a:cubicBezTo>
                  <a:pt x="15445" y="3167"/>
                  <a:pt x="15326" y="3623"/>
                  <a:pt x="15326" y="4237"/>
                </a:cubicBezTo>
                <a:cubicBezTo>
                  <a:pt x="15326" y="4831"/>
                  <a:pt x="15446" y="5282"/>
                  <a:pt x="15687" y="5588"/>
                </a:cubicBezTo>
                <a:cubicBezTo>
                  <a:pt x="15928" y="5895"/>
                  <a:pt x="16263" y="6049"/>
                  <a:pt x="16694" y="6049"/>
                </a:cubicBezTo>
                <a:cubicBezTo>
                  <a:pt x="17118" y="6049"/>
                  <a:pt x="17452" y="5897"/>
                  <a:pt x="17694" y="5593"/>
                </a:cubicBezTo>
                <a:cubicBezTo>
                  <a:pt x="17936" y="5289"/>
                  <a:pt x="18057" y="4837"/>
                  <a:pt x="18057" y="4237"/>
                </a:cubicBezTo>
                <a:close/>
                <a:moveTo>
                  <a:pt x="20975" y="1070"/>
                </a:moveTo>
                <a:lnTo>
                  <a:pt x="20075" y="1070"/>
                </a:lnTo>
                <a:lnTo>
                  <a:pt x="20075" y="238"/>
                </a:lnTo>
                <a:lnTo>
                  <a:pt x="20975" y="238"/>
                </a:lnTo>
                <a:lnTo>
                  <a:pt x="20975" y="1070"/>
                </a:lnTo>
                <a:moveTo>
                  <a:pt x="20924" y="6609"/>
                </a:moveTo>
                <a:lnTo>
                  <a:pt x="20126" y="6609"/>
                </a:lnTo>
                <a:lnTo>
                  <a:pt x="20126" y="1861"/>
                </a:lnTo>
                <a:lnTo>
                  <a:pt x="20924" y="1861"/>
                </a:lnTo>
                <a:lnTo>
                  <a:pt x="20924" y="6609"/>
                </a:lnTo>
                <a:close/>
                <a:moveTo>
                  <a:pt x="26353" y="6609"/>
                </a:moveTo>
                <a:lnTo>
                  <a:pt x="25554" y="6609"/>
                </a:lnTo>
                <a:lnTo>
                  <a:pt x="25554" y="6115"/>
                </a:lnTo>
                <a:cubicBezTo>
                  <a:pt x="25325" y="6314"/>
                  <a:pt x="25085" y="6469"/>
                  <a:pt x="24836" y="6579"/>
                </a:cubicBezTo>
                <a:cubicBezTo>
                  <a:pt x="24587" y="6690"/>
                  <a:pt x="24317" y="6745"/>
                  <a:pt x="24025" y="6745"/>
                </a:cubicBezTo>
                <a:cubicBezTo>
                  <a:pt x="23459" y="6745"/>
                  <a:pt x="23009" y="6527"/>
                  <a:pt x="22676" y="6090"/>
                </a:cubicBezTo>
                <a:cubicBezTo>
                  <a:pt x="22344" y="5652"/>
                  <a:pt x="22177" y="5046"/>
                  <a:pt x="22177" y="4271"/>
                </a:cubicBezTo>
                <a:cubicBezTo>
                  <a:pt x="22177" y="3868"/>
                  <a:pt x="22235" y="3509"/>
                  <a:pt x="22349" y="3194"/>
                </a:cubicBezTo>
                <a:cubicBezTo>
                  <a:pt x="22464" y="2879"/>
                  <a:pt x="22619" y="2610"/>
                  <a:pt x="22814" y="2389"/>
                </a:cubicBezTo>
                <a:cubicBezTo>
                  <a:pt x="23007" y="2173"/>
                  <a:pt x="23231" y="2009"/>
                  <a:pt x="23488" y="1895"/>
                </a:cubicBezTo>
                <a:cubicBezTo>
                  <a:pt x="23744" y="1781"/>
                  <a:pt x="24009" y="1725"/>
                  <a:pt x="24284" y="1725"/>
                </a:cubicBezTo>
                <a:cubicBezTo>
                  <a:pt x="24533" y="1725"/>
                  <a:pt x="24754" y="1751"/>
                  <a:pt x="24947" y="1803"/>
                </a:cubicBezTo>
                <a:cubicBezTo>
                  <a:pt x="25139" y="1856"/>
                  <a:pt x="25342" y="1937"/>
                  <a:pt x="25554" y="2048"/>
                </a:cubicBezTo>
                <a:lnTo>
                  <a:pt x="25554" y="0"/>
                </a:lnTo>
                <a:lnTo>
                  <a:pt x="26353" y="0"/>
                </a:lnTo>
                <a:lnTo>
                  <a:pt x="26353" y="6609"/>
                </a:lnTo>
                <a:moveTo>
                  <a:pt x="25554" y="5441"/>
                </a:moveTo>
                <a:lnTo>
                  <a:pt x="25554" y="2719"/>
                </a:lnTo>
                <a:cubicBezTo>
                  <a:pt x="25339" y="2622"/>
                  <a:pt x="25146" y="2556"/>
                  <a:pt x="24976" y="2519"/>
                </a:cubicBezTo>
                <a:cubicBezTo>
                  <a:pt x="24807" y="2482"/>
                  <a:pt x="24621" y="2464"/>
                  <a:pt x="24420" y="2464"/>
                </a:cubicBezTo>
                <a:cubicBezTo>
                  <a:pt x="23973" y="2464"/>
                  <a:pt x="23624" y="2619"/>
                  <a:pt x="23375" y="2931"/>
                </a:cubicBezTo>
                <a:cubicBezTo>
                  <a:pt x="23126" y="3242"/>
                  <a:pt x="23001" y="3684"/>
                  <a:pt x="23001" y="4256"/>
                </a:cubicBezTo>
                <a:cubicBezTo>
                  <a:pt x="23001" y="4820"/>
                  <a:pt x="23098" y="5248"/>
                  <a:pt x="23290" y="5541"/>
                </a:cubicBezTo>
                <a:cubicBezTo>
                  <a:pt x="23483" y="5834"/>
                  <a:pt x="23791" y="5981"/>
                  <a:pt x="24216" y="5981"/>
                </a:cubicBezTo>
                <a:cubicBezTo>
                  <a:pt x="24443" y="5981"/>
                  <a:pt x="24672" y="5931"/>
                  <a:pt x="24904" y="5830"/>
                </a:cubicBezTo>
                <a:cubicBezTo>
                  <a:pt x="25136" y="5729"/>
                  <a:pt x="25353" y="5600"/>
                  <a:pt x="25554" y="5441"/>
                </a:cubicBezTo>
                <a:close/>
                <a:moveTo>
                  <a:pt x="31611" y="6609"/>
                </a:moveTo>
                <a:lnTo>
                  <a:pt x="30817" y="6609"/>
                </a:lnTo>
                <a:lnTo>
                  <a:pt x="30817" y="6107"/>
                </a:lnTo>
                <a:cubicBezTo>
                  <a:pt x="30746" y="6156"/>
                  <a:pt x="30651" y="6223"/>
                  <a:pt x="30530" y="6309"/>
                </a:cubicBezTo>
                <a:cubicBezTo>
                  <a:pt x="30410" y="6396"/>
                  <a:pt x="30293" y="6465"/>
                  <a:pt x="30180" y="6516"/>
                </a:cubicBezTo>
                <a:cubicBezTo>
                  <a:pt x="30047" y="6581"/>
                  <a:pt x="29894" y="6636"/>
                  <a:pt x="29721" y="6679"/>
                </a:cubicBezTo>
                <a:cubicBezTo>
                  <a:pt x="29548" y="6723"/>
                  <a:pt x="29346" y="6745"/>
                  <a:pt x="29114" y="6745"/>
                </a:cubicBezTo>
                <a:cubicBezTo>
                  <a:pt x="28686" y="6745"/>
                  <a:pt x="28324" y="6604"/>
                  <a:pt x="28026" y="6320"/>
                </a:cubicBezTo>
                <a:cubicBezTo>
                  <a:pt x="27729" y="6037"/>
                  <a:pt x="27580" y="5675"/>
                  <a:pt x="27580" y="5235"/>
                </a:cubicBezTo>
                <a:cubicBezTo>
                  <a:pt x="27580" y="4875"/>
                  <a:pt x="27657" y="4584"/>
                  <a:pt x="27812" y="4361"/>
                </a:cubicBezTo>
                <a:cubicBezTo>
                  <a:pt x="27966" y="4139"/>
                  <a:pt x="28186" y="3964"/>
                  <a:pt x="28472" y="3836"/>
                </a:cubicBezTo>
                <a:cubicBezTo>
                  <a:pt x="28761" y="3709"/>
                  <a:pt x="29108" y="3622"/>
                  <a:pt x="29513" y="3577"/>
                </a:cubicBezTo>
                <a:cubicBezTo>
                  <a:pt x="29918" y="3531"/>
                  <a:pt x="30353" y="3497"/>
                  <a:pt x="30817" y="3475"/>
                </a:cubicBezTo>
                <a:lnTo>
                  <a:pt x="30817" y="3350"/>
                </a:lnTo>
                <a:cubicBezTo>
                  <a:pt x="30817" y="3168"/>
                  <a:pt x="30785" y="3016"/>
                  <a:pt x="30721" y="2896"/>
                </a:cubicBezTo>
                <a:cubicBezTo>
                  <a:pt x="30658" y="2777"/>
                  <a:pt x="30566" y="2682"/>
                  <a:pt x="30448" y="2614"/>
                </a:cubicBezTo>
                <a:cubicBezTo>
                  <a:pt x="30334" y="2548"/>
                  <a:pt x="30198" y="2504"/>
                  <a:pt x="30040" y="2481"/>
                </a:cubicBezTo>
                <a:cubicBezTo>
                  <a:pt x="29881" y="2458"/>
                  <a:pt x="29715" y="2447"/>
                  <a:pt x="29543" y="2447"/>
                </a:cubicBezTo>
                <a:cubicBezTo>
                  <a:pt x="29333" y="2447"/>
                  <a:pt x="29100" y="2475"/>
                  <a:pt x="28842" y="2532"/>
                </a:cubicBezTo>
                <a:cubicBezTo>
                  <a:pt x="28584" y="2588"/>
                  <a:pt x="28318" y="2670"/>
                  <a:pt x="28043" y="2778"/>
                </a:cubicBezTo>
                <a:lnTo>
                  <a:pt x="28001" y="2778"/>
                </a:lnTo>
                <a:lnTo>
                  <a:pt x="28001" y="1967"/>
                </a:lnTo>
                <a:cubicBezTo>
                  <a:pt x="28157" y="1924"/>
                  <a:pt x="28382" y="1877"/>
                  <a:pt x="28676" y="1827"/>
                </a:cubicBezTo>
                <a:cubicBezTo>
                  <a:pt x="28971" y="1776"/>
                  <a:pt x="29261" y="1750"/>
                  <a:pt x="29547" y="1750"/>
                </a:cubicBezTo>
                <a:cubicBezTo>
                  <a:pt x="29881" y="1750"/>
                  <a:pt x="30172" y="1778"/>
                  <a:pt x="30420" y="1833"/>
                </a:cubicBezTo>
                <a:cubicBezTo>
                  <a:pt x="30668" y="1888"/>
                  <a:pt x="30882" y="1982"/>
                  <a:pt x="31063" y="2115"/>
                </a:cubicBezTo>
                <a:cubicBezTo>
                  <a:pt x="31242" y="2246"/>
                  <a:pt x="31378" y="2414"/>
                  <a:pt x="31471" y="2621"/>
                </a:cubicBezTo>
                <a:cubicBezTo>
                  <a:pt x="31565" y="2828"/>
                  <a:pt x="31611" y="3084"/>
                  <a:pt x="31611" y="3390"/>
                </a:cubicBezTo>
                <a:lnTo>
                  <a:pt x="31611" y="6609"/>
                </a:lnTo>
                <a:moveTo>
                  <a:pt x="30817" y="5447"/>
                </a:moveTo>
                <a:lnTo>
                  <a:pt x="30817" y="4120"/>
                </a:lnTo>
                <a:cubicBezTo>
                  <a:pt x="30574" y="4135"/>
                  <a:pt x="30287" y="4156"/>
                  <a:pt x="29957" y="4184"/>
                </a:cubicBezTo>
                <a:cubicBezTo>
                  <a:pt x="29627" y="4213"/>
                  <a:pt x="29366" y="4254"/>
                  <a:pt x="29173" y="4308"/>
                </a:cubicBezTo>
                <a:cubicBezTo>
                  <a:pt x="28944" y="4373"/>
                  <a:pt x="28758" y="4475"/>
                  <a:pt x="28617" y="4613"/>
                </a:cubicBezTo>
                <a:cubicBezTo>
                  <a:pt x="28475" y="4751"/>
                  <a:pt x="28404" y="4941"/>
                  <a:pt x="28404" y="5183"/>
                </a:cubicBezTo>
                <a:cubicBezTo>
                  <a:pt x="28404" y="5456"/>
                  <a:pt x="28486" y="5661"/>
                  <a:pt x="28651" y="5799"/>
                </a:cubicBezTo>
                <a:cubicBezTo>
                  <a:pt x="28815" y="5937"/>
                  <a:pt x="29066" y="6006"/>
                  <a:pt x="29403" y="6006"/>
                </a:cubicBezTo>
                <a:cubicBezTo>
                  <a:pt x="29683" y="6006"/>
                  <a:pt x="29939" y="5952"/>
                  <a:pt x="30171" y="5842"/>
                </a:cubicBezTo>
                <a:cubicBezTo>
                  <a:pt x="30404" y="5733"/>
                  <a:pt x="30619" y="5601"/>
                  <a:pt x="30817" y="5447"/>
                </a:cubicBezTo>
                <a:close/>
                <a:moveTo>
                  <a:pt x="37121" y="4316"/>
                </a:moveTo>
                <a:lnTo>
                  <a:pt x="33625" y="4316"/>
                </a:lnTo>
                <a:cubicBezTo>
                  <a:pt x="33625" y="4608"/>
                  <a:pt x="33669" y="4863"/>
                  <a:pt x="33756" y="5080"/>
                </a:cubicBezTo>
                <a:cubicBezTo>
                  <a:pt x="33844" y="5297"/>
                  <a:pt x="33965" y="5475"/>
                  <a:pt x="34117" y="5614"/>
                </a:cubicBezTo>
                <a:cubicBezTo>
                  <a:pt x="34265" y="5751"/>
                  <a:pt x="34440" y="5853"/>
                  <a:pt x="34642" y="5921"/>
                </a:cubicBezTo>
                <a:cubicBezTo>
                  <a:pt x="34845" y="5989"/>
                  <a:pt x="35068" y="6023"/>
                  <a:pt x="35311" y="6023"/>
                </a:cubicBezTo>
                <a:cubicBezTo>
                  <a:pt x="35634" y="6023"/>
                  <a:pt x="35959" y="5958"/>
                  <a:pt x="36286" y="5829"/>
                </a:cubicBezTo>
                <a:cubicBezTo>
                  <a:pt x="36613" y="5699"/>
                  <a:pt x="36846" y="5571"/>
                  <a:pt x="36985" y="5446"/>
                </a:cubicBezTo>
                <a:lnTo>
                  <a:pt x="37027" y="5446"/>
                </a:lnTo>
                <a:lnTo>
                  <a:pt x="37027" y="6319"/>
                </a:lnTo>
                <a:cubicBezTo>
                  <a:pt x="36758" y="6433"/>
                  <a:pt x="36483" y="6528"/>
                  <a:pt x="36203" y="6605"/>
                </a:cubicBezTo>
                <a:cubicBezTo>
                  <a:pt x="35923" y="6682"/>
                  <a:pt x="35628" y="6720"/>
                  <a:pt x="35320" y="6720"/>
                </a:cubicBezTo>
                <a:cubicBezTo>
                  <a:pt x="34532" y="6720"/>
                  <a:pt x="33918" y="6506"/>
                  <a:pt x="33476" y="6080"/>
                </a:cubicBezTo>
                <a:cubicBezTo>
                  <a:pt x="33034" y="5653"/>
                  <a:pt x="32813" y="5046"/>
                  <a:pt x="32813" y="4260"/>
                </a:cubicBezTo>
                <a:cubicBezTo>
                  <a:pt x="32813" y="3483"/>
                  <a:pt x="33025" y="2866"/>
                  <a:pt x="33448" y="2410"/>
                </a:cubicBezTo>
                <a:cubicBezTo>
                  <a:pt x="33872" y="1953"/>
                  <a:pt x="34429" y="1725"/>
                  <a:pt x="35120" y="1725"/>
                </a:cubicBezTo>
                <a:cubicBezTo>
                  <a:pt x="35760" y="1725"/>
                  <a:pt x="36253" y="1912"/>
                  <a:pt x="36600" y="2286"/>
                </a:cubicBezTo>
                <a:cubicBezTo>
                  <a:pt x="36947" y="2661"/>
                  <a:pt x="37121" y="3192"/>
                  <a:pt x="37121" y="3882"/>
                </a:cubicBezTo>
                <a:lnTo>
                  <a:pt x="37121" y="4316"/>
                </a:lnTo>
                <a:moveTo>
                  <a:pt x="36343" y="3704"/>
                </a:moveTo>
                <a:cubicBezTo>
                  <a:pt x="36340" y="3285"/>
                  <a:pt x="36235" y="2961"/>
                  <a:pt x="36027" y="2731"/>
                </a:cubicBezTo>
                <a:cubicBezTo>
                  <a:pt x="35819" y="2502"/>
                  <a:pt x="35502" y="2387"/>
                  <a:pt x="35077" y="2387"/>
                </a:cubicBezTo>
                <a:cubicBezTo>
                  <a:pt x="34650" y="2387"/>
                  <a:pt x="34309" y="2513"/>
                  <a:pt x="34056" y="2765"/>
                </a:cubicBezTo>
                <a:cubicBezTo>
                  <a:pt x="33802" y="3017"/>
                  <a:pt x="33659" y="3330"/>
                  <a:pt x="33625" y="3704"/>
                </a:cubicBezTo>
                <a:lnTo>
                  <a:pt x="36343" y="370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FB6C89-76B8-452F-B571-42DE767F7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764" y="1617019"/>
            <a:ext cx="35307" cy="33036"/>
          </a:xfrm>
          <a:custGeom xmlns:a="http://schemas.openxmlformats.org/drawingml/2006/main">
            <a:pathLst>
              <a:path w="35307" h="33036">
                <a:moveTo>
                  <a:pt x="0" y="0"/>
                </a:moveTo>
                <a:lnTo>
                  <a:pt x="35307" y="0"/>
                </a:lnTo>
                <a:lnTo>
                  <a:pt x="35307" y="33036"/>
                </a:lnTo>
                <a:lnTo>
                  <a:pt x="0" y="330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D7DD7E-C65C-4C3C-8BDD-84CE0947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95765" y="1617022"/>
            <a:ext cx="35307" cy="33036"/>
          </a:xfrm>
          <a:custGeom xmlns:a="http://schemas.openxmlformats.org/drawingml/2006/main">
            <a:pathLst>
              <a:path w="35307" h="33036" fill="none">
                <a:moveTo>
                  <a:pt x="0" y="0"/>
                </a:moveTo>
                <a:lnTo>
                  <a:pt x="35307" y="0"/>
                </a:lnTo>
                <a:lnTo>
                  <a:pt x="35307" y="33036"/>
                </a:lnTo>
                <a:lnTo>
                  <a:pt x="0" y="330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86" name="Text Melolonthidae">
            <a:extLst xmlns:a="http://schemas.openxmlformats.org/drawingml/2006/main">
              <a:ext uri="{FF2B5EF4-FFF2-40B4-BE49-F238E27FC236}">
                <a16:creationId xmlns:a16="http://schemas.microsoft.com/office/drawing/2014/main" id="{35FDEEE2-D7BE-418D-BAC4-0CB6B34CF0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8754" y="1618279"/>
            <a:ext cx="34208" cy="3896"/>
          </a:xfrm>
          <a:custGeom xmlns:a="http://schemas.openxmlformats.org/drawingml/2006/main">
            <a:pathLst>
              <a:path w="34208" h="3896">
                <a:moveTo>
                  <a:pt x="3253" y="3818"/>
                </a:moveTo>
                <a:lnTo>
                  <a:pt x="2767" y="3818"/>
                </a:lnTo>
                <a:lnTo>
                  <a:pt x="2767" y="668"/>
                </a:lnTo>
                <a:lnTo>
                  <a:pt x="1752" y="2812"/>
                </a:lnTo>
                <a:lnTo>
                  <a:pt x="1462" y="2812"/>
                </a:lnTo>
                <a:lnTo>
                  <a:pt x="454" y="668"/>
                </a:lnTo>
                <a:lnTo>
                  <a:pt x="454" y="3818"/>
                </a:lnTo>
                <a:lnTo>
                  <a:pt x="0" y="3818"/>
                </a:lnTo>
                <a:lnTo>
                  <a:pt x="0" y="162"/>
                </a:lnTo>
                <a:lnTo>
                  <a:pt x="662" y="162"/>
                </a:lnTo>
                <a:lnTo>
                  <a:pt x="1636" y="2198"/>
                </a:lnTo>
                <a:lnTo>
                  <a:pt x="2579" y="162"/>
                </a:lnTo>
                <a:lnTo>
                  <a:pt x="3253" y="162"/>
                </a:lnTo>
                <a:lnTo>
                  <a:pt x="3253" y="3818"/>
                </a:lnTo>
                <a:close/>
                <a:moveTo>
                  <a:pt x="6492" y="2493"/>
                </a:moveTo>
                <a:lnTo>
                  <a:pt x="4473" y="2493"/>
                </a:lnTo>
                <a:cubicBezTo>
                  <a:pt x="4473" y="2662"/>
                  <a:pt x="4498" y="2809"/>
                  <a:pt x="4549" y="2934"/>
                </a:cubicBezTo>
                <a:cubicBezTo>
                  <a:pt x="4599" y="3060"/>
                  <a:pt x="4669" y="3162"/>
                  <a:pt x="4757" y="3243"/>
                </a:cubicBezTo>
                <a:cubicBezTo>
                  <a:pt x="4842" y="3322"/>
                  <a:pt x="4943" y="3381"/>
                  <a:pt x="5060" y="3420"/>
                </a:cubicBezTo>
                <a:cubicBezTo>
                  <a:pt x="5177" y="3459"/>
                  <a:pt x="5306" y="3479"/>
                  <a:pt x="5447" y="3479"/>
                </a:cubicBezTo>
                <a:cubicBezTo>
                  <a:pt x="5633" y="3479"/>
                  <a:pt x="5821" y="3441"/>
                  <a:pt x="6010" y="3366"/>
                </a:cubicBezTo>
                <a:cubicBezTo>
                  <a:pt x="6198" y="3292"/>
                  <a:pt x="6333" y="3218"/>
                  <a:pt x="6413" y="3145"/>
                </a:cubicBezTo>
                <a:lnTo>
                  <a:pt x="6438" y="3145"/>
                </a:lnTo>
                <a:lnTo>
                  <a:pt x="6438" y="3650"/>
                </a:lnTo>
                <a:cubicBezTo>
                  <a:pt x="6282" y="3716"/>
                  <a:pt x="6124" y="3771"/>
                  <a:pt x="5962" y="3815"/>
                </a:cubicBezTo>
                <a:cubicBezTo>
                  <a:pt x="5800" y="3859"/>
                  <a:pt x="5630" y="3881"/>
                  <a:pt x="5451" y="3881"/>
                </a:cubicBezTo>
                <a:cubicBezTo>
                  <a:pt x="4997" y="3881"/>
                  <a:pt x="4642" y="3758"/>
                  <a:pt x="4387" y="3511"/>
                </a:cubicBezTo>
                <a:cubicBezTo>
                  <a:pt x="4131" y="3265"/>
                  <a:pt x="4004" y="2915"/>
                  <a:pt x="4004" y="2461"/>
                </a:cubicBezTo>
                <a:cubicBezTo>
                  <a:pt x="4004" y="2012"/>
                  <a:pt x="4126" y="1656"/>
                  <a:pt x="4371" y="1392"/>
                </a:cubicBezTo>
                <a:cubicBezTo>
                  <a:pt x="4615" y="1128"/>
                  <a:pt x="4937" y="996"/>
                  <a:pt x="5336" y="996"/>
                </a:cubicBezTo>
                <a:cubicBezTo>
                  <a:pt x="5706" y="996"/>
                  <a:pt x="5991" y="1104"/>
                  <a:pt x="6191" y="1320"/>
                </a:cubicBezTo>
                <a:cubicBezTo>
                  <a:pt x="6392" y="1537"/>
                  <a:pt x="6492" y="1844"/>
                  <a:pt x="6492" y="2242"/>
                </a:cubicBezTo>
                <a:lnTo>
                  <a:pt x="6492" y="2493"/>
                </a:lnTo>
                <a:moveTo>
                  <a:pt x="6043" y="2139"/>
                </a:moveTo>
                <a:cubicBezTo>
                  <a:pt x="6041" y="1897"/>
                  <a:pt x="5980" y="1710"/>
                  <a:pt x="5860" y="1578"/>
                </a:cubicBezTo>
                <a:cubicBezTo>
                  <a:pt x="5740" y="1445"/>
                  <a:pt x="5557" y="1379"/>
                  <a:pt x="5312" y="1379"/>
                </a:cubicBezTo>
                <a:cubicBezTo>
                  <a:pt x="5065" y="1379"/>
                  <a:pt x="4868" y="1452"/>
                  <a:pt x="4722" y="1597"/>
                </a:cubicBezTo>
                <a:cubicBezTo>
                  <a:pt x="4575" y="1743"/>
                  <a:pt x="4492" y="1923"/>
                  <a:pt x="4473" y="2139"/>
                </a:cubicBezTo>
                <a:lnTo>
                  <a:pt x="6043" y="2139"/>
                </a:lnTo>
                <a:close/>
                <a:moveTo>
                  <a:pt x="7657" y="3818"/>
                </a:moveTo>
                <a:lnTo>
                  <a:pt x="7196" y="3818"/>
                </a:lnTo>
                <a:lnTo>
                  <a:pt x="7196" y="0"/>
                </a:lnTo>
                <a:lnTo>
                  <a:pt x="7657" y="0"/>
                </a:lnTo>
                <a:lnTo>
                  <a:pt x="7657" y="3818"/>
                </a:lnTo>
                <a:close/>
                <a:moveTo>
                  <a:pt x="10905" y="2447"/>
                </a:moveTo>
                <a:cubicBezTo>
                  <a:pt x="10905" y="2895"/>
                  <a:pt x="10791" y="3248"/>
                  <a:pt x="10562" y="3507"/>
                </a:cubicBezTo>
                <a:cubicBezTo>
                  <a:pt x="10333" y="3766"/>
                  <a:pt x="10026" y="3896"/>
                  <a:pt x="9642" y="3896"/>
                </a:cubicBezTo>
                <a:cubicBezTo>
                  <a:pt x="9254" y="3896"/>
                  <a:pt x="8946" y="3766"/>
                  <a:pt x="8718" y="3507"/>
                </a:cubicBezTo>
                <a:cubicBezTo>
                  <a:pt x="8490" y="3248"/>
                  <a:pt x="8376" y="2895"/>
                  <a:pt x="8376" y="2447"/>
                </a:cubicBezTo>
                <a:cubicBezTo>
                  <a:pt x="8376" y="2000"/>
                  <a:pt x="8490" y="1646"/>
                  <a:pt x="8718" y="1386"/>
                </a:cubicBezTo>
                <a:cubicBezTo>
                  <a:pt x="8946" y="1126"/>
                  <a:pt x="9254" y="996"/>
                  <a:pt x="9642" y="996"/>
                </a:cubicBezTo>
                <a:cubicBezTo>
                  <a:pt x="10026" y="996"/>
                  <a:pt x="10333" y="1126"/>
                  <a:pt x="10562" y="1386"/>
                </a:cubicBezTo>
                <a:cubicBezTo>
                  <a:pt x="10791" y="1646"/>
                  <a:pt x="10905" y="2000"/>
                  <a:pt x="10905" y="2447"/>
                </a:cubicBezTo>
                <a:moveTo>
                  <a:pt x="10429" y="2447"/>
                </a:moveTo>
                <a:cubicBezTo>
                  <a:pt x="10429" y="2093"/>
                  <a:pt x="10360" y="1829"/>
                  <a:pt x="10221" y="1657"/>
                </a:cubicBezTo>
                <a:cubicBezTo>
                  <a:pt x="10082" y="1485"/>
                  <a:pt x="9889" y="1398"/>
                  <a:pt x="9642" y="1398"/>
                </a:cubicBezTo>
                <a:cubicBezTo>
                  <a:pt x="9392" y="1398"/>
                  <a:pt x="9197" y="1485"/>
                  <a:pt x="9059" y="1657"/>
                </a:cubicBezTo>
                <a:cubicBezTo>
                  <a:pt x="8921" y="1829"/>
                  <a:pt x="8852" y="2093"/>
                  <a:pt x="8852" y="2447"/>
                </a:cubicBezTo>
                <a:cubicBezTo>
                  <a:pt x="8852" y="2790"/>
                  <a:pt x="8921" y="3051"/>
                  <a:pt x="9060" y="3228"/>
                </a:cubicBezTo>
                <a:cubicBezTo>
                  <a:pt x="9199" y="3405"/>
                  <a:pt x="9393" y="3494"/>
                  <a:pt x="9642" y="3494"/>
                </a:cubicBezTo>
                <a:cubicBezTo>
                  <a:pt x="9887" y="3494"/>
                  <a:pt x="10080" y="3406"/>
                  <a:pt x="10220" y="3230"/>
                </a:cubicBezTo>
                <a:cubicBezTo>
                  <a:pt x="10359" y="3055"/>
                  <a:pt x="10429" y="2794"/>
                  <a:pt x="10429" y="2447"/>
                </a:cubicBezTo>
                <a:close/>
                <a:moveTo>
                  <a:pt x="12085" y="3818"/>
                </a:moveTo>
                <a:lnTo>
                  <a:pt x="11624" y="3818"/>
                </a:lnTo>
                <a:lnTo>
                  <a:pt x="11624" y="0"/>
                </a:lnTo>
                <a:lnTo>
                  <a:pt x="12085" y="0"/>
                </a:lnTo>
                <a:lnTo>
                  <a:pt x="12085" y="3818"/>
                </a:lnTo>
                <a:close/>
                <a:moveTo>
                  <a:pt x="15334" y="2447"/>
                </a:moveTo>
                <a:cubicBezTo>
                  <a:pt x="15334" y="2895"/>
                  <a:pt x="15219" y="3248"/>
                  <a:pt x="14990" y="3507"/>
                </a:cubicBezTo>
                <a:cubicBezTo>
                  <a:pt x="14761" y="3766"/>
                  <a:pt x="14454" y="3896"/>
                  <a:pt x="14070" y="3896"/>
                </a:cubicBezTo>
                <a:cubicBezTo>
                  <a:pt x="13682" y="3896"/>
                  <a:pt x="13375" y="3766"/>
                  <a:pt x="13146" y="3507"/>
                </a:cubicBezTo>
                <a:cubicBezTo>
                  <a:pt x="12918" y="3248"/>
                  <a:pt x="12804" y="2895"/>
                  <a:pt x="12804" y="2447"/>
                </a:cubicBezTo>
                <a:cubicBezTo>
                  <a:pt x="12804" y="2000"/>
                  <a:pt x="12918" y="1646"/>
                  <a:pt x="13146" y="1386"/>
                </a:cubicBezTo>
                <a:cubicBezTo>
                  <a:pt x="13375" y="1126"/>
                  <a:pt x="13682" y="996"/>
                  <a:pt x="14070" y="996"/>
                </a:cubicBezTo>
                <a:cubicBezTo>
                  <a:pt x="14454" y="996"/>
                  <a:pt x="14761" y="1126"/>
                  <a:pt x="14990" y="1386"/>
                </a:cubicBezTo>
                <a:cubicBezTo>
                  <a:pt x="15219" y="1646"/>
                  <a:pt x="15334" y="2000"/>
                  <a:pt x="15334" y="2447"/>
                </a:cubicBezTo>
                <a:moveTo>
                  <a:pt x="14858" y="2447"/>
                </a:moveTo>
                <a:cubicBezTo>
                  <a:pt x="14858" y="2093"/>
                  <a:pt x="14788" y="1829"/>
                  <a:pt x="14649" y="1657"/>
                </a:cubicBezTo>
                <a:cubicBezTo>
                  <a:pt x="14510" y="1485"/>
                  <a:pt x="14317" y="1398"/>
                  <a:pt x="14070" y="1398"/>
                </a:cubicBezTo>
                <a:cubicBezTo>
                  <a:pt x="13820" y="1398"/>
                  <a:pt x="13626" y="1485"/>
                  <a:pt x="13487" y="1657"/>
                </a:cubicBezTo>
                <a:cubicBezTo>
                  <a:pt x="13349" y="1829"/>
                  <a:pt x="13280" y="2093"/>
                  <a:pt x="13280" y="2447"/>
                </a:cubicBezTo>
                <a:cubicBezTo>
                  <a:pt x="13280" y="2790"/>
                  <a:pt x="13350" y="3051"/>
                  <a:pt x="13489" y="3228"/>
                </a:cubicBezTo>
                <a:cubicBezTo>
                  <a:pt x="13628" y="3405"/>
                  <a:pt x="13822" y="3494"/>
                  <a:pt x="14070" y="3494"/>
                </a:cubicBezTo>
                <a:cubicBezTo>
                  <a:pt x="14315" y="3494"/>
                  <a:pt x="14508" y="3406"/>
                  <a:pt x="14648" y="3230"/>
                </a:cubicBezTo>
                <a:cubicBezTo>
                  <a:pt x="14788" y="3055"/>
                  <a:pt x="14858" y="2794"/>
                  <a:pt x="14858" y="2447"/>
                </a:cubicBezTo>
                <a:close/>
                <a:moveTo>
                  <a:pt x="18339" y="3818"/>
                </a:moveTo>
                <a:lnTo>
                  <a:pt x="17878" y="3818"/>
                </a:lnTo>
                <a:lnTo>
                  <a:pt x="17878" y="2256"/>
                </a:lnTo>
                <a:cubicBezTo>
                  <a:pt x="17878" y="2129"/>
                  <a:pt x="17870" y="2011"/>
                  <a:pt x="17856" y="1901"/>
                </a:cubicBezTo>
                <a:cubicBezTo>
                  <a:pt x="17841" y="1790"/>
                  <a:pt x="17814" y="1704"/>
                  <a:pt x="17775" y="1642"/>
                </a:cubicBezTo>
                <a:cubicBezTo>
                  <a:pt x="17734" y="1573"/>
                  <a:pt x="17675" y="1522"/>
                  <a:pt x="17598" y="1488"/>
                </a:cubicBezTo>
                <a:cubicBezTo>
                  <a:pt x="17521" y="1455"/>
                  <a:pt x="17421" y="1438"/>
                  <a:pt x="17299" y="1438"/>
                </a:cubicBezTo>
                <a:cubicBezTo>
                  <a:pt x="17173" y="1438"/>
                  <a:pt x="17041" y="1469"/>
                  <a:pt x="16904" y="1531"/>
                </a:cubicBezTo>
                <a:cubicBezTo>
                  <a:pt x="16766" y="1593"/>
                  <a:pt x="16635" y="1673"/>
                  <a:pt x="16509" y="1769"/>
                </a:cubicBezTo>
                <a:lnTo>
                  <a:pt x="16509" y="3818"/>
                </a:lnTo>
                <a:lnTo>
                  <a:pt x="16047" y="3818"/>
                </a:lnTo>
                <a:lnTo>
                  <a:pt x="16047" y="1075"/>
                </a:lnTo>
                <a:lnTo>
                  <a:pt x="16509" y="1075"/>
                </a:lnTo>
                <a:lnTo>
                  <a:pt x="16509" y="1377"/>
                </a:lnTo>
                <a:cubicBezTo>
                  <a:pt x="16653" y="1257"/>
                  <a:pt x="16802" y="1164"/>
                  <a:pt x="16955" y="1097"/>
                </a:cubicBezTo>
                <a:cubicBezTo>
                  <a:pt x="17109" y="1030"/>
                  <a:pt x="17267" y="996"/>
                  <a:pt x="17429" y="996"/>
                </a:cubicBezTo>
                <a:cubicBezTo>
                  <a:pt x="17725" y="996"/>
                  <a:pt x="17951" y="1085"/>
                  <a:pt x="18106" y="1264"/>
                </a:cubicBezTo>
                <a:cubicBezTo>
                  <a:pt x="18261" y="1443"/>
                  <a:pt x="18339" y="1700"/>
                  <a:pt x="18339" y="2036"/>
                </a:cubicBezTo>
                <a:lnTo>
                  <a:pt x="18339" y="3818"/>
                </a:lnTo>
                <a:close/>
                <a:moveTo>
                  <a:pt x="20650" y="3793"/>
                </a:moveTo>
                <a:cubicBezTo>
                  <a:pt x="20563" y="3816"/>
                  <a:pt x="20469" y="3835"/>
                  <a:pt x="20367" y="3850"/>
                </a:cubicBezTo>
                <a:cubicBezTo>
                  <a:pt x="20264" y="3864"/>
                  <a:pt x="20173" y="3872"/>
                  <a:pt x="20093" y="3872"/>
                </a:cubicBezTo>
                <a:cubicBezTo>
                  <a:pt x="19813" y="3872"/>
                  <a:pt x="19601" y="3796"/>
                  <a:pt x="19455" y="3646"/>
                </a:cubicBezTo>
                <a:cubicBezTo>
                  <a:pt x="19310" y="3495"/>
                  <a:pt x="19237" y="3253"/>
                  <a:pt x="19237" y="2921"/>
                </a:cubicBezTo>
                <a:lnTo>
                  <a:pt x="19237" y="1462"/>
                </a:lnTo>
                <a:lnTo>
                  <a:pt x="18925" y="1462"/>
                </a:lnTo>
                <a:lnTo>
                  <a:pt x="18925" y="1075"/>
                </a:lnTo>
                <a:lnTo>
                  <a:pt x="19237" y="1075"/>
                </a:lnTo>
                <a:lnTo>
                  <a:pt x="19237" y="285"/>
                </a:lnTo>
                <a:lnTo>
                  <a:pt x="19698" y="285"/>
                </a:lnTo>
                <a:lnTo>
                  <a:pt x="19698" y="1075"/>
                </a:lnTo>
                <a:lnTo>
                  <a:pt x="20650" y="1075"/>
                </a:lnTo>
                <a:lnTo>
                  <a:pt x="20650" y="1462"/>
                </a:lnTo>
                <a:lnTo>
                  <a:pt x="19698" y="1462"/>
                </a:lnTo>
                <a:lnTo>
                  <a:pt x="19698" y="2714"/>
                </a:lnTo>
                <a:cubicBezTo>
                  <a:pt x="19698" y="2858"/>
                  <a:pt x="19701" y="2971"/>
                  <a:pt x="19708" y="3052"/>
                </a:cubicBezTo>
                <a:cubicBezTo>
                  <a:pt x="19714" y="3133"/>
                  <a:pt x="19737" y="3209"/>
                  <a:pt x="19777" y="3280"/>
                </a:cubicBezTo>
                <a:cubicBezTo>
                  <a:pt x="19813" y="3345"/>
                  <a:pt x="19862" y="3393"/>
                  <a:pt x="19925" y="3424"/>
                </a:cubicBezTo>
                <a:cubicBezTo>
                  <a:pt x="19988" y="3454"/>
                  <a:pt x="20084" y="3469"/>
                  <a:pt x="20213" y="3469"/>
                </a:cubicBezTo>
                <a:cubicBezTo>
                  <a:pt x="20289" y="3469"/>
                  <a:pt x="20367" y="3458"/>
                  <a:pt x="20449" y="3436"/>
                </a:cubicBezTo>
                <a:cubicBezTo>
                  <a:pt x="20531" y="3414"/>
                  <a:pt x="20590" y="3396"/>
                  <a:pt x="20625" y="3381"/>
                </a:cubicBezTo>
                <a:lnTo>
                  <a:pt x="20650" y="3381"/>
                </a:lnTo>
                <a:lnTo>
                  <a:pt x="20650" y="3793"/>
                </a:lnTo>
                <a:close/>
                <a:moveTo>
                  <a:pt x="23498" y="3818"/>
                </a:moveTo>
                <a:lnTo>
                  <a:pt x="23037" y="3818"/>
                </a:lnTo>
                <a:lnTo>
                  <a:pt x="23037" y="2256"/>
                </a:lnTo>
                <a:cubicBezTo>
                  <a:pt x="23037" y="2129"/>
                  <a:pt x="23030" y="2011"/>
                  <a:pt x="23015" y="1901"/>
                </a:cubicBezTo>
                <a:cubicBezTo>
                  <a:pt x="23000" y="1790"/>
                  <a:pt x="22973" y="1704"/>
                  <a:pt x="22934" y="1642"/>
                </a:cubicBezTo>
                <a:cubicBezTo>
                  <a:pt x="22893" y="1573"/>
                  <a:pt x="22834" y="1522"/>
                  <a:pt x="22758" y="1488"/>
                </a:cubicBezTo>
                <a:cubicBezTo>
                  <a:pt x="22681" y="1455"/>
                  <a:pt x="22581" y="1438"/>
                  <a:pt x="22458" y="1438"/>
                </a:cubicBezTo>
                <a:cubicBezTo>
                  <a:pt x="22332" y="1438"/>
                  <a:pt x="22201" y="1469"/>
                  <a:pt x="22063" y="1531"/>
                </a:cubicBezTo>
                <a:cubicBezTo>
                  <a:pt x="21926" y="1593"/>
                  <a:pt x="21794" y="1673"/>
                  <a:pt x="21668" y="1769"/>
                </a:cubicBezTo>
                <a:lnTo>
                  <a:pt x="21668" y="3818"/>
                </a:lnTo>
                <a:lnTo>
                  <a:pt x="21207" y="3818"/>
                </a:lnTo>
                <a:lnTo>
                  <a:pt x="21207" y="0"/>
                </a:lnTo>
                <a:lnTo>
                  <a:pt x="21668" y="0"/>
                </a:lnTo>
                <a:lnTo>
                  <a:pt x="21668" y="1377"/>
                </a:lnTo>
                <a:cubicBezTo>
                  <a:pt x="21812" y="1257"/>
                  <a:pt x="21961" y="1164"/>
                  <a:pt x="22115" y="1097"/>
                </a:cubicBezTo>
                <a:cubicBezTo>
                  <a:pt x="22269" y="1030"/>
                  <a:pt x="22426" y="996"/>
                  <a:pt x="22588" y="996"/>
                </a:cubicBezTo>
                <a:cubicBezTo>
                  <a:pt x="22884" y="996"/>
                  <a:pt x="23110" y="1085"/>
                  <a:pt x="23265" y="1264"/>
                </a:cubicBezTo>
                <a:cubicBezTo>
                  <a:pt x="23421" y="1443"/>
                  <a:pt x="23498" y="1700"/>
                  <a:pt x="23498" y="2036"/>
                </a:cubicBezTo>
                <a:lnTo>
                  <a:pt x="23498" y="3818"/>
                </a:lnTo>
                <a:close/>
                <a:moveTo>
                  <a:pt x="24882" y="618"/>
                </a:moveTo>
                <a:lnTo>
                  <a:pt x="24362" y="618"/>
                </a:lnTo>
                <a:lnTo>
                  <a:pt x="24362" y="137"/>
                </a:lnTo>
                <a:lnTo>
                  <a:pt x="24882" y="137"/>
                </a:lnTo>
                <a:lnTo>
                  <a:pt x="24882" y="618"/>
                </a:lnTo>
                <a:moveTo>
                  <a:pt x="24853" y="3818"/>
                </a:moveTo>
                <a:lnTo>
                  <a:pt x="24391" y="3818"/>
                </a:lnTo>
                <a:lnTo>
                  <a:pt x="24391" y="1075"/>
                </a:lnTo>
                <a:lnTo>
                  <a:pt x="24853" y="1075"/>
                </a:lnTo>
                <a:lnTo>
                  <a:pt x="24853" y="3818"/>
                </a:lnTo>
                <a:close/>
                <a:moveTo>
                  <a:pt x="27988" y="3818"/>
                </a:moveTo>
                <a:lnTo>
                  <a:pt x="27527" y="3818"/>
                </a:lnTo>
                <a:lnTo>
                  <a:pt x="27527" y="3532"/>
                </a:lnTo>
                <a:cubicBezTo>
                  <a:pt x="27394" y="3647"/>
                  <a:pt x="27256" y="3736"/>
                  <a:pt x="27112" y="3800"/>
                </a:cubicBezTo>
                <a:cubicBezTo>
                  <a:pt x="26968" y="3864"/>
                  <a:pt x="26812" y="3896"/>
                  <a:pt x="26644" y="3896"/>
                </a:cubicBezTo>
                <a:cubicBezTo>
                  <a:pt x="26316" y="3896"/>
                  <a:pt x="26057" y="3770"/>
                  <a:pt x="25865" y="3517"/>
                </a:cubicBezTo>
                <a:cubicBezTo>
                  <a:pt x="25672" y="3265"/>
                  <a:pt x="25576" y="2915"/>
                  <a:pt x="25576" y="2467"/>
                </a:cubicBezTo>
                <a:cubicBezTo>
                  <a:pt x="25576" y="2234"/>
                  <a:pt x="25609" y="2027"/>
                  <a:pt x="25676" y="1845"/>
                </a:cubicBezTo>
                <a:cubicBezTo>
                  <a:pt x="25742" y="1663"/>
                  <a:pt x="25832" y="1508"/>
                  <a:pt x="25944" y="1380"/>
                </a:cubicBezTo>
                <a:cubicBezTo>
                  <a:pt x="26056" y="1255"/>
                  <a:pt x="26185" y="1160"/>
                  <a:pt x="26333" y="1095"/>
                </a:cubicBezTo>
                <a:cubicBezTo>
                  <a:pt x="26481" y="1029"/>
                  <a:pt x="26635" y="996"/>
                  <a:pt x="26793" y="996"/>
                </a:cubicBezTo>
                <a:cubicBezTo>
                  <a:pt x="26937" y="996"/>
                  <a:pt x="27065" y="1011"/>
                  <a:pt x="27176" y="1042"/>
                </a:cubicBezTo>
                <a:cubicBezTo>
                  <a:pt x="27287" y="1072"/>
                  <a:pt x="27404" y="1119"/>
                  <a:pt x="27527" y="1183"/>
                </a:cubicBezTo>
                <a:lnTo>
                  <a:pt x="27527" y="0"/>
                </a:lnTo>
                <a:lnTo>
                  <a:pt x="27988" y="0"/>
                </a:lnTo>
                <a:lnTo>
                  <a:pt x="27988" y="3818"/>
                </a:lnTo>
                <a:moveTo>
                  <a:pt x="27527" y="3143"/>
                </a:moveTo>
                <a:lnTo>
                  <a:pt x="27527" y="1570"/>
                </a:lnTo>
                <a:cubicBezTo>
                  <a:pt x="27403" y="1515"/>
                  <a:pt x="27291" y="1476"/>
                  <a:pt x="27193" y="1455"/>
                </a:cubicBezTo>
                <a:cubicBezTo>
                  <a:pt x="27095" y="1434"/>
                  <a:pt x="26988" y="1423"/>
                  <a:pt x="26872" y="1423"/>
                </a:cubicBezTo>
                <a:cubicBezTo>
                  <a:pt x="26613" y="1423"/>
                  <a:pt x="26412" y="1513"/>
                  <a:pt x="26268" y="1693"/>
                </a:cubicBezTo>
                <a:cubicBezTo>
                  <a:pt x="26124" y="1873"/>
                  <a:pt x="26052" y="2128"/>
                  <a:pt x="26052" y="2458"/>
                </a:cubicBezTo>
                <a:cubicBezTo>
                  <a:pt x="26052" y="2784"/>
                  <a:pt x="26108" y="3031"/>
                  <a:pt x="26219" y="3200"/>
                </a:cubicBezTo>
                <a:cubicBezTo>
                  <a:pt x="26330" y="3370"/>
                  <a:pt x="26509" y="3454"/>
                  <a:pt x="26754" y="3454"/>
                </a:cubicBezTo>
                <a:cubicBezTo>
                  <a:pt x="26885" y="3454"/>
                  <a:pt x="27017" y="3425"/>
                  <a:pt x="27151" y="3367"/>
                </a:cubicBezTo>
                <a:cubicBezTo>
                  <a:pt x="27286" y="3309"/>
                  <a:pt x="27411" y="3234"/>
                  <a:pt x="27527" y="3143"/>
                </a:cubicBezTo>
                <a:close/>
                <a:moveTo>
                  <a:pt x="31026" y="3818"/>
                </a:moveTo>
                <a:lnTo>
                  <a:pt x="30567" y="3818"/>
                </a:lnTo>
                <a:lnTo>
                  <a:pt x="30567" y="3528"/>
                </a:lnTo>
                <a:cubicBezTo>
                  <a:pt x="30526" y="3555"/>
                  <a:pt x="30471" y="3594"/>
                  <a:pt x="30401" y="3644"/>
                </a:cubicBezTo>
                <a:cubicBezTo>
                  <a:pt x="30332" y="3694"/>
                  <a:pt x="30264" y="3734"/>
                  <a:pt x="30199" y="3763"/>
                </a:cubicBezTo>
                <a:cubicBezTo>
                  <a:pt x="30122" y="3801"/>
                  <a:pt x="30034" y="3833"/>
                  <a:pt x="29934" y="3858"/>
                </a:cubicBezTo>
                <a:cubicBezTo>
                  <a:pt x="29834" y="3883"/>
                  <a:pt x="29717" y="3896"/>
                  <a:pt x="29583" y="3896"/>
                </a:cubicBezTo>
                <a:cubicBezTo>
                  <a:pt x="29336" y="3896"/>
                  <a:pt x="29127" y="3814"/>
                  <a:pt x="28955" y="3650"/>
                </a:cubicBezTo>
                <a:cubicBezTo>
                  <a:pt x="28783" y="3487"/>
                  <a:pt x="28697" y="3278"/>
                  <a:pt x="28697" y="3024"/>
                </a:cubicBezTo>
                <a:cubicBezTo>
                  <a:pt x="28697" y="2816"/>
                  <a:pt x="28742" y="2648"/>
                  <a:pt x="28831" y="2519"/>
                </a:cubicBezTo>
                <a:cubicBezTo>
                  <a:pt x="28920" y="2391"/>
                  <a:pt x="29047" y="2289"/>
                  <a:pt x="29212" y="2216"/>
                </a:cubicBezTo>
                <a:cubicBezTo>
                  <a:pt x="29379" y="2142"/>
                  <a:pt x="29580" y="2092"/>
                  <a:pt x="29814" y="2066"/>
                </a:cubicBezTo>
                <a:cubicBezTo>
                  <a:pt x="30047" y="2040"/>
                  <a:pt x="30299" y="2020"/>
                  <a:pt x="30567" y="2007"/>
                </a:cubicBezTo>
                <a:lnTo>
                  <a:pt x="30567" y="1935"/>
                </a:lnTo>
                <a:cubicBezTo>
                  <a:pt x="30567" y="1830"/>
                  <a:pt x="30548" y="1742"/>
                  <a:pt x="30512" y="1673"/>
                </a:cubicBezTo>
                <a:cubicBezTo>
                  <a:pt x="30475" y="1604"/>
                  <a:pt x="30422" y="1549"/>
                  <a:pt x="30353" y="1510"/>
                </a:cubicBezTo>
                <a:cubicBezTo>
                  <a:pt x="30288" y="1472"/>
                  <a:pt x="30209" y="1446"/>
                  <a:pt x="30118" y="1433"/>
                </a:cubicBezTo>
                <a:cubicBezTo>
                  <a:pt x="30026" y="1420"/>
                  <a:pt x="29930" y="1413"/>
                  <a:pt x="29831" y="1413"/>
                </a:cubicBezTo>
                <a:cubicBezTo>
                  <a:pt x="29710" y="1413"/>
                  <a:pt x="29575" y="1430"/>
                  <a:pt x="29426" y="1462"/>
                </a:cubicBezTo>
                <a:cubicBezTo>
                  <a:pt x="29277" y="1495"/>
                  <a:pt x="29123" y="1542"/>
                  <a:pt x="28965" y="1605"/>
                </a:cubicBezTo>
                <a:lnTo>
                  <a:pt x="28940" y="1605"/>
                </a:lnTo>
                <a:lnTo>
                  <a:pt x="28940" y="1136"/>
                </a:lnTo>
                <a:cubicBezTo>
                  <a:pt x="29030" y="1111"/>
                  <a:pt x="29160" y="1084"/>
                  <a:pt x="29330" y="1055"/>
                </a:cubicBezTo>
                <a:cubicBezTo>
                  <a:pt x="29500" y="1026"/>
                  <a:pt x="29668" y="1011"/>
                  <a:pt x="29833" y="1011"/>
                </a:cubicBezTo>
                <a:cubicBezTo>
                  <a:pt x="30026" y="1011"/>
                  <a:pt x="30194" y="1027"/>
                  <a:pt x="30337" y="1059"/>
                </a:cubicBezTo>
                <a:cubicBezTo>
                  <a:pt x="30480" y="1091"/>
                  <a:pt x="30604" y="1145"/>
                  <a:pt x="30709" y="1222"/>
                </a:cubicBezTo>
                <a:cubicBezTo>
                  <a:pt x="30812" y="1297"/>
                  <a:pt x="30891" y="1394"/>
                  <a:pt x="30945" y="1514"/>
                </a:cubicBezTo>
                <a:cubicBezTo>
                  <a:pt x="30999" y="1633"/>
                  <a:pt x="31026" y="1781"/>
                  <a:pt x="31026" y="1958"/>
                </a:cubicBezTo>
                <a:lnTo>
                  <a:pt x="31026" y="3818"/>
                </a:lnTo>
                <a:moveTo>
                  <a:pt x="30567" y="3146"/>
                </a:moveTo>
                <a:lnTo>
                  <a:pt x="30567" y="2380"/>
                </a:lnTo>
                <a:cubicBezTo>
                  <a:pt x="30426" y="2388"/>
                  <a:pt x="30260" y="2400"/>
                  <a:pt x="30070" y="2417"/>
                </a:cubicBezTo>
                <a:cubicBezTo>
                  <a:pt x="29879" y="2433"/>
                  <a:pt x="29728" y="2457"/>
                  <a:pt x="29617" y="2488"/>
                </a:cubicBezTo>
                <a:cubicBezTo>
                  <a:pt x="29485" y="2526"/>
                  <a:pt x="29378" y="2585"/>
                  <a:pt x="29296" y="2665"/>
                </a:cubicBezTo>
                <a:cubicBezTo>
                  <a:pt x="29214" y="2744"/>
                  <a:pt x="29173" y="2854"/>
                  <a:pt x="29173" y="2993"/>
                </a:cubicBezTo>
                <a:cubicBezTo>
                  <a:pt x="29173" y="3151"/>
                  <a:pt x="29221" y="3270"/>
                  <a:pt x="29315" y="3350"/>
                </a:cubicBezTo>
                <a:cubicBezTo>
                  <a:pt x="29410" y="3429"/>
                  <a:pt x="29555" y="3469"/>
                  <a:pt x="29750" y="3469"/>
                </a:cubicBezTo>
                <a:cubicBezTo>
                  <a:pt x="29912" y="3469"/>
                  <a:pt x="30060" y="3438"/>
                  <a:pt x="30194" y="3374"/>
                </a:cubicBezTo>
                <a:cubicBezTo>
                  <a:pt x="30328" y="3311"/>
                  <a:pt x="30452" y="3235"/>
                  <a:pt x="30567" y="3146"/>
                </a:cubicBezTo>
                <a:close/>
                <a:moveTo>
                  <a:pt x="34208" y="2493"/>
                </a:moveTo>
                <a:lnTo>
                  <a:pt x="32189" y="2493"/>
                </a:lnTo>
                <a:cubicBezTo>
                  <a:pt x="32189" y="2662"/>
                  <a:pt x="32214" y="2809"/>
                  <a:pt x="32265" y="2934"/>
                </a:cubicBezTo>
                <a:cubicBezTo>
                  <a:pt x="32315" y="3060"/>
                  <a:pt x="32385" y="3162"/>
                  <a:pt x="32473" y="3243"/>
                </a:cubicBezTo>
                <a:cubicBezTo>
                  <a:pt x="32558" y="3322"/>
                  <a:pt x="32659" y="3381"/>
                  <a:pt x="32776" y="3420"/>
                </a:cubicBezTo>
                <a:cubicBezTo>
                  <a:pt x="32893" y="3459"/>
                  <a:pt x="33022" y="3479"/>
                  <a:pt x="33163" y="3479"/>
                </a:cubicBezTo>
                <a:cubicBezTo>
                  <a:pt x="33349" y="3479"/>
                  <a:pt x="33537" y="3441"/>
                  <a:pt x="33726" y="3366"/>
                </a:cubicBezTo>
                <a:cubicBezTo>
                  <a:pt x="33915" y="3292"/>
                  <a:pt x="34049" y="3218"/>
                  <a:pt x="34129" y="3145"/>
                </a:cubicBezTo>
                <a:lnTo>
                  <a:pt x="34154" y="3145"/>
                </a:lnTo>
                <a:lnTo>
                  <a:pt x="34154" y="3650"/>
                </a:lnTo>
                <a:cubicBezTo>
                  <a:pt x="33998" y="3716"/>
                  <a:pt x="33840" y="3771"/>
                  <a:pt x="33678" y="3815"/>
                </a:cubicBezTo>
                <a:cubicBezTo>
                  <a:pt x="33516" y="3859"/>
                  <a:pt x="33346" y="3881"/>
                  <a:pt x="33167" y="3881"/>
                </a:cubicBezTo>
                <a:cubicBezTo>
                  <a:pt x="32713" y="3881"/>
                  <a:pt x="32358" y="3758"/>
                  <a:pt x="32103" y="3511"/>
                </a:cubicBezTo>
                <a:cubicBezTo>
                  <a:pt x="31847" y="3265"/>
                  <a:pt x="31720" y="2915"/>
                  <a:pt x="31720" y="2461"/>
                </a:cubicBezTo>
                <a:cubicBezTo>
                  <a:pt x="31720" y="2012"/>
                  <a:pt x="31842" y="1656"/>
                  <a:pt x="32087" y="1392"/>
                </a:cubicBezTo>
                <a:cubicBezTo>
                  <a:pt x="32331" y="1128"/>
                  <a:pt x="32653" y="996"/>
                  <a:pt x="33052" y="996"/>
                </a:cubicBezTo>
                <a:cubicBezTo>
                  <a:pt x="33422" y="996"/>
                  <a:pt x="33707" y="1104"/>
                  <a:pt x="33907" y="1320"/>
                </a:cubicBezTo>
                <a:cubicBezTo>
                  <a:pt x="34108" y="1537"/>
                  <a:pt x="34208" y="1844"/>
                  <a:pt x="34208" y="2242"/>
                </a:cubicBezTo>
                <a:lnTo>
                  <a:pt x="34208" y="2493"/>
                </a:lnTo>
                <a:moveTo>
                  <a:pt x="33759" y="2139"/>
                </a:moveTo>
                <a:cubicBezTo>
                  <a:pt x="33757" y="1897"/>
                  <a:pt x="33696" y="1710"/>
                  <a:pt x="33576" y="1578"/>
                </a:cubicBezTo>
                <a:cubicBezTo>
                  <a:pt x="33456" y="1445"/>
                  <a:pt x="33273" y="1379"/>
                  <a:pt x="33028" y="1379"/>
                </a:cubicBezTo>
                <a:cubicBezTo>
                  <a:pt x="32781" y="1379"/>
                  <a:pt x="32584" y="1452"/>
                  <a:pt x="32438" y="1597"/>
                </a:cubicBezTo>
                <a:cubicBezTo>
                  <a:pt x="32291" y="1743"/>
                  <a:pt x="32208" y="1923"/>
                  <a:pt x="32189" y="2139"/>
                </a:cubicBezTo>
                <a:lnTo>
                  <a:pt x="33759" y="213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FCAA5B-8A03-402A-9787-BBFAAE5EA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71" y="1617019"/>
            <a:ext cx="34396" cy="33036"/>
          </a:xfrm>
          <a:custGeom xmlns:a="http://schemas.openxmlformats.org/drawingml/2006/main">
            <a:pathLst>
              <a:path w="34396" h="33036">
                <a:moveTo>
                  <a:pt x="0" y="0"/>
                </a:moveTo>
                <a:lnTo>
                  <a:pt x="34396" y="0"/>
                </a:lnTo>
                <a:lnTo>
                  <a:pt x="34396" y="33036"/>
                </a:lnTo>
                <a:lnTo>
                  <a:pt x="0" y="330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172025A-CE77-4E8B-AC08-3E6B17F74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3571" y="1617022"/>
            <a:ext cx="34398" cy="33036"/>
          </a:xfrm>
          <a:custGeom xmlns:a="http://schemas.openxmlformats.org/drawingml/2006/main">
            <a:pathLst>
              <a:path w="34398" h="33036" fill="none">
                <a:moveTo>
                  <a:pt x="0" y="0"/>
                </a:moveTo>
                <a:lnTo>
                  <a:pt x="34398" y="0"/>
                </a:lnTo>
                <a:lnTo>
                  <a:pt x="34398" y="33036"/>
                </a:lnTo>
                <a:lnTo>
                  <a:pt x="0" y="330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89" name="Text Lucanidae">
            <a:extLst xmlns:a="http://schemas.openxmlformats.org/drawingml/2006/main">
              <a:ext uri="{FF2B5EF4-FFF2-40B4-BE49-F238E27FC236}">
                <a16:creationId xmlns:a16="http://schemas.microsoft.com/office/drawing/2014/main" id="{55F3932D-4A7A-410C-B7AC-A6615BF26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6735" y="1618663"/>
            <a:ext cx="33379" cy="5292"/>
          </a:xfrm>
          <a:custGeom xmlns:a="http://schemas.openxmlformats.org/drawingml/2006/main">
            <a:pathLst>
              <a:path w="33379" h="5292">
                <a:moveTo>
                  <a:pt x="3139" y="5185"/>
                </a:moveTo>
                <a:lnTo>
                  <a:pt x="0" y="5185"/>
                </a:lnTo>
                <a:lnTo>
                  <a:pt x="0" y="220"/>
                </a:lnTo>
                <a:lnTo>
                  <a:pt x="660" y="220"/>
                </a:lnTo>
                <a:lnTo>
                  <a:pt x="660" y="4599"/>
                </a:lnTo>
                <a:lnTo>
                  <a:pt x="3139" y="4599"/>
                </a:lnTo>
                <a:lnTo>
                  <a:pt x="3139" y="5185"/>
                </a:lnTo>
                <a:close/>
                <a:moveTo>
                  <a:pt x="6834" y="5185"/>
                </a:moveTo>
                <a:lnTo>
                  <a:pt x="6208" y="5185"/>
                </a:lnTo>
                <a:lnTo>
                  <a:pt x="6208" y="4774"/>
                </a:lnTo>
                <a:cubicBezTo>
                  <a:pt x="5997" y="4941"/>
                  <a:pt x="5795" y="5069"/>
                  <a:pt x="5601" y="5158"/>
                </a:cubicBezTo>
                <a:cubicBezTo>
                  <a:pt x="5408" y="5247"/>
                  <a:pt x="5195" y="5292"/>
                  <a:pt x="4961" y="5292"/>
                </a:cubicBezTo>
                <a:cubicBezTo>
                  <a:pt x="4570" y="5292"/>
                  <a:pt x="4266" y="5172"/>
                  <a:pt x="4048" y="4933"/>
                </a:cubicBezTo>
                <a:cubicBezTo>
                  <a:pt x="3831" y="4694"/>
                  <a:pt x="3722" y="4343"/>
                  <a:pt x="3722" y="3880"/>
                </a:cubicBezTo>
                <a:lnTo>
                  <a:pt x="3722" y="1460"/>
                </a:lnTo>
                <a:lnTo>
                  <a:pt x="4348" y="1460"/>
                </a:lnTo>
                <a:lnTo>
                  <a:pt x="4348" y="3581"/>
                </a:lnTo>
                <a:cubicBezTo>
                  <a:pt x="4348" y="3770"/>
                  <a:pt x="4357" y="3932"/>
                  <a:pt x="4375" y="4066"/>
                </a:cubicBezTo>
                <a:cubicBezTo>
                  <a:pt x="4393" y="4201"/>
                  <a:pt x="4430" y="4316"/>
                  <a:pt x="4488" y="4412"/>
                </a:cubicBezTo>
                <a:cubicBezTo>
                  <a:pt x="4548" y="4509"/>
                  <a:pt x="4626" y="4581"/>
                  <a:pt x="4722" y="4625"/>
                </a:cubicBezTo>
                <a:cubicBezTo>
                  <a:pt x="4817" y="4670"/>
                  <a:pt x="4956" y="4692"/>
                  <a:pt x="5138" y="4692"/>
                </a:cubicBezTo>
                <a:cubicBezTo>
                  <a:pt x="5300" y="4692"/>
                  <a:pt x="5477" y="4650"/>
                  <a:pt x="5670" y="4565"/>
                </a:cubicBezTo>
                <a:cubicBezTo>
                  <a:pt x="5862" y="4481"/>
                  <a:pt x="6041" y="4373"/>
                  <a:pt x="6208" y="4242"/>
                </a:cubicBezTo>
                <a:lnTo>
                  <a:pt x="6208" y="1460"/>
                </a:lnTo>
                <a:lnTo>
                  <a:pt x="6834" y="1460"/>
                </a:lnTo>
                <a:lnTo>
                  <a:pt x="6834" y="5185"/>
                </a:lnTo>
                <a:close/>
                <a:moveTo>
                  <a:pt x="10819" y="4955"/>
                </a:moveTo>
                <a:cubicBezTo>
                  <a:pt x="10611" y="5055"/>
                  <a:pt x="10412" y="5133"/>
                  <a:pt x="10225" y="5188"/>
                </a:cubicBezTo>
                <a:cubicBezTo>
                  <a:pt x="10037" y="5244"/>
                  <a:pt x="9838" y="5272"/>
                  <a:pt x="9627" y="5272"/>
                </a:cubicBezTo>
                <a:cubicBezTo>
                  <a:pt x="9358" y="5272"/>
                  <a:pt x="9111" y="5232"/>
                  <a:pt x="8887" y="5153"/>
                </a:cubicBezTo>
                <a:cubicBezTo>
                  <a:pt x="8662" y="5074"/>
                  <a:pt x="8470" y="4955"/>
                  <a:pt x="8310" y="4794"/>
                </a:cubicBezTo>
                <a:cubicBezTo>
                  <a:pt x="8148" y="4634"/>
                  <a:pt x="8023" y="4432"/>
                  <a:pt x="7934" y="4187"/>
                </a:cubicBezTo>
                <a:cubicBezTo>
                  <a:pt x="7845" y="3942"/>
                  <a:pt x="7800" y="3656"/>
                  <a:pt x="7800" y="3329"/>
                </a:cubicBezTo>
                <a:cubicBezTo>
                  <a:pt x="7800" y="2719"/>
                  <a:pt x="7968" y="2241"/>
                  <a:pt x="8302" y="1894"/>
                </a:cubicBezTo>
                <a:cubicBezTo>
                  <a:pt x="8636" y="1546"/>
                  <a:pt x="9078" y="1373"/>
                  <a:pt x="9627" y="1373"/>
                </a:cubicBezTo>
                <a:cubicBezTo>
                  <a:pt x="9840" y="1373"/>
                  <a:pt x="10049" y="1403"/>
                  <a:pt x="10255" y="1463"/>
                </a:cubicBezTo>
                <a:cubicBezTo>
                  <a:pt x="10460" y="1523"/>
                  <a:pt x="10648" y="1596"/>
                  <a:pt x="10819" y="1683"/>
                </a:cubicBezTo>
                <a:lnTo>
                  <a:pt x="10819" y="2379"/>
                </a:lnTo>
                <a:lnTo>
                  <a:pt x="10786" y="2379"/>
                </a:lnTo>
                <a:cubicBezTo>
                  <a:pt x="10595" y="2231"/>
                  <a:pt x="10398" y="2118"/>
                  <a:pt x="10195" y="2039"/>
                </a:cubicBezTo>
                <a:cubicBezTo>
                  <a:pt x="9991" y="1959"/>
                  <a:pt x="9793" y="1919"/>
                  <a:pt x="9600" y="1919"/>
                </a:cubicBezTo>
                <a:cubicBezTo>
                  <a:pt x="9244" y="1919"/>
                  <a:pt x="8964" y="2039"/>
                  <a:pt x="8758" y="2278"/>
                </a:cubicBezTo>
                <a:cubicBezTo>
                  <a:pt x="8553" y="2516"/>
                  <a:pt x="8450" y="2867"/>
                  <a:pt x="8450" y="3329"/>
                </a:cubicBezTo>
                <a:cubicBezTo>
                  <a:pt x="8450" y="3778"/>
                  <a:pt x="8551" y="4123"/>
                  <a:pt x="8752" y="4364"/>
                </a:cubicBezTo>
                <a:cubicBezTo>
                  <a:pt x="8953" y="4605"/>
                  <a:pt x="9236" y="4725"/>
                  <a:pt x="9600" y="4725"/>
                </a:cubicBezTo>
                <a:cubicBezTo>
                  <a:pt x="9727" y="4725"/>
                  <a:pt x="9855" y="4709"/>
                  <a:pt x="9986" y="4676"/>
                </a:cubicBezTo>
                <a:cubicBezTo>
                  <a:pt x="10117" y="4642"/>
                  <a:pt x="10235" y="4599"/>
                  <a:pt x="10340" y="4546"/>
                </a:cubicBezTo>
                <a:cubicBezTo>
                  <a:pt x="10431" y="4500"/>
                  <a:pt x="10516" y="4451"/>
                  <a:pt x="10596" y="4399"/>
                </a:cubicBezTo>
                <a:cubicBezTo>
                  <a:pt x="10676" y="4347"/>
                  <a:pt x="10740" y="4303"/>
                  <a:pt x="10786" y="4265"/>
                </a:cubicBezTo>
                <a:lnTo>
                  <a:pt x="10819" y="4265"/>
                </a:lnTo>
                <a:lnTo>
                  <a:pt x="10819" y="4955"/>
                </a:lnTo>
                <a:close/>
                <a:moveTo>
                  <a:pt x="14515" y="5185"/>
                </a:moveTo>
                <a:lnTo>
                  <a:pt x="13892" y="5185"/>
                </a:lnTo>
                <a:lnTo>
                  <a:pt x="13892" y="4791"/>
                </a:lnTo>
                <a:cubicBezTo>
                  <a:pt x="13836" y="4829"/>
                  <a:pt x="13761" y="4882"/>
                  <a:pt x="13667" y="4950"/>
                </a:cubicBezTo>
                <a:cubicBezTo>
                  <a:pt x="13573" y="5017"/>
                  <a:pt x="13481" y="5071"/>
                  <a:pt x="13392" y="5111"/>
                </a:cubicBezTo>
                <a:cubicBezTo>
                  <a:pt x="13288" y="5163"/>
                  <a:pt x="13168" y="5205"/>
                  <a:pt x="13032" y="5240"/>
                </a:cubicBezTo>
                <a:cubicBezTo>
                  <a:pt x="12897" y="5274"/>
                  <a:pt x="12738" y="5292"/>
                  <a:pt x="12556" y="5292"/>
                </a:cubicBezTo>
                <a:cubicBezTo>
                  <a:pt x="12220" y="5292"/>
                  <a:pt x="11936" y="5180"/>
                  <a:pt x="11703" y="4958"/>
                </a:cubicBezTo>
                <a:cubicBezTo>
                  <a:pt x="11469" y="4736"/>
                  <a:pt x="11353" y="4452"/>
                  <a:pt x="11353" y="4107"/>
                </a:cubicBezTo>
                <a:cubicBezTo>
                  <a:pt x="11353" y="3825"/>
                  <a:pt x="11413" y="3596"/>
                  <a:pt x="11534" y="3422"/>
                </a:cubicBezTo>
                <a:cubicBezTo>
                  <a:pt x="11655" y="3247"/>
                  <a:pt x="11828" y="3109"/>
                  <a:pt x="12052" y="3009"/>
                </a:cubicBezTo>
                <a:cubicBezTo>
                  <a:pt x="12279" y="2909"/>
                  <a:pt x="12551" y="2841"/>
                  <a:pt x="12869" y="2806"/>
                </a:cubicBezTo>
                <a:cubicBezTo>
                  <a:pt x="13187" y="2770"/>
                  <a:pt x="13528" y="2744"/>
                  <a:pt x="13892" y="2726"/>
                </a:cubicBezTo>
                <a:lnTo>
                  <a:pt x="13892" y="2628"/>
                </a:lnTo>
                <a:cubicBezTo>
                  <a:pt x="13892" y="2485"/>
                  <a:pt x="13867" y="2366"/>
                  <a:pt x="13817" y="2272"/>
                </a:cubicBezTo>
                <a:cubicBezTo>
                  <a:pt x="13767" y="2178"/>
                  <a:pt x="13695" y="2104"/>
                  <a:pt x="13602" y="2050"/>
                </a:cubicBezTo>
                <a:cubicBezTo>
                  <a:pt x="13513" y="1999"/>
                  <a:pt x="13406" y="1964"/>
                  <a:pt x="13282" y="1946"/>
                </a:cubicBezTo>
                <a:cubicBezTo>
                  <a:pt x="13158" y="1928"/>
                  <a:pt x="13028" y="1919"/>
                  <a:pt x="12892" y="1919"/>
                </a:cubicBezTo>
                <a:cubicBezTo>
                  <a:pt x="12728" y="1919"/>
                  <a:pt x="12545" y="1942"/>
                  <a:pt x="12342" y="1986"/>
                </a:cubicBezTo>
                <a:cubicBezTo>
                  <a:pt x="12140" y="2031"/>
                  <a:pt x="11931" y="2095"/>
                  <a:pt x="11716" y="2179"/>
                </a:cubicBezTo>
                <a:lnTo>
                  <a:pt x="11683" y="2179"/>
                </a:lnTo>
                <a:lnTo>
                  <a:pt x="11683" y="1543"/>
                </a:lnTo>
                <a:cubicBezTo>
                  <a:pt x="11805" y="1510"/>
                  <a:pt x="11981" y="1473"/>
                  <a:pt x="12212" y="1433"/>
                </a:cubicBezTo>
                <a:cubicBezTo>
                  <a:pt x="12443" y="1393"/>
                  <a:pt x="12671" y="1373"/>
                  <a:pt x="12896" y="1373"/>
                </a:cubicBezTo>
                <a:cubicBezTo>
                  <a:pt x="13158" y="1373"/>
                  <a:pt x="13386" y="1395"/>
                  <a:pt x="13580" y="1438"/>
                </a:cubicBezTo>
                <a:cubicBezTo>
                  <a:pt x="13775" y="1481"/>
                  <a:pt x="13943" y="1555"/>
                  <a:pt x="14085" y="1659"/>
                </a:cubicBezTo>
                <a:cubicBezTo>
                  <a:pt x="14225" y="1762"/>
                  <a:pt x="14332" y="1894"/>
                  <a:pt x="14405" y="2056"/>
                </a:cubicBezTo>
                <a:cubicBezTo>
                  <a:pt x="14478" y="2218"/>
                  <a:pt x="14515" y="2419"/>
                  <a:pt x="14515" y="2659"/>
                </a:cubicBezTo>
                <a:lnTo>
                  <a:pt x="14515" y="5185"/>
                </a:lnTo>
                <a:moveTo>
                  <a:pt x="13892" y="4273"/>
                </a:moveTo>
                <a:lnTo>
                  <a:pt x="13892" y="3232"/>
                </a:lnTo>
                <a:cubicBezTo>
                  <a:pt x="13701" y="3243"/>
                  <a:pt x="13476" y="3260"/>
                  <a:pt x="13217" y="3283"/>
                </a:cubicBezTo>
                <a:cubicBezTo>
                  <a:pt x="12958" y="3305"/>
                  <a:pt x="12753" y="3337"/>
                  <a:pt x="12602" y="3380"/>
                </a:cubicBezTo>
                <a:cubicBezTo>
                  <a:pt x="12422" y="3431"/>
                  <a:pt x="12277" y="3511"/>
                  <a:pt x="12166" y="3619"/>
                </a:cubicBezTo>
                <a:cubicBezTo>
                  <a:pt x="12055" y="3727"/>
                  <a:pt x="11999" y="3876"/>
                  <a:pt x="11999" y="4066"/>
                </a:cubicBezTo>
                <a:cubicBezTo>
                  <a:pt x="11999" y="4280"/>
                  <a:pt x="12064" y="4441"/>
                  <a:pt x="12192" y="4549"/>
                </a:cubicBezTo>
                <a:cubicBezTo>
                  <a:pt x="12321" y="4658"/>
                  <a:pt x="12518" y="4712"/>
                  <a:pt x="12782" y="4712"/>
                </a:cubicBezTo>
                <a:cubicBezTo>
                  <a:pt x="13002" y="4712"/>
                  <a:pt x="13203" y="4669"/>
                  <a:pt x="13385" y="4583"/>
                </a:cubicBezTo>
                <a:cubicBezTo>
                  <a:pt x="13568" y="4497"/>
                  <a:pt x="13736" y="4394"/>
                  <a:pt x="13892" y="4273"/>
                </a:cubicBezTo>
                <a:close/>
                <a:moveTo>
                  <a:pt x="18834" y="5185"/>
                </a:moveTo>
                <a:lnTo>
                  <a:pt x="18207" y="5185"/>
                </a:lnTo>
                <a:lnTo>
                  <a:pt x="18207" y="3064"/>
                </a:lnTo>
                <a:cubicBezTo>
                  <a:pt x="18207" y="2892"/>
                  <a:pt x="18197" y="2732"/>
                  <a:pt x="18177" y="2581"/>
                </a:cubicBezTo>
                <a:cubicBezTo>
                  <a:pt x="18157" y="2431"/>
                  <a:pt x="18121" y="2314"/>
                  <a:pt x="18067" y="2230"/>
                </a:cubicBezTo>
                <a:cubicBezTo>
                  <a:pt x="18012" y="2136"/>
                  <a:pt x="17932" y="2067"/>
                  <a:pt x="17827" y="2021"/>
                </a:cubicBezTo>
                <a:cubicBezTo>
                  <a:pt x="17723" y="1976"/>
                  <a:pt x="17587" y="1953"/>
                  <a:pt x="17421" y="1953"/>
                </a:cubicBezTo>
                <a:cubicBezTo>
                  <a:pt x="17250" y="1953"/>
                  <a:pt x="17071" y="1995"/>
                  <a:pt x="16884" y="2080"/>
                </a:cubicBezTo>
                <a:cubicBezTo>
                  <a:pt x="16698" y="2164"/>
                  <a:pt x="16519" y="2272"/>
                  <a:pt x="16348" y="2403"/>
                </a:cubicBezTo>
                <a:lnTo>
                  <a:pt x="16348" y="5185"/>
                </a:lnTo>
                <a:lnTo>
                  <a:pt x="15721" y="5185"/>
                </a:lnTo>
                <a:lnTo>
                  <a:pt x="15721" y="1460"/>
                </a:lnTo>
                <a:lnTo>
                  <a:pt x="16348" y="1460"/>
                </a:lnTo>
                <a:lnTo>
                  <a:pt x="16348" y="1870"/>
                </a:lnTo>
                <a:cubicBezTo>
                  <a:pt x="16543" y="1708"/>
                  <a:pt x="16746" y="1581"/>
                  <a:pt x="16954" y="1490"/>
                </a:cubicBezTo>
                <a:cubicBezTo>
                  <a:pt x="17163" y="1399"/>
                  <a:pt x="17378" y="1353"/>
                  <a:pt x="17597" y="1353"/>
                </a:cubicBezTo>
                <a:cubicBezTo>
                  <a:pt x="18000" y="1353"/>
                  <a:pt x="18306" y="1474"/>
                  <a:pt x="18517" y="1717"/>
                </a:cubicBezTo>
                <a:cubicBezTo>
                  <a:pt x="18728" y="1959"/>
                  <a:pt x="18834" y="2309"/>
                  <a:pt x="18834" y="2765"/>
                </a:cubicBezTo>
                <a:lnTo>
                  <a:pt x="18834" y="5185"/>
                </a:lnTo>
                <a:close/>
                <a:moveTo>
                  <a:pt x="20713" y="840"/>
                </a:moveTo>
                <a:lnTo>
                  <a:pt x="20007" y="840"/>
                </a:lnTo>
                <a:lnTo>
                  <a:pt x="20007" y="187"/>
                </a:lnTo>
                <a:lnTo>
                  <a:pt x="20713" y="187"/>
                </a:lnTo>
                <a:lnTo>
                  <a:pt x="20713" y="840"/>
                </a:lnTo>
                <a:moveTo>
                  <a:pt x="20673" y="5185"/>
                </a:moveTo>
                <a:lnTo>
                  <a:pt x="20047" y="5185"/>
                </a:lnTo>
                <a:lnTo>
                  <a:pt x="20047" y="1460"/>
                </a:lnTo>
                <a:lnTo>
                  <a:pt x="20673" y="1460"/>
                </a:lnTo>
                <a:lnTo>
                  <a:pt x="20673" y="5185"/>
                </a:lnTo>
                <a:close/>
                <a:moveTo>
                  <a:pt x="24932" y="5185"/>
                </a:moveTo>
                <a:lnTo>
                  <a:pt x="24305" y="5185"/>
                </a:lnTo>
                <a:lnTo>
                  <a:pt x="24305" y="4797"/>
                </a:lnTo>
                <a:cubicBezTo>
                  <a:pt x="24125" y="4953"/>
                  <a:pt x="23938" y="5075"/>
                  <a:pt x="23742" y="5161"/>
                </a:cubicBezTo>
                <a:cubicBezTo>
                  <a:pt x="23547" y="5248"/>
                  <a:pt x="23335" y="5292"/>
                  <a:pt x="23106" y="5292"/>
                </a:cubicBezTo>
                <a:cubicBezTo>
                  <a:pt x="22661" y="5292"/>
                  <a:pt x="22309" y="5120"/>
                  <a:pt x="22048" y="4777"/>
                </a:cubicBezTo>
                <a:cubicBezTo>
                  <a:pt x="21787" y="4434"/>
                  <a:pt x="21656" y="3959"/>
                  <a:pt x="21656" y="3351"/>
                </a:cubicBezTo>
                <a:cubicBezTo>
                  <a:pt x="21656" y="3034"/>
                  <a:pt x="21701" y="2753"/>
                  <a:pt x="21791" y="2505"/>
                </a:cubicBezTo>
                <a:cubicBezTo>
                  <a:pt x="21881" y="2258"/>
                  <a:pt x="22003" y="2048"/>
                  <a:pt x="22156" y="1874"/>
                </a:cubicBezTo>
                <a:cubicBezTo>
                  <a:pt x="22307" y="1705"/>
                  <a:pt x="22483" y="1576"/>
                  <a:pt x="22684" y="1487"/>
                </a:cubicBezTo>
                <a:cubicBezTo>
                  <a:pt x="22885" y="1397"/>
                  <a:pt x="23093" y="1353"/>
                  <a:pt x="23309" y="1353"/>
                </a:cubicBezTo>
                <a:cubicBezTo>
                  <a:pt x="23504" y="1353"/>
                  <a:pt x="23678" y="1374"/>
                  <a:pt x="23829" y="1415"/>
                </a:cubicBezTo>
                <a:cubicBezTo>
                  <a:pt x="23980" y="1456"/>
                  <a:pt x="24139" y="1520"/>
                  <a:pt x="24305" y="1607"/>
                </a:cubicBezTo>
                <a:lnTo>
                  <a:pt x="24305" y="0"/>
                </a:lnTo>
                <a:lnTo>
                  <a:pt x="24932" y="0"/>
                </a:lnTo>
                <a:lnTo>
                  <a:pt x="24932" y="5185"/>
                </a:lnTo>
                <a:moveTo>
                  <a:pt x="24305" y="4269"/>
                </a:moveTo>
                <a:lnTo>
                  <a:pt x="24305" y="2133"/>
                </a:lnTo>
                <a:cubicBezTo>
                  <a:pt x="24136" y="2057"/>
                  <a:pt x="23985" y="2005"/>
                  <a:pt x="23852" y="1976"/>
                </a:cubicBezTo>
                <a:cubicBezTo>
                  <a:pt x="23719" y="1947"/>
                  <a:pt x="23573" y="1933"/>
                  <a:pt x="23416" y="1933"/>
                </a:cubicBezTo>
                <a:cubicBezTo>
                  <a:pt x="23065" y="1933"/>
                  <a:pt x="22791" y="2055"/>
                  <a:pt x="22596" y="2299"/>
                </a:cubicBezTo>
                <a:cubicBezTo>
                  <a:pt x="22400" y="2544"/>
                  <a:pt x="22303" y="2890"/>
                  <a:pt x="22303" y="3339"/>
                </a:cubicBezTo>
                <a:cubicBezTo>
                  <a:pt x="22303" y="3781"/>
                  <a:pt x="22378" y="4117"/>
                  <a:pt x="22529" y="4347"/>
                </a:cubicBezTo>
                <a:cubicBezTo>
                  <a:pt x="22680" y="4577"/>
                  <a:pt x="22922" y="4692"/>
                  <a:pt x="23256" y="4692"/>
                </a:cubicBezTo>
                <a:cubicBezTo>
                  <a:pt x="23433" y="4692"/>
                  <a:pt x="23613" y="4652"/>
                  <a:pt x="23795" y="4574"/>
                </a:cubicBezTo>
                <a:cubicBezTo>
                  <a:pt x="23978" y="4495"/>
                  <a:pt x="24148" y="4393"/>
                  <a:pt x="24305" y="4269"/>
                </a:cubicBezTo>
                <a:close/>
                <a:moveTo>
                  <a:pt x="29057" y="5185"/>
                </a:moveTo>
                <a:lnTo>
                  <a:pt x="28434" y="5185"/>
                </a:lnTo>
                <a:lnTo>
                  <a:pt x="28434" y="4791"/>
                </a:lnTo>
                <a:cubicBezTo>
                  <a:pt x="28378" y="4829"/>
                  <a:pt x="28303" y="4882"/>
                  <a:pt x="28209" y="4950"/>
                </a:cubicBezTo>
                <a:cubicBezTo>
                  <a:pt x="28115" y="5017"/>
                  <a:pt x="28023" y="5071"/>
                  <a:pt x="27934" y="5111"/>
                </a:cubicBezTo>
                <a:cubicBezTo>
                  <a:pt x="27830" y="5163"/>
                  <a:pt x="27710" y="5205"/>
                  <a:pt x="27574" y="5240"/>
                </a:cubicBezTo>
                <a:cubicBezTo>
                  <a:pt x="27439" y="5274"/>
                  <a:pt x="27280" y="5292"/>
                  <a:pt x="27098" y="5292"/>
                </a:cubicBezTo>
                <a:cubicBezTo>
                  <a:pt x="26762" y="5292"/>
                  <a:pt x="26478" y="5180"/>
                  <a:pt x="26245" y="4958"/>
                </a:cubicBezTo>
                <a:cubicBezTo>
                  <a:pt x="26011" y="4736"/>
                  <a:pt x="25895" y="4452"/>
                  <a:pt x="25895" y="4107"/>
                </a:cubicBezTo>
                <a:cubicBezTo>
                  <a:pt x="25895" y="3825"/>
                  <a:pt x="25955" y="3596"/>
                  <a:pt x="26076" y="3422"/>
                </a:cubicBezTo>
                <a:cubicBezTo>
                  <a:pt x="26197" y="3247"/>
                  <a:pt x="26370" y="3109"/>
                  <a:pt x="26595" y="3009"/>
                </a:cubicBezTo>
                <a:cubicBezTo>
                  <a:pt x="26821" y="2909"/>
                  <a:pt x="27093" y="2841"/>
                  <a:pt x="27411" y="2806"/>
                </a:cubicBezTo>
                <a:cubicBezTo>
                  <a:pt x="27729" y="2770"/>
                  <a:pt x="28070" y="2744"/>
                  <a:pt x="28434" y="2726"/>
                </a:cubicBezTo>
                <a:lnTo>
                  <a:pt x="28434" y="2628"/>
                </a:lnTo>
                <a:cubicBezTo>
                  <a:pt x="28434" y="2485"/>
                  <a:pt x="28409" y="2366"/>
                  <a:pt x="28359" y="2272"/>
                </a:cubicBezTo>
                <a:cubicBezTo>
                  <a:pt x="28309" y="2178"/>
                  <a:pt x="28237" y="2104"/>
                  <a:pt x="28144" y="2050"/>
                </a:cubicBezTo>
                <a:cubicBezTo>
                  <a:pt x="28055" y="1999"/>
                  <a:pt x="27949" y="1964"/>
                  <a:pt x="27824" y="1946"/>
                </a:cubicBezTo>
                <a:cubicBezTo>
                  <a:pt x="27700" y="1928"/>
                  <a:pt x="27570" y="1919"/>
                  <a:pt x="27434" y="1919"/>
                </a:cubicBezTo>
                <a:cubicBezTo>
                  <a:pt x="27270" y="1919"/>
                  <a:pt x="27087" y="1942"/>
                  <a:pt x="26884" y="1986"/>
                </a:cubicBezTo>
                <a:cubicBezTo>
                  <a:pt x="26682" y="2031"/>
                  <a:pt x="26473" y="2095"/>
                  <a:pt x="26258" y="2179"/>
                </a:cubicBezTo>
                <a:lnTo>
                  <a:pt x="26225" y="2179"/>
                </a:lnTo>
                <a:lnTo>
                  <a:pt x="26225" y="1543"/>
                </a:lnTo>
                <a:cubicBezTo>
                  <a:pt x="26347" y="1510"/>
                  <a:pt x="26523" y="1473"/>
                  <a:pt x="26754" y="1433"/>
                </a:cubicBezTo>
                <a:cubicBezTo>
                  <a:pt x="26986" y="1393"/>
                  <a:pt x="27213" y="1373"/>
                  <a:pt x="27438" y="1373"/>
                </a:cubicBezTo>
                <a:cubicBezTo>
                  <a:pt x="27700" y="1373"/>
                  <a:pt x="27928" y="1395"/>
                  <a:pt x="28122" y="1438"/>
                </a:cubicBezTo>
                <a:cubicBezTo>
                  <a:pt x="28317" y="1481"/>
                  <a:pt x="28485" y="1555"/>
                  <a:pt x="28627" y="1659"/>
                </a:cubicBezTo>
                <a:cubicBezTo>
                  <a:pt x="28767" y="1762"/>
                  <a:pt x="28874" y="1894"/>
                  <a:pt x="28947" y="2056"/>
                </a:cubicBezTo>
                <a:cubicBezTo>
                  <a:pt x="29020" y="2218"/>
                  <a:pt x="29057" y="2419"/>
                  <a:pt x="29057" y="2659"/>
                </a:cubicBezTo>
                <a:lnTo>
                  <a:pt x="29057" y="5185"/>
                </a:lnTo>
                <a:moveTo>
                  <a:pt x="28434" y="4273"/>
                </a:moveTo>
                <a:lnTo>
                  <a:pt x="28434" y="3232"/>
                </a:lnTo>
                <a:cubicBezTo>
                  <a:pt x="28243" y="3243"/>
                  <a:pt x="28018" y="3260"/>
                  <a:pt x="27759" y="3283"/>
                </a:cubicBezTo>
                <a:cubicBezTo>
                  <a:pt x="27500" y="3305"/>
                  <a:pt x="27295" y="3337"/>
                  <a:pt x="27144" y="3380"/>
                </a:cubicBezTo>
                <a:cubicBezTo>
                  <a:pt x="26964" y="3431"/>
                  <a:pt x="26819" y="3511"/>
                  <a:pt x="26708" y="3619"/>
                </a:cubicBezTo>
                <a:cubicBezTo>
                  <a:pt x="26597" y="3727"/>
                  <a:pt x="26541" y="3876"/>
                  <a:pt x="26541" y="4066"/>
                </a:cubicBezTo>
                <a:cubicBezTo>
                  <a:pt x="26541" y="4280"/>
                  <a:pt x="26606" y="4441"/>
                  <a:pt x="26734" y="4549"/>
                </a:cubicBezTo>
                <a:cubicBezTo>
                  <a:pt x="26863" y="4658"/>
                  <a:pt x="27060" y="4712"/>
                  <a:pt x="27324" y="4712"/>
                </a:cubicBezTo>
                <a:cubicBezTo>
                  <a:pt x="27544" y="4712"/>
                  <a:pt x="27745" y="4669"/>
                  <a:pt x="27927" y="4583"/>
                </a:cubicBezTo>
                <a:cubicBezTo>
                  <a:pt x="28110" y="4497"/>
                  <a:pt x="28278" y="4394"/>
                  <a:pt x="28434" y="4273"/>
                </a:cubicBezTo>
                <a:close/>
                <a:moveTo>
                  <a:pt x="33379" y="3386"/>
                </a:moveTo>
                <a:lnTo>
                  <a:pt x="30636" y="3386"/>
                </a:lnTo>
                <a:cubicBezTo>
                  <a:pt x="30636" y="3615"/>
                  <a:pt x="30671" y="3815"/>
                  <a:pt x="30740" y="3985"/>
                </a:cubicBezTo>
                <a:cubicBezTo>
                  <a:pt x="30809" y="4156"/>
                  <a:pt x="30903" y="4295"/>
                  <a:pt x="31023" y="4404"/>
                </a:cubicBezTo>
                <a:cubicBezTo>
                  <a:pt x="31139" y="4511"/>
                  <a:pt x="31276" y="4592"/>
                  <a:pt x="31435" y="4645"/>
                </a:cubicBezTo>
                <a:cubicBezTo>
                  <a:pt x="31593" y="4698"/>
                  <a:pt x="31768" y="4725"/>
                  <a:pt x="31959" y="4725"/>
                </a:cubicBezTo>
                <a:cubicBezTo>
                  <a:pt x="32213" y="4725"/>
                  <a:pt x="32468" y="4674"/>
                  <a:pt x="32724" y="4572"/>
                </a:cubicBezTo>
                <a:cubicBezTo>
                  <a:pt x="32981" y="4471"/>
                  <a:pt x="33163" y="4370"/>
                  <a:pt x="33272" y="4272"/>
                </a:cubicBezTo>
                <a:lnTo>
                  <a:pt x="33306" y="4272"/>
                </a:lnTo>
                <a:lnTo>
                  <a:pt x="33306" y="4957"/>
                </a:lnTo>
                <a:cubicBezTo>
                  <a:pt x="33095" y="5047"/>
                  <a:pt x="32879" y="5121"/>
                  <a:pt x="32659" y="5181"/>
                </a:cubicBezTo>
                <a:cubicBezTo>
                  <a:pt x="32439" y="5242"/>
                  <a:pt x="32208" y="5272"/>
                  <a:pt x="31966" y="5272"/>
                </a:cubicBezTo>
                <a:cubicBezTo>
                  <a:pt x="31348" y="5272"/>
                  <a:pt x="30866" y="5104"/>
                  <a:pt x="30520" y="4769"/>
                </a:cubicBezTo>
                <a:cubicBezTo>
                  <a:pt x="30173" y="4434"/>
                  <a:pt x="30000" y="3959"/>
                  <a:pt x="30000" y="3342"/>
                </a:cubicBezTo>
                <a:cubicBezTo>
                  <a:pt x="30000" y="2733"/>
                  <a:pt x="30166" y="2249"/>
                  <a:pt x="30498" y="1890"/>
                </a:cubicBezTo>
                <a:cubicBezTo>
                  <a:pt x="30830" y="1532"/>
                  <a:pt x="31267" y="1353"/>
                  <a:pt x="31809" y="1353"/>
                </a:cubicBezTo>
                <a:cubicBezTo>
                  <a:pt x="32311" y="1353"/>
                  <a:pt x="32699" y="1500"/>
                  <a:pt x="32971" y="1793"/>
                </a:cubicBezTo>
                <a:cubicBezTo>
                  <a:pt x="33243" y="2087"/>
                  <a:pt x="33379" y="2504"/>
                  <a:pt x="33379" y="3045"/>
                </a:cubicBezTo>
                <a:lnTo>
                  <a:pt x="33379" y="3386"/>
                </a:lnTo>
                <a:moveTo>
                  <a:pt x="32769" y="2906"/>
                </a:moveTo>
                <a:cubicBezTo>
                  <a:pt x="32767" y="2577"/>
                  <a:pt x="32684" y="2323"/>
                  <a:pt x="32521" y="2143"/>
                </a:cubicBezTo>
                <a:cubicBezTo>
                  <a:pt x="32358" y="1963"/>
                  <a:pt x="32109" y="1873"/>
                  <a:pt x="31776" y="1873"/>
                </a:cubicBezTo>
                <a:cubicBezTo>
                  <a:pt x="31441" y="1873"/>
                  <a:pt x="31173" y="1972"/>
                  <a:pt x="30975" y="2169"/>
                </a:cubicBezTo>
                <a:cubicBezTo>
                  <a:pt x="30776" y="2367"/>
                  <a:pt x="30663" y="2612"/>
                  <a:pt x="30636" y="2906"/>
                </a:cubicBezTo>
                <a:lnTo>
                  <a:pt x="32769" y="290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86DD02-C8DE-4C12-B109-5A94D3F44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67" y="1617019"/>
            <a:ext cx="30547" cy="33036"/>
          </a:xfrm>
          <a:custGeom xmlns:a="http://schemas.openxmlformats.org/drawingml/2006/main">
            <a:pathLst>
              <a:path w="30547" h="33036">
                <a:moveTo>
                  <a:pt x="0" y="0"/>
                </a:moveTo>
                <a:lnTo>
                  <a:pt x="30547" y="0"/>
                </a:lnTo>
                <a:lnTo>
                  <a:pt x="30547" y="33036"/>
                </a:lnTo>
                <a:lnTo>
                  <a:pt x="0" y="3303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C248B1B-952F-4E31-B367-1BBEDC212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0467" y="1617022"/>
            <a:ext cx="30547" cy="33036"/>
          </a:xfrm>
          <a:custGeom xmlns:a="http://schemas.openxmlformats.org/drawingml/2006/main">
            <a:pathLst>
              <a:path w="30547" h="33036" fill="none">
                <a:moveTo>
                  <a:pt x="0" y="0"/>
                </a:moveTo>
                <a:lnTo>
                  <a:pt x="30547" y="0"/>
                </a:lnTo>
                <a:lnTo>
                  <a:pt x="30547" y="33036"/>
                </a:lnTo>
                <a:lnTo>
                  <a:pt x="0" y="3303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92" name="Text Lampyridae">
            <a:extLst xmlns:a="http://schemas.openxmlformats.org/drawingml/2006/main">
              <a:ext uri="{FF2B5EF4-FFF2-40B4-BE49-F238E27FC236}">
                <a16:creationId xmlns:a16="http://schemas.microsoft.com/office/drawing/2014/main" id="{17DFB6B9-C684-46B9-BDBE-25EADEC86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3469" y="1618296"/>
            <a:ext cx="29592" cy="4972"/>
          </a:xfrm>
          <a:custGeom xmlns:a="http://schemas.openxmlformats.org/drawingml/2006/main">
            <a:pathLst>
              <a:path w="29592" h="4972">
                <a:moveTo>
                  <a:pt x="2380" y="3931"/>
                </a:moveTo>
                <a:lnTo>
                  <a:pt x="0" y="3931"/>
                </a:lnTo>
                <a:lnTo>
                  <a:pt x="0" y="167"/>
                </a:lnTo>
                <a:lnTo>
                  <a:pt x="500" y="167"/>
                </a:lnTo>
                <a:lnTo>
                  <a:pt x="500" y="3487"/>
                </a:lnTo>
                <a:lnTo>
                  <a:pt x="2380" y="3487"/>
                </a:lnTo>
                <a:lnTo>
                  <a:pt x="2380" y="3931"/>
                </a:lnTo>
                <a:close/>
                <a:moveTo>
                  <a:pt x="5036" y="3931"/>
                </a:moveTo>
                <a:lnTo>
                  <a:pt x="4563" y="3931"/>
                </a:lnTo>
                <a:lnTo>
                  <a:pt x="4563" y="3633"/>
                </a:lnTo>
                <a:cubicBezTo>
                  <a:pt x="4521" y="3662"/>
                  <a:pt x="4464" y="3702"/>
                  <a:pt x="4393" y="3753"/>
                </a:cubicBezTo>
                <a:cubicBezTo>
                  <a:pt x="4321" y="3804"/>
                  <a:pt x="4251" y="3845"/>
                  <a:pt x="4184" y="3876"/>
                </a:cubicBezTo>
                <a:cubicBezTo>
                  <a:pt x="4105" y="3915"/>
                  <a:pt x="4014" y="3947"/>
                  <a:pt x="3911" y="3973"/>
                </a:cubicBezTo>
                <a:cubicBezTo>
                  <a:pt x="3808" y="3999"/>
                  <a:pt x="3688" y="4012"/>
                  <a:pt x="3550" y="4012"/>
                </a:cubicBezTo>
                <a:cubicBezTo>
                  <a:pt x="3296" y="4012"/>
                  <a:pt x="3080" y="3928"/>
                  <a:pt x="2903" y="3759"/>
                </a:cubicBezTo>
                <a:cubicBezTo>
                  <a:pt x="2726" y="3591"/>
                  <a:pt x="2638" y="3376"/>
                  <a:pt x="2638" y="3114"/>
                </a:cubicBezTo>
                <a:cubicBezTo>
                  <a:pt x="2638" y="2900"/>
                  <a:pt x="2684" y="2727"/>
                  <a:pt x="2776" y="2594"/>
                </a:cubicBezTo>
                <a:cubicBezTo>
                  <a:pt x="2867" y="2462"/>
                  <a:pt x="2998" y="2358"/>
                  <a:pt x="3168" y="2282"/>
                </a:cubicBezTo>
                <a:cubicBezTo>
                  <a:pt x="3340" y="2206"/>
                  <a:pt x="3547" y="2155"/>
                  <a:pt x="3787" y="2128"/>
                </a:cubicBezTo>
                <a:cubicBezTo>
                  <a:pt x="4028" y="2101"/>
                  <a:pt x="4287" y="2080"/>
                  <a:pt x="4563" y="2067"/>
                </a:cubicBezTo>
                <a:lnTo>
                  <a:pt x="4563" y="1993"/>
                </a:lnTo>
                <a:cubicBezTo>
                  <a:pt x="4563" y="1884"/>
                  <a:pt x="4544" y="1794"/>
                  <a:pt x="4506" y="1723"/>
                </a:cubicBezTo>
                <a:cubicBezTo>
                  <a:pt x="4468" y="1652"/>
                  <a:pt x="4414" y="1595"/>
                  <a:pt x="4343" y="1555"/>
                </a:cubicBezTo>
                <a:cubicBezTo>
                  <a:pt x="4276" y="1516"/>
                  <a:pt x="4195" y="1489"/>
                  <a:pt x="4101" y="1476"/>
                </a:cubicBezTo>
                <a:cubicBezTo>
                  <a:pt x="4006" y="1462"/>
                  <a:pt x="3908" y="1455"/>
                  <a:pt x="3805" y="1455"/>
                </a:cubicBezTo>
                <a:cubicBezTo>
                  <a:pt x="3680" y="1455"/>
                  <a:pt x="3542" y="1472"/>
                  <a:pt x="3388" y="1506"/>
                </a:cubicBezTo>
                <a:cubicBezTo>
                  <a:pt x="3235" y="1540"/>
                  <a:pt x="3077" y="1588"/>
                  <a:pt x="2913" y="1652"/>
                </a:cubicBezTo>
                <a:lnTo>
                  <a:pt x="2888" y="1652"/>
                </a:lnTo>
                <a:lnTo>
                  <a:pt x="2888" y="1170"/>
                </a:lnTo>
                <a:cubicBezTo>
                  <a:pt x="2981" y="1145"/>
                  <a:pt x="3114" y="1117"/>
                  <a:pt x="3290" y="1086"/>
                </a:cubicBezTo>
                <a:cubicBezTo>
                  <a:pt x="3465" y="1056"/>
                  <a:pt x="3638" y="1041"/>
                  <a:pt x="3808" y="1041"/>
                </a:cubicBezTo>
                <a:cubicBezTo>
                  <a:pt x="4006" y="1041"/>
                  <a:pt x="4179" y="1057"/>
                  <a:pt x="4327" y="1090"/>
                </a:cubicBezTo>
                <a:cubicBezTo>
                  <a:pt x="4474" y="1123"/>
                  <a:pt x="4602" y="1179"/>
                  <a:pt x="4710" y="1258"/>
                </a:cubicBezTo>
                <a:cubicBezTo>
                  <a:pt x="4816" y="1336"/>
                  <a:pt x="4897" y="1436"/>
                  <a:pt x="4952" y="1559"/>
                </a:cubicBezTo>
                <a:cubicBezTo>
                  <a:pt x="5008" y="1682"/>
                  <a:pt x="5036" y="1834"/>
                  <a:pt x="5036" y="2016"/>
                </a:cubicBezTo>
                <a:lnTo>
                  <a:pt x="5036" y="3931"/>
                </a:lnTo>
                <a:moveTo>
                  <a:pt x="4563" y="3240"/>
                </a:moveTo>
                <a:lnTo>
                  <a:pt x="4563" y="2451"/>
                </a:lnTo>
                <a:cubicBezTo>
                  <a:pt x="4418" y="2459"/>
                  <a:pt x="4248" y="2472"/>
                  <a:pt x="4051" y="2489"/>
                </a:cubicBezTo>
                <a:cubicBezTo>
                  <a:pt x="3855" y="2506"/>
                  <a:pt x="3700" y="2530"/>
                  <a:pt x="3585" y="2563"/>
                </a:cubicBezTo>
                <a:cubicBezTo>
                  <a:pt x="3449" y="2601"/>
                  <a:pt x="3339" y="2662"/>
                  <a:pt x="3254" y="2744"/>
                </a:cubicBezTo>
                <a:cubicBezTo>
                  <a:pt x="3170" y="2826"/>
                  <a:pt x="3128" y="2939"/>
                  <a:pt x="3128" y="3083"/>
                </a:cubicBezTo>
                <a:cubicBezTo>
                  <a:pt x="3128" y="3245"/>
                  <a:pt x="3177" y="3368"/>
                  <a:pt x="3275" y="3450"/>
                </a:cubicBezTo>
                <a:cubicBezTo>
                  <a:pt x="3372" y="3532"/>
                  <a:pt x="3521" y="3573"/>
                  <a:pt x="3722" y="3573"/>
                </a:cubicBezTo>
                <a:cubicBezTo>
                  <a:pt x="3888" y="3573"/>
                  <a:pt x="4041" y="3540"/>
                  <a:pt x="4179" y="3475"/>
                </a:cubicBezTo>
                <a:cubicBezTo>
                  <a:pt x="4317" y="3410"/>
                  <a:pt x="4445" y="3332"/>
                  <a:pt x="4563" y="3240"/>
                </a:cubicBezTo>
                <a:close/>
                <a:moveTo>
                  <a:pt x="10068" y="3931"/>
                </a:moveTo>
                <a:lnTo>
                  <a:pt x="9593" y="3931"/>
                </a:lnTo>
                <a:lnTo>
                  <a:pt x="9593" y="2323"/>
                </a:lnTo>
                <a:cubicBezTo>
                  <a:pt x="9593" y="2201"/>
                  <a:pt x="9588" y="2084"/>
                  <a:pt x="9577" y="1971"/>
                </a:cubicBezTo>
                <a:cubicBezTo>
                  <a:pt x="9566" y="1858"/>
                  <a:pt x="9543" y="1768"/>
                  <a:pt x="9508" y="1701"/>
                </a:cubicBezTo>
                <a:cubicBezTo>
                  <a:pt x="9469" y="1628"/>
                  <a:pt x="9413" y="1573"/>
                  <a:pt x="9341" y="1536"/>
                </a:cubicBezTo>
                <a:cubicBezTo>
                  <a:pt x="9268" y="1499"/>
                  <a:pt x="9164" y="1481"/>
                  <a:pt x="9027" y="1481"/>
                </a:cubicBezTo>
                <a:cubicBezTo>
                  <a:pt x="8894" y="1481"/>
                  <a:pt x="8761" y="1514"/>
                  <a:pt x="8628" y="1581"/>
                </a:cubicBezTo>
                <a:cubicBezTo>
                  <a:pt x="8495" y="1647"/>
                  <a:pt x="8362" y="1732"/>
                  <a:pt x="8229" y="1835"/>
                </a:cubicBezTo>
                <a:cubicBezTo>
                  <a:pt x="8234" y="1873"/>
                  <a:pt x="8238" y="1919"/>
                  <a:pt x="8242" y="1970"/>
                </a:cubicBezTo>
                <a:cubicBezTo>
                  <a:pt x="8245" y="2021"/>
                  <a:pt x="8247" y="2072"/>
                  <a:pt x="8247" y="2123"/>
                </a:cubicBezTo>
                <a:lnTo>
                  <a:pt x="8247" y="3931"/>
                </a:lnTo>
                <a:lnTo>
                  <a:pt x="7772" y="3931"/>
                </a:lnTo>
                <a:lnTo>
                  <a:pt x="7772" y="2323"/>
                </a:lnTo>
                <a:cubicBezTo>
                  <a:pt x="7772" y="2198"/>
                  <a:pt x="7766" y="2080"/>
                  <a:pt x="7755" y="1968"/>
                </a:cubicBezTo>
                <a:cubicBezTo>
                  <a:pt x="7744" y="1855"/>
                  <a:pt x="7721" y="1766"/>
                  <a:pt x="7686" y="1698"/>
                </a:cubicBezTo>
                <a:cubicBezTo>
                  <a:pt x="7647" y="1626"/>
                  <a:pt x="7591" y="1571"/>
                  <a:pt x="7519" y="1535"/>
                </a:cubicBezTo>
                <a:cubicBezTo>
                  <a:pt x="7447" y="1499"/>
                  <a:pt x="7342" y="1481"/>
                  <a:pt x="7206" y="1481"/>
                </a:cubicBezTo>
                <a:cubicBezTo>
                  <a:pt x="7076" y="1481"/>
                  <a:pt x="6946" y="1513"/>
                  <a:pt x="6815" y="1577"/>
                </a:cubicBezTo>
                <a:cubicBezTo>
                  <a:pt x="6685" y="1641"/>
                  <a:pt x="6555" y="1723"/>
                  <a:pt x="6425" y="1822"/>
                </a:cubicBezTo>
                <a:lnTo>
                  <a:pt x="6425" y="3931"/>
                </a:lnTo>
                <a:lnTo>
                  <a:pt x="5950" y="3931"/>
                </a:lnTo>
                <a:lnTo>
                  <a:pt x="5950" y="1107"/>
                </a:lnTo>
                <a:lnTo>
                  <a:pt x="6425" y="1107"/>
                </a:lnTo>
                <a:lnTo>
                  <a:pt x="6425" y="1420"/>
                </a:lnTo>
                <a:cubicBezTo>
                  <a:pt x="6573" y="1296"/>
                  <a:pt x="6721" y="1200"/>
                  <a:pt x="6868" y="1130"/>
                </a:cubicBezTo>
                <a:cubicBezTo>
                  <a:pt x="7016" y="1061"/>
                  <a:pt x="7173" y="1026"/>
                  <a:pt x="7340" y="1026"/>
                </a:cubicBezTo>
                <a:cubicBezTo>
                  <a:pt x="7532" y="1026"/>
                  <a:pt x="7695" y="1067"/>
                  <a:pt x="7829" y="1148"/>
                </a:cubicBezTo>
                <a:cubicBezTo>
                  <a:pt x="7962" y="1229"/>
                  <a:pt x="8062" y="1342"/>
                  <a:pt x="8128" y="1486"/>
                </a:cubicBezTo>
                <a:cubicBezTo>
                  <a:pt x="8320" y="1323"/>
                  <a:pt x="8495" y="1206"/>
                  <a:pt x="8654" y="1134"/>
                </a:cubicBezTo>
                <a:cubicBezTo>
                  <a:pt x="8812" y="1062"/>
                  <a:pt x="8981" y="1026"/>
                  <a:pt x="9161" y="1026"/>
                </a:cubicBezTo>
                <a:cubicBezTo>
                  <a:pt x="9471" y="1026"/>
                  <a:pt x="9700" y="1120"/>
                  <a:pt x="9847" y="1308"/>
                </a:cubicBezTo>
                <a:cubicBezTo>
                  <a:pt x="9995" y="1496"/>
                  <a:pt x="10068" y="1759"/>
                  <a:pt x="10068" y="2097"/>
                </a:cubicBezTo>
                <a:lnTo>
                  <a:pt x="10068" y="3931"/>
                </a:lnTo>
                <a:close/>
                <a:moveTo>
                  <a:pt x="13467" y="2484"/>
                </a:moveTo>
                <a:cubicBezTo>
                  <a:pt x="13467" y="2713"/>
                  <a:pt x="13434" y="2923"/>
                  <a:pt x="13368" y="3113"/>
                </a:cubicBezTo>
                <a:cubicBezTo>
                  <a:pt x="13303" y="3302"/>
                  <a:pt x="13210" y="3463"/>
                  <a:pt x="13090" y="3595"/>
                </a:cubicBezTo>
                <a:cubicBezTo>
                  <a:pt x="12979" y="3720"/>
                  <a:pt x="12848" y="3816"/>
                  <a:pt x="12698" y="3885"/>
                </a:cubicBezTo>
                <a:cubicBezTo>
                  <a:pt x="12547" y="3953"/>
                  <a:pt x="12387" y="3987"/>
                  <a:pt x="12219" y="3987"/>
                </a:cubicBezTo>
                <a:cubicBezTo>
                  <a:pt x="12072" y="3987"/>
                  <a:pt x="11940" y="3971"/>
                  <a:pt x="11821" y="3939"/>
                </a:cubicBezTo>
                <a:cubicBezTo>
                  <a:pt x="11702" y="3907"/>
                  <a:pt x="11581" y="3857"/>
                  <a:pt x="11458" y="3790"/>
                </a:cubicBezTo>
                <a:lnTo>
                  <a:pt x="11458" y="4972"/>
                </a:lnTo>
                <a:lnTo>
                  <a:pt x="10983" y="4972"/>
                </a:lnTo>
                <a:lnTo>
                  <a:pt x="10983" y="1107"/>
                </a:lnTo>
                <a:lnTo>
                  <a:pt x="11458" y="1107"/>
                </a:lnTo>
                <a:lnTo>
                  <a:pt x="11458" y="1400"/>
                </a:lnTo>
                <a:cubicBezTo>
                  <a:pt x="11585" y="1294"/>
                  <a:pt x="11726" y="1205"/>
                  <a:pt x="11884" y="1133"/>
                </a:cubicBezTo>
                <a:cubicBezTo>
                  <a:pt x="12041" y="1062"/>
                  <a:pt x="12209" y="1026"/>
                  <a:pt x="12388" y="1026"/>
                </a:cubicBezTo>
                <a:cubicBezTo>
                  <a:pt x="12728" y="1026"/>
                  <a:pt x="12993" y="1155"/>
                  <a:pt x="13183" y="1412"/>
                </a:cubicBezTo>
                <a:cubicBezTo>
                  <a:pt x="13372" y="1669"/>
                  <a:pt x="13467" y="2026"/>
                  <a:pt x="13467" y="2484"/>
                </a:cubicBezTo>
                <a:moveTo>
                  <a:pt x="12977" y="2496"/>
                </a:moveTo>
                <a:cubicBezTo>
                  <a:pt x="12977" y="2156"/>
                  <a:pt x="12919" y="1902"/>
                  <a:pt x="12802" y="1733"/>
                </a:cubicBezTo>
                <a:cubicBezTo>
                  <a:pt x="12686" y="1565"/>
                  <a:pt x="12508" y="1481"/>
                  <a:pt x="12267" y="1481"/>
                </a:cubicBezTo>
                <a:cubicBezTo>
                  <a:pt x="12130" y="1481"/>
                  <a:pt x="11993" y="1510"/>
                  <a:pt x="11855" y="1569"/>
                </a:cubicBezTo>
                <a:cubicBezTo>
                  <a:pt x="11717" y="1628"/>
                  <a:pt x="11585" y="1705"/>
                  <a:pt x="11458" y="1802"/>
                </a:cubicBezTo>
                <a:lnTo>
                  <a:pt x="11458" y="3401"/>
                </a:lnTo>
                <a:cubicBezTo>
                  <a:pt x="11593" y="3462"/>
                  <a:pt x="11709" y="3503"/>
                  <a:pt x="11806" y="3525"/>
                </a:cubicBezTo>
                <a:cubicBezTo>
                  <a:pt x="11902" y="3547"/>
                  <a:pt x="12012" y="3558"/>
                  <a:pt x="12135" y="3558"/>
                </a:cubicBezTo>
                <a:cubicBezTo>
                  <a:pt x="12400" y="3558"/>
                  <a:pt x="12606" y="3468"/>
                  <a:pt x="12754" y="3290"/>
                </a:cubicBezTo>
                <a:cubicBezTo>
                  <a:pt x="12903" y="3111"/>
                  <a:pt x="12977" y="2847"/>
                  <a:pt x="12977" y="2496"/>
                </a:cubicBezTo>
                <a:close/>
                <a:moveTo>
                  <a:pt x="16648" y="1107"/>
                </a:moveTo>
                <a:lnTo>
                  <a:pt x="15001" y="4972"/>
                </a:lnTo>
                <a:lnTo>
                  <a:pt x="14493" y="4972"/>
                </a:lnTo>
                <a:lnTo>
                  <a:pt x="15018" y="3794"/>
                </a:lnTo>
                <a:lnTo>
                  <a:pt x="13894" y="1107"/>
                </a:lnTo>
                <a:lnTo>
                  <a:pt x="14409" y="1107"/>
                </a:lnTo>
                <a:lnTo>
                  <a:pt x="15276" y="3199"/>
                </a:lnTo>
                <a:lnTo>
                  <a:pt x="16150" y="1107"/>
                </a:lnTo>
                <a:lnTo>
                  <a:pt x="16648" y="1107"/>
                </a:lnTo>
                <a:close/>
                <a:moveTo>
                  <a:pt x="19030" y="1622"/>
                </a:moveTo>
                <a:lnTo>
                  <a:pt x="19005" y="1622"/>
                </a:lnTo>
                <a:cubicBezTo>
                  <a:pt x="18934" y="1606"/>
                  <a:pt x="18866" y="1595"/>
                  <a:pt x="18799" y="1587"/>
                </a:cubicBezTo>
                <a:cubicBezTo>
                  <a:pt x="18733" y="1580"/>
                  <a:pt x="18654" y="1577"/>
                  <a:pt x="18563" y="1577"/>
                </a:cubicBezTo>
                <a:cubicBezTo>
                  <a:pt x="18417" y="1577"/>
                  <a:pt x="18275" y="1609"/>
                  <a:pt x="18139" y="1674"/>
                </a:cubicBezTo>
                <a:cubicBezTo>
                  <a:pt x="18002" y="1739"/>
                  <a:pt x="17871" y="1823"/>
                  <a:pt x="17744" y="1926"/>
                </a:cubicBezTo>
                <a:lnTo>
                  <a:pt x="17744" y="3931"/>
                </a:lnTo>
                <a:lnTo>
                  <a:pt x="17269" y="3931"/>
                </a:lnTo>
                <a:lnTo>
                  <a:pt x="17269" y="1107"/>
                </a:lnTo>
                <a:lnTo>
                  <a:pt x="17744" y="1107"/>
                </a:lnTo>
                <a:lnTo>
                  <a:pt x="17744" y="1524"/>
                </a:lnTo>
                <a:cubicBezTo>
                  <a:pt x="17933" y="1372"/>
                  <a:pt x="18099" y="1265"/>
                  <a:pt x="18243" y="1202"/>
                </a:cubicBezTo>
                <a:cubicBezTo>
                  <a:pt x="18387" y="1138"/>
                  <a:pt x="18534" y="1107"/>
                  <a:pt x="18684" y="1107"/>
                </a:cubicBezTo>
                <a:cubicBezTo>
                  <a:pt x="18767" y="1107"/>
                  <a:pt x="18827" y="1109"/>
                  <a:pt x="18864" y="1113"/>
                </a:cubicBezTo>
                <a:cubicBezTo>
                  <a:pt x="18901" y="1117"/>
                  <a:pt x="18956" y="1125"/>
                  <a:pt x="19030" y="1137"/>
                </a:cubicBezTo>
                <a:lnTo>
                  <a:pt x="19030" y="1622"/>
                </a:lnTo>
                <a:close/>
                <a:moveTo>
                  <a:pt x="19988" y="637"/>
                </a:moveTo>
                <a:lnTo>
                  <a:pt x="19452" y="637"/>
                </a:lnTo>
                <a:lnTo>
                  <a:pt x="19452" y="141"/>
                </a:lnTo>
                <a:lnTo>
                  <a:pt x="19988" y="141"/>
                </a:lnTo>
                <a:lnTo>
                  <a:pt x="19988" y="637"/>
                </a:lnTo>
                <a:moveTo>
                  <a:pt x="19958" y="3931"/>
                </a:moveTo>
                <a:lnTo>
                  <a:pt x="19483" y="3931"/>
                </a:lnTo>
                <a:lnTo>
                  <a:pt x="19483" y="1107"/>
                </a:lnTo>
                <a:lnTo>
                  <a:pt x="19958" y="1107"/>
                </a:lnTo>
                <a:lnTo>
                  <a:pt x="19958" y="3931"/>
                </a:lnTo>
                <a:close/>
                <a:moveTo>
                  <a:pt x="23187" y="3931"/>
                </a:moveTo>
                <a:lnTo>
                  <a:pt x="22712" y="3931"/>
                </a:lnTo>
                <a:lnTo>
                  <a:pt x="22712" y="3637"/>
                </a:lnTo>
                <a:cubicBezTo>
                  <a:pt x="22575" y="3756"/>
                  <a:pt x="22433" y="3848"/>
                  <a:pt x="22285" y="3914"/>
                </a:cubicBezTo>
                <a:cubicBezTo>
                  <a:pt x="22136" y="3979"/>
                  <a:pt x="21976" y="4012"/>
                  <a:pt x="21802" y="4012"/>
                </a:cubicBezTo>
                <a:cubicBezTo>
                  <a:pt x="21465" y="4012"/>
                  <a:pt x="21198" y="3882"/>
                  <a:pt x="21000" y="3622"/>
                </a:cubicBezTo>
                <a:cubicBezTo>
                  <a:pt x="20802" y="3362"/>
                  <a:pt x="20703" y="3002"/>
                  <a:pt x="20703" y="2541"/>
                </a:cubicBezTo>
                <a:cubicBezTo>
                  <a:pt x="20703" y="2301"/>
                  <a:pt x="20737" y="2087"/>
                  <a:pt x="20805" y="1900"/>
                </a:cubicBezTo>
                <a:cubicBezTo>
                  <a:pt x="20874" y="1712"/>
                  <a:pt x="20966" y="1553"/>
                  <a:pt x="21082" y="1421"/>
                </a:cubicBezTo>
                <a:cubicBezTo>
                  <a:pt x="21197" y="1293"/>
                  <a:pt x="21330" y="1195"/>
                  <a:pt x="21482" y="1127"/>
                </a:cubicBezTo>
                <a:cubicBezTo>
                  <a:pt x="21635" y="1060"/>
                  <a:pt x="21793" y="1026"/>
                  <a:pt x="21956" y="1026"/>
                </a:cubicBezTo>
                <a:cubicBezTo>
                  <a:pt x="22104" y="1026"/>
                  <a:pt x="22236" y="1041"/>
                  <a:pt x="22350" y="1073"/>
                </a:cubicBezTo>
                <a:cubicBezTo>
                  <a:pt x="22465" y="1104"/>
                  <a:pt x="22585" y="1152"/>
                  <a:pt x="22712" y="1218"/>
                </a:cubicBezTo>
                <a:lnTo>
                  <a:pt x="22712" y="0"/>
                </a:lnTo>
                <a:lnTo>
                  <a:pt x="23187" y="0"/>
                </a:lnTo>
                <a:lnTo>
                  <a:pt x="23187" y="3931"/>
                </a:lnTo>
                <a:moveTo>
                  <a:pt x="22712" y="3237"/>
                </a:moveTo>
                <a:lnTo>
                  <a:pt x="22712" y="1617"/>
                </a:lnTo>
                <a:cubicBezTo>
                  <a:pt x="22584" y="1560"/>
                  <a:pt x="22469" y="1520"/>
                  <a:pt x="22368" y="1498"/>
                </a:cubicBezTo>
                <a:cubicBezTo>
                  <a:pt x="22267" y="1476"/>
                  <a:pt x="22157" y="1465"/>
                  <a:pt x="22037" y="1465"/>
                </a:cubicBezTo>
                <a:cubicBezTo>
                  <a:pt x="21771" y="1465"/>
                  <a:pt x="21564" y="1558"/>
                  <a:pt x="21416" y="1743"/>
                </a:cubicBezTo>
                <a:cubicBezTo>
                  <a:pt x="21267" y="1929"/>
                  <a:pt x="21193" y="2191"/>
                  <a:pt x="21193" y="2532"/>
                </a:cubicBezTo>
                <a:cubicBezTo>
                  <a:pt x="21193" y="2867"/>
                  <a:pt x="21250" y="3122"/>
                  <a:pt x="21365" y="3296"/>
                </a:cubicBezTo>
                <a:cubicBezTo>
                  <a:pt x="21480" y="3470"/>
                  <a:pt x="21663" y="3558"/>
                  <a:pt x="21916" y="3558"/>
                </a:cubicBezTo>
                <a:cubicBezTo>
                  <a:pt x="22051" y="3558"/>
                  <a:pt x="22187" y="3528"/>
                  <a:pt x="22325" y="3468"/>
                </a:cubicBezTo>
                <a:cubicBezTo>
                  <a:pt x="22463" y="3408"/>
                  <a:pt x="22592" y="3331"/>
                  <a:pt x="22712" y="3237"/>
                </a:cubicBezTo>
                <a:close/>
                <a:moveTo>
                  <a:pt x="26315" y="3931"/>
                </a:moveTo>
                <a:lnTo>
                  <a:pt x="25842" y="3931"/>
                </a:lnTo>
                <a:lnTo>
                  <a:pt x="25842" y="3633"/>
                </a:lnTo>
                <a:cubicBezTo>
                  <a:pt x="25800" y="3662"/>
                  <a:pt x="25743" y="3702"/>
                  <a:pt x="25672" y="3753"/>
                </a:cubicBezTo>
                <a:cubicBezTo>
                  <a:pt x="25600" y="3804"/>
                  <a:pt x="25530" y="3845"/>
                  <a:pt x="25463" y="3876"/>
                </a:cubicBezTo>
                <a:cubicBezTo>
                  <a:pt x="25384" y="3915"/>
                  <a:pt x="25293" y="3947"/>
                  <a:pt x="25190" y="3973"/>
                </a:cubicBezTo>
                <a:cubicBezTo>
                  <a:pt x="25087" y="3999"/>
                  <a:pt x="24967" y="4012"/>
                  <a:pt x="24829" y="4012"/>
                </a:cubicBezTo>
                <a:cubicBezTo>
                  <a:pt x="24575" y="4012"/>
                  <a:pt x="24359" y="3928"/>
                  <a:pt x="24182" y="3759"/>
                </a:cubicBezTo>
                <a:cubicBezTo>
                  <a:pt x="24005" y="3591"/>
                  <a:pt x="23917" y="3376"/>
                  <a:pt x="23917" y="3114"/>
                </a:cubicBezTo>
                <a:cubicBezTo>
                  <a:pt x="23917" y="2900"/>
                  <a:pt x="23963" y="2727"/>
                  <a:pt x="24054" y="2594"/>
                </a:cubicBezTo>
                <a:cubicBezTo>
                  <a:pt x="24146" y="2462"/>
                  <a:pt x="24277" y="2358"/>
                  <a:pt x="24447" y="2282"/>
                </a:cubicBezTo>
                <a:cubicBezTo>
                  <a:pt x="24619" y="2206"/>
                  <a:pt x="24826" y="2155"/>
                  <a:pt x="25066" y="2128"/>
                </a:cubicBezTo>
                <a:cubicBezTo>
                  <a:pt x="25307" y="2101"/>
                  <a:pt x="25566" y="2080"/>
                  <a:pt x="25842" y="2067"/>
                </a:cubicBezTo>
                <a:lnTo>
                  <a:pt x="25842" y="1993"/>
                </a:lnTo>
                <a:cubicBezTo>
                  <a:pt x="25842" y="1884"/>
                  <a:pt x="25823" y="1794"/>
                  <a:pt x="25785" y="1723"/>
                </a:cubicBezTo>
                <a:cubicBezTo>
                  <a:pt x="25747" y="1652"/>
                  <a:pt x="25693" y="1595"/>
                  <a:pt x="25622" y="1555"/>
                </a:cubicBezTo>
                <a:cubicBezTo>
                  <a:pt x="25555" y="1516"/>
                  <a:pt x="25474" y="1489"/>
                  <a:pt x="25380" y="1476"/>
                </a:cubicBezTo>
                <a:cubicBezTo>
                  <a:pt x="25285" y="1462"/>
                  <a:pt x="25187" y="1455"/>
                  <a:pt x="25084" y="1455"/>
                </a:cubicBezTo>
                <a:cubicBezTo>
                  <a:pt x="24959" y="1455"/>
                  <a:pt x="24820" y="1472"/>
                  <a:pt x="24667" y="1506"/>
                </a:cubicBezTo>
                <a:cubicBezTo>
                  <a:pt x="24514" y="1540"/>
                  <a:pt x="24356" y="1588"/>
                  <a:pt x="24192" y="1652"/>
                </a:cubicBezTo>
                <a:lnTo>
                  <a:pt x="24167" y="1652"/>
                </a:lnTo>
                <a:lnTo>
                  <a:pt x="24167" y="1170"/>
                </a:lnTo>
                <a:cubicBezTo>
                  <a:pt x="24260" y="1145"/>
                  <a:pt x="24393" y="1117"/>
                  <a:pt x="24569" y="1086"/>
                </a:cubicBezTo>
                <a:cubicBezTo>
                  <a:pt x="24744" y="1056"/>
                  <a:pt x="24916" y="1041"/>
                  <a:pt x="25087" y="1041"/>
                </a:cubicBezTo>
                <a:cubicBezTo>
                  <a:pt x="25285" y="1041"/>
                  <a:pt x="25458" y="1057"/>
                  <a:pt x="25606" y="1090"/>
                </a:cubicBezTo>
                <a:cubicBezTo>
                  <a:pt x="25753" y="1123"/>
                  <a:pt x="25881" y="1179"/>
                  <a:pt x="25989" y="1258"/>
                </a:cubicBezTo>
                <a:cubicBezTo>
                  <a:pt x="26095" y="1336"/>
                  <a:pt x="26176" y="1436"/>
                  <a:pt x="26231" y="1559"/>
                </a:cubicBezTo>
                <a:cubicBezTo>
                  <a:pt x="26287" y="1682"/>
                  <a:pt x="26315" y="1834"/>
                  <a:pt x="26315" y="2016"/>
                </a:cubicBezTo>
                <a:lnTo>
                  <a:pt x="26315" y="3931"/>
                </a:lnTo>
                <a:moveTo>
                  <a:pt x="25842" y="3240"/>
                </a:moveTo>
                <a:lnTo>
                  <a:pt x="25842" y="2451"/>
                </a:lnTo>
                <a:cubicBezTo>
                  <a:pt x="25697" y="2459"/>
                  <a:pt x="25527" y="2472"/>
                  <a:pt x="25330" y="2489"/>
                </a:cubicBezTo>
                <a:cubicBezTo>
                  <a:pt x="25134" y="2506"/>
                  <a:pt x="24979" y="2530"/>
                  <a:pt x="24864" y="2563"/>
                </a:cubicBezTo>
                <a:cubicBezTo>
                  <a:pt x="24728" y="2601"/>
                  <a:pt x="24617" y="2662"/>
                  <a:pt x="24533" y="2744"/>
                </a:cubicBezTo>
                <a:cubicBezTo>
                  <a:pt x="24449" y="2826"/>
                  <a:pt x="24407" y="2939"/>
                  <a:pt x="24407" y="3083"/>
                </a:cubicBezTo>
                <a:cubicBezTo>
                  <a:pt x="24407" y="3245"/>
                  <a:pt x="24456" y="3368"/>
                  <a:pt x="24553" y="3450"/>
                </a:cubicBezTo>
                <a:cubicBezTo>
                  <a:pt x="24651" y="3532"/>
                  <a:pt x="24800" y="3573"/>
                  <a:pt x="25001" y="3573"/>
                </a:cubicBezTo>
                <a:cubicBezTo>
                  <a:pt x="25167" y="3573"/>
                  <a:pt x="25320" y="3540"/>
                  <a:pt x="25458" y="3475"/>
                </a:cubicBezTo>
                <a:cubicBezTo>
                  <a:pt x="25596" y="3410"/>
                  <a:pt x="25724" y="3332"/>
                  <a:pt x="25842" y="3240"/>
                </a:cubicBezTo>
                <a:close/>
                <a:moveTo>
                  <a:pt x="29592" y="2567"/>
                </a:moveTo>
                <a:lnTo>
                  <a:pt x="27512" y="2567"/>
                </a:lnTo>
                <a:cubicBezTo>
                  <a:pt x="27512" y="2741"/>
                  <a:pt x="27539" y="2893"/>
                  <a:pt x="27591" y="3022"/>
                </a:cubicBezTo>
                <a:cubicBezTo>
                  <a:pt x="27643" y="3151"/>
                  <a:pt x="27715" y="3257"/>
                  <a:pt x="27806" y="3340"/>
                </a:cubicBezTo>
                <a:cubicBezTo>
                  <a:pt x="27893" y="3421"/>
                  <a:pt x="27997" y="3481"/>
                  <a:pt x="28118" y="3522"/>
                </a:cubicBezTo>
                <a:cubicBezTo>
                  <a:pt x="28238" y="3563"/>
                  <a:pt x="28371" y="3583"/>
                  <a:pt x="28516" y="3583"/>
                </a:cubicBezTo>
                <a:cubicBezTo>
                  <a:pt x="28708" y="3583"/>
                  <a:pt x="28901" y="3544"/>
                  <a:pt x="29095" y="3467"/>
                </a:cubicBezTo>
                <a:cubicBezTo>
                  <a:pt x="29290" y="3390"/>
                  <a:pt x="29429" y="3314"/>
                  <a:pt x="29511" y="3239"/>
                </a:cubicBezTo>
                <a:lnTo>
                  <a:pt x="29536" y="3239"/>
                </a:lnTo>
                <a:lnTo>
                  <a:pt x="29536" y="3759"/>
                </a:lnTo>
                <a:cubicBezTo>
                  <a:pt x="29376" y="3826"/>
                  <a:pt x="29213" y="3883"/>
                  <a:pt x="29046" y="3929"/>
                </a:cubicBezTo>
                <a:cubicBezTo>
                  <a:pt x="28879" y="3974"/>
                  <a:pt x="28704" y="3997"/>
                  <a:pt x="28521" y="3997"/>
                </a:cubicBezTo>
                <a:cubicBezTo>
                  <a:pt x="28052" y="3997"/>
                  <a:pt x="27687" y="3870"/>
                  <a:pt x="27424" y="3616"/>
                </a:cubicBezTo>
                <a:cubicBezTo>
                  <a:pt x="27161" y="3362"/>
                  <a:pt x="27030" y="3002"/>
                  <a:pt x="27030" y="2534"/>
                </a:cubicBezTo>
                <a:cubicBezTo>
                  <a:pt x="27030" y="2072"/>
                  <a:pt x="27156" y="1705"/>
                  <a:pt x="27408" y="1433"/>
                </a:cubicBezTo>
                <a:cubicBezTo>
                  <a:pt x="27659" y="1162"/>
                  <a:pt x="27991" y="1026"/>
                  <a:pt x="28402" y="1026"/>
                </a:cubicBezTo>
                <a:cubicBezTo>
                  <a:pt x="28783" y="1026"/>
                  <a:pt x="29076" y="1137"/>
                  <a:pt x="29282" y="1360"/>
                </a:cubicBezTo>
                <a:cubicBezTo>
                  <a:pt x="29489" y="1583"/>
                  <a:pt x="29592" y="1899"/>
                  <a:pt x="29592" y="2309"/>
                </a:cubicBezTo>
                <a:lnTo>
                  <a:pt x="29592" y="2567"/>
                </a:lnTo>
                <a:moveTo>
                  <a:pt x="29130" y="2203"/>
                </a:moveTo>
                <a:cubicBezTo>
                  <a:pt x="29128" y="1954"/>
                  <a:pt x="29065" y="1761"/>
                  <a:pt x="28941" y="1625"/>
                </a:cubicBezTo>
                <a:cubicBezTo>
                  <a:pt x="28817" y="1488"/>
                  <a:pt x="28629" y="1420"/>
                  <a:pt x="28377" y="1420"/>
                </a:cubicBezTo>
                <a:cubicBezTo>
                  <a:pt x="28122" y="1420"/>
                  <a:pt x="27920" y="1495"/>
                  <a:pt x="27769" y="1645"/>
                </a:cubicBezTo>
                <a:cubicBezTo>
                  <a:pt x="27618" y="1795"/>
                  <a:pt x="27533" y="1981"/>
                  <a:pt x="27512" y="2203"/>
                </a:cubicBezTo>
                <a:lnTo>
                  <a:pt x="29130" y="22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63BF87-1B22-45EB-AB5A-389834569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2" y="1672555"/>
            <a:ext cx="28626" cy="29629"/>
          </a:xfrm>
          <a:custGeom xmlns:a="http://schemas.openxmlformats.org/drawingml/2006/main">
            <a:pathLst>
              <a:path w="28626" h="29629">
                <a:moveTo>
                  <a:pt x="0" y="0"/>
                </a:moveTo>
                <a:lnTo>
                  <a:pt x="28626" y="0"/>
                </a:lnTo>
                <a:lnTo>
                  <a:pt x="28626" y="29629"/>
                </a:lnTo>
                <a:lnTo>
                  <a:pt x="0" y="296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59C2C-D40D-42A1-BEE5-738AE43AD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3" y="1672556"/>
            <a:ext cx="28626" cy="29630"/>
          </a:xfrm>
          <a:custGeom xmlns:a="http://schemas.openxmlformats.org/drawingml/2006/main">
            <a:pathLst>
              <a:path w="28626" h="29630" fill="none">
                <a:moveTo>
                  <a:pt x="0" y="0"/>
                </a:moveTo>
                <a:lnTo>
                  <a:pt x="28626" y="0"/>
                </a:lnTo>
                <a:lnTo>
                  <a:pt x="28626" y="29630"/>
                </a:lnTo>
                <a:lnTo>
                  <a:pt x="0" y="296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95" name="Text Elateridae">
            <a:extLst xmlns:a="http://schemas.openxmlformats.org/drawingml/2006/main">
              <a:ext uri="{FF2B5EF4-FFF2-40B4-BE49-F238E27FC236}">
                <a16:creationId xmlns:a16="http://schemas.microsoft.com/office/drawing/2014/main" id="{59CAF781-77C1-4090-BE23-2DAE43793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319" y="1673928"/>
            <a:ext cx="27762" cy="4419"/>
          </a:xfrm>
          <a:custGeom xmlns:a="http://schemas.openxmlformats.org/drawingml/2006/main">
            <a:pathLst>
              <a:path w="27762" h="4419">
                <a:moveTo>
                  <a:pt x="2730" y="4330"/>
                </a:moveTo>
                <a:lnTo>
                  <a:pt x="0" y="4330"/>
                </a:lnTo>
                <a:lnTo>
                  <a:pt x="0" y="184"/>
                </a:lnTo>
                <a:lnTo>
                  <a:pt x="2730" y="184"/>
                </a:lnTo>
                <a:lnTo>
                  <a:pt x="2730" y="673"/>
                </a:lnTo>
                <a:lnTo>
                  <a:pt x="551" y="673"/>
                </a:lnTo>
                <a:lnTo>
                  <a:pt x="551" y="1809"/>
                </a:lnTo>
                <a:lnTo>
                  <a:pt x="2730" y="1809"/>
                </a:lnTo>
                <a:lnTo>
                  <a:pt x="2730" y="2299"/>
                </a:lnTo>
                <a:lnTo>
                  <a:pt x="551" y="2299"/>
                </a:lnTo>
                <a:lnTo>
                  <a:pt x="551" y="3841"/>
                </a:lnTo>
                <a:lnTo>
                  <a:pt x="2730" y="3841"/>
                </a:lnTo>
                <a:lnTo>
                  <a:pt x="2730" y="4330"/>
                </a:lnTo>
                <a:close/>
                <a:moveTo>
                  <a:pt x="4091" y="4330"/>
                </a:moveTo>
                <a:lnTo>
                  <a:pt x="3568" y="4330"/>
                </a:lnTo>
                <a:lnTo>
                  <a:pt x="3568" y="0"/>
                </a:lnTo>
                <a:lnTo>
                  <a:pt x="4091" y="0"/>
                </a:lnTo>
                <a:lnTo>
                  <a:pt x="4091" y="4330"/>
                </a:lnTo>
                <a:close/>
                <a:moveTo>
                  <a:pt x="7542" y="4330"/>
                </a:moveTo>
                <a:lnTo>
                  <a:pt x="7021" y="4330"/>
                </a:lnTo>
                <a:lnTo>
                  <a:pt x="7021" y="4001"/>
                </a:lnTo>
                <a:cubicBezTo>
                  <a:pt x="6975" y="4033"/>
                  <a:pt x="6912" y="4077"/>
                  <a:pt x="6833" y="4134"/>
                </a:cubicBezTo>
                <a:cubicBezTo>
                  <a:pt x="6755" y="4190"/>
                  <a:pt x="6678" y="4235"/>
                  <a:pt x="6604" y="4269"/>
                </a:cubicBezTo>
                <a:cubicBezTo>
                  <a:pt x="6517" y="4312"/>
                  <a:pt x="6416" y="4347"/>
                  <a:pt x="6303" y="4376"/>
                </a:cubicBezTo>
                <a:cubicBezTo>
                  <a:pt x="6190" y="4405"/>
                  <a:pt x="6057" y="4419"/>
                  <a:pt x="5905" y="4419"/>
                </a:cubicBezTo>
                <a:cubicBezTo>
                  <a:pt x="5625" y="4419"/>
                  <a:pt x="5388" y="4327"/>
                  <a:pt x="5193" y="4141"/>
                </a:cubicBezTo>
                <a:cubicBezTo>
                  <a:pt x="4998" y="3955"/>
                  <a:pt x="4901" y="3718"/>
                  <a:pt x="4901" y="3430"/>
                </a:cubicBezTo>
                <a:cubicBezTo>
                  <a:pt x="4901" y="3194"/>
                  <a:pt x="4951" y="3003"/>
                  <a:pt x="5052" y="2858"/>
                </a:cubicBezTo>
                <a:cubicBezTo>
                  <a:pt x="5153" y="2712"/>
                  <a:pt x="5298" y="2597"/>
                  <a:pt x="5485" y="2513"/>
                </a:cubicBezTo>
                <a:cubicBezTo>
                  <a:pt x="5674" y="2430"/>
                  <a:pt x="5902" y="2373"/>
                  <a:pt x="6167" y="2343"/>
                </a:cubicBezTo>
                <a:cubicBezTo>
                  <a:pt x="6432" y="2314"/>
                  <a:pt x="6717" y="2291"/>
                  <a:pt x="7021" y="2276"/>
                </a:cubicBezTo>
                <a:lnTo>
                  <a:pt x="7021" y="2195"/>
                </a:lnTo>
                <a:cubicBezTo>
                  <a:pt x="7021" y="2075"/>
                  <a:pt x="7000" y="1976"/>
                  <a:pt x="6959" y="1898"/>
                </a:cubicBezTo>
                <a:cubicBezTo>
                  <a:pt x="6917" y="1819"/>
                  <a:pt x="6857" y="1757"/>
                  <a:pt x="6779" y="1712"/>
                </a:cubicBezTo>
                <a:cubicBezTo>
                  <a:pt x="6705" y="1669"/>
                  <a:pt x="6616" y="1640"/>
                  <a:pt x="6512" y="1625"/>
                </a:cubicBezTo>
                <a:cubicBezTo>
                  <a:pt x="6408" y="1610"/>
                  <a:pt x="6300" y="1603"/>
                  <a:pt x="6186" y="1603"/>
                </a:cubicBezTo>
                <a:cubicBezTo>
                  <a:pt x="6049" y="1603"/>
                  <a:pt x="5896" y="1622"/>
                  <a:pt x="5727" y="1659"/>
                </a:cubicBezTo>
                <a:cubicBezTo>
                  <a:pt x="5558" y="1696"/>
                  <a:pt x="5384" y="1750"/>
                  <a:pt x="5204" y="1820"/>
                </a:cubicBezTo>
                <a:lnTo>
                  <a:pt x="5176" y="1820"/>
                </a:lnTo>
                <a:lnTo>
                  <a:pt x="5176" y="1289"/>
                </a:lnTo>
                <a:cubicBezTo>
                  <a:pt x="5278" y="1261"/>
                  <a:pt x="5426" y="1230"/>
                  <a:pt x="5619" y="1197"/>
                </a:cubicBezTo>
                <a:cubicBezTo>
                  <a:pt x="5812" y="1163"/>
                  <a:pt x="6002" y="1147"/>
                  <a:pt x="6189" y="1147"/>
                </a:cubicBezTo>
                <a:cubicBezTo>
                  <a:pt x="6408" y="1147"/>
                  <a:pt x="6599" y="1165"/>
                  <a:pt x="6761" y="1201"/>
                </a:cubicBezTo>
                <a:cubicBezTo>
                  <a:pt x="6923" y="1237"/>
                  <a:pt x="7064" y="1299"/>
                  <a:pt x="7183" y="1386"/>
                </a:cubicBezTo>
                <a:cubicBezTo>
                  <a:pt x="7300" y="1471"/>
                  <a:pt x="7389" y="1582"/>
                  <a:pt x="7450" y="1717"/>
                </a:cubicBezTo>
                <a:cubicBezTo>
                  <a:pt x="7511" y="1853"/>
                  <a:pt x="7542" y="2020"/>
                  <a:pt x="7542" y="2221"/>
                </a:cubicBezTo>
                <a:lnTo>
                  <a:pt x="7542" y="4330"/>
                </a:lnTo>
                <a:moveTo>
                  <a:pt x="7021" y="3569"/>
                </a:moveTo>
                <a:lnTo>
                  <a:pt x="7021" y="2700"/>
                </a:lnTo>
                <a:cubicBezTo>
                  <a:pt x="6862" y="2709"/>
                  <a:pt x="6674" y="2723"/>
                  <a:pt x="6458" y="2742"/>
                </a:cubicBezTo>
                <a:cubicBezTo>
                  <a:pt x="6242" y="2760"/>
                  <a:pt x="6070" y="2787"/>
                  <a:pt x="5944" y="2822"/>
                </a:cubicBezTo>
                <a:cubicBezTo>
                  <a:pt x="5794" y="2865"/>
                  <a:pt x="5672" y="2932"/>
                  <a:pt x="5580" y="3022"/>
                </a:cubicBezTo>
                <a:cubicBezTo>
                  <a:pt x="5487" y="3113"/>
                  <a:pt x="5441" y="3237"/>
                  <a:pt x="5441" y="3396"/>
                </a:cubicBezTo>
                <a:cubicBezTo>
                  <a:pt x="5441" y="3575"/>
                  <a:pt x="5494" y="3709"/>
                  <a:pt x="5602" y="3800"/>
                </a:cubicBezTo>
                <a:cubicBezTo>
                  <a:pt x="5710" y="3890"/>
                  <a:pt x="5874" y="3935"/>
                  <a:pt x="6095" y="3935"/>
                </a:cubicBezTo>
                <a:cubicBezTo>
                  <a:pt x="6278" y="3935"/>
                  <a:pt x="6446" y="3899"/>
                  <a:pt x="6598" y="3828"/>
                </a:cubicBezTo>
                <a:cubicBezTo>
                  <a:pt x="6750" y="3756"/>
                  <a:pt x="6891" y="3670"/>
                  <a:pt x="7021" y="3569"/>
                </a:cubicBezTo>
                <a:close/>
                <a:moveTo>
                  <a:pt x="10163" y="4303"/>
                </a:moveTo>
                <a:cubicBezTo>
                  <a:pt x="10065" y="4329"/>
                  <a:pt x="9958" y="4350"/>
                  <a:pt x="9842" y="4367"/>
                </a:cubicBezTo>
                <a:cubicBezTo>
                  <a:pt x="9726" y="4383"/>
                  <a:pt x="9622" y="4392"/>
                  <a:pt x="9531" y="4392"/>
                </a:cubicBezTo>
                <a:cubicBezTo>
                  <a:pt x="9214" y="4392"/>
                  <a:pt x="8973" y="4306"/>
                  <a:pt x="8808" y="4135"/>
                </a:cubicBezTo>
                <a:cubicBezTo>
                  <a:pt x="8643" y="3964"/>
                  <a:pt x="8560" y="3690"/>
                  <a:pt x="8560" y="3313"/>
                </a:cubicBezTo>
                <a:lnTo>
                  <a:pt x="8560" y="1659"/>
                </a:lnTo>
                <a:lnTo>
                  <a:pt x="8207" y="1659"/>
                </a:lnTo>
                <a:lnTo>
                  <a:pt x="8207" y="1219"/>
                </a:lnTo>
                <a:lnTo>
                  <a:pt x="8560" y="1219"/>
                </a:lnTo>
                <a:lnTo>
                  <a:pt x="8560" y="323"/>
                </a:lnTo>
                <a:lnTo>
                  <a:pt x="9083" y="323"/>
                </a:lnTo>
                <a:lnTo>
                  <a:pt x="9083" y="1219"/>
                </a:lnTo>
                <a:lnTo>
                  <a:pt x="10163" y="1219"/>
                </a:lnTo>
                <a:lnTo>
                  <a:pt x="10163" y="1659"/>
                </a:lnTo>
                <a:lnTo>
                  <a:pt x="9083" y="1659"/>
                </a:lnTo>
                <a:lnTo>
                  <a:pt x="9083" y="3079"/>
                </a:lnTo>
                <a:cubicBezTo>
                  <a:pt x="9083" y="3242"/>
                  <a:pt x="9087" y="3370"/>
                  <a:pt x="9095" y="3462"/>
                </a:cubicBezTo>
                <a:cubicBezTo>
                  <a:pt x="9102" y="3554"/>
                  <a:pt x="9128" y="3640"/>
                  <a:pt x="9172" y="3720"/>
                </a:cubicBezTo>
                <a:cubicBezTo>
                  <a:pt x="9213" y="3795"/>
                  <a:pt x="9269" y="3849"/>
                  <a:pt x="9341" y="3884"/>
                </a:cubicBezTo>
                <a:cubicBezTo>
                  <a:pt x="9412" y="3918"/>
                  <a:pt x="9521" y="3935"/>
                  <a:pt x="9668" y="3935"/>
                </a:cubicBezTo>
                <a:cubicBezTo>
                  <a:pt x="9753" y="3935"/>
                  <a:pt x="9842" y="3923"/>
                  <a:pt x="9935" y="3898"/>
                </a:cubicBezTo>
                <a:cubicBezTo>
                  <a:pt x="10028" y="3873"/>
                  <a:pt x="10095" y="3852"/>
                  <a:pt x="10135" y="3835"/>
                </a:cubicBezTo>
                <a:lnTo>
                  <a:pt x="10163" y="3835"/>
                </a:lnTo>
                <a:lnTo>
                  <a:pt x="10163" y="4303"/>
                </a:lnTo>
                <a:close/>
                <a:moveTo>
                  <a:pt x="13397" y="2828"/>
                </a:moveTo>
                <a:lnTo>
                  <a:pt x="11107" y="2828"/>
                </a:lnTo>
                <a:cubicBezTo>
                  <a:pt x="11107" y="3019"/>
                  <a:pt x="11135" y="3186"/>
                  <a:pt x="11193" y="3328"/>
                </a:cubicBezTo>
                <a:cubicBezTo>
                  <a:pt x="11251" y="3471"/>
                  <a:pt x="11329" y="3587"/>
                  <a:pt x="11430" y="3678"/>
                </a:cubicBezTo>
                <a:cubicBezTo>
                  <a:pt x="11526" y="3768"/>
                  <a:pt x="11641" y="3835"/>
                  <a:pt x="11773" y="3879"/>
                </a:cubicBezTo>
                <a:cubicBezTo>
                  <a:pt x="11906" y="3924"/>
                  <a:pt x="12052" y="3946"/>
                  <a:pt x="12212" y="3946"/>
                </a:cubicBezTo>
                <a:cubicBezTo>
                  <a:pt x="12423" y="3946"/>
                  <a:pt x="12636" y="3904"/>
                  <a:pt x="12850" y="3819"/>
                </a:cubicBezTo>
                <a:cubicBezTo>
                  <a:pt x="13065" y="3734"/>
                  <a:pt x="13217" y="3650"/>
                  <a:pt x="13308" y="3568"/>
                </a:cubicBezTo>
                <a:lnTo>
                  <a:pt x="13336" y="3568"/>
                </a:lnTo>
                <a:lnTo>
                  <a:pt x="13336" y="4140"/>
                </a:lnTo>
                <a:cubicBezTo>
                  <a:pt x="13160" y="4215"/>
                  <a:pt x="12980" y="4277"/>
                  <a:pt x="12796" y="4327"/>
                </a:cubicBezTo>
                <a:cubicBezTo>
                  <a:pt x="12612" y="4378"/>
                  <a:pt x="12419" y="4403"/>
                  <a:pt x="12217" y="4403"/>
                </a:cubicBezTo>
                <a:cubicBezTo>
                  <a:pt x="11701" y="4403"/>
                  <a:pt x="11299" y="4263"/>
                  <a:pt x="11009" y="3983"/>
                </a:cubicBezTo>
                <a:cubicBezTo>
                  <a:pt x="10720" y="3703"/>
                  <a:pt x="10575" y="3306"/>
                  <a:pt x="10575" y="2791"/>
                </a:cubicBezTo>
                <a:cubicBezTo>
                  <a:pt x="10575" y="2282"/>
                  <a:pt x="10714" y="1878"/>
                  <a:pt x="10991" y="1579"/>
                </a:cubicBezTo>
                <a:cubicBezTo>
                  <a:pt x="11269" y="1280"/>
                  <a:pt x="11634" y="1130"/>
                  <a:pt x="12086" y="1130"/>
                </a:cubicBezTo>
                <a:cubicBezTo>
                  <a:pt x="12506" y="1130"/>
                  <a:pt x="12829" y="1253"/>
                  <a:pt x="13056" y="1498"/>
                </a:cubicBezTo>
                <a:cubicBezTo>
                  <a:pt x="13283" y="1743"/>
                  <a:pt x="13397" y="2092"/>
                  <a:pt x="13397" y="2543"/>
                </a:cubicBezTo>
                <a:lnTo>
                  <a:pt x="13397" y="2828"/>
                </a:lnTo>
                <a:moveTo>
                  <a:pt x="12888" y="2427"/>
                </a:moveTo>
                <a:cubicBezTo>
                  <a:pt x="12886" y="2152"/>
                  <a:pt x="12817" y="1940"/>
                  <a:pt x="12681" y="1789"/>
                </a:cubicBezTo>
                <a:cubicBezTo>
                  <a:pt x="12544" y="1639"/>
                  <a:pt x="12337" y="1564"/>
                  <a:pt x="12059" y="1564"/>
                </a:cubicBezTo>
                <a:cubicBezTo>
                  <a:pt x="11778" y="1564"/>
                  <a:pt x="11555" y="1647"/>
                  <a:pt x="11389" y="1812"/>
                </a:cubicBezTo>
                <a:cubicBezTo>
                  <a:pt x="11223" y="1977"/>
                  <a:pt x="11129" y="2182"/>
                  <a:pt x="11107" y="2427"/>
                </a:cubicBezTo>
                <a:lnTo>
                  <a:pt x="12888" y="2427"/>
                </a:lnTo>
                <a:close/>
                <a:moveTo>
                  <a:pt x="16130" y="1787"/>
                </a:moveTo>
                <a:lnTo>
                  <a:pt x="16102" y="1787"/>
                </a:lnTo>
                <a:cubicBezTo>
                  <a:pt x="16024" y="1769"/>
                  <a:pt x="15948" y="1756"/>
                  <a:pt x="15875" y="1749"/>
                </a:cubicBezTo>
                <a:cubicBezTo>
                  <a:pt x="15802" y="1741"/>
                  <a:pt x="15715" y="1737"/>
                  <a:pt x="15615" y="1737"/>
                </a:cubicBezTo>
                <a:cubicBezTo>
                  <a:pt x="15454" y="1737"/>
                  <a:pt x="15298" y="1772"/>
                  <a:pt x="15147" y="1844"/>
                </a:cubicBezTo>
                <a:cubicBezTo>
                  <a:pt x="14997" y="1915"/>
                  <a:pt x="14852" y="2008"/>
                  <a:pt x="14713" y="2121"/>
                </a:cubicBezTo>
                <a:lnTo>
                  <a:pt x="14713" y="4330"/>
                </a:lnTo>
                <a:lnTo>
                  <a:pt x="14190" y="4330"/>
                </a:lnTo>
                <a:lnTo>
                  <a:pt x="14190" y="1219"/>
                </a:lnTo>
                <a:lnTo>
                  <a:pt x="14713" y="1219"/>
                </a:lnTo>
                <a:lnTo>
                  <a:pt x="14713" y="1679"/>
                </a:lnTo>
                <a:cubicBezTo>
                  <a:pt x="14921" y="1511"/>
                  <a:pt x="15104" y="1393"/>
                  <a:pt x="15263" y="1323"/>
                </a:cubicBezTo>
                <a:cubicBezTo>
                  <a:pt x="15422" y="1254"/>
                  <a:pt x="15583" y="1219"/>
                  <a:pt x="15749" y="1219"/>
                </a:cubicBezTo>
                <a:cubicBezTo>
                  <a:pt x="15839" y="1219"/>
                  <a:pt x="15905" y="1221"/>
                  <a:pt x="15946" y="1226"/>
                </a:cubicBezTo>
                <a:cubicBezTo>
                  <a:pt x="15987" y="1230"/>
                  <a:pt x="16048" y="1239"/>
                  <a:pt x="16130" y="1252"/>
                </a:cubicBezTo>
                <a:lnTo>
                  <a:pt x="16130" y="1787"/>
                </a:lnTo>
                <a:close/>
                <a:moveTo>
                  <a:pt x="17185" y="701"/>
                </a:moveTo>
                <a:lnTo>
                  <a:pt x="16595" y="701"/>
                </a:lnTo>
                <a:lnTo>
                  <a:pt x="16595" y="156"/>
                </a:lnTo>
                <a:lnTo>
                  <a:pt x="17185" y="156"/>
                </a:lnTo>
                <a:lnTo>
                  <a:pt x="17185" y="701"/>
                </a:lnTo>
                <a:moveTo>
                  <a:pt x="17151" y="4330"/>
                </a:moveTo>
                <a:lnTo>
                  <a:pt x="16628" y="4330"/>
                </a:lnTo>
                <a:lnTo>
                  <a:pt x="16628" y="1219"/>
                </a:lnTo>
                <a:lnTo>
                  <a:pt x="17151" y="1219"/>
                </a:lnTo>
                <a:lnTo>
                  <a:pt x="17151" y="4330"/>
                </a:lnTo>
                <a:close/>
                <a:moveTo>
                  <a:pt x="20708" y="4330"/>
                </a:moveTo>
                <a:lnTo>
                  <a:pt x="20185" y="4330"/>
                </a:lnTo>
                <a:lnTo>
                  <a:pt x="20185" y="4006"/>
                </a:lnTo>
                <a:cubicBezTo>
                  <a:pt x="20034" y="4137"/>
                  <a:pt x="19878" y="4238"/>
                  <a:pt x="19714" y="4311"/>
                </a:cubicBezTo>
                <a:cubicBezTo>
                  <a:pt x="19551" y="4383"/>
                  <a:pt x="19374" y="4419"/>
                  <a:pt x="19183" y="4419"/>
                </a:cubicBezTo>
                <a:cubicBezTo>
                  <a:pt x="18812" y="4419"/>
                  <a:pt x="18517" y="4276"/>
                  <a:pt x="18299" y="3990"/>
                </a:cubicBezTo>
                <a:cubicBezTo>
                  <a:pt x="18081" y="3703"/>
                  <a:pt x="17972" y="3306"/>
                  <a:pt x="17972" y="2798"/>
                </a:cubicBezTo>
                <a:cubicBezTo>
                  <a:pt x="17972" y="2534"/>
                  <a:pt x="18010" y="2299"/>
                  <a:pt x="18085" y="2092"/>
                </a:cubicBezTo>
                <a:cubicBezTo>
                  <a:pt x="18160" y="1886"/>
                  <a:pt x="18262" y="1710"/>
                  <a:pt x="18390" y="1565"/>
                </a:cubicBezTo>
                <a:cubicBezTo>
                  <a:pt x="18516" y="1424"/>
                  <a:pt x="18663" y="1316"/>
                  <a:pt x="18831" y="1242"/>
                </a:cubicBezTo>
                <a:cubicBezTo>
                  <a:pt x="18999" y="1167"/>
                  <a:pt x="19173" y="1130"/>
                  <a:pt x="19353" y="1130"/>
                </a:cubicBezTo>
                <a:cubicBezTo>
                  <a:pt x="19516" y="1130"/>
                  <a:pt x="19661" y="1147"/>
                  <a:pt x="19787" y="1182"/>
                </a:cubicBezTo>
                <a:cubicBezTo>
                  <a:pt x="19913" y="1216"/>
                  <a:pt x="20046" y="1269"/>
                  <a:pt x="20185" y="1342"/>
                </a:cubicBezTo>
                <a:lnTo>
                  <a:pt x="20185" y="0"/>
                </a:lnTo>
                <a:lnTo>
                  <a:pt x="20708" y="0"/>
                </a:lnTo>
                <a:lnTo>
                  <a:pt x="20708" y="4330"/>
                </a:lnTo>
                <a:moveTo>
                  <a:pt x="20185" y="3565"/>
                </a:moveTo>
                <a:lnTo>
                  <a:pt x="20185" y="1781"/>
                </a:lnTo>
                <a:cubicBezTo>
                  <a:pt x="20044" y="1718"/>
                  <a:pt x="19918" y="1674"/>
                  <a:pt x="19806" y="1650"/>
                </a:cubicBezTo>
                <a:cubicBezTo>
                  <a:pt x="19695" y="1626"/>
                  <a:pt x="19573" y="1614"/>
                  <a:pt x="19442" y="1614"/>
                </a:cubicBezTo>
                <a:cubicBezTo>
                  <a:pt x="19148" y="1614"/>
                  <a:pt x="18920" y="1716"/>
                  <a:pt x="18757" y="1920"/>
                </a:cubicBezTo>
                <a:cubicBezTo>
                  <a:pt x="18594" y="2124"/>
                  <a:pt x="18512" y="2414"/>
                  <a:pt x="18512" y="2789"/>
                </a:cubicBezTo>
                <a:cubicBezTo>
                  <a:pt x="18512" y="3158"/>
                  <a:pt x="18575" y="3438"/>
                  <a:pt x="18701" y="3630"/>
                </a:cubicBezTo>
                <a:cubicBezTo>
                  <a:pt x="18828" y="3822"/>
                  <a:pt x="19030" y="3918"/>
                  <a:pt x="19308" y="3918"/>
                </a:cubicBezTo>
                <a:cubicBezTo>
                  <a:pt x="19456" y="3918"/>
                  <a:pt x="19607" y="3886"/>
                  <a:pt x="19759" y="3820"/>
                </a:cubicBezTo>
                <a:cubicBezTo>
                  <a:pt x="19911" y="3754"/>
                  <a:pt x="20053" y="3669"/>
                  <a:pt x="20185" y="3565"/>
                </a:cubicBezTo>
                <a:close/>
                <a:moveTo>
                  <a:pt x="24153" y="4330"/>
                </a:moveTo>
                <a:lnTo>
                  <a:pt x="23632" y="4330"/>
                </a:lnTo>
                <a:lnTo>
                  <a:pt x="23632" y="4001"/>
                </a:lnTo>
                <a:cubicBezTo>
                  <a:pt x="23586" y="4033"/>
                  <a:pt x="23523" y="4077"/>
                  <a:pt x="23445" y="4134"/>
                </a:cubicBezTo>
                <a:cubicBezTo>
                  <a:pt x="23366" y="4190"/>
                  <a:pt x="23289" y="4235"/>
                  <a:pt x="23215" y="4269"/>
                </a:cubicBezTo>
                <a:cubicBezTo>
                  <a:pt x="23128" y="4312"/>
                  <a:pt x="23028" y="4347"/>
                  <a:pt x="22914" y="4376"/>
                </a:cubicBezTo>
                <a:cubicBezTo>
                  <a:pt x="22801" y="4405"/>
                  <a:pt x="22669" y="4419"/>
                  <a:pt x="22517" y="4419"/>
                </a:cubicBezTo>
                <a:cubicBezTo>
                  <a:pt x="22236" y="4419"/>
                  <a:pt x="21999" y="4327"/>
                  <a:pt x="21804" y="4141"/>
                </a:cubicBezTo>
                <a:cubicBezTo>
                  <a:pt x="21609" y="3955"/>
                  <a:pt x="21512" y="3718"/>
                  <a:pt x="21512" y="3430"/>
                </a:cubicBezTo>
                <a:cubicBezTo>
                  <a:pt x="21512" y="3194"/>
                  <a:pt x="21562" y="3003"/>
                  <a:pt x="21664" y="2858"/>
                </a:cubicBezTo>
                <a:cubicBezTo>
                  <a:pt x="21765" y="2712"/>
                  <a:pt x="21909" y="2597"/>
                  <a:pt x="22096" y="2513"/>
                </a:cubicBezTo>
                <a:cubicBezTo>
                  <a:pt x="22286" y="2430"/>
                  <a:pt x="22513" y="2373"/>
                  <a:pt x="22778" y="2343"/>
                </a:cubicBezTo>
                <a:cubicBezTo>
                  <a:pt x="23043" y="2314"/>
                  <a:pt x="23328" y="2291"/>
                  <a:pt x="23632" y="2276"/>
                </a:cubicBezTo>
                <a:lnTo>
                  <a:pt x="23632" y="2195"/>
                </a:lnTo>
                <a:cubicBezTo>
                  <a:pt x="23632" y="2075"/>
                  <a:pt x="23612" y="1976"/>
                  <a:pt x="23570" y="1898"/>
                </a:cubicBezTo>
                <a:cubicBezTo>
                  <a:pt x="23528" y="1819"/>
                  <a:pt x="23468" y="1757"/>
                  <a:pt x="23390" y="1712"/>
                </a:cubicBezTo>
                <a:cubicBezTo>
                  <a:pt x="23316" y="1669"/>
                  <a:pt x="23227" y="1640"/>
                  <a:pt x="23123" y="1625"/>
                </a:cubicBezTo>
                <a:cubicBezTo>
                  <a:pt x="23019" y="1610"/>
                  <a:pt x="22911" y="1603"/>
                  <a:pt x="22798" y="1603"/>
                </a:cubicBezTo>
                <a:cubicBezTo>
                  <a:pt x="22660" y="1603"/>
                  <a:pt x="22507" y="1622"/>
                  <a:pt x="22338" y="1659"/>
                </a:cubicBezTo>
                <a:cubicBezTo>
                  <a:pt x="22170" y="1696"/>
                  <a:pt x="21995" y="1750"/>
                  <a:pt x="21815" y="1820"/>
                </a:cubicBezTo>
                <a:lnTo>
                  <a:pt x="21787" y="1820"/>
                </a:lnTo>
                <a:lnTo>
                  <a:pt x="21787" y="1289"/>
                </a:lnTo>
                <a:cubicBezTo>
                  <a:pt x="21889" y="1261"/>
                  <a:pt x="22037" y="1230"/>
                  <a:pt x="22230" y="1197"/>
                </a:cubicBezTo>
                <a:cubicBezTo>
                  <a:pt x="22423" y="1163"/>
                  <a:pt x="22613" y="1147"/>
                  <a:pt x="22800" y="1147"/>
                </a:cubicBezTo>
                <a:cubicBezTo>
                  <a:pt x="23019" y="1147"/>
                  <a:pt x="23210" y="1165"/>
                  <a:pt x="23372" y="1201"/>
                </a:cubicBezTo>
                <a:cubicBezTo>
                  <a:pt x="23535" y="1237"/>
                  <a:pt x="23675" y="1299"/>
                  <a:pt x="23794" y="1386"/>
                </a:cubicBezTo>
                <a:cubicBezTo>
                  <a:pt x="23911" y="1471"/>
                  <a:pt x="24000" y="1582"/>
                  <a:pt x="24061" y="1717"/>
                </a:cubicBezTo>
                <a:cubicBezTo>
                  <a:pt x="24122" y="1853"/>
                  <a:pt x="24153" y="2020"/>
                  <a:pt x="24153" y="2221"/>
                </a:cubicBezTo>
                <a:lnTo>
                  <a:pt x="24153" y="4330"/>
                </a:lnTo>
                <a:moveTo>
                  <a:pt x="23632" y="3569"/>
                </a:moveTo>
                <a:lnTo>
                  <a:pt x="23632" y="2700"/>
                </a:lnTo>
                <a:cubicBezTo>
                  <a:pt x="23473" y="2709"/>
                  <a:pt x="23285" y="2723"/>
                  <a:pt x="23069" y="2742"/>
                </a:cubicBezTo>
                <a:cubicBezTo>
                  <a:pt x="22853" y="2760"/>
                  <a:pt x="22682" y="2787"/>
                  <a:pt x="22555" y="2822"/>
                </a:cubicBezTo>
                <a:cubicBezTo>
                  <a:pt x="22405" y="2865"/>
                  <a:pt x="22284" y="2932"/>
                  <a:pt x="22191" y="3022"/>
                </a:cubicBezTo>
                <a:cubicBezTo>
                  <a:pt x="22098" y="3113"/>
                  <a:pt x="22052" y="3237"/>
                  <a:pt x="22052" y="3396"/>
                </a:cubicBezTo>
                <a:cubicBezTo>
                  <a:pt x="22052" y="3575"/>
                  <a:pt x="22106" y="3709"/>
                  <a:pt x="22213" y="3800"/>
                </a:cubicBezTo>
                <a:cubicBezTo>
                  <a:pt x="22321" y="3890"/>
                  <a:pt x="22485" y="3935"/>
                  <a:pt x="22706" y="3935"/>
                </a:cubicBezTo>
                <a:cubicBezTo>
                  <a:pt x="22889" y="3935"/>
                  <a:pt x="23057" y="3899"/>
                  <a:pt x="23209" y="3828"/>
                </a:cubicBezTo>
                <a:cubicBezTo>
                  <a:pt x="23362" y="3756"/>
                  <a:pt x="23503" y="3670"/>
                  <a:pt x="23632" y="3569"/>
                </a:cubicBezTo>
                <a:close/>
                <a:moveTo>
                  <a:pt x="27762" y="2828"/>
                </a:moveTo>
                <a:lnTo>
                  <a:pt x="25472" y="2828"/>
                </a:lnTo>
                <a:cubicBezTo>
                  <a:pt x="25472" y="3019"/>
                  <a:pt x="25501" y="3186"/>
                  <a:pt x="25558" y="3328"/>
                </a:cubicBezTo>
                <a:cubicBezTo>
                  <a:pt x="25616" y="3471"/>
                  <a:pt x="25695" y="3587"/>
                  <a:pt x="25795" y="3678"/>
                </a:cubicBezTo>
                <a:cubicBezTo>
                  <a:pt x="25891" y="3768"/>
                  <a:pt x="26006" y="3835"/>
                  <a:pt x="26138" y="3879"/>
                </a:cubicBezTo>
                <a:cubicBezTo>
                  <a:pt x="26271" y="3924"/>
                  <a:pt x="26417" y="3946"/>
                  <a:pt x="26577" y="3946"/>
                </a:cubicBezTo>
                <a:cubicBezTo>
                  <a:pt x="26788" y="3946"/>
                  <a:pt x="27001" y="3904"/>
                  <a:pt x="27216" y="3819"/>
                </a:cubicBezTo>
                <a:cubicBezTo>
                  <a:pt x="27430" y="3734"/>
                  <a:pt x="27582" y="3650"/>
                  <a:pt x="27673" y="3568"/>
                </a:cubicBezTo>
                <a:lnTo>
                  <a:pt x="27701" y="3568"/>
                </a:lnTo>
                <a:lnTo>
                  <a:pt x="27701" y="4140"/>
                </a:lnTo>
                <a:cubicBezTo>
                  <a:pt x="27525" y="4215"/>
                  <a:pt x="27345" y="4277"/>
                  <a:pt x="27161" y="4327"/>
                </a:cubicBezTo>
                <a:cubicBezTo>
                  <a:pt x="26978" y="4378"/>
                  <a:pt x="26785" y="4403"/>
                  <a:pt x="26582" y="4403"/>
                </a:cubicBezTo>
                <a:cubicBezTo>
                  <a:pt x="26067" y="4403"/>
                  <a:pt x="25664" y="4263"/>
                  <a:pt x="25375" y="3983"/>
                </a:cubicBezTo>
                <a:cubicBezTo>
                  <a:pt x="25085" y="3703"/>
                  <a:pt x="24940" y="3306"/>
                  <a:pt x="24940" y="2791"/>
                </a:cubicBezTo>
                <a:cubicBezTo>
                  <a:pt x="24940" y="2282"/>
                  <a:pt x="25079" y="1878"/>
                  <a:pt x="25356" y="1579"/>
                </a:cubicBezTo>
                <a:cubicBezTo>
                  <a:pt x="25634" y="1280"/>
                  <a:pt x="25999" y="1130"/>
                  <a:pt x="26452" y="1130"/>
                </a:cubicBezTo>
                <a:cubicBezTo>
                  <a:pt x="26871" y="1130"/>
                  <a:pt x="27194" y="1253"/>
                  <a:pt x="27421" y="1498"/>
                </a:cubicBezTo>
                <a:cubicBezTo>
                  <a:pt x="27649" y="1743"/>
                  <a:pt x="27762" y="2092"/>
                  <a:pt x="27762" y="2543"/>
                </a:cubicBezTo>
                <a:lnTo>
                  <a:pt x="27762" y="2828"/>
                </a:lnTo>
                <a:moveTo>
                  <a:pt x="27253" y="2427"/>
                </a:moveTo>
                <a:cubicBezTo>
                  <a:pt x="27251" y="2152"/>
                  <a:pt x="27182" y="1940"/>
                  <a:pt x="27046" y="1789"/>
                </a:cubicBezTo>
                <a:cubicBezTo>
                  <a:pt x="26909" y="1639"/>
                  <a:pt x="26702" y="1564"/>
                  <a:pt x="26424" y="1564"/>
                </a:cubicBezTo>
                <a:cubicBezTo>
                  <a:pt x="26144" y="1564"/>
                  <a:pt x="25920" y="1647"/>
                  <a:pt x="25754" y="1812"/>
                </a:cubicBezTo>
                <a:cubicBezTo>
                  <a:pt x="25588" y="1977"/>
                  <a:pt x="25494" y="2182"/>
                  <a:pt x="25472" y="2427"/>
                </a:cubicBezTo>
                <a:lnTo>
                  <a:pt x="27253" y="24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58F7F1-F3E1-4031-86F0-FE685C85A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388" y="1672555"/>
            <a:ext cx="25412" cy="29629"/>
          </a:xfrm>
          <a:custGeom xmlns:a="http://schemas.openxmlformats.org/drawingml/2006/main">
            <a:pathLst>
              <a:path w="25412" h="29629">
                <a:moveTo>
                  <a:pt x="0" y="0"/>
                </a:moveTo>
                <a:lnTo>
                  <a:pt x="25412" y="0"/>
                </a:lnTo>
                <a:lnTo>
                  <a:pt x="25412" y="29629"/>
                </a:lnTo>
                <a:lnTo>
                  <a:pt x="0" y="296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34D2D-89CC-4589-9BDF-3856C513CB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5387" y="1672556"/>
            <a:ext cx="25413" cy="29630"/>
          </a:xfrm>
          <a:custGeom xmlns:a="http://schemas.openxmlformats.org/drawingml/2006/main">
            <a:pathLst>
              <a:path w="25413" h="29630" fill="none">
                <a:moveTo>
                  <a:pt x="0" y="0"/>
                </a:moveTo>
                <a:lnTo>
                  <a:pt x="25413" y="0"/>
                </a:lnTo>
                <a:lnTo>
                  <a:pt x="25413" y="29630"/>
                </a:lnTo>
                <a:lnTo>
                  <a:pt x="0" y="296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998" name="Text Silphidae">
            <a:extLst xmlns:a="http://schemas.openxmlformats.org/drawingml/2006/main">
              <a:ext uri="{FF2B5EF4-FFF2-40B4-BE49-F238E27FC236}">
                <a16:creationId xmlns:a16="http://schemas.microsoft.com/office/drawing/2014/main" id="{A1A19FA8-D2F1-4F34-9AAA-FB5381275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8244" y="1673938"/>
            <a:ext cx="24459" cy="5261"/>
          </a:xfrm>
          <a:custGeom xmlns:a="http://schemas.openxmlformats.org/drawingml/2006/main">
            <a:pathLst>
              <a:path w="24459" h="5261">
                <a:moveTo>
                  <a:pt x="3069" y="3025"/>
                </a:moveTo>
                <a:cubicBezTo>
                  <a:pt x="3069" y="3180"/>
                  <a:pt x="3033" y="3334"/>
                  <a:pt x="2961" y="3485"/>
                </a:cubicBezTo>
                <a:cubicBezTo>
                  <a:pt x="2888" y="3637"/>
                  <a:pt x="2787" y="3765"/>
                  <a:pt x="2657" y="3870"/>
                </a:cubicBezTo>
                <a:cubicBezTo>
                  <a:pt x="2515" y="3985"/>
                  <a:pt x="2348" y="4074"/>
                  <a:pt x="2159" y="4138"/>
                </a:cubicBezTo>
                <a:cubicBezTo>
                  <a:pt x="1969" y="4202"/>
                  <a:pt x="1740" y="4234"/>
                  <a:pt x="1473" y="4234"/>
                </a:cubicBezTo>
                <a:cubicBezTo>
                  <a:pt x="1186" y="4234"/>
                  <a:pt x="928" y="4207"/>
                  <a:pt x="699" y="4154"/>
                </a:cubicBezTo>
                <a:cubicBezTo>
                  <a:pt x="470" y="4100"/>
                  <a:pt x="237" y="4021"/>
                  <a:pt x="0" y="3915"/>
                </a:cubicBezTo>
                <a:lnTo>
                  <a:pt x="0" y="3251"/>
                </a:lnTo>
                <a:lnTo>
                  <a:pt x="37" y="3251"/>
                </a:lnTo>
                <a:cubicBezTo>
                  <a:pt x="239" y="3418"/>
                  <a:pt x="471" y="3547"/>
                  <a:pt x="735" y="3638"/>
                </a:cubicBezTo>
                <a:cubicBezTo>
                  <a:pt x="999" y="3729"/>
                  <a:pt x="1247" y="3774"/>
                  <a:pt x="1478" y="3774"/>
                </a:cubicBezTo>
                <a:cubicBezTo>
                  <a:pt x="1806" y="3774"/>
                  <a:pt x="2061" y="3713"/>
                  <a:pt x="2244" y="3591"/>
                </a:cubicBezTo>
                <a:cubicBezTo>
                  <a:pt x="2427" y="3468"/>
                  <a:pt x="2518" y="3304"/>
                  <a:pt x="2518" y="3100"/>
                </a:cubicBezTo>
                <a:cubicBezTo>
                  <a:pt x="2518" y="2924"/>
                  <a:pt x="2475" y="2793"/>
                  <a:pt x="2388" y="2710"/>
                </a:cubicBezTo>
                <a:cubicBezTo>
                  <a:pt x="2302" y="2626"/>
                  <a:pt x="2171" y="2561"/>
                  <a:pt x="1994" y="2514"/>
                </a:cubicBezTo>
                <a:cubicBezTo>
                  <a:pt x="1861" y="2479"/>
                  <a:pt x="1716" y="2449"/>
                  <a:pt x="1560" y="2426"/>
                </a:cubicBezTo>
                <a:cubicBezTo>
                  <a:pt x="1404" y="2403"/>
                  <a:pt x="1239" y="2373"/>
                  <a:pt x="1064" y="2338"/>
                </a:cubicBezTo>
                <a:cubicBezTo>
                  <a:pt x="711" y="2263"/>
                  <a:pt x="450" y="2135"/>
                  <a:pt x="279" y="1954"/>
                </a:cubicBezTo>
                <a:cubicBezTo>
                  <a:pt x="109" y="1773"/>
                  <a:pt x="24" y="1537"/>
                  <a:pt x="24" y="1246"/>
                </a:cubicBezTo>
                <a:cubicBezTo>
                  <a:pt x="24" y="913"/>
                  <a:pt x="165" y="640"/>
                  <a:pt x="446" y="427"/>
                </a:cubicBezTo>
                <a:cubicBezTo>
                  <a:pt x="728" y="213"/>
                  <a:pt x="1085" y="107"/>
                  <a:pt x="1518" y="107"/>
                </a:cubicBezTo>
                <a:cubicBezTo>
                  <a:pt x="1798" y="107"/>
                  <a:pt x="2055" y="134"/>
                  <a:pt x="2288" y="187"/>
                </a:cubicBezTo>
                <a:cubicBezTo>
                  <a:pt x="2522" y="241"/>
                  <a:pt x="2728" y="307"/>
                  <a:pt x="2908" y="385"/>
                </a:cubicBezTo>
                <a:lnTo>
                  <a:pt x="2908" y="1010"/>
                </a:lnTo>
                <a:lnTo>
                  <a:pt x="2871" y="1010"/>
                </a:lnTo>
                <a:cubicBezTo>
                  <a:pt x="2719" y="883"/>
                  <a:pt x="2520" y="777"/>
                  <a:pt x="2274" y="693"/>
                </a:cubicBezTo>
                <a:cubicBezTo>
                  <a:pt x="2027" y="609"/>
                  <a:pt x="1774" y="567"/>
                  <a:pt x="1516" y="567"/>
                </a:cubicBezTo>
                <a:cubicBezTo>
                  <a:pt x="1232" y="567"/>
                  <a:pt x="1005" y="625"/>
                  <a:pt x="833" y="743"/>
                </a:cubicBezTo>
                <a:cubicBezTo>
                  <a:pt x="661" y="860"/>
                  <a:pt x="575" y="1011"/>
                  <a:pt x="575" y="1196"/>
                </a:cubicBezTo>
                <a:cubicBezTo>
                  <a:pt x="575" y="1361"/>
                  <a:pt x="617" y="1492"/>
                  <a:pt x="703" y="1586"/>
                </a:cubicBezTo>
                <a:cubicBezTo>
                  <a:pt x="789" y="1681"/>
                  <a:pt x="939" y="1753"/>
                  <a:pt x="1155" y="1803"/>
                </a:cubicBezTo>
                <a:cubicBezTo>
                  <a:pt x="1269" y="1828"/>
                  <a:pt x="1431" y="1858"/>
                  <a:pt x="1641" y="1894"/>
                </a:cubicBezTo>
                <a:cubicBezTo>
                  <a:pt x="1852" y="1929"/>
                  <a:pt x="2030" y="1966"/>
                  <a:pt x="2176" y="2003"/>
                </a:cubicBezTo>
                <a:cubicBezTo>
                  <a:pt x="2472" y="2082"/>
                  <a:pt x="2695" y="2200"/>
                  <a:pt x="2844" y="2359"/>
                </a:cubicBezTo>
                <a:cubicBezTo>
                  <a:pt x="2994" y="2518"/>
                  <a:pt x="3069" y="2740"/>
                  <a:pt x="3069" y="3025"/>
                </a:cubicBezTo>
                <a:close/>
                <a:moveTo>
                  <a:pt x="4419" y="674"/>
                </a:moveTo>
                <a:lnTo>
                  <a:pt x="3852" y="674"/>
                </a:lnTo>
                <a:lnTo>
                  <a:pt x="3852" y="150"/>
                </a:lnTo>
                <a:lnTo>
                  <a:pt x="4419" y="150"/>
                </a:lnTo>
                <a:lnTo>
                  <a:pt x="4419" y="674"/>
                </a:lnTo>
                <a:moveTo>
                  <a:pt x="4387" y="4159"/>
                </a:moveTo>
                <a:lnTo>
                  <a:pt x="3884" y="4159"/>
                </a:lnTo>
                <a:lnTo>
                  <a:pt x="3884" y="1171"/>
                </a:lnTo>
                <a:lnTo>
                  <a:pt x="4387" y="1171"/>
                </a:lnTo>
                <a:lnTo>
                  <a:pt x="4387" y="4159"/>
                </a:lnTo>
                <a:close/>
                <a:moveTo>
                  <a:pt x="5889" y="4159"/>
                </a:moveTo>
                <a:lnTo>
                  <a:pt x="5386" y="4159"/>
                </a:lnTo>
                <a:lnTo>
                  <a:pt x="5386" y="0"/>
                </a:lnTo>
                <a:lnTo>
                  <a:pt x="5889" y="0"/>
                </a:lnTo>
                <a:lnTo>
                  <a:pt x="5889" y="4159"/>
                </a:lnTo>
                <a:close/>
                <a:moveTo>
                  <a:pt x="9511" y="2628"/>
                </a:moveTo>
                <a:cubicBezTo>
                  <a:pt x="9511" y="2870"/>
                  <a:pt x="9476" y="3092"/>
                  <a:pt x="9407" y="3293"/>
                </a:cubicBezTo>
                <a:cubicBezTo>
                  <a:pt x="9337" y="3494"/>
                  <a:pt x="9239" y="3664"/>
                  <a:pt x="9113" y="3803"/>
                </a:cubicBezTo>
                <a:cubicBezTo>
                  <a:pt x="8995" y="3935"/>
                  <a:pt x="8857" y="4037"/>
                  <a:pt x="8697" y="4110"/>
                </a:cubicBezTo>
                <a:cubicBezTo>
                  <a:pt x="8538" y="4182"/>
                  <a:pt x="8369" y="4218"/>
                  <a:pt x="8191" y="4218"/>
                </a:cubicBezTo>
                <a:cubicBezTo>
                  <a:pt x="8035" y="4218"/>
                  <a:pt x="7895" y="4201"/>
                  <a:pt x="7770" y="4167"/>
                </a:cubicBezTo>
                <a:cubicBezTo>
                  <a:pt x="7644" y="4133"/>
                  <a:pt x="7516" y="4081"/>
                  <a:pt x="7386" y="4009"/>
                </a:cubicBezTo>
                <a:lnTo>
                  <a:pt x="7386" y="5261"/>
                </a:lnTo>
                <a:lnTo>
                  <a:pt x="6883" y="5261"/>
                </a:lnTo>
                <a:lnTo>
                  <a:pt x="6883" y="1171"/>
                </a:lnTo>
                <a:lnTo>
                  <a:pt x="7386" y="1171"/>
                </a:lnTo>
                <a:lnTo>
                  <a:pt x="7386" y="1482"/>
                </a:lnTo>
                <a:cubicBezTo>
                  <a:pt x="7520" y="1369"/>
                  <a:pt x="7670" y="1275"/>
                  <a:pt x="7836" y="1199"/>
                </a:cubicBezTo>
                <a:cubicBezTo>
                  <a:pt x="8003" y="1123"/>
                  <a:pt x="8181" y="1085"/>
                  <a:pt x="8370" y="1085"/>
                </a:cubicBezTo>
                <a:cubicBezTo>
                  <a:pt x="8730" y="1085"/>
                  <a:pt x="9010" y="1221"/>
                  <a:pt x="9210" y="1494"/>
                </a:cubicBezTo>
                <a:cubicBezTo>
                  <a:pt x="9411" y="1766"/>
                  <a:pt x="9511" y="2144"/>
                  <a:pt x="9511" y="2628"/>
                </a:cubicBezTo>
                <a:moveTo>
                  <a:pt x="8992" y="2641"/>
                </a:moveTo>
                <a:cubicBezTo>
                  <a:pt x="8992" y="2281"/>
                  <a:pt x="8931" y="2012"/>
                  <a:pt x="8808" y="1834"/>
                </a:cubicBezTo>
                <a:cubicBezTo>
                  <a:pt x="8685" y="1656"/>
                  <a:pt x="8496" y="1566"/>
                  <a:pt x="8241" y="1566"/>
                </a:cubicBezTo>
                <a:cubicBezTo>
                  <a:pt x="8097" y="1566"/>
                  <a:pt x="7952" y="1598"/>
                  <a:pt x="7806" y="1660"/>
                </a:cubicBezTo>
                <a:cubicBezTo>
                  <a:pt x="7659" y="1722"/>
                  <a:pt x="7520" y="1804"/>
                  <a:pt x="7386" y="1906"/>
                </a:cubicBezTo>
                <a:lnTo>
                  <a:pt x="7386" y="3598"/>
                </a:lnTo>
                <a:cubicBezTo>
                  <a:pt x="7528" y="3662"/>
                  <a:pt x="7651" y="3706"/>
                  <a:pt x="7753" y="3729"/>
                </a:cubicBezTo>
                <a:cubicBezTo>
                  <a:pt x="7856" y="3752"/>
                  <a:pt x="7972" y="3764"/>
                  <a:pt x="8102" y="3764"/>
                </a:cubicBezTo>
                <a:cubicBezTo>
                  <a:pt x="8382" y="3764"/>
                  <a:pt x="8600" y="3669"/>
                  <a:pt x="8757" y="3480"/>
                </a:cubicBezTo>
                <a:cubicBezTo>
                  <a:pt x="8914" y="3292"/>
                  <a:pt x="8992" y="3012"/>
                  <a:pt x="8992" y="2641"/>
                </a:cubicBezTo>
                <a:close/>
                <a:moveTo>
                  <a:pt x="12791" y="4159"/>
                </a:moveTo>
                <a:lnTo>
                  <a:pt x="12288" y="4159"/>
                </a:lnTo>
                <a:lnTo>
                  <a:pt x="12288" y="2458"/>
                </a:lnTo>
                <a:cubicBezTo>
                  <a:pt x="12288" y="2320"/>
                  <a:pt x="12280" y="2191"/>
                  <a:pt x="12264" y="2071"/>
                </a:cubicBezTo>
                <a:cubicBezTo>
                  <a:pt x="12248" y="1950"/>
                  <a:pt x="12219" y="1856"/>
                  <a:pt x="12176" y="1789"/>
                </a:cubicBezTo>
                <a:cubicBezTo>
                  <a:pt x="12131" y="1714"/>
                  <a:pt x="12067" y="1658"/>
                  <a:pt x="11984" y="1621"/>
                </a:cubicBezTo>
                <a:cubicBezTo>
                  <a:pt x="11900" y="1585"/>
                  <a:pt x="11791" y="1566"/>
                  <a:pt x="11657" y="1566"/>
                </a:cubicBezTo>
                <a:cubicBezTo>
                  <a:pt x="11520" y="1566"/>
                  <a:pt x="11377" y="1600"/>
                  <a:pt x="11227" y="1668"/>
                </a:cubicBezTo>
                <a:cubicBezTo>
                  <a:pt x="11077" y="1736"/>
                  <a:pt x="10934" y="1822"/>
                  <a:pt x="10797" y="1928"/>
                </a:cubicBezTo>
                <a:lnTo>
                  <a:pt x="10797" y="4159"/>
                </a:lnTo>
                <a:lnTo>
                  <a:pt x="10294" y="4159"/>
                </a:lnTo>
                <a:lnTo>
                  <a:pt x="10294" y="0"/>
                </a:lnTo>
                <a:lnTo>
                  <a:pt x="10797" y="0"/>
                </a:lnTo>
                <a:lnTo>
                  <a:pt x="10797" y="1500"/>
                </a:lnTo>
                <a:cubicBezTo>
                  <a:pt x="10954" y="1370"/>
                  <a:pt x="11116" y="1268"/>
                  <a:pt x="11283" y="1195"/>
                </a:cubicBezTo>
                <a:cubicBezTo>
                  <a:pt x="11451" y="1122"/>
                  <a:pt x="11623" y="1085"/>
                  <a:pt x="11799" y="1085"/>
                </a:cubicBezTo>
                <a:cubicBezTo>
                  <a:pt x="12122" y="1085"/>
                  <a:pt x="12368" y="1183"/>
                  <a:pt x="12537" y="1377"/>
                </a:cubicBezTo>
                <a:cubicBezTo>
                  <a:pt x="12706" y="1572"/>
                  <a:pt x="12791" y="1852"/>
                  <a:pt x="12791" y="2218"/>
                </a:cubicBezTo>
                <a:lnTo>
                  <a:pt x="12791" y="4159"/>
                </a:lnTo>
                <a:close/>
                <a:moveTo>
                  <a:pt x="14299" y="674"/>
                </a:moveTo>
                <a:lnTo>
                  <a:pt x="13732" y="674"/>
                </a:lnTo>
                <a:lnTo>
                  <a:pt x="13732" y="150"/>
                </a:lnTo>
                <a:lnTo>
                  <a:pt x="14299" y="150"/>
                </a:lnTo>
                <a:lnTo>
                  <a:pt x="14299" y="674"/>
                </a:lnTo>
                <a:moveTo>
                  <a:pt x="14266" y="4159"/>
                </a:moveTo>
                <a:lnTo>
                  <a:pt x="13764" y="4159"/>
                </a:lnTo>
                <a:lnTo>
                  <a:pt x="13764" y="1171"/>
                </a:lnTo>
                <a:lnTo>
                  <a:pt x="14266" y="1171"/>
                </a:lnTo>
                <a:lnTo>
                  <a:pt x="14266" y="4159"/>
                </a:lnTo>
                <a:close/>
                <a:moveTo>
                  <a:pt x="17683" y="4159"/>
                </a:moveTo>
                <a:lnTo>
                  <a:pt x="17180" y="4159"/>
                </a:lnTo>
                <a:lnTo>
                  <a:pt x="17180" y="3848"/>
                </a:lnTo>
                <a:cubicBezTo>
                  <a:pt x="17036" y="3973"/>
                  <a:pt x="16885" y="4071"/>
                  <a:pt x="16728" y="4140"/>
                </a:cubicBezTo>
                <a:cubicBezTo>
                  <a:pt x="16572" y="4210"/>
                  <a:pt x="16401" y="4245"/>
                  <a:pt x="16218" y="4245"/>
                </a:cubicBezTo>
                <a:cubicBezTo>
                  <a:pt x="15861" y="4245"/>
                  <a:pt x="15578" y="4107"/>
                  <a:pt x="15369" y="3832"/>
                </a:cubicBezTo>
                <a:cubicBezTo>
                  <a:pt x="15160" y="3557"/>
                  <a:pt x="15055" y="3176"/>
                  <a:pt x="15055" y="2688"/>
                </a:cubicBezTo>
                <a:cubicBezTo>
                  <a:pt x="15055" y="2434"/>
                  <a:pt x="15091" y="2208"/>
                  <a:pt x="15163" y="2010"/>
                </a:cubicBezTo>
                <a:cubicBezTo>
                  <a:pt x="15235" y="1812"/>
                  <a:pt x="15333" y="1643"/>
                  <a:pt x="15456" y="1503"/>
                </a:cubicBezTo>
                <a:cubicBezTo>
                  <a:pt x="15577" y="1368"/>
                  <a:pt x="15718" y="1264"/>
                  <a:pt x="15880" y="1193"/>
                </a:cubicBezTo>
                <a:cubicBezTo>
                  <a:pt x="16041" y="1121"/>
                  <a:pt x="16208" y="1085"/>
                  <a:pt x="16381" y="1085"/>
                </a:cubicBezTo>
                <a:cubicBezTo>
                  <a:pt x="16538" y="1085"/>
                  <a:pt x="16677" y="1102"/>
                  <a:pt x="16798" y="1135"/>
                </a:cubicBezTo>
                <a:cubicBezTo>
                  <a:pt x="16919" y="1168"/>
                  <a:pt x="17046" y="1219"/>
                  <a:pt x="17180" y="1289"/>
                </a:cubicBezTo>
                <a:lnTo>
                  <a:pt x="17180" y="0"/>
                </a:lnTo>
                <a:lnTo>
                  <a:pt x="17683" y="0"/>
                </a:lnTo>
                <a:lnTo>
                  <a:pt x="17683" y="4159"/>
                </a:lnTo>
                <a:moveTo>
                  <a:pt x="17180" y="3424"/>
                </a:moveTo>
                <a:lnTo>
                  <a:pt x="17180" y="1711"/>
                </a:lnTo>
                <a:cubicBezTo>
                  <a:pt x="17045" y="1650"/>
                  <a:pt x="16923" y="1608"/>
                  <a:pt x="16817" y="1585"/>
                </a:cubicBezTo>
                <a:cubicBezTo>
                  <a:pt x="16710" y="1562"/>
                  <a:pt x="16593" y="1550"/>
                  <a:pt x="16466" y="1550"/>
                </a:cubicBezTo>
                <a:cubicBezTo>
                  <a:pt x="16185" y="1550"/>
                  <a:pt x="15966" y="1648"/>
                  <a:pt x="15809" y="1844"/>
                </a:cubicBezTo>
                <a:cubicBezTo>
                  <a:pt x="15652" y="2040"/>
                  <a:pt x="15574" y="2319"/>
                  <a:pt x="15574" y="2678"/>
                </a:cubicBezTo>
                <a:cubicBezTo>
                  <a:pt x="15574" y="3033"/>
                  <a:pt x="15634" y="3303"/>
                  <a:pt x="15755" y="3487"/>
                </a:cubicBezTo>
                <a:cubicBezTo>
                  <a:pt x="15877" y="3672"/>
                  <a:pt x="16071" y="3764"/>
                  <a:pt x="16338" y="3764"/>
                </a:cubicBezTo>
                <a:cubicBezTo>
                  <a:pt x="16481" y="3764"/>
                  <a:pt x="16625" y="3732"/>
                  <a:pt x="16771" y="3669"/>
                </a:cubicBezTo>
                <a:cubicBezTo>
                  <a:pt x="16917" y="3606"/>
                  <a:pt x="17054" y="3524"/>
                  <a:pt x="17180" y="3424"/>
                </a:cubicBezTo>
                <a:close/>
                <a:moveTo>
                  <a:pt x="20992" y="4159"/>
                </a:moveTo>
                <a:lnTo>
                  <a:pt x="20492" y="4159"/>
                </a:lnTo>
                <a:lnTo>
                  <a:pt x="20492" y="3843"/>
                </a:lnTo>
                <a:cubicBezTo>
                  <a:pt x="20447" y="3874"/>
                  <a:pt x="20387" y="3916"/>
                  <a:pt x="20311" y="3971"/>
                </a:cubicBezTo>
                <a:cubicBezTo>
                  <a:pt x="20236" y="4025"/>
                  <a:pt x="20162" y="4068"/>
                  <a:pt x="20091" y="4100"/>
                </a:cubicBezTo>
                <a:cubicBezTo>
                  <a:pt x="20007" y="4141"/>
                  <a:pt x="19911" y="4176"/>
                  <a:pt x="19802" y="4203"/>
                </a:cubicBezTo>
                <a:cubicBezTo>
                  <a:pt x="19694" y="4231"/>
                  <a:pt x="19566" y="4245"/>
                  <a:pt x="19420" y="4245"/>
                </a:cubicBezTo>
                <a:cubicBezTo>
                  <a:pt x="19151" y="4245"/>
                  <a:pt x="18923" y="4156"/>
                  <a:pt x="18736" y="3977"/>
                </a:cubicBezTo>
                <a:cubicBezTo>
                  <a:pt x="18549" y="3799"/>
                  <a:pt x="18455" y="3571"/>
                  <a:pt x="18455" y="3295"/>
                </a:cubicBezTo>
                <a:cubicBezTo>
                  <a:pt x="18455" y="3068"/>
                  <a:pt x="18504" y="2885"/>
                  <a:pt x="18601" y="2745"/>
                </a:cubicBezTo>
                <a:cubicBezTo>
                  <a:pt x="18698" y="2605"/>
                  <a:pt x="18836" y="2494"/>
                  <a:pt x="19016" y="2414"/>
                </a:cubicBezTo>
                <a:cubicBezTo>
                  <a:pt x="19198" y="2334"/>
                  <a:pt x="19416" y="2279"/>
                  <a:pt x="19671" y="2251"/>
                </a:cubicBezTo>
                <a:cubicBezTo>
                  <a:pt x="19926" y="2222"/>
                  <a:pt x="20200" y="2201"/>
                  <a:pt x="20492" y="2187"/>
                </a:cubicBezTo>
                <a:lnTo>
                  <a:pt x="20492" y="2108"/>
                </a:lnTo>
                <a:cubicBezTo>
                  <a:pt x="20492" y="1993"/>
                  <a:pt x="20472" y="1898"/>
                  <a:pt x="20432" y="1823"/>
                </a:cubicBezTo>
                <a:cubicBezTo>
                  <a:pt x="20392" y="1747"/>
                  <a:pt x="20334" y="1688"/>
                  <a:pt x="20259" y="1645"/>
                </a:cubicBezTo>
                <a:cubicBezTo>
                  <a:pt x="20188" y="1603"/>
                  <a:pt x="20103" y="1576"/>
                  <a:pt x="20003" y="1561"/>
                </a:cubicBezTo>
                <a:cubicBezTo>
                  <a:pt x="19903" y="1547"/>
                  <a:pt x="19799" y="1540"/>
                  <a:pt x="19690" y="1540"/>
                </a:cubicBezTo>
                <a:cubicBezTo>
                  <a:pt x="19558" y="1540"/>
                  <a:pt x="19411" y="1558"/>
                  <a:pt x="19249" y="1593"/>
                </a:cubicBezTo>
                <a:cubicBezTo>
                  <a:pt x="19087" y="1629"/>
                  <a:pt x="18919" y="1681"/>
                  <a:pt x="18746" y="1748"/>
                </a:cubicBezTo>
                <a:lnTo>
                  <a:pt x="18720" y="1748"/>
                </a:lnTo>
                <a:lnTo>
                  <a:pt x="18720" y="1238"/>
                </a:lnTo>
                <a:cubicBezTo>
                  <a:pt x="18818" y="1211"/>
                  <a:pt x="18959" y="1182"/>
                  <a:pt x="19145" y="1149"/>
                </a:cubicBezTo>
                <a:cubicBezTo>
                  <a:pt x="19330" y="1117"/>
                  <a:pt x="19513" y="1101"/>
                  <a:pt x="19693" y="1101"/>
                </a:cubicBezTo>
                <a:cubicBezTo>
                  <a:pt x="19903" y="1101"/>
                  <a:pt x="20086" y="1119"/>
                  <a:pt x="20242" y="1153"/>
                </a:cubicBezTo>
                <a:cubicBezTo>
                  <a:pt x="20398" y="1188"/>
                  <a:pt x="20533" y="1247"/>
                  <a:pt x="20647" y="1331"/>
                </a:cubicBezTo>
                <a:cubicBezTo>
                  <a:pt x="20759" y="1413"/>
                  <a:pt x="20845" y="1519"/>
                  <a:pt x="20904" y="1649"/>
                </a:cubicBezTo>
                <a:cubicBezTo>
                  <a:pt x="20962" y="1779"/>
                  <a:pt x="20992" y="1941"/>
                  <a:pt x="20992" y="2133"/>
                </a:cubicBezTo>
                <a:lnTo>
                  <a:pt x="20992" y="4159"/>
                </a:lnTo>
                <a:moveTo>
                  <a:pt x="20492" y="3428"/>
                </a:moveTo>
                <a:lnTo>
                  <a:pt x="20492" y="2593"/>
                </a:lnTo>
                <a:cubicBezTo>
                  <a:pt x="20339" y="2602"/>
                  <a:pt x="20158" y="2615"/>
                  <a:pt x="19951" y="2633"/>
                </a:cubicBezTo>
                <a:cubicBezTo>
                  <a:pt x="19743" y="2651"/>
                  <a:pt x="19579" y="2677"/>
                  <a:pt x="19457" y="2711"/>
                </a:cubicBezTo>
                <a:cubicBezTo>
                  <a:pt x="19313" y="2752"/>
                  <a:pt x="19196" y="2816"/>
                  <a:pt x="19107" y="2903"/>
                </a:cubicBezTo>
                <a:cubicBezTo>
                  <a:pt x="19018" y="2990"/>
                  <a:pt x="18974" y="3109"/>
                  <a:pt x="18974" y="3262"/>
                </a:cubicBezTo>
                <a:cubicBezTo>
                  <a:pt x="18974" y="3433"/>
                  <a:pt x="19025" y="3563"/>
                  <a:pt x="19129" y="3650"/>
                </a:cubicBezTo>
                <a:cubicBezTo>
                  <a:pt x="19232" y="3736"/>
                  <a:pt x="19390" y="3780"/>
                  <a:pt x="19602" y="3780"/>
                </a:cubicBezTo>
                <a:cubicBezTo>
                  <a:pt x="19778" y="3780"/>
                  <a:pt x="19939" y="3745"/>
                  <a:pt x="20086" y="3676"/>
                </a:cubicBezTo>
                <a:cubicBezTo>
                  <a:pt x="20232" y="3608"/>
                  <a:pt x="20367" y="3525"/>
                  <a:pt x="20492" y="3428"/>
                </a:cubicBezTo>
                <a:close/>
                <a:moveTo>
                  <a:pt x="24459" y="2716"/>
                </a:moveTo>
                <a:lnTo>
                  <a:pt x="22259" y="2716"/>
                </a:lnTo>
                <a:cubicBezTo>
                  <a:pt x="22259" y="2900"/>
                  <a:pt x="22287" y="3060"/>
                  <a:pt x="22342" y="3197"/>
                </a:cubicBezTo>
                <a:cubicBezTo>
                  <a:pt x="22397" y="3334"/>
                  <a:pt x="22473" y="3446"/>
                  <a:pt x="22569" y="3533"/>
                </a:cubicBezTo>
                <a:cubicBezTo>
                  <a:pt x="22662" y="3619"/>
                  <a:pt x="22772" y="3683"/>
                  <a:pt x="22899" y="3726"/>
                </a:cubicBezTo>
                <a:cubicBezTo>
                  <a:pt x="23027" y="3769"/>
                  <a:pt x="23167" y="3791"/>
                  <a:pt x="23320" y="3791"/>
                </a:cubicBezTo>
                <a:cubicBezTo>
                  <a:pt x="23523" y="3791"/>
                  <a:pt x="23728" y="3750"/>
                  <a:pt x="23934" y="3668"/>
                </a:cubicBezTo>
                <a:cubicBezTo>
                  <a:pt x="24140" y="3586"/>
                  <a:pt x="24286" y="3506"/>
                  <a:pt x="24373" y="3427"/>
                </a:cubicBezTo>
                <a:lnTo>
                  <a:pt x="24400" y="3427"/>
                </a:lnTo>
                <a:lnTo>
                  <a:pt x="24400" y="3977"/>
                </a:lnTo>
                <a:cubicBezTo>
                  <a:pt x="24231" y="4048"/>
                  <a:pt x="24058" y="4108"/>
                  <a:pt x="23882" y="4156"/>
                </a:cubicBezTo>
                <a:cubicBezTo>
                  <a:pt x="23705" y="4205"/>
                  <a:pt x="23520" y="4229"/>
                  <a:pt x="23326" y="4229"/>
                </a:cubicBezTo>
                <a:cubicBezTo>
                  <a:pt x="22830" y="4229"/>
                  <a:pt x="22443" y="4095"/>
                  <a:pt x="22165" y="3826"/>
                </a:cubicBezTo>
                <a:cubicBezTo>
                  <a:pt x="21887" y="3557"/>
                  <a:pt x="21748" y="3176"/>
                  <a:pt x="21748" y="2681"/>
                </a:cubicBezTo>
                <a:cubicBezTo>
                  <a:pt x="21748" y="2192"/>
                  <a:pt x="21882" y="1804"/>
                  <a:pt x="22148" y="1516"/>
                </a:cubicBezTo>
                <a:cubicBezTo>
                  <a:pt x="22415" y="1229"/>
                  <a:pt x="22765" y="1085"/>
                  <a:pt x="23200" y="1085"/>
                </a:cubicBezTo>
                <a:cubicBezTo>
                  <a:pt x="23603" y="1085"/>
                  <a:pt x="23913" y="1203"/>
                  <a:pt x="24132" y="1439"/>
                </a:cubicBezTo>
                <a:cubicBezTo>
                  <a:pt x="24350" y="1674"/>
                  <a:pt x="24459" y="2009"/>
                  <a:pt x="24459" y="2443"/>
                </a:cubicBezTo>
                <a:lnTo>
                  <a:pt x="24459" y="2716"/>
                </a:lnTo>
                <a:moveTo>
                  <a:pt x="23970" y="2331"/>
                </a:moveTo>
                <a:cubicBezTo>
                  <a:pt x="23968" y="2067"/>
                  <a:pt x="23902" y="1863"/>
                  <a:pt x="23771" y="1719"/>
                </a:cubicBezTo>
                <a:cubicBezTo>
                  <a:pt x="23640" y="1574"/>
                  <a:pt x="23441" y="1502"/>
                  <a:pt x="23173" y="1502"/>
                </a:cubicBezTo>
                <a:cubicBezTo>
                  <a:pt x="22904" y="1502"/>
                  <a:pt x="22690" y="1582"/>
                  <a:pt x="22530" y="1740"/>
                </a:cubicBezTo>
                <a:cubicBezTo>
                  <a:pt x="22371" y="1899"/>
                  <a:pt x="22280" y="2096"/>
                  <a:pt x="22259" y="2331"/>
                </a:cubicBezTo>
                <a:lnTo>
                  <a:pt x="23970" y="233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9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419139-45F9-440D-9C50-A0740360E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297" y="1672555"/>
            <a:ext cx="24077" cy="29629"/>
          </a:xfrm>
          <a:custGeom xmlns:a="http://schemas.openxmlformats.org/drawingml/2006/main">
            <a:pathLst>
              <a:path w="24077" h="29629">
                <a:moveTo>
                  <a:pt x="0" y="0"/>
                </a:moveTo>
                <a:lnTo>
                  <a:pt x="24077" y="0"/>
                </a:lnTo>
                <a:lnTo>
                  <a:pt x="24077" y="29629"/>
                </a:lnTo>
                <a:lnTo>
                  <a:pt x="0" y="296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7431F85-8AFC-40BB-99DF-56183A2E7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298" y="1672556"/>
            <a:ext cx="24076" cy="29630"/>
          </a:xfrm>
          <a:custGeom xmlns:a="http://schemas.openxmlformats.org/drawingml/2006/main">
            <a:pathLst>
              <a:path w="24076" h="29630" fill="none">
                <a:moveTo>
                  <a:pt x="0" y="0"/>
                </a:moveTo>
                <a:lnTo>
                  <a:pt x="24076" y="0"/>
                </a:lnTo>
                <a:lnTo>
                  <a:pt x="24076" y="29630"/>
                </a:lnTo>
                <a:lnTo>
                  <a:pt x="0" y="296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01" name="Text Rutelidae">
            <a:extLst xmlns:a="http://schemas.openxmlformats.org/drawingml/2006/main">
              <a:ext uri="{FF2B5EF4-FFF2-40B4-BE49-F238E27FC236}">
                <a16:creationId xmlns:a16="http://schemas.microsoft.com/office/drawing/2014/main" id="{DF819CCC-F303-4E95-ADDD-D4E968DDB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6295" y="1673815"/>
            <a:ext cx="23149" cy="3954"/>
          </a:xfrm>
          <a:custGeom xmlns:a="http://schemas.openxmlformats.org/drawingml/2006/main">
            <a:pathLst>
              <a:path w="23149" h="3954">
                <a:moveTo>
                  <a:pt x="3068" y="3875"/>
                </a:moveTo>
                <a:lnTo>
                  <a:pt x="2428" y="3875"/>
                </a:lnTo>
                <a:lnTo>
                  <a:pt x="1188" y="2400"/>
                </a:lnTo>
                <a:lnTo>
                  <a:pt x="493" y="2400"/>
                </a:lnTo>
                <a:lnTo>
                  <a:pt x="493" y="3875"/>
                </a:lnTo>
                <a:lnTo>
                  <a:pt x="0" y="3875"/>
                </a:lnTo>
                <a:lnTo>
                  <a:pt x="0" y="164"/>
                </a:lnTo>
                <a:lnTo>
                  <a:pt x="1038" y="164"/>
                </a:lnTo>
                <a:cubicBezTo>
                  <a:pt x="1262" y="164"/>
                  <a:pt x="1449" y="179"/>
                  <a:pt x="1599" y="208"/>
                </a:cubicBezTo>
                <a:cubicBezTo>
                  <a:pt x="1748" y="237"/>
                  <a:pt x="1882" y="289"/>
                  <a:pt x="2002" y="364"/>
                </a:cubicBezTo>
                <a:cubicBezTo>
                  <a:pt x="2136" y="449"/>
                  <a:pt x="2241" y="555"/>
                  <a:pt x="2317" y="684"/>
                </a:cubicBezTo>
                <a:cubicBezTo>
                  <a:pt x="2393" y="813"/>
                  <a:pt x="2430" y="976"/>
                  <a:pt x="2430" y="1174"/>
                </a:cubicBezTo>
                <a:cubicBezTo>
                  <a:pt x="2430" y="1441"/>
                  <a:pt x="2363" y="1665"/>
                  <a:pt x="2229" y="1846"/>
                </a:cubicBezTo>
                <a:cubicBezTo>
                  <a:pt x="2094" y="2026"/>
                  <a:pt x="1909" y="2162"/>
                  <a:pt x="1673" y="2253"/>
                </a:cubicBezTo>
                <a:lnTo>
                  <a:pt x="3068" y="3875"/>
                </a:lnTo>
                <a:moveTo>
                  <a:pt x="1915" y="1210"/>
                </a:moveTo>
                <a:cubicBezTo>
                  <a:pt x="1915" y="1105"/>
                  <a:pt x="1896" y="1011"/>
                  <a:pt x="1859" y="929"/>
                </a:cubicBezTo>
                <a:cubicBezTo>
                  <a:pt x="1821" y="847"/>
                  <a:pt x="1760" y="778"/>
                  <a:pt x="1673" y="722"/>
                </a:cubicBezTo>
                <a:cubicBezTo>
                  <a:pt x="1602" y="674"/>
                  <a:pt x="1517" y="640"/>
                  <a:pt x="1419" y="621"/>
                </a:cubicBezTo>
                <a:cubicBezTo>
                  <a:pt x="1321" y="602"/>
                  <a:pt x="1206" y="593"/>
                  <a:pt x="1073" y="593"/>
                </a:cubicBezTo>
                <a:lnTo>
                  <a:pt x="493" y="593"/>
                </a:lnTo>
                <a:lnTo>
                  <a:pt x="493" y="1987"/>
                </a:lnTo>
                <a:lnTo>
                  <a:pt x="991" y="1987"/>
                </a:lnTo>
                <a:cubicBezTo>
                  <a:pt x="1147" y="1987"/>
                  <a:pt x="1283" y="1973"/>
                  <a:pt x="1399" y="1946"/>
                </a:cubicBezTo>
                <a:cubicBezTo>
                  <a:pt x="1516" y="1919"/>
                  <a:pt x="1614" y="1868"/>
                  <a:pt x="1696" y="1794"/>
                </a:cubicBezTo>
                <a:cubicBezTo>
                  <a:pt x="1770" y="1724"/>
                  <a:pt x="1826" y="1644"/>
                  <a:pt x="1861" y="1554"/>
                </a:cubicBezTo>
                <a:cubicBezTo>
                  <a:pt x="1897" y="1464"/>
                  <a:pt x="1915" y="1349"/>
                  <a:pt x="1915" y="1210"/>
                </a:cubicBezTo>
                <a:close/>
                <a:moveTo>
                  <a:pt x="5814" y="3875"/>
                </a:moveTo>
                <a:lnTo>
                  <a:pt x="5346" y="3875"/>
                </a:lnTo>
                <a:lnTo>
                  <a:pt x="5346" y="3568"/>
                </a:lnTo>
                <a:cubicBezTo>
                  <a:pt x="5188" y="3692"/>
                  <a:pt x="5037" y="3788"/>
                  <a:pt x="4893" y="3854"/>
                </a:cubicBezTo>
                <a:cubicBezTo>
                  <a:pt x="4748" y="3921"/>
                  <a:pt x="4589" y="3954"/>
                  <a:pt x="4415" y="3954"/>
                </a:cubicBezTo>
                <a:cubicBezTo>
                  <a:pt x="4122" y="3954"/>
                  <a:pt x="3895" y="3865"/>
                  <a:pt x="3732" y="3686"/>
                </a:cubicBezTo>
                <a:cubicBezTo>
                  <a:pt x="3570" y="3507"/>
                  <a:pt x="3488" y="3245"/>
                  <a:pt x="3488" y="2899"/>
                </a:cubicBezTo>
                <a:lnTo>
                  <a:pt x="3488" y="1091"/>
                </a:lnTo>
                <a:lnTo>
                  <a:pt x="3956" y="1091"/>
                </a:lnTo>
                <a:lnTo>
                  <a:pt x="3956" y="2676"/>
                </a:lnTo>
                <a:cubicBezTo>
                  <a:pt x="3956" y="2817"/>
                  <a:pt x="3963" y="2938"/>
                  <a:pt x="3976" y="3039"/>
                </a:cubicBezTo>
                <a:cubicBezTo>
                  <a:pt x="3990" y="3139"/>
                  <a:pt x="4018" y="3225"/>
                  <a:pt x="4061" y="3297"/>
                </a:cubicBezTo>
                <a:cubicBezTo>
                  <a:pt x="4106" y="3370"/>
                  <a:pt x="4164" y="3423"/>
                  <a:pt x="4235" y="3456"/>
                </a:cubicBezTo>
                <a:cubicBezTo>
                  <a:pt x="4307" y="3489"/>
                  <a:pt x="4410" y="3506"/>
                  <a:pt x="4547" y="3506"/>
                </a:cubicBezTo>
                <a:cubicBezTo>
                  <a:pt x="4668" y="3506"/>
                  <a:pt x="4800" y="3474"/>
                  <a:pt x="4944" y="3411"/>
                </a:cubicBezTo>
                <a:cubicBezTo>
                  <a:pt x="5087" y="3348"/>
                  <a:pt x="5221" y="3268"/>
                  <a:pt x="5346" y="3170"/>
                </a:cubicBezTo>
                <a:lnTo>
                  <a:pt x="5346" y="1091"/>
                </a:lnTo>
                <a:lnTo>
                  <a:pt x="5814" y="1091"/>
                </a:lnTo>
                <a:lnTo>
                  <a:pt x="5814" y="3875"/>
                </a:lnTo>
                <a:close/>
                <a:moveTo>
                  <a:pt x="8179" y="3850"/>
                </a:moveTo>
                <a:cubicBezTo>
                  <a:pt x="8091" y="3873"/>
                  <a:pt x="7996" y="3892"/>
                  <a:pt x="7892" y="3907"/>
                </a:cubicBezTo>
                <a:cubicBezTo>
                  <a:pt x="7788" y="3922"/>
                  <a:pt x="7696" y="3929"/>
                  <a:pt x="7614" y="3929"/>
                </a:cubicBezTo>
                <a:cubicBezTo>
                  <a:pt x="7330" y="3929"/>
                  <a:pt x="7115" y="3853"/>
                  <a:pt x="6967" y="3700"/>
                </a:cubicBezTo>
                <a:cubicBezTo>
                  <a:pt x="6819" y="3547"/>
                  <a:pt x="6745" y="3302"/>
                  <a:pt x="6745" y="2965"/>
                </a:cubicBezTo>
                <a:lnTo>
                  <a:pt x="6745" y="1484"/>
                </a:lnTo>
                <a:lnTo>
                  <a:pt x="6429" y="1484"/>
                </a:lnTo>
                <a:lnTo>
                  <a:pt x="6429" y="1091"/>
                </a:lnTo>
                <a:lnTo>
                  <a:pt x="6745" y="1091"/>
                </a:lnTo>
                <a:lnTo>
                  <a:pt x="6745" y="289"/>
                </a:lnTo>
                <a:lnTo>
                  <a:pt x="7213" y="289"/>
                </a:lnTo>
                <a:lnTo>
                  <a:pt x="7213" y="1091"/>
                </a:lnTo>
                <a:lnTo>
                  <a:pt x="8179" y="1091"/>
                </a:lnTo>
                <a:lnTo>
                  <a:pt x="8179" y="1484"/>
                </a:lnTo>
                <a:lnTo>
                  <a:pt x="7213" y="1484"/>
                </a:lnTo>
                <a:lnTo>
                  <a:pt x="7213" y="2755"/>
                </a:lnTo>
                <a:cubicBezTo>
                  <a:pt x="7213" y="2901"/>
                  <a:pt x="7217" y="3015"/>
                  <a:pt x="7223" y="3098"/>
                </a:cubicBezTo>
                <a:cubicBezTo>
                  <a:pt x="7230" y="3180"/>
                  <a:pt x="7253" y="3257"/>
                  <a:pt x="7293" y="3329"/>
                </a:cubicBezTo>
                <a:cubicBezTo>
                  <a:pt x="7330" y="3395"/>
                  <a:pt x="7380" y="3444"/>
                  <a:pt x="7444" y="3475"/>
                </a:cubicBezTo>
                <a:cubicBezTo>
                  <a:pt x="7508" y="3506"/>
                  <a:pt x="7605" y="3521"/>
                  <a:pt x="7736" y="3521"/>
                </a:cubicBezTo>
                <a:cubicBezTo>
                  <a:pt x="7813" y="3521"/>
                  <a:pt x="7892" y="3510"/>
                  <a:pt x="7975" y="3487"/>
                </a:cubicBezTo>
                <a:cubicBezTo>
                  <a:pt x="8058" y="3465"/>
                  <a:pt x="8118" y="3446"/>
                  <a:pt x="8155" y="3431"/>
                </a:cubicBezTo>
                <a:lnTo>
                  <a:pt x="8179" y="3431"/>
                </a:lnTo>
                <a:lnTo>
                  <a:pt x="8179" y="3850"/>
                </a:lnTo>
                <a:close/>
                <a:moveTo>
                  <a:pt x="11073" y="2530"/>
                </a:moveTo>
                <a:lnTo>
                  <a:pt x="9024" y="2530"/>
                </a:lnTo>
                <a:cubicBezTo>
                  <a:pt x="9024" y="2701"/>
                  <a:pt x="9050" y="2851"/>
                  <a:pt x="9101" y="2978"/>
                </a:cubicBezTo>
                <a:cubicBezTo>
                  <a:pt x="9152" y="3105"/>
                  <a:pt x="9223" y="3210"/>
                  <a:pt x="9313" y="3291"/>
                </a:cubicBezTo>
                <a:cubicBezTo>
                  <a:pt x="9399" y="3371"/>
                  <a:pt x="9501" y="3431"/>
                  <a:pt x="9620" y="3471"/>
                </a:cubicBezTo>
                <a:cubicBezTo>
                  <a:pt x="9739" y="3511"/>
                  <a:pt x="9870" y="3531"/>
                  <a:pt x="10012" y="3531"/>
                </a:cubicBezTo>
                <a:cubicBezTo>
                  <a:pt x="10202" y="3531"/>
                  <a:pt x="10392" y="3493"/>
                  <a:pt x="10584" y="3417"/>
                </a:cubicBezTo>
                <a:cubicBezTo>
                  <a:pt x="10776" y="3341"/>
                  <a:pt x="10912" y="3266"/>
                  <a:pt x="10993" y="3192"/>
                </a:cubicBezTo>
                <a:lnTo>
                  <a:pt x="11018" y="3192"/>
                </a:lnTo>
                <a:lnTo>
                  <a:pt x="11018" y="3704"/>
                </a:lnTo>
                <a:cubicBezTo>
                  <a:pt x="10861" y="3771"/>
                  <a:pt x="10700" y="3827"/>
                  <a:pt x="10535" y="3872"/>
                </a:cubicBezTo>
                <a:cubicBezTo>
                  <a:pt x="10371" y="3917"/>
                  <a:pt x="10198" y="3939"/>
                  <a:pt x="10017" y="3939"/>
                </a:cubicBezTo>
                <a:cubicBezTo>
                  <a:pt x="9556" y="3939"/>
                  <a:pt x="9196" y="3814"/>
                  <a:pt x="8937" y="3564"/>
                </a:cubicBezTo>
                <a:cubicBezTo>
                  <a:pt x="8678" y="3314"/>
                  <a:pt x="8548" y="2958"/>
                  <a:pt x="8548" y="2498"/>
                </a:cubicBezTo>
                <a:cubicBezTo>
                  <a:pt x="8548" y="2042"/>
                  <a:pt x="8672" y="1680"/>
                  <a:pt x="8920" y="1413"/>
                </a:cubicBezTo>
                <a:cubicBezTo>
                  <a:pt x="9169" y="1145"/>
                  <a:pt x="9495" y="1011"/>
                  <a:pt x="9900" y="1011"/>
                </a:cubicBezTo>
                <a:cubicBezTo>
                  <a:pt x="10275" y="1011"/>
                  <a:pt x="10565" y="1121"/>
                  <a:pt x="10768" y="1340"/>
                </a:cubicBezTo>
                <a:cubicBezTo>
                  <a:pt x="10971" y="1560"/>
                  <a:pt x="11073" y="1871"/>
                  <a:pt x="11073" y="2276"/>
                </a:cubicBezTo>
                <a:lnTo>
                  <a:pt x="11073" y="2530"/>
                </a:lnTo>
                <a:moveTo>
                  <a:pt x="10617" y="2171"/>
                </a:moveTo>
                <a:cubicBezTo>
                  <a:pt x="10616" y="1926"/>
                  <a:pt x="10554" y="1736"/>
                  <a:pt x="10432" y="1601"/>
                </a:cubicBezTo>
                <a:cubicBezTo>
                  <a:pt x="10310" y="1467"/>
                  <a:pt x="10124" y="1399"/>
                  <a:pt x="9875" y="1399"/>
                </a:cubicBezTo>
                <a:cubicBezTo>
                  <a:pt x="9625" y="1399"/>
                  <a:pt x="9425" y="1473"/>
                  <a:pt x="9277" y="1621"/>
                </a:cubicBezTo>
                <a:cubicBezTo>
                  <a:pt x="9128" y="1769"/>
                  <a:pt x="9044" y="1952"/>
                  <a:pt x="9024" y="2171"/>
                </a:cubicBezTo>
                <a:lnTo>
                  <a:pt x="10617" y="2171"/>
                </a:lnTo>
                <a:close/>
                <a:moveTo>
                  <a:pt x="12256" y="3875"/>
                </a:moveTo>
                <a:lnTo>
                  <a:pt x="11788" y="3875"/>
                </a:lnTo>
                <a:lnTo>
                  <a:pt x="11788" y="0"/>
                </a:lnTo>
                <a:lnTo>
                  <a:pt x="12256" y="0"/>
                </a:lnTo>
                <a:lnTo>
                  <a:pt x="12256" y="3875"/>
                </a:lnTo>
                <a:close/>
                <a:moveTo>
                  <a:pt x="13685" y="627"/>
                </a:moveTo>
                <a:lnTo>
                  <a:pt x="13157" y="627"/>
                </a:lnTo>
                <a:lnTo>
                  <a:pt x="13157" y="139"/>
                </a:lnTo>
                <a:lnTo>
                  <a:pt x="13685" y="139"/>
                </a:lnTo>
                <a:lnTo>
                  <a:pt x="13685" y="627"/>
                </a:lnTo>
                <a:moveTo>
                  <a:pt x="13655" y="3875"/>
                </a:moveTo>
                <a:lnTo>
                  <a:pt x="13187" y="3875"/>
                </a:lnTo>
                <a:lnTo>
                  <a:pt x="13187" y="1091"/>
                </a:lnTo>
                <a:lnTo>
                  <a:pt x="13655" y="1091"/>
                </a:lnTo>
                <a:lnTo>
                  <a:pt x="13655" y="3875"/>
                </a:lnTo>
                <a:close/>
                <a:moveTo>
                  <a:pt x="16837" y="3875"/>
                </a:moveTo>
                <a:lnTo>
                  <a:pt x="16369" y="3875"/>
                </a:lnTo>
                <a:lnTo>
                  <a:pt x="16369" y="3585"/>
                </a:lnTo>
                <a:cubicBezTo>
                  <a:pt x="16235" y="3701"/>
                  <a:pt x="16094" y="3792"/>
                  <a:pt x="15948" y="3857"/>
                </a:cubicBezTo>
                <a:cubicBezTo>
                  <a:pt x="15802" y="3922"/>
                  <a:pt x="15644" y="3954"/>
                  <a:pt x="15473" y="3954"/>
                </a:cubicBezTo>
                <a:cubicBezTo>
                  <a:pt x="15141" y="3954"/>
                  <a:pt x="14877" y="3826"/>
                  <a:pt x="14682" y="3570"/>
                </a:cubicBezTo>
                <a:cubicBezTo>
                  <a:pt x="14487" y="3313"/>
                  <a:pt x="14390" y="2958"/>
                  <a:pt x="14390" y="2504"/>
                </a:cubicBezTo>
                <a:cubicBezTo>
                  <a:pt x="14390" y="2267"/>
                  <a:pt x="14423" y="2057"/>
                  <a:pt x="14490" y="1872"/>
                </a:cubicBezTo>
                <a:cubicBezTo>
                  <a:pt x="14558" y="1687"/>
                  <a:pt x="14649" y="1530"/>
                  <a:pt x="14763" y="1400"/>
                </a:cubicBezTo>
                <a:cubicBezTo>
                  <a:pt x="14876" y="1274"/>
                  <a:pt x="15008" y="1177"/>
                  <a:pt x="15158" y="1111"/>
                </a:cubicBezTo>
                <a:cubicBezTo>
                  <a:pt x="15308" y="1044"/>
                  <a:pt x="15464" y="1011"/>
                  <a:pt x="15625" y="1011"/>
                </a:cubicBezTo>
                <a:cubicBezTo>
                  <a:pt x="15771" y="1011"/>
                  <a:pt x="15900" y="1026"/>
                  <a:pt x="16013" y="1057"/>
                </a:cubicBezTo>
                <a:cubicBezTo>
                  <a:pt x="16126" y="1088"/>
                  <a:pt x="16245" y="1136"/>
                  <a:pt x="16369" y="1201"/>
                </a:cubicBezTo>
                <a:lnTo>
                  <a:pt x="16369" y="0"/>
                </a:lnTo>
                <a:lnTo>
                  <a:pt x="16837" y="0"/>
                </a:lnTo>
                <a:lnTo>
                  <a:pt x="16837" y="3875"/>
                </a:lnTo>
                <a:moveTo>
                  <a:pt x="16369" y="3190"/>
                </a:moveTo>
                <a:lnTo>
                  <a:pt x="16369" y="1594"/>
                </a:lnTo>
                <a:cubicBezTo>
                  <a:pt x="16243" y="1537"/>
                  <a:pt x="16130" y="1498"/>
                  <a:pt x="16031" y="1477"/>
                </a:cubicBezTo>
                <a:cubicBezTo>
                  <a:pt x="15931" y="1455"/>
                  <a:pt x="15822" y="1444"/>
                  <a:pt x="15704" y="1444"/>
                </a:cubicBezTo>
                <a:cubicBezTo>
                  <a:pt x="15442" y="1444"/>
                  <a:pt x="15238" y="1536"/>
                  <a:pt x="15092" y="1718"/>
                </a:cubicBezTo>
                <a:cubicBezTo>
                  <a:pt x="14946" y="1901"/>
                  <a:pt x="14873" y="2160"/>
                  <a:pt x="14873" y="2495"/>
                </a:cubicBezTo>
                <a:cubicBezTo>
                  <a:pt x="14873" y="2825"/>
                  <a:pt x="14929" y="3076"/>
                  <a:pt x="15042" y="3248"/>
                </a:cubicBezTo>
                <a:cubicBezTo>
                  <a:pt x="15155" y="3420"/>
                  <a:pt x="15336" y="3506"/>
                  <a:pt x="15585" y="3506"/>
                </a:cubicBezTo>
                <a:cubicBezTo>
                  <a:pt x="15718" y="3506"/>
                  <a:pt x="15852" y="3477"/>
                  <a:pt x="15988" y="3418"/>
                </a:cubicBezTo>
                <a:cubicBezTo>
                  <a:pt x="16124" y="3359"/>
                  <a:pt x="16251" y="3283"/>
                  <a:pt x="16369" y="3190"/>
                </a:cubicBezTo>
                <a:close/>
                <a:moveTo>
                  <a:pt x="19920" y="3875"/>
                </a:moveTo>
                <a:lnTo>
                  <a:pt x="19455" y="3875"/>
                </a:lnTo>
                <a:lnTo>
                  <a:pt x="19455" y="3580"/>
                </a:lnTo>
                <a:cubicBezTo>
                  <a:pt x="19413" y="3608"/>
                  <a:pt x="19357" y="3648"/>
                  <a:pt x="19286" y="3699"/>
                </a:cubicBezTo>
                <a:cubicBezTo>
                  <a:pt x="19216" y="3749"/>
                  <a:pt x="19147" y="3790"/>
                  <a:pt x="19081" y="3820"/>
                </a:cubicBezTo>
                <a:cubicBezTo>
                  <a:pt x="19003" y="3858"/>
                  <a:pt x="18913" y="3890"/>
                  <a:pt x="18812" y="3916"/>
                </a:cubicBezTo>
                <a:cubicBezTo>
                  <a:pt x="18711" y="3941"/>
                  <a:pt x="18592" y="3954"/>
                  <a:pt x="18456" y="3954"/>
                </a:cubicBezTo>
                <a:cubicBezTo>
                  <a:pt x="18205" y="3954"/>
                  <a:pt x="17993" y="3871"/>
                  <a:pt x="17819" y="3705"/>
                </a:cubicBezTo>
                <a:cubicBezTo>
                  <a:pt x="17644" y="3539"/>
                  <a:pt x="17557" y="3327"/>
                  <a:pt x="17557" y="3069"/>
                </a:cubicBezTo>
                <a:cubicBezTo>
                  <a:pt x="17557" y="2858"/>
                  <a:pt x="17602" y="2687"/>
                  <a:pt x="17693" y="2557"/>
                </a:cubicBezTo>
                <a:cubicBezTo>
                  <a:pt x="17783" y="2426"/>
                  <a:pt x="17912" y="2324"/>
                  <a:pt x="18080" y="2249"/>
                </a:cubicBezTo>
                <a:cubicBezTo>
                  <a:pt x="18249" y="2174"/>
                  <a:pt x="18453" y="2123"/>
                  <a:pt x="18690" y="2097"/>
                </a:cubicBezTo>
                <a:cubicBezTo>
                  <a:pt x="18927" y="2070"/>
                  <a:pt x="19182" y="2050"/>
                  <a:pt x="19455" y="2037"/>
                </a:cubicBezTo>
                <a:lnTo>
                  <a:pt x="19455" y="1964"/>
                </a:lnTo>
                <a:cubicBezTo>
                  <a:pt x="19455" y="1857"/>
                  <a:pt x="19436" y="1768"/>
                  <a:pt x="19398" y="1698"/>
                </a:cubicBezTo>
                <a:cubicBezTo>
                  <a:pt x="19361" y="1628"/>
                  <a:pt x="19308" y="1572"/>
                  <a:pt x="19238" y="1532"/>
                </a:cubicBezTo>
                <a:cubicBezTo>
                  <a:pt x="19171" y="1494"/>
                  <a:pt x="19092" y="1468"/>
                  <a:pt x="18999" y="1454"/>
                </a:cubicBezTo>
                <a:cubicBezTo>
                  <a:pt x="18906" y="1441"/>
                  <a:pt x="18809" y="1434"/>
                  <a:pt x="18707" y="1434"/>
                </a:cubicBezTo>
                <a:cubicBezTo>
                  <a:pt x="18585" y="1434"/>
                  <a:pt x="18448" y="1451"/>
                  <a:pt x="18297" y="1484"/>
                </a:cubicBezTo>
                <a:cubicBezTo>
                  <a:pt x="18146" y="1517"/>
                  <a:pt x="17990" y="1565"/>
                  <a:pt x="17829" y="1628"/>
                </a:cubicBezTo>
                <a:lnTo>
                  <a:pt x="17804" y="1628"/>
                </a:lnTo>
                <a:lnTo>
                  <a:pt x="17804" y="1153"/>
                </a:lnTo>
                <a:cubicBezTo>
                  <a:pt x="17895" y="1128"/>
                  <a:pt x="18027" y="1101"/>
                  <a:pt x="18200" y="1071"/>
                </a:cubicBezTo>
                <a:cubicBezTo>
                  <a:pt x="18372" y="1041"/>
                  <a:pt x="18542" y="1026"/>
                  <a:pt x="18710" y="1026"/>
                </a:cubicBezTo>
                <a:cubicBezTo>
                  <a:pt x="18906" y="1026"/>
                  <a:pt x="19076" y="1042"/>
                  <a:pt x="19222" y="1074"/>
                </a:cubicBezTo>
                <a:cubicBezTo>
                  <a:pt x="19367" y="1107"/>
                  <a:pt x="19493" y="1162"/>
                  <a:pt x="19599" y="1240"/>
                </a:cubicBezTo>
                <a:cubicBezTo>
                  <a:pt x="19704" y="1316"/>
                  <a:pt x="19783" y="1415"/>
                  <a:pt x="19838" y="1536"/>
                </a:cubicBezTo>
                <a:cubicBezTo>
                  <a:pt x="19893" y="1658"/>
                  <a:pt x="19920" y="1808"/>
                  <a:pt x="19920" y="1987"/>
                </a:cubicBezTo>
                <a:lnTo>
                  <a:pt x="19920" y="3875"/>
                </a:lnTo>
                <a:moveTo>
                  <a:pt x="19455" y="3193"/>
                </a:moveTo>
                <a:lnTo>
                  <a:pt x="19455" y="2415"/>
                </a:lnTo>
                <a:cubicBezTo>
                  <a:pt x="19312" y="2424"/>
                  <a:pt x="19144" y="2436"/>
                  <a:pt x="18950" y="2453"/>
                </a:cubicBezTo>
                <a:cubicBezTo>
                  <a:pt x="18757" y="2470"/>
                  <a:pt x="18604" y="2494"/>
                  <a:pt x="18491" y="2525"/>
                </a:cubicBezTo>
                <a:cubicBezTo>
                  <a:pt x="18356" y="2564"/>
                  <a:pt x="18248" y="2623"/>
                  <a:pt x="18165" y="2704"/>
                </a:cubicBezTo>
                <a:cubicBezTo>
                  <a:pt x="18082" y="2785"/>
                  <a:pt x="18040" y="2896"/>
                  <a:pt x="18040" y="3038"/>
                </a:cubicBezTo>
                <a:cubicBezTo>
                  <a:pt x="18040" y="3198"/>
                  <a:pt x="18088" y="3319"/>
                  <a:pt x="18185" y="3400"/>
                </a:cubicBezTo>
                <a:cubicBezTo>
                  <a:pt x="18281" y="3480"/>
                  <a:pt x="18428" y="3521"/>
                  <a:pt x="18625" y="3521"/>
                </a:cubicBezTo>
                <a:cubicBezTo>
                  <a:pt x="18790" y="3521"/>
                  <a:pt x="18940" y="3489"/>
                  <a:pt x="19076" y="3425"/>
                </a:cubicBezTo>
                <a:cubicBezTo>
                  <a:pt x="19212" y="3360"/>
                  <a:pt x="19338" y="3283"/>
                  <a:pt x="19455" y="3193"/>
                </a:cubicBezTo>
                <a:close/>
                <a:moveTo>
                  <a:pt x="23149" y="2530"/>
                </a:moveTo>
                <a:lnTo>
                  <a:pt x="21100" y="2530"/>
                </a:lnTo>
                <a:cubicBezTo>
                  <a:pt x="21100" y="2701"/>
                  <a:pt x="21126" y="2851"/>
                  <a:pt x="21177" y="2978"/>
                </a:cubicBezTo>
                <a:cubicBezTo>
                  <a:pt x="21229" y="3105"/>
                  <a:pt x="21299" y="3210"/>
                  <a:pt x="21389" y="3291"/>
                </a:cubicBezTo>
                <a:cubicBezTo>
                  <a:pt x="21475" y="3371"/>
                  <a:pt x="21578" y="3431"/>
                  <a:pt x="21697" y="3471"/>
                </a:cubicBezTo>
                <a:cubicBezTo>
                  <a:pt x="21815" y="3511"/>
                  <a:pt x="21946" y="3531"/>
                  <a:pt x="22089" y="3531"/>
                </a:cubicBezTo>
                <a:cubicBezTo>
                  <a:pt x="22278" y="3531"/>
                  <a:pt x="22468" y="3493"/>
                  <a:pt x="22660" y="3417"/>
                </a:cubicBezTo>
                <a:cubicBezTo>
                  <a:pt x="22852" y="3341"/>
                  <a:pt x="22988" y="3266"/>
                  <a:pt x="23070" y="3192"/>
                </a:cubicBezTo>
                <a:lnTo>
                  <a:pt x="23095" y="3192"/>
                </a:lnTo>
                <a:lnTo>
                  <a:pt x="23095" y="3704"/>
                </a:lnTo>
                <a:cubicBezTo>
                  <a:pt x="22937" y="3771"/>
                  <a:pt x="22776" y="3827"/>
                  <a:pt x="22612" y="3872"/>
                </a:cubicBezTo>
                <a:cubicBezTo>
                  <a:pt x="22447" y="3917"/>
                  <a:pt x="22275" y="3939"/>
                  <a:pt x="22094" y="3939"/>
                </a:cubicBezTo>
                <a:cubicBezTo>
                  <a:pt x="21632" y="3939"/>
                  <a:pt x="21272" y="3814"/>
                  <a:pt x="21013" y="3564"/>
                </a:cubicBezTo>
                <a:cubicBezTo>
                  <a:pt x="20754" y="3314"/>
                  <a:pt x="20625" y="2958"/>
                  <a:pt x="20625" y="2498"/>
                </a:cubicBezTo>
                <a:cubicBezTo>
                  <a:pt x="20625" y="2042"/>
                  <a:pt x="20749" y="1680"/>
                  <a:pt x="20997" y="1413"/>
                </a:cubicBezTo>
                <a:cubicBezTo>
                  <a:pt x="21245" y="1145"/>
                  <a:pt x="21572" y="1011"/>
                  <a:pt x="21977" y="1011"/>
                </a:cubicBezTo>
                <a:cubicBezTo>
                  <a:pt x="22352" y="1011"/>
                  <a:pt x="22641" y="1121"/>
                  <a:pt x="22844" y="1340"/>
                </a:cubicBezTo>
                <a:cubicBezTo>
                  <a:pt x="23048" y="1560"/>
                  <a:pt x="23149" y="1871"/>
                  <a:pt x="23149" y="2276"/>
                </a:cubicBezTo>
                <a:lnTo>
                  <a:pt x="23149" y="2530"/>
                </a:lnTo>
                <a:moveTo>
                  <a:pt x="22694" y="2171"/>
                </a:moveTo>
                <a:cubicBezTo>
                  <a:pt x="22692" y="1926"/>
                  <a:pt x="22630" y="1736"/>
                  <a:pt x="22508" y="1601"/>
                </a:cubicBezTo>
                <a:cubicBezTo>
                  <a:pt x="22386" y="1467"/>
                  <a:pt x="22201" y="1399"/>
                  <a:pt x="21952" y="1399"/>
                </a:cubicBezTo>
                <a:cubicBezTo>
                  <a:pt x="21701" y="1399"/>
                  <a:pt x="21501" y="1473"/>
                  <a:pt x="21353" y="1621"/>
                </a:cubicBezTo>
                <a:cubicBezTo>
                  <a:pt x="21204" y="1769"/>
                  <a:pt x="21120" y="1952"/>
                  <a:pt x="21100" y="2171"/>
                </a:cubicBezTo>
                <a:lnTo>
                  <a:pt x="22694" y="217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849F3B-08BD-4067-A41D-6329C272B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872" y="1672555"/>
            <a:ext cx="19597" cy="29629"/>
          </a:xfrm>
          <a:custGeom xmlns:a="http://schemas.openxmlformats.org/drawingml/2006/main">
            <a:pathLst>
              <a:path w="19597" h="29629">
                <a:moveTo>
                  <a:pt x="0" y="0"/>
                </a:moveTo>
                <a:lnTo>
                  <a:pt x="19597" y="0"/>
                </a:lnTo>
                <a:lnTo>
                  <a:pt x="19597" y="29629"/>
                </a:lnTo>
                <a:lnTo>
                  <a:pt x="0" y="296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03CB29-7D07-41A6-B622-37B1BDB4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9873" y="1672556"/>
            <a:ext cx="19597" cy="29630"/>
          </a:xfrm>
          <a:custGeom xmlns:a="http://schemas.openxmlformats.org/drawingml/2006/main">
            <a:pathLst>
              <a:path w="19597" h="29630" fill="none">
                <a:moveTo>
                  <a:pt x="0" y="0"/>
                </a:moveTo>
                <a:lnTo>
                  <a:pt x="19597" y="0"/>
                </a:lnTo>
                <a:lnTo>
                  <a:pt x="19597" y="29630"/>
                </a:lnTo>
                <a:lnTo>
                  <a:pt x="0" y="296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E352774-82B6-4ED2-8F9F-4E4C7703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968" y="1672555"/>
            <a:ext cx="19045" cy="29629"/>
          </a:xfrm>
          <a:custGeom xmlns:a="http://schemas.openxmlformats.org/drawingml/2006/main">
            <a:pathLst>
              <a:path w="19045" h="29629">
                <a:moveTo>
                  <a:pt x="0" y="0"/>
                </a:moveTo>
                <a:lnTo>
                  <a:pt x="19045" y="0"/>
                </a:lnTo>
                <a:lnTo>
                  <a:pt x="19045" y="29629"/>
                </a:lnTo>
                <a:lnTo>
                  <a:pt x="0" y="296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46FBBBD-F81B-4258-8732-E500BE54A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1968" y="1672556"/>
            <a:ext cx="19046" cy="29630"/>
          </a:xfrm>
          <a:custGeom xmlns:a="http://schemas.openxmlformats.org/drawingml/2006/main">
            <a:pathLst>
              <a:path w="19046" h="29630" fill="none">
                <a:moveTo>
                  <a:pt x="0" y="0"/>
                </a:moveTo>
                <a:lnTo>
                  <a:pt x="19046" y="0"/>
                </a:lnTo>
                <a:lnTo>
                  <a:pt x="19046" y="29630"/>
                </a:lnTo>
                <a:lnTo>
                  <a:pt x="0" y="296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542EF4-9FD8-4BE6-883F-0EA54740F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2" y="1724681"/>
            <a:ext cx="25732" cy="19231"/>
          </a:xfrm>
          <a:custGeom xmlns:a="http://schemas.openxmlformats.org/drawingml/2006/main">
            <a:pathLst>
              <a:path w="25732" h="19231">
                <a:moveTo>
                  <a:pt x="0" y="0"/>
                </a:moveTo>
                <a:lnTo>
                  <a:pt x="25732" y="0"/>
                </a:lnTo>
                <a:lnTo>
                  <a:pt x="25732" y="19231"/>
                </a:lnTo>
                <a:lnTo>
                  <a:pt x="0" y="192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BFF5A10-071F-45F0-9856-11F8A6064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3" y="1724684"/>
            <a:ext cx="25731" cy="19229"/>
          </a:xfrm>
          <a:custGeom xmlns:a="http://schemas.openxmlformats.org/drawingml/2006/main">
            <a:pathLst>
              <a:path w="25731" h="19229" fill="none">
                <a:moveTo>
                  <a:pt x="0" y="0"/>
                </a:moveTo>
                <a:lnTo>
                  <a:pt x="25731" y="0"/>
                </a:lnTo>
                <a:lnTo>
                  <a:pt x="25731" y="19229"/>
                </a:lnTo>
                <a:lnTo>
                  <a:pt x="0" y="192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F35D4A-0F17-45A3-BB51-05AC9EF7E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2" y="1766409"/>
            <a:ext cx="25732" cy="17411"/>
          </a:xfrm>
          <a:custGeom xmlns:a="http://schemas.openxmlformats.org/drawingml/2006/main">
            <a:pathLst>
              <a:path w="25732" h="17411">
                <a:moveTo>
                  <a:pt x="0" y="0"/>
                </a:moveTo>
                <a:lnTo>
                  <a:pt x="25732" y="0"/>
                </a:lnTo>
                <a:lnTo>
                  <a:pt x="25732" y="17411"/>
                </a:lnTo>
                <a:lnTo>
                  <a:pt x="0" y="174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FE9AC7-03D5-4755-BADE-07761C052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3" y="1766411"/>
            <a:ext cx="25731" cy="17410"/>
          </a:xfrm>
          <a:custGeom xmlns:a="http://schemas.openxmlformats.org/drawingml/2006/main">
            <a:pathLst>
              <a:path w="25731" h="17410" fill="none">
                <a:moveTo>
                  <a:pt x="0" y="0"/>
                </a:moveTo>
                <a:lnTo>
                  <a:pt x="25731" y="0"/>
                </a:lnTo>
                <a:lnTo>
                  <a:pt x="25731" y="17410"/>
                </a:lnTo>
                <a:lnTo>
                  <a:pt x="0" y="174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10" name="Text Nitidulidae">
            <a:extLst xmlns:a="http://schemas.openxmlformats.org/drawingml/2006/main">
              <a:ext uri="{FF2B5EF4-FFF2-40B4-BE49-F238E27FC236}">
                <a16:creationId xmlns:a16="http://schemas.microsoft.com/office/drawing/2014/main" id="{A899C059-AD69-484D-98CF-F58B15F9B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231" y="1767604"/>
            <a:ext cx="24806" cy="3722"/>
          </a:xfrm>
          <a:custGeom xmlns:a="http://schemas.openxmlformats.org/drawingml/2006/main">
            <a:pathLst>
              <a:path w="24806" h="3722">
                <a:moveTo>
                  <a:pt x="2662" y="3647"/>
                </a:moveTo>
                <a:lnTo>
                  <a:pt x="2088" y="3647"/>
                </a:lnTo>
                <a:lnTo>
                  <a:pt x="434" y="523"/>
                </a:lnTo>
                <a:lnTo>
                  <a:pt x="434" y="3647"/>
                </a:lnTo>
                <a:lnTo>
                  <a:pt x="0" y="3647"/>
                </a:lnTo>
                <a:lnTo>
                  <a:pt x="0" y="155"/>
                </a:lnTo>
                <a:lnTo>
                  <a:pt x="719" y="155"/>
                </a:lnTo>
                <a:lnTo>
                  <a:pt x="2229" y="3006"/>
                </a:lnTo>
                <a:lnTo>
                  <a:pt x="2229" y="155"/>
                </a:lnTo>
                <a:lnTo>
                  <a:pt x="2662" y="155"/>
                </a:lnTo>
                <a:lnTo>
                  <a:pt x="2662" y="3647"/>
                </a:lnTo>
                <a:close/>
                <a:moveTo>
                  <a:pt x="4029" y="591"/>
                </a:moveTo>
                <a:lnTo>
                  <a:pt x="3532" y="591"/>
                </a:lnTo>
                <a:lnTo>
                  <a:pt x="3532" y="131"/>
                </a:lnTo>
                <a:lnTo>
                  <a:pt x="4029" y="131"/>
                </a:lnTo>
                <a:lnTo>
                  <a:pt x="4029" y="591"/>
                </a:lnTo>
                <a:moveTo>
                  <a:pt x="4001" y="3647"/>
                </a:moveTo>
                <a:lnTo>
                  <a:pt x="3560" y="3647"/>
                </a:lnTo>
                <a:lnTo>
                  <a:pt x="3560" y="1026"/>
                </a:lnTo>
                <a:lnTo>
                  <a:pt x="4001" y="1026"/>
                </a:lnTo>
                <a:lnTo>
                  <a:pt x="4001" y="3647"/>
                </a:lnTo>
                <a:close/>
                <a:moveTo>
                  <a:pt x="6232" y="3624"/>
                </a:moveTo>
                <a:cubicBezTo>
                  <a:pt x="6149" y="3645"/>
                  <a:pt x="6058" y="3663"/>
                  <a:pt x="5961" y="3677"/>
                </a:cubicBezTo>
                <a:cubicBezTo>
                  <a:pt x="5863" y="3691"/>
                  <a:pt x="5776" y="3698"/>
                  <a:pt x="5700" y="3698"/>
                </a:cubicBezTo>
                <a:cubicBezTo>
                  <a:pt x="5432" y="3698"/>
                  <a:pt x="5229" y="3626"/>
                  <a:pt x="5090" y="3482"/>
                </a:cubicBezTo>
                <a:cubicBezTo>
                  <a:pt x="4951" y="3338"/>
                  <a:pt x="4882" y="3108"/>
                  <a:pt x="4882" y="2790"/>
                </a:cubicBezTo>
                <a:lnTo>
                  <a:pt x="4882" y="1397"/>
                </a:lnTo>
                <a:lnTo>
                  <a:pt x="4584" y="1397"/>
                </a:lnTo>
                <a:lnTo>
                  <a:pt x="4584" y="1026"/>
                </a:lnTo>
                <a:lnTo>
                  <a:pt x="4882" y="1026"/>
                </a:lnTo>
                <a:lnTo>
                  <a:pt x="4882" y="272"/>
                </a:lnTo>
                <a:lnTo>
                  <a:pt x="5322" y="272"/>
                </a:lnTo>
                <a:lnTo>
                  <a:pt x="5322" y="1026"/>
                </a:lnTo>
                <a:lnTo>
                  <a:pt x="6232" y="1026"/>
                </a:lnTo>
                <a:lnTo>
                  <a:pt x="6232" y="1397"/>
                </a:lnTo>
                <a:lnTo>
                  <a:pt x="5322" y="1397"/>
                </a:lnTo>
                <a:lnTo>
                  <a:pt x="5322" y="2593"/>
                </a:lnTo>
                <a:cubicBezTo>
                  <a:pt x="5322" y="2730"/>
                  <a:pt x="5325" y="2838"/>
                  <a:pt x="5332" y="2916"/>
                </a:cubicBezTo>
                <a:cubicBezTo>
                  <a:pt x="5338" y="2993"/>
                  <a:pt x="5360" y="3066"/>
                  <a:pt x="5397" y="3133"/>
                </a:cubicBezTo>
                <a:cubicBezTo>
                  <a:pt x="5432" y="3196"/>
                  <a:pt x="5479" y="3241"/>
                  <a:pt x="5539" y="3270"/>
                </a:cubicBezTo>
                <a:cubicBezTo>
                  <a:pt x="5599" y="3299"/>
                  <a:pt x="5691" y="3314"/>
                  <a:pt x="5814" y="3314"/>
                </a:cubicBezTo>
                <a:cubicBezTo>
                  <a:pt x="5886" y="3314"/>
                  <a:pt x="5961" y="3303"/>
                  <a:pt x="6039" y="3282"/>
                </a:cubicBezTo>
                <a:cubicBezTo>
                  <a:pt x="6117" y="3261"/>
                  <a:pt x="6174" y="3244"/>
                  <a:pt x="6208" y="3229"/>
                </a:cubicBezTo>
                <a:lnTo>
                  <a:pt x="6232" y="3229"/>
                </a:lnTo>
                <a:lnTo>
                  <a:pt x="6232" y="3624"/>
                </a:lnTo>
                <a:close/>
                <a:moveTo>
                  <a:pt x="7237" y="591"/>
                </a:moveTo>
                <a:lnTo>
                  <a:pt x="6740" y="591"/>
                </a:lnTo>
                <a:lnTo>
                  <a:pt x="6740" y="131"/>
                </a:lnTo>
                <a:lnTo>
                  <a:pt x="7237" y="131"/>
                </a:lnTo>
                <a:lnTo>
                  <a:pt x="7237" y="591"/>
                </a:lnTo>
                <a:moveTo>
                  <a:pt x="7209" y="3647"/>
                </a:moveTo>
                <a:lnTo>
                  <a:pt x="6768" y="3647"/>
                </a:lnTo>
                <a:lnTo>
                  <a:pt x="6768" y="1026"/>
                </a:lnTo>
                <a:lnTo>
                  <a:pt x="7209" y="1026"/>
                </a:lnTo>
                <a:lnTo>
                  <a:pt x="7209" y="3647"/>
                </a:lnTo>
                <a:close/>
                <a:moveTo>
                  <a:pt x="10204" y="3647"/>
                </a:moveTo>
                <a:lnTo>
                  <a:pt x="9763" y="3647"/>
                </a:lnTo>
                <a:lnTo>
                  <a:pt x="9763" y="3374"/>
                </a:lnTo>
                <a:cubicBezTo>
                  <a:pt x="9637" y="3484"/>
                  <a:pt x="9505" y="3569"/>
                  <a:pt x="9367" y="3630"/>
                </a:cubicBezTo>
                <a:cubicBezTo>
                  <a:pt x="9230" y="3691"/>
                  <a:pt x="9080" y="3722"/>
                  <a:pt x="8919" y="3722"/>
                </a:cubicBezTo>
                <a:cubicBezTo>
                  <a:pt x="8607" y="3722"/>
                  <a:pt x="8359" y="3601"/>
                  <a:pt x="8175" y="3360"/>
                </a:cubicBezTo>
                <a:cubicBezTo>
                  <a:pt x="7992" y="3119"/>
                  <a:pt x="7900" y="2784"/>
                  <a:pt x="7900" y="2357"/>
                </a:cubicBezTo>
                <a:cubicBezTo>
                  <a:pt x="7900" y="2134"/>
                  <a:pt x="7932" y="1936"/>
                  <a:pt x="7995" y="1762"/>
                </a:cubicBezTo>
                <a:cubicBezTo>
                  <a:pt x="8058" y="1588"/>
                  <a:pt x="8144" y="1440"/>
                  <a:pt x="8252" y="1318"/>
                </a:cubicBezTo>
                <a:cubicBezTo>
                  <a:pt x="8358" y="1199"/>
                  <a:pt x="8482" y="1108"/>
                  <a:pt x="8623" y="1046"/>
                </a:cubicBezTo>
                <a:cubicBezTo>
                  <a:pt x="8764" y="983"/>
                  <a:pt x="8911" y="951"/>
                  <a:pt x="9062" y="951"/>
                </a:cubicBezTo>
                <a:cubicBezTo>
                  <a:pt x="9200" y="951"/>
                  <a:pt x="9322" y="966"/>
                  <a:pt x="9428" y="995"/>
                </a:cubicBezTo>
                <a:cubicBezTo>
                  <a:pt x="9534" y="1024"/>
                  <a:pt x="9646" y="1069"/>
                  <a:pt x="9763" y="1130"/>
                </a:cubicBezTo>
                <a:lnTo>
                  <a:pt x="9763" y="0"/>
                </a:lnTo>
                <a:lnTo>
                  <a:pt x="10204" y="0"/>
                </a:lnTo>
                <a:lnTo>
                  <a:pt x="10204" y="3647"/>
                </a:lnTo>
                <a:moveTo>
                  <a:pt x="9763" y="3002"/>
                </a:moveTo>
                <a:lnTo>
                  <a:pt x="9763" y="1500"/>
                </a:lnTo>
                <a:cubicBezTo>
                  <a:pt x="9644" y="1447"/>
                  <a:pt x="9538" y="1410"/>
                  <a:pt x="9444" y="1390"/>
                </a:cubicBezTo>
                <a:cubicBezTo>
                  <a:pt x="9351" y="1369"/>
                  <a:pt x="9248" y="1359"/>
                  <a:pt x="9137" y="1359"/>
                </a:cubicBezTo>
                <a:cubicBezTo>
                  <a:pt x="8891" y="1359"/>
                  <a:pt x="8698" y="1445"/>
                  <a:pt x="8561" y="1617"/>
                </a:cubicBezTo>
                <a:cubicBezTo>
                  <a:pt x="8423" y="1789"/>
                  <a:pt x="8355" y="2033"/>
                  <a:pt x="8355" y="2348"/>
                </a:cubicBezTo>
                <a:cubicBezTo>
                  <a:pt x="8355" y="2659"/>
                  <a:pt x="8408" y="2895"/>
                  <a:pt x="8514" y="3057"/>
                </a:cubicBezTo>
                <a:cubicBezTo>
                  <a:pt x="8620" y="3219"/>
                  <a:pt x="8791" y="3300"/>
                  <a:pt x="9025" y="3300"/>
                </a:cubicBezTo>
                <a:cubicBezTo>
                  <a:pt x="9150" y="3300"/>
                  <a:pt x="9276" y="3272"/>
                  <a:pt x="9405" y="3217"/>
                </a:cubicBezTo>
                <a:cubicBezTo>
                  <a:pt x="9533" y="3161"/>
                  <a:pt x="9652" y="3090"/>
                  <a:pt x="9763" y="3002"/>
                </a:cubicBezTo>
                <a:close/>
                <a:moveTo>
                  <a:pt x="13241" y="3647"/>
                </a:moveTo>
                <a:lnTo>
                  <a:pt x="12800" y="3647"/>
                </a:lnTo>
                <a:lnTo>
                  <a:pt x="12800" y="3358"/>
                </a:lnTo>
                <a:cubicBezTo>
                  <a:pt x="12652" y="3475"/>
                  <a:pt x="12509" y="3565"/>
                  <a:pt x="12374" y="3628"/>
                </a:cubicBezTo>
                <a:cubicBezTo>
                  <a:pt x="12238" y="3690"/>
                  <a:pt x="12088" y="3722"/>
                  <a:pt x="11924" y="3722"/>
                </a:cubicBezTo>
                <a:cubicBezTo>
                  <a:pt x="11649" y="3722"/>
                  <a:pt x="11435" y="3637"/>
                  <a:pt x="11281" y="3469"/>
                </a:cubicBezTo>
                <a:cubicBezTo>
                  <a:pt x="11128" y="3301"/>
                  <a:pt x="11052" y="3054"/>
                  <a:pt x="11052" y="2729"/>
                </a:cubicBezTo>
                <a:lnTo>
                  <a:pt x="11052" y="1026"/>
                </a:lnTo>
                <a:lnTo>
                  <a:pt x="11492" y="1026"/>
                </a:lnTo>
                <a:lnTo>
                  <a:pt x="11492" y="2519"/>
                </a:lnTo>
                <a:cubicBezTo>
                  <a:pt x="11492" y="2651"/>
                  <a:pt x="11499" y="2765"/>
                  <a:pt x="11511" y="2860"/>
                </a:cubicBezTo>
                <a:cubicBezTo>
                  <a:pt x="11524" y="2955"/>
                  <a:pt x="11550" y="3035"/>
                  <a:pt x="11591" y="3103"/>
                </a:cubicBezTo>
                <a:cubicBezTo>
                  <a:pt x="11633" y="3172"/>
                  <a:pt x="11688" y="3222"/>
                  <a:pt x="11755" y="3253"/>
                </a:cubicBezTo>
                <a:cubicBezTo>
                  <a:pt x="11822" y="3284"/>
                  <a:pt x="11920" y="3300"/>
                  <a:pt x="12048" y="3300"/>
                </a:cubicBezTo>
                <a:cubicBezTo>
                  <a:pt x="12162" y="3300"/>
                  <a:pt x="12286" y="3270"/>
                  <a:pt x="12422" y="3211"/>
                </a:cubicBezTo>
                <a:cubicBezTo>
                  <a:pt x="12557" y="3151"/>
                  <a:pt x="12683" y="3075"/>
                  <a:pt x="12800" y="2983"/>
                </a:cubicBezTo>
                <a:lnTo>
                  <a:pt x="12800" y="1026"/>
                </a:lnTo>
                <a:lnTo>
                  <a:pt x="13241" y="1026"/>
                </a:lnTo>
                <a:lnTo>
                  <a:pt x="13241" y="3647"/>
                </a:lnTo>
                <a:close/>
                <a:moveTo>
                  <a:pt x="14553" y="3647"/>
                </a:moveTo>
                <a:lnTo>
                  <a:pt x="14113" y="3647"/>
                </a:lnTo>
                <a:lnTo>
                  <a:pt x="14113" y="0"/>
                </a:lnTo>
                <a:lnTo>
                  <a:pt x="14553" y="0"/>
                </a:lnTo>
                <a:lnTo>
                  <a:pt x="14553" y="3647"/>
                </a:lnTo>
                <a:close/>
                <a:moveTo>
                  <a:pt x="15898" y="591"/>
                </a:moveTo>
                <a:lnTo>
                  <a:pt x="15402" y="591"/>
                </a:lnTo>
                <a:lnTo>
                  <a:pt x="15402" y="131"/>
                </a:lnTo>
                <a:lnTo>
                  <a:pt x="15898" y="131"/>
                </a:lnTo>
                <a:lnTo>
                  <a:pt x="15898" y="591"/>
                </a:lnTo>
                <a:moveTo>
                  <a:pt x="15870" y="3647"/>
                </a:moveTo>
                <a:lnTo>
                  <a:pt x="15430" y="3647"/>
                </a:lnTo>
                <a:lnTo>
                  <a:pt x="15430" y="1026"/>
                </a:lnTo>
                <a:lnTo>
                  <a:pt x="15870" y="1026"/>
                </a:lnTo>
                <a:lnTo>
                  <a:pt x="15870" y="3647"/>
                </a:lnTo>
                <a:close/>
                <a:moveTo>
                  <a:pt x="18865" y="3647"/>
                </a:moveTo>
                <a:lnTo>
                  <a:pt x="18425" y="3647"/>
                </a:lnTo>
                <a:lnTo>
                  <a:pt x="18425" y="3374"/>
                </a:lnTo>
                <a:cubicBezTo>
                  <a:pt x="18298" y="3484"/>
                  <a:pt x="18166" y="3569"/>
                  <a:pt x="18029" y="3630"/>
                </a:cubicBezTo>
                <a:cubicBezTo>
                  <a:pt x="17891" y="3691"/>
                  <a:pt x="17742" y="3722"/>
                  <a:pt x="17581" y="3722"/>
                </a:cubicBezTo>
                <a:cubicBezTo>
                  <a:pt x="17269" y="3722"/>
                  <a:pt x="17021" y="3601"/>
                  <a:pt x="16837" y="3360"/>
                </a:cubicBezTo>
                <a:cubicBezTo>
                  <a:pt x="16653" y="3119"/>
                  <a:pt x="16562" y="2784"/>
                  <a:pt x="16562" y="2357"/>
                </a:cubicBezTo>
                <a:cubicBezTo>
                  <a:pt x="16562" y="2134"/>
                  <a:pt x="16593" y="1936"/>
                  <a:pt x="16656" y="1762"/>
                </a:cubicBezTo>
                <a:cubicBezTo>
                  <a:pt x="16720" y="1588"/>
                  <a:pt x="16805" y="1440"/>
                  <a:pt x="16913" y="1318"/>
                </a:cubicBezTo>
                <a:cubicBezTo>
                  <a:pt x="17019" y="1199"/>
                  <a:pt x="17143" y="1108"/>
                  <a:pt x="17285" y="1046"/>
                </a:cubicBezTo>
                <a:cubicBezTo>
                  <a:pt x="17426" y="983"/>
                  <a:pt x="17572" y="951"/>
                  <a:pt x="17724" y="951"/>
                </a:cubicBezTo>
                <a:cubicBezTo>
                  <a:pt x="17861" y="951"/>
                  <a:pt x="17983" y="966"/>
                  <a:pt x="18090" y="995"/>
                </a:cubicBezTo>
                <a:cubicBezTo>
                  <a:pt x="18196" y="1024"/>
                  <a:pt x="18308" y="1069"/>
                  <a:pt x="18425" y="1130"/>
                </a:cubicBezTo>
                <a:lnTo>
                  <a:pt x="18425" y="0"/>
                </a:lnTo>
                <a:lnTo>
                  <a:pt x="18865" y="0"/>
                </a:lnTo>
                <a:lnTo>
                  <a:pt x="18865" y="3647"/>
                </a:lnTo>
                <a:moveTo>
                  <a:pt x="18425" y="3002"/>
                </a:moveTo>
                <a:lnTo>
                  <a:pt x="18425" y="1500"/>
                </a:lnTo>
                <a:cubicBezTo>
                  <a:pt x="18306" y="1447"/>
                  <a:pt x="18200" y="1410"/>
                  <a:pt x="18106" y="1390"/>
                </a:cubicBezTo>
                <a:cubicBezTo>
                  <a:pt x="18012" y="1369"/>
                  <a:pt x="17910" y="1359"/>
                  <a:pt x="17799" y="1359"/>
                </a:cubicBezTo>
                <a:cubicBezTo>
                  <a:pt x="17552" y="1359"/>
                  <a:pt x="17360" y="1445"/>
                  <a:pt x="17222" y="1617"/>
                </a:cubicBezTo>
                <a:cubicBezTo>
                  <a:pt x="17085" y="1789"/>
                  <a:pt x="17016" y="2033"/>
                  <a:pt x="17016" y="2348"/>
                </a:cubicBezTo>
                <a:cubicBezTo>
                  <a:pt x="17016" y="2659"/>
                  <a:pt x="17069" y="2895"/>
                  <a:pt x="17176" y="3057"/>
                </a:cubicBezTo>
                <a:cubicBezTo>
                  <a:pt x="17282" y="3219"/>
                  <a:pt x="17452" y="3300"/>
                  <a:pt x="17686" y="3300"/>
                </a:cubicBezTo>
                <a:cubicBezTo>
                  <a:pt x="17811" y="3300"/>
                  <a:pt x="17938" y="3272"/>
                  <a:pt x="18066" y="3217"/>
                </a:cubicBezTo>
                <a:cubicBezTo>
                  <a:pt x="18194" y="3161"/>
                  <a:pt x="18314" y="3090"/>
                  <a:pt x="18425" y="3002"/>
                </a:cubicBezTo>
                <a:close/>
                <a:moveTo>
                  <a:pt x="21766" y="3647"/>
                </a:moveTo>
                <a:lnTo>
                  <a:pt x="21328" y="3647"/>
                </a:lnTo>
                <a:lnTo>
                  <a:pt x="21328" y="3370"/>
                </a:lnTo>
                <a:cubicBezTo>
                  <a:pt x="21289" y="3396"/>
                  <a:pt x="21236" y="3433"/>
                  <a:pt x="21170" y="3481"/>
                </a:cubicBezTo>
                <a:cubicBezTo>
                  <a:pt x="21104" y="3529"/>
                  <a:pt x="21039" y="3567"/>
                  <a:pt x="20977" y="3595"/>
                </a:cubicBezTo>
                <a:cubicBezTo>
                  <a:pt x="20903" y="3631"/>
                  <a:pt x="20819" y="3661"/>
                  <a:pt x="20724" y="3685"/>
                </a:cubicBezTo>
                <a:cubicBezTo>
                  <a:pt x="20628" y="3709"/>
                  <a:pt x="20516" y="3722"/>
                  <a:pt x="20388" y="3722"/>
                </a:cubicBezTo>
                <a:cubicBezTo>
                  <a:pt x="20152" y="3722"/>
                  <a:pt x="19952" y="3643"/>
                  <a:pt x="19788" y="3487"/>
                </a:cubicBezTo>
                <a:cubicBezTo>
                  <a:pt x="19624" y="3331"/>
                  <a:pt x="19542" y="3131"/>
                  <a:pt x="19542" y="2889"/>
                </a:cubicBezTo>
                <a:cubicBezTo>
                  <a:pt x="19542" y="2690"/>
                  <a:pt x="19585" y="2529"/>
                  <a:pt x="19670" y="2406"/>
                </a:cubicBezTo>
                <a:cubicBezTo>
                  <a:pt x="19755" y="2283"/>
                  <a:pt x="19877" y="2187"/>
                  <a:pt x="20034" y="2117"/>
                </a:cubicBezTo>
                <a:cubicBezTo>
                  <a:pt x="20194" y="2046"/>
                  <a:pt x="20385" y="1998"/>
                  <a:pt x="20609" y="1973"/>
                </a:cubicBezTo>
                <a:cubicBezTo>
                  <a:pt x="20832" y="1948"/>
                  <a:pt x="21072" y="1930"/>
                  <a:pt x="21328" y="1917"/>
                </a:cubicBezTo>
                <a:lnTo>
                  <a:pt x="21328" y="1848"/>
                </a:lnTo>
                <a:cubicBezTo>
                  <a:pt x="21328" y="1748"/>
                  <a:pt x="21311" y="1664"/>
                  <a:pt x="21275" y="1598"/>
                </a:cubicBezTo>
                <a:cubicBezTo>
                  <a:pt x="21240" y="1532"/>
                  <a:pt x="21190" y="1480"/>
                  <a:pt x="21124" y="1442"/>
                </a:cubicBezTo>
                <a:cubicBezTo>
                  <a:pt x="21062" y="1406"/>
                  <a:pt x="20987" y="1381"/>
                  <a:pt x="20899" y="1369"/>
                </a:cubicBezTo>
                <a:cubicBezTo>
                  <a:pt x="20812" y="1356"/>
                  <a:pt x="20720" y="1350"/>
                  <a:pt x="20625" y="1350"/>
                </a:cubicBezTo>
                <a:cubicBezTo>
                  <a:pt x="20509" y="1350"/>
                  <a:pt x="20381" y="1366"/>
                  <a:pt x="20238" y="1397"/>
                </a:cubicBezTo>
                <a:cubicBezTo>
                  <a:pt x="20096" y="1428"/>
                  <a:pt x="19949" y="1473"/>
                  <a:pt x="19798" y="1533"/>
                </a:cubicBezTo>
                <a:lnTo>
                  <a:pt x="19774" y="1533"/>
                </a:lnTo>
                <a:lnTo>
                  <a:pt x="19774" y="1085"/>
                </a:lnTo>
                <a:cubicBezTo>
                  <a:pt x="19860" y="1062"/>
                  <a:pt x="19984" y="1036"/>
                  <a:pt x="20147" y="1008"/>
                </a:cubicBezTo>
                <a:cubicBezTo>
                  <a:pt x="20309" y="980"/>
                  <a:pt x="20470" y="966"/>
                  <a:pt x="20627" y="966"/>
                </a:cubicBezTo>
                <a:cubicBezTo>
                  <a:pt x="20812" y="966"/>
                  <a:pt x="20972" y="981"/>
                  <a:pt x="21109" y="1011"/>
                </a:cubicBezTo>
                <a:cubicBezTo>
                  <a:pt x="21246" y="1042"/>
                  <a:pt x="21364" y="1094"/>
                  <a:pt x="21464" y="1167"/>
                </a:cubicBezTo>
                <a:cubicBezTo>
                  <a:pt x="21563" y="1239"/>
                  <a:pt x="21637" y="1332"/>
                  <a:pt x="21689" y="1446"/>
                </a:cubicBezTo>
                <a:cubicBezTo>
                  <a:pt x="21741" y="1560"/>
                  <a:pt x="21766" y="1701"/>
                  <a:pt x="21766" y="1870"/>
                </a:cubicBezTo>
                <a:lnTo>
                  <a:pt x="21766" y="3647"/>
                </a:lnTo>
                <a:moveTo>
                  <a:pt x="21328" y="3005"/>
                </a:moveTo>
                <a:lnTo>
                  <a:pt x="21328" y="2273"/>
                </a:lnTo>
                <a:cubicBezTo>
                  <a:pt x="21194" y="2281"/>
                  <a:pt x="21036" y="2293"/>
                  <a:pt x="20854" y="2309"/>
                </a:cubicBezTo>
                <a:cubicBezTo>
                  <a:pt x="20672" y="2324"/>
                  <a:pt x="20527" y="2347"/>
                  <a:pt x="20421" y="2377"/>
                </a:cubicBezTo>
                <a:cubicBezTo>
                  <a:pt x="20295" y="2413"/>
                  <a:pt x="20192" y="2469"/>
                  <a:pt x="20114" y="2545"/>
                </a:cubicBezTo>
                <a:cubicBezTo>
                  <a:pt x="20036" y="2621"/>
                  <a:pt x="19997" y="2726"/>
                  <a:pt x="19997" y="2859"/>
                </a:cubicBezTo>
                <a:cubicBezTo>
                  <a:pt x="19997" y="3010"/>
                  <a:pt x="20042" y="3124"/>
                  <a:pt x="20133" y="3200"/>
                </a:cubicBezTo>
                <a:cubicBezTo>
                  <a:pt x="20224" y="3276"/>
                  <a:pt x="20362" y="3314"/>
                  <a:pt x="20548" y="3314"/>
                </a:cubicBezTo>
                <a:cubicBezTo>
                  <a:pt x="20702" y="3314"/>
                  <a:pt x="20844" y="3284"/>
                  <a:pt x="20972" y="3223"/>
                </a:cubicBezTo>
                <a:cubicBezTo>
                  <a:pt x="21100" y="3163"/>
                  <a:pt x="21219" y="3090"/>
                  <a:pt x="21328" y="3005"/>
                </a:cubicBezTo>
                <a:close/>
                <a:moveTo>
                  <a:pt x="24806" y="2381"/>
                </a:moveTo>
                <a:lnTo>
                  <a:pt x="22877" y="2381"/>
                </a:lnTo>
                <a:cubicBezTo>
                  <a:pt x="22877" y="2542"/>
                  <a:pt x="22902" y="2683"/>
                  <a:pt x="22950" y="2803"/>
                </a:cubicBezTo>
                <a:cubicBezTo>
                  <a:pt x="22998" y="2923"/>
                  <a:pt x="23065" y="3021"/>
                  <a:pt x="23149" y="3098"/>
                </a:cubicBezTo>
                <a:cubicBezTo>
                  <a:pt x="23230" y="3173"/>
                  <a:pt x="23327" y="3229"/>
                  <a:pt x="23439" y="3267"/>
                </a:cubicBezTo>
                <a:cubicBezTo>
                  <a:pt x="23550" y="3304"/>
                  <a:pt x="23673" y="3323"/>
                  <a:pt x="23808" y="3323"/>
                </a:cubicBezTo>
                <a:cubicBezTo>
                  <a:pt x="23986" y="3323"/>
                  <a:pt x="24165" y="3287"/>
                  <a:pt x="24346" y="3216"/>
                </a:cubicBezTo>
                <a:cubicBezTo>
                  <a:pt x="24526" y="3144"/>
                  <a:pt x="24655" y="3074"/>
                  <a:pt x="24731" y="3004"/>
                </a:cubicBezTo>
                <a:lnTo>
                  <a:pt x="24755" y="3004"/>
                </a:lnTo>
                <a:lnTo>
                  <a:pt x="24755" y="3487"/>
                </a:lnTo>
                <a:cubicBezTo>
                  <a:pt x="24606" y="3549"/>
                  <a:pt x="24455" y="3602"/>
                  <a:pt x="24300" y="3644"/>
                </a:cubicBezTo>
                <a:cubicBezTo>
                  <a:pt x="24145" y="3686"/>
                  <a:pt x="23983" y="3708"/>
                  <a:pt x="23812" y="3708"/>
                </a:cubicBezTo>
                <a:cubicBezTo>
                  <a:pt x="23378" y="3708"/>
                  <a:pt x="23039" y="3590"/>
                  <a:pt x="22795" y="3354"/>
                </a:cubicBezTo>
                <a:cubicBezTo>
                  <a:pt x="22552" y="3119"/>
                  <a:pt x="22430" y="2784"/>
                  <a:pt x="22430" y="2351"/>
                </a:cubicBezTo>
                <a:cubicBezTo>
                  <a:pt x="22430" y="1922"/>
                  <a:pt x="22546" y="1581"/>
                  <a:pt x="22780" y="1329"/>
                </a:cubicBezTo>
                <a:cubicBezTo>
                  <a:pt x="23014" y="1077"/>
                  <a:pt x="23321" y="951"/>
                  <a:pt x="23702" y="951"/>
                </a:cubicBezTo>
                <a:cubicBezTo>
                  <a:pt x="24055" y="951"/>
                  <a:pt x="24328" y="1055"/>
                  <a:pt x="24519" y="1261"/>
                </a:cubicBezTo>
                <a:cubicBezTo>
                  <a:pt x="24710" y="1468"/>
                  <a:pt x="24806" y="1761"/>
                  <a:pt x="24806" y="2142"/>
                </a:cubicBezTo>
                <a:lnTo>
                  <a:pt x="24806" y="2381"/>
                </a:lnTo>
                <a:moveTo>
                  <a:pt x="24377" y="2044"/>
                </a:moveTo>
                <a:cubicBezTo>
                  <a:pt x="24376" y="1812"/>
                  <a:pt x="24317" y="1633"/>
                  <a:pt x="24203" y="1507"/>
                </a:cubicBezTo>
                <a:cubicBezTo>
                  <a:pt x="24088" y="1380"/>
                  <a:pt x="23913" y="1317"/>
                  <a:pt x="23679" y="1317"/>
                </a:cubicBezTo>
                <a:cubicBezTo>
                  <a:pt x="23443" y="1317"/>
                  <a:pt x="23255" y="1387"/>
                  <a:pt x="23115" y="1526"/>
                </a:cubicBezTo>
                <a:cubicBezTo>
                  <a:pt x="22975" y="1665"/>
                  <a:pt x="22896" y="1837"/>
                  <a:pt x="22877" y="2044"/>
                </a:cubicBezTo>
                <a:lnTo>
                  <a:pt x="24377" y="20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9A33A4-E871-40E4-97D3-9380E53F4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2" y="1806317"/>
            <a:ext cx="25732" cy="16639"/>
          </a:xfrm>
          <a:custGeom xmlns:a="http://schemas.openxmlformats.org/drawingml/2006/main">
            <a:pathLst>
              <a:path w="25732" h="16639">
                <a:moveTo>
                  <a:pt x="0" y="0"/>
                </a:moveTo>
                <a:lnTo>
                  <a:pt x="25732" y="0"/>
                </a:lnTo>
                <a:lnTo>
                  <a:pt x="25732" y="16639"/>
                </a:lnTo>
                <a:lnTo>
                  <a:pt x="0" y="166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AB5195-C103-4064-967D-BE6508617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3" y="1806320"/>
            <a:ext cx="25731" cy="16638"/>
          </a:xfrm>
          <a:custGeom xmlns:a="http://schemas.openxmlformats.org/drawingml/2006/main">
            <a:pathLst>
              <a:path w="25731" h="16638" fill="none">
                <a:moveTo>
                  <a:pt x="0" y="0"/>
                </a:moveTo>
                <a:lnTo>
                  <a:pt x="25731" y="0"/>
                </a:lnTo>
                <a:lnTo>
                  <a:pt x="25731" y="16638"/>
                </a:lnTo>
                <a:lnTo>
                  <a:pt x="0" y="1663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13" name="Text Cleridae">
            <a:extLst xmlns:a="http://schemas.openxmlformats.org/drawingml/2006/main">
              <a:ext uri="{FF2B5EF4-FFF2-40B4-BE49-F238E27FC236}">
                <a16:creationId xmlns:a16="http://schemas.microsoft.com/office/drawing/2014/main" id="{FB10F585-A4A5-42F2-BAF7-CF1000EFD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112" y="1807881"/>
            <a:ext cx="24797" cy="4826"/>
          </a:xfrm>
          <a:custGeom xmlns:a="http://schemas.openxmlformats.org/drawingml/2006/main">
            <a:pathLst>
              <a:path w="24797" h="4826">
                <a:moveTo>
                  <a:pt x="3754" y="4403"/>
                </a:moveTo>
                <a:cubicBezTo>
                  <a:pt x="3642" y="4452"/>
                  <a:pt x="3541" y="4497"/>
                  <a:pt x="3451" y="4540"/>
                </a:cubicBezTo>
                <a:cubicBezTo>
                  <a:pt x="3361" y="4583"/>
                  <a:pt x="3243" y="4627"/>
                  <a:pt x="3097" y="4674"/>
                </a:cubicBezTo>
                <a:cubicBezTo>
                  <a:pt x="2973" y="4713"/>
                  <a:pt x="2839" y="4746"/>
                  <a:pt x="2694" y="4773"/>
                </a:cubicBezTo>
                <a:cubicBezTo>
                  <a:pt x="2549" y="4801"/>
                  <a:pt x="2390" y="4814"/>
                  <a:pt x="2216" y="4814"/>
                </a:cubicBezTo>
                <a:cubicBezTo>
                  <a:pt x="1887" y="4814"/>
                  <a:pt x="1589" y="4768"/>
                  <a:pt x="1321" y="4676"/>
                </a:cubicBezTo>
                <a:cubicBezTo>
                  <a:pt x="1052" y="4584"/>
                  <a:pt x="819" y="4439"/>
                  <a:pt x="620" y="4243"/>
                </a:cubicBezTo>
                <a:cubicBezTo>
                  <a:pt x="426" y="4050"/>
                  <a:pt x="274" y="3805"/>
                  <a:pt x="164" y="3508"/>
                </a:cubicBezTo>
                <a:cubicBezTo>
                  <a:pt x="55" y="3211"/>
                  <a:pt x="0" y="2866"/>
                  <a:pt x="0" y="2472"/>
                </a:cubicBezTo>
                <a:cubicBezTo>
                  <a:pt x="0" y="2099"/>
                  <a:pt x="53" y="1766"/>
                  <a:pt x="158" y="1472"/>
                </a:cubicBezTo>
                <a:cubicBezTo>
                  <a:pt x="263" y="1178"/>
                  <a:pt x="415" y="930"/>
                  <a:pt x="614" y="727"/>
                </a:cubicBezTo>
                <a:cubicBezTo>
                  <a:pt x="806" y="530"/>
                  <a:pt x="1039" y="380"/>
                  <a:pt x="1311" y="277"/>
                </a:cubicBezTo>
                <a:cubicBezTo>
                  <a:pt x="1584" y="173"/>
                  <a:pt x="1886" y="122"/>
                  <a:pt x="2219" y="122"/>
                </a:cubicBezTo>
                <a:cubicBezTo>
                  <a:pt x="2462" y="122"/>
                  <a:pt x="2704" y="151"/>
                  <a:pt x="2947" y="210"/>
                </a:cubicBezTo>
                <a:cubicBezTo>
                  <a:pt x="3189" y="268"/>
                  <a:pt x="3458" y="372"/>
                  <a:pt x="3754" y="520"/>
                </a:cubicBezTo>
                <a:lnTo>
                  <a:pt x="3754" y="1234"/>
                </a:lnTo>
                <a:lnTo>
                  <a:pt x="3708" y="1234"/>
                </a:lnTo>
                <a:cubicBezTo>
                  <a:pt x="3459" y="1028"/>
                  <a:pt x="3212" y="879"/>
                  <a:pt x="2966" y="785"/>
                </a:cubicBezTo>
                <a:cubicBezTo>
                  <a:pt x="2721" y="691"/>
                  <a:pt x="2459" y="644"/>
                  <a:pt x="2179" y="644"/>
                </a:cubicBezTo>
                <a:cubicBezTo>
                  <a:pt x="1950" y="644"/>
                  <a:pt x="1744" y="681"/>
                  <a:pt x="1561" y="755"/>
                </a:cubicBezTo>
                <a:cubicBezTo>
                  <a:pt x="1377" y="829"/>
                  <a:pt x="1214" y="943"/>
                  <a:pt x="1070" y="1099"/>
                </a:cubicBezTo>
                <a:cubicBezTo>
                  <a:pt x="930" y="1251"/>
                  <a:pt x="821" y="1442"/>
                  <a:pt x="743" y="1674"/>
                </a:cubicBezTo>
                <a:cubicBezTo>
                  <a:pt x="665" y="1905"/>
                  <a:pt x="626" y="2172"/>
                  <a:pt x="626" y="2476"/>
                </a:cubicBezTo>
                <a:cubicBezTo>
                  <a:pt x="626" y="2793"/>
                  <a:pt x="669" y="3066"/>
                  <a:pt x="755" y="3294"/>
                </a:cubicBezTo>
                <a:cubicBezTo>
                  <a:pt x="841" y="3522"/>
                  <a:pt x="952" y="3708"/>
                  <a:pt x="1088" y="3852"/>
                </a:cubicBezTo>
                <a:cubicBezTo>
                  <a:pt x="1230" y="4002"/>
                  <a:pt x="1396" y="4112"/>
                  <a:pt x="1585" y="4184"/>
                </a:cubicBezTo>
                <a:cubicBezTo>
                  <a:pt x="1774" y="4256"/>
                  <a:pt x="1975" y="4292"/>
                  <a:pt x="2185" y="4292"/>
                </a:cubicBezTo>
                <a:cubicBezTo>
                  <a:pt x="2475" y="4292"/>
                  <a:pt x="2747" y="4242"/>
                  <a:pt x="3000" y="4143"/>
                </a:cubicBezTo>
                <a:cubicBezTo>
                  <a:pt x="3253" y="4043"/>
                  <a:pt x="3490" y="3894"/>
                  <a:pt x="3711" y="3696"/>
                </a:cubicBezTo>
                <a:lnTo>
                  <a:pt x="3754" y="3696"/>
                </a:lnTo>
                <a:lnTo>
                  <a:pt x="3754" y="4403"/>
                </a:lnTo>
                <a:close/>
                <a:moveTo>
                  <a:pt x="5136" y="4729"/>
                </a:moveTo>
                <a:lnTo>
                  <a:pt x="4565" y="4729"/>
                </a:lnTo>
                <a:lnTo>
                  <a:pt x="4565" y="0"/>
                </a:lnTo>
                <a:lnTo>
                  <a:pt x="5136" y="0"/>
                </a:lnTo>
                <a:lnTo>
                  <a:pt x="5136" y="4729"/>
                </a:lnTo>
                <a:close/>
                <a:moveTo>
                  <a:pt x="9109" y="3088"/>
                </a:moveTo>
                <a:lnTo>
                  <a:pt x="6607" y="3088"/>
                </a:lnTo>
                <a:cubicBezTo>
                  <a:pt x="6607" y="3297"/>
                  <a:pt x="6639" y="3479"/>
                  <a:pt x="6702" y="3635"/>
                </a:cubicBezTo>
                <a:cubicBezTo>
                  <a:pt x="6764" y="3790"/>
                  <a:pt x="6850" y="3918"/>
                  <a:pt x="6960" y="4017"/>
                </a:cubicBezTo>
                <a:cubicBezTo>
                  <a:pt x="7065" y="4115"/>
                  <a:pt x="7190" y="4188"/>
                  <a:pt x="7335" y="4237"/>
                </a:cubicBezTo>
                <a:cubicBezTo>
                  <a:pt x="7480" y="4285"/>
                  <a:pt x="7640" y="4310"/>
                  <a:pt x="7814" y="4310"/>
                </a:cubicBezTo>
                <a:cubicBezTo>
                  <a:pt x="8045" y="4310"/>
                  <a:pt x="8277" y="4263"/>
                  <a:pt x="8511" y="4170"/>
                </a:cubicBezTo>
                <a:cubicBezTo>
                  <a:pt x="8745" y="4078"/>
                  <a:pt x="8912" y="3986"/>
                  <a:pt x="9011" y="3896"/>
                </a:cubicBezTo>
                <a:lnTo>
                  <a:pt x="9042" y="3896"/>
                </a:lnTo>
                <a:lnTo>
                  <a:pt x="9042" y="4522"/>
                </a:lnTo>
                <a:cubicBezTo>
                  <a:pt x="8849" y="4603"/>
                  <a:pt x="8653" y="4671"/>
                  <a:pt x="8452" y="4726"/>
                </a:cubicBezTo>
                <a:cubicBezTo>
                  <a:pt x="8252" y="4781"/>
                  <a:pt x="8041" y="4808"/>
                  <a:pt x="7820" y="4808"/>
                </a:cubicBezTo>
                <a:cubicBezTo>
                  <a:pt x="7257" y="4808"/>
                  <a:pt x="6817" y="4655"/>
                  <a:pt x="6501" y="4350"/>
                </a:cubicBezTo>
                <a:cubicBezTo>
                  <a:pt x="6185" y="4045"/>
                  <a:pt x="6027" y="3611"/>
                  <a:pt x="6027" y="3048"/>
                </a:cubicBezTo>
                <a:cubicBezTo>
                  <a:pt x="6027" y="2492"/>
                  <a:pt x="6178" y="2051"/>
                  <a:pt x="6481" y="1724"/>
                </a:cubicBezTo>
                <a:cubicBezTo>
                  <a:pt x="6784" y="1397"/>
                  <a:pt x="7183" y="1234"/>
                  <a:pt x="7677" y="1234"/>
                </a:cubicBezTo>
                <a:cubicBezTo>
                  <a:pt x="8135" y="1234"/>
                  <a:pt x="8488" y="1368"/>
                  <a:pt x="8736" y="1636"/>
                </a:cubicBezTo>
                <a:cubicBezTo>
                  <a:pt x="8985" y="1904"/>
                  <a:pt x="9109" y="2284"/>
                  <a:pt x="9109" y="2777"/>
                </a:cubicBezTo>
                <a:lnTo>
                  <a:pt x="9109" y="3088"/>
                </a:lnTo>
                <a:moveTo>
                  <a:pt x="8552" y="2650"/>
                </a:moveTo>
                <a:cubicBezTo>
                  <a:pt x="8550" y="2350"/>
                  <a:pt x="8475" y="2118"/>
                  <a:pt x="8326" y="1954"/>
                </a:cubicBezTo>
                <a:cubicBezTo>
                  <a:pt x="8177" y="1790"/>
                  <a:pt x="7951" y="1708"/>
                  <a:pt x="7647" y="1708"/>
                </a:cubicBezTo>
                <a:cubicBezTo>
                  <a:pt x="7341" y="1708"/>
                  <a:pt x="7097" y="1798"/>
                  <a:pt x="6916" y="1979"/>
                </a:cubicBezTo>
                <a:cubicBezTo>
                  <a:pt x="6734" y="2159"/>
                  <a:pt x="6632" y="2383"/>
                  <a:pt x="6607" y="2650"/>
                </a:cubicBezTo>
                <a:lnTo>
                  <a:pt x="8552" y="2650"/>
                </a:lnTo>
                <a:close/>
                <a:moveTo>
                  <a:pt x="12093" y="1951"/>
                </a:moveTo>
                <a:lnTo>
                  <a:pt x="12063" y="1951"/>
                </a:lnTo>
                <a:cubicBezTo>
                  <a:pt x="11978" y="1932"/>
                  <a:pt x="11895" y="1918"/>
                  <a:pt x="11815" y="1910"/>
                </a:cubicBezTo>
                <a:cubicBezTo>
                  <a:pt x="11735" y="1901"/>
                  <a:pt x="11640" y="1897"/>
                  <a:pt x="11531" y="1897"/>
                </a:cubicBezTo>
                <a:cubicBezTo>
                  <a:pt x="11355" y="1897"/>
                  <a:pt x="11184" y="1936"/>
                  <a:pt x="11020" y="2014"/>
                </a:cubicBezTo>
                <a:cubicBezTo>
                  <a:pt x="10856" y="2092"/>
                  <a:pt x="10698" y="2193"/>
                  <a:pt x="10546" y="2316"/>
                </a:cubicBezTo>
                <a:lnTo>
                  <a:pt x="10546" y="4729"/>
                </a:lnTo>
                <a:lnTo>
                  <a:pt x="9975" y="4729"/>
                </a:lnTo>
                <a:lnTo>
                  <a:pt x="9975" y="1331"/>
                </a:lnTo>
                <a:lnTo>
                  <a:pt x="10546" y="1331"/>
                </a:lnTo>
                <a:lnTo>
                  <a:pt x="10546" y="1833"/>
                </a:lnTo>
                <a:cubicBezTo>
                  <a:pt x="10773" y="1651"/>
                  <a:pt x="10973" y="1521"/>
                  <a:pt x="11146" y="1445"/>
                </a:cubicBezTo>
                <a:cubicBezTo>
                  <a:pt x="11320" y="1369"/>
                  <a:pt x="11496" y="1331"/>
                  <a:pt x="11677" y="1331"/>
                </a:cubicBezTo>
                <a:cubicBezTo>
                  <a:pt x="11776" y="1331"/>
                  <a:pt x="11848" y="1334"/>
                  <a:pt x="11893" y="1339"/>
                </a:cubicBezTo>
                <a:cubicBezTo>
                  <a:pt x="11937" y="1344"/>
                  <a:pt x="12004" y="1353"/>
                  <a:pt x="12093" y="1368"/>
                </a:cubicBezTo>
                <a:lnTo>
                  <a:pt x="12093" y="1951"/>
                </a:lnTo>
                <a:close/>
                <a:moveTo>
                  <a:pt x="13245" y="766"/>
                </a:moveTo>
                <a:lnTo>
                  <a:pt x="12601" y="766"/>
                </a:lnTo>
                <a:lnTo>
                  <a:pt x="12601" y="170"/>
                </a:lnTo>
                <a:lnTo>
                  <a:pt x="13245" y="170"/>
                </a:lnTo>
                <a:lnTo>
                  <a:pt x="13245" y="766"/>
                </a:lnTo>
                <a:moveTo>
                  <a:pt x="13209" y="4729"/>
                </a:moveTo>
                <a:lnTo>
                  <a:pt x="12637" y="4729"/>
                </a:lnTo>
                <a:lnTo>
                  <a:pt x="12637" y="1331"/>
                </a:lnTo>
                <a:lnTo>
                  <a:pt x="13209" y="1331"/>
                </a:lnTo>
                <a:lnTo>
                  <a:pt x="13209" y="4729"/>
                </a:lnTo>
                <a:close/>
                <a:moveTo>
                  <a:pt x="17093" y="4729"/>
                </a:moveTo>
                <a:lnTo>
                  <a:pt x="16521" y="4729"/>
                </a:lnTo>
                <a:lnTo>
                  <a:pt x="16521" y="4375"/>
                </a:lnTo>
                <a:cubicBezTo>
                  <a:pt x="16357" y="4518"/>
                  <a:pt x="16186" y="4628"/>
                  <a:pt x="16008" y="4708"/>
                </a:cubicBezTo>
                <a:cubicBezTo>
                  <a:pt x="15829" y="4787"/>
                  <a:pt x="15636" y="4826"/>
                  <a:pt x="15427" y="4826"/>
                </a:cubicBezTo>
                <a:cubicBezTo>
                  <a:pt x="15022" y="4826"/>
                  <a:pt x="14700" y="4670"/>
                  <a:pt x="14462" y="4357"/>
                </a:cubicBezTo>
                <a:cubicBezTo>
                  <a:pt x="14224" y="4044"/>
                  <a:pt x="14105" y="3611"/>
                  <a:pt x="14105" y="3056"/>
                </a:cubicBezTo>
                <a:cubicBezTo>
                  <a:pt x="14105" y="2768"/>
                  <a:pt x="14146" y="2511"/>
                  <a:pt x="14228" y="2285"/>
                </a:cubicBezTo>
                <a:cubicBezTo>
                  <a:pt x="14310" y="2060"/>
                  <a:pt x="14421" y="1868"/>
                  <a:pt x="14561" y="1709"/>
                </a:cubicBezTo>
                <a:cubicBezTo>
                  <a:pt x="14699" y="1555"/>
                  <a:pt x="14859" y="1437"/>
                  <a:pt x="15043" y="1356"/>
                </a:cubicBezTo>
                <a:cubicBezTo>
                  <a:pt x="15226" y="1275"/>
                  <a:pt x="15416" y="1234"/>
                  <a:pt x="15613" y="1234"/>
                </a:cubicBezTo>
                <a:cubicBezTo>
                  <a:pt x="15791" y="1234"/>
                  <a:pt x="15949" y="1253"/>
                  <a:pt x="16087" y="1290"/>
                </a:cubicBezTo>
                <a:cubicBezTo>
                  <a:pt x="16224" y="1328"/>
                  <a:pt x="16369" y="1386"/>
                  <a:pt x="16521" y="1466"/>
                </a:cubicBezTo>
                <a:lnTo>
                  <a:pt x="16521" y="0"/>
                </a:lnTo>
                <a:lnTo>
                  <a:pt x="17093" y="0"/>
                </a:lnTo>
                <a:lnTo>
                  <a:pt x="17093" y="4729"/>
                </a:lnTo>
                <a:moveTo>
                  <a:pt x="16521" y="3893"/>
                </a:moveTo>
                <a:lnTo>
                  <a:pt x="16521" y="1945"/>
                </a:lnTo>
                <a:cubicBezTo>
                  <a:pt x="16367" y="1876"/>
                  <a:pt x="16230" y="1829"/>
                  <a:pt x="16108" y="1802"/>
                </a:cubicBezTo>
                <a:cubicBezTo>
                  <a:pt x="15986" y="1776"/>
                  <a:pt x="15854" y="1763"/>
                  <a:pt x="15710" y="1763"/>
                </a:cubicBezTo>
                <a:cubicBezTo>
                  <a:pt x="15390" y="1763"/>
                  <a:pt x="15140" y="1874"/>
                  <a:pt x="14962" y="2097"/>
                </a:cubicBezTo>
                <a:cubicBezTo>
                  <a:pt x="14784" y="2320"/>
                  <a:pt x="14695" y="2636"/>
                  <a:pt x="14695" y="3045"/>
                </a:cubicBezTo>
                <a:cubicBezTo>
                  <a:pt x="14695" y="3449"/>
                  <a:pt x="14764" y="3755"/>
                  <a:pt x="14901" y="3965"/>
                </a:cubicBezTo>
                <a:cubicBezTo>
                  <a:pt x="15039" y="4175"/>
                  <a:pt x="15260" y="4279"/>
                  <a:pt x="15564" y="4279"/>
                </a:cubicBezTo>
                <a:cubicBezTo>
                  <a:pt x="15726" y="4279"/>
                  <a:pt x="15890" y="4243"/>
                  <a:pt x="16056" y="4171"/>
                </a:cubicBezTo>
                <a:cubicBezTo>
                  <a:pt x="16222" y="4100"/>
                  <a:pt x="16377" y="4007"/>
                  <a:pt x="16521" y="3893"/>
                </a:cubicBezTo>
                <a:close/>
                <a:moveTo>
                  <a:pt x="20855" y="4729"/>
                </a:moveTo>
                <a:lnTo>
                  <a:pt x="20287" y="4729"/>
                </a:lnTo>
                <a:lnTo>
                  <a:pt x="20287" y="4370"/>
                </a:lnTo>
                <a:cubicBezTo>
                  <a:pt x="20236" y="4404"/>
                  <a:pt x="20168" y="4453"/>
                  <a:pt x="20082" y="4515"/>
                </a:cubicBezTo>
                <a:cubicBezTo>
                  <a:pt x="19996" y="4576"/>
                  <a:pt x="19912" y="4626"/>
                  <a:pt x="19831" y="4662"/>
                </a:cubicBezTo>
                <a:cubicBezTo>
                  <a:pt x="19736" y="4709"/>
                  <a:pt x="19627" y="4748"/>
                  <a:pt x="19503" y="4779"/>
                </a:cubicBezTo>
                <a:cubicBezTo>
                  <a:pt x="19379" y="4811"/>
                  <a:pt x="19234" y="4826"/>
                  <a:pt x="19068" y="4826"/>
                </a:cubicBezTo>
                <a:cubicBezTo>
                  <a:pt x="18762" y="4826"/>
                  <a:pt x="18503" y="4725"/>
                  <a:pt x="18290" y="4522"/>
                </a:cubicBezTo>
                <a:cubicBezTo>
                  <a:pt x="18077" y="4319"/>
                  <a:pt x="17971" y="4061"/>
                  <a:pt x="17971" y="3746"/>
                </a:cubicBezTo>
                <a:cubicBezTo>
                  <a:pt x="17971" y="3488"/>
                  <a:pt x="18026" y="3280"/>
                  <a:pt x="18137" y="3121"/>
                </a:cubicBezTo>
                <a:cubicBezTo>
                  <a:pt x="18247" y="2961"/>
                  <a:pt x="18405" y="2836"/>
                  <a:pt x="18609" y="2745"/>
                </a:cubicBezTo>
                <a:cubicBezTo>
                  <a:pt x="18816" y="2654"/>
                  <a:pt x="19064" y="2592"/>
                  <a:pt x="19354" y="2559"/>
                </a:cubicBezTo>
                <a:cubicBezTo>
                  <a:pt x="19644" y="2527"/>
                  <a:pt x="19955" y="2502"/>
                  <a:pt x="20287" y="2486"/>
                </a:cubicBezTo>
                <a:lnTo>
                  <a:pt x="20287" y="2397"/>
                </a:lnTo>
                <a:cubicBezTo>
                  <a:pt x="20287" y="2267"/>
                  <a:pt x="20264" y="2158"/>
                  <a:pt x="20219" y="2072"/>
                </a:cubicBezTo>
                <a:cubicBezTo>
                  <a:pt x="20173" y="1987"/>
                  <a:pt x="20108" y="1919"/>
                  <a:pt x="20023" y="1870"/>
                </a:cubicBezTo>
                <a:cubicBezTo>
                  <a:pt x="19942" y="1823"/>
                  <a:pt x="19844" y="1791"/>
                  <a:pt x="19731" y="1775"/>
                </a:cubicBezTo>
                <a:cubicBezTo>
                  <a:pt x="19617" y="1759"/>
                  <a:pt x="19499" y="1751"/>
                  <a:pt x="19375" y="1751"/>
                </a:cubicBezTo>
                <a:cubicBezTo>
                  <a:pt x="19225" y="1751"/>
                  <a:pt x="19058" y="1771"/>
                  <a:pt x="18874" y="1812"/>
                </a:cubicBezTo>
                <a:cubicBezTo>
                  <a:pt x="18689" y="1852"/>
                  <a:pt x="18499" y="1911"/>
                  <a:pt x="18302" y="1988"/>
                </a:cubicBezTo>
                <a:lnTo>
                  <a:pt x="18272" y="1988"/>
                </a:lnTo>
                <a:lnTo>
                  <a:pt x="18272" y="1407"/>
                </a:lnTo>
                <a:cubicBezTo>
                  <a:pt x="18383" y="1377"/>
                  <a:pt x="18545" y="1343"/>
                  <a:pt x="18755" y="1307"/>
                </a:cubicBezTo>
                <a:cubicBezTo>
                  <a:pt x="18966" y="1270"/>
                  <a:pt x="19174" y="1252"/>
                  <a:pt x="19378" y="1252"/>
                </a:cubicBezTo>
                <a:cubicBezTo>
                  <a:pt x="19617" y="1252"/>
                  <a:pt x="19826" y="1272"/>
                  <a:pt x="20003" y="1311"/>
                </a:cubicBezTo>
                <a:cubicBezTo>
                  <a:pt x="20180" y="1351"/>
                  <a:pt x="20334" y="1418"/>
                  <a:pt x="20463" y="1514"/>
                </a:cubicBezTo>
                <a:cubicBezTo>
                  <a:pt x="20591" y="1607"/>
                  <a:pt x="20688" y="1727"/>
                  <a:pt x="20755" y="1875"/>
                </a:cubicBezTo>
                <a:cubicBezTo>
                  <a:pt x="20822" y="2023"/>
                  <a:pt x="20855" y="2207"/>
                  <a:pt x="20855" y="2425"/>
                </a:cubicBezTo>
                <a:lnTo>
                  <a:pt x="20855" y="4729"/>
                </a:lnTo>
                <a:moveTo>
                  <a:pt x="20287" y="3898"/>
                </a:moveTo>
                <a:lnTo>
                  <a:pt x="20287" y="2948"/>
                </a:lnTo>
                <a:cubicBezTo>
                  <a:pt x="20113" y="2958"/>
                  <a:pt x="19908" y="2974"/>
                  <a:pt x="19672" y="2994"/>
                </a:cubicBezTo>
                <a:cubicBezTo>
                  <a:pt x="19436" y="3014"/>
                  <a:pt x="19249" y="3044"/>
                  <a:pt x="19111" y="3082"/>
                </a:cubicBezTo>
                <a:cubicBezTo>
                  <a:pt x="18947" y="3129"/>
                  <a:pt x="18814" y="3202"/>
                  <a:pt x="18713" y="3301"/>
                </a:cubicBezTo>
                <a:cubicBezTo>
                  <a:pt x="18611" y="3400"/>
                  <a:pt x="18561" y="3535"/>
                  <a:pt x="18561" y="3708"/>
                </a:cubicBezTo>
                <a:cubicBezTo>
                  <a:pt x="18561" y="3904"/>
                  <a:pt x="18619" y="4051"/>
                  <a:pt x="18737" y="4150"/>
                </a:cubicBezTo>
                <a:cubicBezTo>
                  <a:pt x="18855" y="4248"/>
                  <a:pt x="19034" y="4298"/>
                  <a:pt x="19275" y="4298"/>
                </a:cubicBezTo>
                <a:cubicBezTo>
                  <a:pt x="19476" y="4298"/>
                  <a:pt x="19659" y="4258"/>
                  <a:pt x="19825" y="4180"/>
                </a:cubicBezTo>
                <a:cubicBezTo>
                  <a:pt x="19991" y="4102"/>
                  <a:pt x="20145" y="4008"/>
                  <a:pt x="20287" y="3898"/>
                </a:cubicBezTo>
                <a:close/>
                <a:moveTo>
                  <a:pt x="24797" y="3088"/>
                </a:moveTo>
                <a:lnTo>
                  <a:pt x="22296" y="3088"/>
                </a:lnTo>
                <a:cubicBezTo>
                  <a:pt x="22296" y="3297"/>
                  <a:pt x="22327" y="3479"/>
                  <a:pt x="22390" y="3635"/>
                </a:cubicBezTo>
                <a:cubicBezTo>
                  <a:pt x="22453" y="3790"/>
                  <a:pt x="22539" y="3918"/>
                  <a:pt x="22648" y="4017"/>
                </a:cubicBezTo>
                <a:cubicBezTo>
                  <a:pt x="22754" y="4115"/>
                  <a:pt x="22879" y="4188"/>
                  <a:pt x="23024" y="4237"/>
                </a:cubicBezTo>
                <a:cubicBezTo>
                  <a:pt x="23169" y="4285"/>
                  <a:pt x="23328" y="4310"/>
                  <a:pt x="23502" y="4310"/>
                </a:cubicBezTo>
                <a:cubicBezTo>
                  <a:pt x="23733" y="4310"/>
                  <a:pt x="23966" y="4263"/>
                  <a:pt x="24200" y="4170"/>
                </a:cubicBezTo>
                <a:cubicBezTo>
                  <a:pt x="24434" y="4078"/>
                  <a:pt x="24601" y="3986"/>
                  <a:pt x="24700" y="3896"/>
                </a:cubicBezTo>
                <a:lnTo>
                  <a:pt x="24730" y="3896"/>
                </a:lnTo>
                <a:lnTo>
                  <a:pt x="24730" y="4522"/>
                </a:lnTo>
                <a:cubicBezTo>
                  <a:pt x="24538" y="4603"/>
                  <a:pt x="24341" y="4671"/>
                  <a:pt x="24141" y="4726"/>
                </a:cubicBezTo>
                <a:cubicBezTo>
                  <a:pt x="23940" y="4781"/>
                  <a:pt x="23729" y="4808"/>
                  <a:pt x="23509" y="4808"/>
                </a:cubicBezTo>
                <a:cubicBezTo>
                  <a:pt x="22945" y="4808"/>
                  <a:pt x="22506" y="4655"/>
                  <a:pt x="22189" y="4350"/>
                </a:cubicBezTo>
                <a:cubicBezTo>
                  <a:pt x="21873" y="4045"/>
                  <a:pt x="21715" y="3611"/>
                  <a:pt x="21715" y="3048"/>
                </a:cubicBezTo>
                <a:cubicBezTo>
                  <a:pt x="21715" y="2492"/>
                  <a:pt x="21867" y="2051"/>
                  <a:pt x="22170" y="1724"/>
                </a:cubicBezTo>
                <a:cubicBezTo>
                  <a:pt x="22473" y="1397"/>
                  <a:pt x="22871" y="1234"/>
                  <a:pt x="23366" y="1234"/>
                </a:cubicBezTo>
                <a:cubicBezTo>
                  <a:pt x="23824" y="1234"/>
                  <a:pt x="24177" y="1368"/>
                  <a:pt x="24425" y="1636"/>
                </a:cubicBezTo>
                <a:cubicBezTo>
                  <a:pt x="24673" y="1904"/>
                  <a:pt x="24797" y="2284"/>
                  <a:pt x="24797" y="2777"/>
                </a:cubicBezTo>
                <a:lnTo>
                  <a:pt x="24797" y="3088"/>
                </a:lnTo>
                <a:moveTo>
                  <a:pt x="24241" y="2650"/>
                </a:moveTo>
                <a:cubicBezTo>
                  <a:pt x="24239" y="2350"/>
                  <a:pt x="24164" y="2118"/>
                  <a:pt x="24015" y="1954"/>
                </a:cubicBezTo>
                <a:cubicBezTo>
                  <a:pt x="23866" y="1790"/>
                  <a:pt x="23639" y="1708"/>
                  <a:pt x="23335" y="1708"/>
                </a:cubicBezTo>
                <a:cubicBezTo>
                  <a:pt x="23029" y="1708"/>
                  <a:pt x="22786" y="1798"/>
                  <a:pt x="22604" y="1979"/>
                </a:cubicBezTo>
                <a:cubicBezTo>
                  <a:pt x="22423" y="2159"/>
                  <a:pt x="22320" y="2383"/>
                  <a:pt x="22296" y="2650"/>
                </a:cubicBezTo>
                <a:lnTo>
                  <a:pt x="24241" y="26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E6032F-049A-4DFE-AC93-CB648AE3D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2" y="1845454"/>
            <a:ext cx="25732" cy="15888"/>
          </a:xfrm>
          <a:custGeom xmlns:a="http://schemas.openxmlformats.org/drawingml/2006/main">
            <a:pathLst>
              <a:path w="25732" h="15888">
                <a:moveTo>
                  <a:pt x="0" y="0"/>
                </a:moveTo>
                <a:lnTo>
                  <a:pt x="25732" y="0"/>
                </a:lnTo>
                <a:lnTo>
                  <a:pt x="25732" y="15888"/>
                </a:lnTo>
                <a:lnTo>
                  <a:pt x="0" y="158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2523EA-6366-4673-AB6A-2F60391CEE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3" y="1845455"/>
            <a:ext cx="25731" cy="15888"/>
          </a:xfrm>
          <a:custGeom xmlns:a="http://schemas.openxmlformats.org/drawingml/2006/main">
            <a:pathLst>
              <a:path w="25731" h="15888" fill="none">
                <a:moveTo>
                  <a:pt x="0" y="0"/>
                </a:moveTo>
                <a:lnTo>
                  <a:pt x="25731" y="0"/>
                </a:lnTo>
                <a:lnTo>
                  <a:pt x="25731" y="15888"/>
                </a:lnTo>
                <a:lnTo>
                  <a:pt x="0" y="158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16" name="Text Mordellidae">
            <a:extLst xmlns:a="http://schemas.openxmlformats.org/drawingml/2006/main">
              <a:ext uri="{FF2B5EF4-FFF2-40B4-BE49-F238E27FC236}">
                <a16:creationId xmlns:a16="http://schemas.microsoft.com/office/drawing/2014/main" id="{EE15CD8D-87EA-41F7-AC26-3C70BFD05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194" y="1846575"/>
            <a:ext cx="24739" cy="3431"/>
          </a:xfrm>
          <a:custGeom xmlns:a="http://schemas.openxmlformats.org/drawingml/2006/main">
            <a:pathLst>
              <a:path w="24739" h="3431">
                <a:moveTo>
                  <a:pt x="2865" y="3362"/>
                </a:moveTo>
                <a:lnTo>
                  <a:pt x="2437" y="3362"/>
                </a:lnTo>
                <a:lnTo>
                  <a:pt x="2437" y="588"/>
                </a:lnTo>
                <a:lnTo>
                  <a:pt x="1543" y="2476"/>
                </a:lnTo>
                <a:lnTo>
                  <a:pt x="1288" y="2476"/>
                </a:lnTo>
                <a:lnTo>
                  <a:pt x="400" y="588"/>
                </a:lnTo>
                <a:lnTo>
                  <a:pt x="400" y="3362"/>
                </a:lnTo>
                <a:lnTo>
                  <a:pt x="0" y="3362"/>
                </a:lnTo>
                <a:lnTo>
                  <a:pt x="0" y="143"/>
                </a:lnTo>
                <a:lnTo>
                  <a:pt x="583" y="143"/>
                </a:lnTo>
                <a:lnTo>
                  <a:pt x="1441" y="1935"/>
                </a:lnTo>
                <a:lnTo>
                  <a:pt x="2271" y="143"/>
                </a:lnTo>
                <a:lnTo>
                  <a:pt x="2865" y="143"/>
                </a:lnTo>
                <a:lnTo>
                  <a:pt x="2865" y="3362"/>
                </a:lnTo>
                <a:close/>
                <a:moveTo>
                  <a:pt x="5753" y="2155"/>
                </a:moveTo>
                <a:cubicBezTo>
                  <a:pt x="5753" y="2549"/>
                  <a:pt x="5652" y="2860"/>
                  <a:pt x="5451" y="3089"/>
                </a:cubicBezTo>
                <a:cubicBezTo>
                  <a:pt x="5249" y="3317"/>
                  <a:pt x="4979" y="3431"/>
                  <a:pt x="4640" y="3431"/>
                </a:cubicBezTo>
                <a:cubicBezTo>
                  <a:pt x="4299" y="3431"/>
                  <a:pt x="4028" y="3317"/>
                  <a:pt x="3827" y="3089"/>
                </a:cubicBezTo>
                <a:cubicBezTo>
                  <a:pt x="3626" y="2860"/>
                  <a:pt x="3526" y="2549"/>
                  <a:pt x="3526" y="2155"/>
                </a:cubicBezTo>
                <a:cubicBezTo>
                  <a:pt x="3526" y="1761"/>
                  <a:pt x="3626" y="1449"/>
                  <a:pt x="3827" y="1220"/>
                </a:cubicBezTo>
                <a:cubicBezTo>
                  <a:pt x="4028" y="992"/>
                  <a:pt x="4299" y="877"/>
                  <a:pt x="4640" y="877"/>
                </a:cubicBezTo>
                <a:cubicBezTo>
                  <a:pt x="4979" y="877"/>
                  <a:pt x="5249" y="992"/>
                  <a:pt x="5451" y="1220"/>
                </a:cubicBezTo>
                <a:cubicBezTo>
                  <a:pt x="5652" y="1449"/>
                  <a:pt x="5753" y="1761"/>
                  <a:pt x="5753" y="2155"/>
                </a:cubicBezTo>
                <a:moveTo>
                  <a:pt x="5334" y="2155"/>
                </a:moveTo>
                <a:cubicBezTo>
                  <a:pt x="5334" y="1843"/>
                  <a:pt x="5273" y="1611"/>
                  <a:pt x="5150" y="1459"/>
                </a:cubicBezTo>
                <a:cubicBezTo>
                  <a:pt x="5028" y="1307"/>
                  <a:pt x="4858" y="1231"/>
                  <a:pt x="4640" y="1231"/>
                </a:cubicBezTo>
                <a:cubicBezTo>
                  <a:pt x="4420" y="1231"/>
                  <a:pt x="4249" y="1307"/>
                  <a:pt x="4127" y="1459"/>
                </a:cubicBezTo>
                <a:cubicBezTo>
                  <a:pt x="4006" y="1611"/>
                  <a:pt x="3945" y="1843"/>
                  <a:pt x="3945" y="2155"/>
                </a:cubicBezTo>
                <a:cubicBezTo>
                  <a:pt x="3945" y="2457"/>
                  <a:pt x="4006" y="2686"/>
                  <a:pt x="4128" y="2842"/>
                </a:cubicBezTo>
                <a:cubicBezTo>
                  <a:pt x="4251" y="2998"/>
                  <a:pt x="4422" y="3077"/>
                  <a:pt x="4640" y="3077"/>
                </a:cubicBezTo>
                <a:cubicBezTo>
                  <a:pt x="4857" y="3077"/>
                  <a:pt x="5026" y="2999"/>
                  <a:pt x="5149" y="2845"/>
                </a:cubicBezTo>
                <a:cubicBezTo>
                  <a:pt x="5272" y="2690"/>
                  <a:pt x="5334" y="2460"/>
                  <a:pt x="5334" y="2155"/>
                </a:cubicBezTo>
                <a:close/>
                <a:moveTo>
                  <a:pt x="7888" y="1387"/>
                </a:moveTo>
                <a:lnTo>
                  <a:pt x="7866" y="1387"/>
                </a:lnTo>
                <a:cubicBezTo>
                  <a:pt x="7806" y="1373"/>
                  <a:pt x="7747" y="1364"/>
                  <a:pt x="7690" y="1357"/>
                </a:cubicBezTo>
                <a:cubicBezTo>
                  <a:pt x="7633" y="1351"/>
                  <a:pt x="7566" y="1348"/>
                  <a:pt x="7488" y="1348"/>
                </a:cubicBezTo>
                <a:cubicBezTo>
                  <a:pt x="7363" y="1348"/>
                  <a:pt x="7242" y="1376"/>
                  <a:pt x="7125" y="1431"/>
                </a:cubicBezTo>
                <a:cubicBezTo>
                  <a:pt x="7008" y="1487"/>
                  <a:pt x="6896" y="1559"/>
                  <a:pt x="6788" y="1647"/>
                </a:cubicBezTo>
                <a:lnTo>
                  <a:pt x="6788" y="3362"/>
                </a:lnTo>
                <a:lnTo>
                  <a:pt x="6382" y="3362"/>
                </a:lnTo>
                <a:lnTo>
                  <a:pt x="6382" y="946"/>
                </a:lnTo>
                <a:lnTo>
                  <a:pt x="6788" y="946"/>
                </a:lnTo>
                <a:lnTo>
                  <a:pt x="6788" y="1303"/>
                </a:lnTo>
                <a:cubicBezTo>
                  <a:pt x="6949" y="1173"/>
                  <a:pt x="7092" y="1081"/>
                  <a:pt x="7215" y="1027"/>
                </a:cubicBezTo>
                <a:cubicBezTo>
                  <a:pt x="7338" y="973"/>
                  <a:pt x="7464" y="946"/>
                  <a:pt x="7592" y="946"/>
                </a:cubicBezTo>
                <a:cubicBezTo>
                  <a:pt x="7662" y="946"/>
                  <a:pt x="7713" y="948"/>
                  <a:pt x="7745" y="952"/>
                </a:cubicBezTo>
                <a:cubicBezTo>
                  <a:pt x="7777" y="955"/>
                  <a:pt x="7824" y="962"/>
                  <a:pt x="7888" y="972"/>
                </a:cubicBezTo>
                <a:lnTo>
                  <a:pt x="7888" y="1387"/>
                </a:lnTo>
                <a:close/>
                <a:moveTo>
                  <a:pt x="10227" y="3362"/>
                </a:moveTo>
                <a:lnTo>
                  <a:pt x="9821" y="3362"/>
                </a:lnTo>
                <a:lnTo>
                  <a:pt x="9821" y="3110"/>
                </a:lnTo>
                <a:cubicBezTo>
                  <a:pt x="9705" y="3211"/>
                  <a:pt x="9583" y="3290"/>
                  <a:pt x="9456" y="3346"/>
                </a:cubicBezTo>
                <a:cubicBezTo>
                  <a:pt x="9329" y="3403"/>
                  <a:pt x="9192" y="3431"/>
                  <a:pt x="9044" y="3431"/>
                </a:cubicBezTo>
                <a:cubicBezTo>
                  <a:pt x="8755" y="3431"/>
                  <a:pt x="8527" y="3320"/>
                  <a:pt x="8358" y="3097"/>
                </a:cubicBezTo>
                <a:cubicBezTo>
                  <a:pt x="8188" y="2875"/>
                  <a:pt x="8104" y="2567"/>
                  <a:pt x="8104" y="2172"/>
                </a:cubicBezTo>
                <a:cubicBezTo>
                  <a:pt x="8104" y="1967"/>
                  <a:pt x="8133" y="1785"/>
                  <a:pt x="8191" y="1624"/>
                </a:cubicBezTo>
                <a:cubicBezTo>
                  <a:pt x="8250" y="1464"/>
                  <a:pt x="8328" y="1328"/>
                  <a:pt x="8428" y="1215"/>
                </a:cubicBezTo>
                <a:cubicBezTo>
                  <a:pt x="8526" y="1105"/>
                  <a:pt x="8640" y="1022"/>
                  <a:pt x="8770" y="964"/>
                </a:cubicBezTo>
                <a:cubicBezTo>
                  <a:pt x="8901" y="906"/>
                  <a:pt x="9036" y="877"/>
                  <a:pt x="9175" y="877"/>
                </a:cubicBezTo>
                <a:cubicBezTo>
                  <a:pt x="9302" y="877"/>
                  <a:pt x="9414" y="891"/>
                  <a:pt x="9512" y="917"/>
                </a:cubicBezTo>
                <a:cubicBezTo>
                  <a:pt x="9610" y="944"/>
                  <a:pt x="9713" y="985"/>
                  <a:pt x="9821" y="1042"/>
                </a:cubicBezTo>
                <a:lnTo>
                  <a:pt x="9821" y="0"/>
                </a:lnTo>
                <a:lnTo>
                  <a:pt x="10227" y="0"/>
                </a:lnTo>
                <a:lnTo>
                  <a:pt x="10227" y="3362"/>
                </a:lnTo>
                <a:moveTo>
                  <a:pt x="9821" y="2768"/>
                </a:moveTo>
                <a:lnTo>
                  <a:pt x="9821" y="1383"/>
                </a:lnTo>
                <a:cubicBezTo>
                  <a:pt x="9712" y="1334"/>
                  <a:pt x="9614" y="1300"/>
                  <a:pt x="9527" y="1281"/>
                </a:cubicBezTo>
                <a:cubicBezTo>
                  <a:pt x="9441" y="1262"/>
                  <a:pt x="9347" y="1253"/>
                  <a:pt x="9244" y="1253"/>
                </a:cubicBezTo>
                <a:cubicBezTo>
                  <a:pt x="9017" y="1253"/>
                  <a:pt x="8840" y="1332"/>
                  <a:pt x="8713" y="1491"/>
                </a:cubicBezTo>
                <a:cubicBezTo>
                  <a:pt x="8586" y="1649"/>
                  <a:pt x="8523" y="1874"/>
                  <a:pt x="8523" y="2165"/>
                </a:cubicBezTo>
                <a:cubicBezTo>
                  <a:pt x="8523" y="2451"/>
                  <a:pt x="8572" y="2669"/>
                  <a:pt x="8670" y="2818"/>
                </a:cubicBezTo>
                <a:cubicBezTo>
                  <a:pt x="8768" y="2967"/>
                  <a:pt x="8925" y="3042"/>
                  <a:pt x="9141" y="3042"/>
                </a:cubicBezTo>
                <a:cubicBezTo>
                  <a:pt x="9256" y="3042"/>
                  <a:pt x="9373" y="3016"/>
                  <a:pt x="9491" y="2965"/>
                </a:cubicBezTo>
                <a:cubicBezTo>
                  <a:pt x="9609" y="2914"/>
                  <a:pt x="9719" y="2848"/>
                  <a:pt x="9821" y="2768"/>
                </a:cubicBezTo>
                <a:close/>
                <a:moveTo>
                  <a:pt x="13047" y="2195"/>
                </a:moveTo>
                <a:lnTo>
                  <a:pt x="11269" y="2195"/>
                </a:lnTo>
                <a:cubicBezTo>
                  <a:pt x="11269" y="2344"/>
                  <a:pt x="11291" y="2473"/>
                  <a:pt x="11336" y="2584"/>
                </a:cubicBezTo>
                <a:cubicBezTo>
                  <a:pt x="11380" y="2694"/>
                  <a:pt x="11442" y="2785"/>
                  <a:pt x="11519" y="2856"/>
                </a:cubicBezTo>
                <a:cubicBezTo>
                  <a:pt x="11594" y="2925"/>
                  <a:pt x="11683" y="2977"/>
                  <a:pt x="11786" y="3012"/>
                </a:cubicBezTo>
                <a:cubicBezTo>
                  <a:pt x="11889" y="3046"/>
                  <a:pt x="12003" y="3064"/>
                  <a:pt x="12126" y="3064"/>
                </a:cubicBezTo>
                <a:cubicBezTo>
                  <a:pt x="12291" y="3064"/>
                  <a:pt x="12456" y="3031"/>
                  <a:pt x="12622" y="2965"/>
                </a:cubicBezTo>
                <a:cubicBezTo>
                  <a:pt x="12789" y="2898"/>
                  <a:pt x="12907" y="2834"/>
                  <a:pt x="12978" y="2770"/>
                </a:cubicBezTo>
                <a:lnTo>
                  <a:pt x="12999" y="2770"/>
                </a:lnTo>
                <a:lnTo>
                  <a:pt x="12999" y="3214"/>
                </a:lnTo>
                <a:cubicBezTo>
                  <a:pt x="12862" y="3272"/>
                  <a:pt x="12723" y="3320"/>
                  <a:pt x="12580" y="3359"/>
                </a:cubicBezTo>
                <a:cubicBezTo>
                  <a:pt x="12437" y="3398"/>
                  <a:pt x="12288" y="3418"/>
                  <a:pt x="12131" y="3418"/>
                </a:cubicBezTo>
                <a:cubicBezTo>
                  <a:pt x="11730" y="3418"/>
                  <a:pt x="11418" y="3309"/>
                  <a:pt x="11193" y="3092"/>
                </a:cubicBezTo>
                <a:cubicBezTo>
                  <a:pt x="10968" y="2875"/>
                  <a:pt x="10856" y="2567"/>
                  <a:pt x="10856" y="2167"/>
                </a:cubicBezTo>
                <a:cubicBezTo>
                  <a:pt x="10856" y="1772"/>
                  <a:pt x="10964" y="1458"/>
                  <a:pt x="11179" y="1226"/>
                </a:cubicBezTo>
                <a:cubicBezTo>
                  <a:pt x="11394" y="993"/>
                  <a:pt x="11678" y="877"/>
                  <a:pt x="12029" y="877"/>
                </a:cubicBezTo>
                <a:cubicBezTo>
                  <a:pt x="12355" y="877"/>
                  <a:pt x="12606" y="972"/>
                  <a:pt x="12782" y="1163"/>
                </a:cubicBezTo>
                <a:cubicBezTo>
                  <a:pt x="12959" y="1353"/>
                  <a:pt x="13047" y="1624"/>
                  <a:pt x="13047" y="1974"/>
                </a:cubicBezTo>
                <a:lnTo>
                  <a:pt x="13047" y="2195"/>
                </a:lnTo>
                <a:moveTo>
                  <a:pt x="12651" y="1884"/>
                </a:moveTo>
                <a:cubicBezTo>
                  <a:pt x="12650" y="1671"/>
                  <a:pt x="12596" y="1506"/>
                  <a:pt x="12490" y="1389"/>
                </a:cubicBezTo>
                <a:cubicBezTo>
                  <a:pt x="12385" y="1273"/>
                  <a:pt x="12224" y="1214"/>
                  <a:pt x="12008" y="1214"/>
                </a:cubicBezTo>
                <a:cubicBezTo>
                  <a:pt x="11790" y="1214"/>
                  <a:pt x="11617" y="1278"/>
                  <a:pt x="11488" y="1406"/>
                </a:cubicBezTo>
                <a:cubicBezTo>
                  <a:pt x="11359" y="1535"/>
                  <a:pt x="11286" y="1694"/>
                  <a:pt x="11269" y="1884"/>
                </a:cubicBezTo>
                <a:lnTo>
                  <a:pt x="12651" y="1884"/>
                </a:lnTo>
                <a:close/>
                <a:moveTo>
                  <a:pt x="14073" y="3362"/>
                </a:moveTo>
                <a:lnTo>
                  <a:pt x="13667" y="3362"/>
                </a:lnTo>
                <a:lnTo>
                  <a:pt x="13667" y="0"/>
                </a:lnTo>
                <a:lnTo>
                  <a:pt x="14073" y="0"/>
                </a:lnTo>
                <a:lnTo>
                  <a:pt x="14073" y="3362"/>
                </a:lnTo>
                <a:close/>
                <a:moveTo>
                  <a:pt x="15287" y="3362"/>
                </a:moveTo>
                <a:lnTo>
                  <a:pt x="14881" y="3362"/>
                </a:lnTo>
                <a:lnTo>
                  <a:pt x="14881" y="0"/>
                </a:lnTo>
                <a:lnTo>
                  <a:pt x="15287" y="0"/>
                </a:lnTo>
                <a:lnTo>
                  <a:pt x="15287" y="3362"/>
                </a:lnTo>
                <a:close/>
                <a:moveTo>
                  <a:pt x="16527" y="544"/>
                </a:moveTo>
                <a:lnTo>
                  <a:pt x="16069" y="544"/>
                </a:lnTo>
                <a:lnTo>
                  <a:pt x="16069" y="121"/>
                </a:lnTo>
                <a:lnTo>
                  <a:pt x="16527" y="121"/>
                </a:lnTo>
                <a:lnTo>
                  <a:pt x="16527" y="544"/>
                </a:lnTo>
                <a:moveTo>
                  <a:pt x="16501" y="3362"/>
                </a:moveTo>
                <a:lnTo>
                  <a:pt x="16095" y="3362"/>
                </a:lnTo>
                <a:lnTo>
                  <a:pt x="16095" y="946"/>
                </a:lnTo>
                <a:lnTo>
                  <a:pt x="16501" y="946"/>
                </a:lnTo>
                <a:lnTo>
                  <a:pt x="16501" y="3362"/>
                </a:lnTo>
                <a:close/>
                <a:moveTo>
                  <a:pt x="19262" y="3362"/>
                </a:moveTo>
                <a:lnTo>
                  <a:pt x="18856" y="3362"/>
                </a:lnTo>
                <a:lnTo>
                  <a:pt x="18856" y="3110"/>
                </a:lnTo>
                <a:cubicBezTo>
                  <a:pt x="18739" y="3211"/>
                  <a:pt x="18618" y="3290"/>
                  <a:pt x="18491" y="3346"/>
                </a:cubicBezTo>
                <a:cubicBezTo>
                  <a:pt x="18364" y="3403"/>
                  <a:pt x="18227" y="3431"/>
                  <a:pt x="18078" y="3431"/>
                </a:cubicBezTo>
                <a:cubicBezTo>
                  <a:pt x="17790" y="3431"/>
                  <a:pt x="17562" y="3320"/>
                  <a:pt x="17392" y="3097"/>
                </a:cubicBezTo>
                <a:cubicBezTo>
                  <a:pt x="17223" y="2875"/>
                  <a:pt x="17138" y="2567"/>
                  <a:pt x="17138" y="2172"/>
                </a:cubicBezTo>
                <a:cubicBezTo>
                  <a:pt x="17138" y="1967"/>
                  <a:pt x="17168" y="1785"/>
                  <a:pt x="17226" y="1624"/>
                </a:cubicBezTo>
                <a:cubicBezTo>
                  <a:pt x="17284" y="1464"/>
                  <a:pt x="17363" y="1328"/>
                  <a:pt x="17463" y="1215"/>
                </a:cubicBezTo>
                <a:cubicBezTo>
                  <a:pt x="17561" y="1105"/>
                  <a:pt x="17675" y="1022"/>
                  <a:pt x="17805" y="964"/>
                </a:cubicBezTo>
                <a:cubicBezTo>
                  <a:pt x="17935" y="906"/>
                  <a:pt x="18070" y="877"/>
                  <a:pt x="18210" y="877"/>
                </a:cubicBezTo>
                <a:cubicBezTo>
                  <a:pt x="18337" y="877"/>
                  <a:pt x="18449" y="891"/>
                  <a:pt x="18547" y="917"/>
                </a:cubicBezTo>
                <a:cubicBezTo>
                  <a:pt x="18645" y="944"/>
                  <a:pt x="18748" y="985"/>
                  <a:pt x="18856" y="1042"/>
                </a:cubicBezTo>
                <a:lnTo>
                  <a:pt x="18856" y="0"/>
                </a:lnTo>
                <a:lnTo>
                  <a:pt x="19262" y="0"/>
                </a:lnTo>
                <a:lnTo>
                  <a:pt x="19262" y="3362"/>
                </a:lnTo>
                <a:moveTo>
                  <a:pt x="18856" y="2768"/>
                </a:moveTo>
                <a:lnTo>
                  <a:pt x="18856" y="1383"/>
                </a:lnTo>
                <a:cubicBezTo>
                  <a:pt x="18747" y="1334"/>
                  <a:pt x="18649" y="1300"/>
                  <a:pt x="18562" y="1281"/>
                </a:cubicBezTo>
                <a:cubicBezTo>
                  <a:pt x="18476" y="1262"/>
                  <a:pt x="18381" y="1253"/>
                  <a:pt x="18279" y="1253"/>
                </a:cubicBezTo>
                <a:cubicBezTo>
                  <a:pt x="18052" y="1253"/>
                  <a:pt x="17874" y="1332"/>
                  <a:pt x="17748" y="1491"/>
                </a:cubicBezTo>
                <a:cubicBezTo>
                  <a:pt x="17621" y="1649"/>
                  <a:pt x="17558" y="1874"/>
                  <a:pt x="17558" y="2165"/>
                </a:cubicBezTo>
                <a:cubicBezTo>
                  <a:pt x="17558" y="2451"/>
                  <a:pt x="17607" y="2669"/>
                  <a:pt x="17705" y="2818"/>
                </a:cubicBezTo>
                <a:cubicBezTo>
                  <a:pt x="17802" y="2967"/>
                  <a:pt x="17959" y="3042"/>
                  <a:pt x="18176" y="3042"/>
                </a:cubicBezTo>
                <a:cubicBezTo>
                  <a:pt x="18291" y="3042"/>
                  <a:pt x="18407" y="3016"/>
                  <a:pt x="18526" y="2965"/>
                </a:cubicBezTo>
                <a:cubicBezTo>
                  <a:pt x="18644" y="2914"/>
                  <a:pt x="18754" y="2848"/>
                  <a:pt x="18856" y="2768"/>
                </a:cubicBezTo>
                <a:close/>
                <a:moveTo>
                  <a:pt x="21937" y="3362"/>
                </a:moveTo>
                <a:lnTo>
                  <a:pt x="21533" y="3362"/>
                </a:lnTo>
                <a:lnTo>
                  <a:pt x="21533" y="3106"/>
                </a:lnTo>
                <a:cubicBezTo>
                  <a:pt x="21497" y="3131"/>
                  <a:pt x="21448" y="3165"/>
                  <a:pt x="21387" y="3209"/>
                </a:cubicBezTo>
                <a:cubicBezTo>
                  <a:pt x="21326" y="3253"/>
                  <a:pt x="21266" y="3288"/>
                  <a:pt x="21209" y="3314"/>
                </a:cubicBezTo>
                <a:cubicBezTo>
                  <a:pt x="21141" y="3347"/>
                  <a:pt x="21063" y="3375"/>
                  <a:pt x="20975" y="3397"/>
                </a:cubicBezTo>
                <a:cubicBezTo>
                  <a:pt x="20888" y="3420"/>
                  <a:pt x="20785" y="3431"/>
                  <a:pt x="20666" y="3431"/>
                </a:cubicBezTo>
                <a:cubicBezTo>
                  <a:pt x="20449" y="3431"/>
                  <a:pt x="20265" y="3359"/>
                  <a:pt x="20113" y="3215"/>
                </a:cubicBezTo>
                <a:cubicBezTo>
                  <a:pt x="19962" y="3070"/>
                  <a:pt x="19887" y="2886"/>
                  <a:pt x="19887" y="2663"/>
                </a:cubicBezTo>
                <a:cubicBezTo>
                  <a:pt x="19887" y="2480"/>
                  <a:pt x="19926" y="2332"/>
                  <a:pt x="20004" y="2218"/>
                </a:cubicBezTo>
                <a:cubicBezTo>
                  <a:pt x="20083" y="2105"/>
                  <a:pt x="20195" y="2016"/>
                  <a:pt x="20340" y="1951"/>
                </a:cubicBezTo>
                <a:cubicBezTo>
                  <a:pt x="20487" y="1886"/>
                  <a:pt x="20664" y="1842"/>
                  <a:pt x="20870" y="1819"/>
                </a:cubicBezTo>
                <a:cubicBezTo>
                  <a:pt x="21076" y="1796"/>
                  <a:pt x="21297" y="1779"/>
                  <a:pt x="21533" y="1767"/>
                </a:cubicBezTo>
                <a:lnTo>
                  <a:pt x="21533" y="1704"/>
                </a:lnTo>
                <a:cubicBezTo>
                  <a:pt x="21533" y="1611"/>
                  <a:pt x="21517" y="1534"/>
                  <a:pt x="21484" y="1473"/>
                </a:cubicBezTo>
                <a:cubicBezTo>
                  <a:pt x="21452" y="1412"/>
                  <a:pt x="21405" y="1364"/>
                  <a:pt x="21345" y="1329"/>
                </a:cubicBezTo>
                <a:cubicBezTo>
                  <a:pt x="21287" y="1296"/>
                  <a:pt x="21218" y="1273"/>
                  <a:pt x="21137" y="1262"/>
                </a:cubicBezTo>
                <a:cubicBezTo>
                  <a:pt x="21057" y="1250"/>
                  <a:pt x="20973" y="1244"/>
                  <a:pt x="20885" y="1244"/>
                </a:cubicBezTo>
                <a:cubicBezTo>
                  <a:pt x="20778" y="1244"/>
                  <a:pt x="20659" y="1259"/>
                  <a:pt x="20528" y="1288"/>
                </a:cubicBezTo>
                <a:cubicBezTo>
                  <a:pt x="20397" y="1317"/>
                  <a:pt x="20262" y="1358"/>
                  <a:pt x="20122" y="1413"/>
                </a:cubicBezTo>
                <a:lnTo>
                  <a:pt x="20100" y="1413"/>
                </a:lnTo>
                <a:lnTo>
                  <a:pt x="20100" y="1000"/>
                </a:lnTo>
                <a:cubicBezTo>
                  <a:pt x="20180" y="979"/>
                  <a:pt x="20294" y="955"/>
                  <a:pt x="20444" y="929"/>
                </a:cubicBezTo>
                <a:cubicBezTo>
                  <a:pt x="20594" y="903"/>
                  <a:pt x="20741" y="890"/>
                  <a:pt x="20887" y="890"/>
                </a:cubicBezTo>
                <a:cubicBezTo>
                  <a:pt x="21057" y="890"/>
                  <a:pt x="21205" y="904"/>
                  <a:pt x="21331" y="932"/>
                </a:cubicBezTo>
                <a:cubicBezTo>
                  <a:pt x="21457" y="960"/>
                  <a:pt x="21566" y="1008"/>
                  <a:pt x="21658" y="1076"/>
                </a:cubicBezTo>
                <a:cubicBezTo>
                  <a:pt x="21749" y="1142"/>
                  <a:pt x="21818" y="1228"/>
                  <a:pt x="21866" y="1333"/>
                </a:cubicBezTo>
                <a:cubicBezTo>
                  <a:pt x="21913" y="1438"/>
                  <a:pt x="21937" y="1569"/>
                  <a:pt x="21937" y="1724"/>
                </a:cubicBezTo>
                <a:lnTo>
                  <a:pt x="21937" y="3362"/>
                </a:lnTo>
                <a:moveTo>
                  <a:pt x="21533" y="2771"/>
                </a:moveTo>
                <a:lnTo>
                  <a:pt x="21533" y="2096"/>
                </a:lnTo>
                <a:cubicBezTo>
                  <a:pt x="21409" y="2103"/>
                  <a:pt x="21263" y="2114"/>
                  <a:pt x="21095" y="2128"/>
                </a:cubicBezTo>
                <a:cubicBezTo>
                  <a:pt x="20928" y="2143"/>
                  <a:pt x="20795" y="2164"/>
                  <a:pt x="20697" y="2191"/>
                </a:cubicBezTo>
                <a:cubicBezTo>
                  <a:pt x="20580" y="2224"/>
                  <a:pt x="20486" y="2276"/>
                  <a:pt x="20414" y="2346"/>
                </a:cubicBezTo>
                <a:cubicBezTo>
                  <a:pt x="20342" y="2417"/>
                  <a:pt x="20306" y="2513"/>
                  <a:pt x="20306" y="2636"/>
                </a:cubicBezTo>
                <a:cubicBezTo>
                  <a:pt x="20306" y="2775"/>
                  <a:pt x="20347" y="2879"/>
                  <a:pt x="20431" y="2950"/>
                </a:cubicBezTo>
                <a:cubicBezTo>
                  <a:pt x="20515" y="3020"/>
                  <a:pt x="20642" y="3055"/>
                  <a:pt x="20813" y="3055"/>
                </a:cubicBezTo>
                <a:cubicBezTo>
                  <a:pt x="20956" y="3055"/>
                  <a:pt x="21086" y="3027"/>
                  <a:pt x="21204" y="2971"/>
                </a:cubicBezTo>
                <a:cubicBezTo>
                  <a:pt x="21323" y="2916"/>
                  <a:pt x="21432" y="2849"/>
                  <a:pt x="21533" y="2771"/>
                </a:cubicBezTo>
                <a:close/>
                <a:moveTo>
                  <a:pt x="24739" y="2195"/>
                </a:moveTo>
                <a:lnTo>
                  <a:pt x="22961" y="2195"/>
                </a:lnTo>
                <a:cubicBezTo>
                  <a:pt x="22961" y="2344"/>
                  <a:pt x="22983" y="2473"/>
                  <a:pt x="23028" y="2584"/>
                </a:cubicBezTo>
                <a:cubicBezTo>
                  <a:pt x="23072" y="2694"/>
                  <a:pt x="23134" y="2785"/>
                  <a:pt x="23211" y="2856"/>
                </a:cubicBezTo>
                <a:cubicBezTo>
                  <a:pt x="23286" y="2925"/>
                  <a:pt x="23375" y="2977"/>
                  <a:pt x="23478" y="3012"/>
                </a:cubicBezTo>
                <a:cubicBezTo>
                  <a:pt x="23581" y="3046"/>
                  <a:pt x="23695" y="3064"/>
                  <a:pt x="23818" y="3064"/>
                </a:cubicBezTo>
                <a:cubicBezTo>
                  <a:pt x="23983" y="3064"/>
                  <a:pt x="24148" y="3031"/>
                  <a:pt x="24314" y="2965"/>
                </a:cubicBezTo>
                <a:cubicBezTo>
                  <a:pt x="24481" y="2898"/>
                  <a:pt x="24599" y="2834"/>
                  <a:pt x="24670" y="2770"/>
                </a:cubicBezTo>
                <a:lnTo>
                  <a:pt x="24691" y="2770"/>
                </a:lnTo>
                <a:lnTo>
                  <a:pt x="24691" y="3214"/>
                </a:lnTo>
                <a:cubicBezTo>
                  <a:pt x="24554" y="3272"/>
                  <a:pt x="24415" y="3320"/>
                  <a:pt x="24272" y="3359"/>
                </a:cubicBezTo>
                <a:cubicBezTo>
                  <a:pt x="24130" y="3398"/>
                  <a:pt x="23980" y="3418"/>
                  <a:pt x="23823" y="3418"/>
                </a:cubicBezTo>
                <a:cubicBezTo>
                  <a:pt x="23422" y="3418"/>
                  <a:pt x="23110" y="3309"/>
                  <a:pt x="22885" y="3092"/>
                </a:cubicBezTo>
                <a:cubicBezTo>
                  <a:pt x="22660" y="2875"/>
                  <a:pt x="22548" y="2567"/>
                  <a:pt x="22548" y="2167"/>
                </a:cubicBezTo>
                <a:cubicBezTo>
                  <a:pt x="22548" y="1772"/>
                  <a:pt x="22656" y="1458"/>
                  <a:pt x="22871" y="1226"/>
                </a:cubicBezTo>
                <a:cubicBezTo>
                  <a:pt x="23086" y="993"/>
                  <a:pt x="23370" y="877"/>
                  <a:pt x="23721" y="877"/>
                </a:cubicBezTo>
                <a:cubicBezTo>
                  <a:pt x="24047" y="877"/>
                  <a:pt x="24298" y="972"/>
                  <a:pt x="24474" y="1163"/>
                </a:cubicBezTo>
                <a:cubicBezTo>
                  <a:pt x="24651" y="1353"/>
                  <a:pt x="24739" y="1624"/>
                  <a:pt x="24739" y="1974"/>
                </a:cubicBezTo>
                <a:lnTo>
                  <a:pt x="24739" y="2195"/>
                </a:lnTo>
                <a:moveTo>
                  <a:pt x="24343" y="1884"/>
                </a:moveTo>
                <a:cubicBezTo>
                  <a:pt x="24342" y="1671"/>
                  <a:pt x="24288" y="1506"/>
                  <a:pt x="24182" y="1389"/>
                </a:cubicBezTo>
                <a:cubicBezTo>
                  <a:pt x="24077" y="1273"/>
                  <a:pt x="23916" y="1214"/>
                  <a:pt x="23700" y="1214"/>
                </a:cubicBezTo>
                <a:cubicBezTo>
                  <a:pt x="23482" y="1214"/>
                  <a:pt x="23309" y="1278"/>
                  <a:pt x="23180" y="1406"/>
                </a:cubicBezTo>
                <a:cubicBezTo>
                  <a:pt x="23051" y="1535"/>
                  <a:pt x="22978" y="1694"/>
                  <a:pt x="22961" y="1884"/>
                </a:cubicBezTo>
                <a:lnTo>
                  <a:pt x="24343" y="18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2D2707-2CFE-4EEA-BFDF-E3226A660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2" y="1883841"/>
            <a:ext cx="25732" cy="15445"/>
          </a:xfrm>
          <a:custGeom xmlns:a="http://schemas.openxmlformats.org/drawingml/2006/main">
            <a:pathLst>
              <a:path w="25732" h="15445">
                <a:moveTo>
                  <a:pt x="0" y="0"/>
                </a:moveTo>
                <a:lnTo>
                  <a:pt x="25732" y="0"/>
                </a:lnTo>
                <a:lnTo>
                  <a:pt x="25732" y="15445"/>
                </a:lnTo>
                <a:lnTo>
                  <a:pt x="0" y="1544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9071D0-F671-4C04-8C52-14795D5B7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34263" y="1883842"/>
            <a:ext cx="25731" cy="15447"/>
          </a:xfrm>
          <a:custGeom xmlns:a="http://schemas.openxmlformats.org/drawingml/2006/main">
            <a:pathLst>
              <a:path w="25731" h="15447" fill="none">
                <a:moveTo>
                  <a:pt x="0" y="0"/>
                </a:moveTo>
                <a:lnTo>
                  <a:pt x="25731" y="0"/>
                </a:lnTo>
                <a:lnTo>
                  <a:pt x="25731" y="15447"/>
                </a:lnTo>
                <a:lnTo>
                  <a:pt x="0" y="154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19" name="Text Ptinidae">
            <a:extLst xmlns:a="http://schemas.openxmlformats.org/drawingml/2006/main">
              <a:ext uri="{FF2B5EF4-FFF2-40B4-BE49-F238E27FC236}">
                <a16:creationId xmlns:a16="http://schemas.microsoft.com/office/drawing/2014/main" id="{5D1A8AA0-8BD2-4B65-912F-01B09527B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57385" y="1885434"/>
            <a:ext cx="24552" cy="4943"/>
          </a:xfrm>
          <a:custGeom xmlns:a="http://schemas.openxmlformats.org/drawingml/2006/main">
            <a:pathLst>
              <a:path w="24552" h="4943">
                <a:moveTo>
                  <a:pt x="3032" y="1606"/>
                </a:moveTo>
                <a:cubicBezTo>
                  <a:pt x="3032" y="1812"/>
                  <a:pt x="2996" y="2002"/>
                  <a:pt x="2924" y="2177"/>
                </a:cubicBezTo>
                <a:cubicBezTo>
                  <a:pt x="2853" y="2353"/>
                  <a:pt x="2753" y="2505"/>
                  <a:pt x="2624" y="2633"/>
                </a:cubicBezTo>
                <a:cubicBezTo>
                  <a:pt x="2464" y="2793"/>
                  <a:pt x="2275" y="2913"/>
                  <a:pt x="2057" y="2993"/>
                </a:cubicBezTo>
                <a:cubicBezTo>
                  <a:pt x="1840" y="3073"/>
                  <a:pt x="1565" y="3113"/>
                  <a:pt x="1233" y="3113"/>
                </a:cubicBezTo>
                <a:lnTo>
                  <a:pt x="616" y="3113"/>
                </a:lnTo>
                <a:lnTo>
                  <a:pt x="616" y="4843"/>
                </a:lnTo>
                <a:lnTo>
                  <a:pt x="0" y="4843"/>
                </a:lnTo>
                <a:lnTo>
                  <a:pt x="0" y="205"/>
                </a:lnTo>
                <a:lnTo>
                  <a:pt x="1257" y="205"/>
                </a:lnTo>
                <a:cubicBezTo>
                  <a:pt x="1536" y="205"/>
                  <a:pt x="1771" y="229"/>
                  <a:pt x="1964" y="275"/>
                </a:cubicBezTo>
                <a:cubicBezTo>
                  <a:pt x="2157" y="322"/>
                  <a:pt x="2328" y="395"/>
                  <a:pt x="2478" y="495"/>
                </a:cubicBezTo>
                <a:cubicBezTo>
                  <a:pt x="2654" y="613"/>
                  <a:pt x="2790" y="761"/>
                  <a:pt x="2887" y="937"/>
                </a:cubicBezTo>
                <a:cubicBezTo>
                  <a:pt x="2983" y="1113"/>
                  <a:pt x="3032" y="1336"/>
                  <a:pt x="3032" y="1606"/>
                </a:cubicBezTo>
                <a:moveTo>
                  <a:pt x="2390" y="1620"/>
                </a:moveTo>
                <a:cubicBezTo>
                  <a:pt x="2390" y="1462"/>
                  <a:pt x="2362" y="1324"/>
                  <a:pt x="2306" y="1207"/>
                </a:cubicBezTo>
                <a:cubicBezTo>
                  <a:pt x="2250" y="1090"/>
                  <a:pt x="2165" y="994"/>
                  <a:pt x="2051" y="920"/>
                </a:cubicBezTo>
                <a:cubicBezTo>
                  <a:pt x="1952" y="856"/>
                  <a:pt x="1838" y="810"/>
                  <a:pt x="1710" y="783"/>
                </a:cubicBezTo>
                <a:cubicBezTo>
                  <a:pt x="1583" y="755"/>
                  <a:pt x="1421" y="741"/>
                  <a:pt x="1226" y="741"/>
                </a:cubicBezTo>
                <a:lnTo>
                  <a:pt x="616" y="741"/>
                </a:lnTo>
                <a:lnTo>
                  <a:pt x="616" y="2577"/>
                </a:lnTo>
                <a:lnTo>
                  <a:pt x="1136" y="2577"/>
                </a:lnTo>
                <a:cubicBezTo>
                  <a:pt x="1385" y="2577"/>
                  <a:pt x="1587" y="2555"/>
                  <a:pt x="1743" y="2511"/>
                </a:cubicBezTo>
                <a:cubicBezTo>
                  <a:pt x="1899" y="2467"/>
                  <a:pt x="2025" y="2396"/>
                  <a:pt x="2123" y="2299"/>
                </a:cubicBezTo>
                <a:cubicBezTo>
                  <a:pt x="2220" y="2201"/>
                  <a:pt x="2289" y="2097"/>
                  <a:pt x="2330" y="1988"/>
                </a:cubicBezTo>
                <a:cubicBezTo>
                  <a:pt x="2370" y="1879"/>
                  <a:pt x="2390" y="1756"/>
                  <a:pt x="2390" y="1620"/>
                </a:cubicBezTo>
                <a:close/>
                <a:moveTo>
                  <a:pt x="5602" y="4813"/>
                </a:moveTo>
                <a:cubicBezTo>
                  <a:pt x="5492" y="4841"/>
                  <a:pt x="5372" y="4865"/>
                  <a:pt x="5243" y="4884"/>
                </a:cubicBezTo>
                <a:cubicBezTo>
                  <a:pt x="5113" y="4902"/>
                  <a:pt x="4997" y="4912"/>
                  <a:pt x="4896" y="4912"/>
                </a:cubicBezTo>
                <a:cubicBezTo>
                  <a:pt x="4541" y="4912"/>
                  <a:pt x="4271" y="4816"/>
                  <a:pt x="4086" y="4625"/>
                </a:cubicBezTo>
                <a:cubicBezTo>
                  <a:pt x="3902" y="4434"/>
                  <a:pt x="3809" y="4127"/>
                  <a:pt x="3809" y="3706"/>
                </a:cubicBezTo>
                <a:lnTo>
                  <a:pt x="3809" y="1855"/>
                </a:lnTo>
                <a:lnTo>
                  <a:pt x="3414" y="1855"/>
                </a:lnTo>
                <a:lnTo>
                  <a:pt x="3414" y="1363"/>
                </a:lnTo>
                <a:lnTo>
                  <a:pt x="3809" y="1363"/>
                </a:lnTo>
                <a:lnTo>
                  <a:pt x="3809" y="361"/>
                </a:lnTo>
                <a:lnTo>
                  <a:pt x="4395" y="361"/>
                </a:lnTo>
                <a:lnTo>
                  <a:pt x="4395" y="1363"/>
                </a:lnTo>
                <a:lnTo>
                  <a:pt x="5602" y="1363"/>
                </a:lnTo>
                <a:lnTo>
                  <a:pt x="5602" y="1855"/>
                </a:lnTo>
                <a:lnTo>
                  <a:pt x="4395" y="1855"/>
                </a:lnTo>
                <a:lnTo>
                  <a:pt x="4395" y="3443"/>
                </a:lnTo>
                <a:cubicBezTo>
                  <a:pt x="4395" y="3626"/>
                  <a:pt x="4399" y="3769"/>
                  <a:pt x="4407" y="3872"/>
                </a:cubicBezTo>
                <a:cubicBezTo>
                  <a:pt x="4415" y="3975"/>
                  <a:pt x="4444" y="4071"/>
                  <a:pt x="4494" y="4161"/>
                </a:cubicBezTo>
                <a:cubicBezTo>
                  <a:pt x="4540" y="4244"/>
                  <a:pt x="4603" y="4305"/>
                  <a:pt x="4682" y="4343"/>
                </a:cubicBezTo>
                <a:cubicBezTo>
                  <a:pt x="4762" y="4382"/>
                  <a:pt x="4884" y="4401"/>
                  <a:pt x="5048" y="4401"/>
                </a:cubicBezTo>
                <a:cubicBezTo>
                  <a:pt x="5144" y="4401"/>
                  <a:pt x="5243" y="4387"/>
                  <a:pt x="5347" y="4359"/>
                </a:cubicBezTo>
                <a:cubicBezTo>
                  <a:pt x="5451" y="4331"/>
                  <a:pt x="5525" y="4308"/>
                  <a:pt x="5571" y="4289"/>
                </a:cubicBezTo>
                <a:lnTo>
                  <a:pt x="5602" y="4289"/>
                </a:lnTo>
                <a:lnTo>
                  <a:pt x="5602" y="4813"/>
                </a:lnTo>
                <a:close/>
                <a:moveTo>
                  <a:pt x="6938" y="784"/>
                </a:moveTo>
                <a:lnTo>
                  <a:pt x="6278" y="784"/>
                </a:lnTo>
                <a:lnTo>
                  <a:pt x="6278" y="174"/>
                </a:lnTo>
                <a:lnTo>
                  <a:pt x="6938" y="174"/>
                </a:lnTo>
                <a:lnTo>
                  <a:pt x="6938" y="784"/>
                </a:lnTo>
                <a:moveTo>
                  <a:pt x="6901" y="4843"/>
                </a:moveTo>
                <a:lnTo>
                  <a:pt x="6315" y="4843"/>
                </a:lnTo>
                <a:lnTo>
                  <a:pt x="6315" y="1363"/>
                </a:lnTo>
                <a:lnTo>
                  <a:pt x="6901" y="1363"/>
                </a:lnTo>
                <a:lnTo>
                  <a:pt x="6901" y="4843"/>
                </a:lnTo>
                <a:close/>
                <a:moveTo>
                  <a:pt x="10965" y="4843"/>
                </a:moveTo>
                <a:lnTo>
                  <a:pt x="10380" y="4843"/>
                </a:lnTo>
                <a:lnTo>
                  <a:pt x="10380" y="2862"/>
                </a:lnTo>
                <a:cubicBezTo>
                  <a:pt x="10380" y="2702"/>
                  <a:pt x="10371" y="2551"/>
                  <a:pt x="10352" y="2411"/>
                </a:cubicBezTo>
                <a:cubicBezTo>
                  <a:pt x="10334" y="2271"/>
                  <a:pt x="10299" y="2162"/>
                  <a:pt x="10250" y="2083"/>
                </a:cubicBezTo>
                <a:cubicBezTo>
                  <a:pt x="10198" y="1995"/>
                  <a:pt x="10123" y="1930"/>
                  <a:pt x="10025" y="1888"/>
                </a:cubicBezTo>
                <a:cubicBezTo>
                  <a:pt x="9928" y="1845"/>
                  <a:pt x="9801" y="1824"/>
                  <a:pt x="9646" y="1824"/>
                </a:cubicBezTo>
                <a:cubicBezTo>
                  <a:pt x="9486" y="1824"/>
                  <a:pt x="9319" y="1863"/>
                  <a:pt x="9145" y="1942"/>
                </a:cubicBezTo>
                <a:cubicBezTo>
                  <a:pt x="8970" y="2021"/>
                  <a:pt x="8803" y="2122"/>
                  <a:pt x="8643" y="2245"/>
                </a:cubicBezTo>
                <a:lnTo>
                  <a:pt x="8643" y="4843"/>
                </a:lnTo>
                <a:lnTo>
                  <a:pt x="8058" y="4843"/>
                </a:lnTo>
                <a:lnTo>
                  <a:pt x="8058" y="1363"/>
                </a:lnTo>
                <a:lnTo>
                  <a:pt x="8643" y="1363"/>
                </a:lnTo>
                <a:lnTo>
                  <a:pt x="8643" y="1747"/>
                </a:lnTo>
                <a:cubicBezTo>
                  <a:pt x="8826" y="1595"/>
                  <a:pt x="9015" y="1477"/>
                  <a:pt x="9210" y="1392"/>
                </a:cubicBezTo>
                <a:cubicBezTo>
                  <a:pt x="9405" y="1306"/>
                  <a:pt x="9605" y="1264"/>
                  <a:pt x="9811" y="1264"/>
                </a:cubicBezTo>
                <a:cubicBezTo>
                  <a:pt x="10186" y="1264"/>
                  <a:pt x="10473" y="1377"/>
                  <a:pt x="10670" y="1604"/>
                </a:cubicBezTo>
                <a:cubicBezTo>
                  <a:pt x="10867" y="1830"/>
                  <a:pt x="10965" y="2156"/>
                  <a:pt x="10965" y="2583"/>
                </a:cubicBezTo>
                <a:lnTo>
                  <a:pt x="10965" y="4843"/>
                </a:lnTo>
                <a:close/>
                <a:moveTo>
                  <a:pt x="12721" y="784"/>
                </a:moveTo>
                <a:lnTo>
                  <a:pt x="12061" y="784"/>
                </a:lnTo>
                <a:lnTo>
                  <a:pt x="12061" y="174"/>
                </a:lnTo>
                <a:lnTo>
                  <a:pt x="12721" y="174"/>
                </a:lnTo>
                <a:lnTo>
                  <a:pt x="12721" y="784"/>
                </a:lnTo>
                <a:moveTo>
                  <a:pt x="12683" y="4843"/>
                </a:moveTo>
                <a:lnTo>
                  <a:pt x="12098" y="4843"/>
                </a:lnTo>
                <a:lnTo>
                  <a:pt x="12098" y="1363"/>
                </a:lnTo>
                <a:lnTo>
                  <a:pt x="12683" y="1363"/>
                </a:lnTo>
                <a:lnTo>
                  <a:pt x="12683" y="4843"/>
                </a:lnTo>
                <a:close/>
                <a:moveTo>
                  <a:pt x="16661" y="4843"/>
                </a:moveTo>
                <a:lnTo>
                  <a:pt x="16076" y="4843"/>
                </a:lnTo>
                <a:lnTo>
                  <a:pt x="16076" y="4481"/>
                </a:lnTo>
                <a:cubicBezTo>
                  <a:pt x="15908" y="4627"/>
                  <a:pt x="15733" y="4740"/>
                  <a:pt x="15550" y="4821"/>
                </a:cubicBezTo>
                <a:cubicBezTo>
                  <a:pt x="15368" y="4902"/>
                  <a:pt x="15169" y="4943"/>
                  <a:pt x="14956" y="4943"/>
                </a:cubicBezTo>
                <a:cubicBezTo>
                  <a:pt x="14541" y="4943"/>
                  <a:pt x="14211" y="4783"/>
                  <a:pt x="13967" y="4462"/>
                </a:cubicBezTo>
                <a:cubicBezTo>
                  <a:pt x="13724" y="4142"/>
                  <a:pt x="13602" y="3698"/>
                  <a:pt x="13602" y="3130"/>
                </a:cubicBezTo>
                <a:cubicBezTo>
                  <a:pt x="13602" y="2834"/>
                  <a:pt x="13644" y="2571"/>
                  <a:pt x="13728" y="2340"/>
                </a:cubicBezTo>
                <a:cubicBezTo>
                  <a:pt x="13812" y="2109"/>
                  <a:pt x="13925" y="1913"/>
                  <a:pt x="14069" y="1751"/>
                </a:cubicBezTo>
                <a:cubicBezTo>
                  <a:pt x="14210" y="1592"/>
                  <a:pt x="14374" y="1472"/>
                  <a:pt x="14562" y="1389"/>
                </a:cubicBezTo>
                <a:cubicBezTo>
                  <a:pt x="14750" y="1305"/>
                  <a:pt x="14944" y="1264"/>
                  <a:pt x="15145" y="1264"/>
                </a:cubicBezTo>
                <a:cubicBezTo>
                  <a:pt x="15328" y="1264"/>
                  <a:pt x="15490" y="1283"/>
                  <a:pt x="15631" y="1321"/>
                </a:cubicBezTo>
                <a:cubicBezTo>
                  <a:pt x="15772" y="1360"/>
                  <a:pt x="15921" y="1420"/>
                  <a:pt x="16076" y="1501"/>
                </a:cubicBezTo>
                <a:lnTo>
                  <a:pt x="16076" y="0"/>
                </a:lnTo>
                <a:lnTo>
                  <a:pt x="16661" y="0"/>
                </a:lnTo>
                <a:lnTo>
                  <a:pt x="16661" y="4843"/>
                </a:lnTo>
                <a:moveTo>
                  <a:pt x="16076" y="3987"/>
                </a:moveTo>
                <a:lnTo>
                  <a:pt x="16076" y="1992"/>
                </a:lnTo>
                <a:cubicBezTo>
                  <a:pt x="15918" y="1921"/>
                  <a:pt x="15777" y="1873"/>
                  <a:pt x="15653" y="1846"/>
                </a:cubicBezTo>
                <a:cubicBezTo>
                  <a:pt x="15528" y="1819"/>
                  <a:pt x="15392" y="1805"/>
                  <a:pt x="15245" y="1805"/>
                </a:cubicBezTo>
                <a:cubicBezTo>
                  <a:pt x="14917" y="1805"/>
                  <a:pt x="14662" y="1919"/>
                  <a:pt x="14479" y="2148"/>
                </a:cubicBezTo>
                <a:cubicBezTo>
                  <a:pt x="14297" y="2376"/>
                  <a:pt x="14206" y="2700"/>
                  <a:pt x="14206" y="3119"/>
                </a:cubicBezTo>
                <a:cubicBezTo>
                  <a:pt x="14206" y="3532"/>
                  <a:pt x="14276" y="3846"/>
                  <a:pt x="14417" y="4060"/>
                </a:cubicBezTo>
                <a:cubicBezTo>
                  <a:pt x="14558" y="4275"/>
                  <a:pt x="14784" y="4382"/>
                  <a:pt x="15096" y="4382"/>
                </a:cubicBezTo>
                <a:cubicBezTo>
                  <a:pt x="15262" y="4382"/>
                  <a:pt x="15430" y="4346"/>
                  <a:pt x="15600" y="4272"/>
                </a:cubicBezTo>
                <a:cubicBezTo>
                  <a:pt x="15770" y="4198"/>
                  <a:pt x="15929" y="4103"/>
                  <a:pt x="16076" y="3987"/>
                </a:cubicBezTo>
                <a:close/>
                <a:moveTo>
                  <a:pt x="20515" y="4843"/>
                </a:moveTo>
                <a:lnTo>
                  <a:pt x="19933" y="4843"/>
                </a:lnTo>
                <a:lnTo>
                  <a:pt x="19933" y="4475"/>
                </a:lnTo>
                <a:cubicBezTo>
                  <a:pt x="19881" y="4511"/>
                  <a:pt x="19811" y="4560"/>
                  <a:pt x="19722" y="4623"/>
                </a:cubicBezTo>
                <a:cubicBezTo>
                  <a:pt x="19634" y="4687"/>
                  <a:pt x="19549" y="4737"/>
                  <a:pt x="19466" y="4774"/>
                </a:cubicBezTo>
                <a:cubicBezTo>
                  <a:pt x="19368" y="4822"/>
                  <a:pt x="19256" y="4862"/>
                  <a:pt x="19130" y="4894"/>
                </a:cubicBezTo>
                <a:cubicBezTo>
                  <a:pt x="19003" y="4927"/>
                  <a:pt x="18855" y="4943"/>
                  <a:pt x="18684" y="4943"/>
                </a:cubicBezTo>
                <a:cubicBezTo>
                  <a:pt x="18371" y="4943"/>
                  <a:pt x="18105" y="4839"/>
                  <a:pt x="17888" y="4631"/>
                </a:cubicBezTo>
                <a:cubicBezTo>
                  <a:pt x="17670" y="4423"/>
                  <a:pt x="17561" y="4158"/>
                  <a:pt x="17561" y="3836"/>
                </a:cubicBezTo>
                <a:cubicBezTo>
                  <a:pt x="17561" y="3572"/>
                  <a:pt x="17617" y="3359"/>
                  <a:pt x="17730" y="3196"/>
                </a:cubicBezTo>
                <a:cubicBezTo>
                  <a:pt x="17844" y="3033"/>
                  <a:pt x="18005" y="2904"/>
                  <a:pt x="18214" y="2811"/>
                </a:cubicBezTo>
                <a:cubicBezTo>
                  <a:pt x="18426" y="2718"/>
                  <a:pt x="18680" y="2654"/>
                  <a:pt x="18977" y="2621"/>
                </a:cubicBezTo>
                <a:cubicBezTo>
                  <a:pt x="19274" y="2588"/>
                  <a:pt x="19592" y="2563"/>
                  <a:pt x="19933" y="2546"/>
                </a:cubicBezTo>
                <a:lnTo>
                  <a:pt x="19933" y="2455"/>
                </a:lnTo>
                <a:cubicBezTo>
                  <a:pt x="19933" y="2321"/>
                  <a:pt x="19909" y="2210"/>
                  <a:pt x="19863" y="2122"/>
                </a:cubicBezTo>
                <a:cubicBezTo>
                  <a:pt x="19816" y="2035"/>
                  <a:pt x="19749" y="1965"/>
                  <a:pt x="19662" y="1915"/>
                </a:cubicBezTo>
                <a:cubicBezTo>
                  <a:pt x="19579" y="1867"/>
                  <a:pt x="19479" y="1835"/>
                  <a:pt x="19363" y="1818"/>
                </a:cubicBezTo>
                <a:cubicBezTo>
                  <a:pt x="19247" y="1801"/>
                  <a:pt x="19125" y="1793"/>
                  <a:pt x="18999" y="1793"/>
                </a:cubicBezTo>
                <a:cubicBezTo>
                  <a:pt x="18845" y="1793"/>
                  <a:pt x="18674" y="1814"/>
                  <a:pt x="18485" y="1855"/>
                </a:cubicBezTo>
                <a:cubicBezTo>
                  <a:pt x="18296" y="1897"/>
                  <a:pt x="18101" y="1957"/>
                  <a:pt x="17900" y="2036"/>
                </a:cubicBezTo>
                <a:lnTo>
                  <a:pt x="17869" y="2036"/>
                </a:lnTo>
                <a:lnTo>
                  <a:pt x="17869" y="1441"/>
                </a:lnTo>
                <a:cubicBezTo>
                  <a:pt x="17983" y="1410"/>
                  <a:pt x="18148" y="1376"/>
                  <a:pt x="18364" y="1338"/>
                </a:cubicBezTo>
                <a:cubicBezTo>
                  <a:pt x="18580" y="1301"/>
                  <a:pt x="18792" y="1282"/>
                  <a:pt x="19002" y="1282"/>
                </a:cubicBezTo>
                <a:cubicBezTo>
                  <a:pt x="19247" y="1282"/>
                  <a:pt x="19460" y="1303"/>
                  <a:pt x="19642" y="1343"/>
                </a:cubicBezTo>
                <a:cubicBezTo>
                  <a:pt x="19823" y="1384"/>
                  <a:pt x="19980" y="1453"/>
                  <a:pt x="20113" y="1550"/>
                </a:cubicBezTo>
                <a:cubicBezTo>
                  <a:pt x="20244" y="1646"/>
                  <a:pt x="20343" y="1769"/>
                  <a:pt x="20412" y="1920"/>
                </a:cubicBezTo>
                <a:cubicBezTo>
                  <a:pt x="20480" y="2072"/>
                  <a:pt x="20515" y="2260"/>
                  <a:pt x="20515" y="2484"/>
                </a:cubicBezTo>
                <a:lnTo>
                  <a:pt x="20515" y="4843"/>
                </a:lnTo>
                <a:moveTo>
                  <a:pt x="19933" y="3992"/>
                </a:moveTo>
                <a:lnTo>
                  <a:pt x="19933" y="3019"/>
                </a:lnTo>
                <a:cubicBezTo>
                  <a:pt x="19754" y="3030"/>
                  <a:pt x="19544" y="3045"/>
                  <a:pt x="19302" y="3066"/>
                </a:cubicBezTo>
                <a:cubicBezTo>
                  <a:pt x="19061" y="3087"/>
                  <a:pt x="18869" y="3117"/>
                  <a:pt x="18728" y="3157"/>
                </a:cubicBezTo>
                <a:cubicBezTo>
                  <a:pt x="18560" y="3205"/>
                  <a:pt x="18424" y="3279"/>
                  <a:pt x="18320" y="3380"/>
                </a:cubicBezTo>
                <a:cubicBezTo>
                  <a:pt x="18217" y="3481"/>
                  <a:pt x="18165" y="3621"/>
                  <a:pt x="18165" y="3798"/>
                </a:cubicBezTo>
                <a:cubicBezTo>
                  <a:pt x="18165" y="3998"/>
                  <a:pt x="18225" y="4148"/>
                  <a:pt x="18345" y="4250"/>
                </a:cubicBezTo>
                <a:cubicBezTo>
                  <a:pt x="18466" y="4351"/>
                  <a:pt x="18649" y="4401"/>
                  <a:pt x="18896" y="4401"/>
                </a:cubicBezTo>
                <a:cubicBezTo>
                  <a:pt x="19102" y="4401"/>
                  <a:pt x="19289" y="4361"/>
                  <a:pt x="19459" y="4281"/>
                </a:cubicBezTo>
                <a:cubicBezTo>
                  <a:pt x="19630" y="4201"/>
                  <a:pt x="19787" y="4104"/>
                  <a:pt x="19933" y="3992"/>
                </a:cubicBezTo>
                <a:close/>
                <a:moveTo>
                  <a:pt x="24552" y="3162"/>
                </a:moveTo>
                <a:lnTo>
                  <a:pt x="21990" y="3162"/>
                </a:lnTo>
                <a:cubicBezTo>
                  <a:pt x="21990" y="3377"/>
                  <a:pt x="22022" y="3563"/>
                  <a:pt x="22087" y="3722"/>
                </a:cubicBezTo>
                <a:cubicBezTo>
                  <a:pt x="22151" y="3882"/>
                  <a:pt x="22239" y="4012"/>
                  <a:pt x="22351" y="4114"/>
                </a:cubicBezTo>
                <a:cubicBezTo>
                  <a:pt x="22459" y="4214"/>
                  <a:pt x="22587" y="4289"/>
                  <a:pt x="22736" y="4339"/>
                </a:cubicBezTo>
                <a:cubicBezTo>
                  <a:pt x="22884" y="4389"/>
                  <a:pt x="23047" y="4414"/>
                  <a:pt x="23226" y="4414"/>
                </a:cubicBezTo>
                <a:cubicBezTo>
                  <a:pt x="23462" y="4414"/>
                  <a:pt x="23700" y="4366"/>
                  <a:pt x="23940" y="4271"/>
                </a:cubicBezTo>
                <a:cubicBezTo>
                  <a:pt x="24180" y="4176"/>
                  <a:pt x="24350" y="4082"/>
                  <a:pt x="24452" y="3990"/>
                </a:cubicBezTo>
                <a:lnTo>
                  <a:pt x="24483" y="3990"/>
                </a:lnTo>
                <a:lnTo>
                  <a:pt x="24483" y="4631"/>
                </a:lnTo>
                <a:cubicBezTo>
                  <a:pt x="24286" y="4714"/>
                  <a:pt x="24085" y="4784"/>
                  <a:pt x="23879" y="4840"/>
                </a:cubicBezTo>
                <a:cubicBezTo>
                  <a:pt x="23674" y="4896"/>
                  <a:pt x="23458" y="4924"/>
                  <a:pt x="23232" y="4924"/>
                </a:cubicBezTo>
                <a:cubicBezTo>
                  <a:pt x="22655" y="4924"/>
                  <a:pt x="22205" y="4768"/>
                  <a:pt x="21881" y="4455"/>
                </a:cubicBezTo>
                <a:cubicBezTo>
                  <a:pt x="21557" y="4142"/>
                  <a:pt x="21396" y="3698"/>
                  <a:pt x="21396" y="3122"/>
                </a:cubicBezTo>
                <a:cubicBezTo>
                  <a:pt x="21396" y="2552"/>
                  <a:pt x="21551" y="2100"/>
                  <a:pt x="21861" y="1766"/>
                </a:cubicBezTo>
                <a:cubicBezTo>
                  <a:pt x="22171" y="1431"/>
                  <a:pt x="22579" y="1264"/>
                  <a:pt x="23086" y="1264"/>
                </a:cubicBezTo>
                <a:cubicBezTo>
                  <a:pt x="23555" y="1264"/>
                  <a:pt x="23916" y="1401"/>
                  <a:pt x="24170" y="1675"/>
                </a:cubicBezTo>
                <a:cubicBezTo>
                  <a:pt x="24425" y="1950"/>
                  <a:pt x="24552" y="2339"/>
                  <a:pt x="24552" y="2844"/>
                </a:cubicBezTo>
                <a:lnTo>
                  <a:pt x="24552" y="3162"/>
                </a:lnTo>
                <a:moveTo>
                  <a:pt x="23982" y="2714"/>
                </a:moveTo>
                <a:cubicBezTo>
                  <a:pt x="23980" y="2407"/>
                  <a:pt x="23903" y="2169"/>
                  <a:pt x="23750" y="2001"/>
                </a:cubicBezTo>
                <a:cubicBezTo>
                  <a:pt x="23598" y="1833"/>
                  <a:pt x="23366" y="1749"/>
                  <a:pt x="23055" y="1749"/>
                </a:cubicBezTo>
                <a:cubicBezTo>
                  <a:pt x="22741" y="1749"/>
                  <a:pt x="22492" y="1842"/>
                  <a:pt x="22306" y="2026"/>
                </a:cubicBezTo>
                <a:cubicBezTo>
                  <a:pt x="22120" y="2211"/>
                  <a:pt x="22015" y="2440"/>
                  <a:pt x="21990" y="2714"/>
                </a:cubicBezTo>
                <a:lnTo>
                  <a:pt x="23982" y="271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D236415-EA17-4B23-ADA4-1C11DB18D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1" y="1724681"/>
            <a:ext cx="19742" cy="17705"/>
          </a:xfrm>
          <a:custGeom xmlns:a="http://schemas.openxmlformats.org/drawingml/2006/main">
            <a:pathLst>
              <a:path w="19742" h="17705">
                <a:moveTo>
                  <a:pt x="0" y="0"/>
                </a:moveTo>
                <a:lnTo>
                  <a:pt x="19742" y="0"/>
                </a:lnTo>
                <a:lnTo>
                  <a:pt x="19742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8A97398-6057-4320-AEEA-6C7DA3DCB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2" y="1724684"/>
            <a:ext cx="19741" cy="17705"/>
          </a:xfrm>
          <a:custGeom xmlns:a="http://schemas.openxmlformats.org/drawingml/2006/main">
            <a:pathLst>
              <a:path w="19741" h="17705" fill="none">
                <a:moveTo>
                  <a:pt x="0" y="0"/>
                </a:moveTo>
                <a:lnTo>
                  <a:pt x="19741" y="0"/>
                </a:lnTo>
                <a:lnTo>
                  <a:pt x="19741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22" name="Text Histeridae">
            <a:extLst xmlns:a="http://schemas.openxmlformats.org/drawingml/2006/main">
              <a:ext uri="{FF2B5EF4-FFF2-40B4-BE49-F238E27FC236}">
                <a16:creationId xmlns:a16="http://schemas.microsoft.com/office/drawing/2014/main" id="{FB004C7D-8E11-4DC4-A8FA-38EA1CA06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379" y="1725565"/>
            <a:ext cx="19518" cy="3082"/>
          </a:xfrm>
          <a:custGeom xmlns:a="http://schemas.openxmlformats.org/drawingml/2006/main">
            <a:pathLst>
              <a:path w="19518" h="3082">
                <a:moveTo>
                  <a:pt x="2211" y="3020"/>
                </a:moveTo>
                <a:lnTo>
                  <a:pt x="1826" y="3020"/>
                </a:lnTo>
                <a:lnTo>
                  <a:pt x="1826" y="1603"/>
                </a:lnTo>
                <a:lnTo>
                  <a:pt x="384" y="1603"/>
                </a:lnTo>
                <a:lnTo>
                  <a:pt x="384" y="3020"/>
                </a:lnTo>
                <a:lnTo>
                  <a:pt x="0" y="3020"/>
                </a:lnTo>
                <a:lnTo>
                  <a:pt x="0" y="128"/>
                </a:lnTo>
                <a:lnTo>
                  <a:pt x="384" y="128"/>
                </a:lnTo>
                <a:lnTo>
                  <a:pt x="384" y="1262"/>
                </a:lnTo>
                <a:lnTo>
                  <a:pt x="1826" y="1262"/>
                </a:lnTo>
                <a:lnTo>
                  <a:pt x="1826" y="128"/>
                </a:lnTo>
                <a:lnTo>
                  <a:pt x="2211" y="128"/>
                </a:lnTo>
                <a:lnTo>
                  <a:pt x="2211" y="3020"/>
                </a:lnTo>
                <a:close/>
                <a:moveTo>
                  <a:pt x="3350" y="489"/>
                </a:moveTo>
                <a:lnTo>
                  <a:pt x="2938" y="489"/>
                </a:lnTo>
                <a:lnTo>
                  <a:pt x="2938" y="109"/>
                </a:lnTo>
                <a:lnTo>
                  <a:pt x="3350" y="109"/>
                </a:lnTo>
                <a:lnTo>
                  <a:pt x="3350" y="489"/>
                </a:lnTo>
                <a:moveTo>
                  <a:pt x="3327" y="3020"/>
                </a:moveTo>
                <a:lnTo>
                  <a:pt x="2962" y="3020"/>
                </a:lnTo>
                <a:lnTo>
                  <a:pt x="2962" y="850"/>
                </a:lnTo>
                <a:lnTo>
                  <a:pt x="3327" y="850"/>
                </a:lnTo>
                <a:lnTo>
                  <a:pt x="3327" y="3020"/>
                </a:lnTo>
                <a:close/>
                <a:moveTo>
                  <a:pt x="5597" y="2394"/>
                </a:moveTo>
                <a:cubicBezTo>
                  <a:pt x="5597" y="2591"/>
                  <a:pt x="5515" y="2754"/>
                  <a:pt x="5352" y="2880"/>
                </a:cubicBezTo>
                <a:cubicBezTo>
                  <a:pt x="5188" y="3007"/>
                  <a:pt x="4965" y="3070"/>
                  <a:pt x="4681" y="3070"/>
                </a:cubicBezTo>
                <a:cubicBezTo>
                  <a:pt x="4521" y="3070"/>
                  <a:pt x="4374" y="3051"/>
                  <a:pt x="4240" y="3013"/>
                </a:cubicBezTo>
                <a:cubicBezTo>
                  <a:pt x="4106" y="2975"/>
                  <a:pt x="3993" y="2933"/>
                  <a:pt x="3903" y="2887"/>
                </a:cubicBezTo>
                <a:lnTo>
                  <a:pt x="3903" y="2476"/>
                </a:lnTo>
                <a:lnTo>
                  <a:pt x="3922" y="2476"/>
                </a:lnTo>
                <a:cubicBezTo>
                  <a:pt x="4037" y="2564"/>
                  <a:pt x="4166" y="2634"/>
                  <a:pt x="4307" y="2686"/>
                </a:cubicBezTo>
                <a:cubicBezTo>
                  <a:pt x="4448" y="2738"/>
                  <a:pt x="4583" y="2764"/>
                  <a:pt x="4712" y="2764"/>
                </a:cubicBezTo>
                <a:cubicBezTo>
                  <a:pt x="4873" y="2764"/>
                  <a:pt x="4998" y="2738"/>
                  <a:pt x="5089" y="2686"/>
                </a:cubicBezTo>
                <a:cubicBezTo>
                  <a:pt x="5179" y="2634"/>
                  <a:pt x="5225" y="2552"/>
                  <a:pt x="5225" y="2440"/>
                </a:cubicBezTo>
                <a:cubicBezTo>
                  <a:pt x="5225" y="2355"/>
                  <a:pt x="5200" y="2290"/>
                  <a:pt x="5151" y="2246"/>
                </a:cubicBezTo>
                <a:cubicBezTo>
                  <a:pt x="5102" y="2202"/>
                  <a:pt x="5007" y="2165"/>
                  <a:pt x="4867" y="2134"/>
                </a:cubicBezTo>
                <a:cubicBezTo>
                  <a:pt x="4816" y="2122"/>
                  <a:pt x="4748" y="2109"/>
                  <a:pt x="4665" y="2093"/>
                </a:cubicBezTo>
                <a:cubicBezTo>
                  <a:pt x="4581" y="2077"/>
                  <a:pt x="4505" y="2061"/>
                  <a:pt x="4437" y="2043"/>
                </a:cubicBezTo>
                <a:cubicBezTo>
                  <a:pt x="4246" y="1992"/>
                  <a:pt x="4112" y="1918"/>
                  <a:pt x="4032" y="1821"/>
                </a:cubicBezTo>
                <a:cubicBezTo>
                  <a:pt x="3952" y="1723"/>
                  <a:pt x="3913" y="1603"/>
                  <a:pt x="3913" y="1461"/>
                </a:cubicBezTo>
                <a:cubicBezTo>
                  <a:pt x="3913" y="1372"/>
                  <a:pt x="3931" y="1288"/>
                  <a:pt x="3968" y="1209"/>
                </a:cubicBezTo>
                <a:cubicBezTo>
                  <a:pt x="4005" y="1130"/>
                  <a:pt x="4061" y="1059"/>
                  <a:pt x="4136" y="997"/>
                </a:cubicBezTo>
                <a:cubicBezTo>
                  <a:pt x="4208" y="937"/>
                  <a:pt x="4300" y="889"/>
                  <a:pt x="4412" y="853"/>
                </a:cubicBezTo>
                <a:cubicBezTo>
                  <a:pt x="4524" y="817"/>
                  <a:pt x="4649" y="800"/>
                  <a:pt x="4788" y="800"/>
                </a:cubicBezTo>
                <a:cubicBezTo>
                  <a:pt x="4917" y="800"/>
                  <a:pt x="5048" y="815"/>
                  <a:pt x="5181" y="847"/>
                </a:cubicBezTo>
                <a:cubicBezTo>
                  <a:pt x="5314" y="879"/>
                  <a:pt x="5424" y="917"/>
                  <a:pt x="5512" y="962"/>
                </a:cubicBezTo>
                <a:lnTo>
                  <a:pt x="5512" y="1351"/>
                </a:lnTo>
                <a:lnTo>
                  <a:pt x="5492" y="1351"/>
                </a:lnTo>
                <a:cubicBezTo>
                  <a:pt x="5399" y="1282"/>
                  <a:pt x="5286" y="1224"/>
                  <a:pt x="5153" y="1177"/>
                </a:cubicBezTo>
                <a:cubicBezTo>
                  <a:pt x="5020" y="1130"/>
                  <a:pt x="4889" y="1106"/>
                  <a:pt x="4761" y="1106"/>
                </a:cubicBezTo>
                <a:cubicBezTo>
                  <a:pt x="4627" y="1106"/>
                  <a:pt x="4515" y="1132"/>
                  <a:pt x="4423" y="1183"/>
                </a:cubicBezTo>
                <a:cubicBezTo>
                  <a:pt x="4331" y="1235"/>
                  <a:pt x="4285" y="1311"/>
                  <a:pt x="4285" y="1412"/>
                </a:cubicBezTo>
                <a:cubicBezTo>
                  <a:pt x="4285" y="1502"/>
                  <a:pt x="4313" y="1569"/>
                  <a:pt x="4369" y="1614"/>
                </a:cubicBezTo>
                <a:cubicBezTo>
                  <a:pt x="4423" y="1659"/>
                  <a:pt x="4511" y="1696"/>
                  <a:pt x="4633" y="1725"/>
                </a:cubicBezTo>
                <a:cubicBezTo>
                  <a:pt x="4700" y="1740"/>
                  <a:pt x="4775" y="1756"/>
                  <a:pt x="4859" y="1771"/>
                </a:cubicBezTo>
                <a:cubicBezTo>
                  <a:pt x="4942" y="1787"/>
                  <a:pt x="5012" y="1801"/>
                  <a:pt x="5067" y="1814"/>
                </a:cubicBezTo>
                <a:cubicBezTo>
                  <a:pt x="5237" y="1853"/>
                  <a:pt x="5368" y="1919"/>
                  <a:pt x="5459" y="2013"/>
                </a:cubicBezTo>
                <a:cubicBezTo>
                  <a:pt x="5551" y="2109"/>
                  <a:pt x="5597" y="2236"/>
                  <a:pt x="5597" y="2394"/>
                </a:cubicBezTo>
                <a:close/>
                <a:moveTo>
                  <a:pt x="7245" y="3001"/>
                </a:moveTo>
                <a:cubicBezTo>
                  <a:pt x="7176" y="3019"/>
                  <a:pt x="7102" y="3034"/>
                  <a:pt x="7021" y="3045"/>
                </a:cubicBezTo>
                <a:cubicBezTo>
                  <a:pt x="6940" y="3057"/>
                  <a:pt x="6868" y="3063"/>
                  <a:pt x="6804" y="3063"/>
                </a:cubicBezTo>
                <a:cubicBezTo>
                  <a:pt x="6583" y="3063"/>
                  <a:pt x="6415" y="3003"/>
                  <a:pt x="6300" y="2884"/>
                </a:cubicBezTo>
                <a:cubicBezTo>
                  <a:pt x="6185" y="2765"/>
                  <a:pt x="6127" y="2574"/>
                  <a:pt x="6127" y="2311"/>
                </a:cubicBezTo>
                <a:lnTo>
                  <a:pt x="6127" y="1157"/>
                </a:lnTo>
                <a:lnTo>
                  <a:pt x="5881" y="1157"/>
                </a:lnTo>
                <a:lnTo>
                  <a:pt x="5881" y="850"/>
                </a:lnTo>
                <a:lnTo>
                  <a:pt x="6127" y="850"/>
                </a:lnTo>
                <a:lnTo>
                  <a:pt x="6127" y="225"/>
                </a:lnTo>
                <a:lnTo>
                  <a:pt x="6492" y="225"/>
                </a:lnTo>
                <a:lnTo>
                  <a:pt x="6492" y="850"/>
                </a:lnTo>
                <a:lnTo>
                  <a:pt x="7245" y="850"/>
                </a:lnTo>
                <a:lnTo>
                  <a:pt x="7245" y="1157"/>
                </a:lnTo>
                <a:lnTo>
                  <a:pt x="6492" y="1157"/>
                </a:lnTo>
                <a:lnTo>
                  <a:pt x="6492" y="2147"/>
                </a:lnTo>
                <a:cubicBezTo>
                  <a:pt x="6492" y="2261"/>
                  <a:pt x="6495" y="2350"/>
                  <a:pt x="6500" y="2415"/>
                </a:cubicBezTo>
                <a:cubicBezTo>
                  <a:pt x="6505" y="2479"/>
                  <a:pt x="6523" y="2539"/>
                  <a:pt x="6554" y="2594"/>
                </a:cubicBezTo>
                <a:cubicBezTo>
                  <a:pt x="6583" y="2646"/>
                  <a:pt x="6622" y="2684"/>
                  <a:pt x="6671" y="2708"/>
                </a:cubicBezTo>
                <a:cubicBezTo>
                  <a:pt x="6721" y="2732"/>
                  <a:pt x="6797" y="2744"/>
                  <a:pt x="6900" y="2744"/>
                </a:cubicBezTo>
                <a:cubicBezTo>
                  <a:pt x="6959" y="2744"/>
                  <a:pt x="7021" y="2736"/>
                  <a:pt x="7086" y="2718"/>
                </a:cubicBezTo>
                <a:cubicBezTo>
                  <a:pt x="7151" y="2701"/>
                  <a:pt x="7197" y="2686"/>
                  <a:pt x="7226" y="2674"/>
                </a:cubicBezTo>
                <a:lnTo>
                  <a:pt x="7245" y="2674"/>
                </a:lnTo>
                <a:lnTo>
                  <a:pt x="7245" y="3001"/>
                </a:lnTo>
                <a:close/>
                <a:moveTo>
                  <a:pt x="9500" y="1972"/>
                </a:moveTo>
                <a:lnTo>
                  <a:pt x="7903" y="1972"/>
                </a:lnTo>
                <a:cubicBezTo>
                  <a:pt x="7903" y="2105"/>
                  <a:pt x="7923" y="2222"/>
                  <a:pt x="7963" y="2321"/>
                </a:cubicBezTo>
                <a:cubicBezTo>
                  <a:pt x="8003" y="2420"/>
                  <a:pt x="8058" y="2502"/>
                  <a:pt x="8128" y="2565"/>
                </a:cubicBezTo>
                <a:cubicBezTo>
                  <a:pt x="8195" y="2627"/>
                  <a:pt x="8275" y="2674"/>
                  <a:pt x="8367" y="2705"/>
                </a:cubicBezTo>
                <a:cubicBezTo>
                  <a:pt x="8460" y="2736"/>
                  <a:pt x="8562" y="2752"/>
                  <a:pt x="8673" y="2752"/>
                </a:cubicBezTo>
                <a:cubicBezTo>
                  <a:pt x="8821" y="2752"/>
                  <a:pt x="8969" y="2722"/>
                  <a:pt x="9119" y="2663"/>
                </a:cubicBezTo>
                <a:cubicBezTo>
                  <a:pt x="9268" y="2604"/>
                  <a:pt x="9374" y="2545"/>
                  <a:pt x="9438" y="2488"/>
                </a:cubicBezTo>
                <a:lnTo>
                  <a:pt x="9457" y="2488"/>
                </a:lnTo>
                <a:lnTo>
                  <a:pt x="9457" y="2887"/>
                </a:lnTo>
                <a:cubicBezTo>
                  <a:pt x="9334" y="2939"/>
                  <a:pt x="9209" y="2983"/>
                  <a:pt x="9081" y="3018"/>
                </a:cubicBezTo>
                <a:cubicBezTo>
                  <a:pt x="8953" y="3053"/>
                  <a:pt x="8818" y="3070"/>
                  <a:pt x="8677" y="3070"/>
                </a:cubicBezTo>
                <a:cubicBezTo>
                  <a:pt x="8317" y="3070"/>
                  <a:pt x="8037" y="2973"/>
                  <a:pt x="7835" y="2778"/>
                </a:cubicBezTo>
                <a:cubicBezTo>
                  <a:pt x="7633" y="2583"/>
                  <a:pt x="7532" y="2306"/>
                  <a:pt x="7532" y="1947"/>
                </a:cubicBezTo>
                <a:cubicBezTo>
                  <a:pt x="7532" y="1592"/>
                  <a:pt x="7629" y="1310"/>
                  <a:pt x="7822" y="1101"/>
                </a:cubicBezTo>
                <a:cubicBezTo>
                  <a:pt x="8016" y="892"/>
                  <a:pt x="8270" y="788"/>
                  <a:pt x="8586" y="788"/>
                </a:cubicBezTo>
                <a:cubicBezTo>
                  <a:pt x="8878" y="788"/>
                  <a:pt x="9104" y="873"/>
                  <a:pt x="9262" y="1045"/>
                </a:cubicBezTo>
                <a:cubicBezTo>
                  <a:pt x="9421" y="1216"/>
                  <a:pt x="9500" y="1459"/>
                  <a:pt x="9500" y="1774"/>
                </a:cubicBezTo>
                <a:lnTo>
                  <a:pt x="9500" y="1972"/>
                </a:lnTo>
                <a:moveTo>
                  <a:pt x="9145" y="1692"/>
                </a:moveTo>
                <a:cubicBezTo>
                  <a:pt x="9143" y="1501"/>
                  <a:pt x="9095" y="1353"/>
                  <a:pt x="9000" y="1248"/>
                </a:cubicBezTo>
                <a:cubicBezTo>
                  <a:pt x="8905" y="1143"/>
                  <a:pt x="8760" y="1091"/>
                  <a:pt x="8566" y="1091"/>
                </a:cubicBezTo>
                <a:cubicBezTo>
                  <a:pt x="8371" y="1091"/>
                  <a:pt x="8215" y="1148"/>
                  <a:pt x="8100" y="1263"/>
                </a:cubicBezTo>
                <a:cubicBezTo>
                  <a:pt x="7984" y="1379"/>
                  <a:pt x="7918" y="1522"/>
                  <a:pt x="7903" y="1692"/>
                </a:cubicBezTo>
                <a:lnTo>
                  <a:pt x="9145" y="1692"/>
                </a:lnTo>
                <a:close/>
                <a:moveTo>
                  <a:pt x="11406" y="1246"/>
                </a:moveTo>
                <a:lnTo>
                  <a:pt x="11386" y="1246"/>
                </a:lnTo>
                <a:cubicBezTo>
                  <a:pt x="11332" y="1234"/>
                  <a:pt x="11279" y="1225"/>
                  <a:pt x="11228" y="1219"/>
                </a:cubicBezTo>
                <a:cubicBezTo>
                  <a:pt x="11177" y="1214"/>
                  <a:pt x="11117" y="1211"/>
                  <a:pt x="11047" y="1211"/>
                </a:cubicBezTo>
                <a:cubicBezTo>
                  <a:pt x="10934" y="1211"/>
                  <a:pt x="10825" y="1236"/>
                  <a:pt x="10721" y="1286"/>
                </a:cubicBezTo>
                <a:cubicBezTo>
                  <a:pt x="10616" y="1336"/>
                  <a:pt x="10515" y="1400"/>
                  <a:pt x="10418" y="1479"/>
                </a:cubicBezTo>
                <a:lnTo>
                  <a:pt x="10418" y="3020"/>
                </a:lnTo>
                <a:lnTo>
                  <a:pt x="10053" y="3020"/>
                </a:lnTo>
                <a:lnTo>
                  <a:pt x="10053" y="850"/>
                </a:lnTo>
                <a:lnTo>
                  <a:pt x="10418" y="850"/>
                </a:lnTo>
                <a:lnTo>
                  <a:pt x="10418" y="1171"/>
                </a:lnTo>
                <a:cubicBezTo>
                  <a:pt x="10563" y="1054"/>
                  <a:pt x="10691" y="971"/>
                  <a:pt x="10801" y="923"/>
                </a:cubicBezTo>
                <a:cubicBezTo>
                  <a:pt x="10912" y="874"/>
                  <a:pt x="11025" y="850"/>
                  <a:pt x="11140" y="850"/>
                </a:cubicBezTo>
                <a:cubicBezTo>
                  <a:pt x="11203" y="850"/>
                  <a:pt x="11249" y="852"/>
                  <a:pt x="11278" y="855"/>
                </a:cubicBezTo>
                <a:cubicBezTo>
                  <a:pt x="11306" y="858"/>
                  <a:pt x="11349" y="864"/>
                  <a:pt x="11406" y="873"/>
                </a:cubicBezTo>
                <a:lnTo>
                  <a:pt x="11406" y="1246"/>
                </a:lnTo>
                <a:close/>
                <a:moveTo>
                  <a:pt x="12141" y="489"/>
                </a:moveTo>
                <a:lnTo>
                  <a:pt x="11730" y="489"/>
                </a:lnTo>
                <a:lnTo>
                  <a:pt x="11730" y="109"/>
                </a:lnTo>
                <a:lnTo>
                  <a:pt x="12141" y="109"/>
                </a:lnTo>
                <a:lnTo>
                  <a:pt x="12141" y="489"/>
                </a:lnTo>
                <a:moveTo>
                  <a:pt x="12118" y="3020"/>
                </a:moveTo>
                <a:lnTo>
                  <a:pt x="11753" y="3020"/>
                </a:lnTo>
                <a:lnTo>
                  <a:pt x="11753" y="850"/>
                </a:lnTo>
                <a:lnTo>
                  <a:pt x="12118" y="850"/>
                </a:lnTo>
                <a:lnTo>
                  <a:pt x="12118" y="3020"/>
                </a:lnTo>
                <a:close/>
                <a:moveTo>
                  <a:pt x="14598" y="3020"/>
                </a:moveTo>
                <a:lnTo>
                  <a:pt x="14233" y="3020"/>
                </a:lnTo>
                <a:lnTo>
                  <a:pt x="14233" y="2794"/>
                </a:lnTo>
                <a:cubicBezTo>
                  <a:pt x="14129" y="2885"/>
                  <a:pt x="14019" y="2955"/>
                  <a:pt x="13905" y="3006"/>
                </a:cubicBezTo>
                <a:cubicBezTo>
                  <a:pt x="13792" y="3057"/>
                  <a:pt x="13668" y="3082"/>
                  <a:pt x="13535" y="3082"/>
                </a:cubicBezTo>
                <a:cubicBezTo>
                  <a:pt x="13276" y="3082"/>
                  <a:pt x="13071" y="2982"/>
                  <a:pt x="12919" y="2782"/>
                </a:cubicBezTo>
                <a:cubicBezTo>
                  <a:pt x="12766" y="2583"/>
                  <a:pt x="12690" y="2306"/>
                  <a:pt x="12690" y="1952"/>
                </a:cubicBezTo>
                <a:cubicBezTo>
                  <a:pt x="12690" y="1767"/>
                  <a:pt x="12717" y="1603"/>
                  <a:pt x="12769" y="1459"/>
                </a:cubicBezTo>
                <a:cubicBezTo>
                  <a:pt x="12821" y="1315"/>
                  <a:pt x="12892" y="1193"/>
                  <a:pt x="12982" y="1092"/>
                </a:cubicBezTo>
                <a:cubicBezTo>
                  <a:pt x="13070" y="993"/>
                  <a:pt x="13172" y="918"/>
                  <a:pt x="13289" y="866"/>
                </a:cubicBezTo>
                <a:cubicBezTo>
                  <a:pt x="13406" y="814"/>
                  <a:pt x="13528" y="788"/>
                  <a:pt x="13653" y="788"/>
                </a:cubicBezTo>
                <a:cubicBezTo>
                  <a:pt x="13767" y="788"/>
                  <a:pt x="13868" y="800"/>
                  <a:pt x="13956" y="824"/>
                </a:cubicBezTo>
                <a:cubicBezTo>
                  <a:pt x="14044" y="848"/>
                  <a:pt x="14136" y="885"/>
                  <a:pt x="14233" y="936"/>
                </a:cubicBezTo>
                <a:lnTo>
                  <a:pt x="14233" y="0"/>
                </a:lnTo>
                <a:lnTo>
                  <a:pt x="14598" y="0"/>
                </a:lnTo>
                <a:lnTo>
                  <a:pt x="14598" y="3020"/>
                </a:lnTo>
                <a:moveTo>
                  <a:pt x="14233" y="2486"/>
                </a:moveTo>
                <a:lnTo>
                  <a:pt x="14233" y="1242"/>
                </a:lnTo>
                <a:cubicBezTo>
                  <a:pt x="14135" y="1198"/>
                  <a:pt x="14047" y="1168"/>
                  <a:pt x="13969" y="1151"/>
                </a:cubicBezTo>
                <a:cubicBezTo>
                  <a:pt x="13892" y="1134"/>
                  <a:pt x="13807" y="1126"/>
                  <a:pt x="13715" y="1126"/>
                </a:cubicBezTo>
                <a:cubicBezTo>
                  <a:pt x="13511" y="1126"/>
                  <a:pt x="13352" y="1197"/>
                  <a:pt x="13238" y="1339"/>
                </a:cubicBezTo>
                <a:cubicBezTo>
                  <a:pt x="13124" y="1481"/>
                  <a:pt x="13067" y="1683"/>
                  <a:pt x="13067" y="1945"/>
                </a:cubicBezTo>
                <a:cubicBezTo>
                  <a:pt x="13067" y="2202"/>
                  <a:pt x="13111" y="2398"/>
                  <a:pt x="13199" y="2532"/>
                </a:cubicBezTo>
                <a:cubicBezTo>
                  <a:pt x="13287" y="2666"/>
                  <a:pt x="13428" y="2733"/>
                  <a:pt x="13622" y="2733"/>
                </a:cubicBezTo>
                <a:cubicBezTo>
                  <a:pt x="13726" y="2733"/>
                  <a:pt x="13830" y="2710"/>
                  <a:pt x="13936" y="2664"/>
                </a:cubicBezTo>
                <a:cubicBezTo>
                  <a:pt x="14043" y="2618"/>
                  <a:pt x="14142" y="2559"/>
                  <a:pt x="14233" y="2486"/>
                </a:cubicBezTo>
                <a:close/>
                <a:moveTo>
                  <a:pt x="17001" y="3020"/>
                </a:moveTo>
                <a:lnTo>
                  <a:pt x="16638" y="3020"/>
                </a:lnTo>
                <a:lnTo>
                  <a:pt x="16638" y="2790"/>
                </a:lnTo>
                <a:cubicBezTo>
                  <a:pt x="16606" y="2813"/>
                  <a:pt x="16562" y="2843"/>
                  <a:pt x="16507" y="2883"/>
                </a:cubicBezTo>
                <a:cubicBezTo>
                  <a:pt x="16452" y="2922"/>
                  <a:pt x="16399" y="2954"/>
                  <a:pt x="16347" y="2977"/>
                </a:cubicBezTo>
                <a:cubicBezTo>
                  <a:pt x="16286" y="3007"/>
                  <a:pt x="16216" y="3032"/>
                  <a:pt x="16137" y="3052"/>
                </a:cubicBezTo>
                <a:cubicBezTo>
                  <a:pt x="16058" y="3072"/>
                  <a:pt x="15966" y="3082"/>
                  <a:pt x="15860" y="3082"/>
                </a:cubicBezTo>
                <a:cubicBezTo>
                  <a:pt x="15664" y="3082"/>
                  <a:pt x="15499" y="3017"/>
                  <a:pt x="15363" y="2888"/>
                </a:cubicBezTo>
                <a:cubicBezTo>
                  <a:pt x="15227" y="2758"/>
                  <a:pt x="15159" y="2593"/>
                  <a:pt x="15159" y="2392"/>
                </a:cubicBezTo>
                <a:cubicBezTo>
                  <a:pt x="15159" y="2228"/>
                  <a:pt x="15194" y="2094"/>
                  <a:pt x="15265" y="1993"/>
                </a:cubicBezTo>
                <a:cubicBezTo>
                  <a:pt x="15335" y="1891"/>
                  <a:pt x="15436" y="1811"/>
                  <a:pt x="15567" y="1753"/>
                </a:cubicBezTo>
                <a:cubicBezTo>
                  <a:pt x="15699" y="1694"/>
                  <a:pt x="15857" y="1655"/>
                  <a:pt x="16042" y="1634"/>
                </a:cubicBezTo>
                <a:cubicBezTo>
                  <a:pt x="16227" y="1613"/>
                  <a:pt x="16426" y="1598"/>
                  <a:pt x="16638" y="1588"/>
                </a:cubicBezTo>
                <a:lnTo>
                  <a:pt x="16638" y="1531"/>
                </a:lnTo>
                <a:cubicBezTo>
                  <a:pt x="16638" y="1447"/>
                  <a:pt x="16623" y="1378"/>
                  <a:pt x="16594" y="1323"/>
                </a:cubicBezTo>
                <a:cubicBezTo>
                  <a:pt x="16565" y="1269"/>
                  <a:pt x="16523" y="1226"/>
                  <a:pt x="16469" y="1194"/>
                </a:cubicBezTo>
                <a:cubicBezTo>
                  <a:pt x="16417" y="1164"/>
                  <a:pt x="16355" y="1144"/>
                  <a:pt x="16283" y="1134"/>
                </a:cubicBezTo>
                <a:cubicBezTo>
                  <a:pt x="16210" y="1123"/>
                  <a:pt x="16135" y="1118"/>
                  <a:pt x="16056" y="1118"/>
                </a:cubicBezTo>
                <a:cubicBezTo>
                  <a:pt x="15960" y="1118"/>
                  <a:pt x="15853" y="1131"/>
                  <a:pt x="15735" y="1157"/>
                </a:cubicBezTo>
                <a:cubicBezTo>
                  <a:pt x="15618" y="1183"/>
                  <a:pt x="15496" y="1220"/>
                  <a:pt x="15371" y="1269"/>
                </a:cubicBezTo>
                <a:lnTo>
                  <a:pt x="15351" y="1269"/>
                </a:lnTo>
                <a:lnTo>
                  <a:pt x="15351" y="899"/>
                </a:lnTo>
                <a:cubicBezTo>
                  <a:pt x="15422" y="879"/>
                  <a:pt x="15525" y="858"/>
                  <a:pt x="15660" y="835"/>
                </a:cubicBezTo>
                <a:cubicBezTo>
                  <a:pt x="15794" y="811"/>
                  <a:pt x="15927" y="800"/>
                  <a:pt x="16058" y="800"/>
                </a:cubicBezTo>
                <a:cubicBezTo>
                  <a:pt x="16210" y="800"/>
                  <a:pt x="16343" y="812"/>
                  <a:pt x="16456" y="837"/>
                </a:cubicBezTo>
                <a:cubicBezTo>
                  <a:pt x="16570" y="863"/>
                  <a:pt x="16668" y="906"/>
                  <a:pt x="16750" y="967"/>
                </a:cubicBezTo>
                <a:cubicBezTo>
                  <a:pt x="16832" y="1026"/>
                  <a:pt x="16894" y="1103"/>
                  <a:pt x="16937" y="1197"/>
                </a:cubicBezTo>
                <a:cubicBezTo>
                  <a:pt x="16979" y="1292"/>
                  <a:pt x="17001" y="1409"/>
                  <a:pt x="17001" y="1549"/>
                </a:cubicBezTo>
                <a:lnTo>
                  <a:pt x="17001" y="3020"/>
                </a:lnTo>
                <a:moveTo>
                  <a:pt x="16638" y="2489"/>
                </a:moveTo>
                <a:lnTo>
                  <a:pt x="16638" y="1883"/>
                </a:lnTo>
                <a:cubicBezTo>
                  <a:pt x="16527" y="1889"/>
                  <a:pt x="16396" y="1899"/>
                  <a:pt x="16245" y="1912"/>
                </a:cubicBezTo>
                <a:cubicBezTo>
                  <a:pt x="16094" y="1925"/>
                  <a:pt x="15975" y="1944"/>
                  <a:pt x="15887" y="1968"/>
                </a:cubicBezTo>
                <a:cubicBezTo>
                  <a:pt x="15782" y="1998"/>
                  <a:pt x="15697" y="2045"/>
                  <a:pt x="15633" y="2108"/>
                </a:cubicBezTo>
                <a:cubicBezTo>
                  <a:pt x="15568" y="2171"/>
                  <a:pt x="15536" y="2258"/>
                  <a:pt x="15536" y="2368"/>
                </a:cubicBezTo>
                <a:cubicBezTo>
                  <a:pt x="15536" y="2493"/>
                  <a:pt x="15573" y="2587"/>
                  <a:pt x="15648" y="2650"/>
                </a:cubicBezTo>
                <a:cubicBezTo>
                  <a:pt x="15723" y="2713"/>
                  <a:pt x="15838" y="2744"/>
                  <a:pt x="15992" y="2744"/>
                </a:cubicBezTo>
                <a:cubicBezTo>
                  <a:pt x="16120" y="2744"/>
                  <a:pt x="16237" y="2719"/>
                  <a:pt x="16343" y="2669"/>
                </a:cubicBezTo>
                <a:cubicBezTo>
                  <a:pt x="16449" y="2619"/>
                  <a:pt x="16547" y="2559"/>
                  <a:pt x="16638" y="2489"/>
                </a:cubicBezTo>
                <a:close/>
                <a:moveTo>
                  <a:pt x="19518" y="1972"/>
                </a:moveTo>
                <a:lnTo>
                  <a:pt x="17921" y="1972"/>
                </a:lnTo>
                <a:cubicBezTo>
                  <a:pt x="17921" y="2105"/>
                  <a:pt x="17941" y="2222"/>
                  <a:pt x="17981" y="2321"/>
                </a:cubicBezTo>
                <a:cubicBezTo>
                  <a:pt x="18021" y="2420"/>
                  <a:pt x="18076" y="2502"/>
                  <a:pt x="18146" y="2565"/>
                </a:cubicBezTo>
                <a:cubicBezTo>
                  <a:pt x="18213" y="2627"/>
                  <a:pt x="18293" y="2674"/>
                  <a:pt x="18385" y="2705"/>
                </a:cubicBezTo>
                <a:cubicBezTo>
                  <a:pt x="18478" y="2736"/>
                  <a:pt x="18580" y="2752"/>
                  <a:pt x="18691" y="2752"/>
                </a:cubicBezTo>
                <a:cubicBezTo>
                  <a:pt x="18839" y="2752"/>
                  <a:pt x="18987" y="2722"/>
                  <a:pt x="19137" y="2663"/>
                </a:cubicBezTo>
                <a:cubicBezTo>
                  <a:pt x="19286" y="2604"/>
                  <a:pt x="19392" y="2545"/>
                  <a:pt x="19456" y="2488"/>
                </a:cubicBezTo>
                <a:lnTo>
                  <a:pt x="19475" y="2488"/>
                </a:lnTo>
                <a:lnTo>
                  <a:pt x="19475" y="2887"/>
                </a:lnTo>
                <a:cubicBezTo>
                  <a:pt x="19352" y="2939"/>
                  <a:pt x="19227" y="2983"/>
                  <a:pt x="19099" y="3018"/>
                </a:cubicBezTo>
                <a:cubicBezTo>
                  <a:pt x="18971" y="3053"/>
                  <a:pt x="18836" y="3070"/>
                  <a:pt x="18695" y="3070"/>
                </a:cubicBezTo>
                <a:cubicBezTo>
                  <a:pt x="18335" y="3070"/>
                  <a:pt x="18055" y="2973"/>
                  <a:pt x="17853" y="2778"/>
                </a:cubicBezTo>
                <a:cubicBezTo>
                  <a:pt x="17651" y="2583"/>
                  <a:pt x="17550" y="2306"/>
                  <a:pt x="17550" y="1947"/>
                </a:cubicBezTo>
                <a:cubicBezTo>
                  <a:pt x="17550" y="1592"/>
                  <a:pt x="17647" y="1310"/>
                  <a:pt x="17840" y="1101"/>
                </a:cubicBezTo>
                <a:cubicBezTo>
                  <a:pt x="18034" y="892"/>
                  <a:pt x="18288" y="788"/>
                  <a:pt x="18604" y="788"/>
                </a:cubicBezTo>
                <a:cubicBezTo>
                  <a:pt x="18896" y="788"/>
                  <a:pt x="19122" y="873"/>
                  <a:pt x="19280" y="1045"/>
                </a:cubicBezTo>
                <a:cubicBezTo>
                  <a:pt x="19439" y="1216"/>
                  <a:pt x="19518" y="1459"/>
                  <a:pt x="19518" y="1774"/>
                </a:cubicBezTo>
                <a:lnTo>
                  <a:pt x="19518" y="1972"/>
                </a:lnTo>
                <a:moveTo>
                  <a:pt x="19163" y="1692"/>
                </a:moveTo>
                <a:cubicBezTo>
                  <a:pt x="19161" y="1501"/>
                  <a:pt x="19113" y="1353"/>
                  <a:pt x="19018" y="1248"/>
                </a:cubicBezTo>
                <a:cubicBezTo>
                  <a:pt x="18923" y="1143"/>
                  <a:pt x="18778" y="1091"/>
                  <a:pt x="18584" y="1091"/>
                </a:cubicBezTo>
                <a:cubicBezTo>
                  <a:pt x="18389" y="1091"/>
                  <a:pt x="18233" y="1148"/>
                  <a:pt x="18118" y="1263"/>
                </a:cubicBezTo>
                <a:cubicBezTo>
                  <a:pt x="18002" y="1379"/>
                  <a:pt x="17936" y="1522"/>
                  <a:pt x="17921" y="1692"/>
                </a:cubicBezTo>
                <a:lnTo>
                  <a:pt x="19163" y="1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CC2904-B41B-47B8-8079-0C989A6A8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731" y="1724681"/>
            <a:ext cx="14065" cy="17705"/>
          </a:xfrm>
          <a:custGeom xmlns:a="http://schemas.openxmlformats.org/drawingml/2006/main">
            <a:pathLst>
              <a:path w="14065" h="17705">
                <a:moveTo>
                  <a:pt x="0" y="0"/>
                </a:moveTo>
                <a:lnTo>
                  <a:pt x="14065" y="0"/>
                </a:lnTo>
                <a:lnTo>
                  <a:pt x="14065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33AAA1-C03A-43D8-9031-D609D0FE3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731" y="1724684"/>
            <a:ext cx="14066" cy="17705"/>
          </a:xfrm>
          <a:custGeom xmlns:a="http://schemas.openxmlformats.org/drawingml/2006/main">
            <a:pathLst>
              <a:path w="14066" h="17705" fill="none">
                <a:moveTo>
                  <a:pt x="0" y="0"/>
                </a:moveTo>
                <a:lnTo>
                  <a:pt x="14066" y="0"/>
                </a:lnTo>
                <a:lnTo>
                  <a:pt x="14066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2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818A77-E589-49FD-9785-00A161FA82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295" y="1724681"/>
            <a:ext cx="12584" cy="17705"/>
          </a:xfrm>
          <a:custGeom xmlns:a="http://schemas.openxmlformats.org/drawingml/2006/main">
            <a:pathLst>
              <a:path w="12584" h="17705">
                <a:moveTo>
                  <a:pt x="0" y="0"/>
                </a:moveTo>
                <a:lnTo>
                  <a:pt x="12584" y="0"/>
                </a:lnTo>
                <a:lnTo>
                  <a:pt x="12584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D503D9-8637-4713-B3D0-CAD8D485F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1295" y="1724684"/>
            <a:ext cx="12583" cy="17705"/>
          </a:xfrm>
          <a:custGeom xmlns:a="http://schemas.openxmlformats.org/drawingml/2006/main">
            <a:pathLst>
              <a:path w="12583" h="17705" fill="none">
                <a:moveTo>
                  <a:pt x="0" y="0"/>
                </a:moveTo>
                <a:lnTo>
                  <a:pt x="12583" y="0"/>
                </a:lnTo>
                <a:lnTo>
                  <a:pt x="12583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93F55E4-7F1E-4194-93DA-770AA80A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377" y="1724681"/>
            <a:ext cx="12307" cy="17705"/>
          </a:xfrm>
          <a:custGeom xmlns:a="http://schemas.openxmlformats.org/drawingml/2006/main">
            <a:pathLst>
              <a:path w="12307" h="17705">
                <a:moveTo>
                  <a:pt x="0" y="0"/>
                </a:moveTo>
                <a:lnTo>
                  <a:pt x="12307" y="0"/>
                </a:lnTo>
                <a:lnTo>
                  <a:pt x="12307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9C2984-FE54-44CA-B7B4-A7156550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6377" y="1724684"/>
            <a:ext cx="12307" cy="17705"/>
          </a:xfrm>
          <a:custGeom xmlns:a="http://schemas.openxmlformats.org/drawingml/2006/main">
            <a:pathLst>
              <a:path w="12307" h="17705" fill="none">
                <a:moveTo>
                  <a:pt x="0" y="0"/>
                </a:moveTo>
                <a:lnTo>
                  <a:pt x="12307" y="0"/>
                </a:lnTo>
                <a:lnTo>
                  <a:pt x="12307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2D80A05-41BF-47AA-98FF-8D42A0D15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81" y="1724681"/>
            <a:ext cx="9833" cy="17705"/>
          </a:xfrm>
          <a:custGeom xmlns:a="http://schemas.openxmlformats.org/drawingml/2006/main">
            <a:pathLst>
              <a:path w="9833" h="17705">
                <a:moveTo>
                  <a:pt x="0" y="0"/>
                </a:moveTo>
                <a:lnTo>
                  <a:pt x="9833" y="0"/>
                </a:lnTo>
                <a:lnTo>
                  <a:pt x="9833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FB3D70E-45FB-4685-8D15-31B536917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1182" y="1724684"/>
            <a:ext cx="9833" cy="17705"/>
          </a:xfrm>
          <a:custGeom xmlns:a="http://schemas.openxmlformats.org/drawingml/2006/main">
            <a:pathLst>
              <a:path w="9833" h="17705" fill="none">
                <a:moveTo>
                  <a:pt x="0" y="0"/>
                </a:moveTo>
                <a:lnTo>
                  <a:pt x="9833" y="0"/>
                </a:lnTo>
                <a:lnTo>
                  <a:pt x="9833" y="17705"/>
                </a:lnTo>
                <a:lnTo>
                  <a:pt x="0" y="177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3436B-D4EB-4D1B-B0CF-53D4ED55D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1" y="1764886"/>
            <a:ext cx="8870" cy="18548"/>
          </a:xfrm>
          <a:custGeom xmlns:a="http://schemas.openxmlformats.org/drawingml/2006/main">
            <a:pathLst>
              <a:path w="8870" h="18548">
                <a:moveTo>
                  <a:pt x="0" y="0"/>
                </a:moveTo>
                <a:lnTo>
                  <a:pt x="8870" y="0"/>
                </a:lnTo>
                <a:lnTo>
                  <a:pt x="8870" y="18548"/>
                </a:lnTo>
                <a:lnTo>
                  <a:pt x="0" y="1854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10CD3B-13A1-450C-B056-FC27FD7ED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2" y="1764887"/>
            <a:ext cx="8870" cy="18550"/>
          </a:xfrm>
          <a:custGeom xmlns:a="http://schemas.openxmlformats.org/drawingml/2006/main">
            <a:pathLst>
              <a:path w="8870" h="18550" fill="none">
                <a:moveTo>
                  <a:pt x="0" y="0"/>
                </a:moveTo>
                <a:lnTo>
                  <a:pt x="8870" y="0"/>
                </a:lnTo>
                <a:lnTo>
                  <a:pt x="8870" y="18550"/>
                </a:lnTo>
                <a:lnTo>
                  <a:pt x="0" y="185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B805B23-7E51-4878-A438-057918929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1" y="1805931"/>
            <a:ext cx="8870" cy="18008"/>
          </a:xfrm>
          <a:custGeom xmlns:a="http://schemas.openxmlformats.org/drawingml/2006/main">
            <a:pathLst>
              <a:path w="8870" h="18008">
                <a:moveTo>
                  <a:pt x="0" y="0"/>
                </a:moveTo>
                <a:lnTo>
                  <a:pt x="8870" y="0"/>
                </a:lnTo>
                <a:lnTo>
                  <a:pt x="8870" y="18008"/>
                </a:lnTo>
                <a:lnTo>
                  <a:pt x="0" y="180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EEC60D7-6E8E-4823-A893-5F72C1919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2" y="1805935"/>
            <a:ext cx="8870" cy="18007"/>
          </a:xfrm>
          <a:custGeom xmlns:a="http://schemas.openxmlformats.org/drawingml/2006/main">
            <a:pathLst>
              <a:path w="8870" h="18007" fill="none">
                <a:moveTo>
                  <a:pt x="0" y="0"/>
                </a:moveTo>
                <a:lnTo>
                  <a:pt x="8870" y="0"/>
                </a:lnTo>
                <a:lnTo>
                  <a:pt x="8870" y="18007"/>
                </a:lnTo>
                <a:lnTo>
                  <a:pt x="0" y="1800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CE47E3-6B47-41A1-A1C6-EB7CFF774A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1" y="1846436"/>
            <a:ext cx="8870" cy="17922"/>
          </a:xfrm>
          <a:custGeom xmlns:a="http://schemas.openxmlformats.org/drawingml/2006/main">
            <a:pathLst>
              <a:path w="8870" h="17922">
                <a:moveTo>
                  <a:pt x="0" y="0"/>
                </a:moveTo>
                <a:lnTo>
                  <a:pt x="8870" y="0"/>
                </a:lnTo>
                <a:lnTo>
                  <a:pt x="8870" y="17922"/>
                </a:lnTo>
                <a:lnTo>
                  <a:pt x="0" y="179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9DC790-0800-49D4-B702-79ABDF151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2" y="1846439"/>
            <a:ext cx="8870" cy="17922"/>
          </a:xfrm>
          <a:custGeom xmlns:a="http://schemas.openxmlformats.org/drawingml/2006/main">
            <a:pathLst>
              <a:path w="8870" h="17922" fill="none">
                <a:moveTo>
                  <a:pt x="0" y="0"/>
                </a:moveTo>
                <a:lnTo>
                  <a:pt x="8870" y="0"/>
                </a:lnTo>
                <a:lnTo>
                  <a:pt x="8870" y="17922"/>
                </a:lnTo>
                <a:lnTo>
                  <a:pt x="0" y="1792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3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2B1B81-EA98-48F0-B1BF-CC3828500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1" y="1886859"/>
            <a:ext cx="8870" cy="12427"/>
          </a:xfrm>
          <a:custGeom xmlns:a="http://schemas.openxmlformats.org/drawingml/2006/main">
            <a:pathLst>
              <a:path w="8870" h="12427">
                <a:moveTo>
                  <a:pt x="0" y="0"/>
                </a:moveTo>
                <a:lnTo>
                  <a:pt x="8870" y="0"/>
                </a:lnTo>
                <a:lnTo>
                  <a:pt x="8870" y="12427"/>
                </a:lnTo>
                <a:lnTo>
                  <a:pt x="0" y="1242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CC6F61-A778-420D-881D-73E90FDB3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2492" y="1886860"/>
            <a:ext cx="8870" cy="12429"/>
          </a:xfrm>
          <a:custGeom xmlns:a="http://schemas.openxmlformats.org/drawingml/2006/main">
            <a:pathLst>
              <a:path w="8870" h="12429" fill="none">
                <a:moveTo>
                  <a:pt x="0" y="0"/>
                </a:moveTo>
                <a:lnTo>
                  <a:pt x="8870" y="0"/>
                </a:lnTo>
                <a:lnTo>
                  <a:pt x="8870" y="12429"/>
                </a:lnTo>
                <a:lnTo>
                  <a:pt x="0" y="124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680989-F188-431A-B080-83947EAB8D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1" y="1764886"/>
            <a:ext cx="8407" cy="8595"/>
          </a:xfrm>
          <a:custGeom xmlns:a="http://schemas.openxmlformats.org/drawingml/2006/main">
            <a:pathLst>
              <a:path w="8407" h="8595">
                <a:moveTo>
                  <a:pt x="0" y="0"/>
                </a:moveTo>
                <a:lnTo>
                  <a:pt x="8407" y="0"/>
                </a:lnTo>
                <a:lnTo>
                  <a:pt x="8407" y="8595"/>
                </a:lnTo>
                <a:lnTo>
                  <a:pt x="0" y="85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5294EB-2656-40BA-A1F3-E5E34F27A7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0" y="1764887"/>
            <a:ext cx="8407" cy="8597"/>
          </a:xfrm>
          <a:custGeom xmlns:a="http://schemas.openxmlformats.org/drawingml/2006/main">
            <a:pathLst>
              <a:path w="8407" h="8597" fill="none">
                <a:moveTo>
                  <a:pt x="0" y="0"/>
                </a:moveTo>
                <a:lnTo>
                  <a:pt x="8407" y="0"/>
                </a:lnTo>
                <a:lnTo>
                  <a:pt x="8407" y="8597"/>
                </a:lnTo>
                <a:lnTo>
                  <a:pt x="0" y="85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74570E-1394-4775-B608-C8DFE5948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764" y="1764886"/>
            <a:ext cx="8050" cy="8595"/>
          </a:xfrm>
          <a:custGeom xmlns:a="http://schemas.openxmlformats.org/drawingml/2006/main">
            <a:pathLst>
              <a:path w="8050" h="8595">
                <a:moveTo>
                  <a:pt x="0" y="0"/>
                </a:moveTo>
                <a:lnTo>
                  <a:pt x="8050" y="0"/>
                </a:lnTo>
                <a:lnTo>
                  <a:pt x="8050" y="8595"/>
                </a:lnTo>
                <a:lnTo>
                  <a:pt x="0" y="85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5B30C6-CD54-4119-9161-5236F3BBD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44765" y="1764887"/>
            <a:ext cx="8048" cy="8597"/>
          </a:xfrm>
          <a:custGeom xmlns:a="http://schemas.openxmlformats.org/drawingml/2006/main">
            <a:pathLst>
              <a:path w="8048" h="8597" fill="none">
                <a:moveTo>
                  <a:pt x="0" y="0"/>
                </a:moveTo>
                <a:lnTo>
                  <a:pt x="8048" y="0"/>
                </a:lnTo>
                <a:lnTo>
                  <a:pt x="8048" y="8597"/>
                </a:lnTo>
                <a:lnTo>
                  <a:pt x="0" y="85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962FAF-23BD-475A-AFE6-C2AD719317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311" y="1764886"/>
            <a:ext cx="7415" cy="8595"/>
          </a:xfrm>
          <a:custGeom xmlns:a="http://schemas.openxmlformats.org/drawingml/2006/main">
            <a:pathLst>
              <a:path w="7415" h="8595">
                <a:moveTo>
                  <a:pt x="0" y="0"/>
                </a:moveTo>
                <a:lnTo>
                  <a:pt x="7415" y="0"/>
                </a:lnTo>
                <a:lnTo>
                  <a:pt x="7415" y="8595"/>
                </a:lnTo>
                <a:lnTo>
                  <a:pt x="0" y="85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5A65C68-5763-4029-86E8-A5EDB6880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75311" y="1764887"/>
            <a:ext cx="7415" cy="8597"/>
          </a:xfrm>
          <a:custGeom xmlns:a="http://schemas.openxmlformats.org/drawingml/2006/main">
            <a:pathLst>
              <a:path w="7415" h="8597" fill="none">
                <a:moveTo>
                  <a:pt x="0" y="0"/>
                </a:moveTo>
                <a:lnTo>
                  <a:pt x="7415" y="0"/>
                </a:lnTo>
                <a:lnTo>
                  <a:pt x="7415" y="8597"/>
                </a:lnTo>
                <a:lnTo>
                  <a:pt x="0" y="85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3E6906-1798-4A49-96BE-BE156AD533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223" y="1764886"/>
            <a:ext cx="6989" cy="8595"/>
          </a:xfrm>
          <a:custGeom xmlns:a="http://schemas.openxmlformats.org/drawingml/2006/main">
            <a:pathLst>
              <a:path w="6989" h="8595">
                <a:moveTo>
                  <a:pt x="0" y="0"/>
                </a:moveTo>
                <a:lnTo>
                  <a:pt x="6989" y="0"/>
                </a:lnTo>
                <a:lnTo>
                  <a:pt x="6989" y="8595"/>
                </a:lnTo>
                <a:lnTo>
                  <a:pt x="0" y="85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0DC106-283D-4D7A-B75C-1F393C614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05225" y="1764887"/>
            <a:ext cx="6988" cy="8597"/>
          </a:xfrm>
          <a:custGeom xmlns:a="http://schemas.openxmlformats.org/drawingml/2006/main">
            <a:pathLst>
              <a:path w="6988" h="8597" fill="none">
                <a:moveTo>
                  <a:pt x="0" y="0"/>
                </a:moveTo>
                <a:lnTo>
                  <a:pt x="6988" y="0"/>
                </a:lnTo>
                <a:lnTo>
                  <a:pt x="6988" y="8597"/>
                </a:lnTo>
                <a:lnTo>
                  <a:pt x="0" y="85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0466DA3-F25E-4275-A575-AE15B544E8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10" y="1764886"/>
            <a:ext cx="6304" cy="8595"/>
          </a:xfrm>
          <a:custGeom xmlns:a="http://schemas.openxmlformats.org/drawingml/2006/main">
            <a:pathLst>
              <a:path w="6304" h="8595">
                <a:moveTo>
                  <a:pt x="0" y="0"/>
                </a:moveTo>
                <a:lnTo>
                  <a:pt x="6304" y="0"/>
                </a:lnTo>
                <a:lnTo>
                  <a:pt x="6304" y="8595"/>
                </a:lnTo>
                <a:lnTo>
                  <a:pt x="0" y="85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3838254-0FC0-4DFD-8536-C2153DECAB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4711" y="1764887"/>
            <a:ext cx="6303" cy="8597"/>
          </a:xfrm>
          <a:custGeom xmlns:a="http://schemas.openxmlformats.org/drawingml/2006/main">
            <a:pathLst>
              <a:path w="6303" h="8597" fill="none">
                <a:moveTo>
                  <a:pt x="0" y="0"/>
                </a:moveTo>
                <a:lnTo>
                  <a:pt x="6303" y="0"/>
                </a:lnTo>
                <a:lnTo>
                  <a:pt x="6303" y="8597"/>
                </a:lnTo>
                <a:lnTo>
                  <a:pt x="0" y="85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3118C8-9D61-4D36-AE92-6260C6319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1" y="1795982"/>
            <a:ext cx="3518" cy="11639"/>
          </a:xfrm>
          <a:custGeom xmlns:a="http://schemas.openxmlformats.org/drawingml/2006/main">
            <a:pathLst>
              <a:path w="3518" h="11639">
                <a:moveTo>
                  <a:pt x="0" y="0"/>
                </a:moveTo>
                <a:lnTo>
                  <a:pt x="3518" y="0"/>
                </a:lnTo>
                <a:lnTo>
                  <a:pt x="3518" y="11639"/>
                </a:lnTo>
                <a:lnTo>
                  <a:pt x="0" y="1163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AF1899-D323-4E82-95E9-0E45F7D32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0" y="1795982"/>
            <a:ext cx="3517" cy="11641"/>
          </a:xfrm>
          <a:custGeom xmlns:a="http://schemas.openxmlformats.org/drawingml/2006/main">
            <a:pathLst>
              <a:path w="3517" h="11641" fill="none">
                <a:moveTo>
                  <a:pt x="0" y="0"/>
                </a:moveTo>
                <a:lnTo>
                  <a:pt x="3517" y="0"/>
                </a:lnTo>
                <a:lnTo>
                  <a:pt x="3517" y="11641"/>
                </a:lnTo>
                <a:lnTo>
                  <a:pt x="0" y="116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7634425-37E0-4093-82C7-2D724067A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1" y="1830120"/>
            <a:ext cx="3518" cy="10230"/>
          </a:xfrm>
          <a:custGeom xmlns:a="http://schemas.openxmlformats.org/drawingml/2006/main">
            <a:pathLst>
              <a:path w="3518" h="10230">
                <a:moveTo>
                  <a:pt x="0" y="0"/>
                </a:moveTo>
                <a:lnTo>
                  <a:pt x="3518" y="0"/>
                </a:lnTo>
                <a:lnTo>
                  <a:pt x="3518" y="10230"/>
                </a:lnTo>
                <a:lnTo>
                  <a:pt x="0" y="1023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71FB7E1-BAF5-42E2-90F1-99BD2FFB8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0" y="1830122"/>
            <a:ext cx="3517" cy="10230"/>
          </a:xfrm>
          <a:custGeom xmlns:a="http://schemas.openxmlformats.org/drawingml/2006/main">
            <a:pathLst>
              <a:path w="3517" h="10230" fill="none">
                <a:moveTo>
                  <a:pt x="0" y="0"/>
                </a:moveTo>
                <a:lnTo>
                  <a:pt x="3517" y="0"/>
                </a:lnTo>
                <a:lnTo>
                  <a:pt x="3517" y="10230"/>
                </a:lnTo>
                <a:lnTo>
                  <a:pt x="0" y="102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899217E-FD6A-4937-8926-EDFDB8A2C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1" y="1862850"/>
            <a:ext cx="3518" cy="7572"/>
          </a:xfrm>
          <a:custGeom xmlns:a="http://schemas.openxmlformats.org/drawingml/2006/main">
            <a:pathLst>
              <a:path w="3518" h="7572">
                <a:moveTo>
                  <a:pt x="0" y="0"/>
                </a:moveTo>
                <a:lnTo>
                  <a:pt x="3518" y="0"/>
                </a:lnTo>
                <a:lnTo>
                  <a:pt x="3518" y="7572"/>
                </a:lnTo>
                <a:lnTo>
                  <a:pt x="0" y="75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138E51-C450-4423-8DE7-5148DC3B4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0" y="1862850"/>
            <a:ext cx="3517" cy="7573"/>
          </a:xfrm>
          <a:custGeom xmlns:a="http://schemas.openxmlformats.org/drawingml/2006/main">
            <a:pathLst>
              <a:path w="3517" h="7573" fill="none">
                <a:moveTo>
                  <a:pt x="0" y="0"/>
                </a:moveTo>
                <a:lnTo>
                  <a:pt x="3517" y="0"/>
                </a:lnTo>
                <a:lnTo>
                  <a:pt x="3517" y="7573"/>
                </a:lnTo>
                <a:lnTo>
                  <a:pt x="0" y="75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B0E00C5-9B32-4EB1-A3DB-B84A646C59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1" y="1892919"/>
            <a:ext cx="3518" cy="6367"/>
          </a:xfrm>
          <a:custGeom xmlns:a="http://schemas.openxmlformats.org/drawingml/2006/main">
            <a:pathLst>
              <a:path w="3518" h="6367">
                <a:moveTo>
                  <a:pt x="0" y="0"/>
                </a:moveTo>
                <a:lnTo>
                  <a:pt x="3518" y="0"/>
                </a:lnTo>
                <a:lnTo>
                  <a:pt x="3518" y="6367"/>
                </a:lnTo>
                <a:lnTo>
                  <a:pt x="0" y="636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AE2AD14-240A-4A0B-8989-7740C8A57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13860" y="1892922"/>
            <a:ext cx="3517" cy="6367"/>
          </a:xfrm>
          <a:custGeom xmlns:a="http://schemas.openxmlformats.org/drawingml/2006/main">
            <a:pathLst>
              <a:path w="3517" h="6367" fill="none">
                <a:moveTo>
                  <a:pt x="0" y="0"/>
                </a:moveTo>
                <a:lnTo>
                  <a:pt x="3517" y="0"/>
                </a:lnTo>
                <a:lnTo>
                  <a:pt x="3517" y="6367"/>
                </a:lnTo>
                <a:lnTo>
                  <a:pt x="0" y="63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01B856-33B7-427C-86D6-EDED81F186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875" y="1795982"/>
            <a:ext cx="4295" cy="2926"/>
          </a:xfrm>
          <a:custGeom xmlns:a="http://schemas.openxmlformats.org/drawingml/2006/main">
            <a:pathLst>
              <a:path w="4295" h="2926">
                <a:moveTo>
                  <a:pt x="0" y="0"/>
                </a:moveTo>
                <a:lnTo>
                  <a:pt x="4295" y="0"/>
                </a:lnTo>
                <a:lnTo>
                  <a:pt x="4295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4881C1-A4AB-43C3-A744-214769831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9875" y="1795982"/>
            <a:ext cx="4296" cy="2929"/>
          </a:xfrm>
          <a:custGeom xmlns:a="http://schemas.openxmlformats.org/drawingml/2006/main">
            <a:pathLst>
              <a:path w="4296" h="2929" fill="none">
                <a:moveTo>
                  <a:pt x="0" y="0"/>
                </a:moveTo>
                <a:lnTo>
                  <a:pt x="4296" y="0"/>
                </a:lnTo>
                <a:lnTo>
                  <a:pt x="4296" y="2929"/>
                </a:lnTo>
                <a:lnTo>
                  <a:pt x="0" y="29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5EA0728-FDBD-4A26-8744-6640DAC032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670" y="1795982"/>
            <a:ext cx="2789" cy="2926"/>
          </a:xfrm>
          <a:custGeom xmlns:a="http://schemas.openxmlformats.org/drawingml/2006/main">
            <a:pathLst>
              <a:path w="2789" h="2926">
                <a:moveTo>
                  <a:pt x="0" y="0"/>
                </a:moveTo>
                <a:lnTo>
                  <a:pt x="2789" y="0"/>
                </a:lnTo>
                <a:lnTo>
                  <a:pt x="2789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DAA731-DB92-44D1-BC5D-B4CD069C5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6669" y="1795982"/>
            <a:ext cx="2790" cy="2929"/>
          </a:xfrm>
          <a:custGeom xmlns:a="http://schemas.openxmlformats.org/drawingml/2006/main">
            <a:pathLst>
              <a:path w="2790" h="2929" fill="none">
                <a:moveTo>
                  <a:pt x="0" y="0"/>
                </a:moveTo>
                <a:lnTo>
                  <a:pt x="2790" y="0"/>
                </a:lnTo>
                <a:lnTo>
                  <a:pt x="2790" y="2929"/>
                </a:lnTo>
                <a:lnTo>
                  <a:pt x="0" y="29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F2E8BA-F1E3-43AC-9FEC-A49440D3A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956" y="1795982"/>
            <a:ext cx="1872" cy="2926"/>
          </a:xfrm>
          <a:custGeom xmlns:a="http://schemas.openxmlformats.org/drawingml/2006/main">
            <a:pathLst>
              <a:path w="1872" h="2926">
                <a:moveTo>
                  <a:pt x="0" y="0"/>
                </a:moveTo>
                <a:lnTo>
                  <a:pt x="1872" y="0"/>
                </a:lnTo>
                <a:lnTo>
                  <a:pt x="1872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7BE464-69CB-40C0-8126-2846AAD51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1957" y="1795982"/>
            <a:ext cx="1870" cy="2929"/>
          </a:xfrm>
          <a:custGeom xmlns:a="http://schemas.openxmlformats.org/drawingml/2006/main">
            <a:pathLst>
              <a:path w="1870" h="2929" fill="none">
                <a:moveTo>
                  <a:pt x="0" y="0"/>
                </a:moveTo>
                <a:lnTo>
                  <a:pt x="1870" y="0"/>
                </a:lnTo>
                <a:lnTo>
                  <a:pt x="1870" y="2929"/>
                </a:lnTo>
                <a:lnTo>
                  <a:pt x="0" y="29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8096FA-D55A-4EF3-AA6A-297C441207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325" y="1795982"/>
            <a:ext cx="1263" cy="2926"/>
          </a:xfrm>
          <a:custGeom xmlns:a="http://schemas.openxmlformats.org/drawingml/2006/main">
            <a:pathLst>
              <a:path w="1263" h="2926">
                <a:moveTo>
                  <a:pt x="0" y="0"/>
                </a:moveTo>
                <a:lnTo>
                  <a:pt x="1263" y="0"/>
                </a:lnTo>
                <a:lnTo>
                  <a:pt x="1263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802B969-14B0-4BDD-A6A3-3F32C38A7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16325" y="1795982"/>
            <a:ext cx="1262" cy="2929"/>
          </a:xfrm>
          <a:custGeom xmlns:a="http://schemas.openxmlformats.org/drawingml/2006/main">
            <a:pathLst>
              <a:path w="1262" h="2929" fill="none">
                <a:moveTo>
                  <a:pt x="0" y="0"/>
                </a:moveTo>
                <a:lnTo>
                  <a:pt x="1262" y="0"/>
                </a:lnTo>
                <a:lnTo>
                  <a:pt x="1262" y="2929"/>
                </a:lnTo>
                <a:lnTo>
                  <a:pt x="0" y="29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9B011F0-BA68-416D-8888-E0AC289A3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085" y="1795982"/>
            <a:ext cx="929" cy="2926"/>
          </a:xfrm>
          <a:custGeom xmlns:a="http://schemas.openxmlformats.org/drawingml/2006/main">
            <a:pathLst>
              <a:path w="929" h="2926">
                <a:moveTo>
                  <a:pt x="0" y="0"/>
                </a:moveTo>
                <a:lnTo>
                  <a:pt x="929" y="0"/>
                </a:lnTo>
                <a:lnTo>
                  <a:pt x="929" y="2926"/>
                </a:lnTo>
                <a:lnTo>
                  <a:pt x="0" y="29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CC8BD27-D531-4669-923E-39242EBE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0087" y="1795982"/>
            <a:ext cx="928" cy="2929"/>
          </a:xfrm>
          <a:custGeom xmlns:a="http://schemas.openxmlformats.org/drawingml/2006/main">
            <a:pathLst>
              <a:path w="928" h="2929" fill="none">
                <a:moveTo>
                  <a:pt x="0" y="0"/>
                </a:moveTo>
                <a:lnTo>
                  <a:pt x="928" y="0"/>
                </a:lnTo>
                <a:lnTo>
                  <a:pt x="928" y="2929"/>
                </a:lnTo>
                <a:lnTo>
                  <a:pt x="0" y="29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290E10-8B4F-49B8-9E92-74DDDB0A7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2259260"/>
            <a:ext cx="66645" cy="105790"/>
          </a:xfrm>
          <a:custGeom xmlns:a="http://schemas.openxmlformats.org/drawingml/2006/main">
            <a:pathLst>
              <a:path w="66645" h="105790">
                <a:moveTo>
                  <a:pt x="0" y="0"/>
                </a:moveTo>
                <a:lnTo>
                  <a:pt x="66645" y="0"/>
                </a:lnTo>
                <a:lnTo>
                  <a:pt x="66645" y="105790"/>
                </a:lnTo>
                <a:lnTo>
                  <a:pt x="0" y="1057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F46808-7513-45E3-8BDE-06F33915F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2259262"/>
            <a:ext cx="66647" cy="105789"/>
          </a:xfrm>
          <a:custGeom xmlns:a="http://schemas.openxmlformats.org/drawingml/2006/main">
            <a:pathLst>
              <a:path w="66647" h="105789" fill="none">
                <a:moveTo>
                  <a:pt x="0" y="0"/>
                </a:moveTo>
                <a:lnTo>
                  <a:pt x="66647" y="0"/>
                </a:lnTo>
                <a:lnTo>
                  <a:pt x="66647" y="105789"/>
                </a:lnTo>
                <a:lnTo>
                  <a:pt x="0" y="10578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A0E1AC-2F01-4A0A-8496-A466ED85E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324" y="2259260"/>
            <a:ext cx="53972" cy="43191"/>
          </a:xfrm>
          <a:custGeom xmlns:a="http://schemas.openxmlformats.org/drawingml/2006/main">
            <a:pathLst>
              <a:path w="53972" h="43191">
                <a:moveTo>
                  <a:pt x="0" y="0"/>
                </a:moveTo>
                <a:lnTo>
                  <a:pt x="53972" y="0"/>
                </a:lnTo>
                <a:lnTo>
                  <a:pt x="53972" y="43191"/>
                </a:lnTo>
                <a:lnTo>
                  <a:pt x="0" y="431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CCD71-E80A-4091-A54A-F35858FF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323" y="2259262"/>
            <a:ext cx="53973" cy="43191"/>
          </a:xfrm>
          <a:custGeom xmlns:a="http://schemas.openxmlformats.org/drawingml/2006/main">
            <a:pathLst>
              <a:path w="53973" h="43191" fill="none">
                <a:moveTo>
                  <a:pt x="0" y="0"/>
                </a:moveTo>
                <a:lnTo>
                  <a:pt x="53973" y="0"/>
                </a:lnTo>
                <a:lnTo>
                  <a:pt x="53973" y="43191"/>
                </a:lnTo>
                <a:lnTo>
                  <a:pt x="0" y="431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71" name="Text Miridae">
            <a:extLst xmlns:a="http://schemas.openxmlformats.org/drawingml/2006/main">
              <a:ext uri="{FF2B5EF4-FFF2-40B4-BE49-F238E27FC236}">
                <a16:creationId xmlns:a16="http://schemas.microsoft.com/office/drawing/2014/main" id="{67E5DA86-66A0-4F20-B92C-ABFD0EBE5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8263" y="2262870"/>
            <a:ext cx="51578" cy="11456"/>
          </a:xfrm>
          <a:custGeom xmlns:a="http://schemas.openxmlformats.org/drawingml/2006/main">
            <a:pathLst>
              <a:path w="51578" h="11456">
                <a:moveTo>
                  <a:pt x="9566" y="11225"/>
                </a:moveTo>
                <a:lnTo>
                  <a:pt x="8137" y="11225"/>
                </a:lnTo>
                <a:lnTo>
                  <a:pt x="8137" y="1964"/>
                </a:lnTo>
                <a:lnTo>
                  <a:pt x="5151" y="8267"/>
                </a:lnTo>
                <a:lnTo>
                  <a:pt x="4299" y="8267"/>
                </a:lnTo>
                <a:lnTo>
                  <a:pt x="1335" y="1964"/>
                </a:lnTo>
                <a:lnTo>
                  <a:pt x="1335" y="11225"/>
                </a:lnTo>
                <a:lnTo>
                  <a:pt x="0" y="11225"/>
                </a:lnTo>
                <a:lnTo>
                  <a:pt x="0" y="476"/>
                </a:lnTo>
                <a:lnTo>
                  <a:pt x="1948" y="476"/>
                </a:lnTo>
                <a:lnTo>
                  <a:pt x="4812" y="6462"/>
                </a:lnTo>
                <a:lnTo>
                  <a:pt x="7582" y="476"/>
                </a:lnTo>
                <a:lnTo>
                  <a:pt x="9566" y="476"/>
                </a:lnTo>
                <a:lnTo>
                  <a:pt x="9566" y="11225"/>
                </a:lnTo>
                <a:close/>
                <a:moveTo>
                  <a:pt x="13800" y="1818"/>
                </a:moveTo>
                <a:lnTo>
                  <a:pt x="12271" y="1818"/>
                </a:lnTo>
                <a:lnTo>
                  <a:pt x="12271" y="404"/>
                </a:lnTo>
                <a:lnTo>
                  <a:pt x="13800" y="404"/>
                </a:lnTo>
                <a:lnTo>
                  <a:pt x="13800" y="1818"/>
                </a:lnTo>
                <a:moveTo>
                  <a:pt x="13713" y="11225"/>
                </a:moveTo>
                <a:lnTo>
                  <a:pt x="12357" y="11225"/>
                </a:lnTo>
                <a:lnTo>
                  <a:pt x="12357" y="3160"/>
                </a:lnTo>
                <a:lnTo>
                  <a:pt x="13713" y="3160"/>
                </a:lnTo>
                <a:lnTo>
                  <a:pt x="13713" y="11225"/>
                </a:lnTo>
                <a:close/>
                <a:moveTo>
                  <a:pt x="21425" y="4631"/>
                </a:moveTo>
                <a:lnTo>
                  <a:pt x="21353" y="4631"/>
                </a:lnTo>
                <a:cubicBezTo>
                  <a:pt x="21151" y="4586"/>
                  <a:pt x="20955" y="4553"/>
                  <a:pt x="20765" y="4532"/>
                </a:cubicBezTo>
                <a:cubicBezTo>
                  <a:pt x="20575" y="4512"/>
                  <a:pt x="20350" y="4501"/>
                  <a:pt x="20090" y="4501"/>
                </a:cubicBezTo>
                <a:cubicBezTo>
                  <a:pt x="19672" y="4501"/>
                  <a:pt x="19268" y="4594"/>
                  <a:pt x="18878" y="4780"/>
                </a:cubicBezTo>
                <a:cubicBezTo>
                  <a:pt x="18489" y="4965"/>
                  <a:pt x="18114" y="5204"/>
                  <a:pt x="17753" y="5498"/>
                </a:cubicBezTo>
                <a:lnTo>
                  <a:pt x="17753" y="11225"/>
                </a:lnTo>
                <a:lnTo>
                  <a:pt x="16397" y="11225"/>
                </a:lnTo>
                <a:lnTo>
                  <a:pt x="16397" y="3160"/>
                </a:lnTo>
                <a:lnTo>
                  <a:pt x="17753" y="3160"/>
                </a:lnTo>
                <a:lnTo>
                  <a:pt x="17753" y="4351"/>
                </a:lnTo>
                <a:cubicBezTo>
                  <a:pt x="18292" y="3918"/>
                  <a:pt x="18767" y="3611"/>
                  <a:pt x="19178" y="3430"/>
                </a:cubicBezTo>
                <a:cubicBezTo>
                  <a:pt x="19589" y="3250"/>
                  <a:pt x="20009" y="3160"/>
                  <a:pt x="20437" y="3160"/>
                </a:cubicBezTo>
                <a:cubicBezTo>
                  <a:pt x="20672" y="3160"/>
                  <a:pt x="20843" y="3166"/>
                  <a:pt x="20949" y="3178"/>
                </a:cubicBezTo>
                <a:cubicBezTo>
                  <a:pt x="21055" y="3190"/>
                  <a:pt x="21213" y="3212"/>
                  <a:pt x="21425" y="3246"/>
                </a:cubicBezTo>
                <a:lnTo>
                  <a:pt x="21425" y="4631"/>
                </a:lnTo>
                <a:close/>
                <a:moveTo>
                  <a:pt x="24159" y="1818"/>
                </a:moveTo>
                <a:lnTo>
                  <a:pt x="22630" y="1818"/>
                </a:lnTo>
                <a:lnTo>
                  <a:pt x="22630" y="404"/>
                </a:lnTo>
                <a:lnTo>
                  <a:pt x="24159" y="404"/>
                </a:lnTo>
                <a:lnTo>
                  <a:pt x="24159" y="1818"/>
                </a:lnTo>
                <a:moveTo>
                  <a:pt x="24072" y="11225"/>
                </a:moveTo>
                <a:lnTo>
                  <a:pt x="22716" y="11225"/>
                </a:lnTo>
                <a:lnTo>
                  <a:pt x="22716" y="3160"/>
                </a:lnTo>
                <a:lnTo>
                  <a:pt x="24072" y="3160"/>
                </a:lnTo>
                <a:lnTo>
                  <a:pt x="24072" y="11225"/>
                </a:lnTo>
                <a:close/>
                <a:moveTo>
                  <a:pt x="33292" y="11225"/>
                </a:moveTo>
                <a:lnTo>
                  <a:pt x="31935" y="11225"/>
                </a:lnTo>
                <a:lnTo>
                  <a:pt x="31935" y="10385"/>
                </a:lnTo>
                <a:cubicBezTo>
                  <a:pt x="31546" y="10723"/>
                  <a:pt x="31139" y="10986"/>
                  <a:pt x="30716" y="11174"/>
                </a:cubicBezTo>
                <a:cubicBezTo>
                  <a:pt x="30293" y="11362"/>
                  <a:pt x="29834" y="11456"/>
                  <a:pt x="29338" y="11456"/>
                </a:cubicBezTo>
                <a:cubicBezTo>
                  <a:pt x="28377" y="11456"/>
                  <a:pt x="27613" y="11084"/>
                  <a:pt x="27048" y="10342"/>
                </a:cubicBezTo>
                <a:cubicBezTo>
                  <a:pt x="26483" y="9599"/>
                  <a:pt x="26200" y="8570"/>
                  <a:pt x="26200" y="7254"/>
                </a:cubicBezTo>
                <a:cubicBezTo>
                  <a:pt x="26200" y="6569"/>
                  <a:pt x="26298" y="5959"/>
                  <a:pt x="26493" y="5424"/>
                </a:cubicBezTo>
                <a:cubicBezTo>
                  <a:pt x="26687" y="4889"/>
                  <a:pt x="26951" y="4433"/>
                  <a:pt x="27282" y="4057"/>
                </a:cubicBezTo>
                <a:cubicBezTo>
                  <a:pt x="27609" y="3691"/>
                  <a:pt x="27991" y="3411"/>
                  <a:pt x="28426" y="3218"/>
                </a:cubicBezTo>
                <a:cubicBezTo>
                  <a:pt x="28861" y="3025"/>
                  <a:pt x="29312" y="2929"/>
                  <a:pt x="29778" y="2929"/>
                </a:cubicBezTo>
                <a:cubicBezTo>
                  <a:pt x="30202" y="2929"/>
                  <a:pt x="30577" y="2973"/>
                  <a:pt x="30904" y="3063"/>
                </a:cubicBezTo>
                <a:cubicBezTo>
                  <a:pt x="31231" y="3152"/>
                  <a:pt x="31575" y="3290"/>
                  <a:pt x="31935" y="3478"/>
                </a:cubicBezTo>
                <a:lnTo>
                  <a:pt x="31935" y="0"/>
                </a:lnTo>
                <a:lnTo>
                  <a:pt x="33292" y="0"/>
                </a:lnTo>
                <a:lnTo>
                  <a:pt x="33292" y="11225"/>
                </a:lnTo>
                <a:moveTo>
                  <a:pt x="31935" y="9241"/>
                </a:moveTo>
                <a:lnTo>
                  <a:pt x="31935" y="4617"/>
                </a:lnTo>
                <a:cubicBezTo>
                  <a:pt x="31570" y="4453"/>
                  <a:pt x="31243" y="4340"/>
                  <a:pt x="30954" y="4278"/>
                </a:cubicBezTo>
                <a:cubicBezTo>
                  <a:pt x="30666" y="4215"/>
                  <a:pt x="30351" y="4184"/>
                  <a:pt x="30009" y="4184"/>
                </a:cubicBezTo>
                <a:cubicBezTo>
                  <a:pt x="29249" y="4184"/>
                  <a:pt x="28658" y="4449"/>
                  <a:pt x="28235" y="4978"/>
                </a:cubicBezTo>
                <a:cubicBezTo>
                  <a:pt x="27811" y="5507"/>
                  <a:pt x="27600" y="6257"/>
                  <a:pt x="27600" y="7228"/>
                </a:cubicBezTo>
                <a:cubicBezTo>
                  <a:pt x="27600" y="8185"/>
                  <a:pt x="27763" y="8913"/>
                  <a:pt x="28090" y="9410"/>
                </a:cubicBezTo>
                <a:cubicBezTo>
                  <a:pt x="28417" y="9908"/>
                  <a:pt x="28942" y="10157"/>
                  <a:pt x="29663" y="10157"/>
                </a:cubicBezTo>
                <a:cubicBezTo>
                  <a:pt x="30048" y="10157"/>
                  <a:pt x="30437" y="10072"/>
                  <a:pt x="30832" y="9901"/>
                </a:cubicBezTo>
                <a:cubicBezTo>
                  <a:pt x="31226" y="9730"/>
                  <a:pt x="31594" y="9510"/>
                  <a:pt x="31935" y="9241"/>
                </a:cubicBezTo>
                <a:close/>
                <a:moveTo>
                  <a:pt x="42222" y="11225"/>
                </a:moveTo>
                <a:lnTo>
                  <a:pt x="40873" y="11225"/>
                </a:lnTo>
                <a:lnTo>
                  <a:pt x="40873" y="10372"/>
                </a:lnTo>
                <a:cubicBezTo>
                  <a:pt x="40753" y="10454"/>
                  <a:pt x="40591" y="10568"/>
                  <a:pt x="40386" y="10715"/>
                </a:cubicBezTo>
                <a:cubicBezTo>
                  <a:pt x="40182" y="10862"/>
                  <a:pt x="39984" y="10979"/>
                  <a:pt x="39791" y="11066"/>
                </a:cubicBezTo>
                <a:cubicBezTo>
                  <a:pt x="39565" y="11176"/>
                  <a:pt x="39305" y="11269"/>
                  <a:pt x="39012" y="11343"/>
                </a:cubicBezTo>
                <a:cubicBezTo>
                  <a:pt x="38719" y="11418"/>
                  <a:pt x="38375" y="11456"/>
                  <a:pt x="37981" y="11456"/>
                </a:cubicBezTo>
                <a:cubicBezTo>
                  <a:pt x="37254" y="11456"/>
                  <a:pt x="36639" y="11215"/>
                  <a:pt x="36134" y="10733"/>
                </a:cubicBezTo>
                <a:cubicBezTo>
                  <a:pt x="35629" y="10252"/>
                  <a:pt x="35376" y="9638"/>
                  <a:pt x="35376" y="8891"/>
                </a:cubicBezTo>
                <a:cubicBezTo>
                  <a:pt x="35376" y="8280"/>
                  <a:pt x="35507" y="7785"/>
                  <a:pt x="35770" y="7407"/>
                </a:cubicBezTo>
                <a:cubicBezTo>
                  <a:pt x="36032" y="7029"/>
                  <a:pt x="36406" y="6732"/>
                  <a:pt x="36891" y="6515"/>
                </a:cubicBezTo>
                <a:cubicBezTo>
                  <a:pt x="37382" y="6298"/>
                  <a:pt x="37971" y="6151"/>
                  <a:pt x="38659" y="6074"/>
                </a:cubicBezTo>
                <a:cubicBezTo>
                  <a:pt x="39346" y="5997"/>
                  <a:pt x="40085" y="5939"/>
                  <a:pt x="40873" y="5901"/>
                </a:cubicBezTo>
                <a:lnTo>
                  <a:pt x="40873" y="5690"/>
                </a:lnTo>
                <a:cubicBezTo>
                  <a:pt x="40873" y="5380"/>
                  <a:pt x="40819" y="5123"/>
                  <a:pt x="40711" y="4919"/>
                </a:cubicBezTo>
                <a:cubicBezTo>
                  <a:pt x="40603" y="4715"/>
                  <a:pt x="40448" y="4555"/>
                  <a:pt x="40246" y="4439"/>
                </a:cubicBezTo>
                <a:cubicBezTo>
                  <a:pt x="40053" y="4327"/>
                  <a:pt x="39822" y="4252"/>
                  <a:pt x="39553" y="4213"/>
                </a:cubicBezTo>
                <a:cubicBezTo>
                  <a:pt x="39284" y="4175"/>
                  <a:pt x="39002" y="4155"/>
                  <a:pt x="38709" y="4155"/>
                </a:cubicBezTo>
                <a:cubicBezTo>
                  <a:pt x="38353" y="4155"/>
                  <a:pt x="37956" y="4203"/>
                  <a:pt x="37519" y="4300"/>
                </a:cubicBezTo>
                <a:cubicBezTo>
                  <a:pt x="37081" y="4396"/>
                  <a:pt x="36629" y="4535"/>
                  <a:pt x="36163" y="4718"/>
                </a:cubicBezTo>
                <a:lnTo>
                  <a:pt x="36091" y="4718"/>
                </a:lnTo>
                <a:lnTo>
                  <a:pt x="36091" y="3340"/>
                </a:lnTo>
                <a:cubicBezTo>
                  <a:pt x="36355" y="3268"/>
                  <a:pt x="36737" y="3189"/>
                  <a:pt x="37238" y="3102"/>
                </a:cubicBezTo>
                <a:cubicBezTo>
                  <a:pt x="37738" y="3015"/>
                  <a:pt x="38231" y="2972"/>
                  <a:pt x="38716" y="2972"/>
                </a:cubicBezTo>
                <a:cubicBezTo>
                  <a:pt x="39284" y="2972"/>
                  <a:pt x="39778" y="3019"/>
                  <a:pt x="40199" y="3113"/>
                </a:cubicBezTo>
                <a:cubicBezTo>
                  <a:pt x="40620" y="3207"/>
                  <a:pt x="40984" y="3366"/>
                  <a:pt x="41292" y="3592"/>
                </a:cubicBezTo>
                <a:cubicBezTo>
                  <a:pt x="41595" y="3814"/>
                  <a:pt x="41826" y="4100"/>
                  <a:pt x="41984" y="4451"/>
                </a:cubicBezTo>
                <a:cubicBezTo>
                  <a:pt x="42143" y="4802"/>
                  <a:pt x="42222" y="5237"/>
                  <a:pt x="42222" y="5757"/>
                </a:cubicBezTo>
                <a:lnTo>
                  <a:pt x="42222" y="11225"/>
                </a:lnTo>
                <a:moveTo>
                  <a:pt x="40873" y="9251"/>
                </a:moveTo>
                <a:lnTo>
                  <a:pt x="40873" y="6997"/>
                </a:lnTo>
                <a:cubicBezTo>
                  <a:pt x="40460" y="7022"/>
                  <a:pt x="39973" y="7058"/>
                  <a:pt x="39412" y="7106"/>
                </a:cubicBezTo>
                <a:cubicBezTo>
                  <a:pt x="38852" y="7155"/>
                  <a:pt x="38409" y="7224"/>
                  <a:pt x="38082" y="7316"/>
                </a:cubicBezTo>
                <a:cubicBezTo>
                  <a:pt x="37692" y="7427"/>
                  <a:pt x="37377" y="7600"/>
                  <a:pt x="37137" y="7834"/>
                </a:cubicBezTo>
                <a:cubicBezTo>
                  <a:pt x="36896" y="8069"/>
                  <a:pt x="36776" y="8391"/>
                  <a:pt x="36776" y="8802"/>
                </a:cubicBezTo>
                <a:cubicBezTo>
                  <a:pt x="36776" y="9266"/>
                  <a:pt x="36915" y="9615"/>
                  <a:pt x="37194" y="9849"/>
                </a:cubicBezTo>
                <a:cubicBezTo>
                  <a:pt x="37473" y="10083"/>
                  <a:pt x="37899" y="10200"/>
                  <a:pt x="38471" y="10200"/>
                </a:cubicBezTo>
                <a:cubicBezTo>
                  <a:pt x="38947" y="10200"/>
                  <a:pt x="39382" y="10107"/>
                  <a:pt x="39777" y="9921"/>
                </a:cubicBezTo>
                <a:cubicBezTo>
                  <a:pt x="40171" y="9735"/>
                  <a:pt x="40537" y="9512"/>
                  <a:pt x="40873" y="9251"/>
                </a:cubicBezTo>
                <a:close/>
                <a:moveTo>
                  <a:pt x="51578" y="7329"/>
                </a:moveTo>
                <a:lnTo>
                  <a:pt x="45641" y="7329"/>
                </a:lnTo>
                <a:cubicBezTo>
                  <a:pt x="45641" y="7826"/>
                  <a:pt x="45716" y="8258"/>
                  <a:pt x="45865" y="8627"/>
                </a:cubicBezTo>
                <a:cubicBezTo>
                  <a:pt x="46014" y="8996"/>
                  <a:pt x="46219" y="9299"/>
                  <a:pt x="46478" y="9535"/>
                </a:cubicBezTo>
                <a:cubicBezTo>
                  <a:pt x="46728" y="9766"/>
                  <a:pt x="47025" y="9940"/>
                  <a:pt x="47369" y="10056"/>
                </a:cubicBezTo>
                <a:cubicBezTo>
                  <a:pt x="47713" y="10171"/>
                  <a:pt x="48092" y="10229"/>
                  <a:pt x="48505" y="10229"/>
                </a:cubicBezTo>
                <a:cubicBezTo>
                  <a:pt x="49054" y="10229"/>
                  <a:pt x="49605" y="10119"/>
                  <a:pt x="50161" y="9898"/>
                </a:cubicBezTo>
                <a:cubicBezTo>
                  <a:pt x="50716" y="9678"/>
                  <a:pt x="51112" y="9461"/>
                  <a:pt x="51348" y="9248"/>
                </a:cubicBezTo>
                <a:lnTo>
                  <a:pt x="51420" y="9248"/>
                </a:lnTo>
                <a:lnTo>
                  <a:pt x="51420" y="10732"/>
                </a:lnTo>
                <a:cubicBezTo>
                  <a:pt x="50963" y="10925"/>
                  <a:pt x="50496" y="11087"/>
                  <a:pt x="50020" y="11217"/>
                </a:cubicBezTo>
                <a:cubicBezTo>
                  <a:pt x="49544" y="11347"/>
                  <a:pt x="49044" y="11412"/>
                  <a:pt x="48520" y="11412"/>
                </a:cubicBezTo>
                <a:cubicBezTo>
                  <a:pt x="47183" y="11412"/>
                  <a:pt x="46139" y="11050"/>
                  <a:pt x="45389" y="10325"/>
                </a:cubicBezTo>
                <a:cubicBezTo>
                  <a:pt x="44639" y="9600"/>
                  <a:pt x="44264" y="8570"/>
                  <a:pt x="44264" y="7235"/>
                </a:cubicBezTo>
                <a:cubicBezTo>
                  <a:pt x="44264" y="5916"/>
                  <a:pt x="44623" y="4868"/>
                  <a:pt x="45342" y="4092"/>
                </a:cubicBezTo>
                <a:cubicBezTo>
                  <a:pt x="46061" y="3317"/>
                  <a:pt x="47007" y="2929"/>
                  <a:pt x="48181" y="2929"/>
                </a:cubicBezTo>
                <a:cubicBezTo>
                  <a:pt x="49268" y="2929"/>
                  <a:pt x="50106" y="3247"/>
                  <a:pt x="50695" y="3883"/>
                </a:cubicBezTo>
                <a:cubicBezTo>
                  <a:pt x="51284" y="4518"/>
                  <a:pt x="51578" y="5422"/>
                  <a:pt x="51578" y="6592"/>
                </a:cubicBezTo>
                <a:lnTo>
                  <a:pt x="51578" y="7329"/>
                </a:lnTo>
                <a:moveTo>
                  <a:pt x="50258" y="6290"/>
                </a:moveTo>
                <a:cubicBezTo>
                  <a:pt x="50254" y="5579"/>
                  <a:pt x="50074" y="5028"/>
                  <a:pt x="49721" y="4638"/>
                </a:cubicBezTo>
                <a:cubicBezTo>
                  <a:pt x="49367" y="4249"/>
                  <a:pt x="48830" y="4054"/>
                  <a:pt x="48109" y="4054"/>
                </a:cubicBezTo>
                <a:cubicBezTo>
                  <a:pt x="47382" y="4054"/>
                  <a:pt x="46804" y="4268"/>
                  <a:pt x="46374" y="4696"/>
                </a:cubicBezTo>
                <a:cubicBezTo>
                  <a:pt x="45943" y="5124"/>
                  <a:pt x="45699" y="5656"/>
                  <a:pt x="45641" y="6290"/>
                </a:cubicBezTo>
                <a:lnTo>
                  <a:pt x="50258" y="629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98BCBD9-DFC3-4524-B76D-B18802432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324" y="2324948"/>
            <a:ext cx="53972" cy="40102"/>
          </a:xfrm>
          <a:custGeom xmlns:a="http://schemas.openxmlformats.org/drawingml/2006/main">
            <a:pathLst>
              <a:path w="53972" h="40102">
                <a:moveTo>
                  <a:pt x="0" y="0"/>
                </a:moveTo>
                <a:lnTo>
                  <a:pt x="53972" y="0"/>
                </a:lnTo>
                <a:lnTo>
                  <a:pt x="53972" y="40102"/>
                </a:lnTo>
                <a:lnTo>
                  <a:pt x="0" y="4010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751D5AD-CC27-43D5-BBC3-5E9BF57E3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4323" y="2324951"/>
            <a:ext cx="53973" cy="40100"/>
          </a:xfrm>
          <a:custGeom xmlns:a="http://schemas.openxmlformats.org/drawingml/2006/main">
            <a:pathLst>
              <a:path w="53973" h="40100" fill="none">
                <a:moveTo>
                  <a:pt x="0" y="0"/>
                </a:moveTo>
                <a:lnTo>
                  <a:pt x="53973" y="0"/>
                </a:lnTo>
                <a:lnTo>
                  <a:pt x="53973" y="40100"/>
                </a:lnTo>
                <a:lnTo>
                  <a:pt x="0" y="4010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74" name="Text Pentatomidae">
            <a:extLst xmlns:a="http://schemas.openxmlformats.org/drawingml/2006/main">
              <a:ext uri="{FF2B5EF4-FFF2-40B4-BE49-F238E27FC236}">
                <a16:creationId xmlns:a16="http://schemas.microsoft.com/office/drawing/2014/main" id="{8B03D0DE-B295-4108-85CB-FAFF61270E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7582" y="2326852"/>
            <a:ext cx="52622" cy="6048"/>
          </a:xfrm>
          <a:custGeom xmlns:a="http://schemas.openxmlformats.org/drawingml/2006/main">
            <a:pathLst>
              <a:path w="52622" h="6048">
                <a:moveTo>
                  <a:pt x="3709" y="1965"/>
                </a:moveTo>
                <a:cubicBezTo>
                  <a:pt x="3709" y="2216"/>
                  <a:pt x="3665" y="2449"/>
                  <a:pt x="3578" y="2664"/>
                </a:cubicBezTo>
                <a:cubicBezTo>
                  <a:pt x="3490" y="2878"/>
                  <a:pt x="3368" y="3064"/>
                  <a:pt x="3210" y="3222"/>
                </a:cubicBezTo>
                <a:cubicBezTo>
                  <a:pt x="3015" y="3417"/>
                  <a:pt x="2784" y="3564"/>
                  <a:pt x="2517" y="3662"/>
                </a:cubicBezTo>
                <a:cubicBezTo>
                  <a:pt x="2251" y="3759"/>
                  <a:pt x="1914" y="3808"/>
                  <a:pt x="1508" y="3808"/>
                </a:cubicBezTo>
                <a:lnTo>
                  <a:pt x="754" y="3808"/>
                </a:lnTo>
                <a:lnTo>
                  <a:pt x="754" y="5926"/>
                </a:lnTo>
                <a:lnTo>
                  <a:pt x="0" y="5926"/>
                </a:lnTo>
                <a:lnTo>
                  <a:pt x="0" y="251"/>
                </a:lnTo>
                <a:lnTo>
                  <a:pt x="1539" y="251"/>
                </a:lnTo>
                <a:cubicBezTo>
                  <a:pt x="1879" y="251"/>
                  <a:pt x="2167" y="280"/>
                  <a:pt x="2403" y="337"/>
                </a:cubicBezTo>
                <a:cubicBezTo>
                  <a:pt x="2639" y="394"/>
                  <a:pt x="2849" y="484"/>
                  <a:pt x="3031" y="606"/>
                </a:cubicBezTo>
                <a:cubicBezTo>
                  <a:pt x="3247" y="750"/>
                  <a:pt x="3414" y="930"/>
                  <a:pt x="3532" y="1146"/>
                </a:cubicBezTo>
                <a:cubicBezTo>
                  <a:pt x="3650" y="1362"/>
                  <a:pt x="3709" y="1635"/>
                  <a:pt x="3709" y="1965"/>
                </a:cubicBezTo>
                <a:moveTo>
                  <a:pt x="2925" y="1983"/>
                </a:moveTo>
                <a:cubicBezTo>
                  <a:pt x="2925" y="1789"/>
                  <a:pt x="2891" y="1620"/>
                  <a:pt x="2822" y="1477"/>
                </a:cubicBezTo>
                <a:cubicBezTo>
                  <a:pt x="2753" y="1333"/>
                  <a:pt x="2649" y="1216"/>
                  <a:pt x="2510" y="1125"/>
                </a:cubicBezTo>
                <a:cubicBezTo>
                  <a:pt x="2388" y="1047"/>
                  <a:pt x="2249" y="991"/>
                  <a:pt x="2093" y="957"/>
                </a:cubicBezTo>
                <a:cubicBezTo>
                  <a:pt x="1937" y="923"/>
                  <a:pt x="1739" y="906"/>
                  <a:pt x="1500" y="906"/>
                </a:cubicBezTo>
                <a:lnTo>
                  <a:pt x="754" y="906"/>
                </a:lnTo>
                <a:lnTo>
                  <a:pt x="754" y="3153"/>
                </a:lnTo>
                <a:lnTo>
                  <a:pt x="1390" y="3153"/>
                </a:lnTo>
                <a:cubicBezTo>
                  <a:pt x="1695" y="3153"/>
                  <a:pt x="1942" y="3126"/>
                  <a:pt x="2133" y="3072"/>
                </a:cubicBezTo>
                <a:cubicBezTo>
                  <a:pt x="2323" y="3018"/>
                  <a:pt x="2478" y="2932"/>
                  <a:pt x="2597" y="2813"/>
                </a:cubicBezTo>
                <a:cubicBezTo>
                  <a:pt x="2717" y="2693"/>
                  <a:pt x="2801" y="2565"/>
                  <a:pt x="2851" y="2432"/>
                </a:cubicBezTo>
                <a:cubicBezTo>
                  <a:pt x="2900" y="2299"/>
                  <a:pt x="2925" y="2149"/>
                  <a:pt x="2925" y="1983"/>
                </a:cubicBezTo>
                <a:close/>
                <a:moveTo>
                  <a:pt x="8207" y="3869"/>
                </a:moveTo>
                <a:lnTo>
                  <a:pt x="5073" y="3869"/>
                </a:lnTo>
                <a:cubicBezTo>
                  <a:pt x="5073" y="4131"/>
                  <a:pt x="5112" y="4360"/>
                  <a:pt x="5191" y="4554"/>
                </a:cubicBezTo>
                <a:cubicBezTo>
                  <a:pt x="5269" y="4749"/>
                  <a:pt x="5377" y="4909"/>
                  <a:pt x="5514" y="5034"/>
                </a:cubicBezTo>
                <a:cubicBezTo>
                  <a:pt x="5646" y="5156"/>
                  <a:pt x="5803" y="5247"/>
                  <a:pt x="5985" y="5309"/>
                </a:cubicBezTo>
                <a:cubicBezTo>
                  <a:pt x="6166" y="5370"/>
                  <a:pt x="6366" y="5400"/>
                  <a:pt x="6584" y="5400"/>
                </a:cubicBezTo>
                <a:cubicBezTo>
                  <a:pt x="6874" y="5400"/>
                  <a:pt x="7165" y="5342"/>
                  <a:pt x="7458" y="5226"/>
                </a:cubicBezTo>
                <a:cubicBezTo>
                  <a:pt x="7752" y="5109"/>
                  <a:pt x="7961" y="4995"/>
                  <a:pt x="8085" y="4882"/>
                </a:cubicBezTo>
                <a:lnTo>
                  <a:pt x="8123" y="4882"/>
                </a:lnTo>
                <a:lnTo>
                  <a:pt x="8123" y="5666"/>
                </a:lnTo>
                <a:cubicBezTo>
                  <a:pt x="7882" y="5767"/>
                  <a:pt x="7636" y="5853"/>
                  <a:pt x="7384" y="5922"/>
                </a:cubicBezTo>
                <a:cubicBezTo>
                  <a:pt x="7133" y="5990"/>
                  <a:pt x="6869" y="6025"/>
                  <a:pt x="6592" y="6025"/>
                </a:cubicBezTo>
                <a:cubicBezTo>
                  <a:pt x="5886" y="6025"/>
                  <a:pt x="5335" y="5833"/>
                  <a:pt x="4939" y="5451"/>
                </a:cubicBezTo>
                <a:cubicBezTo>
                  <a:pt x="4543" y="5068"/>
                  <a:pt x="4345" y="4524"/>
                  <a:pt x="4345" y="3820"/>
                </a:cubicBezTo>
                <a:cubicBezTo>
                  <a:pt x="4345" y="3123"/>
                  <a:pt x="4535" y="2570"/>
                  <a:pt x="4914" y="2160"/>
                </a:cubicBezTo>
                <a:cubicBezTo>
                  <a:pt x="5294" y="1751"/>
                  <a:pt x="5794" y="1546"/>
                  <a:pt x="6413" y="1546"/>
                </a:cubicBezTo>
                <a:cubicBezTo>
                  <a:pt x="6987" y="1546"/>
                  <a:pt x="7429" y="1714"/>
                  <a:pt x="7740" y="2050"/>
                </a:cubicBezTo>
                <a:cubicBezTo>
                  <a:pt x="8051" y="2385"/>
                  <a:pt x="8207" y="2862"/>
                  <a:pt x="8207" y="3480"/>
                </a:cubicBezTo>
                <a:lnTo>
                  <a:pt x="8207" y="3869"/>
                </a:lnTo>
                <a:moveTo>
                  <a:pt x="7510" y="3321"/>
                </a:moveTo>
                <a:cubicBezTo>
                  <a:pt x="7507" y="2945"/>
                  <a:pt x="7413" y="2654"/>
                  <a:pt x="7226" y="2449"/>
                </a:cubicBezTo>
                <a:cubicBezTo>
                  <a:pt x="7040" y="2243"/>
                  <a:pt x="6756" y="2140"/>
                  <a:pt x="6375" y="2140"/>
                </a:cubicBezTo>
                <a:cubicBezTo>
                  <a:pt x="5992" y="2140"/>
                  <a:pt x="5686" y="2253"/>
                  <a:pt x="5459" y="2479"/>
                </a:cubicBezTo>
                <a:cubicBezTo>
                  <a:pt x="5232" y="2705"/>
                  <a:pt x="5103" y="2986"/>
                  <a:pt x="5073" y="3321"/>
                </a:cubicBezTo>
                <a:lnTo>
                  <a:pt x="7510" y="3321"/>
                </a:lnTo>
                <a:close/>
                <a:moveTo>
                  <a:pt x="12849" y="5926"/>
                </a:moveTo>
                <a:lnTo>
                  <a:pt x="12133" y="5926"/>
                </a:lnTo>
                <a:lnTo>
                  <a:pt x="12133" y="3501"/>
                </a:lnTo>
                <a:cubicBezTo>
                  <a:pt x="12133" y="3305"/>
                  <a:pt x="12122" y="3122"/>
                  <a:pt x="12099" y="2950"/>
                </a:cubicBezTo>
                <a:cubicBezTo>
                  <a:pt x="12076" y="2779"/>
                  <a:pt x="12034" y="2645"/>
                  <a:pt x="11973" y="2548"/>
                </a:cubicBezTo>
                <a:cubicBezTo>
                  <a:pt x="11910" y="2441"/>
                  <a:pt x="11818" y="2362"/>
                  <a:pt x="11699" y="2310"/>
                </a:cubicBezTo>
                <a:cubicBezTo>
                  <a:pt x="11580" y="2258"/>
                  <a:pt x="11425" y="2232"/>
                  <a:pt x="11234" y="2232"/>
                </a:cubicBezTo>
                <a:cubicBezTo>
                  <a:pt x="11039" y="2232"/>
                  <a:pt x="10834" y="2280"/>
                  <a:pt x="10621" y="2377"/>
                </a:cubicBezTo>
                <a:cubicBezTo>
                  <a:pt x="10408" y="2473"/>
                  <a:pt x="10204" y="2596"/>
                  <a:pt x="10008" y="2746"/>
                </a:cubicBezTo>
                <a:lnTo>
                  <a:pt x="10008" y="5926"/>
                </a:lnTo>
                <a:lnTo>
                  <a:pt x="9292" y="5926"/>
                </a:lnTo>
                <a:lnTo>
                  <a:pt x="9292" y="1668"/>
                </a:lnTo>
                <a:lnTo>
                  <a:pt x="10008" y="1668"/>
                </a:lnTo>
                <a:lnTo>
                  <a:pt x="10008" y="2138"/>
                </a:lnTo>
                <a:cubicBezTo>
                  <a:pt x="10232" y="1952"/>
                  <a:pt x="10463" y="1807"/>
                  <a:pt x="10701" y="1703"/>
                </a:cubicBezTo>
                <a:cubicBezTo>
                  <a:pt x="10940" y="1598"/>
                  <a:pt x="11185" y="1546"/>
                  <a:pt x="11436" y="1546"/>
                </a:cubicBezTo>
                <a:cubicBezTo>
                  <a:pt x="11896" y="1546"/>
                  <a:pt x="12246" y="1685"/>
                  <a:pt x="12487" y="1962"/>
                </a:cubicBezTo>
                <a:cubicBezTo>
                  <a:pt x="12728" y="2239"/>
                  <a:pt x="12849" y="2639"/>
                  <a:pt x="12849" y="3160"/>
                </a:cubicBezTo>
                <a:lnTo>
                  <a:pt x="12849" y="5926"/>
                </a:lnTo>
                <a:close/>
                <a:moveTo>
                  <a:pt x="16436" y="5888"/>
                </a:moveTo>
                <a:cubicBezTo>
                  <a:pt x="16302" y="5924"/>
                  <a:pt x="16155" y="5953"/>
                  <a:pt x="15997" y="5975"/>
                </a:cubicBezTo>
                <a:cubicBezTo>
                  <a:pt x="15838" y="5998"/>
                  <a:pt x="15696" y="6010"/>
                  <a:pt x="15572" y="6010"/>
                </a:cubicBezTo>
                <a:cubicBezTo>
                  <a:pt x="15138" y="6010"/>
                  <a:pt x="14808" y="5893"/>
                  <a:pt x="14582" y="5659"/>
                </a:cubicBezTo>
                <a:cubicBezTo>
                  <a:pt x="14356" y="5425"/>
                  <a:pt x="14243" y="5050"/>
                  <a:pt x="14243" y="4534"/>
                </a:cubicBezTo>
                <a:lnTo>
                  <a:pt x="14243" y="2270"/>
                </a:lnTo>
                <a:lnTo>
                  <a:pt x="13759" y="2270"/>
                </a:lnTo>
                <a:lnTo>
                  <a:pt x="13759" y="1668"/>
                </a:lnTo>
                <a:lnTo>
                  <a:pt x="14243" y="1668"/>
                </a:lnTo>
                <a:lnTo>
                  <a:pt x="14243" y="442"/>
                </a:lnTo>
                <a:lnTo>
                  <a:pt x="14959" y="442"/>
                </a:lnTo>
                <a:lnTo>
                  <a:pt x="14959" y="1668"/>
                </a:lnTo>
                <a:lnTo>
                  <a:pt x="16436" y="1668"/>
                </a:lnTo>
                <a:lnTo>
                  <a:pt x="16436" y="2270"/>
                </a:lnTo>
                <a:lnTo>
                  <a:pt x="14959" y="2270"/>
                </a:lnTo>
                <a:lnTo>
                  <a:pt x="14959" y="4213"/>
                </a:lnTo>
                <a:cubicBezTo>
                  <a:pt x="14959" y="4437"/>
                  <a:pt x="14964" y="4612"/>
                  <a:pt x="14974" y="4738"/>
                </a:cubicBezTo>
                <a:cubicBezTo>
                  <a:pt x="14984" y="4864"/>
                  <a:pt x="15020" y="4982"/>
                  <a:pt x="15081" y="5091"/>
                </a:cubicBezTo>
                <a:cubicBezTo>
                  <a:pt x="15136" y="5193"/>
                  <a:pt x="15213" y="5267"/>
                  <a:pt x="15311" y="5314"/>
                </a:cubicBezTo>
                <a:cubicBezTo>
                  <a:pt x="15409" y="5361"/>
                  <a:pt x="15558" y="5385"/>
                  <a:pt x="15758" y="5385"/>
                </a:cubicBezTo>
                <a:cubicBezTo>
                  <a:pt x="15875" y="5385"/>
                  <a:pt x="15997" y="5368"/>
                  <a:pt x="16124" y="5334"/>
                </a:cubicBezTo>
                <a:cubicBezTo>
                  <a:pt x="16251" y="5299"/>
                  <a:pt x="16342" y="5271"/>
                  <a:pt x="16398" y="5248"/>
                </a:cubicBezTo>
                <a:lnTo>
                  <a:pt x="16436" y="5248"/>
                </a:lnTo>
                <a:lnTo>
                  <a:pt x="16436" y="5888"/>
                </a:lnTo>
                <a:close/>
                <a:moveTo>
                  <a:pt x="20606" y="5926"/>
                </a:moveTo>
                <a:lnTo>
                  <a:pt x="19894" y="5926"/>
                </a:lnTo>
                <a:lnTo>
                  <a:pt x="19894" y="5476"/>
                </a:lnTo>
                <a:cubicBezTo>
                  <a:pt x="19831" y="5519"/>
                  <a:pt x="19745" y="5579"/>
                  <a:pt x="19637" y="5657"/>
                </a:cubicBezTo>
                <a:cubicBezTo>
                  <a:pt x="19529" y="5734"/>
                  <a:pt x="19425" y="5796"/>
                  <a:pt x="19323" y="5842"/>
                </a:cubicBezTo>
                <a:cubicBezTo>
                  <a:pt x="19204" y="5900"/>
                  <a:pt x="19067" y="5949"/>
                  <a:pt x="18912" y="5988"/>
                </a:cubicBezTo>
                <a:cubicBezTo>
                  <a:pt x="18757" y="6028"/>
                  <a:pt x="18575" y="6048"/>
                  <a:pt x="18367" y="6048"/>
                </a:cubicBezTo>
                <a:cubicBezTo>
                  <a:pt x="17984" y="6048"/>
                  <a:pt x="17659" y="5920"/>
                  <a:pt x="17392" y="5666"/>
                </a:cubicBezTo>
                <a:cubicBezTo>
                  <a:pt x="17126" y="5412"/>
                  <a:pt x="16992" y="5088"/>
                  <a:pt x="16992" y="4694"/>
                </a:cubicBezTo>
                <a:cubicBezTo>
                  <a:pt x="16992" y="4371"/>
                  <a:pt x="17062" y="4110"/>
                  <a:pt x="17200" y="3910"/>
                </a:cubicBezTo>
                <a:cubicBezTo>
                  <a:pt x="17338" y="3711"/>
                  <a:pt x="17536" y="3554"/>
                  <a:pt x="17792" y="3439"/>
                </a:cubicBezTo>
                <a:cubicBezTo>
                  <a:pt x="18051" y="3325"/>
                  <a:pt x="18362" y="3247"/>
                  <a:pt x="18725" y="3207"/>
                </a:cubicBezTo>
                <a:cubicBezTo>
                  <a:pt x="19088" y="3166"/>
                  <a:pt x="19478" y="3136"/>
                  <a:pt x="19894" y="3115"/>
                </a:cubicBezTo>
                <a:lnTo>
                  <a:pt x="19894" y="3004"/>
                </a:lnTo>
                <a:cubicBezTo>
                  <a:pt x="19894" y="2840"/>
                  <a:pt x="19866" y="2704"/>
                  <a:pt x="19809" y="2597"/>
                </a:cubicBezTo>
                <a:cubicBezTo>
                  <a:pt x="19751" y="2489"/>
                  <a:pt x="19670" y="2405"/>
                  <a:pt x="19563" y="2343"/>
                </a:cubicBezTo>
                <a:cubicBezTo>
                  <a:pt x="19461" y="2284"/>
                  <a:pt x="19340" y="2245"/>
                  <a:pt x="19197" y="2224"/>
                </a:cubicBezTo>
                <a:cubicBezTo>
                  <a:pt x="19055" y="2204"/>
                  <a:pt x="18907" y="2194"/>
                  <a:pt x="18752" y="2194"/>
                </a:cubicBezTo>
                <a:cubicBezTo>
                  <a:pt x="18564" y="2194"/>
                  <a:pt x="18354" y="2219"/>
                  <a:pt x="18123" y="2270"/>
                </a:cubicBezTo>
                <a:cubicBezTo>
                  <a:pt x="17892" y="2321"/>
                  <a:pt x="17654" y="2394"/>
                  <a:pt x="17407" y="2491"/>
                </a:cubicBezTo>
                <a:lnTo>
                  <a:pt x="17369" y="2491"/>
                </a:lnTo>
                <a:lnTo>
                  <a:pt x="17369" y="1763"/>
                </a:lnTo>
                <a:cubicBezTo>
                  <a:pt x="17509" y="1725"/>
                  <a:pt x="17711" y="1683"/>
                  <a:pt x="17975" y="1638"/>
                </a:cubicBezTo>
                <a:cubicBezTo>
                  <a:pt x="18239" y="1592"/>
                  <a:pt x="18499" y="1569"/>
                  <a:pt x="18756" y="1569"/>
                </a:cubicBezTo>
                <a:cubicBezTo>
                  <a:pt x="19055" y="1569"/>
                  <a:pt x="19316" y="1594"/>
                  <a:pt x="19538" y="1643"/>
                </a:cubicBezTo>
                <a:cubicBezTo>
                  <a:pt x="19760" y="1693"/>
                  <a:pt x="19953" y="1777"/>
                  <a:pt x="20115" y="1897"/>
                </a:cubicBezTo>
                <a:cubicBezTo>
                  <a:pt x="20275" y="2013"/>
                  <a:pt x="20397" y="2164"/>
                  <a:pt x="20481" y="2350"/>
                </a:cubicBezTo>
                <a:cubicBezTo>
                  <a:pt x="20565" y="2535"/>
                  <a:pt x="20606" y="2765"/>
                  <a:pt x="20606" y="3039"/>
                </a:cubicBezTo>
                <a:lnTo>
                  <a:pt x="20606" y="5926"/>
                </a:lnTo>
                <a:moveTo>
                  <a:pt x="19894" y="4884"/>
                </a:moveTo>
                <a:lnTo>
                  <a:pt x="19894" y="3694"/>
                </a:lnTo>
                <a:cubicBezTo>
                  <a:pt x="19676" y="3707"/>
                  <a:pt x="19419" y="3726"/>
                  <a:pt x="19123" y="3752"/>
                </a:cubicBezTo>
                <a:cubicBezTo>
                  <a:pt x="18827" y="3777"/>
                  <a:pt x="18593" y="3814"/>
                  <a:pt x="18420" y="3862"/>
                </a:cubicBezTo>
                <a:cubicBezTo>
                  <a:pt x="18215" y="3921"/>
                  <a:pt x="18049" y="4012"/>
                  <a:pt x="17922" y="4136"/>
                </a:cubicBezTo>
                <a:cubicBezTo>
                  <a:pt x="17795" y="4260"/>
                  <a:pt x="17731" y="4430"/>
                  <a:pt x="17731" y="4647"/>
                </a:cubicBezTo>
                <a:cubicBezTo>
                  <a:pt x="17731" y="4891"/>
                  <a:pt x="17805" y="5076"/>
                  <a:pt x="17952" y="5199"/>
                </a:cubicBezTo>
                <a:cubicBezTo>
                  <a:pt x="18099" y="5323"/>
                  <a:pt x="18324" y="5385"/>
                  <a:pt x="18626" y="5385"/>
                </a:cubicBezTo>
                <a:cubicBezTo>
                  <a:pt x="18877" y="5385"/>
                  <a:pt x="19107" y="5336"/>
                  <a:pt x="19315" y="5238"/>
                </a:cubicBezTo>
                <a:cubicBezTo>
                  <a:pt x="19524" y="5140"/>
                  <a:pt x="19717" y="5022"/>
                  <a:pt x="19894" y="4884"/>
                </a:cubicBezTo>
                <a:close/>
                <a:moveTo>
                  <a:pt x="24194" y="5888"/>
                </a:moveTo>
                <a:cubicBezTo>
                  <a:pt x="24059" y="5924"/>
                  <a:pt x="23913" y="5953"/>
                  <a:pt x="23754" y="5975"/>
                </a:cubicBezTo>
                <a:cubicBezTo>
                  <a:pt x="23595" y="5998"/>
                  <a:pt x="23454" y="6010"/>
                  <a:pt x="23329" y="6010"/>
                </a:cubicBezTo>
                <a:cubicBezTo>
                  <a:pt x="22895" y="6010"/>
                  <a:pt x="22565" y="5893"/>
                  <a:pt x="22339" y="5659"/>
                </a:cubicBezTo>
                <a:cubicBezTo>
                  <a:pt x="22113" y="5425"/>
                  <a:pt x="22000" y="5050"/>
                  <a:pt x="22000" y="4534"/>
                </a:cubicBezTo>
                <a:lnTo>
                  <a:pt x="22000" y="2270"/>
                </a:lnTo>
                <a:lnTo>
                  <a:pt x="21516" y="2270"/>
                </a:lnTo>
                <a:lnTo>
                  <a:pt x="21516" y="1668"/>
                </a:lnTo>
                <a:lnTo>
                  <a:pt x="22000" y="1668"/>
                </a:lnTo>
                <a:lnTo>
                  <a:pt x="22000" y="442"/>
                </a:lnTo>
                <a:lnTo>
                  <a:pt x="22716" y="442"/>
                </a:lnTo>
                <a:lnTo>
                  <a:pt x="22716" y="1668"/>
                </a:lnTo>
                <a:lnTo>
                  <a:pt x="24194" y="1668"/>
                </a:lnTo>
                <a:lnTo>
                  <a:pt x="24194" y="2270"/>
                </a:lnTo>
                <a:lnTo>
                  <a:pt x="22716" y="2270"/>
                </a:lnTo>
                <a:lnTo>
                  <a:pt x="22716" y="4213"/>
                </a:lnTo>
                <a:cubicBezTo>
                  <a:pt x="22716" y="4437"/>
                  <a:pt x="22721" y="4612"/>
                  <a:pt x="22731" y="4738"/>
                </a:cubicBezTo>
                <a:cubicBezTo>
                  <a:pt x="22741" y="4864"/>
                  <a:pt x="22777" y="4982"/>
                  <a:pt x="22838" y="5091"/>
                </a:cubicBezTo>
                <a:cubicBezTo>
                  <a:pt x="22894" y="5193"/>
                  <a:pt x="22971" y="5267"/>
                  <a:pt x="23068" y="5314"/>
                </a:cubicBezTo>
                <a:cubicBezTo>
                  <a:pt x="23166" y="5361"/>
                  <a:pt x="23315" y="5385"/>
                  <a:pt x="23516" y="5385"/>
                </a:cubicBezTo>
                <a:cubicBezTo>
                  <a:pt x="23633" y="5385"/>
                  <a:pt x="23755" y="5368"/>
                  <a:pt x="23881" y="5334"/>
                </a:cubicBezTo>
                <a:cubicBezTo>
                  <a:pt x="24008" y="5299"/>
                  <a:pt x="24100" y="5271"/>
                  <a:pt x="24156" y="5248"/>
                </a:cubicBezTo>
                <a:lnTo>
                  <a:pt x="24194" y="5248"/>
                </a:lnTo>
                <a:lnTo>
                  <a:pt x="24194" y="5888"/>
                </a:lnTo>
                <a:close/>
                <a:moveTo>
                  <a:pt x="28684" y="3799"/>
                </a:moveTo>
                <a:cubicBezTo>
                  <a:pt x="28684" y="4494"/>
                  <a:pt x="28506" y="5042"/>
                  <a:pt x="28151" y="5444"/>
                </a:cubicBezTo>
                <a:cubicBezTo>
                  <a:pt x="27795" y="5847"/>
                  <a:pt x="27319" y="6048"/>
                  <a:pt x="26722" y="6048"/>
                </a:cubicBezTo>
                <a:cubicBezTo>
                  <a:pt x="26121" y="6048"/>
                  <a:pt x="25643" y="5847"/>
                  <a:pt x="25289" y="5444"/>
                </a:cubicBezTo>
                <a:cubicBezTo>
                  <a:pt x="24934" y="5042"/>
                  <a:pt x="24757" y="4494"/>
                  <a:pt x="24757" y="3799"/>
                </a:cubicBezTo>
                <a:cubicBezTo>
                  <a:pt x="24757" y="3104"/>
                  <a:pt x="24934" y="2555"/>
                  <a:pt x="25289" y="2151"/>
                </a:cubicBezTo>
                <a:cubicBezTo>
                  <a:pt x="25643" y="1748"/>
                  <a:pt x="26121" y="1546"/>
                  <a:pt x="26722" y="1546"/>
                </a:cubicBezTo>
                <a:cubicBezTo>
                  <a:pt x="27319" y="1546"/>
                  <a:pt x="27795" y="1748"/>
                  <a:pt x="28151" y="2151"/>
                </a:cubicBezTo>
                <a:cubicBezTo>
                  <a:pt x="28506" y="2555"/>
                  <a:pt x="28684" y="3104"/>
                  <a:pt x="28684" y="3799"/>
                </a:cubicBezTo>
                <a:moveTo>
                  <a:pt x="27945" y="3799"/>
                </a:moveTo>
                <a:cubicBezTo>
                  <a:pt x="27945" y="3248"/>
                  <a:pt x="27837" y="2840"/>
                  <a:pt x="27621" y="2572"/>
                </a:cubicBezTo>
                <a:cubicBezTo>
                  <a:pt x="27405" y="2305"/>
                  <a:pt x="27106" y="2171"/>
                  <a:pt x="26722" y="2171"/>
                </a:cubicBezTo>
                <a:cubicBezTo>
                  <a:pt x="26334" y="2171"/>
                  <a:pt x="26032" y="2305"/>
                  <a:pt x="25818" y="2572"/>
                </a:cubicBezTo>
                <a:cubicBezTo>
                  <a:pt x="25603" y="2840"/>
                  <a:pt x="25496" y="3248"/>
                  <a:pt x="25496" y="3799"/>
                </a:cubicBezTo>
                <a:cubicBezTo>
                  <a:pt x="25496" y="4331"/>
                  <a:pt x="25604" y="4735"/>
                  <a:pt x="25820" y="5010"/>
                </a:cubicBezTo>
                <a:cubicBezTo>
                  <a:pt x="26036" y="5285"/>
                  <a:pt x="26336" y="5423"/>
                  <a:pt x="26722" y="5423"/>
                </a:cubicBezTo>
                <a:cubicBezTo>
                  <a:pt x="27103" y="5423"/>
                  <a:pt x="27402" y="5287"/>
                  <a:pt x="27619" y="5014"/>
                </a:cubicBezTo>
                <a:cubicBezTo>
                  <a:pt x="27836" y="4742"/>
                  <a:pt x="27945" y="4336"/>
                  <a:pt x="27945" y="3799"/>
                </a:cubicBezTo>
                <a:close/>
                <a:moveTo>
                  <a:pt x="35999" y="5926"/>
                </a:moveTo>
                <a:lnTo>
                  <a:pt x="35283" y="5926"/>
                </a:lnTo>
                <a:lnTo>
                  <a:pt x="35283" y="3501"/>
                </a:lnTo>
                <a:cubicBezTo>
                  <a:pt x="35283" y="3318"/>
                  <a:pt x="35275" y="3142"/>
                  <a:pt x="35259" y="2971"/>
                </a:cubicBezTo>
                <a:cubicBezTo>
                  <a:pt x="35242" y="2801"/>
                  <a:pt x="35207" y="2665"/>
                  <a:pt x="35154" y="2563"/>
                </a:cubicBezTo>
                <a:cubicBezTo>
                  <a:pt x="35096" y="2454"/>
                  <a:pt x="35012" y="2371"/>
                  <a:pt x="34903" y="2316"/>
                </a:cubicBezTo>
                <a:cubicBezTo>
                  <a:pt x="34793" y="2260"/>
                  <a:pt x="34636" y="2232"/>
                  <a:pt x="34430" y="2232"/>
                </a:cubicBezTo>
                <a:cubicBezTo>
                  <a:pt x="34230" y="2232"/>
                  <a:pt x="34029" y="2282"/>
                  <a:pt x="33829" y="2382"/>
                </a:cubicBezTo>
                <a:cubicBezTo>
                  <a:pt x="33628" y="2483"/>
                  <a:pt x="33427" y="2610"/>
                  <a:pt x="33227" y="2765"/>
                </a:cubicBezTo>
                <a:cubicBezTo>
                  <a:pt x="33235" y="2824"/>
                  <a:pt x="33241" y="2892"/>
                  <a:pt x="33246" y="2969"/>
                </a:cubicBezTo>
                <a:cubicBezTo>
                  <a:pt x="33251" y="3047"/>
                  <a:pt x="33254" y="3124"/>
                  <a:pt x="33254" y="3200"/>
                </a:cubicBezTo>
                <a:lnTo>
                  <a:pt x="33254" y="5926"/>
                </a:lnTo>
                <a:lnTo>
                  <a:pt x="32538" y="5926"/>
                </a:lnTo>
                <a:lnTo>
                  <a:pt x="32538" y="3501"/>
                </a:lnTo>
                <a:cubicBezTo>
                  <a:pt x="32538" y="3313"/>
                  <a:pt x="32529" y="3135"/>
                  <a:pt x="32513" y="2966"/>
                </a:cubicBezTo>
                <a:cubicBezTo>
                  <a:pt x="32496" y="2797"/>
                  <a:pt x="32461" y="2661"/>
                  <a:pt x="32408" y="2560"/>
                </a:cubicBezTo>
                <a:cubicBezTo>
                  <a:pt x="32350" y="2450"/>
                  <a:pt x="32266" y="2368"/>
                  <a:pt x="32157" y="2314"/>
                </a:cubicBezTo>
                <a:cubicBezTo>
                  <a:pt x="32048" y="2259"/>
                  <a:pt x="31890" y="2232"/>
                  <a:pt x="31685" y="2232"/>
                </a:cubicBezTo>
                <a:cubicBezTo>
                  <a:pt x="31489" y="2232"/>
                  <a:pt x="31293" y="2280"/>
                  <a:pt x="31096" y="2377"/>
                </a:cubicBezTo>
                <a:cubicBezTo>
                  <a:pt x="30899" y="2473"/>
                  <a:pt x="30703" y="2596"/>
                  <a:pt x="30508" y="2746"/>
                </a:cubicBezTo>
                <a:lnTo>
                  <a:pt x="30508" y="5926"/>
                </a:lnTo>
                <a:lnTo>
                  <a:pt x="29792" y="5926"/>
                </a:lnTo>
                <a:lnTo>
                  <a:pt x="29792" y="1668"/>
                </a:lnTo>
                <a:lnTo>
                  <a:pt x="30508" y="1668"/>
                </a:lnTo>
                <a:lnTo>
                  <a:pt x="30508" y="2141"/>
                </a:lnTo>
                <a:cubicBezTo>
                  <a:pt x="30731" y="1954"/>
                  <a:pt x="30954" y="1808"/>
                  <a:pt x="31176" y="1704"/>
                </a:cubicBezTo>
                <a:cubicBezTo>
                  <a:pt x="31398" y="1599"/>
                  <a:pt x="31635" y="1546"/>
                  <a:pt x="31886" y="1546"/>
                </a:cubicBezTo>
                <a:cubicBezTo>
                  <a:pt x="32176" y="1546"/>
                  <a:pt x="32421" y="1608"/>
                  <a:pt x="32623" y="1730"/>
                </a:cubicBezTo>
                <a:cubicBezTo>
                  <a:pt x="32825" y="1853"/>
                  <a:pt x="32976" y="2023"/>
                  <a:pt x="33075" y="2240"/>
                </a:cubicBezTo>
                <a:cubicBezTo>
                  <a:pt x="33364" y="1995"/>
                  <a:pt x="33628" y="1818"/>
                  <a:pt x="33867" y="1709"/>
                </a:cubicBezTo>
                <a:cubicBezTo>
                  <a:pt x="34105" y="1600"/>
                  <a:pt x="34361" y="1546"/>
                  <a:pt x="34632" y="1546"/>
                </a:cubicBezTo>
                <a:cubicBezTo>
                  <a:pt x="35099" y="1546"/>
                  <a:pt x="35444" y="1688"/>
                  <a:pt x="35666" y="1972"/>
                </a:cubicBezTo>
                <a:cubicBezTo>
                  <a:pt x="35888" y="2255"/>
                  <a:pt x="35999" y="2651"/>
                  <a:pt x="35999" y="3160"/>
                </a:cubicBezTo>
                <a:lnTo>
                  <a:pt x="35999" y="5926"/>
                </a:lnTo>
                <a:close/>
                <a:moveTo>
                  <a:pt x="38147" y="960"/>
                </a:moveTo>
                <a:lnTo>
                  <a:pt x="37340" y="960"/>
                </a:lnTo>
                <a:lnTo>
                  <a:pt x="37340" y="213"/>
                </a:lnTo>
                <a:lnTo>
                  <a:pt x="38147" y="213"/>
                </a:lnTo>
                <a:lnTo>
                  <a:pt x="38147" y="960"/>
                </a:lnTo>
                <a:moveTo>
                  <a:pt x="38101" y="5926"/>
                </a:moveTo>
                <a:lnTo>
                  <a:pt x="37386" y="5926"/>
                </a:lnTo>
                <a:lnTo>
                  <a:pt x="37386" y="1668"/>
                </a:lnTo>
                <a:lnTo>
                  <a:pt x="38101" y="1668"/>
                </a:lnTo>
                <a:lnTo>
                  <a:pt x="38101" y="5926"/>
                </a:lnTo>
                <a:close/>
                <a:moveTo>
                  <a:pt x="42968" y="5926"/>
                </a:moveTo>
                <a:lnTo>
                  <a:pt x="42252" y="5926"/>
                </a:lnTo>
                <a:lnTo>
                  <a:pt x="42252" y="5483"/>
                </a:lnTo>
                <a:cubicBezTo>
                  <a:pt x="42047" y="5661"/>
                  <a:pt x="41832" y="5799"/>
                  <a:pt x="41609" y="5899"/>
                </a:cubicBezTo>
                <a:cubicBezTo>
                  <a:pt x="41385" y="5998"/>
                  <a:pt x="41143" y="6048"/>
                  <a:pt x="40881" y="6048"/>
                </a:cubicBezTo>
                <a:cubicBezTo>
                  <a:pt x="40374" y="6048"/>
                  <a:pt x="39971" y="5852"/>
                  <a:pt x="39672" y="5460"/>
                </a:cubicBezTo>
                <a:cubicBezTo>
                  <a:pt x="39374" y="5068"/>
                  <a:pt x="39225" y="4524"/>
                  <a:pt x="39225" y="3829"/>
                </a:cubicBezTo>
                <a:cubicBezTo>
                  <a:pt x="39225" y="3468"/>
                  <a:pt x="39276" y="3146"/>
                  <a:pt x="39379" y="2863"/>
                </a:cubicBezTo>
                <a:cubicBezTo>
                  <a:pt x="39482" y="2581"/>
                  <a:pt x="39621" y="2340"/>
                  <a:pt x="39796" y="2142"/>
                </a:cubicBezTo>
                <a:cubicBezTo>
                  <a:pt x="39969" y="1948"/>
                  <a:pt x="40170" y="1801"/>
                  <a:pt x="40400" y="1699"/>
                </a:cubicBezTo>
                <a:cubicBezTo>
                  <a:pt x="40629" y="1597"/>
                  <a:pt x="40868" y="1546"/>
                  <a:pt x="41114" y="1546"/>
                </a:cubicBezTo>
                <a:cubicBezTo>
                  <a:pt x="41337" y="1546"/>
                  <a:pt x="41535" y="1570"/>
                  <a:pt x="41708" y="1617"/>
                </a:cubicBezTo>
                <a:cubicBezTo>
                  <a:pt x="41881" y="1664"/>
                  <a:pt x="42062" y="1737"/>
                  <a:pt x="42252" y="1836"/>
                </a:cubicBezTo>
                <a:lnTo>
                  <a:pt x="42252" y="0"/>
                </a:lnTo>
                <a:lnTo>
                  <a:pt x="42968" y="0"/>
                </a:lnTo>
                <a:lnTo>
                  <a:pt x="42968" y="5926"/>
                </a:lnTo>
                <a:moveTo>
                  <a:pt x="42252" y="4878"/>
                </a:moveTo>
                <a:lnTo>
                  <a:pt x="42252" y="2437"/>
                </a:lnTo>
                <a:cubicBezTo>
                  <a:pt x="42060" y="2351"/>
                  <a:pt x="41887" y="2291"/>
                  <a:pt x="41735" y="2258"/>
                </a:cubicBezTo>
                <a:cubicBezTo>
                  <a:pt x="41582" y="2225"/>
                  <a:pt x="41416" y="2209"/>
                  <a:pt x="41236" y="2209"/>
                </a:cubicBezTo>
                <a:cubicBezTo>
                  <a:pt x="40835" y="2209"/>
                  <a:pt x="40522" y="2348"/>
                  <a:pt x="40299" y="2628"/>
                </a:cubicBezTo>
                <a:cubicBezTo>
                  <a:pt x="40075" y="2907"/>
                  <a:pt x="39964" y="3303"/>
                  <a:pt x="39964" y="3816"/>
                </a:cubicBezTo>
                <a:cubicBezTo>
                  <a:pt x="39964" y="4321"/>
                  <a:pt x="40050" y="4705"/>
                  <a:pt x="40223" y="4968"/>
                </a:cubicBezTo>
                <a:cubicBezTo>
                  <a:pt x="40395" y="5231"/>
                  <a:pt x="40672" y="5362"/>
                  <a:pt x="41053" y="5362"/>
                </a:cubicBezTo>
                <a:cubicBezTo>
                  <a:pt x="41256" y="5362"/>
                  <a:pt x="41462" y="5317"/>
                  <a:pt x="41670" y="5227"/>
                </a:cubicBezTo>
                <a:cubicBezTo>
                  <a:pt x="41878" y="5137"/>
                  <a:pt x="42072" y="5021"/>
                  <a:pt x="42252" y="4878"/>
                </a:cubicBezTo>
                <a:close/>
                <a:moveTo>
                  <a:pt x="47683" y="5926"/>
                </a:moveTo>
                <a:lnTo>
                  <a:pt x="46971" y="5926"/>
                </a:lnTo>
                <a:lnTo>
                  <a:pt x="46971" y="5476"/>
                </a:lnTo>
                <a:cubicBezTo>
                  <a:pt x="46908" y="5519"/>
                  <a:pt x="46822" y="5579"/>
                  <a:pt x="46714" y="5657"/>
                </a:cubicBezTo>
                <a:cubicBezTo>
                  <a:pt x="46606" y="5734"/>
                  <a:pt x="46501" y="5796"/>
                  <a:pt x="46400" y="5842"/>
                </a:cubicBezTo>
                <a:cubicBezTo>
                  <a:pt x="46280" y="5900"/>
                  <a:pt x="46143" y="5949"/>
                  <a:pt x="45988" y="5988"/>
                </a:cubicBezTo>
                <a:cubicBezTo>
                  <a:pt x="45834" y="6028"/>
                  <a:pt x="45652" y="6048"/>
                  <a:pt x="45444" y="6048"/>
                </a:cubicBezTo>
                <a:cubicBezTo>
                  <a:pt x="45060" y="6048"/>
                  <a:pt x="44736" y="5920"/>
                  <a:pt x="44469" y="5666"/>
                </a:cubicBezTo>
                <a:cubicBezTo>
                  <a:pt x="44202" y="5412"/>
                  <a:pt x="44069" y="5088"/>
                  <a:pt x="44069" y="4694"/>
                </a:cubicBezTo>
                <a:cubicBezTo>
                  <a:pt x="44069" y="4371"/>
                  <a:pt x="44138" y="4110"/>
                  <a:pt x="44277" y="3910"/>
                </a:cubicBezTo>
                <a:cubicBezTo>
                  <a:pt x="44415" y="3711"/>
                  <a:pt x="44612" y="3554"/>
                  <a:pt x="44869" y="3439"/>
                </a:cubicBezTo>
                <a:cubicBezTo>
                  <a:pt x="45128" y="3325"/>
                  <a:pt x="45439" y="3247"/>
                  <a:pt x="45802" y="3207"/>
                </a:cubicBezTo>
                <a:cubicBezTo>
                  <a:pt x="46165" y="3166"/>
                  <a:pt x="46555" y="3136"/>
                  <a:pt x="46971" y="3115"/>
                </a:cubicBezTo>
                <a:lnTo>
                  <a:pt x="46971" y="3004"/>
                </a:lnTo>
                <a:cubicBezTo>
                  <a:pt x="46971" y="2840"/>
                  <a:pt x="46942" y="2704"/>
                  <a:pt x="46885" y="2597"/>
                </a:cubicBezTo>
                <a:cubicBezTo>
                  <a:pt x="46828" y="2489"/>
                  <a:pt x="46746" y="2405"/>
                  <a:pt x="46640" y="2343"/>
                </a:cubicBezTo>
                <a:cubicBezTo>
                  <a:pt x="46538" y="2284"/>
                  <a:pt x="46416" y="2245"/>
                  <a:pt x="46274" y="2224"/>
                </a:cubicBezTo>
                <a:cubicBezTo>
                  <a:pt x="46132" y="2204"/>
                  <a:pt x="45983" y="2194"/>
                  <a:pt x="45829" y="2194"/>
                </a:cubicBezTo>
                <a:cubicBezTo>
                  <a:pt x="45641" y="2194"/>
                  <a:pt x="45431" y="2219"/>
                  <a:pt x="45200" y="2270"/>
                </a:cubicBezTo>
                <a:cubicBezTo>
                  <a:pt x="44969" y="2321"/>
                  <a:pt x="44730" y="2394"/>
                  <a:pt x="44484" y="2491"/>
                </a:cubicBezTo>
                <a:lnTo>
                  <a:pt x="44446" y="2491"/>
                </a:lnTo>
                <a:lnTo>
                  <a:pt x="44446" y="1763"/>
                </a:lnTo>
                <a:cubicBezTo>
                  <a:pt x="44586" y="1725"/>
                  <a:pt x="44788" y="1683"/>
                  <a:pt x="45052" y="1638"/>
                </a:cubicBezTo>
                <a:cubicBezTo>
                  <a:pt x="45316" y="1592"/>
                  <a:pt x="45576" y="1569"/>
                  <a:pt x="45832" y="1569"/>
                </a:cubicBezTo>
                <a:cubicBezTo>
                  <a:pt x="46132" y="1569"/>
                  <a:pt x="46393" y="1594"/>
                  <a:pt x="46615" y="1643"/>
                </a:cubicBezTo>
                <a:cubicBezTo>
                  <a:pt x="46837" y="1693"/>
                  <a:pt x="47029" y="1777"/>
                  <a:pt x="47192" y="1897"/>
                </a:cubicBezTo>
                <a:cubicBezTo>
                  <a:pt x="47352" y="2013"/>
                  <a:pt x="47474" y="2164"/>
                  <a:pt x="47557" y="2350"/>
                </a:cubicBezTo>
                <a:cubicBezTo>
                  <a:pt x="47641" y="2535"/>
                  <a:pt x="47683" y="2765"/>
                  <a:pt x="47683" y="3039"/>
                </a:cubicBezTo>
                <a:lnTo>
                  <a:pt x="47683" y="5926"/>
                </a:lnTo>
                <a:moveTo>
                  <a:pt x="46971" y="4884"/>
                </a:moveTo>
                <a:lnTo>
                  <a:pt x="46971" y="3694"/>
                </a:lnTo>
                <a:cubicBezTo>
                  <a:pt x="46753" y="3707"/>
                  <a:pt x="46496" y="3726"/>
                  <a:pt x="46200" y="3752"/>
                </a:cubicBezTo>
                <a:cubicBezTo>
                  <a:pt x="45904" y="3777"/>
                  <a:pt x="45670" y="3814"/>
                  <a:pt x="45497" y="3862"/>
                </a:cubicBezTo>
                <a:cubicBezTo>
                  <a:pt x="45292" y="3921"/>
                  <a:pt x="45125" y="4012"/>
                  <a:pt x="44998" y="4136"/>
                </a:cubicBezTo>
                <a:cubicBezTo>
                  <a:pt x="44871" y="4260"/>
                  <a:pt x="44808" y="4430"/>
                  <a:pt x="44808" y="4647"/>
                </a:cubicBezTo>
                <a:cubicBezTo>
                  <a:pt x="44808" y="4891"/>
                  <a:pt x="44882" y="5076"/>
                  <a:pt x="45029" y="5199"/>
                </a:cubicBezTo>
                <a:cubicBezTo>
                  <a:pt x="45176" y="5323"/>
                  <a:pt x="45401" y="5385"/>
                  <a:pt x="45703" y="5385"/>
                </a:cubicBezTo>
                <a:cubicBezTo>
                  <a:pt x="45954" y="5385"/>
                  <a:pt x="46184" y="5336"/>
                  <a:pt x="46392" y="5238"/>
                </a:cubicBezTo>
                <a:cubicBezTo>
                  <a:pt x="46600" y="5140"/>
                  <a:pt x="46793" y="5022"/>
                  <a:pt x="46971" y="4884"/>
                </a:cubicBezTo>
                <a:close/>
                <a:moveTo>
                  <a:pt x="52622" y="3869"/>
                </a:moveTo>
                <a:lnTo>
                  <a:pt x="49488" y="3869"/>
                </a:lnTo>
                <a:cubicBezTo>
                  <a:pt x="49488" y="4131"/>
                  <a:pt x="49528" y="4360"/>
                  <a:pt x="49606" y="4554"/>
                </a:cubicBezTo>
                <a:cubicBezTo>
                  <a:pt x="49685" y="4749"/>
                  <a:pt x="49793" y="4909"/>
                  <a:pt x="49930" y="5034"/>
                </a:cubicBezTo>
                <a:cubicBezTo>
                  <a:pt x="50062" y="5156"/>
                  <a:pt x="50219" y="5247"/>
                  <a:pt x="50400" y="5309"/>
                </a:cubicBezTo>
                <a:cubicBezTo>
                  <a:pt x="50582" y="5370"/>
                  <a:pt x="50782" y="5400"/>
                  <a:pt x="51000" y="5400"/>
                </a:cubicBezTo>
                <a:cubicBezTo>
                  <a:pt x="51290" y="5400"/>
                  <a:pt x="51581" y="5342"/>
                  <a:pt x="51874" y="5226"/>
                </a:cubicBezTo>
                <a:cubicBezTo>
                  <a:pt x="52167" y="5109"/>
                  <a:pt x="52376" y="4995"/>
                  <a:pt x="52501" y="4882"/>
                </a:cubicBezTo>
                <a:lnTo>
                  <a:pt x="52539" y="4882"/>
                </a:lnTo>
                <a:lnTo>
                  <a:pt x="52539" y="5666"/>
                </a:lnTo>
                <a:cubicBezTo>
                  <a:pt x="52298" y="5767"/>
                  <a:pt x="52051" y="5853"/>
                  <a:pt x="51800" y="5922"/>
                </a:cubicBezTo>
                <a:cubicBezTo>
                  <a:pt x="51549" y="5990"/>
                  <a:pt x="51285" y="6025"/>
                  <a:pt x="51008" y="6025"/>
                </a:cubicBezTo>
                <a:cubicBezTo>
                  <a:pt x="50302" y="6025"/>
                  <a:pt x="49751" y="5833"/>
                  <a:pt x="49355" y="5451"/>
                </a:cubicBezTo>
                <a:cubicBezTo>
                  <a:pt x="48959" y="5068"/>
                  <a:pt x="48761" y="4524"/>
                  <a:pt x="48761" y="3820"/>
                </a:cubicBezTo>
                <a:cubicBezTo>
                  <a:pt x="48761" y="3123"/>
                  <a:pt x="48951" y="2570"/>
                  <a:pt x="49330" y="2160"/>
                </a:cubicBezTo>
                <a:cubicBezTo>
                  <a:pt x="49710" y="1751"/>
                  <a:pt x="50209" y="1546"/>
                  <a:pt x="50829" y="1546"/>
                </a:cubicBezTo>
                <a:cubicBezTo>
                  <a:pt x="51403" y="1546"/>
                  <a:pt x="51845" y="1714"/>
                  <a:pt x="52156" y="2050"/>
                </a:cubicBezTo>
                <a:cubicBezTo>
                  <a:pt x="52467" y="2385"/>
                  <a:pt x="52622" y="2862"/>
                  <a:pt x="52622" y="3480"/>
                </a:cubicBezTo>
                <a:lnTo>
                  <a:pt x="52622" y="3869"/>
                </a:lnTo>
                <a:moveTo>
                  <a:pt x="51926" y="3321"/>
                </a:moveTo>
                <a:cubicBezTo>
                  <a:pt x="51923" y="2945"/>
                  <a:pt x="51828" y="2654"/>
                  <a:pt x="51642" y="2449"/>
                </a:cubicBezTo>
                <a:cubicBezTo>
                  <a:pt x="51455" y="2243"/>
                  <a:pt x="51172" y="2140"/>
                  <a:pt x="50791" y="2140"/>
                </a:cubicBezTo>
                <a:cubicBezTo>
                  <a:pt x="50407" y="2140"/>
                  <a:pt x="50102" y="2253"/>
                  <a:pt x="49875" y="2479"/>
                </a:cubicBezTo>
                <a:cubicBezTo>
                  <a:pt x="49648" y="2705"/>
                  <a:pt x="49519" y="2986"/>
                  <a:pt x="49488" y="3321"/>
                </a:cubicBezTo>
                <a:lnTo>
                  <a:pt x="51926" y="332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C499E6-957F-4070-9693-30F3D385F7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96" y="2259260"/>
            <a:ext cx="40502" cy="44228"/>
          </a:xfrm>
          <a:custGeom xmlns:a="http://schemas.openxmlformats.org/drawingml/2006/main">
            <a:pathLst>
              <a:path w="40502" h="44228">
                <a:moveTo>
                  <a:pt x="0" y="0"/>
                </a:moveTo>
                <a:lnTo>
                  <a:pt x="40502" y="0"/>
                </a:lnTo>
                <a:lnTo>
                  <a:pt x="40502" y="44228"/>
                </a:lnTo>
                <a:lnTo>
                  <a:pt x="0" y="4422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23FF90-F6A6-4B34-84D2-196EBD598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95" y="2259262"/>
            <a:ext cx="40504" cy="44227"/>
          </a:xfrm>
          <a:custGeom xmlns:a="http://schemas.openxmlformats.org/drawingml/2006/main">
            <a:pathLst>
              <a:path w="40504" h="44227" fill="none">
                <a:moveTo>
                  <a:pt x="0" y="0"/>
                </a:moveTo>
                <a:lnTo>
                  <a:pt x="40504" y="0"/>
                </a:lnTo>
                <a:lnTo>
                  <a:pt x="40504" y="44227"/>
                </a:lnTo>
                <a:lnTo>
                  <a:pt x="0" y="4422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77" name="Text Cicadidae">
            <a:extLst xmlns:a="http://schemas.openxmlformats.org/drawingml/2006/main">
              <a:ext uri="{FF2B5EF4-FFF2-40B4-BE49-F238E27FC236}">
                <a16:creationId xmlns:a16="http://schemas.microsoft.com/office/drawing/2014/main" id="{4211140F-5B37-43C9-9FA9-02F58701E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765" y="2261297"/>
            <a:ext cx="39528" cy="6513"/>
          </a:xfrm>
          <a:custGeom xmlns:a="http://schemas.openxmlformats.org/drawingml/2006/main">
            <a:pathLst>
              <a:path w="39528" h="6513">
                <a:moveTo>
                  <a:pt x="5065" y="5941"/>
                </a:moveTo>
                <a:cubicBezTo>
                  <a:pt x="4915" y="6007"/>
                  <a:pt x="4779" y="6069"/>
                  <a:pt x="4657" y="6126"/>
                </a:cubicBezTo>
                <a:cubicBezTo>
                  <a:pt x="4535" y="6184"/>
                  <a:pt x="4376" y="6244"/>
                  <a:pt x="4179" y="6307"/>
                </a:cubicBezTo>
                <a:cubicBezTo>
                  <a:pt x="4012" y="6359"/>
                  <a:pt x="3831" y="6404"/>
                  <a:pt x="3636" y="6441"/>
                </a:cubicBezTo>
                <a:cubicBezTo>
                  <a:pt x="3440" y="6478"/>
                  <a:pt x="3225" y="6496"/>
                  <a:pt x="2990" y="6496"/>
                </a:cubicBezTo>
                <a:cubicBezTo>
                  <a:pt x="2547" y="6496"/>
                  <a:pt x="2144" y="6434"/>
                  <a:pt x="1782" y="6310"/>
                </a:cubicBezTo>
                <a:cubicBezTo>
                  <a:pt x="1420" y="6185"/>
                  <a:pt x="1105" y="5990"/>
                  <a:pt x="837" y="5725"/>
                </a:cubicBezTo>
                <a:cubicBezTo>
                  <a:pt x="574" y="5465"/>
                  <a:pt x="369" y="5135"/>
                  <a:pt x="221" y="4734"/>
                </a:cubicBezTo>
                <a:cubicBezTo>
                  <a:pt x="74" y="4333"/>
                  <a:pt x="0" y="3867"/>
                  <a:pt x="0" y="3336"/>
                </a:cubicBezTo>
                <a:cubicBezTo>
                  <a:pt x="0" y="2833"/>
                  <a:pt x="71" y="2383"/>
                  <a:pt x="213" y="1986"/>
                </a:cubicBezTo>
                <a:cubicBezTo>
                  <a:pt x="355" y="1589"/>
                  <a:pt x="561" y="1254"/>
                  <a:pt x="828" y="981"/>
                </a:cubicBezTo>
                <a:cubicBezTo>
                  <a:pt x="1088" y="715"/>
                  <a:pt x="1402" y="513"/>
                  <a:pt x="1770" y="373"/>
                </a:cubicBezTo>
                <a:cubicBezTo>
                  <a:pt x="2137" y="234"/>
                  <a:pt x="2546" y="164"/>
                  <a:pt x="2994" y="164"/>
                </a:cubicBezTo>
                <a:cubicBezTo>
                  <a:pt x="3322" y="164"/>
                  <a:pt x="3649" y="204"/>
                  <a:pt x="3976" y="283"/>
                </a:cubicBezTo>
                <a:cubicBezTo>
                  <a:pt x="4303" y="362"/>
                  <a:pt x="4666" y="502"/>
                  <a:pt x="5065" y="701"/>
                </a:cubicBezTo>
                <a:lnTo>
                  <a:pt x="5065" y="1665"/>
                </a:lnTo>
                <a:lnTo>
                  <a:pt x="5004" y="1665"/>
                </a:lnTo>
                <a:cubicBezTo>
                  <a:pt x="4667" y="1388"/>
                  <a:pt x="4334" y="1186"/>
                  <a:pt x="4003" y="1059"/>
                </a:cubicBezTo>
                <a:cubicBezTo>
                  <a:pt x="3672" y="933"/>
                  <a:pt x="3318" y="869"/>
                  <a:pt x="2941" y="869"/>
                </a:cubicBezTo>
                <a:cubicBezTo>
                  <a:pt x="2632" y="869"/>
                  <a:pt x="2353" y="919"/>
                  <a:pt x="2106" y="1019"/>
                </a:cubicBezTo>
                <a:cubicBezTo>
                  <a:pt x="1859" y="1118"/>
                  <a:pt x="1638" y="1273"/>
                  <a:pt x="1444" y="1483"/>
                </a:cubicBezTo>
                <a:cubicBezTo>
                  <a:pt x="1255" y="1688"/>
                  <a:pt x="1108" y="1946"/>
                  <a:pt x="1003" y="2258"/>
                </a:cubicBezTo>
                <a:cubicBezTo>
                  <a:pt x="897" y="2571"/>
                  <a:pt x="845" y="2931"/>
                  <a:pt x="845" y="3340"/>
                </a:cubicBezTo>
                <a:cubicBezTo>
                  <a:pt x="845" y="3769"/>
                  <a:pt x="903" y="4137"/>
                  <a:pt x="1019" y="4445"/>
                </a:cubicBezTo>
                <a:cubicBezTo>
                  <a:pt x="1135" y="4753"/>
                  <a:pt x="1285" y="5004"/>
                  <a:pt x="1468" y="5198"/>
                </a:cubicBezTo>
                <a:cubicBezTo>
                  <a:pt x="1660" y="5400"/>
                  <a:pt x="1883" y="5549"/>
                  <a:pt x="2139" y="5646"/>
                </a:cubicBezTo>
                <a:cubicBezTo>
                  <a:pt x="2394" y="5743"/>
                  <a:pt x="2664" y="5791"/>
                  <a:pt x="2949" y="5791"/>
                </a:cubicBezTo>
                <a:cubicBezTo>
                  <a:pt x="3340" y="5791"/>
                  <a:pt x="3706" y="5724"/>
                  <a:pt x="4048" y="5590"/>
                </a:cubicBezTo>
                <a:cubicBezTo>
                  <a:pt x="4390" y="5456"/>
                  <a:pt x="4710" y="5255"/>
                  <a:pt x="5008" y="4987"/>
                </a:cubicBezTo>
                <a:lnTo>
                  <a:pt x="5065" y="4987"/>
                </a:lnTo>
                <a:lnTo>
                  <a:pt x="5065" y="5941"/>
                </a:lnTo>
                <a:close/>
                <a:moveTo>
                  <a:pt x="6980" y="1034"/>
                </a:moveTo>
                <a:lnTo>
                  <a:pt x="6111" y="1034"/>
                </a:lnTo>
                <a:lnTo>
                  <a:pt x="6111" y="230"/>
                </a:lnTo>
                <a:lnTo>
                  <a:pt x="6980" y="230"/>
                </a:lnTo>
                <a:lnTo>
                  <a:pt x="6980" y="1034"/>
                </a:lnTo>
                <a:moveTo>
                  <a:pt x="6931" y="6382"/>
                </a:moveTo>
                <a:lnTo>
                  <a:pt x="6160" y="6382"/>
                </a:lnTo>
                <a:lnTo>
                  <a:pt x="6160" y="1796"/>
                </a:lnTo>
                <a:lnTo>
                  <a:pt x="6931" y="1796"/>
                </a:lnTo>
                <a:lnTo>
                  <a:pt x="6931" y="6382"/>
                </a:lnTo>
                <a:close/>
                <a:moveTo>
                  <a:pt x="11845" y="6099"/>
                </a:moveTo>
                <a:cubicBezTo>
                  <a:pt x="11588" y="6222"/>
                  <a:pt x="11344" y="6317"/>
                  <a:pt x="11113" y="6386"/>
                </a:cubicBezTo>
                <a:cubicBezTo>
                  <a:pt x="10881" y="6454"/>
                  <a:pt x="10636" y="6488"/>
                  <a:pt x="10376" y="6488"/>
                </a:cubicBezTo>
                <a:cubicBezTo>
                  <a:pt x="10045" y="6488"/>
                  <a:pt x="9742" y="6440"/>
                  <a:pt x="9466" y="6342"/>
                </a:cubicBezTo>
                <a:cubicBezTo>
                  <a:pt x="9190" y="6245"/>
                  <a:pt x="8953" y="6098"/>
                  <a:pt x="8756" y="5901"/>
                </a:cubicBezTo>
                <a:cubicBezTo>
                  <a:pt x="8557" y="5703"/>
                  <a:pt x="8402" y="5454"/>
                  <a:pt x="8293" y="5153"/>
                </a:cubicBezTo>
                <a:cubicBezTo>
                  <a:pt x="8184" y="4852"/>
                  <a:pt x="8129" y="4500"/>
                  <a:pt x="8129" y="4097"/>
                </a:cubicBezTo>
                <a:cubicBezTo>
                  <a:pt x="8129" y="3347"/>
                  <a:pt x="8335" y="2758"/>
                  <a:pt x="8746" y="2331"/>
                </a:cubicBezTo>
                <a:cubicBezTo>
                  <a:pt x="9158" y="1903"/>
                  <a:pt x="9701" y="1690"/>
                  <a:pt x="10376" y="1690"/>
                </a:cubicBezTo>
                <a:cubicBezTo>
                  <a:pt x="10639" y="1690"/>
                  <a:pt x="10897" y="1727"/>
                  <a:pt x="11149" y="1800"/>
                </a:cubicBezTo>
                <a:cubicBezTo>
                  <a:pt x="11402" y="1874"/>
                  <a:pt x="11634" y="1965"/>
                  <a:pt x="11845" y="2071"/>
                </a:cubicBezTo>
                <a:lnTo>
                  <a:pt x="11845" y="2928"/>
                </a:lnTo>
                <a:lnTo>
                  <a:pt x="11804" y="2928"/>
                </a:lnTo>
                <a:cubicBezTo>
                  <a:pt x="11568" y="2746"/>
                  <a:pt x="11326" y="2607"/>
                  <a:pt x="11076" y="2509"/>
                </a:cubicBezTo>
                <a:cubicBezTo>
                  <a:pt x="10825" y="2411"/>
                  <a:pt x="10581" y="2362"/>
                  <a:pt x="10344" y="2362"/>
                </a:cubicBezTo>
                <a:cubicBezTo>
                  <a:pt x="9906" y="2362"/>
                  <a:pt x="9561" y="2509"/>
                  <a:pt x="9308" y="2803"/>
                </a:cubicBezTo>
                <a:cubicBezTo>
                  <a:pt x="9055" y="3097"/>
                  <a:pt x="8929" y="3528"/>
                  <a:pt x="8929" y="4097"/>
                </a:cubicBezTo>
                <a:cubicBezTo>
                  <a:pt x="8929" y="4649"/>
                  <a:pt x="9052" y="5074"/>
                  <a:pt x="9300" y="5371"/>
                </a:cubicBezTo>
                <a:cubicBezTo>
                  <a:pt x="9547" y="5667"/>
                  <a:pt x="9895" y="5816"/>
                  <a:pt x="10344" y="5816"/>
                </a:cubicBezTo>
                <a:cubicBezTo>
                  <a:pt x="10499" y="5816"/>
                  <a:pt x="10658" y="5795"/>
                  <a:pt x="10819" y="5755"/>
                </a:cubicBezTo>
                <a:cubicBezTo>
                  <a:pt x="10981" y="5714"/>
                  <a:pt x="11125" y="5661"/>
                  <a:pt x="11254" y="5596"/>
                </a:cubicBezTo>
                <a:cubicBezTo>
                  <a:pt x="11366" y="5539"/>
                  <a:pt x="11471" y="5478"/>
                  <a:pt x="11570" y="5415"/>
                </a:cubicBezTo>
                <a:cubicBezTo>
                  <a:pt x="11668" y="5351"/>
                  <a:pt x="11746" y="5296"/>
                  <a:pt x="11804" y="5250"/>
                </a:cubicBezTo>
                <a:lnTo>
                  <a:pt x="11845" y="5250"/>
                </a:lnTo>
                <a:lnTo>
                  <a:pt x="11845" y="6099"/>
                </a:lnTo>
                <a:close/>
                <a:moveTo>
                  <a:pt x="16393" y="6382"/>
                </a:moveTo>
                <a:lnTo>
                  <a:pt x="15626" y="6382"/>
                </a:lnTo>
                <a:lnTo>
                  <a:pt x="15626" y="5897"/>
                </a:lnTo>
                <a:cubicBezTo>
                  <a:pt x="15557" y="5943"/>
                  <a:pt x="15465" y="6008"/>
                  <a:pt x="15349" y="6092"/>
                </a:cubicBezTo>
                <a:cubicBezTo>
                  <a:pt x="15233" y="6175"/>
                  <a:pt x="15120" y="6242"/>
                  <a:pt x="15010" y="6291"/>
                </a:cubicBezTo>
                <a:cubicBezTo>
                  <a:pt x="14882" y="6354"/>
                  <a:pt x="14734" y="6407"/>
                  <a:pt x="14567" y="6449"/>
                </a:cubicBezTo>
                <a:cubicBezTo>
                  <a:pt x="14401" y="6492"/>
                  <a:pt x="14205" y="6513"/>
                  <a:pt x="13981" y="6513"/>
                </a:cubicBezTo>
                <a:cubicBezTo>
                  <a:pt x="13568" y="6513"/>
                  <a:pt x="13218" y="6376"/>
                  <a:pt x="12931" y="6102"/>
                </a:cubicBezTo>
                <a:cubicBezTo>
                  <a:pt x="12644" y="5828"/>
                  <a:pt x="12500" y="5479"/>
                  <a:pt x="12500" y="5055"/>
                </a:cubicBezTo>
                <a:cubicBezTo>
                  <a:pt x="12500" y="4707"/>
                  <a:pt x="12575" y="4426"/>
                  <a:pt x="12724" y="4211"/>
                </a:cubicBezTo>
                <a:cubicBezTo>
                  <a:pt x="12873" y="3996"/>
                  <a:pt x="13086" y="3827"/>
                  <a:pt x="13362" y="3704"/>
                </a:cubicBezTo>
                <a:cubicBezTo>
                  <a:pt x="13641" y="3581"/>
                  <a:pt x="13976" y="3497"/>
                  <a:pt x="14367" y="3453"/>
                </a:cubicBezTo>
                <a:cubicBezTo>
                  <a:pt x="14758" y="3410"/>
                  <a:pt x="15177" y="3377"/>
                  <a:pt x="15626" y="3355"/>
                </a:cubicBezTo>
                <a:lnTo>
                  <a:pt x="15626" y="3235"/>
                </a:lnTo>
                <a:cubicBezTo>
                  <a:pt x="15626" y="3058"/>
                  <a:pt x="15595" y="2912"/>
                  <a:pt x="15533" y="2797"/>
                </a:cubicBezTo>
                <a:cubicBezTo>
                  <a:pt x="15472" y="2681"/>
                  <a:pt x="15384" y="2590"/>
                  <a:pt x="15269" y="2524"/>
                </a:cubicBezTo>
                <a:cubicBezTo>
                  <a:pt x="15159" y="2460"/>
                  <a:pt x="15028" y="2417"/>
                  <a:pt x="14875" y="2395"/>
                </a:cubicBezTo>
                <a:cubicBezTo>
                  <a:pt x="14722" y="2373"/>
                  <a:pt x="14562" y="2362"/>
                  <a:pt x="14395" y="2362"/>
                </a:cubicBezTo>
                <a:cubicBezTo>
                  <a:pt x="14193" y="2362"/>
                  <a:pt x="13967" y="2390"/>
                  <a:pt x="13719" y="2444"/>
                </a:cubicBezTo>
                <a:cubicBezTo>
                  <a:pt x="13470" y="2499"/>
                  <a:pt x="13213" y="2578"/>
                  <a:pt x="12947" y="2682"/>
                </a:cubicBezTo>
                <a:lnTo>
                  <a:pt x="12906" y="2682"/>
                </a:lnTo>
                <a:lnTo>
                  <a:pt x="12906" y="1899"/>
                </a:lnTo>
                <a:cubicBezTo>
                  <a:pt x="13057" y="1858"/>
                  <a:pt x="13274" y="1813"/>
                  <a:pt x="13559" y="1764"/>
                </a:cubicBezTo>
                <a:cubicBezTo>
                  <a:pt x="13843" y="1714"/>
                  <a:pt x="14123" y="1690"/>
                  <a:pt x="14399" y="1690"/>
                </a:cubicBezTo>
                <a:cubicBezTo>
                  <a:pt x="14722" y="1690"/>
                  <a:pt x="15003" y="1716"/>
                  <a:pt x="15242" y="1770"/>
                </a:cubicBezTo>
                <a:cubicBezTo>
                  <a:pt x="15481" y="1823"/>
                  <a:pt x="15688" y="1914"/>
                  <a:pt x="15863" y="2042"/>
                </a:cubicBezTo>
                <a:cubicBezTo>
                  <a:pt x="16036" y="2168"/>
                  <a:pt x="16167" y="2331"/>
                  <a:pt x="16257" y="2530"/>
                </a:cubicBezTo>
                <a:cubicBezTo>
                  <a:pt x="16347" y="2730"/>
                  <a:pt x="16393" y="2978"/>
                  <a:pt x="16393" y="3273"/>
                </a:cubicBezTo>
                <a:lnTo>
                  <a:pt x="16393" y="6382"/>
                </a:lnTo>
                <a:moveTo>
                  <a:pt x="15626" y="5259"/>
                </a:moveTo>
                <a:lnTo>
                  <a:pt x="15626" y="3978"/>
                </a:lnTo>
                <a:cubicBezTo>
                  <a:pt x="15390" y="3992"/>
                  <a:pt x="15114" y="4013"/>
                  <a:pt x="14795" y="4040"/>
                </a:cubicBezTo>
                <a:cubicBezTo>
                  <a:pt x="14477" y="4068"/>
                  <a:pt x="14224" y="4107"/>
                  <a:pt x="14038" y="4159"/>
                </a:cubicBezTo>
                <a:cubicBezTo>
                  <a:pt x="13817" y="4223"/>
                  <a:pt x="13638" y="4321"/>
                  <a:pt x="13501" y="4454"/>
                </a:cubicBezTo>
                <a:cubicBezTo>
                  <a:pt x="13364" y="4587"/>
                  <a:pt x="13296" y="4771"/>
                  <a:pt x="13296" y="5004"/>
                </a:cubicBezTo>
                <a:cubicBezTo>
                  <a:pt x="13296" y="5268"/>
                  <a:pt x="13375" y="5466"/>
                  <a:pt x="13534" y="5599"/>
                </a:cubicBezTo>
                <a:cubicBezTo>
                  <a:pt x="13693" y="5733"/>
                  <a:pt x="13935" y="5799"/>
                  <a:pt x="14260" y="5799"/>
                </a:cubicBezTo>
                <a:cubicBezTo>
                  <a:pt x="14531" y="5799"/>
                  <a:pt x="14778" y="5746"/>
                  <a:pt x="15002" y="5641"/>
                </a:cubicBezTo>
                <a:cubicBezTo>
                  <a:pt x="15226" y="5535"/>
                  <a:pt x="15434" y="5408"/>
                  <a:pt x="15626" y="5259"/>
                </a:cubicBezTo>
                <a:close/>
                <a:moveTo>
                  <a:pt x="21593" y="6382"/>
                </a:moveTo>
                <a:lnTo>
                  <a:pt x="20822" y="6382"/>
                </a:lnTo>
                <a:lnTo>
                  <a:pt x="20822" y="5904"/>
                </a:lnTo>
                <a:cubicBezTo>
                  <a:pt x="20601" y="6096"/>
                  <a:pt x="20369" y="6246"/>
                  <a:pt x="20129" y="6352"/>
                </a:cubicBezTo>
                <a:cubicBezTo>
                  <a:pt x="19888" y="6459"/>
                  <a:pt x="19627" y="6513"/>
                  <a:pt x="19346" y="6513"/>
                </a:cubicBezTo>
                <a:cubicBezTo>
                  <a:pt x="18799" y="6513"/>
                  <a:pt x="18365" y="6302"/>
                  <a:pt x="18043" y="5880"/>
                </a:cubicBezTo>
                <a:cubicBezTo>
                  <a:pt x="17722" y="5457"/>
                  <a:pt x="17561" y="4872"/>
                  <a:pt x="17561" y="4124"/>
                </a:cubicBezTo>
                <a:cubicBezTo>
                  <a:pt x="17561" y="3735"/>
                  <a:pt x="17617" y="3388"/>
                  <a:pt x="17728" y="3084"/>
                </a:cubicBezTo>
                <a:cubicBezTo>
                  <a:pt x="17838" y="2779"/>
                  <a:pt x="17988" y="2520"/>
                  <a:pt x="18177" y="2307"/>
                </a:cubicBezTo>
                <a:cubicBezTo>
                  <a:pt x="18363" y="2098"/>
                  <a:pt x="18579" y="1939"/>
                  <a:pt x="18827" y="1830"/>
                </a:cubicBezTo>
                <a:cubicBezTo>
                  <a:pt x="19074" y="1720"/>
                  <a:pt x="19330" y="1665"/>
                  <a:pt x="19596" y="1665"/>
                </a:cubicBezTo>
                <a:cubicBezTo>
                  <a:pt x="19836" y="1665"/>
                  <a:pt x="20050" y="1690"/>
                  <a:pt x="20236" y="1741"/>
                </a:cubicBezTo>
                <a:cubicBezTo>
                  <a:pt x="20421" y="1792"/>
                  <a:pt x="20617" y="1871"/>
                  <a:pt x="20822" y="1978"/>
                </a:cubicBezTo>
                <a:lnTo>
                  <a:pt x="20822" y="0"/>
                </a:lnTo>
                <a:lnTo>
                  <a:pt x="21593" y="0"/>
                </a:lnTo>
                <a:lnTo>
                  <a:pt x="21593" y="6382"/>
                </a:lnTo>
                <a:moveTo>
                  <a:pt x="20822" y="5254"/>
                </a:moveTo>
                <a:lnTo>
                  <a:pt x="20822" y="2625"/>
                </a:lnTo>
                <a:cubicBezTo>
                  <a:pt x="20614" y="2532"/>
                  <a:pt x="20428" y="2468"/>
                  <a:pt x="20264" y="2432"/>
                </a:cubicBezTo>
                <a:cubicBezTo>
                  <a:pt x="20100" y="2396"/>
                  <a:pt x="19921" y="2379"/>
                  <a:pt x="19727" y="2379"/>
                </a:cubicBezTo>
                <a:cubicBezTo>
                  <a:pt x="19295" y="2379"/>
                  <a:pt x="18959" y="2529"/>
                  <a:pt x="18718" y="2830"/>
                </a:cubicBezTo>
                <a:cubicBezTo>
                  <a:pt x="18477" y="3131"/>
                  <a:pt x="18357" y="3557"/>
                  <a:pt x="18357" y="4109"/>
                </a:cubicBezTo>
                <a:cubicBezTo>
                  <a:pt x="18357" y="4654"/>
                  <a:pt x="18450" y="5067"/>
                  <a:pt x="18636" y="5350"/>
                </a:cubicBezTo>
                <a:cubicBezTo>
                  <a:pt x="18822" y="5633"/>
                  <a:pt x="19120" y="5775"/>
                  <a:pt x="19530" y="5775"/>
                </a:cubicBezTo>
                <a:cubicBezTo>
                  <a:pt x="19749" y="5775"/>
                  <a:pt x="19970" y="5726"/>
                  <a:pt x="20194" y="5629"/>
                </a:cubicBezTo>
                <a:cubicBezTo>
                  <a:pt x="20419" y="5532"/>
                  <a:pt x="20628" y="5407"/>
                  <a:pt x="20822" y="5254"/>
                </a:cubicBezTo>
                <a:close/>
                <a:moveTo>
                  <a:pt x="23939" y="1034"/>
                </a:moveTo>
                <a:lnTo>
                  <a:pt x="23069" y="1034"/>
                </a:lnTo>
                <a:lnTo>
                  <a:pt x="23069" y="230"/>
                </a:lnTo>
                <a:lnTo>
                  <a:pt x="23939" y="230"/>
                </a:lnTo>
                <a:lnTo>
                  <a:pt x="23939" y="1034"/>
                </a:lnTo>
                <a:moveTo>
                  <a:pt x="23890" y="6382"/>
                </a:moveTo>
                <a:lnTo>
                  <a:pt x="23119" y="6382"/>
                </a:lnTo>
                <a:lnTo>
                  <a:pt x="23119" y="1796"/>
                </a:lnTo>
                <a:lnTo>
                  <a:pt x="23890" y="1796"/>
                </a:lnTo>
                <a:lnTo>
                  <a:pt x="23890" y="6382"/>
                </a:lnTo>
                <a:close/>
                <a:moveTo>
                  <a:pt x="29131" y="6382"/>
                </a:moveTo>
                <a:lnTo>
                  <a:pt x="28360" y="6382"/>
                </a:lnTo>
                <a:lnTo>
                  <a:pt x="28360" y="5904"/>
                </a:lnTo>
                <a:cubicBezTo>
                  <a:pt x="28139" y="6096"/>
                  <a:pt x="27908" y="6246"/>
                  <a:pt x="27667" y="6352"/>
                </a:cubicBezTo>
                <a:cubicBezTo>
                  <a:pt x="27426" y="6459"/>
                  <a:pt x="27165" y="6513"/>
                  <a:pt x="26884" y="6513"/>
                </a:cubicBezTo>
                <a:cubicBezTo>
                  <a:pt x="26337" y="6513"/>
                  <a:pt x="25903" y="6302"/>
                  <a:pt x="25581" y="5880"/>
                </a:cubicBezTo>
                <a:cubicBezTo>
                  <a:pt x="25260" y="5457"/>
                  <a:pt x="25100" y="4872"/>
                  <a:pt x="25100" y="4124"/>
                </a:cubicBezTo>
                <a:cubicBezTo>
                  <a:pt x="25100" y="3735"/>
                  <a:pt x="25155" y="3388"/>
                  <a:pt x="25266" y="3084"/>
                </a:cubicBezTo>
                <a:cubicBezTo>
                  <a:pt x="25376" y="2779"/>
                  <a:pt x="25526" y="2520"/>
                  <a:pt x="25715" y="2307"/>
                </a:cubicBezTo>
                <a:cubicBezTo>
                  <a:pt x="25901" y="2098"/>
                  <a:pt x="26117" y="1939"/>
                  <a:pt x="26365" y="1830"/>
                </a:cubicBezTo>
                <a:cubicBezTo>
                  <a:pt x="26612" y="1720"/>
                  <a:pt x="26869" y="1665"/>
                  <a:pt x="27134" y="1665"/>
                </a:cubicBezTo>
                <a:cubicBezTo>
                  <a:pt x="27374" y="1665"/>
                  <a:pt x="27588" y="1690"/>
                  <a:pt x="27774" y="1741"/>
                </a:cubicBezTo>
                <a:cubicBezTo>
                  <a:pt x="27960" y="1792"/>
                  <a:pt x="28155" y="1871"/>
                  <a:pt x="28360" y="1978"/>
                </a:cubicBezTo>
                <a:lnTo>
                  <a:pt x="28360" y="0"/>
                </a:lnTo>
                <a:lnTo>
                  <a:pt x="29131" y="0"/>
                </a:lnTo>
                <a:lnTo>
                  <a:pt x="29131" y="6382"/>
                </a:lnTo>
                <a:moveTo>
                  <a:pt x="28360" y="5254"/>
                </a:moveTo>
                <a:lnTo>
                  <a:pt x="28360" y="2625"/>
                </a:lnTo>
                <a:cubicBezTo>
                  <a:pt x="28152" y="2532"/>
                  <a:pt x="27966" y="2468"/>
                  <a:pt x="27802" y="2432"/>
                </a:cubicBezTo>
                <a:cubicBezTo>
                  <a:pt x="27638" y="2396"/>
                  <a:pt x="27459" y="2379"/>
                  <a:pt x="27265" y="2379"/>
                </a:cubicBezTo>
                <a:cubicBezTo>
                  <a:pt x="26833" y="2379"/>
                  <a:pt x="26497" y="2529"/>
                  <a:pt x="26256" y="2830"/>
                </a:cubicBezTo>
                <a:cubicBezTo>
                  <a:pt x="26016" y="3131"/>
                  <a:pt x="25895" y="3557"/>
                  <a:pt x="25895" y="4109"/>
                </a:cubicBezTo>
                <a:cubicBezTo>
                  <a:pt x="25895" y="4654"/>
                  <a:pt x="25988" y="5067"/>
                  <a:pt x="26174" y="5350"/>
                </a:cubicBezTo>
                <a:cubicBezTo>
                  <a:pt x="26360" y="5633"/>
                  <a:pt x="26658" y="5775"/>
                  <a:pt x="27068" y="5775"/>
                </a:cubicBezTo>
                <a:cubicBezTo>
                  <a:pt x="27287" y="5775"/>
                  <a:pt x="27508" y="5726"/>
                  <a:pt x="27733" y="5629"/>
                </a:cubicBezTo>
                <a:cubicBezTo>
                  <a:pt x="27957" y="5532"/>
                  <a:pt x="28166" y="5407"/>
                  <a:pt x="28360" y="5254"/>
                </a:cubicBezTo>
                <a:close/>
                <a:moveTo>
                  <a:pt x="34208" y="6382"/>
                </a:moveTo>
                <a:lnTo>
                  <a:pt x="33442" y="6382"/>
                </a:lnTo>
                <a:lnTo>
                  <a:pt x="33442" y="5897"/>
                </a:lnTo>
                <a:cubicBezTo>
                  <a:pt x="33373" y="5943"/>
                  <a:pt x="33281" y="6008"/>
                  <a:pt x="33165" y="6092"/>
                </a:cubicBezTo>
                <a:cubicBezTo>
                  <a:pt x="33049" y="6175"/>
                  <a:pt x="32936" y="6242"/>
                  <a:pt x="32826" y="6291"/>
                </a:cubicBezTo>
                <a:cubicBezTo>
                  <a:pt x="32698" y="6354"/>
                  <a:pt x="32550" y="6407"/>
                  <a:pt x="32383" y="6449"/>
                </a:cubicBezTo>
                <a:cubicBezTo>
                  <a:pt x="32217" y="6492"/>
                  <a:pt x="32021" y="6513"/>
                  <a:pt x="31797" y="6513"/>
                </a:cubicBezTo>
                <a:cubicBezTo>
                  <a:pt x="31384" y="6513"/>
                  <a:pt x="31034" y="6376"/>
                  <a:pt x="30747" y="6102"/>
                </a:cubicBezTo>
                <a:cubicBezTo>
                  <a:pt x="30460" y="5828"/>
                  <a:pt x="30316" y="5479"/>
                  <a:pt x="30316" y="5055"/>
                </a:cubicBezTo>
                <a:cubicBezTo>
                  <a:pt x="30316" y="4707"/>
                  <a:pt x="30391" y="4426"/>
                  <a:pt x="30540" y="4211"/>
                </a:cubicBezTo>
                <a:cubicBezTo>
                  <a:pt x="30689" y="3996"/>
                  <a:pt x="30902" y="3827"/>
                  <a:pt x="31178" y="3704"/>
                </a:cubicBezTo>
                <a:cubicBezTo>
                  <a:pt x="31457" y="3581"/>
                  <a:pt x="31791" y="3497"/>
                  <a:pt x="32182" y="3453"/>
                </a:cubicBezTo>
                <a:cubicBezTo>
                  <a:pt x="32573" y="3410"/>
                  <a:pt x="32993" y="3377"/>
                  <a:pt x="33442" y="3355"/>
                </a:cubicBezTo>
                <a:lnTo>
                  <a:pt x="33442" y="3235"/>
                </a:lnTo>
                <a:cubicBezTo>
                  <a:pt x="33442" y="3058"/>
                  <a:pt x="33411" y="2912"/>
                  <a:pt x="33349" y="2797"/>
                </a:cubicBezTo>
                <a:cubicBezTo>
                  <a:pt x="33288" y="2681"/>
                  <a:pt x="33200" y="2590"/>
                  <a:pt x="33085" y="2524"/>
                </a:cubicBezTo>
                <a:cubicBezTo>
                  <a:pt x="32975" y="2460"/>
                  <a:pt x="32844" y="2417"/>
                  <a:pt x="32691" y="2395"/>
                </a:cubicBezTo>
                <a:cubicBezTo>
                  <a:pt x="32538" y="2373"/>
                  <a:pt x="32378" y="2362"/>
                  <a:pt x="32211" y="2362"/>
                </a:cubicBezTo>
                <a:cubicBezTo>
                  <a:pt x="32009" y="2362"/>
                  <a:pt x="31783" y="2390"/>
                  <a:pt x="31534" y="2444"/>
                </a:cubicBezTo>
                <a:cubicBezTo>
                  <a:pt x="31286" y="2499"/>
                  <a:pt x="31029" y="2578"/>
                  <a:pt x="30763" y="2682"/>
                </a:cubicBezTo>
                <a:lnTo>
                  <a:pt x="30722" y="2682"/>
                </a:lnTo>
                <a:lnTo>
                  <a:pt x="30722" y="1899"/>
                </a:lnTo>
                <a:cubicBezTo>
                  <a:pt x="30873" y="1858"/>
                  <a:pt x="31090" y="1813"/>
                  <a:pt x="31375" y="1764"/>
                </a:cubicBezTo>
                <a:cubicBezTo>
                  <a:pt x="31659" y="1714"/>
                  <a:pt x="31939" y="1690"/>
                  <a:pt x="32215" y="1690"/>
                </a:cubicBezTo>
                <a:cubicBezTo>
                  <a:pt x="32538" y="1690"/>
                  <a:pt x="32819" y="1716"/>
                  <a:pt x="33058" y="1770"/>
                </a:cubicBezTo>
                <a:cubicBezTo>
                  <a:pt x="33297" y="1823"/>
                  <a:pt x="33504" y="1914"/>
                  <a:pt x="33679" y="2042"/>
                </a:cubicBezTo>
                <a:cubicBezTo>
                  <a:pt x="33852" y="2168"/>
                  <a:pt x="33983" y="2331"/>
                  <a:pt x="34073" y="2530"/>
                </a:cubicBezTo>
                <a:cubicBezTo>
                  <a:pt x="34163" y="2730"/>
                  <a:pt x="34208" y="2978"/>
                  <a:pt x="34208" y="3273"/>
                </a:cubicBezTo>
                <a:lnTo>
                  <a:pt x="34208" y="6382"/>
                </a:lnTo>
                <a:moveTo>
                  <a:pt x="33442" y="5259"/>
                </a:moveTo>
                <a:lnTo>
                  <a:pt x="33442" y="3978"/>
                </a:lnTo>
                <a:cubicBezTo>
                  <a:pt x="33206" y="3992"/>
                  <a:pt x="32930" y="4013"/>
                  <a:pt x="32611" y="4040"/>
                </a:cubicBezTo>
                <a:cubicBezTo>
                  <a:pt x="32293" y="4068"/>
                  <a:pt x="32040" y="4107"/>
                  <a:pt x="31854" y="4159"/>
                </a:cubicBezTo>
                <a:cubicBezTo>
                  <a:pt x="31633" y="4223"/>
                  <a:pt x="31454" y="4321"/>
                  <a:pt x="31317" y="4454"/>
                </a:cubicBezTo>
                <a:cubicBezTo>
                  <a:pt x="31180" y="4587"/>
                  <a:pt x="31112" y="4771"/>
                  <a:pt x="31112" y="5004"/>
                </a:cubicBezTo>
                <a:cubicBezTo>
                  <a:pt x="31112" y="5268"/>
                  <a:pt x="31191" y="5466"/>
                  <a:pt x="31350" y="5599"/>
                </a:cubicBezTo>
                <a:cubicBezTo>
                  <a:pt x="31508" y="5733"/>
                  <a:pt x="31750" y="5799"/>
                  <a:pt x="32076" y="5799"/>
                </a:cubicBezTo>
                <a:cubicBezTo>
                  <a:pt x="32347" y="5799"/>
                  <a:pt x="32594" y="5746"/>
                  <a:pt x="32818" y="5641"/>
                </a:cubicBezTo>
                <a:cubicBezTo>
                  <a:pt x="33042" y="5535"/>
                  <a:pt x="33250" y="5408"/>
                  <a:pt x="33442" y="5259"/>
                </a:cubicBezTo>
                <a:close/>
                <a:moveTo>
                  <a:pt x="39528" y="4167"/>
                </a:moveTo>
                <a:lnTo>
                  <a:pt x="36152" y="4167"/>
                </a:lnTo>
                <a:cubicBezTo>
                  <a:pt x="36152" y="4449"/>
                  <a:pt x="36195" y="4695"/>
                  <a:pt x="36280" y="4905"/>
                </a:cubicBezTo>
                <a:cubicBezTo>
                  <a:pt x="36364" y="5115"/>
                  <a:pt x="36481" y="5287"/>
                  <a:pt x="36628" y="5421"/>
                </a:cubicBezTo>
                <a:cubicBezTo>
                  <a:pt x="36770" y="5552"/>
                  <a:pt x="36939" y="5651"/>
                  <a:pt x="37135" y="5717"/>
                </a:cubicBezTo>
                <a:cubicBezTo>
                  <a:pt x="37330" y="5783"/>
                  <a:pt x="37546" y="5816"/>
                  <a:pt x="37781" y="5816"/>
                </a:cubicBezTo>
                <a:cubicBezTo>
                  <a:pt x="38092" y="5816"/>
                  <a:pt x="38406" y="5753"/>
                  <a:pt x="38722" y="5628"/>
                </a:cubicBezTo>
                <a:cubicBezTo>
                  <a:pt x="39038" y="5502"/>
                  <a:pt x="39263" y="5379"/>
                  <a:pt x="39397" y="5258"/>
                </a:cubicBezTo>
                <a:lnTo>
                  <a:pt x="39438" y="5258"/>
                </a:lnTo>
                <a:lnTo>
                  <a:pt x="39438" y="6101"/>
                </a:lnTo>
                <a:cubicBezTo>
                  <a:pt x="39178" y="6211"/>
                  <a:pt x="38913" y="6303"/>
                  <a:pt x="38642" y="6377"/>
                </a:cubicBezTo>
                <a:cubicBezTo>
                  <a:pt x="38371" y="6451"/>
                  <a:pt x="38087" y="6488"/>
                  <a:pt x="37789" y="6488"/>
                </a:cubicBezTo>
                <a:cubicBezTo>
                  <a:pt x="37029" y="6488"/>
                  <a:pt x="36435" y="6282"/>
                  <a:pt x="36009" y="5870"/>
                </a:cubicBezTo>
                <a:cubicBezTo>
                  <a:pt x="35582" y="5458"/>
                  <a:pt x="35369" y="4872"/>
                  <a:pt x="35369" y="4114"/>
                </a:cubicBezTo>
                <a:cubicBezTo>
                  <a:pt x="35369" y="3363"/>
                  <a:pt x="35574" y="2768"/>
                  <a:pt x="35982" y="2327"/>
                </a:cubicBezTo>
                <a:cubicBezTo>
                  <a:pt x="36391" y="1886"/>
                  <a:pt x="36929" y="1665"/>
                  <a:pt x="37596" y="1665"/>
                </a:cubicBezTo>
                <a:cubicBezTo>
                  <a:pt x="38214" y="1665"/>
                  <a:pt x="38690" y="1846"/>
                  <a:pt x="39025" y="2207"/>
                </a:cubicBezTo>
                <a:cubicBezTo>
                  <a:pt x="39360" y="2569"/>
                  <a:pt x="39528" y="3082"/>
                  <a:pt x="39528" y="3748"/>
                </a:cubicBezTo>
                <a:lnTo>
                  <a:pt x="39528" y="4167"/>
                </a:lnTo>
                <a:moveTo>
                  <a:pt x="38777" y="3576"/>
                </a:moveTo>
                <a:cubicBezTo>
                  <a:pt x="38775" y="3172"/>
                  <a:pt x="38673" y="2859"/>
                  <a:pt x="38472" y="2637"/>
                </a:cubicBezTo>
                <a:cubicBezTo>
                  <a:pt x="38271" y="2416"/>
                  <a:pt x="37965" y="2305"/>
                  <a:pt x="37555" y="2305"/>
                </a:cubicBezTo>
                <a:cubicBezTo>
                  <a:pt x="37142" y="2305"/>
                  <a:pt x="36813" y="2427"/>
                  <a:pt x="36569" y="2670"/>
                </a:cubicBezTo>
                <a:cubicBezTo>
                  <a:pt x="36324" y="2913"/>
                  <a:pt x="36185" y="3215"/>
                  <a:pt x="36152" y="3576"/>
                </a:cubicBezTo>
                <a:lnTo>
                  <a:pt x="38777" y="357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B01725-BC58-499E-8400-93455D37F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96" y="2325985"/>
            <a:ext cx="40502" cy="39065"/>
          </a:xfrm>
          <a:custGeom xmlns:a="http://schemas.openxmlformats.org/drawingml/2006/main">
            <a:pathLst>
              <a:path w="40502" h="39065">
                <a:moveTo>
                  <a:pt x="0" y="0"/>
                </a:moveTo>
                <a:lnTo>
                  <a:pt x="40502" y="0"/>
                </a:lnTo>
                <a:lnTo>
                  <a:pt x="40502" y="39065"/>
                </a:lnTo>
                <a:lnTo>
                  <a:pt x="0" y="3906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C13D0-435A-4133-8630-17DF54BB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0795" y="2325987"/>
            <a:ext cx="40504" cy="39064"/>
          </a:xfrm>
          <a:custGeom xmlns:a="http://schemas.openxmlformats.org/drawingml/2006/main">
            <a:pathLst>
              <a:path w="40504" h="39064" fill="none">
                <a:moveTo>
                  <a:pt x="0" y="0"/>
                </a:moveTo>
                <a:lnTo>
                  <a:pt x="40504" y="0"/>
                </a:lnTo>
                <a:lnTo>
                  <a:pt x="40504" y="39064"/>
                </a:lnTo>
                <a:lnTo>
                  <a:pt x="0" y="3906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80" name="Text Coreidae">
            <a:extLst xmlns:a="http://schemas.openxmlformats.org/drawingml/2006/main">
              <a:ext uri="{FF2B5EF4-FFF2-40B4-BE49-F238E27FC236}">
                <a16:creationId xmlns:a16="http://schemas.microsoft.com/office/drawing/2014/main" id="{4A383B75-32B0-4DDA-AA76-22148FEAA7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3807" y="2328195"/>
            <a:ext cx="39492" cy="7094"/>
          </a:xfrm>
          <a:custGeom xmlns:a="http://schemas.openxmlformats.org/drawingml/2006/main">
            <a:pathLst>
              <a:path w="39492" h="7094">
                <a:moveTo>
                  <a:pt x="5517" y="6472"/>
                </a:moveTo>
                <a:cubicBezTo>
                  <a:pt x="5353" y="6543"/>
                  <a:pt x="5205" y="6611"/>
                  <a:pt x="5073" y="6673"/>
                </a:cubicBezTo>
                <a:cubicBezTo>
                  <a:pt x="4940" y="6736"/>
                  <a:pt x="4767" y="6802"/>
                  <a:pt x="4552" y="6870"/>
                </a:cubicBezTo>
                <a:cubicBezTo>
                  <a:pt x="4371" y="6927"/>
                  <a:pt x="4173" y="6976"/>
                  <a:pt x="3960" y="7016"/>
                </a:cubicBezTo>
                <a:cubicBezTo>
                  <a:pt x="3747" y="7056"/>
                  <a:pt x="3513" y="7076"/>
                  <a:pt x="3257" y="7076"/>
                </a:cubicBezTo>
                <a:cubicBezTo>
                  <a:pt x="2774" y="7076"/>
                  <a:pt x="2336" y="7009"/>
                  <a:pt x="1941" y="6873"/>
                </a:cubicBezTo>
                <a:cubicBezTo>
                  <a:pt x="1546" y="6737"/>
                  <a:pt x="1203" y="6525"/>
                  <a:pt x="911" y="6236"/>
                </a:cubicBezTo>
                <a:cubicBezTo>
                  <a:pt x="625" y="5953"/>
                  <a:pt x="402" y="5593"/>
                  <a:pt x="241" y="5156"/>
                </a:cubicBezTo>
                <a:cubicBezTo>
                  <a:pt x="80" y="4720"/>
                  <a:pt x="0" y="4212"/>
                  <a:pt x="0" y="3634"/>
                </a:cubicBezTo>
                <a:cubicBezTo>
                  <a:pt x="0" y="3086"/>
                  <a:pt x="77" y="2596"/>
                  <a:pt x="232" y="2163"/>
                </a:cubicBezTo>
                <a:cubicBezTo>
                  <a:pt x="387" y="1731"/>
                  <a:pt x="611" y="1366"/>
                  <a:pt x="902" y="1068"/>
                </a:cubicBezTo>
                <a:cubicBezTo>
                  <a:pt x="1185" y="779"/>
                  <a:pt x="1527" y="559"/>
                  <a:pt x="1928" y="407"/>
                </a:cubicBezTo>
                <a:cubicBezTo>
                  <a:pt x="2328" y="255"/>
                  <a:pt x="2773" y="179"/>
                  <a:pt x="3261" y="179"/>
                </a:cubicBezTo>
                <a:cubicBezTo>
                  <a:pt x="3619" y="179"/>
                  <a:pt x="3975" y="222"/>
                  <a:pt x="4331" y="308"/>
                </a:cubicBezTo>
                <a:cubicBezTo>
                  <a:pt x="4687" y="395"/>
                  <a:pt x="5082" y="547"/>
                  <a:pt x="5517" y="764"/>
                </a:cubicBezTo>
                <a:lnTo>
                  <a:pt x="5517" y="1814"/>
                </a:lnTo>
                <a:lnTo>
                  <a:pt x="5450" y="1814"/>
                </a:lnTo>
                <a:cubicBezTo>
                  <a:pt x="5084" y="1512"/>
                  <a:pt x="4721" y="1292"/>
                  <a:pt x="4360" y="1154"/>
                </a:cubicBezTo>
                <a:cubicBezTo>
                  <a:pt x="4000" y="1016"/>
                  <a:pt x="3614" y="947"/>
                  <a:pt x="3203" y="947"/>
                </a:cubicBezTo>
                <a:cubicBezTo>
                  <a:pt x="2867" y="947"/>
                  <a:pt x="2564" y="1001"/>
                  <a:pt x="2294" y="1110"/>
                </a:cubicBezTo>
                <a:cubicBezTo>
                  <a:pt x="2024" y="1218"/>
                  <a:pt x="1784" y="1387"/>
                  <a:pt x="1573" y="1616"/>
                </a:cubicBezTo>
                <a:cubicBezTo>
                  <a:pt x="1367" y="1838"/>
                  <a:pt x="1207" y="2120"/>
                  <a:pt x="1092" y="2460"/>
                </a:cubicBezTo>
                <a:cubicBezTo>
                  <a:pt x="978" y="2800"/>
                  <a:pt x="920" y="3193"/>
                  <a:pt x="920" y="3639"/>
                </a:cubicBezTo>
                <a:cubicBezTo>
                  <a:pt x="920" y="4105"/>
                  <a:pt x="984" y="4506"/>
                  <a:pt x="1110" y="4842"/>
                </a:cubicBezTo>
                <a:cubicBezTo>
                  <a:pt x="1237" y="5178"/>
                  <a:pt x="1400" y="5451"/>
                  <a:pt x="1599" y="5662"/>
                </a:cubicBezTo>
                <a:cubicBezTo>
                  <a:pt x="1808" y="5882"/>
                  <a:pt x="2051" y="6044"/>
                  <a:pt x="2330" y="6150"/>
                </a:cubicBezTo>
                <a:cubicBezTo>
                  <a:pt x="2608" y="6255"/>
                  <a:pt x="2902" y="6308"/>
                  <a:pt x="3212" y="6308"/>
                </a:cubicBezTo>
                <a:cubicBezTo>
                  <a:pt x="3638" y="6308"/>
                  <a:pt x="4037" y="6235"/>
                  <a:pt x="4409" y="6089"/>
                </a:cubicBezTo>
                <a:cubicBezTo>
                  <a:pt x="4782" y="5943"/>
                  <a:pt x="5130" y="5724"/>
                  <a:pt x="5455" y="5432"/>
                </a:cubicBezTo>
                <a:lnTo>
                  <a:pt x="5517" y="5432"/>
                </a:lnTo>
                <a:lnTo>
                  <a:pt x="5517" y="6472"/>
                </a:lnTo>
                <a:close/>
                <a:moveTo>
                  <a:pt x="10954" y="4456"/>
                </a:moveTo>
                <a:cubicBezTo>
                  <a:pt x="10954" y="5271"/>
                  <a:pt x="10746" y="5915"/>
                  <a:pt x="10329" y="6387"/>
                </a:cubicBezTo>
                <a:cubicBezTo>
                  <a:pt x="9912" y="6858"/>
                  <a:pt x="9353" y="7094"/>
                  <a:pt x="8654" y="7094"/>
                </a:cubicBezTo>
                <a:cubicBezTo>
                  <a:pt x="7948" y="7094"/>
                  <a:pt x="7387" y="6858"/>
                  <a:pt x="6972" y="6387"/>
                </a:cubicBezTo>
                <a:cubicBezTo>
                  <a:pt x="6556" y="5915"/>
                  <a:pt x="6348" y="5271"/>
                  <a:pt x="6348" y="4456"/>
                </a:cubicBezTo>
                <a:cubicBezTo>
                  <a:pt x="6348" y="3641"/>
                  <a:pt x="6556" y="2997"/>
                  <a:pt x="6972" y="2524"/>
                </a:cubicBezTo>
                <a:cubicBezTo>
                  <a:pt x="7387" y="2050"/>
                  <a:pt x="7948" y="1814"/>
                  <a:pt x="8654" y="1814"/>
                </a:cubicBezTo>
                <a:cubicBezTo>
                  <a:pt x="9353" y="1814"/>
                  <a:pt x="9912" y="2050"/>
                  <a:pt x="10329" y="2524"/>
                </a:cubicBezTo>
                <a:cubicBezTo>
                  <a:pt x="10746" y="2997"/>
                  <a:pt x="10954" y="3641"/>
                  <a:pt x="10954" y="4456"/>
                </a:cubicBezTo>
                <a:moveTo>
                  <a:pt x="10088" y="4456"/>
                </a:moveTo>
                <a:cubicBezTo>
                  <a:pt x="10088" y="3811"/>
                  <a:pt x="9961" y="3331"/>
                  <a:pt x="9708" y="3017"/>
                </a:cubicBezTo>
                <a:cubicBezTo>
                  <a:pt x="9455" y="2703"/>
                  <a:pt x="9103" y="2546"/>
                  <a:pt x="8654" y="2546"/>
                </a:cubicBezTo>
                <a:cubicBezTo>
                  <a:pt x="8198" y="2546"/>
                  <a:pt x="7844" y="2703"/>
                  <a:pt x="7592" y="3017"/>
                </a:cubicBezTo>
                <a:cubicBezTo>
                  <a:pt x="7341" y="3331"/>
                  <a:pt x="7215" y="3811"/>
                  <a:pt x="7215" y="4456"/>
                </a:cubicBezTo>
                <a:cubicBezTo>
                  <a:pt x="7215" y="5081"/>
                  <a:pt x="7342" y="5555"/>
                  <a:pt x="7595" y="5877"/>
                </a:cubicBezTo>
                <a:cubicBezTo>
                  <a:pt x="7848" y="6200"/>
                  <a:pt x="8201" y="6362"/>
                  <a:pt x="8654" y="6362"/>
                </a:cubicBezTo>
                <a:cubicBezTo>
                  <a:pt x="9100" y="6362"/>
                  <a:pt x="9451" y="6202"/>
                  <a:pt x="9706" y="5882"/>
                </a:cubicBezTo>
                <a:cubicBezTo>
                  <a:pt x="9960" y="5562"/>
                  <a:pt x="10088" y="5087"/>
                  <a:pt x="10088" y="4456"/>
                </a:cubicBezTo>
                <a:close/>
                <a:moveTo>
                  <a:pt x="15368" y="2868"/>
                </a:moveTo>
                <a:lnTo>
                  <a:pt x="15323" y="2868"/>
                </a:lnTo>
                <a:cubicBezTo>
                  <a:pt x="15198" y="2840"/>
                  <a:pt x="15077" y="2819"/>
                  <a:pt x="14959" y="2807"/>
                </a:cubicBezTo>
                <a:cubicBezTo>
                  <a:pt x="14842" y="2794"/>
                  <a:pt x="14702" y="2788"/>
                  <a:pt x="14541" y="2788"/>
                </a:cubicBezTo>
                <a:cubicBezTo>
                  <a:pt x="14282" y="2788"/>
                  <a:pt x="14032" y="2845"/>
                  <a:pt x="13791" y="2960"/>
                </a:cubicBezTo>
                <a:cubicBezTo>
                  <a:pt x="13550" y="3075"/>
                  <a:pt x="13317" y="3223"/>
                  <a:pt x="13094" y="3405"/>
                </a:cubicBezTo>
                <a:lnTo>
                  <a:pt x="13094" y="6951"/>
                </a:lnTo>
                <a:lnTo>
                  <a:pt x="12254" y="6951"/>
                </a:lnTo>
                <a:lnTo>
                  <a:pt x="12254" y="1957"/>
                </a:lnTo>
                <a:lnTo>
                  <a:pt x="13094" y="1957"/>
                </a:lnTo>
                <a:lnTo>
                  <a:pt x="13094" y="2695"/>
                </a:lnTo>
                <a:cubicBezTo>
                  <a:pt x="13428" y="2426"/>
                  <a:pt x="13722" y="2236"/>
                  <a:pt x="13976" y="2124"/>
                </a:cubicBezTo>
                <a:cubicBezTo>
                  <a:pt x="14231" y="2013"/>
                  <a:pt x="14491" y="1957"/>
                  <a:pt x="14756" y="1957"/>
                </a:cubicBezTo>
                <a:cubicBezTo>
                  <a:pt x="14902" y="1957"/>
                  <a:pt x="15008" y="1960"/>
                  <a:pt x="15073" y="1968"/>
                </a:cubicBezTo>
                <a:cubicBezTo>
                  <a:pt x="15139" y="1975"/>
                  <a:pt x="15237" y="1989"/>
                  <a:pt x="15368" y="2010"/>
                </a:cubicBezTo>
                <a:lnTo>
                  <a:pt x="15368" y="2868"/>
                </a:lnTo>
                <a:close/>
                <a:moveTo>
                  <a:pt x="20336" y="4539"/>
                </a:moveTo>
                <a:lnTo>
                  <a:pt x="16659" y="4539"/>
                </a:lnTo>
                <a:cubicBezTo>
                  <a:pt x="16659" y="4846"/>
                  <a:pt x="16705" y="5114"/>
                  <a:pt x="16798" y="5343"/>
                </a:cubicBezTo>
                <a:cubicBezTo>
                  <a:pt x="16890" y="5571"/>
                  <a:pt x="17016" y="5759"/>
                  <a:pt x="17177" y="5905"/>
                </a:cubicBezTo>
                <a:cubicBezTo>
                  <a:pt x="17332" y="6048"/>
                  <a:pt x="17516" y="6156"/>
                  <a:pt x="17729" y="6227"/>
                </a:cubicBezTo>
                <a:cubicBezTo>
                  <a:pt x="17942" y="6299"/>
                  <a:pt x="18176" y="6335"/>
                  <a:pt x="18433" y="6335"/>
                </a:cubicBezTo>
                <a:cubicBezTo>
                  <a:pt x="18772" y="6335"/>
                  <a:pt x="19114" y="6267"/>
                  <a:pt x="19458" y="6130"/>
                </a:cubicBezTo>
                <a:cubicBezTo>
                  <a:pt x="19802" y="5993"/>
                  <a:pt x="20047" y="5859"/>
                  <a:pt x="20193" y="5727"/>
                </a:cubicBezTo>
                <a:lnTo>
                  <a:pt x="20237" y="5727"/>
                </a:lnTo>
                <a:lnTo>
                  <a:pt x="20237" y="6646"/>
                </a:lnTo>
                <a:cubicBezTo>
                  <a:pt x="19955" y="6766"/>
                  <a:pt x="19666" y="6866"/>
                  <a:pt x="19371" y="6946"/>
                </a:cubicBezTo>
                <a:cubicBezTo>
                  <a:pt x="19076" y="7027"/>
                  <a:pt x="18766" y="7067"/>
                  <a:pt x="18442" y="7067"/>
                </a:cubicBezTo>
                <a:cubicBezTo>
                  <a:pt x="17614" y="7067"/>
                  <a:pt x="16967" y="6843"/>
                  <a:pt x="16503" y="6394"/>
                </a:cubicBezTo>
                <a:cubicBezTo>
                  <a:pt x="16038" y="5945"/>
                  <a:pt x="15806" y="5307"/>
                  <a:pt x="15806" y="4481"/>
                </a:cubicBezTo>
                <a:cubicBezTo>
                  <a:pt x="15806" y="3663"/>
                  <a:pt x="16028" y="3015"/>
                  <a:pt x="16474" y="2534"/>
                </a:cubicBezTo>
                <a:cubicBezTo>
                  <a:pt x="16919" y="2054"/>
                  <a:pt x="17505" y="1814"/>
                  <a:pt x="18232" y="1814"/>
                </a:cubicBezTo>
                <a:cubicBezTo>
                  <a:pt x="18905" y="1814"/>
                  <a:pt x="19424" y="2011"/>
                  <a:pt x="19788" y="2404"/>
                </a:cubicBezTo>
                <a:cubicBezTo>
                  <a:pt x="20153" y="2798"/>
                  <a:pt x="20336" y="3358"/>
                  <a:pt x="20336" y="4083"/>
                </a:cubicBezTo>
                <a:lnTo>
                  <a:pt x="20336" y="4539"/>
                </a:lnTo>
                <a:moveTo>
                  <a:pt x="19518" y="3896"/>
                </a:moveTo>
                <a:cubicBezTo>
                  <a:pt x="19515" y="3455"/>
                  <a:pt x="19404" y="3114"/>
                  <a:pt x="19185" y="2873"/>
                </a:cubicBezTo>
                <a:cubicBezTo>
                  <a:pt x="18966" y="2631"/>
                  <a:pt x="18634" y="2511"/>
                  <a:pt x="18187" y="2511"/>
                </a:cubicBezTo>
                <a:cubicBezTo>
                  <a:pt x="17737" y="2511"/>
                  <a:pt x="17379" y="2643"/>
                  <a:pt x="17112" y="2908"/>
                </a:cubicBezTo>
                <a:cubicBezTo>
                  <a:pt x="16846" y="3173"/>
                  <a:pt x="16695" y="3502"/>
                  <a:pt x="16659" y="3896"/>
                </a:cubicBezTo>
                <a:lnTo>
                  <a:pt x="19518" y="3896"/>
                </a:lnTo>
                <a:close/>
                <a:moveTo>
                  <a:pt x="22511" y="1126"/>
                </a:moveTo>
                <a:lnTo>
                  <a:pt x="21564" y="1126"/>
                </a:lnTo>
                <a:lnTo>
                  <a:pt x="21564" y="250"/>
                </a:lnTo>
                <a:lnTo>
                  <a:pt x="22511" y="250"/>
                </a:lnTo>
                <a:lnTo>
                  <a:pt x="22511" y="1126"/>
                </a:lnTo>
                <a:moveTo>
                  <a:pt x="22458" y="6951"/>
                </a:moveTo>
                <a:lnTo>
                  <a:pt x="21618" y="6951"/>
                </a:lnTo>
                <a:lnTo>
                  <a:pt x="21618" y="1957"/>
                </a:lnTo>
                <a:lnTo>
                  <a:pt x="22458" y="1957"/>
                </a:lnTo>
                <a:lnTo>
                  <a:pt x="22458" y="6951"/>
                </a:lnTo>
                <a:close/>
                <a:moveTo>
                  <a:pt x="28167" y="6951"/>
                </a:moveTo>
                <a:lnTo>
                  <a:pt x="27327" y="6951"/>
                </a:lnTo>
                <a:lnTo>
                  <a:pt x="27327" y="6431"/>
                </a:lnTo>
                <a:cubicBezTo>
                  <a:pt x="27086" y="6640"/>
                  <a:pt x="26834" y="6803"/>
                  <a:pt x="26572" y="6920"/>
                </a:cubicBezTo>
                <a:cubicBezTo>
                  <a:pt x="26310" y="7036"/>
                  <a:pt x="26026" y="7094"/>
                  <a:pt x="25719" y="7094"/>
                </a:cubicBezTo>
                <a:cubicBezTo>
                  <a:pt x="25123" y="7094"/>
                  <a:pt x="24650" y="6864"/>
                  <a:pt x="24300" y="6405"/>
                </a:cubicBezTo>
                <a:cubicBezTo>
                  <a:pt x="23950" y="5945"/>
                  <a:pt x="23775" y="5307"/>
                  <a:pt x="23775" y="4492"/>
                </a:cubicBezTo>
                <a:cubicBezTo>
                  <a:pt x="23775" y="4068"/>
                  <a:pt x="23836" y="3690"/>
                  <a:pt x="23956" y="3359"/>
                </a:cubicBezTo>
                <a:cubicBezTo>
                  <a:pt x="24077" y="3028"/>
                  <a:pt x="24240" y="2745"/>
                  <a:pt x="24446" y="2513"/>
                </a:cubicBezTo>
                <a:cubicBezTo>
                  <a:pt x="24648" y="2286"/>
                  <a:pt x="24884" y="2112"/>
                  <a:pt x="25154" y="1993"/>
                </a:cubicBezTo>
                <a:cubicBezTo>
                  <a:pt x="25423" y="1874"/>
                  <a:pt x="25702" y="1814"/>
                  <a:pt x="25991" y="1814"/>
                </a:cubicBezTo>
                <a:cubicBezTo>
                  <a:pt x="26253" y="1814"/>
                  <a:pt x="26486" y="1841"/>
                  <a:pt x="26688" y="1897"/>
                </a:cubicBezTo>
                <a:cubicBezTo>
                  <a:pt x="26891" y="1952"/>
                  <a:pt x="27104" y="2038"/>
                  <a:pt x="27327" y="2154"/>
                </a:cubicBezTo>
                <a:lnTo>
                  <a:pt x="27327" y="0"/>
                </a:lnTo>
                <a:lnTo>
                  <a:pt x="28167" y="0"/>
                </a:lnTo>
                <a:lnTo>
                  <a:pt x="28167" y="6951"/>
                </a:lnTo>
                <a:moveTo>
                  <a:pt x="27327" y="5723"/>
                </a:moveTo>
                <a:lnTo>
                  <a:pt x="27327" y="2859"/>
                </a:lnTo>
                <a:cubicBezTo>
                  <a:pt x="27101" y="2758"/>
                  <a:pt x="26898" y="2688"/>
                  <a:pt x="26719" y="2649"/>
                </a:cubicBezTo>
                <a:cubicBezTo>
                  <a:pt x="26541" y="2610"/>
                  <a:pt x="26346" y="2591"/>
                  <a:pt x="26134" y="2591"/>
                </a:cubicBezTo>
                <a:cubicBezTo>
                  <a:pt x="25664" y="2591"/>
                  <a:pt x="25297" y="2755"/>
                  <a:pt x="25035" y="3083"/>
                </a:cubicBezTo>
                <a:cubicBezTo>
                  <a:pt x="24773" y="3410"/>
                  <a:pt x="24642" y="3875"/>
                  <a:pt x="24642" y="4476"/>
                </a:cubicBezTo>
                <a:cubicBezTo>
                  <a:pt x="24642" y="5069"/>
                  <a:pt x="24743" y="5520"/>
                  <a:pt x="24946" y="5828"/>
                </a:cubicBezTo>
                <a:cubicBezTo>
                  <a:pt x="25148" y="6136"/>
                  <a:pt x="25473" y="6290"/>
                  <a:pt x="25920" y="6290"/>
                </a:cubicBezTo>
                <a:cubicBezTo>
                  <a:pt x="26158" y="6290"/>
                  <a:pt x="26399" y="6237"/>
                  <a:pt x="26644" y="6132"/>
                </a:cubicBezTo>
                <a:cubicBezTo>
                  <a:pt x="26888" y="6026"/>
                  <a:pt x="27116" y="5890"/>
                  <a:pt x="27327" y="5723"/>
                </a:cubicBezTo>
                <a:close/>
                <a:moveTo>
                  <a:pt x="33698" y="6951"/>
                </a:moveTo>
                <a:lnTo>
                  <a:pt x="32862" y="6951"/>
                </a:lnTo>
                <a:lnTo>
                  <a:pt x="32862" y="6423"/>
                </a:lnTo>
                <a:cubicBezTo>
                  <a:pt x="32788" y="6474"/>
                  <a:pt x="32687" y="6545"/>
                  <a:pt x="32561" y="6636"/>
                </a:cubicBezTo>
                <a:cubicBezTo>
                  <a:pt x="32434" y="6727"/>
                  <a:pt x="32311" y="6799"/>
                  <a:pt x="32192" y="6853"/>
                </a:cubicBezTo>
                <a:cubicBezTo>
                  <a:pt x="32052" y="6921"/>
                  <a:pt x="31891" y="6979"/>
                  <a:pt x="31710" y="7025"/>
                </a:cubicBezTo>
                <a:cubicBezTo>
                  <a:pt x="31528" y="7071"/>
                  <a:pt x="31315" y="7094"/>
                  <a:pt x="31071" y="7094"/>
                </a:cubicBezTo>
                <a:cubicBezTo>
                  <a:pt x="30621" y="7094"/>
                  <a:pt x="30240" y="6945"/>
                  <a:pt x="29927" y="6647"/>
                </a:cubicBezTo>
                <a:cubicBezTo>
                  <a:pt x="29614" y="6349"/>
                  <a:pt x="29458" y="5969"/>
                  <a:pt x="29458" y="5506"/>
                </a:cubicBezTo>
                <a:cubicBezTo>
                  <a:pt x="29458" y="5128"/>
                  <a:pt x="29539" y="4821"/>
                  <a:pt x="29701" y="4587"/>
                </a:cubicBezTo>
                <a:cubicBezTo>
                  <a:pt x="29864" y="4353"/>
                  <a:pt x="30095" y="4169"/>
                  <a:pt x="30396" y="4035"/>
                </a:cubicBezTo>
                <a:cubicBezTo>
                  <a:pt x="30700" y="3900"/>
                  <a:pt x="31065" y="3809"/>
                  <a:pt x="31491" y="3762"/>
                </a:cubicBezTo>
                <a:cubicBezTo>
                  <a:pt x="31917" y="3714"/>
                  <a:pt x="32374" y="3678"/>
                  <a:pt x="32862" y="3654"/>
                </a:cubicBezTo>
                <a:lnTo>
                  <a:pt x="32862" y="3524"/>
                </a:lnTo>
                <a:cubicBezTo>
                  <a:pt x="32862" y="3331"/>
                  <a:pt x="32829" y="3172"/>
                  <a:pt x="32762" y="3046"/>
                </a:cubicBezTo>
                <a:cubicBezTo>
                  <a:pt x="32695" y="2920"/>
                  <a:pt x="32599" y="2821"/>
                  <a:pt x="32473" y="2749"/>
                </a:cubicBezTo>
                <a:cubicBezTo>
                  <a:pt x="32354" y="2680"/>
                  <a:pt x="32211" y="2633"/>
                  <a:pt x="32045" y="2609"/>
                </a:cubicBezTo>
                <a:cubicBezTo>
                  <a:pt x="31878" y="2585"/>
                  <a:pt x="31704" y="2573"/>
                  <a:pt x="31522" y="2573"/>
                </a:cubicBezTo>
                <a:cubicBezTo>
                  <a:pt x="31302" y="2573"/>
                  <a:pt x="31056" y="2603"/>
                  <a:pt x="30785" y="2663"/>
                </a:cubicBezTo>
                <a:cubicBezTo>
                  <a:pt x="30514" y="2722"/>
                  <a:pt x="30234" y="2809"/>
                  <a:pt x="29945" y="2922"/>
                </a:cubicBezTo>
                <a:lnTo>
                  <a:pt x="29900" y="2922"/>
                </a:lnTo>
                <a:lnTo>
                  <a:pt x="29900" y="2068"/>
                </a:lnTo>
                <a:cubicBezTo>
                  <a:pt x="30064" y="2024"/>
                  <a:pt x="30301" y="1975"/>
                  <a:pt x="30611" y="1921"/>
                </a:cubicBezTo>
                <a:cubicBezTo>
                  <a:pt x="30920" y="1867"/>
                  <a:pt x="31226" y="1841"/>
                  <a:pt x="31526" y="1841"/>
                </a:cubicBezTo>
                <a:cubicBezTo>
                  <a:pt x="31878" y="1841"/>
                  <a:pt x="32184" y="1870"/>
                  <a:pt x="32444" y="1928"/>
                </a:cubicBezTo>
                <a:cubicBezTo>
                  <a:pt x="32705" y="1986"/>
                  <a:pt x="32931" y="2085"/>
                  <a:pt x="33121" y="2225"/>
                </a:cubicBezTo>
                <a:cubicBezTo>
                  <a:pt x="33309" y="2362"/>
                  <a:pt x="33452" y="2539"/>
                  <a:pt x="33550" y="2756"/>
                </a:cubicBezTo>
                <a:cubicBezTo>
                  <a:pt x="33648" y="2974"/>
                  <a:pt x="33698" y="3243"/>
                  <a:pt x="33698" y="3565"/>
                </a:cubicBezTo>
                <a:lnTo>
                  <a:pt x="33698" y="6951"/>
                </a:lnTo>
                <a:moveTo>
                  <a:pt x="32862" y="5729"/>
                </a:moveTo>
                <a:lnTo>
                  <a:pt x="32862" y="4333"/>
                </a:lnTo>
                <a:cubicBezTo>
                  <a:pt x="32606" y="4348"/>
                  <a:pt x="32304" y="4371"/>
                  <a:pt x="31958" y="4401"/>
                </a:cubicBezTo>
                <a:cubicBezTo>
                  <a:pt x="31611" y="4431"/>
                  <a:pt x="31336" y="4474"/>
                  <a:pt x="31133" y="4531"/>
                </a:cubicBezTo>
                <a:cubicBezTo>
                  <a:pt x="30892" y="4600"/>
                  <a:pt x="30697" y="4707"/>
                  <a:pt x="30548" y="4852"/>
                </a:cubicBezTo>
                <a:cubicBezTo>
                  <a:pt x="30399" y="4997"/>
                  <a:pt x="30325" y="5197"/>
                  <a:pt x="30325" y="5451"/>
                </a:cubicBezTo>
                <a:cubicBezTo>
                  <a:pt x="30325" y="5738"/>
                  <a:pt x="30411" y="5954"/>
                  <a:pt x="30584" y="6099"/>
                </a:cubicBezTo>
                <a:cubicBezTo>
                  <a:pt x="30757" y="6244"/>
                  <a:pt x="31020" y="6317"/>
                  <a:pt x="31375" y="6317"/>
                </a:cubicBezTo>
                <a:cubicBezTo>
                  <a:pt x="31669" y="6317"/>
                  <a:pt x="31939" y="6259"/>
                  <a:pt x="32183" y="6144"/>
                </a:cubicBezTo>
                <a:cubicBezTo>
                  <a:pt x="32427" y="6029"/>
                  <a:pt x="32654" y="5891"/>
                  <a:pt x="32862" y="5729"/>
                </a:cubicBezTo>
                <a:close/>
                <a:moveTo>
                  <a:pt x="39492" y="4539"/>
                </a:moveTo>
                <a:lnTo>
                  <a:pt x="35815" y="4539"/>
                </a:lnTo>
                <a:cubicBezTo>
                  <a:pt x="35815" y="4846"/>
                  <a:pt x="35861" y="5114"/>
                  <a:pt x="35954" y="5343"/>
                </a:cubicBezTo>
                <a:cubicBezTo>
                  <a:pt x="36046" y="5571"/>
                  <a:pt x="36173" y="5759"/>
                  <a:pt x="36333" y="5905"/>
                </a:cubicBezTo>
                <a:cubicBezTo>
                  <a:pt x="36488" y="6048"/>
                  <a:pt x="36672" y="6156"/>
                  <a:pt x="36885" y="6227"/>
                </a:cubicBezTo>
                <a:cubicBezTo>
                  <a:pt x="37098" y="6299"/>
                  <a:pt x="37333" y="6335"/>
                  <a:pt x="37589" y="6335"/>
                </a:cubicBezTo>
                <a:cubicBezTo>
                  <a:pt x="37928" y="6335"/>
                  <a:pt x="38270" y="6267"/>
                  <a:pt x="38614" y="6130"/>
                </a:cubicBezTo>
                <a:cubicBezTo>
                  <a:pt x="38958" y="5993"/>
                  <a:pt x="39203" y="5859"/>
                  <a:pt x="39349" y="5727"/>
                </a:cubicBezTo>
                <a:lnTo>
                  <a:pt x="39394" y="5727"/>
                </a:lnTo>
                <a:lnTo>
                  <a:pt x="39394" y="6646"/>
                </a:lnTo>
                <a:cubicBezTo>
                  <a:pt x="39111" y="6766"/>
                  <a:pt x="38822" y="6866"/>
                  <a:pt x="38527" y="6946"/>
                </a:cubicBezTo>
                <a:cubicBezTo>
                  <a:pt x="38232" y="7027"/>
                  <a:pt x="37922" y="7067"/>
                  <a:pt x="37598" y="7067"/>
                </a:cubicBezTo>
                <a:cubicBezTo>
                  <a:pt x="36770" y="7067"/>
                  <a:pt x="36123" y="6843"/>
                  <a:pt x="35659" y="6394"/>
                </a:cubicBezTo>
                <a:cubicBezTo>
                  <a:pt x="35194" y="5945"/>
                  <a:pt x="34962" y="5307"/>
                  <a:pt x="34962" y="4481"/>
                </a:cubicBezTo>
                <a:cubicBezTo>
                  <a:pt x="34962" y="3663"/>
                  <a:pt x="35185" y="3015"/>
                  <a:pt x="35630" y="2534"/>
                </a:cubicBezTo>
                <a:cubicBezTo>
                  <a:pt x="36075" y="2054"/>
                  <a:pt x="36661" y="1814"/>
                  <a:pt x="37388" y="1814"/>
                </a:cubicBezTo>
                <a:cubicBezTo>
                  <a:pt x="38061" y="1814"/>
                  <a:pt x="38580" y="2011"/>
                  <a:pt x="38945" y="2404"/>
                </a:cubicBezTo>
                <a:cubicBezTo>
                  <a:pt x="39309" y="2798"/>
                  <a:pt x="39492" y="3358"/>
                  <a:pt x="39492" y="4083"/>
                </a:cubicBezTo>
                <a:lnTo>
                  <a:pt x="39492" y="4539"/>
                </a:lnTo>
                <a:moveTo>
                  <a:pt x="38674" y="3896"/>
                </a:moveTo>
                <a:cubicBezTo>
                  <a:pt x="38671" y="3455"/>
                  <a:pt x="38560" y="3114"/>
                  <a:pt x="38341" y="2873"/>
                </a:cubicBezTo>
                <a:cubicBezTo>
                  <a:pt x="38123" y="2631"/>
                  <a:pt x="37790" y="2511"/>
                  <a:pt x="37343" y="2511"/>
                </a:cubicBezTo>
                <a:cubicBezTo>
                  <a:pt x="36893" y="2511"/>
                  <a:pt x="36535" y="2643"/>
                  <a:pt x="36269" y="2908"/>
                </a:cubicBezTo>
                <a:cubicBezTo>
                  <a:pt x="36002" y="3173"/>
                  <a:pt x="35851" y="3502"/>
                  <a:pt x="35815" y="3896"/>
                </a:cubicBezTo>
                <a:lnTo>
                  <a:pt x="38674" y="389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5D8CB4-AE5A-4969-BDFE-35F3E859C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798" y="2259260"/>
            <a:ext cx="29138" cy="42522"/>
          </a:xfrm>
          <a:custGeom xmlns:a="http://schemas.openxmlformats.org/drawingml/2006/main">
            <a:pathLst>
              <a:path w="29138" h="42522">
                <a:moveTo>
                  <a:pt x="0" y="0"/>
                </a:moveTo>
                <a:lnTo>
                  <a:pt x="29138" y="0"/>
                </a:lnTo>
                <a:lnTo>
                  <a:pt x="29138" y="42522"/>
                </a:lnTo>
                <a:lnTo>
                  <a:pt x="0" y="4252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025452C-1C2F-4EF1-9630-B1B15FDA8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797" y="2259262"/>
            <a:ext cx="29139" cy="42523"/>
          </a:xfrm>
          <a:custGeom xmlns:a="http://schemas.openxmlformats.org/drawingml/2006/main">
            <a:pathLst>
              <a:path w="29139" h="42523" fill="none">
                <a:moveTo>
                  <a:pt x="0" y="0"/>
                </a:moveTo>
                <a:lnTo>
                  <a:pt x="29139" y="0"/>
                </a:lnTo>
                <a:lnTo>
                  <a:pt x="29139" y="42523"/>
                </a:lnTo>
                <a:lnTo>
                  <a:pt x="0" y="425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83" name="Text Aphididae">
            <a:extLst xmlns:a="http://schemas.openxmlformats.org/drawingml/2006/main">
              <a:ext uri="{FF2B5EF4-FFF2-40B4-BE49-F238E27FC236}">
                <a16:creationId xmlns:a16="http://schemas.microsoft.com/office/drawing/2014/main" id="{D3B7BEFE-ECA5-409A-A9EA-4F55D02EA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370" y="2260725"/>
            <a:ext cx="28482" cy="5621"/>
          </a:xfrm>
          <a:custGeom xmlns:a="http://schemas.openxmlformats.org/drawingml/2006/main">
            <a:pathLst>
              <a:path w="28482" h="5621">
                <a:moveTo>
                  <a:pt x="3850" y="4444"/>
                </a:moveTo>
                <a:lnTo>
                  <a:pt x="3248" y="4444"/>
                </a:lnTo>
                <a:lnTo>
                  <a:pt x="2831" y="3262"/>
                </a:lnTo>
                <a:lnTo>
                  <a:pt x="991" y="3262"/>
                </a:lnTo>
                <a:lnTo>
                  <a:pt x="574" y="4444"/>
                </a:lnTo>
                <a:lnTo>
                  <a:pt x="0" y="4444"/>
                </a:lnTo>
                <a:lnTo>
                  <a:pt x="1548" y="189"/>
                </a:lnTo>
                <a:lnTo>
                  <a:pt x="2302" y="189"/>
                </a:lnTo>
                <a:lnTo>
                  <a:pt x="3850" y="4444"/>
                </a:lnTo>
                <a:moveTo>
                  <a:pt x="2656" y="2771"/>
                </a:moveTo>
                <a:lnTo>
                  <a:pt x="1911" y="683"/>
                </a:lnTo>
                <a:lnTo>
                  <a:pt x="1162" y="2771"/>
                </a:lnTo>
                <a:lnTo>
                  <a:pt x="2656" y="2771"/>
                </a:lnTo>
                <a:close/>
                <a:moveTo>
                  <a:pt x="7261" y="2808"/>
                </a:moveTo>
                <a:cubicBezTo>
                  <a:pt x="7261" y="3067"/>
                  <a:pt x="7223" y="3304"/>
                  <a:pt x="7149" y="3519"/>
                </a:cubicBezTo>
                <a:cubicBezTo>
                  <a:pt x="7075" y="3733"/>
                  <a:pt x="6970" y="3915"/>
                  <a:pt x="6835" y="4064"/>
                </a:cubicBezTo>
                <a:cubicBezTo>
                  <a:pt x="6709" y="4205"/>
                  <a:pt x="6561" y="4314"/>
                  <a:pt x="6391" y="4391"/>
                </a:cubicBezTo>
                <a:cubicBezTo>
                  <a:pt x="6220" y="4469"/>
                  <a:pt x="6040" y="4507"/>
                  <a:pt x="5850" y="4507"/>
                </a:cubicBezTo>
                <a:cubicBezTo>
                  <a:pt x="5684" y="4507"/>
                  <a:pt x="5534" y="4489"/>
                  <a:pt x="5400" y="4453"/>
                </a:cubicBezTo>
                <a:cubicBezTo>
                  <a:pt x="5265" y="4417"/>
                  <a:pt x="5129" y="4360"/>
                  <a:pt x="4990" y="4284"/>
                </a:cubicBezTo>
                <a:lnTo>
                  <a:pt x="4990" y="5621"/>
                </a:lnTo>
                <a:lnTo>
                  <a:pt x="4453" y="5621"/>
                </a:lnTo>
                <a:lnTo>
                  <a:pt x="4453" y="1251"/>
                </a:lnTo>
                <a:lnTo>
                  <a:pt x="4990" y="1251"/>
                </a:lnTo>
                <a:lnTo>
                  <a:pt x="4990" y="1583"/>
                </a:lnTo>
                <a:cubicBezTo>
                  <a:pt x="5133" y="1463"/>
                  <a:pt x="5293" y="1362"/>
                  <a:pt x="5471" y="1281"/>
                </a:cubicBezTo>
                <a:cubicBezTo>
                  <a:pt x="5649" y="1200"/>
                  <a:pt x="5839" y="1160"/>
                  <a:pt x="6041" y="1160"/>
                </a:cubicBezTo>
                <a:cubicBezTo>
                  <a:pt x="6426" y="1160"/>
                  <a:pt x="6725" y="1305"/>
                  <a:pt x="6939" y="1596"/>
                </a:cubicBezTo>
                <a:cubicBezTo>
                  <a:pt x="7153" y="1887"/>
                  <a:pt x="7261" y="2291"/>
                  <a:pt x="7261" y="2808"/>
                </a:cubicBezTo>
                <a:moveTo>
                  <a:pt x="6706" y="2822"/>
                </a:moveTo>
                <a:cubicBezTo>
                  <a:pt x="6706" y="2437"/>
                  <a:pt x="6641" y="2150"/>
                  <a:pt x="6509" y="1959"/>
                </a:cubicBezTo>
                <a:cubicBezTo>
                  <a:pt x="6378" y="1769"/>
                  <a:pt x="6176" y="1674"/>
                  <a:pt x="5904" y="1674"/>
                </a:cubicBezTo>
                <a:cubicBezTo>
                  <a:pt x="5750" y="1674"/>
                  <a:pt x="5594" y="1707"/>
                  <a:pt x="5438" y="1774"/>
                </a:cubicBezTo>
                <a:cubicBezTo>
                  <a:pt x="5282" y="1840"/>
                  <a:pt x="5133" y="1928"/>
                  <a:pt x="4990" y="2036"/>
                </a:cubicBezTo>
                <a:lnTo>
                  <a:pt x="4990" y="3844"/>
                </a:lnTo>
                <a:cubicBezTo>
                  <a:pt x="5142" y="3913"/>
                  <a:pt x="5273" y="3960"/>
                  <a:pt x="5383" y="3984"/>
                </a:cubicBezTo>
                <a:cubicBezTo>
                  <a:pt x="5492" y="4009"/>
                  <a:pt x="5616" y="4022"/>
                  <a:pt x="5755" y="4022"/>
                </a:cubicBezTo>
                <a:cubicBezTo>
                  <a:pt x="6054" y="4022"/>
                  <a:pt x="6288" y="3921"/>
                  <a:pt x="6455" y="3719"/>
                </a:cubicBezTo>
                <a:cubicBezTo>
                  <a:pt x="6623" y="3517"/>
                  <a:pt x="6706" y="3218"/>
                  <a:pt x="6706" y="2822"/>
                </a:cubicBezTo>
                <a:close/>
                <a:moveTo>
                  <a:pt x="10765" y="4444"/>
                </a:moveTo>
                <a:lnTo>
                  <a:pt x="10228" y="4444"/>
                </a:lnTo>
                <a:lnTo>
                  <a:pt x="10228" y="2626"/>
                </a:lnTo>
                <a:cubicBezTo>
                  <a:pt x="10228" y="2479"/>
                  <a:pt x="10220" y="2341"/>
                  <a:pt x="10202" y="2213"/>
                </a:cubicBezTo>
                <a:cubicBezTo>
                  <a:pt x="10185" y="2084"/>
                  <a:pt x="10154" y="1984"/>
                  <a:pt x="10108" y="1911"/>
                </a:cubicBezTo>
                <a:cubicBezTo>
                  <a:pt x="10061" y="1831"/>
                  <a:pt x="9992" y="1771"/>
                  <a:pt x="9902" y="1732"/>
                </a:cubicBezTo>
                <a:cubicBezTo>
                  <a:pt x="9813" y="1693"/>
                  <a:pt x="9697" y="1674"/>
                  <a:pt x="9554" y="1674"/>
                </a:cubicBezTo>
                <a:cubicBezTo>
                  <a:pt x="9407" y="1674"/>
                  <a:pt x="9254" y="1710"/>
                  <a:pt x="9094" y="1782"/>
                </a:cubicBezTo>
                <a:cubicBezTo>
                  <a:pt x="8934" y="1855"/>
                  <a:pt x="8781" y="1947"/>
                  <a:pt x="8634" y="2060"/>
                </a:cubicBezTo>
                <a:lnTo>
                  <a:pt x="8634" y="4444"/>
                </a:lnTo>
                <a:lnTo>
                  <a:pt x="8097" y="4444"/>
                </a:lnTo>
                <a:lnTo>
                  <a:pt x="8097" y="0"/>
                </a:lnTo>
                <a:lnTo>
                  <a:pt x="8634" y="0"/>
                </a:lnTo>
                <a:lnTo>
                  <a:pt x="8634" y="1603"/>
                </a:lnTo>
                <a:cubicBezTo>
                  <a:pt x="8802" y="1464"/>
                  <a:pt x="8975" y="1355"/>
                  <a:pt x="9154" y="1277"/>
                </a:cubicBezTo>
                <a:cubicBezTo>
                  <a:pt x="9333" y="1199"/>
                  <a:pt x="9517" y="1160"/>
                  <a:pt x="9705" y="1160"/>
                </a:cubicBezTo>
                <a:cubicBezTo>
                  <a:pt x="10050" y="1160"/>
                  <a:pt x="10313" y="1264"/>
                  <a:pt x="10494" y="1471"/>
                </a:cubicBezTo>
                <a:cubicBezTo>
                  <a:pt x="10675" y="1679"/>
                  <a:pt x="10765" y="1979"/>
                  <a:pt x="10765" y="2370"/>
                </a:cubicBezTo>
                <a:lnTo>
                  <a:pt x="10765" y="4444"/>
                </a:lnTo>
                <a:close/>
                <a:moveTo>
                  <a:pt x="12376" y="720"/>
                </a:moveTo>
                <a:lnTo>
                  <a:pt x="11770" y="720"/>
                </a:lnTo>
                <a:lnTo>
                  <a:pt x="11770" y="160"/>
                </a:lnTo>
                <a:lnTo>
                  <a:pt x="12376" y="160"/>
                </a:lnTo>
                <a:lnTo>
                  <a:pt x="12376" y="720"/>
                </a:lnTo>
                <a:moveTo>
                  <a:pt x="12342" y="4444"/>
                </a:moveTo>
                <a:lnTo>
                  <a:pt x="11805" y="4444"/>
                </a:lnTo>
                <a:lnTo>
                  <a:pt x="11805" y="1251"/>
                </a:lnTo>
                <a:lnTo>
                  <a:pt x="12342" y="1251"/>
                </a:lnTo>
                <a:lnTo>
                  <a:pt x="12342" y="4444"/>
                </a:lnTo>
                <a:close/>
                <a:moveTo>
                  <a:pt x="15992" y="4444"/>
                </a:moveTo>
                <a:lnTo>
                  <a:pt x="15455" y="4444"/>
                </a:lnTo>
                <a:lnTo>
                  <a:pt x="15455" y="4112"/>
                </a:lnTo>
                <a:cubicBezTo>
                  <a:pt x="15301" y="4246"/>
                  <a:pt x="15140" y="4350"/>
                  <a:pt x="14972" y="4424"/>
                </a:cubicBezTo>
                <a:cubicBezTo>
                  <a:pt x="14805" y="4498"/>
                  <a:pt x="14623" y="4536"/>
                  <a:pt x="14427" y="4536"/>
                </a:cubicBezTo>
                <a:cubicBezTo>
                  <a:pt x="14046" y="4536"/>
                  <a:pt x="13743" y="4389"/>
                  <a:pt x="13520" y="4095"/>
                </a:cubicBezTo>
                <a:cubicBezTo>
                  <a:pt x="13296" y="3801"/>
                  <a:pt x="13184" y="3393"/>
                  <a:pt x="13184" y="2872"/>
                </a:cubicBezTo>
                <a:cubicBezTo>
                  <a:pt x="13184" y="2601"/>
                  <a:pt x="13223" y="2359"/>
                  <a:pt x="13300" y="2148"/>
                </a:cubicBezTo>
                <a:cubicBezTo>
                  <a:pt x="13377" y="1936"/>
                  <a:pt x="13481" y="1755"/>
                  <a:pt x="13613" y="1606"/>
                </a:cubicBezTo>
                <a:cubicBezTo>
                  <a:pt x="13742" y="1461"/>
                  <a:pt x="13893" y="1351"/>
                  <a:pt x="14065" y="1274"/>
                </a:cubicBezTo>
                <a:cubicBezTo>
                  <a:pt x="14238" y="1198"/>
                  <a:pt x="14416" y="1160"/>
                  <a:pt x="14601" y="1160"/>
                </a:cubicBezTo>
                <a:cubicBezTo>
                  <a:pt x="14768" y="1160"/>
                  <a:pt x="14917" y="1177"/>
                  <a:pt x="15046" y="1213"/>
                </a:cubicBezTo>
                <a:cubicBezTo>
                  <a:pt x="15176" y="1248"/>
                  <a:pt x="15312" y="1303"/>
                  <a:pt x="15455" y="1377"/>
                </a:cubicBezTo>
                <a:lnTo>
                  <a:pt x="15455" y="0"/>
                </a:lnTo>
                <a:lnTo>
                  <a:pt x="15992" y="0"/>
                </a:lnTo>
                <a:lnTo>
                  <a:pt x="15992" y="4444"/>
                </a:lnTo>
                <a:moveTo>
                  <a:pt x="15455" y="3659"/>
                </a:moveTo>
                <a:lnTo>
                  <a:pt x="15455" y="1828"/>
                </a:lnTo>
                <a:cubicBezTo>
                  <a:pt x="15310" y="1763"/>
                  <a:pt x="15181" y="1718"/>
                  <a:pt x="15066" y="1694"/>
                </a:cubicBezTo>
                <a:cubicBezTo>
                  <a:pt x="14952" y="1669"/>
                  <a:pt x="14827" y="1657"/>
                  <a:pt x="14692" y="1657"/>
                </a:cubicBezTo>
                <a:cubicBezTo>
                  <a:pt x="14391" y="1657"/>
                  <a:pt x="14157" y="1761"/>
                  <a:pt x="13990" y="1971"/>
                </a:cubicBezTo>
                <a:cubicBezTo>
                  <a:pt x="13822" y="2180"/>
                  <a:pt x="13738" y="2477"/>
                  <a:pt x="13738" y="2862"/>
                </a:cubicBezTo>
                <a:cubicBezTo>
                  <a:pt x="13738" y="3241"/>
                  <a:pt x="13803" y="3529"/>
                  <a:pt x="13932" y="3726"/>
                </a:cubicBezTo>
                <a:cubicBezTo>
                  <a:pt x="14062" y="3923"/>
                  <a:pt x="14270" y="4022"/>
                  <a:pt x="14555" y="4022"/>
                </a:cubicBezTo>
                <a:cubicBezTo>
                  <a:pt x="14707" y="4022"/>
                  <a:pt x="14862" y="3988"/>
                  <a:pt x="15018" y="3920"/>
                </a:cubicBezTo>
                <a:cubicBezTo>
                  <a:pt x="15174" y="3853"/>
                  <a:pt x="15320" y="3765"/>
                  <a:pt x="15455" y="3659"/>
                </a:cubicBezTo>
                <a:close/>
                <a:moveTo>
                  <a:pt x="17625" y="720"/>
                </a:moveTo>
                <a:lnTo>
                  <a:pt x="17020" y="720"/>
                </a:lnTo>
                <a:lnTo>
                  <a:pt x="17020" y="160"/>
                </a:lnTo>
                <a:lnTo>
                  <a:pt x="17625" y="160"/>
                </a:lnTo>
                <a:lnTo>
                  <a:pt x="17625" y="720"/>
                </a:lnTo>
                <a:moveTo>
                  <a:pt x="17591" y="4444"/>
                </a:moveTo>
                <a:lnTo>
                  <a:pt x="17054" y="4444"/>
                </a:lnTo>
                <a:lnTo>
                  <a:pt x="17054" y="1251"/>
                </a:lnTo>
                <a:lnTo>
                  <a:pt x="17591" y="1251"/>
                </a:lnTo>
                <a:lnTo>
                  <a:pt x="17591" y="4444"/>
                </a:lnTo>
                <a:close/>
                <a:moveTo>
                  <a:pt x="21241" y="4444"/>
                </a:moveTo>
                <a:lnTo>
                  <a:pt x="20704" y="4444"/>
                </a:lnTo>
                <a:lnTo>
                  <a:pt x="20704" y="4112"/>
                </a:lnTo>
                <a:cubicBezTo>
                  <a:pt x="20550" y="4246"/>
                  <a:pt x="20389" y="4350"/>
                  <a:pt x="20222" y="4424"/>
                </a:cubicBezTo>
                <a:cubicBezTo>
                  <a:pt x="20054" y="4498"/>
                  <a:pt x="19872" y="4536"/>
                  <a:pt x="19676" y="4536"/>
                </a:cubicBezTo>
                <a:cubicBezTo>
                  <a:pt x="19295" y="4536"/>
                  <a:pt x="18993" y="4389"/>
                  <a:pt x="18769" y="4095"/>
                </a:cubicBezTo>
                <a:cubicBezTo>
                  <a:pt x="18546" y="3801"/>
                  <a:pt x="18434" y="3393"/>
                  <a:pt x="18434" y="2872"/>
                </a:cubicBezTo>
                <a:cubicBezTo>
                  <a:pt x="18434" y="2601"/>
                  <a:pt x="18472" y="2359"/>
                  <a:pt x="18549" y="2148"/>
                </a:cubicBezTo>
                <a:cubicBezTo>
                  <a:pt x="18626" y="1936"/>
                  <a:pt x="18731" y="1755"/>
                  <a:pt x="18862" y="1606"/>
                </a:cubicBezTo>
                <a:cubicBezTo>
                  <a:pt x="18992" y="1461"/>
                  <a:pt x="19142" y="1351"/>
                  <a:pt x="19315" y="1274"/>
                </a:cubicBezTo>
                <a:cubicBezTo>
                  <a:pt x="19487" y="1198"/>
                  <a:pt x="19666" y="1160"/>
                  <a:pt x="19850" y="1160"/>
                </a:cubicBezTo>
                <a:cubicBezTo>
                  <a:pt x="20018" y="1160"/>
                  <a:pt x="20166" y="1177"/>
                  <a:pt x="20296" y="1213"/>
                </a:cubicBezTo>
                <a:cubicBezTo>
                  <a:pt x="20425" y="1248"/>
                  <a:pt x="20562" y="1303"/>
                  <a:pt x="20704" y="1377"/>
                </a:cubicBezTo>
                <a:lnTo>
                  <a:pt x="20704" y="0"/>
                </a:lnTo>
                <a:lnTo>
                  <a:pt x="21241" y="0"/>
                </a:lnTo>
                <a:lnTo>
                  <a:pt x="21241" y="4444"/>
                </a:lnTo>
                <a:moveTo>
                  <a:pt x="20704" y="3659"/>
                </a:moveTo>
                <a:lnTo>
                  <a:pt x="20704" y="1828"/>
                </a:lnTo>
                <a:cubicBezTo>
                  <a:pt x="20560" y="1763"/>
                  <a:pt x="20430" y="1718"/>
                  <a:pt x="20316" y="1694"/>
                </a:cubicBezTo>
                <a:cubicBezTo>
                  <a:pt x="20202" y="1669"/>
                  <a:pt x="20077" y="1657"/>
                  <a:pt x="19942" y="1657"/>
                </a:cubicBezTo>
                <a:cubicBezTo>
                  <a:pt x="19641" y="1657"/>
                  <a:pt x="19407" y="1761"/>
                  <a:pt x="19239" y="1971"/>
                </a:cubicBezTo>
                <a:cubicBezTo>
                  <a:pt x="19072" y="2180"/>
                  <a:pt x="18988" y="2477"/>
                  <a:pt x="18988" y="2862"/>
                </a:cubicBezTo>
                <a:cubicBezTo>
                  <a:pt x="18988" y="3241"/>
                  <a:pt x="19053" y="3529"/>
                  <a:pt x="19182" y="3726"/>
                </a:cubicBezTo>
                <a:cubicBezTo>
                  <a:pt x="19311" y="3923"/>
                  <a:pt x="19519" y="4022"/>
                  <a:pt x="19805" y="4022"/>
                </a:cubicBezTo>
                <a:cubicBezTo>
                  <a:pt x="19957" y="4022"/>
                  <a:pt x="20111" y="3988"/>
                  <a:pt x="20267" y="3920"/>
                </a:cubicBezTo>
                <a:cubicBezTo>
                  <a:pt x="20423" y="3853"/>
                  <a:pt x="20569" y="3765"/>
                  <a:pt x="20704" y="3659"/>
                </a:cubicBezTo>
                <a:close/>
                <a:moveTo>
                  <a:pt x="24777" y="4444"/>
                </a:moveTo>
                <a:lnTo>
                  <a:pt x="24243" y="4444"/>
                </a:lnTo>
                <a:lnTo>
                  <a:pt x="24243" y="4107"/>
                </a:lnTo>
                <a:cubicBezTo>
                  <a:pt x="24196" y="4139"/>
                  <a:pt x="24131" y="4184"/>
                  <a:pt x="24050" y="4243"/>
                </a:cubicBezTo>
                <a:cubicBezTo>
                  <a:pt x="23969" y="4301"/>
                  <a:pt x="23891" y="4347"/>
                  <a:pt x="23815" y="4381"/>
                </a:cubicBezTo>
                <a:cubicBezTo>
                  <a:pt x="23725" y="4425"/>
                  <a:pt x="23622" y="4462"/>
                  <a:pt x="23506" y="4491"/>
                </a:cubicBezTo>
                <a:cubicBezTo>
                  <a:pt x="23390" y="4521"/>
                  <a:pt x="23254" y="4536"/>
                  <a:pt x="23098" y="4536"/>
                </a:cubicBezTo>
                <a:cubicBezTo>
                  <a:pt x="22810" y="4536"/>
                  <a:pt x="22567" y="4440"/>
                  <a:pt x="22367" y="4250"/>
                </a:cubicBezTo>
                <a:cubicBezTo>
                  <a:pt x="22167" y="4059"/>
                  <a:pt x="22067" y="3816"/>
                  <a:pt x="22067" y="3520"/>
                </a:cubicBezTo>
                <a:cubicBezTo>
                  <a:pt x="22067" y="3278"/>
                  <a:pt x="22119" y="3082"/>
                  <a:pt x="22222" y="2933"/>
                </a:cubicBezTo>
                <a:cubicBezTo>
                  <a:pt x="22326" y="2783"/>
                  <a:pt x="22474" y="2665"/>
                  <a:pt x="22666" y="2580"/>
                </a:cubicBezTo>
                <a:cubicBezTo>
                  <a:pt x="22861" y="2494"/>
                  <a:pt x="23094" y="2436"/>
                  <a:pt x="23366" y="2405"/>
                </a:cubicBezTo>
                <a:cubicBezTo>
                  <a:pt x="23639" y="2375"/>
                  <a:pt x="23931" y="2352"/>
                  <a:pt x="24243" y="2336"/>
                </a:cubicBezTo>
                <a:lnTo>
                  <a:pt x="24243" y="2253"/>
                </a:lnTo>
                <a:cubicBezTo>
                  <a:pt x="24243" y="2130"/>
                  <a:pt x="24222" y="2028"/>
                  <a:pt x="24179" y="1948"/>
                </a:cubicBezTo>
                <a:cubicBezTo>
                  <a:pt x="24136" y="1867"/>
                  <a:pt x="24075" y="1804"/>
                  <a:pt x="23995" y="1757"/>
                </a:cubicBezTo>
                <a:cubicBezTo>
                  <a:pt x="23918" y="1713"/>
                  <a:pt x="23827" y="1684"/>
                  <a:pt x="23720" y="1668"/>
                </a:cubicBezTo>
                <a:cubicBezTo>
                  <a:pt x="23614" y="1653"/>
                  <a:pt x="23502" y="1645"/>
                  <a:pt x="23386" y="1645"/>
                </a:cubicBezTo>
                <a:cubicBezTo>
                  <a:pt x="23245" y="1645"/>
                  <a:pt x="23088" y="1664"/>
                  <a:pt x="22915" y="1702"/>
                </a:cubicBezTo>
                <a:cubicBezTo>
                  <a:pt x="22742" y="1740"/>
                  <a:pt x="22563" y="1796"/>
                  <a:pt x="22378" y="1868"/>
                </a:cubicBezTo>
                <a:lnTo>
                  <a:pt x="22349" y="1868"/>
                </a:lnTo>
                <a:lnTo>
                  <a:pt x="22349" y="1322"/>
                </a:lnTo>
                <a:cubicBezTo>
                  <a:pt x="22454" y="1294"/>
                  <a:pt x="22606" y="1262"/>
                  <a:pt x="22804" y="1228"/>
                </a:cubicBezTo>
                <a:cubicBezTo>
                  <a:pt x="23002" y="1194"/>
                  <a:pt x="23197" y="1177"/>
                  <a:pt x="23389" y="1177"/>
                </a:cubicBezTo>
                <a:cubicBezTo>
                  <a:pt x="23614" y="1177"/>
                  <a:pt x="23809" y="1195"/>
                  <a:pt x="23976" y="1232"/>
                </a:cubicBezTo>
                <a:cubicBezTo>
                  <a:pt x="24143" y="1270"/>
                  <a:pt x="24287" y="1333"/>
                  <a:pt x="24409" y="1422"/>
                </a:cubicBezTo>
                <a:cubicBezTo>
                  <a:pt x="24529" y="1510"/>
                  <a:pt x="24620" y="1623"/>
                  <a:pt x="24683" y="1762"/>
                </a:cubicBezTo>
                <a:cubicBezTo>
                  <a:pt x="24746" y="1901"/>
                  <a:pt x="24777" y="2074"/>
                  <a:pt x="24777" y="2279"/>
                </a:cubicBezTo>
                <a:lnTo>
                  <a:pt x="24777" y="4444"/>
                </a:lnTo>
                <a:moveTo>
                  <a:pt x="24243" y="3663"/>
                </a:moveTo>
                <a:lnTo>
                  <a:pt x="24243" y="2771"/>
                </a:lnTo>
                <a:cubicBezTo>
                  <a:pt x="24079" y="2780"/>
                  <a:pt x="23887" y="2794"/>
                  <a:pt x="23665" y="2814"/>
                </a:cubicBezTo>
                <a:cubicBezTo>
                  <a:pt x="23443" y="2833"/>
                  <a:pt x="23267" y="2860"/>
                  <a:pt x="23138" y="2897"/>
                </a:cubicBezTo>
                <a:cubicBezTo>
                  <a:pt x="22984" y="2941"/>
                  <a:pt x="22859" y="3009"/>
                  <a:pt x="22764" y="3102"/>
                </a:cubicBezTo>
                <a:cubicBezTo>
                  <a:pt x="22668" y="3195"/>
                  <a:pt x="22621" y="3322"/>
                  <a:pt x="22621" y="3485"/>
                </a:cubicBezTo>
                <a:cubicBezTo>
                  <a:pt x="22621" y="3669"/>
                  <a:pt x="22676" y="3807"/>
                  <a:pt x="22786" y="3900"/>
                </a:cubicBezTo>
                <a:cubicBezTo>
                  <a:pt x="22897" y="3992"/>
                  <a:pt x="23065" y="4039"/>
                  <a:pt x="23292" y="4039"/>
                </a:cubicBezTo>
                <a:cubicBezTo>
                  <a:pt x="23481" y="4039"/>
                  <a:pt x="23653" y="4002"/>
                  <a:pt x="23809" y="3928"/>
                </a:cubicBezTo>
                <a:cubicBezTo>
                  <a:pt x="23965" y="3855"/>
                  <a:pt x="24110" y="3766"/>
                  <a:pt x="24243" y="3663"/>
                </a:cubicBezTo>
                <a:close/>
                <a:moveTo>
                  <a:pt x="28482" y="2902"/>
                </a:moveTo>
                <a:lnTo>
                  <a:pt x="26131" y="2902"/>
                </a:lnTo>
                <a:cubicBezTo>
                  <a:pt x="26131" y="3099"/>
                  <a:pt x="26160" y="3270"/>
                  <a:pt x="26219" y="3416"/>
                </a:cubicBezTo>
                <a:cubicBezTo>
                  <a:pt x="26279" y="3562"/>
                  <a:pt x="26359" y="3682"/>
                  <a:pt x="26462" y="3775"/>
                </a:cubicBezTo>
                <a:cubicBezTo>
                  <a:pt x="26561" y="3867"/>
                  <a:pt x="26679" y="3936"/>
                  <a:pt x="26815" y="3981"/>
                </a:cubicBezTo>
                <a:cubicBezTo>
                  <a:pt x="26951" y="4027"/>
                  <a:pt x="27101" y="4050"/>
                  <a:pt x="27265" y="4050"/>
                </a:cubicBezTo>
                <a:cubicBezTo>
                  <a:pt x="27482" y="4050"/>
                  <a:pt x="27700" y="4006"/>
                  <a:pt x="27920" y="3919"/>
                </a:cubicBezTo>
                <a:cubicBezTo>
                  <a:pt x="28140" y="3832"/>
                  <a:pt x="28297" y="3746"/>
                  <a:pt x="28390" y="3662"/>
                </a:cubicBezTo>
                <a:lnTo>
                  <a:pt x="28419" y="3662"/>
                </a:lnTo>
                <a:lnTo>
                  <a:pt x="28419" y="4249"/>
                </a:lnTo>
                <a:cubicBezTo>
                  <a:pt x="28238" y="4326"/>
                  <a:pt x="28053" y="4390"/>
                  <a:pt x="27865" y="4441"/>
                </a:cubicBezTo>
                <a:cubicBezTo>
                  <a:pt x="27676" y="4493"/>
                  <a:pt x="27478" y="4519"/>
                  <a:pt x="27271" y="4519"/>
                </a:cubicBezTo>
                <a:cubicBezTo>
                  <a:pt x="26741" y="4519"/>
                  <a:pt x="26328" y="4375"/>
                  <a:pt x="26031" y="4088"/>
                </a:cubicBezTo>
                <a:cubicBezTo>
                  <a:pt x="25734" y="3801"/>
                  <a:pt x="25585" y="3393"/>
                  <a:pt x="25585" y="2865"/>
                </a:cubicBezTo>
                <a:cubicBezTo>
                  <a:pt x="25585" y="2342"/>
                  <a:pt x="25728" y="1927"/>
                  <a:pt x="26012" y="1620"/>
                </a:cubicBezTo>
                <a:cubicBezTo>
                  <a:pt x="26297" y="1313"/>
                  <a:pt x="26672" y="1160"/>
                  <a:pt x="27136" y="1160"/>
                </a:cubicBezTo>
                <a:cubicBezTo>
                  <a:pt x="27567" y="1160"/>
                  <a:pt x="27898" y="1286"/>
                  <a:pt x="28132" y="1537"/>
                </a:cubicBezTo>
                <a:cubicBezTo>
                  <a:pt x="28365" y="1789"/>
                  <a:pt x="28482" y="2147"/>
                  <a:pt x="28482" y="2610"/>
                </a:cubicBezTo>
                <a:lnTo>
                  <a:pt x="28482" y="2902"/>
                </a:lnTo>
                <a:moveTo>
                  <a:pt x="27959" y="2491"/>
                </a:moveTo>
                <a:cubicBezTo>
                  <a:pt x="27957" y="2209"/>
                  <a:pt x="27886" y="1991"/>
                  <a:pt x="27746" y="1837"/>
                </a:cubicBezTo>
                <a:cubicBezTo>
                  <a:pt x="27606" y="1682"/>
                  <a:pt x="27393" y="1605"/>
                  <a:pt x="27108" y="1605"/>
                </a:cubicBezTo>
                <a:cubicBezTo>
                  <a:pt x="26820" y="1605"/>
                  <a:pt x="26591" y="1690"/>
                  <a:pt x="26421" y="1859"/>
                </a:cubicBezTo>
                <a:cubicBezTo>
                  <a:pt x="26250" y="2029"/>
                  <a:pt x="26154" y="2239"/>
                  <a:pt x="26131" y="2491"/>
                </a:cubicBezTo>
                <a:lnTo>
                  <a:pt x="27959" y="249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A3AE37F-90F4-4A5D-9C79-3F449BCEE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798" y="2324282"/>
            <a:ext cx="29138" cy="40768"/>
          </a:xfrm>
          <a:custGeom xmlns:a="http://schemas.openxmlformats.org/drawingml/2006/main">
            <a:pathLst>
              <a:path w="29138" h="40768">
                <a:moveTo>
                  <a:pt x="0" y="0"/>
                </a:moveTo>
                <a:lnTo>
                  <a:pt x="29138" y="0"/>
                </a:lnTo>
                <a:lnTo>
                  <a:pt x="29138" y="40768"/>
                </a:lnTo>
                <a:lnTo>
                  <a:pt x="0" y="407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DB95E86-23A4-4E3A-88C3-5C8DF4846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3797" y="2324283"/>
            <a:ext cx="29139" cy="40768"/>
          </a:xfrm>
          <a:custGeom xmlns:a="http://schemas.openxmlformats.org/drawingml/2006/main">
            <a:pathLst>
              <a:path w="29139" h="40768" fill="none">
                <a:moveTo>
                  <a:pt x="0" y="0"/>
                </a:moveTo>
                <a:lnTo>
                  <a:pt x="29139" y="0"/>
                </a:lnTo>
                <a:lnTo>
                  <a:pt x="29139" y="40768"/>
                </a:lnTo>
                <a:lnTo>
                  <a:pt x="0" y="407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86" name="Text Aleyrodidae">
            <a:extLst xmlns:a="http://schemas.openxmlformats.org/drawingml/2006/main">
              <a:ext uri="{FF2B5EF4-FFF2-40B4-BE49-F238E27FC236}">
                <a16:creationId xmlns:a16="http://schemas.microsoft.com/office/drawing/2014/main" id="{4564A38B-BCA6-436E-A14F-B5AEE55EF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6358" y="2325518"/>
            <a:ext cx="28440" cy="4684"/>
          </a:xfrm>
          <a:custGeom xmlns:a="http://schemas.openxmlformats.org/drawingml/2006/main">
            <a:pathLst>
              <a:path w="28440" h="4684">
                <a:moveTo>
                  <a:pt x="3208" y="3704"/>
                </a:moveTo>
                <a:lnTo>
                  <a:pt x="2706" y="3704"/>
                </a:lnTo>
                <a:lnTo>
                  <a:pt x="2359" y="2718"/>
                </a:lnTo>
                <a:lnTo>
                  <a:pt x="826" y="2718"/>
                </a:lnTo>
                <a:lnTo>
                  <a:pt x="478" y="3704"/>
                </a:lnTo>
                <a:lnTo>
                  <a:pt x="0" y="3704"/>
                </a:lnTo>
                <a:lnTo>
                  <a:pt x="1290" y="157"/>
                </a:lnTo>
                <a:lnTo>
                  <a:pt x="1918" y="157"/>
                </a:lnTo>
                <a:lnTo>
                  <a:pt x="3208" y="3704"/>
                </a:lnTo>
                <a:moveTo>
                  <a:pt x="2214" y="2309"/>
                </a:moveTo>
                <a:lnTo>
                  <a:pt x="1592" y="569"/>
                </a:lnTo>
                <a:lnTo>
                  <a:pt x="969" y="2309"/>
                </a:lnTo>
                <a:lnTo>
                  <a:pt x="2214" y="2309"/>
                </a:lnTo>
                <a:close/>
                <a:moveTo>
                  <a:pt x="4163" y="3704"/>
                </a:moveTo>
                <a:lnTo>
                  <a:pt x="3715" y="3704"/>
                </a:lnTo>
                <a:lnTo>
                  <a:pt x="3715" y="0"/>
                </a:lnTo>
                <a:lnTo>
                  <a:pt x="4163" y="0"/>
                </a:lnTo>
                <a:lnTo>
                  <a:pt x="4163" y="3704"/>
                </a:lnTo>
                <a:close/>
                <a:moveTo>
                  <a:pt x="7274" y="2418"/>
                </a:moveTo>
                <a:lnTo>
                  <a:pt x="5315" y="2418"/>
                </a:lnTo>
                <a:cubicBezTo>
                  <a:pt x="5315" y="2582"/>
                  <a:pt x="5339" y="2725"/>
                  <a:pt x="5389" y="2847"/>
                </a:cubicBezTo>
                <a:cubicBezTo>
                  <a:pt x="5438" y="2968"/>
                  <a:pt x="5505" y="3068"/>
                  <a:pt x="5591" y="3146"/>
                </a:cubicBezTo>
                <a:cubicBezTo>
                  <a:pt x="5673" y="3222"/>
                  <a:pt x="5771" y="3280"/>
                  <a:pt x="5885" y="3318"/>
                </a:cubicBezTo>
                <a:cubicBezTo>
                  <a:pt x="5998" y="3356"/>
                  <a:pt x="6123" y="3375"/>
                  <a:pt x="6260" y="3375"/>
                </a:cubicBezTo>
                <a:cubicBezTo>
                  <a:pt x="6441" y="3375"/>
                  <a:pt x="6623" y="3339"/>
                  <a:pt x="6806" y="3266"/>
                </a:cubicBezTo>
                <a:cubicBezTo>
                  <a:pt x="6989" y="3193"/>
                  <a:pt x="7120" y="3122"/>
                  <a:pt x="7198" y="3051"/>
                </a:cubicBezTo>
                <a:lnTo>
                  <a:pt x="7221" y="3051"/>
                </a:lnTo>
                <a:lnTo>
                  <a:pt x="7221" y="3541"/>
                </a:lnTo>
                <a:cubicBezTo>
                  <a:pt x="7071" y="3605"/>
                  <a:pt x="6917" y="3658"/>
                  <a:pt x="6760" y="3701"/>
                </a:cubicBezTo>
                <a:cubicBezTo>
                  <a:pt x="6602" y="3744"/>
                  <a:pt x="6437" y="3765"/>
                  <a:pt x="6264" y="3765"/>
                </a:cubicBezTo>
                <a:cubicBezTo>
                  <a:pt x="5823" y="3765"/>
                  <a:pt x="5479" y="3646"/>
                  <a:pt x="5231" y="3407"/>
                </a:cubicBezTo>
                <a:cubicBezTo>
                  <a:pt x="4984" y="3167"/>
                  <a:pt x="4860" y="2828"/>
                  <a:pt x="4860" y="2387"/>
                </a:cubicBezTo>
                <a:cubicBezTo>
                  <a:pt x="4860" y="1952"/>
                  <a:pt x="4979" y="1606"/>
                  <a:pt x="5216" y="1350"/>
                </a:cubicBezTo>
                <a:cubicBezTo>
                  <a:pt x="5453" y="1094"/>
                  <a:pt x="5765" y="966"/>
                  <a:pt x="6153" y="966"/>
                </a:cubicBezTo>
                <a:cubicBezTo>
                  <a:pt x="6511" y="966"/>
                  <a:pt x="6788" y="1071"/>
                  <a:pt x="6982" y="1281"/>
                </a:cubicBezTo>
                <a:cubicBezTo>
                  <a:pt x="7176" y="1491"/>
                  <a:pt x="7274" y="1789"/>
                  <a:pt x="7274" y="2175"/>
                </a:cubicBezTo>
                <a:lnTo>
                  <a:pt x="7274" y="2418"/>
                </a:lnTo>
                <a:moveTo>
                  <a:pt x="6838" y="2076"/>
                </a:moveTo>
                <a:cubicBezTo>
                  <a:pt x="6837" y="1841"/>
                  <a:pt x="6777" y="1659"/>
                  <a:pt x="6661" y="1530"/>
                </a:cubicBezTo>
                <a:cubicBezTo>
                  <a:pt x="6544" y="1402"/>
                  <a:pt x="6367" y="1338"/>
                  <a:pt x="6129" y="1338"/>
                </a:cubicBezTo>
                <a:cubicBezTo>
                  <a:pt x="5889" y="1338"/>
                  <a:pt x="5698" y="1408"/>
                  <a:pt x="5556" y="1550"/>
                </a:cubicBezTo>
                <a:cubicBezTo>
                  <a:pt x="5414" y="1691"/>
                  <a:pt x="5334" y="1866"/>
                  <a:pt x="5315" y="2076"/>
                </a:cubicBezTo>
                <a:lnTo>
                  <a:pt x="6838" y="2076"/>
                </a:lnTo>
                <a:close/>
                <a:moveTo>
                  <a:pt x="10251" y="1043"/>
                </a:moveTo>
                <a:lnTo>
                  <a:pt x="8699" y="4684"/>
                </a:lnTo>
                <a:lnTo>
                  <a:pt x="8221" y="4684"/>
                </a:lnTo>
                <a:lnTo>
                  <a:pt x="8716" y="3574"/>
                </a:lnTo>
                <a:lnTo>
                  <a:pt x="7657" y="1043"/>
                </a:lnTo>
                <a:lnTo>
                  <a:pt x="8142" y="1043"/>
                </a:lnTo>
                <a:lnTo>
                  <a:pt x="8959" y="3013"/>
                </a:lnTo>
                <a:lnTo>
                  <a:pt x="9782" y="1043"/>
                </a:lnTo>
                <a:lnTo>
                  <a:pt x="10251" y="1043"/>
                </a:lnTo>
                <a:close/>
                <a:moveTo>
                  <a:pt x="12496" y="1528"/>
                </a:moveTo>
                <a:lnTo>
                  <a:pt x="12472" y="1528"/>
                </a:lnTo>
                <a:cubicBezTo>
                  <a:pt x="12405" y="1513"/>
                  <a:pt x="12341" y="1502"/>
                  <a:pt x="12278" y="1495"/>
                </a:cubicBezTo>
                <a:cubicBezTo>
                  <a:pt x="12215" y="1489"/>
                  <a:pt x="12141" y="1485"/>
                  <a:pt x="12055" y="1485"/>
                </a:cubicBezTo>
                <a:cubicBezTo>
                  <a:pt x="11917" y="1485"/>
                  <a:pt x="11784" y="1516"/>
                  <a:pt x="11655" y="1577"/>
                </a:cubicBezTo>
                <a:cubicBezTo>
                  <a:pt x="11527" y="1638"/>
                  <a:pt x="11403" y="1717"/>
                  <a:pt x="11284" y="1814"/>
                </a:cubicBezTo>
                <a:lnTo>
                  <a:pt x="11284" y="3704"/>
                </a:lnTo>
                <a:lnTo>
                  <a:pt x="10837" y="3704"/>
                </a:lnTo>
                <a:lnTo>
                  <a:pt x="10837" y="1043"/>
                </a:lnTo>
                <a:lnTo>
                  <a:pt x="11284" y="1043"/>
                </a:lnTo>
                <a:lnTo>
                  <a:pt x="11284" y="1436"/>
                </a:lnTo>
                <a:cubicBezTo>
                  <a:pt x="11462" y="1293"/>
                  <a:pt x="11619" y="1191"/>
                  <a:pt x="11754" y="1132"/>
                </a:cubicBezTo>
                <a:cubicBezTo>
                  <a:pt x="11890" y="1072"/>
                  <a:pt x="12028" y="1043"/>
                  <a:pt x="12170" y="1043"/>
                </a:cubicBezTo>
                <a:cubicBezTo>
                  <a:pt x="12247" y="1043"/>
                  <a:pt x="12304" y="1045"/>
                  <a:pt x="12339" y="1048"/>
                </a:cubicBezTo>
                <a:cubicBezTo>
                  <a:pt x="12373" y="1052"/>
                  <a:pt x="12426" y="1060"/>
                  <a:pt x="12496" y="1071"/>
                </a:cubicBezTo>
                <a:lnTo>
                  <a:pt x="12496" y="1528"/>
                </a:lnTo>
                <a:close/>
                <a:moveTo>
                  <a:pt x="15183" y="2374"/>
                </a:moveTo>
                <a:cubicBezTo>
                  <a:pt x="15183" y="2809"/>
                  <a:pt x="15072" y="3151"/>
                  <a:pt x="14850" y="3403"/>
                </a:cubicBezTo>
                <a:cubicBezTo>
                  <a:pt x="14627" y="3654"/>
                  <a:pt x="14330" y="3780"/>
                  <a:pt x="13957" y="3780"/>
                </a:cubicBezTo>
                <a:cubicBezTo>
                  <a:pt x="13581" y="3780"/>
                  <a:pt x="13282" y="3654"/>
                  <a:pt x="13061" y="3403"/>
                </a:cubicBezTo>
                <a:cubicBezTo>
                  <a:pt x="12840" y="3151"/>
                  <a:pt x="12729" y="2809"/>
                  <a:pt x="12729" y="2374"/>
                </a:cubicBezTo>
                <a:cubicBezTo>
                  <a:pt x="12729" y="1940"/>
                  <a:pt x="12840" y="1597"/>
                  <a:pt x="13061" y="1345"/>
                </a:cubicBezTo>
                <a:cubicBezTo>
                  <a:pt x="13282" y="1092"/>
                  <a:pt x="13581" y="966"/>
                  <a:pt x="13957" y="966"/>
                </a:cubicBezTo>
                <a:cubicBezTo>
                  <a:pt x="14330" y="966"/>
                  <a:pt x="14627" y="1092"/>
                  <a:pt x="14850" y="1345"/>
                </a:cubicBezTo>
                <a:cubicBezTo>
                  <a:pt x="15072" y="1597"/>
                  <a:pt x="15183" y="1940"/>
                  <a:pt x="15183" y="2374"/>
                </a:cubicBezTo>
                <a:moveTo>
                  <a:pt x="14721" y="2374"/>
                </a:moveTo>
                <a:cubicBezTo>
                  <a:pt x="14721" y="2030"/>
                  <a:pt x="14654" y="1775"/>
                  <a:pt x="14519" y="1608"/>
                </a:cubicBezTo>
                <a:cubicBezTo>
                  <a:pt x="14384" y="1440"/>
                  <a:pt x="14197" y="1357"/>
                  <a:pt x="13957" y="1357"/>
                </a:cubicBezTo>
                <a:cubicBezTo>
                  <a:pt x="13714" y="1357"/>
                  <a:pt x="13526" y="1440"/>
                  <a:pt x="13392" y="1608"/>
                </a:cubicBezTo>
                <a:cubicBezTo>
                  <a:pt x="13258" y="1775"/>
                  <a:pt x="13191" y="2030"/>
                  <a:pt x="13191" y="2374"/>
                </a:cubicBezTo>
                <a:cubicBezTo>
                  <a:pt x="13191" y="2707"/>
                  <a:pt x="13258" y="2959"/>
                  <a:pt x="13393" y="3131"/>
                </a:cubicBezTo>
                <a:cubicBezTo>
                  <a:pt x="13528" y="3303"/>
                  <a:pt x="13716" y="3389"/>
                  <a:pt x="13957" y="3389"/>
                </a:cubicBezTo>
                <a:cubicBezTo>
                  <a:pt x="14195" y="3389"/>
                  <a:pt x="14382" y="3304"/>
                  <a:pt x="14518" y="3134"/>
                </a:cubicBezTo>
                <a:cubicBezTo>
                  <a:pt x="14653" y="2963"/>
                  <a:pt x="14721" y="2710"/>
                  <a:pt x="14721" y="2374"/>
                </a:cubicBezTo>
                <a:close/>
                <a:moveTo>
                  <a:pt x="18032" y="3704"/>
                </a:moveTo>
                <a:lnTo>
                  <a:pt x="17584" y="3704"/>
                </a:lnTo>
                <a:lnTo>
                  <a:pt x="17584" y="3427"/>
                </a:lnTo>
                <a:cubicBezTo>
                  <a:pt x="17456" y="3538"/>
                  <a:pt x="17322" y="3625"/>
                  <a:pt x="17182" y="3687"/>
                </a:cubicBezTo>
                <a:cubicBezTo>
                  <a:pt x="17042" y="3749"/>
                  <a:pt x="16891" y="3780"/>
                  <a:pt x="16727" y="3780"/>
                </a:cubicBezTo>
                <a:cubicBezTo>
                  <a:pt x="16410" y="3780"/>
                  <a:pt x="16158" y="3657"/>
                  <a:pt x="15972" y="3412"/>
                </a:cubicBezTo>
                <a:cubicBezTo>
                  <a:pt x="15785" y="3167"/>
                  <a:pt x="15692" y="2828"/>
                  <a:pt x="15692" y="2393"/>
                </a:cubicBezTo>
                <a:cubicBezTo>
                  <a:pt x="15692" y="2167"/>
                  <a:pt x="15724" y="1966"/>
                  <a:pt x="15788" y="1790"/>
                </a:cubicBezTo>
                <a:cubicBezTo>
                  <a:pt x="15853" y="1613"/>
                  <a:pt x="15940" y="1463"/>
                  <a:pt x="16049" y="1339"/>
                </a:cubicBezTo>
                <a:cubicBezTo>
                  <a:pt x="16157" y="1218"/>
                  <a:pt x="16283" y="1125"/>
                  <a:pt x="16426" y="1062"/>
                </a:cubicBezTo>
                <a:cubicBezTo>
                  <a:pt x="16570" y="998"/>
                  <a:pt x="16719" y="966"/>
                  <a:pt x="16873" y="966"/>
                </a:cubicBezTo>
                <a:cubicBezTo>
                  <a:pt x="17012" y="966"/>
                  <a:pt x="17136" y="981"/>
                  <a:pt x="17244" y="1011"/>
                </a:cubicBezTo>
                <a:cubicBezTo>
                  <a:pt x="17352" y="1040"/>
                  <a:pt x="17465" y="1086"/>
                  <a:pt x="17584" y="1148"/>
                </a:cubicBezTo>
                <a:lnTo>
                  <a:pt x="17584" y="0"/>
                </a:lnTo>
                <a:lnTo>
                  <a:pt x="18032" y="0"/>
                </a:lnTo>
                <a:lnTo>
                  <a:pt x="18032" y="3704"/>
                </a:lnTo>
                <a:moveTo>
                  <a:pt x="17584" y="3049"/>
                </a:moveTo>
                <a:lnTo>
                  <a:pt x="17584" y="1523"/>
                </a:lnTo>
                <a:cubicBezTo>
                  <a:pt x="17464" y="1469"/>
                  <a:pt x="17356" y="1432"/>
                  <a:pt x="17261" y="1411"/>
                </a:cubicBezTo>
                <a:cubicBezTo>
                  <a:pt x="17165" y="1391"/>
                  <a:pt x="17061" y="1381"/>
                  <a:pt x="16949" y="1381"/>
                </a:cubicBezTo>
                <a:cubicBezTo>
                  <a:pt x="16698" y="1381"/>
                  <a:pt x="16503" y="1468"/>
                  <a:pt x="16363" y="1642"/>
                </a:cubicBezTo>
                <a:cubicBezTo>
                  <a:pt x="16224" y="1817"/>
                  <a:pt x="16154" y="2064"/>
                  <a:pt x="16154" y="2385"/>
                </a:cubicBezTo>
                <a:cubicBezTo>
                  <a:pt x="16154" y="2701"/>
                  <a:pt x="16208" y="2941"/>
                  <a:pt x="16316" y="3105"/>
                </a:cubicBezTo>
                <a:cubicBezTo>
                  <a:pt x="16424" y="3269"/>
                  <a:pt x="16596" y="3351"/>
                  <a:pt x="16834" y="3351"/>
                </a:cubicBezTo>
                <a:cubicBezTo>
                  <a:pt x="16961" y="3351"/>
                  <a:pt x="17090" y="3323"/>
                  <a:pt x="17220" y="3267"/>
                </a:cubicBezTo>
                <a:cubicBezTo>
                  <a:pt x="17350" y="3210"/>
                  <a:pt x="17472" y="3138"/>
                  <a:pt x="17584" y="3049"/>
                </a:cubicBezTo>
                <a:close/>
                <a:moveTo>
                  <a:pt x="19393" y="600"/>
                </a:moveTo>
                <a:lnTo>
                  <a:pt x="18889" y="600"/>
                </a:lnTo>
                <a:lnTo>
                  <a:pt x="18889" y="133"/>
                </a:lnTo>
                <a:lnTo>
                  <a:pt x="19393" y="133"/>
                </a:lnTo>
                <a:lnTo>
                  <a:pt x="19393" y="600"/>
                </a:lnTo>
                <a:moveTo>
                  <a:pt x="19365" y="3704"/>
                </a:moveTo>
                <a:lnTo>
                  <a:pt x="18917" y="3704"/>
                </a:lnTo>
                <a:lnTo>
                  <a:pt x="18917" y="1043"/>
                </a:lnTo>
                <a:lnTo>
                  <a:pt x="19365" y="1043"/>
                </a:lnTo>
                <a:lnTo>
                  <a:pt x="19365" y="3704"/>
                </a:lnTo>
                <a:close/>
                <a:moveTo>
                  <a:pt x="22407" y="3704"/>
                </a:moveTo>
                <a:lnTo>
                  <a:pt x="21959" y="3704"/>
                </a:lnTo>
                <a:lnTo>
                  <a:pt x="21959" y="3427"/>
                </a:lnTo>
                <a:cubicBezTo>
                  <a:pt x="21831" y="3538"/>
                  <a:pt x="21696" y="3625"/>
                  <a:pt x="21557" y="3687"/>
                </a:cubicBezTo>
                <a:cubicBezTo>
                  <a:pt x="21417" y="3749"/>
                  <a:pt x="21266" y="3780"/>
                  <a:pt x="21102" y="3780"/>
                </a:cubicBezTo>
                <a:cubicBezTo>
                  <a:pt x="20785" y="3780"/>
                  <a:pt x="20533" y="3657"/>
                  <a:pt x="20347" y="3412"/>
                </a:cubicBezTo>
                <a:cubicBezTo>
                  <a:pt x="20160" y="3167"/>
                  <a:pt x="20067" y="2828"/>
                  <a:pt x="20067" y="2393"/>
                </a:cubicBezTo>
                <a:cubicBezTo>
                  <a:pt x="20067" y="2167"/>
                  <a:pt x="20099" y="1966"/>
                  <a:pt x="20163" y="1790"/>
                </a:cubicBezTo>
                <a:cubicBezTo>
                  <a:pt x="20227" y="1613"/>
                  <a:pt x="20314" y="1463"/>
                  <a:pt x="20424" y="1339"/>
                </a:cubicBezTo>
                <a:cubicBezTo>
                  <a:pt x="20532" y="1218"/>
                  <a:pt x="20658" y="1125"/>
                  <a:pt x="20801" y="1062"/>
                </a:cubicBezTo>
                <a:cubicBezTo>
                  <a:pt x="20945" y="998"/>
                  <a:pt x="21093" y="966"/>
                  <a:pt x="21247" y="966"/>
                </a:cubicBezTo>
                <a:cubicBezTo>
                  <a:pt x="21387" y="966"/>
                  <a:pt x="21511" y="981"/>
                  <a:pt x="21619" y="1011"/>
                </a:cubicBezTo>
                <a:cubicBezTo>
                  <a:pt x="21727" y="1040"/>
                  <a:pt x="21840" y="1086"/>
                  <a:pt x="21959" y="1148"/>
                </a:cubicBezTo>
                <a:lnTo>
                  <a:pt x="21959" y="0"/>
                </a:lnTo>
                <a:lnTo>
                  <a:pt x="22407" y="0"/>
                </a:lnTo>
                <a:lnTo>
                  <a:pt x="22407" y="3704"/>
                </a:lnTo>
                <a:moveTo>
                  <a:pt x="21959" y="3049"/>
                </a:moveTo>
                <a:lnTo>
                  <a:pt x="21959" y="1523"/>
                </a:lnTo>
                <a:cubicBezTo>
                  <a:pt x="21838" y="1469"/>
                  <a:pt x="21731" y="1432"/>
                  <a:pt x="21635" y="1411"/>
                </a:cubicBezTo>
                <a:cubicBezTo>
                  <a:pt x="21540" y="1391"/>
                  <a:pt x="21436" y="1381"/>
                  <a:pt x="21324" y="1381"/>
                </a:cubicBezTo>
                <a:cubicBezTo>
                  <a:pt x="21073" y="1381"/>
                  <a:pt x="20878" y="1468"/>
                  <a:pt x="20738" y="1642"/>
                </a:cubicBezTo>
                <a:cubicBezTo>
                  <a:pt x="20598" y="1817"/>
                  <a:pt x="20529" y="2064"/>
                  <a:pt x="20529" y="2385"/>
                </a:cubicBezTo>
                <a:cubicBezTo>
                  <a:pt x="20529" y="2701"/>
                  <a:pt x="20583" y="2941"/>
                  <a:pt x="20690" y="3105"/>
                </a:cubicBezTo>
                <a:cubicBezTo>
                  <a:pt x="20798" y="3269"/>
                  <a:pt x="20971" y="3351"/>
                  <a:pt x="21209" y="3351"/>
                </a:cubicBezTo>
                <a:cubicBezTo>
                  <a:pt x="21336" y="3351"/>
                  <a:pt x="21465" y="3323"/>
                  <a:pt x="21595" y="3267"/>
                </a:cubicBezTo>
                <a:cubicBezTo>
                  <a:pt x="21725" y="3210"/>
                  <a:pt x="21846" y="3138"/>
                  <a:pt x="21959" y="3049"/>
                </a:cubicBezTo>
                <a:close/>
                <a:moveTo>
                  <a:pt x="25353" y="3704"/>
                </a:moveTo>
                <a:lnTo>
                  <a:pt x="24908" y="3704"/>
                </a:lnTo>
                <a:lnTo>
                  <a:pt x="24908" y="3422"/>
                </a:lnTo>
                <a:cubicBezTo>
                  <a:pt x="24868" y="3449"/>
                  <a:pt x="24815" y="3487"/>
                  <a:pt x="24747" y="3535"/>
                </a:cubicBezTo>
                <a:cubicBezTo>
                  <a:pt x="24680" y="3584"/>
                  <a:pt x="24614" y="3622"/>
                  <a:pt x="24551" y="3651"/>
                </a:cubicBezTo>
                <a:cubicBezTo>
                  <a:pt x="24476" y="3688"/>
                  <a:pt x="24391" y="3718"/>
                  <a:pt x="24294" y="3743"/>
                </a:cubicBezTo>
                <a:cubicBezTo>
                  <a:pt x="24197" y="3767"/>
                  <a:pt x="24084" y="3780"/>
                  <a:pt x="23954" y="3780"/>
                </a:cubicBezTo>
                <a:cubicBezTo>
                  <a:pt x="23714" y="3780"/>
                  <a:pt x="23511" y="3700"/>
                  <a:pt x="23344" y="3541"/>
                </a:cubicBezTo>
                <a:cubicBezTo>
                  <a:pt x="23178" y="3383"/>
                  <a:pt x="23094" y="3180"/>
                  <a:pt x="23094" y="2934"/>
                </a:cubicBezTo>
                <a:cubicBezTo>
                  <a:pt x="23094" y="2732"/>
                  <a:pt x="23138" y="2569"/>
                  <a:pt x="23224" y="2444"/>
                </a:cubicBezTo>
                <a:cubicBezTo>
                  <a:pt x="23310" y="2319"/>
                  <a:pt x="23434" y="2221"/>
                  <a:pt x="23594" y="2150"/>
                </a:cubicBezTo>
                <a:cubicBezTo>
                  <a:pt x="23756" y="2078"/>
                  <a:pt x="23950" y="2030"/>
                  <a:pt x="24177" y="2004"/>
                </a:cubicBezTo>
                <a:cubicBezTo>
                  <a:pt x="24404" y="1979"/>
                  <a:pt x="24648" y="1960"/>
                  <a:pt x="24908" y="1947"/>
                </a:cubicBezTo>
                <a:lnTo>
                  <a:pt x="24908" y="1877"/>
                </a:lnTo>
                <a:cubicBezTo>
                  <a:pt x="24908" y="1775"/>
                  <a:pt x="24890" y="1690"/>
                  <a:pt x="24854" y="1623"/>
                </a:cubicBezTo>
                <a:cubicBezTo>
                  <a:pt x="24819" y="1556"/>
                  <a:pt x="24768" y="1503"/>
                  <a:pt x="24701" y="1465"/>
                </a:cubicBezTo>
                <a:cubicBezTo>
                  <a:pt x="24637" y="1428"/>
                  <a:pt x="24561" y="1403"/>
                  <a:pt x="24472" y="1390"/>
                </a:cubicBezTo>
                <a:cubicBezTo>
                  <a:pt x="24384" y="1377"/>
                  <a:pt x="24291" y="1371"/>
                  <a:pt x="24194" y="1371"/>
                </a:cubicBezTo>
                <a:cubicBezTo>
                  <a:pt x="24076" y="1371"/>
                  <a:pt x="23946" y="1387"/>
                  <a:pt x="23801" y="1419"/>
                </a:cubicBezTo>
                <a:cubicBezTo>
                  <a:pt x="23657" y="1450"/>
                  <a:pt x="23508" y="1496"/>
                  <a:pt x="23354" y="1557"/>
                </a:cubicBezTo>
                <a:lnTo>
                  <a:pt x="23330" y="1557"/>
                </a:lnTo>
                <a:lnTo>
                  <a:pt x="23330" y="1102"/>
                </a:lnTo>
                <a:cubicBezTo>
                  <a:pt x="23417" y="1078"/>
                  <a:pt x="23543" y="1052"/>
                  <a:pt x="23708" y="1023"/>
                </a:cubicBezTo>
                <a:cubicBezTo>
                  <a:pt x="23873" y="995"/>
                  <a:pt x="24036" y="981"/>
                  <a:pt x="24196" y="981"/>
                </a:cubicBezTo>
                <a:cubicBezTo>
                  <a:pt x="24384" y="981"/>
                  <a:pt x="24547" y="996"/>
                  <a:pt x="24685" y="1027"/>
                </a:cubicBezTo>
                <a:cubicBezTo>
                  <a:pt x="24824" y="1058"/>
                  <a:pt x="24944" y="1111"/>
                  <a:pt x="25046" y="1185"/>
                </a:cubicBezTo>
                <a:cubicBezTo>
                  <a:pt x="25146" y="1258"/>
                  <a:pt x="25222" y="1353"/>
                  <a:pt x="25275" y="1469"/>
                </a:cubicBezTo>
                <a:cubicBezTo>
                  <a:pt x="25327" y="1584"/>
                  <a:pt x="25353" y="1728"/>
                  <a:pt x="25353" y="1899"/>
                </a:cubicBezTo>
                <a:lnTo>
                  <a:pt x="25353" y="3704"/>
                </a:lnTo>
                <a:moveTo>
                  <a:pt x="24908" y="3052"/>
                </a:moveTo>
                <a:lnTo>
                  <a:pt x="24908" y="2309"/>
                </a:lnTo>
                <a:cubicBezTo>
                  <a:pt x="24772" y="2317"/>
                  <a:pt x="24611" y="2329"/>
                  <a:pt x="24426" y="2345"/>
                </a:cubicBezTo>
                <a:cubicBezTo>
                  <a:pt x="24241" y="2361"/>
                  <a:pt x="24095" y="2384"/>
                  <a:pt x="23987" y="2414"/>
                </a:cubicBezTo>
                <a:cubicBezTo>
                  <a:pt x="23858" y="2451"/>
                  <a:pt x="23754" y="2508"/>
                  <a:pt x="23675" y="2585"/>
                </a:cubicBezTo>
                <a:cubicBezTo>
                  <a:pt x="23596" y="2662"/>
                  <a:pt x="23556" y="2769"/>
                  <a:pt x="23556" y="2904"/>
                </a:cubicBezTo>
                <a:cubicBezTo>
                  <a:pt x="23556" y="3057"/>
                  <a:pt x="23602" y="3172"/>
                  <a:pt x="23694" y="3250"/>
                </a:cubicBezTo>
                <a:cubicBezTo>
                  <a:pt x="23786" y="3327"/>
                  <a:pt x="23927" y="3366"/>
                  <a:pt x="24115" y="3366"/>
                </a:cubicBezTo>
                <a:cubicBezTo>
                  <a:pt x="24272" y="3366"/>
                  <a:pt x="24416" y="3335"/>
                  <a:pt x="24546" y="3274"/>
                </a:cubicBezTo>
                <a:cubicBezTo>
                  <a:pt x="24676" y="3212"/>
                  <a:pt x="24797" y="3138"/>
                  <a:pt x="24908" y="3052"/>
                </a:cubicBezTo>
                <a:close/>
                <a:moveTo>
                  <a:pt x="28440" y="2418"/>
                </a:moveTo>
                <a:lnTo>
                  <a:pt x="26481" y="2418"/>
                </a:lnTo>
                <a:cubicBezTo>
                  <a:pt x="26481" y="2582"/>
                  <a:pt x="26506" y="2725"/>
                  <a:pt x="26555" y="2847"/>
                </a:cubicBezTo>
                <a:cubicBezTo>
                  <a:pt x="26604" y="2968"/>
                  <a:pt x="26672" y="3068"/>
                  <a:pt x="26758" y="3146"/>
                </a:cubicBezTo>
                <a:cubicBezTo>
                  <a:pt x="26840" y="3222"/>
                  <a:pt x="26938" y="3280"/>
                  <a:pt x="27051" y="3318"/>
                </a:cubicBezTo>
                <a:cubicBezTo>
                  <a:pt x="27165" y="3356"/>
                  <a:pt x="27290" y="3375"/>
                  <a:pt x="27426" y="3375"/>
                </a:cubicBezTo>
                <a:cubicBezTo>
                  <a:pt x="27607" y="3375"/>
                  <a:pt x="27789" y="3339"/>
                  <a:pt x="27973" y="3266"/>
                </a:cubicBezTo>
                <a:cubicBezTo>
                  <a:pt x="28156" y="3193"/>
                  <a:pt x="28286" y="3122"/>
                  <a:pt x="28364" y="3051"/>
                </a:cubicBezTo>
                <a:lnTo>
                  <a:pt x="28388" y="3051"/>
                </a:lnTo>
                <a:lnTo>
                  <a:pt x="28388" y="3541"/>
                </a:lnTo>
                <a:cubicBezTo>
                  <a:pt x="28237" y="3605"/>
                  <a:pt x="28083" y="3658"/>
                  <a:pt x="27926" y="3701"/>
                </a:cubicBezTo>
                <a:cubicBezTo>
                  <a:pt x="27769" y="3744"/>
                  <a:pt x="27604" y="3765"/>
                  <a:pt x="27431" y="3765"/>
                </a:cubicBezTo>
                <a:cubicBezTo>
                  <a:pt x="26990" y="3765"/>
                  <a:pt x="26646" y="3646"/>
                  <a:pt x="26398" y="3407"/>
                </a:cubicBezTo>
                <a:cubicBezTo>
                  <a:pt x="26151" y="3167"/>
                  <a:pt x="26027" y="2828"/>
                  <a:pt x="26027" y="2387"/>
                </a:cubicBezTo>
                <a:cubicBezTo>
                  <a:pt x="26027" y="1952"/>
                  <a:pt x="26145" y="1606"/>
                  <a:pt x="26383" y="1350"/>
                </a:cubicBezTo>
                <a:cubicBezTo>
                  <a:pt x="26620" y="1094"/>
                  <a:pt x="26932" y="966"/>
                  <a:pt x="27319" y="966"/>
                </a:cubicBezTo>
                <a:cubicBezTo>
                  <a:pt x="27678" y="966"/>
                  <a:pt x="27954" y="1071"/>
                  <a:pt x="28149" y="1281"/>
                </a:cubicBezTo>
                <a:cubicBezTo>
                  <a:pt x="28343" y="1491"/>
                  <a:pt x="28440" y="1789"/>
                  <a:pt x="28440" y="2175"/>
                </a:cubicBezTo>
                <a:lnTo>
                  <a:pt x="28440" y="2418"/>
                </a:lnTo>
                <a:moveTo>
                  <a:pt x="28005" y="2076"/>
                </a:moveTo>
                <a:cubicBezTo>
                  <a:pt x="28003" y="1841"/>
                  <a:pt x="27944" y="1659"/>
                  <a:pt x="27827" y="1530"/>
                </a:cubicBezTo>
                <a:cubicBezTo>
                  <a:pt x="27711" y="1402"/>
                  <a:pt x="27533" y="1338"/>
                  <a:pt x="27295" y="1338"/>
                </a:cubicBezTo>
                <a:cubicBezTo>
                  <a:pt x="27056" y="1338"/>
                  <a:pt x="26865" y="1408"/>
                  <a:pt x="26723" y="1550"/>
                </a:cubicBezTo>
                <a:cubicBezTo>
                  <a:pt x="26581" y="1691"/>
                  <a:pt x="26500" y="1866"/>
                  <a:pt x="26481" y="2076"/>
                </a:cubicBezTo>
                <a:lnTo>
                  <a:pt x="28005" y="2076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462677-29E3-47F1-8E39-14370B31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33" y="2259260"/>
            <a:ext cx="34944" cy="34201"/>
          </a:xfrm>
          <a:custGeom xmlns:a="http://schemas.openxmlformats.org/drawingml/2006/main">
            <a:pathLst>
              <a:path w="34944" h="34201">
                <a:moveTo>
                  <a:pt x="0" y="0"/>
                </a:moveTo>
                <a:lnTo>
                  <a:pt x="34944" y="0"/>
                </a:lnTo>
                <a:lnTo>
                  <a:pt x="34944" y="34201"/>
                </a:lnTo>
                <a:lnTo>
                  <a:pt x="0" y="342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7CBC40-1D4B-4615-8F2E-6718507EE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34" y="2259262"/>
            <a:ext cx="34943" cy="34202"/>
          </a:xfrm>
          <a:custGeom xmlns:a="http://schemas.openxmlformats.org/drawingml/2006/main">
            <a:pathLst>
              <a:path w="34943" h="34202" fill="none">
                <a:moveTo>
                  <a:pt x="0" y="0"/>
                </a:moveTo>
                <a:lnTo>
                  <a:pt x="34943" y="0"/>
                </a:lnTo>
                <a:lnTo>
                  <a:pt x="34943" y="34202"/>
                </a:lnTo>
                <a:lnTo>
                  <a:pt x="0" y="342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89" name="Text Reduviidae">
            <a:extLst xmlns:a="http://schemas.openxmlformats.org/drawingml/2006/main">
              <a:ext uri="{FF2B5EF4-FFF2-40B4-BE49-F238E27FC236}">
                <a16:creationId xmlns:a16="http://schemas.microsoft.com/office/drawing/2014/main" id="{61E4DDD4-6F84-44D7-8092-BAA66A8C5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549" y="2260820"/>
            <a:ext cx="33767" cy="4885"/>
          </a:xfrm>
          <a:custGeom xmlns:a="http://schemas.openxmlformats.org/drawingml/2006/main">
            <a:pathLst>
              <a:path w="33767" h="4885">
                <a:moveTo>
                  <a:pt x="3790" y="4786"/>
                </a:moveTo>
                <a:lnTo>
                  <a:pt x="2999" y="4786"/>
                </a:lnTo>
                <a:lnTo>
                  <a:pt x="1467" y="2965"/>
                </a:lnTo>
                <a:lnTo>
                  <a:pt x="609" y="2965"/>
                </a:lnTo>
                <a:lnTo>
                  <a:pt x="609" y="4786"/>
                </a:lnTo>
                <a:lnTo>
                  <a:pt x="0" y="4786"/>
                </a:lnTo>
                <a:lnTo>
                  <a:pt x="0" y="203"/>
                </a:lnTo>
                <a:lnTo>
                  <a:pt x="1283" y="203"/>
                </a:lnTo>
                <a:cubicBezTo>
                  <a:pt x="1560" y="203"/>
                  <a:pt x="1790" y="221"/>
                  <a:pt x="1975" y="257"/>
                </a:cubicBezTo>
                <a:cubicBezTo>
                  <a:pt x="2159" y="293"/>
                  <a:pt x="2325" y="357"/>
                  <a:pt x="2473" y="449"/>
                </a:cubicBezTo>
                <a:cubicBezTo>
                  <a:pt x="2639" y="554"/>
                  <a:pt x="2769" y="686"/>
                  <a:pt x="2862" y="845"/>
                </a:cubicBezTo>
                <a:cubicBezTo>
                  <a:pt x="2955" y="1004"/>
                  <a:pt x="3002" y="1206"/>
                  <a:pt x="3002" y="1450"/>
                </a:cubicBezTo>
                <a:cubicBezTo>
                  <a:pt x="3002" y="1781"/>
                  <a:pt x="2919" y="2057"/>
                  <a:pt x="2753" y="2280"/>
                </a:cubicBezTo>
                <a:cubicBezTo>
                  <a:pt x="2587" y="2503"/>
                  <a:pt x="2358" y="2671"/>
                  <a:pt x="2067" y="2784"/>
                </a:cubicBezTo>
                <a:lnTo>
                  <a:pt x="3790" y="4786"/>
                </a:lnTo>
                <a:moveTo>
                  <a:pt x="2365" y="1495"/>
                </a:moveTo>
                <a:cubicBezTo>
                  <a:pt x="2365" y="1364"/>
                  <a:pt x="2342" y="1249"/>
                  <a:pt x="2296" y="1147"/>
                </a:cubicBezTo>
                <a:cubicBezTo>
                  <a:pt x="2250" y="1046"/>
                  <a:pt x="2174" y="961"/>
                  <a:pt x="2067" y="891"/>
                </a:cubicBezTo>
                <a:cubicBezTo>
                  <a:pt x="1979" y="832"/>
                  <a:pt x="1874" y="791"/>
                  <a:pt x="1753" y="767"/>
                </a:cubicBezTo>
                <a:cubicBezTo>
                  <a:pt x="1632" y="744"/>
                  <a:pt x="1490" y="732"/>
                  <a:pt x="1326" y="732"/>
                </a:cubicBezTo>
                <a:lnTo>
                  <a:pt x="609" y="732"/>
                </a:lnTo>
                <a:lnTo>
                  <a:pt x="609" y="2455"/>
                </a:lnTo>
                <a:lnTo>
                  <a:pt x="1224" y="2455"/>
                </a:lnTo>
                <a:cubicBezTo>
                  <a:pt x="1417" y="2455"/>
                  <a:pt x="1585" y="2438"/>
                  <a:pt x="1729" y="2404"/>
                </a:cubicBezTo>
                <a:cubicBezTo>
                  <a:pt x="1872" y="2370"/>
                  <a:pt x="1994" y="2308"/>
                  <a:pt x="2095" y="2216"/>
                </a:cubicBezTo>
                <a:cubicBezTo>
                  <a:pt x="2187" y="2130"/>
                  <a:pt x="2255" y="2031"/>
                  <a:pt x="2299" y="1920"/>
                </a:cubicBezTo>
                <a:cubicBezTo>
                  <a:pt x="2343" y="1808"/>
                  <a:pt x="2365" y="1667"/>
                  <a:pt x="2365" y="1495"/>
                </a:cubicBezTo>
                <a:close/>
                <a:moveTo>
                  <a:pt x="7210" y="3125"/>
                </a:moveTo>
                <a:lnTo>
                  <a:pt x="4678" y="3125"/>
                </a:lnTo>
                <a:cubicBezTo>
                  <a:pt x="4678" y="3337"/>
                  <a:pt x="4710" y="3521"/>
                  <a:pt x="4774" y="3679"/>
                </a:cubicBezTo>
                <a:cubicBezTo>
                  <a:pt x="4837" y="3836"/>
                  <a:pt x="4924" y="3965"/>
                  <a:pt x="5035" y="4066"/>
                </a:cubicBezTo>
                <a:cubicBezTo>
                  <a:pt x="5142" y="4164"/>
                  <a:pt x="5268" y="4238"/>
                  <a:pt x="5415" y="4288"/>
                </a:cubicBezTo>
                <a:cubicBezTo>
                  <a:pt x="5562" y="4337"/>
                  <a:pt x="5723" y="4362"/>
                  <a:pt x="5900" y="4362"/>
                </a:cubicBezTo>
                <a:cubicBezTo>
                  <a:pt x="6133" y="4362"/>
                  <a:pt x="6369" y="4315"/>
                  <a:pt x="6605" y="4221"/>
                </a:cubicBezTo>
                <a:cubicBezTo>
                  <a:pt x="6842" y="4127"/>
                  <a:pt x="7011" y="4034"/>
                  <a:pt x="7111" y="3943"/>
                </a:cubicBezTo>
                <a:lnTo>
                  <a:pt x="7142" y="3943"/>
                </a:lnTo>
                <a:lnTo>
                  <a:pt x="7142" y="4576"/>
                </a:lnTo>
                <a:cubicBezTo>
                  <a:pt x="6947" y="4658"/>
                  <a:pt x="6749" y="4727"/>
                  <a:pt x="6545" y="4783"/>
                </a:cubicBezTo>
                <a:cubicBezTo>
                  <a:pt x="6342" y="4838"/>
                  <a:pt x="6129" y="4866"/>
                  <a:pt x="5906" y="4866"/>
                </a:cubicBezTo>
                <a:cubicBezTo>
                  <a:pt x="5336" y="4866"/>
                  <a:pt x="4891" y="4712"/>
                  <a:pt x="4571" y="4402"/>
                </a:cubicBezTo>
                <a:cubicBezTo>
                  <a:pt x="4251" y="4093"/>
                  <a:pt x="4091" y="3654"/>
                  <a:pt x="4091" y="3085"/>
                </a:cubicBezTo>
                <a:cubicBezTo>
                  <a:pt x="4091" y="2522"/>
                  <a:pt x="4244" y="2076"/>
                  <a:pt x="4551" y="1745"/>
                </a:cubicBezTo>
                <a:cubicBezTo>
                  <a:pt x="4857" y="1414"/>
                  <a:pt x="5261" y="1249"/>
                  <a:pt x="5761" y="1249"/>
                </a:cubicBezTo>
                <a:cubicBezTo>
                  <a:pt x="6225" y="1249"/>
                  <a:pt x="6582" y="1384"/>
                  <a:pt x="6833" y="1656"/>
                </a:cubicBezTo>
                <a:cubicBezTo>
                  <a:pt x="7084" y="1927"/>
                  <a:pt x="7210" y="2312"/>
                  <a:pt x="7210" y="2811"/>
                </a:cubicBezTo>
                <a:lnTo>
                  <a:pt x="7210" y="3125"/>
                </a:lnTo>
                <a:moveTo>
                  <a:pt x="6647" y="2682"/>
                </a:moveTo>
                <a:cubicBezTo>
                  <a:pt x="6645" y="2379"/>
                  <a:pt x="6569" y="2144"/>
                  <a:pt x="6418" y="1978"/>
                </a:cubicBezTo>
                <a:cubicBezTo>
                  <a:pt x="6267" y="1812"/>
                  <a:pt x="6038" y="1729"/>
                  <a:pt x="5730" y="1729"/>
                </a:cubicBezTo>
                <a:cubicBezTo>
                  <a:pt x="5421" y="1729"/>
                  <a:pt x="5174" y="1820"/>
                  <a:pt x="4991" y="2002"/>
                </a:cubicBezTo>
                <a:cubicBezTo>
                  <a:pt x="4807" y="2185"/>
                  <a:pt x="4703" y="2412"/>
                  <a:pt x="4678" y="2682"/>
                </a:cubicBezTo>
                <a:lnTo>
                  <a:pt x="6647" y="2682"/>
                </a:lnTo>
                <a:close/>
                <a:moveTo>
                  <a:pt x="10873" y="4786"/>
                </a:moveTo>
                <a:lnTo>
                  <a:pt x="10295" y="4786"/>
                </a:lnTo>
                <a:lnTo>
                  <a:pt x="10295" y="4428"/>
                </a:lnTo>
                <a:cubicBezTo>
                  <a:pt x="10129" y="4572"/>
                  <a:pt x="9956" y="4684"/>
                  <a:pt x="9775" y="4764"/>
                </a:cubicBezTo>
                <a:cubicBezTo>
                  <a:pt x="9595" y="4845"/>
                  <a:pt x="9399" y="4885"/>
                  <a:pt x="9188" y="4885"/>
                </a:cubicBezTo>
                <a:cubicBezTo>
                  <a:pt x="8777" y="4885"/>
                  <a:pt x="8452" y="4726"/>
                  <a:pt x="8211" y="4410"/>
                </a:cubicBezTo>
                <a:cubicBezTo>
                  <a:pt x="7970" y="4093"/>
                  <a:pt x="7850" y="3654"/>
                  <a:pt x="7850" y="3093"/>
                </a:cubicBezTo>
                <a:cubicBezTo>
                  <a:pt x="7850" y="2801"/>
                  <a:pt x="7891" y="2541"/>
                  <a:pt x="7974" y="2313"/>
                </a:cubicBezTo>
                <a:cubicBezTo>
                  <a:pt x="8057" y="2085"/>
                  <a:pt x="8169" y="1890"/>
                  <a:pt x="8311" y="1730"/>
                </a:cubicBezTo>
                <a:cubicBezTo>
                  <a:pt x="8450" y="1574"/>
                  <a:pt x="8613" y="1454"/>
                  <a:pt x="8798" y="1372"/>
                </a:cubicBezTo>
                <a:cubicBezTo>
                  <a:pt x="8984" y="1290"/>
                  <a:pt x="9176" y="1249"/>
                  <a:pt x="9375" y="1249"/>
                </a:cubicBezTo>
                <a:cubicBezTo>
                  <a:pt x="9556" y="1249"/>
                  <a:pt x="9716" y="1268"/>
                  <a:pt x="9855" y="1306"/>
                </a:cubicBezTo>
                <a:cubicBezTo>
                  <a:pt x="9995" y="1344"/>
                  <a:pt x="10141" y="1403"/>
                  <a:pt x="10295" y="1483"/>
                </a:cubicBezTo>
                <a:lnTo>
                  <a:pt x="10295" y="0"/>
                </a:lnTo>
                <a:lnTo>
                  <a:pt x="10873" y="0"/>
                </a:lnTo>
                <a:lnTo>
                  <a:pt x="10873" y="4786"/>
                </a:lnTo>
                <a:moveTo>
                  <a:pt x="10295" y="3940"/>
                </a:moveTo>
                <a:lnTo>
                  <a:pt x="10295" y="1969"/>
                </a:lnTo>
                <a:cubicBezTo>
                  <a:pt x="10139" y="1899"/>
                  <a:pt x="10000" y="1851"/>
                  <a:pt x="9877" y="1824"/>
                </a:cubicBezTo>
                <a:cubicBezTo>
                  <a:pt x="9754" y="1797"/>
                  <a:pt x="9619" y="1784"/>
                  <a:pt x="9474" y="1784"/>
                </a:cubicBezTo>
                <a:cubicBezTo>
                  <a:pt x="9150" y="1784"/>
                  <a:pt x="8897" y="1897"/>
                  <a:pt x="8717" y="2122"/>
                </a:cubicBezTo>
                <a:cubicBezTo>
                  <a:pt x="8537" y="2348"/>
                  <a:pt x="8446" y="2668"/>
                  <a:pt x="8446" y="3082"/>
                </a:cubicBezTo>
                <a:cubicBezTo>
                  <a:pt x="8446" y="3490"/>
                  <a:pt x="8516" y="3800"/>
                  <a:pt x="8655" y="4013"/>
                </a:cubicBezTo>
                <a:cubicBezTo>
                  <a:pt x="8795" y="4225"/>
                  <a:pt x="9018" y="4331"/>
                  <a:pt x="9326" y="4331"/>
                </a:cubicBezTo>
                <a:cubicBezTo>
                  <a:pt x="9490" y="4331"/>
                  <a:pt x="9656" y="4295"/>
                  <a:pt x="9824" y="4222"/>
                </a:cubicBezTo>
                <a:cubicBezTo>
                  <a:pt x="9992" y="4149"/>
                  <a:pt x="10149" y="4055"/>
                  <a:pt x="10295" y="3940"/>
                </a:cubicBezTo>
                <a:close/>
                <a:moveTo>
                  <a:pt x="14859" y="4786"/>
                </a:moveTo>
                <a:lnTo>
                  <a:pt x="14281" y="4786"/>
                </a:lnTo>
                <a:lnTo>
                  <a:pt x="14281" y="4407"/>
                </a:lnTo>
                <a:cubicBezTo>
                  <a:pt x="14086" y="4561"/>
                  <a:pt x="13900" y="4679"/>
                  <a:pt x="13721" y="4761"/>
                </a:cubicBezTo>
                <a:cubicBezTo>
                  <a:pt x="13543" y="4844"/>
                  <a:pt x="13346" y="4885"/>
                  <a:pt x="13131" y="4885"/>
                </a:cubicBezTo>
                <a:cubicBezTo>
                  <a:pt x="12770" y="4885"/>
                  <a:pt x="12489" y="4774"/>
                  <a:pt x="12288" y="4553"/>
                </a:cubicBezTo>
                <a:cubicBezTo>
                  <a:pt x="12087" y="4333"/>
                  <a:pt x="11987" y="4008"/>
                  <a:pt x="11987" y="3581"/>
                </a:cubicBezTo>
                <a:lnTo>
                  <a:pt x="11987" y="1347"/>
                </a:lnTo>
                <a:lnTo>
                  <a:pt x="12565" y="1347"/>
                </a:lnTo>
                <a:lnTo>
                  <a:pt x="12565" y="3306"/>
                </a:lnTo>
                <a:cubicBezTo>
                  <a:pt x="12565" y="3480"/>
                  <a:pt x="12573" y="3629"/>
                  <a:pt x="12589" y="3754"/>
                </a:cubicBezTo>
                <a:cubicBezTo>
                  <a:pt x="12606" y="3878"/>
                  <a:pt x="12641" y="3984"/>
                  <a:pt x="12694" y="4072"/>
                </a:cubicBezTo>
                <a:cubicBezTo>
                  <a:pt x="12749" y="4163"/>
                  <a:pt x="12821" y="4228"/>
                  <a:pt x="12909" y="4269"/>
                </a:cubicBezTo>
                <a:cubicBezTo>
                  <a:pt x="12998" y="4310"/>
                  <a:pt x="13126" y="4331"/>
                  <a:pt x="13294" y="4331"/>
                </a:cubicBezTo>
                <a:cubicBezTo>
                  <a:pt x="13444" y="4331"/>
                  <a:pt x="13607" y="4292"/>
                  <a:pt x="13784" y="4214"/>
                </a:cubicBezTo>
                <a:cubicBezTo>
                  <a:pt x="13962" y="4136"/>
                  <a:pt x="14127" y="4036"/>
                  <a:pt x="14281" y="3915"/>
                </a:cubicBezTo>
                <a:lnTo>
                  <a:pt x="14281" y="1347"/>
                </a:lnTo>
                <a:lnTo>
                  <a:pt x="14859" y="1347"/>
                </a:lnTo>
                <a:lnTo>
                  <a:pt x="14859" y="4786"/>
                </a:lnTo>
                <a:close/>
                <a:moveTo>
                  <a:pt x="18969" y="1347"/>
                </a:moveTo>
                <a:lnTo>
                  <a:pt x="17579" y="4786"/>
                </a:lnTo>
                <a:lnTo>
                  <a:pt x="16997" y="4786"/>
                </a:lnTo>
                <a:lnTo>
                  <a:pt x="15616" y="1347"/>
                </a:lnTo>
                <a:lnTo>
                  <a:pt x="16244" y="1347"/>
                </a:lnTo>
                <a:lnTo>
                  <a:pt x="17308" y="4084"/>
                </a:lnTo>
                <a:lnTo>
                  <a:pt x="18363" y="1347"/>
                </a:lnTo>
                <a:lnTo>
                  <a:pt x="18969" y="1347"/>
                </a:lnTo>
                <a:close/>
                <a:moveTo>
                  <a:pt x="20347" y="775"/>
                </a:moveTo>
                <a:lnTo>
                  <a:pt x="19695" y="775"/>
                </a:lnTo>
                <a:lnTo>
                  <a:pt x="19695" y="172"/>
                </a:lnTo>
                <a:lnTo>
                  <a:pt x="20347" y="172"/>
                </a:lnTo>
                <a:lnTo>
                  <a:pt x="20347" y="775"/>
                </a:lnTo>
                <a:moveTo>
                  <a:pt x="20310" y="4786"/>
                </a:moveTo>
                <a:lnTo>
                  <a:pt x="19732" y="4786"/>
                </a:lnTo>
                <a:lnTo>
                  <a:pt x="19732" y="1347"/>
                </a:lnTo>
                <a:lnTo>
                  <a:pt x="20310" y="1347"/>
                </a:lnTo>
                <a:lnTo>
                  <a:pt x="20310" y="4786"/>
                </a:lnTo>
                <a:close/>
                <a:moveTo>
                  <a:pt x="22075" y="775"/>
                </a:moveTo>
                <a:lnTo>
                  <a:pt x="21423" y="775"/>
                </a:lnTo>
                <a:lnTo>
                  <a:pt x="21423" y="172"/>
                </a:lnTo>
                <a:lnTo>
                  <a:pt x="22075" y="172"/>
                </a:lnTo>
                <a:lnTo>
                  <a:pt x="22075" y="775"/>
                </a:lnTo>
                <a:moveTo>
                  <a:pt x="22038" y="4786"/>
                </a:moveTo>
                <a:lnTo>
                  <a:pt x="21460" y="4786"/>
                </a:lnTo>
                <a:lnTo>
                  <a:pt x="21460" y="1347"/>
                </a:lnTo>
                <a:lnTo>
                  <a:pt x="22038" y="1347"/>
                </a:lnTo>
                <a:lnTo>
                  <a:pt x="22038" y="4786"/>
                </a:lnTo>
                <a:close/>
                <a:moveTo>
                  <a:pt x="25970" y="4786"/>
                </a:moveTo>
                <a:lnTo>
                  <a:pt x="25391" y="4786"/>
                </a:lnTo>
                <a:lnTo>
                  <a:pt x="25391" y="4428"/>
                </a:lnTo>
                <a:cubicBezTo>
                  <a:pt x="25225" y="4572"/>
                  <a:pt x="25052" y="4684"/>
                  <a:pt x="24872" y="4764"/>
                </a:cubicBezTo>
                <a:cubicBezTo>
                  <a:pt x="24691" y="4845"/>
                  <a:pt x="24495" y="4885"/>
                  <a:pt x="24284" y="4885"/>
                </a:cubicBezTo>
                <a:cubicBezTo>
                  <a:pt x="23874" y="4885"/>
                  <a:pt x="23548" y="4726"/>
                  <a:pt x="23307" y="4410"/>
                </a:cubicBezTo>
                <a:cubicBezTo>
                  <a:pt x="23066" y="4093"/>
                  <a:pt x="22946" y="3654"/>
                  <a:pt x="22946" y="3093"/>
                </a:cubicBezTo>
                <a:cubicBezTo>
                  <a:pt x="22946" y="2801"/>
                  <a:pt x="22988" y="2541"/>
                  <a:pt x="23071" y="2313"/>
                </a:cubicBezTo>
                <a:cubicBezTo>
                  <a:pt x="23154" y="2085"/>
                  <a:pt x="23266" y="1890"/>
                  <a:pt x="23407" y="1730"/>
                </a:cubicBezTo>
                <a:cubicBezTo>
                  <a:pt x="23547" y="1574"/>
                  <a:pt x="23709" y="1454"/>
                  <a:pt x="23895" y="1372"/>
                </a:cubicBezTo>
                <a:cubicBezTo>
                  <a:pt x="24081" y="1290"/>
                  <a:pt x="24273" y="1249"/>
                  <a:pt x="24472" y="1249"/>
                </a:cubicBezTo>
                <a:cubicBezTo>
                  <a:pt x="24652" y="1249"/>
                  <a:pt x="24812" y="1268"/>
                  <a:pt x="24952" y="1306"/>
                </a:cubicBezTo>
                <a:cubicBezTo>
                  <a:pt x="25091" y="1344"/>
                  <a:pt x="25238" y="1403"/>
                  <a:pt x="25391" y="1483"/>
                </a:cubicBezTo>
                <a:lnTo>
                  <a:pt x="25391" y="0"/>
                </a:lnTo>
                <a:lnTo>
                  <a:pt x="25970" y="0"/>
                </a:lnTo>
                <a:lnTo>
                  <a:pt x="25970" y="4786"/>
                </a:lnTo>
                <a:moveTo>
                  <a:pt x="25391" y="3940"/>
                </a:moveTo>
                <a:lnTo>
                  <a:pt x="25391" y="1969"/>
                </a:lnTo>
                <a:cubicBezTo>
                  <a:pt x="25236" y="1899"/>
                  <a:pt x="25096" y="1851"/>
                  <a:pt x="24973" y="1824"/>
                </a:cubicBezTo>
                <a:cubicBezTo>
                  <a:pt x="24850" y="1797"/>
                  <a:pt x="24716" y="1784"/>
                  <a:pt x="24570" y="1784"/>
                </a:cubicBezTo>
                <a:cubicBezTo>
                  <a:pt x="24246" y="1784"/>
                  <a:pt x="23994" y="1897"/>
                  <a:pt x="23813" y="2122"/>
                </a:cubicBezTo>
                <a:cubicBezTo>
                  <a:pt x="23633" y="2348"/>
                  <a:pt x="23543" y="2668"/>
                  <a:pt x="23543" y="3082"/>
                </a:cubicBezTo>
                <a:cubicBezTo>
                  <a:pt x="23543" y="3490"/>
                  <a:pt x="23612" y="3800"/>
                  <a:pt x="23752" y="4013"/>
                </a:cubicBezTo>
                <a:cubicBezTo>
                  <a:pt x="23891" y="4225"/>
                  <a:pt x="24115" y="4331"/>
                  <a:pt x="24422" y="4331"/>
                </a:cubicBezTo>
                <a:cubicBezTo>
                  <a:pt x="24587" y="4331"/>
                  <a:pt x="24753" y="4295"/>
                  <a:pt x="24921" y="4222"/>
                </a:cubicBezTo>
                <a:cubicBezTo>
                  <a:pt x="25089" y="4149"/>
                  <a:pt x="25246" y="4055"/>
                  <a:pt x="25391" y="3940"/>
                </a:cubicBezTo>
                <a:close/>
                <a:moveTo>
                  <a:pt x="29778" y="4786"/>
                </a:moveTo>
                <a:lnTo>
                  <a:pt x="29202" y="4786"/>
                </a:lnTo>
                <a:lnTo>
                  <a:pt x="29202" y="4423"/>
                </a:lnTo>
                <a:cubicBezTo>
                  <a:pt x="29151" y="4458"/>
                  <a:pt x="29082" y="4506"/>
                  <a:pt x="28995" y="4569"/>
                </a:cubicBezTo>
                <a:cubicBezTo>
                  <a:pt x="28908" y="4632"/>
                  <a:pt x="28823" y="4681"/>
                  <a:pt x="28741" y="4718"/>
                </a:cubicBezTo>
                <a:cubicBezTo>
                  <a:pt x="28645" y="4766"/>
                  <a:pt x="28534" y="4805"/>
                  <a:pt x="28409" y="4837"/>
                </a:cubicBezTo>
                <a:cubicBezTo>
                  <a:pt x="28284" y="4869"/>
                  <a:pt x="28137" y="4885"/>
                  <a:pt x="27969" y="4885"/>
                </a:cubicBezTo>
                <a:cubicBezTo>
                  <a:pt x="27659" y="4885"/>
                  <a:pt x="27397" y="4782"/>
                  <a:pt x="27181" y="4577"/>
                </a:cubicBezTo>
                <a:cubicBezTo>
                  <a:pt x="26966" y="4371"/>
                  <a:pt x="26858" y="4109"/>
                  <a:pt x="26858" y="3791"/>
                </a:cubicBezTo>
                <a:cubicBezTo>
                  <a:pt x="26858" y="3530"/>
                  <a:pt x="26914" y="3319"/>
                  <a:pt x="27026" y="3158"/>
                </a:cubicBezTo>
                <a:cubicBezTo>
                  <a:pt x="27138" y="2997"/>
                  <a:pt x="27297" y="2870"/>
                  <a:pt x="27504" y="2778"/>
                </a:cubicBezTo>
                <a:cubicBezTo>
                  <a:pt x="27714" y="2686"/>
                  <a:pt x="27965" y="2623"/>
                  <a:pt x="28258" y="2590"/>
                </a:cubicBezTo>
                <a:cubicBezTo>
                  <a:pt x="28551" y="2557"/>
                  <a:pt x="28866" y="2533"/>
                  <a:pt x="29202" y="2516"/>
                </a:cubicBezTo>
                <a:lnTo>
                  <a:pt x="29202" y="2426"/>
                </a:lnTo>
                <a:cubicBezTo>
                  <a:pt x="29202" y="2294"/>
                  <a:pt x="29179" y="2184"/>
                  <a:pt x="29133" y="2097"/>
                </a:cubicBezTo>
                <a:cubicBezTo>
                  <a:pt x="29087" y="2011"/>
                  <a:pt x="29021" y="1942"/>
                  <a:pt x="28935" y="1893"/>
                </a:cubicBezTo>
                <a:cubicBezTo>
                  <a:pt x="28853" y="1845"/>
                  <a:pt x="28754" y="1813"/>
                  <a:pt x="28639" y="1797"/>
                </a:cubicBezTo>
                <a:cubicBezTo>
                  <a:pt x="28525" y="1780"/>
                  <a:pt x="28405" y="1772"/>
                  <a:pt x="28280" y="1772"/>
                </a:cubicBezTo>
                <a:cubicBezTo>
                  <a:pt x="28128" y="1772"/>
                  <a:pt x="27959" y="1792"/>
                  <a:pt x="27772" y="1833"/>
                </a:cubicBezTo>
                <a:cubicBezTo>
                  <a:pt x="27585" y="1874"/>
                  <a:pt x="27393" y="1934"/>
                  <a:pt x="27194" y="2012"/>
                </a:cubicBezTo>
                <a:lnTo>
                  <a:pt x="27163" y="2012"/>
                </a:lnTo>
                <a:lnTo>
                  <a:pt x="27163" y="1424"/>
                </a:lnTo>
                <a:cubicBezTo>
                  <a:pt x="27276" y="1393"/>
                  <a:pt x="27439" y="1360"/>
                  <a:pt x="27652" y="1323"/>
                </a:cubicBezTo>
                <a:cubicBezTo>
                  <a:pt x="27865" y="1286"/>
                  <a:pt x="28076" y="1267"/>
                  <a:pt x="28283" y="1267"/>
                </a:cubicBezTo>
                <a:cubicBezTo>
                  <a:pt x="28525" y="1267"/>
                  <a:pt x="28735" y="1287"/>
                  <a:pt x="28915" y="1327"/>
                </a:cubicBezTo>
                <a:cubicBezTo>
                  <a:pt x="29094" y="1367"/>
                  <a:pt x="29250" y="1435"/>
                  <a:pt x="29381" y="1532"/>
                </a:cubicBezTo>
                <a:cubicBezTo>
                  <a:pt x="29510" y="1626"/>
                  <a:pt x="29608" y="1748"/>
                  <a:pt x="29676" y="1898"/>
                </a:cubicBezTo>
                <a:cubicBezTo>
                  <a:pt x="29744" y="2048"/>
                  <a:pt x="29778" y="2233"/>
                  <a:pt x="29778" y="2455"/>
                </a:cubicBezTo>
                <a:lnTo>
                  <a:pt x="29778" y="4786"/>
                </a:lnTo>
                <a:moveTo>
                  <a:pt x="29202" y="3945"/>
                </a:moveTo>
                <a:lnTo>
                  <a:pt x="29202" y="2984"/>
                </a:lnTo>
                <a:cubicBezTo>
                  <a:pt x="29026" y="2994"/>
                  <a:pt x="28818" y="3009"/>
                  <a:pt x="28579" y="3030"/>
                </a:cubicBezTo>
                <a:cubicBezTo>
                  <a:pt x="28341" y="3051"/>
                  <a:pt x="28151" y="3080"/>
                  <a:pt x="28012" y="3120"/>
                </a:cubicBezTo>
                <a:cubicBezTo>
                  <a:pt x="27846" y="3167"/>
                  <a:pt x="27712" y="3241"/>
                  <a:pt x="27609" y="3341"/>
                </a:cubicBezTo>
                <a:cubicBezTo>
                  <a:pt x="27506" y="3440"/>
                  <a:pt x="27455" y="3578"/>
                  <a:pt x="27455" y="3753"/>
                </a:cubicBezTo>
                <a:cubicBezTo>
                  <a:pt x="27455" y="3951"/>
                  <a:pt x="27515" y="4100"/>
                  <a:pt x="27634" y="4200"/>
                </a:cubicBezTo>
                <a:cubicBezTo>
                  <a:pt x="27753" y="4299"/>
                  <a:pt x="27934" y="4349"/>
                  <a:pt x="28178" y="4349"/>
                </a:cubicBezTo>
                <a:cubicBezTo>
                  <a:pt x="28381" y="4349"/>
                  <a:pt x="28567" y="4310"/>
                  <a:pt x="28735" y="4230"/>
                </a:cubicBezTo>
                <a:cubicBezTo>
                  <a:pt x="28903" y="4151"/>
                  <a:pt x="29059" y="4056"/>
                  <a:pt x="29202" y="3945"/>
                </a:cubicBezTo>
                <a:close/>
                <a:moveTo>
                  <a:pt x="33767" y="3125"/>
                </a:moveTo>
                <a:lnTo>
                  <a:pt x="31235" y="3125"/>
                </a:lnTo>
                <a:cubicBezTo>
                  <a:pt x="31235" y="3337"/>
                  <a:pt x="31267" y="3521"/>
                  <a:pt x="31331" y="3679"/>
                </a:cubicBezTo>
                <a:cubicBezTo>
                  <a:pt x="31394" y="3836"/>
                  <a:pt x="31482" y="3965"/>
                  <a:pt x="31592" y="4066"/>
                </a:cubicBezTo>
                <a:cubicBezTo>
                  <a:pt x="31699" y="4164"/>
                  <a:pt x="31826" y="4238"/>
                  <a:pt x="31972" y="4288"/>
                </a:cubicBezTo>
                <a:cubicBezTo>
                  <a:pt x="32119" y="4337"/>
                  <a:pt x="32280" y="4362"/>
                  <a:pt x="32457" y="4362"/>
                </a:cubicBezTo>
                <a:cubicBezTo>
                  <a:pt x="32690" y="4362"/>
                  <a:pt x="32926" y="4315"/>
                  <a:pt x="33163" y="4221"/>
                </a:cubicBezTo>
                <a:cubicBezTo>
                  <a:pt x="33399" y="4127"/>
                  <a:pt x="33568" y="4034"/>
                  <a:pt x="33669" y="3943"/>
                </a:cubicBezTo>
                <a:lnTo>
                  <a:pt x="33699" y="3943"/>
                </a:lnTo>
                <a:lnTo>
                  <a:pt x="33699" y="4576"/>
                </a:lnTo>
                <a:cubicBezTo>
                  <a:pt x="33504" y="4658"/>
                  <a:pt x="33306" y="4727"/>
                  <a:pt x="33103" y="4783"/>
                </a:cubicBezTo>
                <a:cubicBezTo>
                  <a:pt x="32900" y="4838"/>
                  <a:pt x="32686" y="4866"/>
                  <a:pt x="32463" y="4866"/>
                </a:cubicBezTo>
                <a:cubicBezTo>
                  <a:pt x="31893" y="4866"/>
                  <a:pt x="31448" y="4712"/>
                  <a:pt x="31128" y="4402"/>
                </a:cubicBezTo>
                <a:cubicBezTo>
                  <a:pt x="30808" y="4093"/>
                  <a:pt x="30648" y="3654"/>
                  <a:pt x="30648" y="3085"/>
                </a:cubicBezTo>
                <a:cubicBezTo>
                  <a:pt x="30648" y="2522"/>
                  <a:pt x="30801" y="2076"/>
                  <a:pt x="31108" y="1745"/>
                </a:cubicBezTo>
                <a:cubicBezTo>
                  <a:pt x="31414" y="1414"/>
                  <a:pt x="31818" y="1249"/>
                  <a:pt x="32318" y="1249"/>
                </a:cubicBezTo>
                <a:cubicBezTo>
                  <a:pt x="32782" y="1249"/>
                  <a:pt x="33139" y="1384"/>
                  <a:pt x="33390" y="1656"/>
                </a:cubicBezTo>
                <a:cubicBezTo>
                  <a:pt x="33641" y="1927"/>
                  <a:pt x="33767" y="2312"/>
                  <a:pt x="33767" y="2811"/>
                </a:cubicBezTo>
                <a:lnTo>
                  <a:pt x="33767" y="3125"/>
                </a:lnTo>
                <a:moveTo>
                  <a:pt x="33204" y="2682"/>
                </a:moveTo>
                <a:cubicBezTo>
                  <a:pt x="33202" y="2379"/>
                  <a:pt x="33126" y="2144"/>
                  <a:pt x="32975" y="1978"/>
                </a:cubicBezTo>
                <a:cubicBezTo>
                  <a:pt x="32824" y="1812"/>
                  <a:pt x="32595" y="1729"/>
                  <a:pt x="32287" y="1729"/>
                </a:cubicBezTo>
                <a:cubicBezTo>
                  <a:pt x="31978" y="1729"/>
                  <a:pt x="31731" y="1820"/>
                  <a:pt x="31548" y="2002"/>
                </a:cubicBezTo>
                <a:cubicBezTo>
                  <a:pt x="31364" y="2185"/>
                  <a:pt x="31260" y="2412"/>
                  <a:pt x="31235" y="2682"/>
                </a:cubicBezTo>
                <a:lnTo>
                  <a:pt x="33204" y="268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0B04976-8F60-41AF-BD7F-2C68D3B06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33" y="2315961"/>
            <a:ext cx="34944" cy="13673"/>
          </a:xfrm>
          <a:custGeom xmlns:a="http://schemas.openxmlformats.org/drawingml/2006/main">
            <a:pathLst>
              <a:path w="34944" h="13673">
                <a:moveTo>
                  <a:pt x="0" y="0"/>
                </a:moveTo>
                <a:lnTo>
                  <a:pt x="34944" y="0"/>
                </a:lnTo>
                <a:lnTo>
                  <a:pt x="34944" y="13673"/>
                </a:lnTo>
                <a:lnTo>
                  <a:pt x="0" y="136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2833D7-5BAD-4CA6-AEE8-8F9AD0388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34" y="2315962"/>
            <a:ext cx="34943" cy="13674"/>
          </a:xfrm>
          <a:custGeom xmlns:a="http://schemas.openxmlformats.org/drawingml/2006/main">
            <a:pathLst>
              <a:path w="34943" h="13674" fill="none">
                <a:moveTo>
                  <a:pt x="0" y="0"/>
                </a:moveTo>
                <a:lnTo>
                  <a:pt x="34943" y="0"/>
                </a:lnTo>
                <a:lnTo>
                  <a:pt x="34943" y="13674"/>
                </a:lnTo>
                <a:lnTo>
                  <a:pt x="0" y="136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A22F5C3-8063-468F-8877-4F49ABE5B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33" y="2352134"/>
            <a:ext cx="34944" cy="12916"/>
          </a:xfrm>
          <a:custGeom xmlns:a="http://schemas.openxmlformats.org/drawingml/2006/main">
            <a:pathLst>
              <a:path w="34944" h="12916">
                <a:moveTo>
                  <a:pt x="0" y="0"/>
                </a:moveTo>
                <a:lnTo>
                  <a:pt x="34944" y="0"/>
                </a:lnTo>
                <a:lnTo>
                  <a:pt x="34944" y="12916"/>
                </a:lnTo>
                <a:lnTo>
                  <a:pt x="0" y="129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B9C7FB-64E3-4937-AB74-BC381BDD5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5434" y="2352135"/>
            <a:ext cx="34943" cy="12916"/>
          </a:xfrm>
          <a:custGeom xmlns:a="http://schemas.openxmlformats.org/drawingml/2006/main">
            <a:pathLst>
              <a:path w="34943" h="12916" fill="none">
                <a:moveTo>
                  <a:pt x="0" y="0"/>
                </a:moveTo>
                <a:lnTo>
                  <a:pt x="34943" y="0"/>
                </a:lnTo>
                <a:lnTo>
                  <a:pt x="34943" y="12916"/>
                </a:lnTo>
                <a:lnTo>
                  <a:pt x="0" y="129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94" name="Text Membracidae">
            <a:extLst xmlns:a="http://schemas.openxmlformats.org/drawingml/2006/main">
              <a:ext uri="{FF2B5EF4-FFF2-40B4-BE49-F238E27FC236}">
                <a16:creationId xmlns:a16="http://schemas.microsoft.com/office/drawing/2014/main" id="{19D2C3BF-A712-4C7D-801B-8EFF645CA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8439" y="2353435"/>
            <a:ext cx="33789" cy="4012"/>
          </a:xfrm>
          <a:custGeom xmlns:a="http://schemas.openxmlformats.org/drawingml/2006/main">
            <a:pathLst>
              <a:path w="33789" h="4012">
                <a:moveTo>
                  <a:pt x="3350" y="3931"/>
                </a:moveTo>
                <a:lnTo>
                  <a:pt x="2850" y="3931"/>
                </a:lnTo>
                <a:lnTo>
                  <a:pt x="2850" y="688"/>
                </a:lnTo>
                <a:lnTo>
                  <a:pt x="1804" y="2896"/>
                </a:lnTo>
                <a:lnTo>
                  <a:pt x="1506" y="2896"/>
                </a:lnTo>
                <a:lnTo>
                  <a:pt x="467" y="688"/>
                </a:lnTo>
                <a:lnTo>
                  <a:pt x="467" y="3931"/>
                </a:lnTo>
                <a:lnTo>
                  <a:pt x="0" y="3931"/>
                </a:lnTo>
                <a:lnTo>
                  <a:pt x="0" y="167"/>
                </a:lnTo>
                <a:lnTo>
                  <a:pt x="682" y="167"/>
                </a:lnTo>
                <a:lnTo>
                  <a:pt x="1685" y="2263"/>
                </a:lnTo>
                <a:lnTo>
                  <a:pt x="2656" y="167"/>
                </a:lnTo>
                <a:lnTo>
                  <a:pt x="3350" y="167"/>
                </a:lnTo>
                <a:lnTo>
                  <a:pt x="3350" y="3931"/>
                </a:lnTo>
                <a:close/>
                <a:moveTo>
                  <a:pt x="6685" y="2567"/>
                </a:moveTo>
                <a:lnTo>
                  <a:pt x="4606" y="2567"/>
                </a:lnTo>
                <a:cubicBezTo>
                  <a:pt x="4606" y="2741"/>
                  <a:pt x="4632" y="2893"/>
                  <a:pt x="4684" y="3022"/>
                </a:cubicBezTo>
                <a:cubicBezTo>
                  <a:pt x="4737" y="3151"/>
                  <a:pt x="4808" y="3257"/>
                  <a:pt x="4899" y="3340"/>
                </a:cubicBezTo>
                <a:cubicBezTo>
                  <a:pt x="4987" y="3421"/>
                  <a:pt x="5091" y="3481"/>
                  <a:pt x="5211" y="3522"/>
                </a:cubicBezTo>
                <a:cubicBezTo>
                  <a:pt x="5332" y="3563"/>
                  <a:pt x="5464" y="3583"/>
                  <a:pt x="5609" y="3583"/>
                </a:cubicBezTo>
                <a:cubicBezTo>
                  <a:pt x="5801" y="3583"/>
                  <a:pt x="5994" y="3544"/>
                  <a:pt x="6189" y="3467"/>
                </a:cubicBezTo>
                <a:cubicBezTo>
                  <a:pt x="6384" y="3390"/>
                  <a:pt x="6522" y="3314"/>
                  <a:pt x="6605" y="3239"/>
                </a:cubicBezTo>
                <a:lnTo>
                  <a:pt x="6630" y="3239"/>
                </a:lnTo>
                <a:lnTo>
                  <a:pt x="6630" y="3759"/>
                </a:lnTo>
                <a:cubicBezTo>
                  <a:pt x="6470" y="3826"/>
                  <a:pt x="6306" y="3883"/>
                  <a:pt x="6140" y="3929"/>
                </a:cubicBezTo>
                <a:cubicBezTo>
                  <a:pt x="5973" y="3974"/>
                  <a:pt x="5798" y="3997"/>
                  <a:pt x="5614" y="3997"/>
                </a:cubicBezTo>
                <a:cubicBezTo>
                  <a:pt x="5146" y="3997"/>
                  <a:pt x="4780" y="3870"/>
                  <a:pt x="4518" y="3616"/>
                </a:cubicBezTo>
                <a:cubicBezTo>
                  <a:pt x="4255" y="3362"/>
                  <a:pt x="4123" y="3002"/>
                  <a:pt x="4123" y="2534"/>
                </a:cubicBezTo>
                <a:cubicBezTo>
                  <a:pt x="4123" y="2072"/>
                  <a:pt x="4249" y="1705"/>
                  <a:pt x="4501" y="1433"/>
                </a:cubicBezTo>
                <a:cubicBezTo>
                  <a:pt x="4753" y="1162"/>
                  <a:pt x="5084" y="1026"/>
                  <a:pt x="5495" y="1026"/>
                </a:cubicBezTo>
                <a:cubicBezTo>
                  <a:pt x="5876" y="1026"/>
                  <a:pt x="6170" y="1137"/>
                  <a:pt x="6376" y="1360"/>
                </a:cubicBezTo>
                <a:cubicBezTo>
                  <a:pt x="6582" y="1583"/>
                  <a:pt x="6685" y="1899"/>
                  <a:pt x="6685" y="2309"/>
                </a:cubicBezTo>
                <a:lnTo>
                  <a:pt x="6685" y="2567"/>
                </a:lnTo>
                <a:moveTo>
                  <a:pt x="6223" y="2203"/>
                </a:moveTo>
                <a:cubicBezTo>
                  <a:pt x="6221" y="1954"/>
                  <a:pt x="6159" y="1761"/>
                  <a:pt x="6035" y="1625"/>
                </a:cubicBezTo>
                <a:cubicBezTo>
                  <a:pt x="5911" y="1488"/>
                  <a:pt x="5723" y="1420"/>
                  <a:pt x="5470" y="1420"/>
                </a:cubicBezTo>
                <a:cubicBezTo>
                  <a:pt x="5216" y="1420"/>
                  <a:pt x="5013" y="1495"/>
                  <a:pt x="4862" y="1645"/>
                </a:cubicBezTo>
                <a:cubicBezTo>
                  <a:pt x="4712" y="1795"/>
                  <a:pt x="4626" y="1981"/>
                  <a:pt x="4606" y="2203"/>
                </a:cubicBezTo>
                <a:lnTo>
                  <a:pt x="6223" y="2203"/>
                </a:lnTo>
                <a:close/>
                <a:moveTo>
                  <a:pt x="11524" y="3931"/>
                </a:moveTo>
                <a:lnTo>
                  <a:pt x="11049" y="3931"/>
                </a:lnTo>
                <a:lnTo>
                  <a:pt x="11049" y="2323"/>
                </a:lnTo>
                <a:cubicBezTo>
                  <a:pt x="11049" y="2201"/>
                  <a:pt x="11044" y="2084"/>
                  <a:pt x="11033" y="1971"/>
                </a:cubicBezTo>
                <a:cubicBezTo>
                  <a:pt x="11022" y="1858"/>
                  <a:pt x="10999" y="1768"/>
                  <a:pt x="10963" y="1701"/>
                </a:cubicBezTo>
                <a:cubicBezTo>
                  <a:pt x="10924" y="1628"/>
                  <a:pt x="10869" y="1573"/>
                  <a:pt x="10796" y="1536"/>
                </a:cubicBezTo>
                <a:cubicBezTo>
                  <a:pt x="10724" y="1499"/>
                  <a:pt x="10620" y="1481"/>
                  <a:pt x="10483" y="1481"/>
                </a:cubicBezTo>
                <a:cubicBezTo>
                  <a:pt x="10350" y="1481"/>
                  <a:pt x="10217" y="1514"/>
                  <a:pt x="10084" y="1581"/>
                </a:cubicBezTo>
                <a:cubicBezTo>
                  <a:pt x="9951" y="1647"/>
                  <a:pt x="9818" y="1732"/>
                  <a:pt x="9685" y="1835"/>
                </a:cubicBezTo>
                <a:cubicBezTo>
                  <a:pt x="9690" y="1873"/>
                  <a:pt x="9694" y="1919"/>
                  <a:pt x="9697" y="1970"/>
                </a:cubicBezTo>
                <a:cubicBezTo>
                  <a:pt x="9701" y="2021"/>
                  <a:pt x="9702" y="2072"/>
                  <a:pt x="9702" y="2123"/>
                </a:cubicBezTo>
                <a:lnTo>
                  <a:pt x="9702" y="3931"/>
                </a:lnTo>
                <a:lnTo>
                  <a:pt x="9227" y="3931"/>
                </a:lnTo>
                <a:lnTo>
                  <a:pt x="9227" y="2323"/>
                </a:lnTo>
                <a:cubicBezTo>
                  <a:pt x="9227" y="2198"/>
                  <a:pt x="9222" y="2080"/>
                  <a:pt x="9211" y="1968"/>
                </a:cubicBezTo>
                <a:cubicBezTo>
                  <a:pt x="9200" y="1855"/>
                  <a:pt x="9177" y="1766"/>
                  <a:pt x="9141" y="1698"/>
                </a:cubicBezTo>
                <a:cubicBezTo>
                  <a:pt x="9103" y="1626"/>
                  <a:pt x="9047" y="1571"/>
                  <a:pt x="8975" y="1535"/>
                </a:cubicBezTo>
                <a:cubicBezTo>
                  <a:pt x="8902" y="1499"/>
                  <a:pt x="8798" y="1481"/>
                  <a:pt x="8661" y="1481"/>
                </a:cubicBezTo>
                <a:cubicBezTo>
                  <a:pt x="8532" y="1481"/>
                  <a:pt x="8402" y="1513"/>
                  <a:pt x="8271" y="1577"/>
                </a:cubicBezTo>
                <a:cubicBezTo>
                  <a:pt x="8140" y="1641"/>
                  <a:pt x="8010" y="1723"/>
                  <a:pt x="7881" y="1822"/>
                </a:cubicBezTo>
                <a:lnTo>
                  <a:pt x="7881" y="3931"/>
                </a:lnTo>
                <a:lnTo>
                  <a:pt x="7406" y="3931"/>
                </a:lnTo>
                <a:lnTo>
                  <a:pt x="7406" y="1107"/>
                </a:lnTo>
                <a:lnTo>
                  <a:pt x="7881" y="1107"/>
                </a:lnTo>
                <a:lnTo>
                  <a:pt x="7881" y="1420"/>
                </a:lnTo>
                <a:cubicBezTo>
                  <a:pt x="8029" y="1296"/>
                  <a:pt x="8177" y="1200"/>
                  <a:pt x="8324" y="1130"/>
                </a:cubicBezTo>
                <a:cubicBezTo>
                  <a:pt x="8471" y="1061"/>
                  <a:pt x="8629" y="1026"/>
                  <a:pt x="8795" y="1026"/>
                </a:cubicBezTo>
                <a:cubicBezTo>
                  <a:pt x="8987" y="1026"/>
                  <a:pt x="9150" y="1067"/>
                  <a:pt x="9284" y="1148"/>
                </a:cubicBezTo>
                <a:cubicBezTo>
                  <a:pt x="9418" y="1229"/>
                  <a:pt x="9518" y="1342"/>
                  <a:pt x="9584" y="1486"/>
                </a:cubicBezTo>
                <a:cubicBezTo>
                  <a:pt x="9776" y="1323"/>
                  <a:pt x="9951" y="1206"/>
                  <a:pt x="10109" y="1134"/>
                </a:cubicBezTo>
                <a:cubicBezTo>
                  <a:pt x="10268" y="1062"/>
                  <a:pt x="10437" y="1026"/>
                  <a:pt x="10617" y="1026"/>
                </a:cubicBezTo>
                <a:cubicBezTo>
                  <a:pt x="10927" y="1026"/>
                  <a:pt x="11156" y="1120"/>
                  <a:pt x="11303" y="1308"/>
                </a:cubicBezTo>
                <a:cubicBezTo>
                  <a:pt x="11450" y="1496"/>
                  <a:pt x="11524" y="1759"/>
                  <a:pt x="11524" y="2097"/>
                </a:cubicBezTo>
                <a:lnTo>
                  <a:pt x="11524" y="3931"/>
                </a:lnTo>
                <a:close/>
                <a:moveTo>
                  <a:pt x="14922" y="2498"/>
                </a:moveTo>
                <a:cubicBezTo>
                  <a:pt x="14922" y="2734"/>
                  <a:pt x="14889" y="2947"/>
                  <a:pt x="14823" y="3136"/>
                </a:cubicBezTo>
                <a:cubicBezTo>
                  <a:pt x="14756" y="3325"/>
                  <a:pt x="14666" y="3484"/>
                  <a:pt x="14553" y="3612"/>
                </a:cubicBezTo>
                <a:cubicBezTo>
                  <a:pt x="14434" y="3746"/>
                  <a:pt x="14302" y="3846"/>
                  <a:pt x="14159" y="3912"/>
                </a:cubicBezTo>
                <a:cubicBezTo>
                  <a:pt x="14016" y="3979"/>
                  <a:pt x="13859" y="4012"/>
                  <a:pt x="13687" y="4012"/>
                </a:cubicBezTo>
                <a:cubicBezTo>
                  <a:pt x="13527" y="4012"/>
                  <a:pt x="13387" y="3993"/>
                  <a:pt x="13267" y="3955"/>
                </a:cubicBezTo>
                <a:cubicBezTo>
                  <a:pt x="13148" y="3917"/>
                  <a:pt x="13030" y="3866"/>
                  <a:pt x="12914" y="3802"/>
                </a:cubicBezTo>
                <a:lnTo>
                  <a:pt x="12883" y="3931"/>
                </a:lnTo>
                <a:lnTo>
                  <a:pt x="12439" y="3931"/>
                </a:lnTo>
                <a:lnTo>
                  <a:pt x="12439" y="0"/>
                </a:lnTo>
                <a:lnTo>
                  <a:pt x="12914" y="0"/>
                </a:lnTo>
                <a:lnTo>
                  <a:pt x="12914" y="1401"/>
                </a:lnTo>
                <a:cubicBezTo>
                  <a:pt x="13047" y="1291"/>
                  <a:pt x="13188" y="1201"/>
                  <a:pt x="13338" y="1131"/>
                </a:cubicBezTo>
                <a:cubicBezTo>
                  <a:pt x="13488" y="1061"/>
                  <a:pt x="13656" y="1026"/>
                  <a:pt x="13843" y="1026"/>
                </a:cubicBezTo>
                <a:cubicBezTo>
                  <a:pt x="14177" y="1026"/>
                  <a:pt x="14440" y="1154"/>
                  <a:pt x="14633" y="1411"/>
                </a:cubicBezTo>
                <a:cubicBezTo>
                  <a:pt x="14826" y="1668"/>
                  <a:pt x="14922" y="2030"/>
                  <a:pt x="14922" y="2498"/>
                </a:cubicBezTo>
                <a:moveTo>
                  <a:pt x="14432" y="2510"/>
                </a:moveTo>
                <a:cubicBezTo>
                  <a:pt x="14432" y="2173"/>
                  <a:pt x="14377" y="1917"/>
                  <a:pt x="14265" y="1742"/>
                </a:cubicBezTo>
                <a:cubicBezTo>
                  <a:pt x="14154" y="1568"/>
                  <a:pt x="13975" y="1481"/>
                  <a:pt x="13727" y="1481"/>
                </a:cubicBezTo>
                <a:cubicBezTo>
                  <a:pt x="13589" y="1481"/>
                  <a:pt x="13449" y="1511"/>
                  <a:pt x="13308" y="1570"/>
                </a:cubicBezTo>
                <a:cubicBezTo>
                  <a:pt x="13166" y="1630"/>
                  <a:pt x="13035" y="1707"/>
                  <a:pt x="12914" y="1802"/>
                </a:cubicBezTo>
                <a:lnTo>
                  <a:pt x="12914" y="3421"/>
                </a:lnTo>
                <a:cubicBezTo>
                  <a:pt x="13048" y="3482"/>
                  <a:pt x="13164" y="3524"/>
                  <a:pt x="13261" y="3547"/>
                </a:cubicBezTo>
                <a:cubicBezTo>
                  <a:pt x="13358" y="3571"/>
                  <a:pt x="13468" y="3583"/>
                  <a:pt x="13591" y="3583"/>
                </a:cubicBezTo>
                <a:cubicBezTo>
                  <a:pt x="13854" y="3583"/>
                  <a:pt x="14059" y="3496"/>
                  <a:pt x="14209" y="3324"/>
                </a:cubicBezTo>
                <a:cubicBezTo>
                  <a:pt x="14358" y="3151"/>
                  <a:pt x="14432" y="2880"/>
                  <a:pt x="14432" y="2510"/>
                </a:cubicBezTo>
                <a:close/>
                <a:moveTo>
                  <a:pt x="17424" y="1622"/>
                </a:moveTo>
                <a:lnTo>
                  <a:pt x="17399" y="1622"/>
                </a:lnTo>
                <a:cubicBezTo>
                  <a:pt x="17328" y="1606"/>
                  <a:pt x="17259" y="1595"/>
                  <a:pt x="17193" y="1587"/>
                </a:cubicBezTo>
                <a:cubicBezTo>
                  <a:pt x="17126" y="1580"/>
                  <a:pt x="17047" y="1577"/>
                  <a:pt x="16956" y="1577"/>
                </a:cubicBezTo>
                <a:cubicBezTo>
                  <a:pt x="16810" y="1577"/>
                  <a:pt x="16668" y="1609"/>
                  <a:pt x="16532" y="1674"/>
                </a:cubicBezTo>
                <a:cubicBezTo>
                  <a:pt x="16395" y="1739"/>
                  <a:pt x="16264" y="1823"/>
                  <a:pt x="16138" y="1926"/>
                </a:cubicBezTo>
                <a:lnTo>
                  <a:pt x="16138" y="3931"/>
                </a:lnTo>
                <a:lnTo>
                  <a:pt x="15663" y="3931"/>
                </a:lnTo>
                <a:lnTo>
                  <a:pt x="15663" y="1107"/>
                </a:lnTo>
                <a:lnTo>
                  <a:pt x="16138" y="1107"/>
                </a:lnTo>
                <a:lnTo>
                  <a:pt x="16138" y="1524"/>
                </a:lnTo>
                <a:cubicBezTo>
                  <a:pt x="16326" y="1372"/>
                  <a:pt x="16493" y="1265"/>
                  <a:pt x="16637" y="1202"/>
                </a:cubicBezTo>
                <a:cubicBezTo>
                  <a:pt x="16781" y="1138"/>
                  <a:pt x="16928" y="1107"/>
                  <a:pt x="17078" y="1107"/>
                </a:cubicBezTo>
                <a:cubicBezTo>
                  <a:pt x="17160" y="1107"/>
                  <a:pt x="17220" y="1109"/>
                  <a:pt x="17257" y="1113"/>
                </a:cubicBezTo>
                <a:cubicBezTo>
                  <a:pt x="17294" y="1117"/>
                  <a:pt x="17350" y="1125"/>
                  <a:pt x="17424" y="1137"/>
                </a:cubicBezTo>
                <a:lnTo>
                  <a:pt x="17424" y="1622"/>
                </a:lnTo>
                <a:close/>
                <a:moveTo>
                  <a:pt x="20064" y="3931"/>
                </a:moveTo>
                <a:lnTo>
                  <a:pt x="19592" y="3931"/>
                </a:lnTo>
                <a:lnTo>
                  <a:pt x="19592" y="3633"/>
                </a:lnTo>
                <a:cubicBezTo>
                  <a:pt x="19550" y="3662"/>
                  <a:pt x="19493" y="3702"/>
                  <a:pt x="19421" y="3753"/>
                </a:cubicBezTo>
                <a:cubicBezTo>
                  <a:pt x="19349" y="3804"/>
                  <a:pt x="19280" y="3845"/>
                  <a:pt x="19213" y="3876"/>
                </a:cubicBezTo>
                <a:cubicBezTo>
                  <a:pt x="19133" y="3915"/>
                  <a:pt x="19042" y="3947"/>
                  <a:pt x="18940" y="3973"/>
                </a:cubicBezTo>
                <a:cubicBezTo>
                  <a:pt x="18837" y="3999"/>
                  <a:pt x="18717" y="4012"/>
                  <a:pt x="18578" y="4012"/>
                </a:cubicBezTo>
                <a:cubicBezTo>
                  <a:pt x="18324" y="4012"/>
                  <a:pt x="18108" y="3928"/>
                  <a:pt x="17932" y="3759"/>
                </a:cubicBezTo>
                <a:cubicBezTo>
                  <a:pt x="17755" y="3591"/>
                  <a:pt x="17666" y="3376"/>
                  <a:pt x="17666" y="3114"/>
                </a:cubicBezTo>
                <a:cubicBezTo>
                  <a:pt x="17666" y="2900"/>
                  <a:pt x="17712" y="2727"/>
                  <a:pt x="17804" y="2594"/>
                </a:cubicBezTo>
                <a:cubicBezTo>
                  <a:pt x="17896" y="2462"/>
                  <a:pt x="18027" y="2358"/>
                  <a:pt x="18197" y="2282"/>
                </a:cubicBezTo>
                <a:cubicBezTo>
                  <a:pt x="18369" y="2206"/>
                  <a:pt x="18575" y="2155"/>
                  <a:pt x="18816" y="2128"/>
                </a:cubicBezTo>
                <a:cubicBezTo>
                  <a:pt x="19057" y="2101"/>
                  <a:pt x="19315" y="2080"/>
                  <a:pt x="19592" y="2067"/>
                </a:cubicBezTo>
                <a:lnTo>
                  <a:pt x="19592" y="1993"/>
                </a:lnTo>
                <a:cubicBezTo>
                  <a:pt x="19592" y="1884"/>
                  <a:pt x="19573" y="1794"/>
                  <a:pt x="19535" y="1723"/>
                </a:cubicBezTo>
                <a:cubicBezTo>
                  <a:pt x="19497" y="1652"/>
                  <a:pt x="19443" y="1595"/>
                  <a:pt x="19372" y="1555"/>
                </a:cubicBezTo>
                <a:cubicBezTo>
                  <a:pt x="19304" y="1516"/>
                  <a:pt x="19224" y="1489"/>
                  <a:pt x="19129" y="1476"/>
                </a:cubicBezTo>
                <a:cubicBezTo>
                  <a:pt x="19035" y="1462"/>
                  <a:pt x="18936" y="1455"/>
                  <a:pt x="18834" y="1455"/>
                </a:cubicBezTo>
                <a:cubicBezTo>
                  <a:pt x="18709" y="1455"/>
                  <a:pt x="18570" y="1472"/>
                  <a:pt x="18417" y="1506"/>
                </a:cubicBezTo>
                <a:cubicBezTo>
                  <a:pt x="18263" y="1540"/>
                  <a:pt x="18105" y="1588"/>
                  <a:pt x="17942" y="1652"/>
                </a:cubicBezTo>
                <a:lnTo>
                  <a:pt x="17916" y="1652"/>
                </a:lnTo>
                <a:lnTo>
                  <a:pt x="17916" y="1170"/>
                </a:lnTo>
                <a:cubicBezTo>
                  <a:pt x="18009" y="1145"/>
                  <a:pt x="18143" y="1117"/>
                  <a:pt x="18318" y="1086"/>
                </a:cubicBezTo>
                <a:cubicBezTo>
                  <a:pt x="18493" y="1056"/>
                  <a:pt x="18666" y="1041"/>
                  <a:pt x="18836" y="1041"/>
                </a:cubicBezTo>
                <a:cubicBezTo>
                  <a:pt x="19035" y="1041"/>
                  <a:pt x="19208" y="1057"/>
                  <a:pt x="19355" y="1090"/>
                </a:cubicBezTo>
                <a:cubicBezTo>
                  <a:pt x="19503" y="1123"/>
                  <a:pt x="19630" y="1179"/>
                  <a:pt x="19738" y="1258"/>
                </a:cubicBezTo>
                <a:cubicBezTo>
                  <a:pt x="19844" y="1336"/>
                  <a:pt x="19925" y="1436"/>
                  <a:pt x="19981" y="1559"/>
                </a:cubicBezTo>
                <a:cubicBezTo>
                  <a:pt x="20036" y="1682"/>
                  <a:pt x="20064" y="1834"/>
                  <a:pt x="20064" y="2016"/>
                </a:cubicBezTo>
                <a:lnTo>
                  <a:pt x="20064" y="3931"/>
                </a:lnTo>
                <a:moveTo>
                  <a:pt x="19592" y="3240"/>
                </a:moveTo>
                <a:lnTo>
                  <a:pt x="19592" y="2451"/>
                </a:lnTo>
                <a:cubicBezTo>
                  <a:pt x="19447" y="2459"/>
                  <a:pt x="19276" y="2472"/>
                  <a:pt x="19080" y="2489"/>
                </a:cubicBezTo>
                <a:cubicBezTo>
                  <a:pt x="18884" y="2506"/>
                  <a:pt x="18728" y="2530"/>
                  <a:pt x="18614" y="2563"/>
                </a:cubicBezTo>
                <a:cubicBezTo>
                  <a:pt x="18477" y="2601"/>
                  <a:pt x="18367" y="2662"/>
                  <a:pt x="18283" y="2744"/>
                </a:cubicBezTo>
                <a:cubicBezTo>
                  <a:pt x="18199" y="2826"/>
                  <a:pt x="18156" y="2939"/>
                  <a:pt x="18156" y="3083"/>
                </a:cubicBezTo>
                <a:cubicBezTo>
                  <a:pt x="18156" y="3245"/>
                  <a:pt x="18205" y="3368"/>
                  <a:pt x="18303" y="3450"/>
                </a:cubicBezTo>
                <a:cubicBezTo>
                  <a:pt x="18401" y="3532"/>
                  <a:pt x="18550" y="3573"/>
                  <a:pt x="18750" y="3573"/>
                </a:cubicBezTo>
                <a:cubicBezTo>
                  <a:pt x="18917" y="3573"/>
                  <a:pt x="19069" y="3540"/>
                  <a:pt x="19208" y="3475"/>
                </a:cubicBezTo>
                <a:cubicBezTo>
                  <a:pt x="19346" y="3410"/>
                  <a:pt x="19474" y="3332"/>
                  <a:pt x="19592" y="3240"/>
                </a:cubicBezTo>
                <a:close/>
                <a:moveTo>
                  <a:pt x="23066" y="3757"/>
                </a:moveTo>
                <a:cubicBezTo>
                  <a:pt x="22907" y="3833"/>
                  <a:pt x="22757" y="3892"/>
                  <a:pt x="22615" y="3934"/>
                </a:cubicBezTo>
                <a:cubicBezTo>
                  <a:pt x="22472" y="3976"/>
                  <a:pt x="22321" y="3997"/>
                  <a:pt x="22161" y="3997"/>
                </a:cubicBezTo>
                <a:cubicBezTo>
                  <a:pt x="21957" y="3997"/>
                  <a:pt x="21770" y="3967"/>
                  <a:pt x="21600" y="3907"/>
                </a:cubicBezTo>
                <a:cubicBezTo>
                  <a:pt x="21430" y="3847"/>
                  <a:pt x="21284" y="3757"/>
                  <a:pt x="21163" y="3635"/>
                </a:cubicBezTo>
                <a:cubicBezTo>
                  <a:pt x="21040" y="3514"/>
                  <a:pt x="20945" y="3360"/>
                  <a:pt x="20877" y="3175"/>
                </a:cubicBezTo>
                <a:cubicBezTo>
                  <a:pt x="20810" y="2989"/>
                  <a:pt x="20776" y="2772"/>
                  <a:pt x="20776" y="2524"/>
                </a:cubicBezTo>
                <a:cubicBezTo>
                  <a:pt x="20776" y="2062"/>
                  <a:pt x="20903" y="1699"/>
                  <a:pt x="21157" y="1436"/>
                </a:cubicBezTo>
                <a:cubicBezTo>
                  <a:pt x="21410" y="1173"/>
                  <a:pt x="21745" y="1041"/>
                  <a:pt x="22161" y="1041"/>
                </a:cubicBezTo>
                <a:cubicBezTo>
                  <a:pt x="22323" y="1041"/>
                  <a:pt x="22481" y="1064"/>
                  <a:pt x="22637" y="1109"/>
                </a:cubicBezTo>
                <a:cubicBezTo>
                  <a:pt x="22793" y="1155"/>
                  <a:pt x="22936" y="1210"/>
                  <a:pt x="23066" y="1276"/>
                </a:cubicBezTo>
                <a:lnTo>
                  <a:pt x="23066" y="1804"/>
                </a:lnTo>
                <a:lnTo>
                  <a:pt x="23040" y="1804"/>
                </a:lnTo>
                <a:cubicBezTo>
                  <a:pt x="22895" y="1692"/>
                  <a:pt x="22746" y="1606"/>
                  <a:pt x="22592" y="1546"/>
                </a:cubicBezTo>
                <a:cubicBezTo>
                  <a:pt x="22438" y="1485"/>
                  <a:pt x="22287" y="1455"/>
                  <a:pt x="22141" y="1455"/>
                </a:cubicBezTo>
                <a:cubicBezTo>
                  <a:pt x="21871" y="1455"/>
                  <a:pt x="21659" y="1546"/>
                  <a:pt x="21503" y="1727"/>
                </a:cubicBezTo>
                <a:cubicBezTo>
                  <a:pt x="21347" y="1908"/>
                  <a:pt x="21269" y="2174"/>
                  <a:pt x="21269" y="2524"/>
                </a:cubicBezTo>
                <a:cubicBezTo>
                  <a:pt x="21269" y="2864"/>
                  <a:pt x="21345" y="3126"/>
                  <a:pt x="21498" y="3309"/>
                </a:cubicBezTo>
                <a:cubicBezTo>
                  <a:pt x="21650" y="3491"/>
                  <a:pt x="21865" y="3583"/>
                  <a:pt x="22141" y="3583"/>
                </a:cubicBezTo>
                <a:cubicBezTo>
                  <a:pt x="22237" y="3583"/>
                  <a:pt x="22335" y="3570"/>
                  <a:pt x="22434" y="3545"/>
                </a:cubicBezTo>
                <a:cubicBezTo>
                  <a:pt x="22533" y="3520"/>
                  <a:pt x="22623" y="3487"/>
                  <a:pt x="22702" y="3447"/>
                </a:cubicBezTo>
                <a:cubicBezTo>
                  <a:pt x="22771" y="3412"/>
                  <a:pt x="22836" y="3375"/>
                  <a:pt x="22896" y="3336"/>
                </a:cubicBezTo>
                <a:cubicBezTo>
                  <a:pt x="22957" y="3296"/>
                  <a:pt x="23005" y="3263"/>
                  <a:pt x="23040" y="3234"/>
                </a:cubicBezTo>
                <a:lnTo>
                  <a:pt x="23066" y="3234"/>
                </a:lnTo>
                <a:lnTo>
                  <a:pt x="23066" y="3757"/>
                </a:lnTo>
                <a:close/>
                <a:moveTo>
                  <a:pt x="24185" y="637"/>
                </a:moveTo>
                <a:lnTo>
                  <a:pt x="23649" y="637"/>
                </a:lnTo>
                <a:lnTo>
                  <a:pt x="23649" y="141"/>
                </a:lnTo>
                <a:lnTo>
                  <a:pt x="24185" y="141"/>
                </a:lnTo>
                <a:lnTo>
                  <a:pt x="24185" y="637"/>
                </a:lnTo>
                <a:moveTo>
                  <a:pt x="24155" y="3931"/>
                </a:moveTo>
                <a:lnTo>
                  <a:pt x="23680" y="3931"/>
                </a:lnTo>
                <a:lnTo>
                  <a:pt x="23680" y="1107"/>
                </a:lnTo>
                <a:lnTo>
                  <a:pt x="24155" y="1107"/>
                </a:lnTo>
                <a:lnTo>
                  <a:pt x="24155" y="3931"/>
                </a:lnTo>
                <a:close/>
                <a:moveTo>
                  <a:pt x="27384" y="3931"/>
                </a:moveTo>
                <a:lnTo>
                  <a:pt x="26909" y="3931"/>
                </a:lnTo>
                <a:lnTo>
                  <a:pt x="26909" y="3637"/>
                </a:lnTo>
                <a:cubicBezTo>
                  <a:pt x="26772" y="3756"/>
                  <a:pt x="26630" y="3848"/>
                  <a:pt x="26482" y="3914"/>
                </a:cubicBezTo>
                <a:cubicBezTo>
                  <a:pt x="26333" y="3979"/>
                  <a:pt x="26173" y="4012"/>
                  <a:pt x="25999" y="4012"/>
                </a:cubicBezTo>
                <a:cubicBezTo>
                  <a:pt x="25662" y="4012"/>
                  <a:pt x="25395" y="3882"/>
                  <a:pt x="25197" y="3622"/>
                </a:cubicBezTo>
                <a:cubicBezTo>
                  <a:pt x="24999" y="3362"/>
                  <a:pt x="24900" y="3002"/>
                  <a:pt x="24900" y="2541"/>
                </a:cubicBezTo>
                <a:cubicBezTo>
                  <a:pt x="24900" y="2301"/>
                  <a:pt x="24934" y="2087"/>
                  <a:pt x="25002" y="1900"/>
                </a:cubicBezTo>
                <a:cubicBezTo>
                  <a:pt x="25070" y="1712"/>
                  <a:pt x="25163" y="1553"/>
                  <a:pt x="25279" y="1421"/>
                </a:cubicBezTo>
                <a:cubicBezTo>
                  <a:pt x="25393" y="1293"/>
                  <a:pt x="25527" y="1195"/>
                  <a:pt x="25679" y="1127"/>
                </a:cubicBezTo>
                <a:cubicBezTo>
                  <a:pt x="25832" y="1060"/>
                  <a:pt x="25990" y="1026"/>
                  <a:pt x="26153" y="1026"/>
                </a:cubicBezTo>
                <a:cubicBezTo>
                  <a:pt x="26301" y="1026"/>
                  <a:pt x="26433" y="1041"/>
                  <a:pt x="26547" y="1073"/>
                </a:cubicBezTo>
                <a:cubicBezTo>
                  <a:pt x="26662" y="1104"/>
                  <a:pt x="26782" y="1152"/>
                  <a:pt x="26909" y="1218"/>
                </a:cubicBezTo>
                <a:lnTo>
                  <a:pt x="26909" y="0"/>
                </a:lnTo>
                <a:lnTo>
                  <a:pt x="27384" y="0"/>
                </a:lnTo>
                <a:lnTo>
                  <a:pt x="27384" y="3931"/>
                </a:lnTo>
                <a:moveTo>
                  <a:pt x="26909" y="3237"/>
                </a:moveTo>
                <a:lnTo>
                  <a:pt x="26909" y="1617"/>
                </a:lnTo>
                <a:cubicBezTo>
                  <a:pt x="26781" y="1560"/>
                  <a:pt x="26666" y="1520"/>
                  <a:pt x="26565" y="1498"/>
                </a:cubicBezTo>
                <a:cubicBezTo>
                  <a:pt x="26464" y="1476"/>
                  <a:pt x="26354" y="1465"/>
                  <a:pt x="26234" y="1465"/>
                </a:cubicBezTo>
                <a:cubicBezTo>
                  <a:pt x="25968" y="1465"/>
                  <a:pt x="25761" y="1558"/>
                  <a:pt x="25612" y="1743"/>
                </a:cubicBezTo>
                <a:cubicBezTo>
                  <a:pt x="25464" y="1929"/>
                  <a:pt x="25390" y="2191"/>
                  <a:pt x="25390" y="2532"/>
                </a:cubicBezTo>
                <a:cubicBezTo>
                  <a:pt x="25390" y="2867"/>
                  <a:pt x="25447" y="3122"/>
                  <a:pt x="25562" y="3296"/>
                </a:cubicBezTo>
                <a:cubicBezTo>
                  <a:pt x="25676" y="3470"/>
                  <a:pt x="25860" y="3558"/>
                  <a:pt x="26113" y="3558"/>
                </a:cubicBezTo>
                <a:cubicBezTo>
                  <a:pt x="26247" y="3558"/>
                  <a:pt x="26384" y="3528"/>
                  <a:pt x="26522" y="3468"/>
                </a:cubicBezTo>
                <a:cubicBezTo>
                  <a:pt x="26660" y="3408"/>
                  <a:pt x="26789" y="3331"/>
                  <a:pt x="26909" y="3237"/>
                </a:cubicBezTo>
                <a:close/>
                <a:moveTo>
                  <a:pt x="30511" y="3931"/>
                </a:moveTo>
                <a:lnTo>
                  <a:pt x="30039" y="3931"/>
                </a:lnTo>
                <a:lnTo>
                  <a:pt x="30039" y="3633"/>
                </a:lnTo>
                <a:cubicBezTo>
                  <a:pt x="29997" y="3662"/>
                  <a:pt x="29940" y="3702"/>
                  <a:pt x="29868" y="3753"/>
                </a:cubicBezTo>
                <a:cubicBezTo>
                  <a:pt x="29797" y="3804"/>
                  <a:pt x="29727" y="3845"/>
                  <a:pt x="29660" y="3876"/>
                </a:cubicBezTo>
                <a:cubicBezTo>
                  <a:pt x="29581" y="3915"/>
                  <a:pt x="29490" y="3947"/>
                  <a:pt x="29387" y="3973"/>
                </a:cubicBezTo>
                <a:cubicBezTo>
                  <a:pt x="29284" y="3999"/>
                  <a:pt x="29164" y="4012"/>
                  <a:pt x="29026" y="4012"/>
                </a:cubicBezTo>
                <a:cubicBezTo>
                  <a:pt x="28771" y="4012"/>
                  <a:pt x="28556" y="3928"/>
                  <a:pt x="28379" y="3759"/>
                </a:cubicBezTo>
                <a:cubicBezTo>
                  <a:pt x="28202" y="3591"/>
                  <a:pt x="28114" y="3376"/>
                  <a:pt x="28114" y="3114"/>
                </a:cubicBezTo>
                <a:cubicBezTo>
                  <a:pt x="28114" y="2900"/>
                  <a:pt x="28160" y="2727"/>
                  <a:pt x="28251" y="2594"/>
                </a:cubicBezTo>
                <a:cubicBezTo>
                  <a:pt x="28343" y="2462"/>
                  <a:pt x="28474" y="2358"/>
                  <a:pt x="28644" y="2282"/>
                </a:cubicBezTo>
                <a:cubicBezTo>
                  <a:pt x="28816" y="2206"/>
                  <a:pt x="29022" y="2155"/>
                  <a:pt x="29263" y="2128"/>
                </a:cubicBezTo>
                <a:cubicBezTo>
                  <a:pt x="29504" y="2101"/>
                  <a:pt x="29763" y="2080"/>
                  <a:pt x="30039" y="2067"/>
                </a:cubicBezTo>
                <a:lnTo>
                  <a:pt x="30039" y="1993"/>
                </a:lnTo>
                <a:cubicBezTo>
                  <a:pt x="30039" y="1884"/>
                  <a:pt x="30020" y="1794"/>
                  <a:pt x="29982" y="1723"/>
                </a:cubicBezTo>
                <a:cubicBezTo>
                  <a:pt x="29944" y="1652"/>
                  <a:pt x="29890" y="1595"/>
                  <a:pt x="29819" y="1555"/>
                </a:cubicBezTo>
                <a:cubicBezTo>
                  <a:pt x="29752" y="1516"/>
                  <a:pt x="29671" y="1489"/>
                  <a:pt x="29577" y="1476"/>
                </a:cubicBezTo>
                <a:cubicBezTo>
                  <a:pt x="29482" y="1462"/>
                  <a:pt x="29384" y="1455"/>
                  <a:pt x="29281" y="1455"/>
                </a:cubicBezTo>
                <a:cubicBezTo>
                  <a:pt x="29156" y="1455"/>
                  <a:pt x="29017" y="1472"/>
                  <a:pt x="28864" y="1506"/>
                </a:cubicBezTo>
                <a:cubicBezTo>
                  <a:pt x="28711" y="1540"/>
                  <a:pt x="28552" y="1588"/>
                  <a:pt x="28389" y="1652"/>
                </a:cubicBezTo>
                <a:lnTo>
                  <a:pt x="28364" y="1652"/>
                </a:lnTo>
                <a:lnTo>
                  <a:pt x="28364" y="1170"/>
                </a:lnTo>
                <a:cubicBezTo>
                  <a:pt x="28456" y="1145"/>
                  <a:pt x="28590" y="1117"/>
                  <a:pt x="28766" y="1086"/>
                </a:cubicBezTo>
                <a:cubicBezTo>
                  <a:pt x="28941" y="1056"/>
                  <a:pt x="29113" y="1041"/>
                  <a:pt x="29283" y="1041"/>
                </a:cubicBezTo>
                <a:cubicBezTo>
                  <a:pt x="29482" y="1041"/>
                  <a:pt x="29655" y="1057"/>
                  <a:pt x="29803" y="1090"/>
                </a:cubicBezTo>
                <a:cubicBezTo>
                  <a:pt x="29950" y="1123"/>
                  <a:pt x="30078" y="1179"/>
                  <a:pt x="30186" y="1258"/>
                </a:cubicBezTo>
                <a:cubicBezTo>
                  <a:pt x="30292" y="1336"/>
                  <a:pt x="30372" y="1436"/>
                  <a:pt x="30428" y="1559"/>
                </a:cubicBezTo>
                <a:cubicBezTo>
                  <a:pt x="30484" y="1682"/>
                  <a:pt x="30511" y="1834"/>
                  <a:pt x="30511" y="2016"/>
                </a:cubicBezTo>
                <a:lnTo>
                  <a:pt x="30511" y="3931"/>
                </a:lnTo>
                <a:moveTo>
                  <a:pt x="30039" y="3240"/>
                </a:moveTo>
                <a:lnTo>
                  <a:pt x="30039" y="2451"/>
                </a:lnTo>
                <a:cubicBezTo>
                  <a:pt x="29894" y="2459"/>
                  <a:pt x="29724" y="2472"/>
                  <a:pt x="29527" y="2489"/>
                </a:cubicBezTo>
                <a:cubicBezTo>
                  <a:pt x="29331" y="2506"/>
                  <a:pt x="29176" y="2530"/>
                  <a:pt x="29061" y="2563"/>
                </a:cubicBezTo>
                <a:cubicBezTo>
                  <a:pt x="28925" y="2601"/>
                  <a:pt x="28814" y="2662"/>
                  <a:pt x="28730" y="2744"/>
                </a:cubicBezTo>
                <a:cubicBezTo>
                  <a:pt x="28646" y="2826"/>
                  <a:pt x="28604" y="2939"/>
                  <a:pt x="28604" y="3083"/>
                </a:cubicBezTo>
                <a:cubicBezTo>
                  <a:pt x="28604" y="3245"/>
                  <a:pt x="28653" y="3368"/>
                  <a:pt x="28750" y="3450"/>
                </a:cubicBezTo>
                <a:cubicBezTo>
                  <a:pt x="28848" y="3532"/>
                  <a:pt x="28997" y="3573"/>
                  <a:pt x="29198" y="3573"/>
                </a:cubicBezTo>
                <a:cubicBezTo>
                  <a:pt x="29364" y="3573"/>
                  <a:pt x="29517" y="3540"/>
                  <a:pt x="29655" y="3475"/>
                </a:cubicBezTo>
                <a:cubicBezTo>
                  <a:pt x="29793" y="3410"/>
                  <a:pt x="29921" y="3332"/>
                  <a:pt x="30039" y="3240"/>
                </a:cubicBezTo>
                <a:close/>
                <a:moveTo>
                  <a:pt x="33789" y="2567"/>
                </a:moveTo>
                <a:lnTo>
                  <a:pt x="31709" y="2567"/>
                </a:lnTo>
                <a:cubicBezTo>
                  <a:pt x="31709" y="2741"/>
                  <a:pt x="31735" y="2893"/>
                  <a:pt x="31787" y="3022"/>
                </a:cubicBezTo>
                <a:cubicBezTo>
                  <a:pt x="31840" y="3151"/>
                  <a:pt x="31911" y="3257"/>
                  <a:pt x="32002" y="3340"/>
                </a:cubicBezTo>
                <a:cubicBezTo>
                  <a:pt x="32090" y="3421"/>
                  <a:pt x="32194" y="3481"/>
                  <a:pt x="32314" y="3522"/>
                </a:cubicBezTo>
                <a:cubicBezTo>
                  <a:pt x="32435" y="3563"/>
                  <a:pt x="32567" y="3583"/>
                  <a:pt x="32712" y="3583"/>
                </a:cubicBezTo>
                <a:cubicBezTo>
                  <a:pt x="32904" y="3583"/>
                  <a:pt x="33098" y="3544"/>
                  <a:pt x="33292" y="3467"/>
                </a:cubicBezTo>
                <a:cubicBezTo>
                  <a:pt x="33487" y="3390"/>
                  <a:pt x="33625" y="3314"/>
                  <a:pt x="33708" y="3239"/>
                </a:cubicBezTo>
                <a:lnTo>
                  <a:pt x="33733" y="3239"/>
                </a:lnTo>
                <a:lnTo>
                  <a:pt x="33733" y="3759"/>
                </a:lnTo>
                <a:cubicBezTo>
                  <a:pt x="33573" y="3826"/>
                  <a:pt x="33410" y="3883"/>
                  <a:pt x="33243" y="3929"/>
                </a:cubicBezTo>
                <a:cubicBezTo>
                  <a:pt x="33076" y="3974"/>
                  <a:pt x="32901" y="3997"/>
                  <a:pt x="32717" y="3997"/>
                </a:cubicBezTo>
                <a:cubicBezTo>
                  <a:pt x="32249" y="3997"/>
                  <a:pt x="31883" y="3870"/>
                  <a:pt x="31621" y="3616"/>
                </a:cubicBezTo>
                <a:cubicBezTo>
                  <a:pt x="31358" y="3362"/>
                  <a:pt x="31227" y="3002"/>
                  <a:pt x="31227" y="2534"/>
                </a:cubicBezTo>
                <a:cubicBezTo>
                  <a:pt x="31227" y="2072"/>
                  <a:pt x="31352" y="1705"/>
                  <a:pt x="31604" y="1433"/>
                </a:cubicBezTo>
                <a:cubicBezTo>
                  <a:pt x="31856" y="1162"/>
                  <a:pt x="32187" y="1026"/>
                  <a:pt x="32598" y="1026"/>
                </a:cubicBezTo>
                <a:cubicBezTo>
                  <a:pt x="32979" y="1026"/>
                  <a:pt x="33273" y="1137"/>
                  <a:pt x="33479" y="1360"/>
                </a:cubicBezTo>
                <a:cubicBezTo>
                  <a:pt x="33685" y="1583"/>
                  <a:pt x="33789" y="1899"/>
                  <a:pt x="33789" y="2309"/>
                </a:cubicBezTo>
                <a:lnTo>
                  <a:pt x="33789" y="2567"/>
                </a:lnTo>
                <a:moveTo>
                  <a:pt x="33326" y="2203"/>
                </a:moveTo>
                <a:cubicBezTo>
                  <a:pt x="33324" y="1954"/>
                  <a:pt x="33262" y="1761"/>
                  <a:pt x="33138" y="1625"/>
                </a:cubicBezTo>
                <a:cubicBezTo>
                  <a:pt x="33014" y="1488"/>
                  <a:pt x="32826" y="1420"/>
                  <a:pt x="32573" y="1420"/>
                </a:cubicBezTo>
                <a:cubicBezTo>
                  <a:pt x="32319" y="1420"/>
                  <a:pt x="32116" y="1495"/>
                  <a:pt x="31966" y="1645"/>
                </a:cubicBezTo>
                <a:cubicBezTo>
                  <a:pt x="31815" y="1795"/>
                  <a:pt x="31729" y="1981"/>
                  <a:pt x="31709" y="2203"/>
                </a:cubicBezTo>
                <a:lnTo>
                  <a:pt x="33326" y="220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DF80DA7-DB27-463D-B3A0-541258B3D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75" y="2259260"/>
            <a:ext cx="11724" cy="34776"/>
          </a:xfrm>
          <a:custGeom xmlns:a="http://schemas.openxmlformats.org/drawingml/2006/main">
            <a:pathLst>
              <a:path w="11724" h="34776">
                <a:moveTo>
                  <a:pt x="0" y="0"/>
                </a:moveTo>
                <a:lnTo>
                  <a:pt x="11724" y="0"/>
                </a:lnTo>
                <a:lnTo>
                  <a:pt x="11724" y="34776"/>
                </a:lnTo>
                <a:lnTo>
                  <a:pt x="0" y="3477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41982DA-2F04-432A-82BD-8480C8AB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76" y="2259262"/>
            <a:ext cx="11725" cy="34776"/>
          </a:xfrm>
          <a:custGeom xmlns:a="http://schemas.openxmlformats.org/drawingml/2006/main">
            <a:pathLst>
              <a:path w="11725" h="34776" fill="none">
                <a:moveTo>
                  <a:pt x="0" y="0"/>
                </a:moveTo>
                <a:lnTo>
                  <a:pt x="11725" y="0"/>
                </a:lnTo>
                <a:lnTo>
                  <a:pt x="11725" y="34776"/>
                </a:lnTo>
                <a:lnTo>
                  <a:pt x="0" y="347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614E12-E460-46F3-B568-D1D3C779E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75" y="2316532"/>
            <a:ext cx="11724" cy="18588"/>
          </a:xfrm>
          <a:custGeom xmlns:a="http://schemas.openxmlformats.org/drawingml/2006/main">
            <a:pathLst>
              <a:path w="11724" h="18588">
                <a:moveTo>
                  <a:pt x="0" y="0"/>
                </a:moveTo>
                <a:lnTo>
                  <a:pt x="11724" y="0"/>
                </a:lnTo>
                <a:lnTo>
                  <a:pt x="11724" y="18588"/>
                </a:lnTo>
                <a:lnTo>
                  <a:pt x="0" y="1858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0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62693A-F2D9-47CB-AD9E-D5E983A67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76" y="2316536"/>
            <a:ext cx="11725" cy="18587"/>
          </a:xfrm>
          <a:custGeom xmlns:a="http://schemas.openxmlformats.org/drawingml/2006/main">
            <a:pathLst>
              <a:path w="11725" h="18587" fill="none">
                <a:moveTo>
                  <a:pt x="0" y="0"/>
                </a:moveTo>
                <a:lnTo>
                  <a:pt x="11725" y="0"/>
                </a:lnTo>
                <a:lnTo>
                  <a:pt x="11725" y="18587"/>
                </a:lnTo>
                <a:lnTo>
                  <a:pt x="0" y="1858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0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8559E0-4243-48E2-B62A-C07CD3306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75" y="2357618"/>
            <a:ext cx="11724" cy="7432"/>
          </a:xfrm>
          <a:custGeom xmlns:a="http://schemas.openxmlformats.org/drawingml/2006/main">
            <a:pathLst>
              <a:path w="11724" h="7432">
                <a:moveTo>
                  <a:pt x="0" y="0"/>
                </a:moveTo>
                <a:lnTo>
                  <a:pt x="11724" y="0"/>
                </a:lnTo>
                <a:lnTo>
                  <a:pt x="11724" y="7432"/>
                </a:lnTo>
                <a:lnTo>
                  <a:pt x="0" y="74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2E636C-69D6-4770-AEEB-493266DA1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2876" y="2357621"/>
            <a:ext cx="11725" cy="7430"/>
          </a:xfrm>
          <a:custGeom xmlns:a="http://schemas.openxmlformats.org/drawingml/2006/main">
            <a:pathLst>
              <a:path w="11725" h="7430" fill="none">
                <a:moveTo>
                  <a:pt x="0" y="0"/>
                </a:moveTo>
                <a:lnTo>
                  <a:pt x="11725" y="0"/>
                </a:lnTo>
                <a:lnTo>
                  <a:pt x="11725" y="7430"/>
                </a:lnTo>
                <a:lnTo>
                  <a:pt x="0" y="74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687E644-0ADD-4ED9-B60F-A69AB636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9" y="2259260"/>
            <a:ext cx="3943" cy="11319"/>
          </a:xfrm>
          <a:custGeom xmlns:a="http://schemas.openxmlformats.org/drawingml/2006/main">
            <a:pathLst>
              <a:path w="3943" h="11319">
                <a:moveTo>
                  <a:pt x="0" y="0"/>
                </a:moveTo>
                <a:lnTo>
                  <a:pt x="3943" y="0"/>
                </a:lnTo>
                <a:lnTo>
                  <a:pt x="3943" y="11319"/>
                </a:lnTo>
                <a:lnTo>
                  <a:pt x="0" y="113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D04157-F924-4586-9BD7-B3BD099D6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8" y="2259262"/>
            <a:ext cx="3945" cy="11317"/>
          </a:xfrm>
          <a:custGeom xmlns:a="http://schemas.openxmlformats.org/drawingml/2006/main">
            <a:pathLst>
              <a:path w="3945" h="11317" fill="none">
                <a:moveTo>
                  <a:pt x="0" y="0"/>
                </a:moveTo>
                <a:lnTo>
                  <a:pt x="3945" y="0"/>
                </a:lnTo>
                <a:lnTo>
                  <a:pt x="3945" y="11317"/>
                </a:lnTo>
                <a:lnTo>
                  <a:pt x="0" y="113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5381A8-16E4-455D-9954-96F061CE6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9" y="2293075"/>
            <a:ext cx="3943" cy="10693"/>
          </a:xfrm>
          <a:custGeom xmlns:a="http://schemas.openxmlformats.org/drawingml/2006/main">
            <a:pathLst>
              <a:path w="3943" h="10693">
                <a:moveTo>
                  <a:pt x="0" y="0"/>
                </a:moveTo>
                <a:lnTo>
                  <a:pt x="3943" y="0"/>
                </a:lnTo>
                <a:lnTo>
                  <a:pt x="3943" y="10693"/>
                </a:lnTo>
                <a:lnTo>
                  <a:pt x="0" y="1069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9AB56E-BB21-45C3-8836-1B710FF0F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8" y="2293077"/>
            <a:ext cx="3945" cy="10693"/>
          </a:xfrm>
          <a:custGeom xmlns:a="http://schemas.openxmlformats.org/drawingml/2006/main">
            <a:pathLst>
              <a:path w="3945" h="10693" fill="none">
                <a:moveTo>
                  <a:pt x="0" y="0"/>
                </a:moveTo>
                <a:lnTo>
                  <a:pt x="3945" y="0"/>
                </a:lnTo>
                <a:lnTo>
                  <a:pt x="3945" y="10693"/>
                </a:lnTo>
                <a:lnTo>
                  <a:pt x="0" y="1069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9A0DD-2448-4078-A677-75780CD38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9" y="2326265"/>
            <a:ext cx="3943" cy="9453"/>
          </a:xfrm>
          <a:custGeom xmlns:a="http://schemas.openxmlformats.org/drawingml/2006/main">
            <a:pathLst>
              <a:path w="3943" h="9453">
                <a:moveTo>
                  <a:pt x="0" y="0"/>
                </a:moveTo>
                <a:lnTo>
                  <a:pt x="3943" y="0"/>
                </a:lnTo>
                <a:lnTo>
                  <a:pt x="3943" y="9453"/>
                </a:lnTo>
                <a:lnTo>
                  <a:pt x="0" y="945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F6E808D-7F47-4452-ABC5-C8DCE7D7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8" y="2326268"/>
            <a:ext cx="3945" cy="9452"/>
          </a:xfrm>
          <a:custGeom xmlns:a="http://schemas.openxmlformats.org/drawingml/2006/main">
            <a:pathLst>
              <a:path w="3945" h="9452" fill="none">
                <a:moveTo>
                  <a:pt x="0" y="0"/>
                </a:moveTo>
                <a:lnTo>
                  <a:pt x="3945" y="0"/>
                </a:lnTo>
                <a:lnTo>
                  <a:pt x="3945" y="9452"/>
                </a:lnTo>
                <a:lnTo>
                  <a:pt x="0" y="94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2569D-3E3E-4AA0-AE41-B8B61B2A1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9" y="2358218"/>
            <a:ext cx="3943" cy="6832"/>
          </a:xfrm>
          <a:custGeom xmlns:a="http://schemas.openxmlformats.org/drawingml/2006/main">
            <a:pathLst>
              <a:path w="3943" h="6832">
                <a:moveTo>
                  <a:pt x="0" y="0"/>
                </a:moveTo>
                <a:lnTo>
                  <a:pt x="3943" y="0"/>
                </a:lnTo>
                <a:lnTo>
                  <a:pt x="3943" y="6832"/>
                </a:lnTo>
                <a:lnTo>
                  <a:pt x="0" y="68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1BC45E-5297-4570-88BB-A1E64BBB7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7098" y="2358219"/>
            <a:ext cx="3945" cy="6832"/>
          </a:xfrm>
          <a:custGeom xmlns:a="http://schemas.openxmlformats.org/drawingml/2006/main">
            <a:pathLst>
              <a:path w="3945" h="6832" fill="none">
                <a:moveTo>
                  <a:pt x="0" y="0"/>
                </a:moveTo>
                <a:lnTo>
                  <a:pt x="3945" y="0"/>
                </a:lnTo>
                <a:lnTo>
                  <a:pt x="3945" y="6832"/>
                </a:lnTo>
                <a:lnTo>
                  <a:pt x="0" y="68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917B98-63E5-4576-8ADD-9B379380A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542" y="2259260"/>
            <a:ext cx="6055" cy="4335"/>
          </a:xfrm>
          <a:custGeom xmlns:a="http://schemas.openxmlformats.org/drawingml/2006/main">
            <a:pathLst>
              <a:path w="6055" h="4335">
                <a:moveTo>
                  <a:pt x="0" y="0"/>
                </a:moveTo>
                <a:lnTo>
                  <a:pt x="6055" y="0"/>
                </a:lnTo>
                <a:lnTo>
                  <a:pt x="6055" y="4335"/>
                </a:lnTo>
                <a:lnTo>
                  <a:pt x="0" y="43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180D33-4007-4BFD-85F2-991D3968D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3542" y="2259262"/>
            <a:ext cx="6056" cy="4334"/>
          </a:xfrm>
          <a:custGeom xmlns:a="http://schemas.openxmlformats.org/drawingml/2006/main">
            <a:pathLst>
              <a:path w="6056" h="4334" fill="none">
                <a:moveTo>
                  <a:pt x="0" y="0"/>
                </a:moveTo>
                <a:lnTo>
                  <a:pt x="6056" y="0"/>
                </a:lnTo>
                <a:lnTo>
                  <a:pt x="6056" y="4334"/>
                </a:lnTo>
                <a:lnTo>
                  <a:pt x="0" y="43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254985-C436-41F1-A627-2747DE78F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95" y="2259260"/>
            <a:ext cx="606" cy="4335"/>
          </a:xfrm>
          <a:custGeom xmlns:a="http://schemas.openxmlformats.org/drawingml/2006/main">
            <a:pathLst>
              <a:path w="606" h="4335">
                <a:moveTo>
                  <a:pt x="0" y="0"/>
                </a:moveTo>
                <a:lnTo>
                  <a:pt x="606" y="0"/>
                </a:lnTo>
                <a:lnTo>
                  <a:pt x="606" y="4335"/>
                </a:lnTo>
                <a:lnTo>
                  <a:pt x="0" y="43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CCC60A-A13A-4421-B486-5B83FA998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82096" y="2259262"/>
            <a:ext cx="604" cy="4334"/>
          </a:xfrm>
          <a:custGeom xmlns:a="http://schemas.openxmlformats.org/drawingml/2006/main">
            <a:pathLst>
              <a:path w="604" h="4334" fill="none">
                <a:moveTo>
                  <a:pt x="0" y="0"/>
                </a:moveTo>
                <a:lnTo>
                  <a:pt x="604" y="0"/>
                </a:lnTo>
                <a:lnTo>
                  <a:pt x="604" y="4334"/>
                </a:lnTo>
                <a:lnTo>
                  <a:pt x="0" y="433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AE7853-66ED-4D85-9121-9095F722E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2725021"/>
            <a:ext cx="186703" cy="1026"/>
          </a:xfrm>
          <a:custGeom xmlns:a="http://schemas.openxmlformats.org/drawingml/2006/main">
            <a:pathLst>
              <a:path w="186703" h="1026">
                <a:moveTo>
                  <a:pt x="0" y="0"/>
                </a:moveTo>
                <a:lnTo>
                  <a:pt x="186703" y="0"/>
                </a:lnTo>
                <a:lnTo>
                  <a:pt x="186703" y="1026"/>
                </a:lnTo>
                <a:lnTo>
                  <a:pt x="0" y="10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0FE1D3-E1EE-458E-8CD8-0AD2820F1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5178" y="2725024"/>
            <a:ext cx="186704" cy="1025"/>
          </a:xfrm>
          <a:custGeom xmlns:a="http://schemas.openxmlformats.org/drawingml/2006/main">
            <a:pathLst>
              <a:path w="186704" h="1025" fill="none">
                <a:moveTo>
                  <a:pt x="0" y="0"/>
                </a:moveTo>
                <a:lnTo>
                  <a:pt x="186704" y="0"/>
                </a:lnTo>
                <a:lnTo>
                  <a:pt x="186704" y="1025"/>
                </a:lnTo>
                <a:lnTo>
                  <a:pt x="0" y="10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45ADB4-1B83-4B93-B3B3-A43F7C55C9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382" y="2725021"/>
            <a:ext cx="79093" cy="1026"/>
          </a:xfrm>
          <a:custGeom xmlns:a="http://schemas.openxmlformats.org/drawingml/2006/main">
            <a:pathLst>
              <a:path w="79093" h="1026">
                <a:moveTo>
                  <a:pt x="0" y="0"/>
                </a:moveTo>
                <a:lnTo>
                  <a:pt x="79093" y="0"/>
                </a:lnTo>
                <a:lnTo>
                  <a:pt x="79093" y="1026"/>
                </a:lnTo>
                <a:lnTo>
                  <a:pt x="0" y="10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6997D0A-8870-4773-82FA-980BCD93C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4382" y="2725024"/>
            <a:ext cx="79094" cy="1025"/>
          </a:xfrm>
          <a:custGeom xmlns:a="http://schemas.openxmlformats.org/drawingml/2006/main">
            <a:pathLst>
              <a:path w="79094" h="1025" fill="none">
                <a:moveTo>
                  <a:pt x="0" y="0"/>
                </a:moveTo>
                <a:lnTo>
                  <a:pt x="79094" y="0"/>
                </a:lnTo>
                <a:lnTo>
                  <a:pt x="79094" y="1025"/>
                </a:lnTo>
                <a:lnTo>
                  <a:pt x="0" y="10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A341AC4-742D-4D45-A40E-1A79F5B2C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74" y="2725021"/>
            <a:ext cx="22503" cy="1026"/>
          </a:xfrm>
          <a:custGeom xmlns:a="http://schemas.openxmlformats.org/drawingml/2006/main">
            <a:pathLst>
              <a:path w="22503" h="1026">
                <a:moveTo>
                  <a:pt x="0" y="0"/>
                </a:moveTo>
                <a:lnTo>
                  <a:pt x="22503" y="0"/>
                </a:lnTo>
                <a:lnTo>
                  <a:pt x="22503" y="1026"/>
                </a:lnTo>
                <a:lnTo>
                  <a:pt x="0" y="10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05F257-42A6-4EE6-8C96-2057EC6F7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74" y="2725024"/>
            <a:ext cx="22504" cy="1025"/>
          </a:xfrm>
          <a:custGeom xmlns:a="http://schemas.openxmlformats.org/drawingml/2006/main">
            <a:pathLst>
              <a:path w="22504" h="1025" fill="none">
                <a:moveTo>
                  <a:pt x="0" y="0"/>
                </a:moveTo>
                <a:lnTo>
                  <a:pt x="22504" y="0"/>
                </a:lnTo>
                <a:lnTo>
                  <a:pt x="22504" y="1025"/>
                </a:lnTo>
                <a:lnTo>
                  <a:pt x="0" y="10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1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D09967A-E5AE-4442-8B7A-3FAFC7C82E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977" y="2725021"/>
            <a:ext cx="19365" cy="1026"/>
          </a:xfrm>
          <a:custGeom xmlns:a="http://schemas.openxmlformats.org/drawingml/2006/main">
            <a:pathLst>
              <a:path w="19365" h="1026">
                <a:moveTo>
                  <a:pt x="0" y="0"/>
                </a:moveTo>
                <a:lnTo>
                  <a:pt x="19365" y="0"/>
                </a:lnTo>
                <a:lnTo>
                  <a:pt x="19365" y="1026"/>
                </a:lnTo>
                <a:lnTo>
                  <a:pt x="0" y="10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4FBDB3-B4B4-43EB-94DB-E4F5D5902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0976" y="2725024"/>
            <a:ext cx="19365" cy="1025"/>
          </a:xfrm>
          <a:custGeom xmlns:a="http://schemas.openxmlformats.org/drawingml/2006/main">
            <a:pathLst>
              <a:path w="19365" h="1025" fill="none">
                <a:moveTo>
                  <a:pt x="0" y="0"/>
                </a:moveTo>
                <a:lnTo>
                  <a:pt x="19365" y="0"/>
                </a:lnTo>
                <a:lnTo>
                  <a:pt x="19365" y="1025"/>
                </a:lnTo>
                <a:lnTo>
                  <a:pt x="0" y="10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5DFBB1E-5C8B-4721-85D8-C7DB577D0D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839" y="2725021"/>
            <a:ext cx="8967" cy="1026"/>
          </a:xfrm>
          <a:custGeom xmlns:a="http://schemas.openxmlformats.org/drawingml/2006/main">
            <a:pathLst>
              <a:path w="8967" h="1026">
                <a:moveTo>
                  <a:pt x="0" y="0"/>
                </a:moveTo>
                <a:lnTo>
                  <a:pt x="8967" y="0"/>
                </a:lnTo>
                <a:lnTo>
                  <a:pt x="8967" y="1026"/>
                </a:lnTo>
                <a:lnTo>
                  <a:pt x="0" y="102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389B06-4F68-45AA-925F-4A634F696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2840" y="2725024"/>
            <a:ext cx="8966" cy="1025"/>
          </a:xfrm>
          <a:custGeom xmlns:a="http://schemas.openxmlformats.org/drawingml/2006/main">
            <a:pathLst>
              <a:path w="8966" h="1025" fill="none">
                <a:moveTo>
                  <a:pt x="0" y="0"/>
                </a:moveTo>
                <a:lnTo>
                  <a:pt x="8966" y="0"/>
                </a:lnTo>
                <a:lnTo>
                  <a:pt x="8966" y="1025"/>
                </a:lnTo>
                <a:lnTo>
                  <a:pt x="0" y="102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50C91D-4C66-4CB5-95EB-B8608B225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685" y="2259260"/>
            <a:ext cx="44388" cy="13216"/>
          </a:xfrm>
          <a:custGeom xmlns:a="http://schemas.openxmlformats.org/drawingml/2006/main">
            <a:pathLst>
              <a:path w="44388" h="13216">
                <a:moveTo>
                  <a:pt x="0" y="0"/>
                </a:moveTo>
                <a:lnTo>
                  <a:pt x="44388" y="0"/>
                </a:lnTo>
                <a:lnTo>
                  <a:pt x="44388" y="13216"/>
                </a:lnTo>
                <a:lnTo>
                  <a:pt x="0" y="132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D5863A-2953-4BFB-8E85-692A82FCD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2685" y="2259262"/>
            <a:ext cx="44389" cy="13216"/>
          </a:xfrm>
          <a:custGeom xmlns:a="http://schemas.openxmlformats.org/drawingml/2006/main">
            <a:pathLst>
              <a:path w="44389" h="13216" fill="none">
                <a:moveTo>
                  <a:pt x="0" y="0"/>
                </a:moveTo>
                <a:lnTo>
                  <a:pt x="44389" y="0"/>
                </a:lnTo>
                <a:lnTo>
                  <a:pt x="44389" y="13216"/>
                </a:lnTo>
                <a:lnTo>
                  <a:pt x="0" y="13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25" name="Text Acrididae">
            <a:extLst xmlns:a="http://schemas.openxmlformats.org/drawingml/2006/main">
              <a:ext uri="{FF2B5EF4-FFF2-40B4-BE49-F238E27FC236}">
                <a16:creationId xmlns:a16="http://schemas.microsoft.com/office/drawing/2014/main" id="{1BE483E8-CC6E-4525-9B58-5728CFEA3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5304" y="2261568"/>
            <a:ext cx="43782" cy="7443"/>
          </a:xfrm>
          <a:custGeom xmlns:a="http://schemas.openxmlformats.org/drawingml/2006/main">
            <a:pathLst>
              <a:path w="43782" h="7443">
                <a:moveTo>
                  <a:pt x="6318" y="7293"/>
                </a:moveTo>
                <a:lnTo>
                  <a:pt x="5329" y="7293"/>
                </a:lnTo>
                <a:lnTo>
                  <a:pt x="4645" y="5353"/>
                </a:lnTo>
                <a:lnTo>
                  <a:pt x="1626" y="5353"/>
                </a:lnTo>
                <a:lnTo>
                  <a:pt x="942" y="7293"/>
                </a:lnTo>
                <a:lnTo>
                  <a:pt x="0" y="7293"/>
                </a:lnTo>
                <a:lnTo>
                  <a:pt x="2540" y="309"/>
                </a:lnTo>
                <a:lnTo>
                  <a:pt x="3778" y="309"/>
                </a:lnTo>
                <a:lnTo>
                  <a:pt x="6318" y="7293"/>
                </a:lnTo>
                <a:moveTo>
                  <a:pt x="4359" y="4547"/>
                </a:moveTo>
                <a:lnTo>
                  <a:pt x="3136" y="1121"/>
                </a:lnTo>
                <a:lnTo>
                  <a:pt x="1908" y="4547"/>
                </a:lnTo>
                <a:lnTo>
                  <a:pt x="4359" y="4547"/>
                </a:lnTo>
                <a:close/>
                <a:moveTo>
                  <a:pt x="11179" y="6970"/>
                </a:moveTo>
                <a:cubicBezTo>
                  <a:pt x="10885" y="7110"/>
                  <a:pt x="10606" y="7220"/>
                  <a:pt x="10342" y="7298"/>
                </a:cubicBezTo>
                <a:cubicBezTo>
                  <a:pt x="10078" y="7376"/>
                  <a:pt x="9798" y="7415"/>
                  <a:pt x="9501" y="7415"/>
                </a:cubicBezTo>
                <a:cubicBezTo>
                  <a:pt x="9123" y="7415"/>
                  <a:pt x="8776" y="7360"/>
                  <a:pt x="8460" y="7248"/>
                </a:cubicBezTo>
                <a:cubicBezTo>
                  <a:pt x="8145" y="7137"/>
                  <a:pt x="7874" y="6969"/>
                  <a:pt x="7649" y="6744"/>
                </a:cubicBezTo>
                <a:cubicBezTo>
                  <a:pt x="7421" y="6518"/>
                  <a:pt x="7245" y="6233"/>
                  <a:pt x="7120" y="5889"/>
                </a:cubicBezTo>
                <a:cubicBezTo>
                  <a:pt x="6995" y="5545"/>
                  <a:pt x="6932" y="5143"/>
                  <a:pt x="6932" y="4682"/>
                </a:cubicBezTo>
                <a:cubicBezTo>
                  <a:pt x="6932" y="3825"/>
                  <a:pt x="7167" y="3152"/>
                  <a:pt x="7638" y="2664"/>
                </a:cubicBezTo>
                <a:cubicBezTo>
                  <a:pt x="8108" y="2175"/>
                  <a:pt x="8729" y="1931"/>
                  <a:pt x="9501" y="1931"/>
                </a:cubicBezTo>
                <a:cubicBezTo>
                  <a:pt x="9801" y="1931"/>
                  <a:pt x="10095" y="1973"/>
                  <a:pt x="10384" y="2058"/>
                </a:cubicBezTo>
                <a:cubicBezTo>
                  <a:pt x="10673" y="2142"/>
                  <a:pt x="10938" y="2245"/>
                  <a:pt x="11179" y="2367"/>
                </a:cubicBezTo>
                <a:lnTo>
                  <a:pt x="11179" y="3347"/>
                </a:lnTo>
                <a:lnTo>
                  <a:pt x="11132" y="3347"/>
                </a:lnTo>
                <a:cubicBezTo>
                  <a:pt x="10863" y="3139"/>
                  <a:pt x="10586" y="2979"/>
                  <a:pt x="10300" y="2867"/>
                </a:cubicBezTo>
                <a:cubicBezTo>
                  <a:pt x="10014" y="2756"/>
                  <a:pt x="9735" y="2700"/>
                  <a:pt x="9463" y="2700"/>
                </a:cubicBezTo>
                <a:cubicBezTo>
                  <a:pt x="8963" y="2700"/>
                  <a:pt x="8569" y="2868"/>
                  <a:pt x="8280" y="3204"/>
                </a:cubicBezTo>
                <a:cubicBezTo>
                  <a:pt x="7991" y="3540"/>
                  <a:pt x="7846" y="4033"/>
                  <a:pt x="7846" y="4682"/>
                </a:cubicBezTo>
                <a:cubicBezTo>
                  <a:pt x="7846" y="5314"/>
                  <a:pt x="7988" y="5799"/>
                  <a:pt x="8270" y="6138"/>
                </a:cubicBezTo>
                <a:cubicBezTo>
                  <a:pt x="8553" y="6477"/>
                  <a:pt x="8951" y="6646"/>
                  <a:pt x="9463" y="6646"/>
                </a:cubicBezTo>
                <a:cubicBezTo>
                  <a:pt x="9641" y="6646"/>
                  <a:pt x="9823" y="6623"/>
                  <a:pt x="10007" y="6577"/>
                </a:cubicBezTo>
                <a:cubicBezTo>
                  <a:pt x="10191" y="6530"/>
                  <a:pt x="10357" y="6470"/>
                  <a:pt x="10504" y="6395"/>
                </a:cubicBezTo>
                <a:cubicBezTo>
                  <a:pt x="10632" y="6330"/>
                  <a:pt x="10752" y="6261"/>
                  <a:pt x="10865" y="6188"/>
                </a:cubicBezTo>
                <a:cubicBezTo>
                  <a:pt x="10977" y="6115"/>
                  <a:pt x="11066" y="6052"/>
                  <a:pt x="11132" y="6000"/>
                </a:cubicBezTo>
                <a:lnTo>
                  <a:pt x="11179" y="6000"/>
                </a:lnTo>
                <a:lnTo>
                  <a:pt x="11179" y="6970"/>
                </a:lnTo>
                <a:close/>
                <a:moveTo>
                  <a:pt x="15575" y="3009"/>
                </a:moveTo>
                <a:lnTo>
                  <a:pt x="15529" y="3009"/>
                </a:lnTo>
                <a:cubicBezTo>
                  <a:pt x="15397" y="2980"/>
                  <a:pt x="15270" y="2958"/>
                  <a:pt x="15147" y="2945"/>
                </a:cubicBezTo>
                <a:cubicBezTo>
                  <a:pt x="15023" y="2931"/>
                  <a:pt x="14877" y="2925"/>
                  <a:pt x="14708" y="2925"/>
                </a:cubicBezTo>
                <a:cubicBezTo>
                  <a:pt x="14436" y="2925"/>
                  <a:pt x="14174" y="2985"/>
                  <a:pt x="13921" y="3106"/>
                </a:cubicBezTo>
                <a:cubicBezTo>
                  <a:pt x="13668" y="3226"/>
                  <a:pt x="13424" y="3382"/>
                  <a:pt x="13190" y="3572"/>
                </a:cubicBezTo>
                <a:lnTo>
                  <a:pt x="13190" y="7293"/>
                </a:lnTo>
                <a:lnTo>
                  <a:pt x="12308" y="7293"/>
                </a:lnTo>
                <a:lnTo>
                  <a:pt x="12308" y="2053"/>
                </a:lnTo>
                <a:lnTo>
                  <a:pt x="13190" y="2053"/>
                </a:lnTo>
                <a:lnTo>
                  <a:pt x="13190" y="2827"/>
                </a:lnTo>
                <a:cubicBezTo>
                  <a:pt x="13540" y="2546"/>
                  <a:pt x="13848" y="2346"/>
                  <a:pt x="14115" y="2229"/>
                </a:cubicBezTo>
                <a:cubicBezTo>
                  <a:pt x="14383" y="2112"/>
                  <a:pt x="14655" y="2053"/>
                  <a:pt x="14933" y="2053"/>
                </a:cubicBezTo>
                <a:cubicBezTo>
                  <a:pt x="15086" y="2053"/>
                  <a:pt x="15197" y="2057"/>
                  <a:pt x="15266" y="2065"/>
                </a:cubicBezTo>
                <a:cubicBezTo>
                  <a:pt x="15335" y="2072"/>
                  <a:pt x="15438" y="2087"/>
                  <a:pt x="15575" y="2109"/>
                </a:cubicBezTo>
                <a:lnTo>
                  <a:pt x="15575" y="3009"/>
                </a:lnTo>
                <a:close/>
                <a:moveTo>
                  <a:pt x="17352" y="1181"/>
                </a:moveTo>
                <a:lnTo>
                  <a:pt x="16358" y="1181"/>
                </a:lnTo>
                <a:lnTo>
                  <a:pt x="16358" y="262"/>
                </a:lnTo>
                <a:lnTo>
                  <a:pt x="17352" y="262"/>
                </a:lnTo>
                <a:lnTo>
                  <a:pt x="17352" y="1181"/>
                </a:lnTo>
                <a:moveTo>
                  <a:pt x="17295" y="7293"/>
                </a:moveTo>
                <a:lnTo>
                  <a:pt x="16414" y="7293"/>
                </a:lnTo>
                <a:lnTo>
                  <a:pt x="16414" y="2053"/>
                </a:lnTo>
                <a:lnTo>
                  <a:pt x="17295" y="2053"/>
                </a:lnTo>
                <a:lnTo>
                  <a:pt x="17295" y="7293"/>
                </a:lnTo>
                <a:close/>
                <a:moveTo>
                  <a:pt x="23286" y="7293"/>
                </a:moveTo>
                <a:lnTo>
                  <a:pt x="22404" y="7293"/>
                </a:lnTo>
                <a:lnTo>
                  <a:pt x="22404" y="6748"/>
                </a:lnTo>
                <a:cubicBezTo>
                  <a:pt x="22151" y="6967"/>
                  <a:pt x="21887" y="7138"/>
                  <a:pt x="21612" y="7260"/>
                </a:cubicBezTo>
                <a:cubicBezTo>
                  <a:pt x="21337" y="7382"/>
                  <a:pt x="21039" y="7443"/>
                  <a:pt x="20717" y="7443"/>
                </a:cubicBezTo>
                <a:cubicBezTo>
                  <a:pt x="20092" y="7443"/>
                  <a:pt x="19596" y="7202"/>
                  <a:pt x="19229" y="6720"/>
                </a:cubicBezTo>
                <a:cubicBezTo>
                  <a:pt x="18862" y="6237"/>
                  <a:pt x="18678" y="5568"/>
                  <a:pt x="18678" y="4713"/>
                </a:cubicBezTo>
                <a:cubicBezTo>
                  <a:pt x="18678" y="4268"/>
                  <a:pt x="18741" y="3872"/>
                  <a:pt x="18868" y="3524"/>
                </a:cubicBezTo>
                <a:cubicBezTo>
                  <a:pt x="18994" y="3176"/>
                  <a:pt x="19166" y="2880"/>
                  <a:pt x="19381" y="2636"/>
                </a:cubicBezTo>
                <a:cubicBezTo>
                  <a:pt x="19594" y="2398"/>
                  <a:pt x="19841" y="2216"/>
                  <a:pt x="20124" y="2091"/>
                </a:cubicBezTo>
                <a:cubicBezTo>
                  <a:pt x="20407" y="1966"/>
                  <a:pt x="20700" y="1903"/>
                  <a:pt x="21003" y="1903"/>
                </a:cubicBezTo>
                <a:cubicBezTo>
                  <a:pt x="21278" y="1903"/>
                  <a:pt x="21522" y="1932"/>
                  <a:pt x="21734" y="1990"/>
                </a:cubicBezTo>
                <a:cubicBezTo>
                  <a:pt x="21947" y="2048"/>
                  <a:pt x="22170" y="2138"/>
                  <a:pt x="22404" y="2260"/>
                </a:cubicBezTo>
                <a:lnTo>
                  <a:pt x="22404" y="0"/>
                </a:lnTo>
                <a:lnTo>
                  <a:pt x="23286" y="0"/>
                </a:lnTo>
                <a:lnTo>
                  <a:pt x="23286" y="7293"/>
                </a:lnTo>
                <a:moveTo>
                  <a:pt x="22404" y="6004"/>
                </a:moveTo>
                <a:lnTo>
                  <a:pt x="22404" y="3000"/>
                </a:lnTo>
                <a:cubicBezTo>
                  <a:pt x="22167" y="2894"/>
                  <a:pt x="21954" y="2820"/>
                  <a:pt x="21767" y="2779"/>
                </a:cubicBezTo>
                <a:cubicBezTo>
                  <a:pt x="21579" y="2739"/>
                  <a:pt x="21375" y="2719"/>
                  <a:pt x="21153" y="2719"/>
                </a:cubicBezTo>
                <a:cubicBezTo>
                  <a:pt x="20659" y="2719"/>
                  <a:pt x="20275" y="2890"/>
                  <a:pt x="20000" y="3234"/>
                </a:cubicBezTo>
                <a:cubicBezTo>
                  <a:pt x="19725" y="3578"/>
                  <a:pt x="19587" y="4065"/>
                  <a:pt x="19587" y="4697"/>
                </a:cubicBezTo>
                <a:cubicBezTo>
                  <a:pt x="19587" y="5318"/>
                  <a:pt x="19694" y="5791"/>
                  <a:pt x="19906" y="6114"/>
                </a:cubicBezTo>
                <a:cubicBezTo>
                  <a:pt x="20119" y="6438"/>
                  <a:pt x="20459" y="6600"/>
                  <a:pt x="20928" y="6600"/>
                </a:cubicBezTo>
                <a:cubicBezTo>
                  <a:pt x="21178" y="6600"/>
                  <a:pt x="21431" y="6544"/>
                  <a:pt x="21687" y="6433"/>
                </a:cubicBezTo>
                <a:cubicBezTo>
                  <a:pt x="21943" y="6322"/>
                  <a:pt x="22183" y="6179"/>
                  <a:pt x="22404" y="6004"/>
                </a:cubicBezTo>
                <a:close/>
                <a:moveTo>
                  <a:pt x="25967" y="1181"/>
                </a:moveTo>
                <a:lnTo>
                  <a:pt x="24973" y="1181"/>
                </a:lnTo>
                <a:lnTo>
                  <a:pt x="24973" y="262"/>
                </a:lnTo>
                <a:lnTo>
                  <a:pt x="25967" y="262"/>
                </a:lnTo>
                <a:lnTo>
                  <a:pt x="25967" y="1181"/>
                </a:lnTo>
                <a:moveTo>
                  <a:pt x="25910" y="7293"/>
                </a:moveTo>
                <a:lnTo>
                  <a:pt x="25029" y="7293"/>
                </a:lnTo>
                <a:lnTo>
                  <a:pt x="25029" y="2053"/>
                </a:lnTo>
                <a:lnTo>
                  <a:pt x="25910" y="2053"/>
                </a:lnTo>
                <a:lnTo>
                  <a:pt x="25910" y="7293"/>
                </a:lnTo>
                <a:close/>
                <a:moveTo>
                  <a:pt x="31901" y="7293"/>
                </a:moveTo>
                <a:lnTo>
                  <a:pt x="31019" y="7293"/>
                </a:lnTo>
                <a:lnTo>
                  <a:pt x="31019" y="6748"/>
                </a:lnTo>
                <a:cubicBezTo>
                  <a:pt x="30766" y="6967"/>
                  <a:pt x="30502" y="7138"/>
                  <a:pt x="30227" y="7260"/>
                </a:cubicBezTo>
                <a:cubicBezTo>
                  <a:pt x="29952" y="7382"/>
                  <a:pt x="29654" y="7443"/>
                  <a:pt x="29332" y="7443"/>
                </a:cubicBezTo>
                <a:cubicBezTo>
                  <a:pt x="28707" y="7443"/>
                  <a:pt x="28211" y="7202"/>
                  <a:pt x="27844" y="6720"/>
                </a:cubicBezTo>
                <a:cubicBezTo>
                  <a:pt x="27477" y="6237"/>
                  <a:pt x="27293" y="5568"/>
                  <a:pt x="27293" y="4713"/>
                </a:cubicBezTo>
                <a:cubicBezTo>
                  <a:pt x="27293" y="4268"/>
                  <a:pt x="27356" y="3872"/>
                  <a:pt x="27483" y="3524"/>
                </a:cubicBezTo>
                <a:cubicBezTo>
                  <a:pt x="27609" y="3176"/>
                  <a:pt x="27781" y="2880"/>
                  <a:pt x="27996" y="2636"/>
                </a:cubicBezTo>
                <a:cubicBezTo>
                  <a:pt x="28209" y="2398"/>
                  <a:pt x="28456" y="2216"/>
                  <a:pt x="28739" y="2091"/>
                </a:cubicBezTo>
                <a:cubicBezTo>
                  <a:pt x="29022" y="1966"/>
                  <a:pt x="29315" y="1903"/>
                  <a:pt x="29618" y="1903"/>
                </a:cubicBezTo>
                <a:cubicBezTo>
                  <a:pt x="29893" y="1903"/>
                  <a:pt x="30137" y="1932"/>
                  <a:pt x="30349" y="1990"/>
                </a:cubicBezTo>
                <a:cubicBezTo>
                  <a:pt x="30562" y="2048"/>
                  <a:pt x="30785" y="2138"/>
                  <a:pt x="31019" y="2260"/>
                </a:cubicBezTo>
                <a:lnTo>
                  <a:pt x="31019" y="0"/>
                </a:lnTo>
                <a:lnTo>
                  <a:pt x="31901" y="0"/>
                </a:lnTo>
                <a:lnTo>
                  <a:pt x="31901" y="7293"/>
                </a:lnTo>
                <a:moveTo>
                  <a:pt x="31019" y="6004"/>
                </a:moveTo>
                <a:lnTo>
                  <a:pt x="31019" y="3000"/>
                </a:lnTo>
                <a:cubicBezTo>
                  <a:pt x="30782" y="2894"/>
                  <a:pt x="30569" y="2820"/>
                  <a:pt x="30382" y="2779"/>
                </a:cubicBezTo>
                <a:cubicBezTo>
                  <a:pt x="30194" y="2739"/>
                  <a:pt x="29990" y="2719"/>
                  <a:pt x="29768" y="2719"/>
                </a:cubicBezTo>
                <a:cubicBezTo>
                  <a:pt x="29274" y="2719"/>
                  <a:pt x="28890" y="2890"/>
                  <a:pt x="28615" y="3234"/>
                </a:cubicBezTo>
                <a:cubicBezTo>
                  <a:pt x="28340" y="3578"/>
                  <a:pt x="28202" y="4065"/>
                  <a:pt x="28202" y="4697"/>
                </a:cubicBezTo>
                <a:cubicBezTo>
                  <a:pt x="28202" y="5318"/>
                  <a:pt x="28309" y="5791"/>
                  <a:pt x="28521" y="6114"/>
                </a:cubicBezTo>
                <a:cubicBezTo>
                  <a:pt x="28734" y="6438"/>
                  <a:pt x="29074" y="6600"/>
                  <a:pt x="29543" y="6600"/>
                </a:cubicBezTo>
                <a:cubicBezTo>
                  <a:pt x="29793" y="6600"/>
                  <a:pt x="30046" y="6544"/>
                  <a:pt x="30302" y="6433"/>
                </a:cubicBezTo>
                <a:cubicBezTo>
                  <a:pt x="30558" y="6322"/>
                  <a:pt x="30798" y="6179"/>
                  <a:pt x="31019" y="6004"/>
                </a:cubicBezTo>
                <a:close/>
                <a:moveTo>
                  <a:pt x="37703" y="7293"/>
                </a:moveTo>
                <a:lnTo>
                  <a:pt x="36826" y="7293"/>
                </a:lnTo>
                <a:lnTo>
                  <a:pt x="36826" y="6739"/>
                </a:lnTo>
                <a:cubicBezTo>
                  <a:pt x="36748" y="6792"/>
                  <a:pt x="36643" y="6867"/>
                  <a:pt x="36510" y="6962"/>
                </a:cubicBezTo>
                <a:cubicBezTo>
                  <a:pt x="36377" y="7058"/>
                  <a:pt x="36248" y="7133"/>
                  <a:pt x="36123" y="7190"/>
                </a:cubicBezTo>
                <a:cubicBezTo>
                  <a:pt x="35977" y="7262"/>
                  <a:pt x="35808" y="7322"/>
                  <a:pt x="35617" y="7370"/>
                </a:cubicBezTo>
                <a:cubicBezTo>
                  <a:pt x="35427" y="7419"/>
                  <a:pt x="35203" y="7443"/>
                  <a:pt x="34947" y="7443"/>
                </a:cubicBezTo>
                <a:cubicBezTo>
                  <a:pt x="34475" y="7443"/>
                  <a:pt x="34075" y="7287"/>
                  <a:pt x="33747" y="6974"/>
                </a:cubicBezTo>
                <a:cubicBezTo>
                  <a:pt x="33419" y="6661"/>
                  <a:pt x="33255" y="6262"/>
                  <a:pt x="33255" y="5777"/>
                </a:cubicBezTo>
                <a:cubicBezTo>
                  <a:pt x="33255" y="5380"/>
                  <a:pt x="33340" y="5058"/>
                  <a:pt x="33510" y="4813"/>
                </a:cubicBezTo>
                <a:cubicBezTo>
                  <a:pt x="33681" y="4567"/>
                  <a:pt x="33924" y="4374"/>
                  <a:pt x="34239" y="4233"/>
                </a:cubicBezTo>
                <a:cubicBezTo>
                  <a:pt x="34558" y="4092"/>
                  <a:pt x="34941" y="3997"/>
                  <a:pt x="35388" y="3947"/>
                </a:cubicBezTo>
                <a:cubicBezTo>
                  <a:pt x="35834" y="3897"/>
                  <a:pt x="36314" y="3859"/>
                  <a:pt x="36826" y="3834"/>
                </a:cubicBezTo>
                <a:lnTo>
                  <a:pt x="36826" y="3697"/>
                </a:lnTo>
                <a:cubicBezTo>
                  <a:pt x="36826" y="3495"/>
                  <a:pt x="36791" y="3328"/>
                  <a:pt x="36721" y="3196"/>
                </a:cubicBezTo>
                <a:cubicBezTo>
                  <a:pt x="36651" y="3064"/>
                  <a:pt x="36550" y="2960"/>
                  <a:pt x="36419" y="2884"/>
                </a:cubicBezTo>
                <a:cubicBezTo>
                  <a:pt x="36294" y="2812"/>
                  <a:pt x="36144" y="2763"/>
                  <a:pt x="35969" y="2738"/>
                </a:cubicBezTo>
                <a:cubicBezTo>
                  <a:pt x="35794" y="2712"/>
                  <a:pt x="35611" y="2700"/>
                  <a:pt x="35420" y="2700"/>
                </a:cubicBezTo>
                <a:cubicBezTo>
                  <a:pt x="35189" y="2700"/>
                  <a:pt x="34931" y="2731"/>
                  <a:pt x="34647" y="2794"/>
                </a:cubicBezTo>
                <a:cubicBezTo>
                  <a:pt x="34363" y="2856"/>
                  <a:pt x="34069" y="2947"/>
                  <a:pt x="33766" y="3065"/>
                </a:cubicBezTo>
                <a:lnTo>
                  <a:pt x="33719" y="3065"/>
                </a:lnTo>
                <a:lnTo>
                  <a:pt x="33719" y="2170"/>
                </a:lnTo>
                <a:cubicBezTo>
                  <a:pt x="33891" y="2123"/>
                  <a:pt x="34139" y="2072"/>
                  <a:pt x="34464" y="2015"/>
                </a:cubicBezTo>
                <a:cubicBezTo>
                  <a:pt x="34789" y="1959"/>
                  <a:pt x="35109" y="1931"/>
                  <a:pt x="35425" y="1931"/>
                </a:cubicBezTo>
                <a:cubicBezTo>
                  <a:pt x="35794" y="1931"/>
                  <a:pt x="36115" y="1962"/>
                  <a:pt x="36388" y="2023"/>
                </a:cubicBezTo>
                <a:cubicBezTo>
                  <a:pt x="36662" y="2083"/>
                  <a:pt x="36898" y="2187"/>
                  <a:pt x="37098" y="2334"/>
                </a:cubicBezTo>
                <a:cubicBezTo>
                  <a:pt x="37295" y="2478"/>
                  <a:pt x="37445" y="2664"/>
                  <a:pt x="37548" y="2892"/>
                </a:cubicBezTo>
                <a:cubicBezTo>
                  <a:pt x="37651" y="3120"/>
                  <a:pt x="37703" y="3403"/>
                  <a:pt x="37703" y="3740"/>
                </a:cubicBezTo>
                <a:lnTo>
                  <a:pt x="37703" y="7293"/>
                </a:lnTo>
                <a:moveTo>
                  <a:pt x="36826" y="6011"/>
                </a:moveTo>
                <a:lnTo>
                  <a:pt x="36826" y="4547"/>
                </a:lnTo>
                <a:cubicBezTo>
                  <a:pt x="36558" y="4562"/>
                  <a:pt x="36241" y="4586"/>
                  <a:pt x="35877" y="4617"/>
                </a:cubicBezTo>
                <a:cubicBezTo>
                  <a:pt x="35513" y="4649"/>
                  <a:pt x="35225" y="4694"/>
                  <a:pt x="35013" y="4754"/>
                </a:cubicBezTo>
                <a:cubicBezTo>
                  <a:pt x="34759" y="4826"/>
                  <a:pt x="34555" y="4938"/>
                  <a:pt x="34399" y="5090"/>
                </a:cubicBezTo>
                <a:cubicBezTo>
                  <a:pt x="34242" y="5243"/>
                  <a:pt x="34164" y="5452"/>
                  <a:pt x="34164" y="5719"/>
                </a:cubicBezTo>
                <a:cubicBezTo>
                  <a:pt x="34164" y="6020"/>
                  <a:pt x="34255" y="6247"/>
                  <a:pt x="34436" y="6399"/>
                </a:cubicBezTo>
                <a:cubicBezTo>
                  <a:pt x="34617" y="6552"/>
                  <a:pt x="34894" y="6628"/>
                  <a:pt x="35266" y="6628"/>
                </a:cubicBezTo>
                <a:cubicBezTo>
                  <a:pt x="35575" y="6628"/>
                  <a:pt x="35858" y="6567"/>
                  <a:pt x="36114" y="6446"/>
                </a:cubicBezTo>
                <a:cubicBezTo>
                  <a:pt x="36370" y="6326"/>
                  <a:pt x="36608" y="6180"/>
                  <a:pt x="36826" y="6011"/>
                </a:cubicBezTo>
                <a:close/>
                <a:moveTo>
                  <a:pt x="43782" y="4762"/>
                </a:moveTo>
                <a:lnTo>
                  <a:pt x="39925" y="4762"/>
                </a:lnTo>
                <a:cubicBezTo>
                  <a:pt x="39925" y="5085"/>
                  <a:pt x="39973" y="5366"/>
                  <a:pt x="40070" y="5606"/>
                </a:cubicBezTo>
                <a:cubicBezTo>
                  <a:pt x="40167" y="5845"/>
                  <a:pt x="40299" y="6042"/>
                  <a:pt x="40468" y="6195"/>
                </a:cubicBezTo>
                <a:cubicBezTo>
                  <a:pt x="40631" y="6346"/>
                  <a:pt x="40824" y="6458"/>
                  <a:pt x="41047" y="6534"/>
                </a:cubicBezTo>
                <a:cubicBezTo>
                  <a:pt x="41270" y="6609"/>
                  <a:pt x="41517" y="6646"/>
                  <a:pt x="41785" y="6646"/>
                </a:cubicBezTo>
                <a:cubicBezTo>
                  <a:pt x="42142" y="6646"/>
                  <a:pt x="42500" y="6575"/>
                  <a:pt x="42861" y="6431"/>
                </a:cubicBezTo>
                <a:cubicBezTo>
                  <a:pt x="43222" y="6288"/>
                  <a:pt x="43479" y="6147"/>
                  <a:pt x="43632" y="6009"/>
                </a:cubicBezTo>
                <a:lnTo>
                  <a:pt x="43679" y="6009"/>
                </a:lnTo>
                <a:lnTo>
                  <a:pt x="43679" y="6973"/>
                </a:lnTo>
                <a:cubicBezTo>
                  <a:pt x="43382" y="7098"/>
                  <a:pt x="43079" y="7203"/>
                  <a:pt x="42770" y="7288"/>
                </a:cubicBezTo>
                <a:cubicBezTo>
                  <a:pt x="42460" y="7373"/>
                  <a:pt x="42135" y="7415"/>
                  <a:pt x="41795" y="7415"/>
                </a:cubicBezTo>
                <a:cubicBezTo>
                  <a:pt x="40926" y="7415"/>
                  <a:pt x="40248" y="7180"/>
                  <a:pt x="39760" y="6708"/>
                </a:cubicBezTo>
                <a:cubicBezTo>
                  <a:pt x="39273" y="6237"/>
                  <a:pt x="39029" y="5568"/>
                  <a:pt x="39029" y="4701"/>
                </a:cubicBezTo>
                <a:cubicBezTo>
                  <a:pt x="39029" y="3844"/>
                  <a:pt x="39263" y="3163"/>
                  <a:pt x="39730" y="2659"/>
                </a:cubicBezTo>
                <a:cubicBezTo>
                  <a:pt x="40197" y="2155"/>
                  <a:pt x="40812" y="1903"/>
                  <a:pt x="41574" y="1903"/>
                </a:cubicBezTo>
                <a:cubicBezTo>
                  <a:pt x="42281" y="1903"/>
                  <a:pt x="42825" y="2110"/>
                  <a:pt x="43208" y="2523"/>
                </a:cubicBezTo>
                <a:cubicBezTo>
                  <a:pt x="43591" y="2936"/>
                  <a:pt x="43782" y="3523"/>
                  <a:pt x="43782" y="4283"/>
                </a:cubicBezTo>
                <a:lnTo>
                  <a:pt x="43782" y="4762"/>
                </a:lnTo>
                <a:moveTo>
                  <a:pt x="42924" y="4087"/>
                </a:moveTo>
                <a:cubicBezTo>
                  <a:pt x="42921" y="3625"/>
                  <a:pt x="42805" y="3267"/>
                  <a:pt x="42575" y="3014"/>
                </a:cubicBezTo>
                <a:cubicBezTo>
                  <a:pt x="42345" y="2761"/>
                  <a:pt x="41996" y="2634"/>
                  <a:pt x="41528" y="2634"/>
                </a:cubicBezTo>
                <a:cubicBezTo>
                  <a:pt x="41056" y="2634"/>
                  <a:pt x="40680" y="2773"/>
                  <a:pt x="40400" y="3051"/>
                </a:cubicBezTo>
                <a:cubicBezTo>
                  <a:pt x="40121" y="3329"/>
                  <a:pt x="39962" y="3675"/>
                  <a:pt x="39925" y="4087"/>
                </a:cubicBezTo>
                <a:lnTo>
                  <a:pt x="42924" y="408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9139DAC-4162-4590-9EE5-8471FE0C33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573" y="2259260"/>
            <a:ext cx="25940" cy="13216"/>
          </a:xfrm>
          <a:custGeom xmlns:a="http://schemas.openxmlformats.org/drawingml/2006/main">
            <a:pathLst>
              <a:path w="25940" h="13216">
                <a:moveTo>
                  <a:pt x="0" y="0"/>
                </a:moveTo>
                <a:lnTo>
                  <a:pt x="25940" y="0"/>
                </a:lnTo>
                <a:lnTo>
                  <a:pt x="25940" y="13216"/>
                </a:lnTo>
                <a:lnTo>
                  <a:pt x="0" y="132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7F3C8D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0728A-D7B4-43A8-B776-847DC9E6CE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9572" y="2259262"/>
            <a:ext cx="25941" cy="13216"/>
          </a:xfrm>
          <a:custGeom xmlns:a="http://schemas.openxmlformats.org/drawingml/2006/main">
            <a:pathLst>
              <a:path w="25941" h="13216" fill="none">
                <a:moveTo>
                  <a:pt x="0" y="0"/>
                </a:moveTo>
                <a:lnTo>
                  <a:pt x="25941" y="0"/>
                </a:lnTo>
                <a:lnTo>
                  <a:pt x="25941" y="13216"/>
                </a:lnTo>
                <a:lnTo>
                  <a:pt x="0" y="132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28" name="Text Tettigoniidae">
            <a:extLst xmlns:a="http://schemas.openxmlformats.org/drawingml/2006/main">
              <a:ext uri="{FF2B5EF4-FFF2-40B4-BE49-F238E27FC236}">
                <a16:creationId xmlns:a16="http://schemas.microsoft.com/office/drawing/2014/main" id="{D83DE654-F03D-4028-AB5A-FD745C180B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92071" y="2260225"/>
            <a:ext cx="25662" cy="3843"/>
          </a:xfrm>
          <a:custGeom xmlns:a="http://schemas.openxmlformats.org/drawingml/2006/main">
            <a:pathLst>
              <a:path w="25662" h="3843">
                <a:moveTo>
                  <a:pt x="2449" y="470"/>
                </a:moveTo>
                <a:lnTo>
                  <a:pt x="1417" y="470"/>
                </a:lnTo>
                <a:lnTo>
                  <a:pt x="1417" y="3020"/>
                </a:lnTo>
                <a:lnTo>
                  <a:pt x="1032" y="3020"/>
                </a:lnTo>
                <a:lnTo>
                  <a:pt x="1032" y="470"/>
                </a:lnTo>
                <a:lnTo>
                  <a:pt x="0" y="470"/>
                </a:lnTo>
                <a:lnTo>
                  <a:pt x="0" y="128"/>
                </a:lnTo>
                <a:lnTo>
                  <a:pt x="2449" y="128"/>
                </a:lnTo>
                <a:lnTo>
                  <a:pt x="2449" y="470"/>
                </a:lnTo>
                <a:close/>
                <a:moveTo>
                  <a:pt x="4623" y="1972"/>
                </a:moveTo>
                <a:lnTo>
                  <a:pt x="3026" y="1972"/>
                </a:lnTo>
                <a:cubicBezTo>
                  <a:pt x="3026" y="2105"/>
                  <a:pt x="3046" y="2222"/>
                  <a:pt x="3086" y="2321"/>
                </a:cubicBezTo>
                <a:cubicBezTo>
                  <a:pt x="3126" y="2420"/>
                  <a:pt x="3181" y="2502"/>
                  <a:pt x="3251" y="2565"/>
                </a:cubicBezTo>
                <a:cubicBezTo>
                  <a:pt x="3318" y="2627"/>
                  <a:pt x="3398" y="2674"/>
                  <a:pt x="3490" y="2705"/>
                </a:cubicBezTo>
                <a:cubicBezTo>
                  <a:pt x="3583" y="2736"/>
                  <a:pt x="3685" y="2752"/>
                  <a:pt x="3796" y="2752"/>
                </a:cubicBezTo>
                <a:cubicBezTo>
                  <a:pt x="3944" y="2752"/>
                  <a:pt x="4092" y="2722"/>
                  <a:pt x="4241" y="2663"/>
                </a:cubicBezTo>
                <a:cubicBezTo>
                  <a:pt x="4391" y="2604"/>
                  <a:pt x="4497" y="2545"/>
                  <a:pt x="4561" y="2488"/>
                </a:cubicBezTo>
                <a:lnTo>
                  <a:pt x="4580" y="2488"/>
                </a:lnTo>
                <a:lnTo>
                  <a:pt x="4580" y="2887"/>
                </a:lnTo>
                <a:cubicBezTo>
                  <a:pt x="4457" y="2939"/>
                  <a:pt x="4332" y="2983"/>
                  <a:pt x="4204" y="3018"/>
                </a:cubicBezTo>
                <a:cubicBezTo>
                  <a:pt x="4076" y="3053"/>
                  <a:pt x="3941" y="3070"/>
                  <a:pt x="3800" y="3070"/>
                </a:cubicBezTo>
                <a:cubicBezTo>
                  <a:pt x="3440" y="3070"/>
                  <a:pt x="3159" y="2973"/>
                  <a:pt x="2958" y="2778"/>
                </a:cubicBezTo>
                <a:cubicBezTo>
                  <a:pt x="2756" y="2583"/>
                  <a:pt x="2655" y="2306"/>
                  <a:pt x="2655" y="1947"/>
                </a:cubicBezTo>
                <a:cubicBezTo>
                  <a:pt x="2655" y="1592"/>
                  <a:pt x="2752" y="1310"/>
                  <a:pt x="2945" y="1101"/>
                </a:cubicBezTo>
                <a:cubicBezTo>
                  <a:pt x="3138" y="892"/>
                  <a:pt x="3393" y="788"/>
                  <a:pt x="3709" y="788"/>
                </a:cubicBezTo>
                <a:cubicBezTo>
                  <a:pt x="4001" y="788"/>
                  <a:pt x="4227" y="873"/>
                  <a:pt x="4385" y="1045"/>
                </a:cubicBezTo>
                <a:cubicBezTo>
                  <a:pt x="4544" y="1216"/>
                  <a:pt x="4623" y="1459"/>
                  <a:pt x="4623" y="1774"/>
                </a:cubicBezTo>
                <a:lnTo>
                  <a:pt x="4623" y="1972"/>
                </a:lnTo>
                <a:moveTo>
                  <a:pt x="4268" y="1692"/>
                </a:moveTo>
                <a:cubicBezTo>
                  <a:pt x="4266" y="1501"/>
                  <a:pt x="4218" y="1353"/>
                  <a:pt x="4123" y="1248"/>
                </a:cubicBezTo>
                <a:cubicBezTo>
                  <a:pt x="4028" y="1143"/>
                  <a:pt x="3883" y="1091"/>
                  <a:pt x="3689" y="1091"/>
                </a:cubicBezTo>
                <a:cubicBezTo>
                  <a:pt x="3494" y="1091"/>
                  <a:pt x="3338" y="1148"/>
                  <a:pt x="3223" y="1263"/>
                </a:cubicBezTo>
                <a:cubicBezTo>
                  <a:pt x="3107" y="1379"/>
                  <a:pt x="3041" y="1522"/>
                  <a:pt x="3026" y="1692"/>
                </a:cubicBezTo>
                <a:lnTo>
                  <a:pt x="4268" y="1692"/>
                </a:lnTo>
                <a:close/>
                <a:moveTo>
                  <a:pt x="6302" y="3001"/>
                </a:moveTo>
                <a:cubicBezTo>
                  <a:pt x="6233" y="3019"/>
                  <a:pt x="6158" y="3034"/>
                  <a:pt x="6077" y="3045"/>
                </a:cubicBezTo>
                <a:cubicBezTo>
                  <a:pt x="5997" y="3057"/>
                  <a:pt x="5924" y="3063"/>
                  <a:pt x="5861" y="3063"/>
                </a:cubicBezTo>
                <a:cubicBezTo>
                  <a:pt x="5640" y="3063"/>
                  <a:pt x="5472" y="3003"/>
                  <a:pt x="5356" y="2884"/>
                </a:cubicBezTo>
                <a:cubicBezTo>
                  <a:pt x="5241" y="2765"/>
                  <a:pt x="5184" y="2574"/>
                  <a:pt x="5184" y="2311"/>
                </a:cubicBezTo>
                <a:lnTo>
                  <a:pt x="5184" y="1157"/>
                </a:lnTo>
                <a:lnTo>
                  <a:pt x="4937" y="1157"/>
                </a:lnTo>
                <a:lnTo>
                  <a:pt x="4937" y="850"/>
                </a:lnTo>
                <a:lnTo>
                  <a:pt x="5184" y="850"/>
                </a:lnTo>
                <a:lnTo>
                  <a:pt x="5184" y="225"/>
                </a:lnTo>
                <a:lnTo>
                  <a:pt x="5549" y="225"/>
                </a:lnTo>
                <a:lnTo>
                  <a:pt x="5549" y="850"/>
                </a:lnTo>
                <a:lnTo>
                  <a:pt x="6302" y="850"/>
                </a:lnTo>
                <a:lnTo>
                  <a:pt x="6302" y="1157"/>
                </a:lnTo>
                <a:lnTo>
                  <a:pt x="5549" y="1157"/>
                </a:lnTo>
                <a:lnTo>
                  <a:pt x="5549" y="2147"/>
                </a:lnTo>
                <a:cubicBezTo>
                  <a:pt x="5549" y="2261"/>
                  <a:pt x="5551" y="2350"/>
                  <a:pt x="5556" y="2415"/>
                </a:cubicBezTo>
                <a:cubicBezTo>
                  <a:pt x="5562" y="2479"/>
                  <a:pt x="5580" y="2539"/>
                  <a:pt x="5611" y="2594"/>
                </a:cubicBezTo>
                <a:cubicBezTo>
                  <a:pt x="5639" y="2646"/>
                  <a:pt x="5678" y="2684"/>
                  <a:pt x="5728" y="2708"/>
                </a:cubicBezTo>
                <a:cubicBezTo>
                  <a:pt x="5778" y="2732"/>
                  <a:pt x="5854" y="2744"/>
                  <a:pt x="5956" y="2744"/>
                </a:cubicBezTo>
                <a:cubicBezTo>
                  <a:pt x="6016" y="2744"/>
                  <a:pt x="6078" y="2736"/>
                  <a:pt x="6142" y="2718"/>
                </a:cubicBezTo>
                <a:cubicBezTo>
                  <a:pt x="6207" y="2701"/>
                  <a:pt x="6254" y="2686"/>
                  <a:pt x="6282" y="2674"/>
                </a:cubicBezTo>
                <a:lnTo>
                  <a:pt x="6302" y="2674"/>
                </a:lnTo>
                <a:lnTo>
                  <a:pt x="6302" y="3001"/>
                </a:lnTo>
                <a:close/>
                <a:moveTo>
                  <a:pt x="7868" y="3001"/>
                </a:moveTo>
                <a:cubicBezTo>
                  <a:pt x="7799" y="3019"/>
                  <a:pt x="7725" y="3034"/>
                  <a:pt x="7644" y="3045"/>
                </a:cubicBezTo>
                <a:cubicBezTo>
                  <a:pt x="7563" y="3057"/>
                  <a:pt x="7491" y="3063"/>
                  <a:pt x="7427" y="3063"/>
                </a:cubicBezTo>
                <a:cubicBezTo>
                  <a:pt x="7206" y="3063"/>
                  <a:pt x="7038" y="3003"/>
                  <a:pt x="6923" y="2884"/>
                </a:cubicBezTo>
                <a:cubicBezTo>
                  <a:pt x="6807" y="2765"/>
                  <a:pt x="6750" y="2574"/>
                  <a:pt x="6750" y="2311"/>
                </a:cubicBezTo>
                <a:lnTo>
                  <a:pt x="6750" y="1157"/>
                </a:lnTo>
                <a:lnTo>
                  <a:pt x="6503" y="1157"/>
                </a:lnTo>
                <a:lnTo>
                  <a:pt x="6503" y="850"/>
                </a:lnTo>
                <a:lnTo>
                  <a:pt x="6750" y="850"/>
                </a:lnTo>
                <a:lnTo>
                  <a:pt x="6750" y="225"/>
                </a:lnTo>
                <a:lnTo>
                  <a:pt x="7115" y="225"/>
                </a:lnTo>
                <a:lnTo>
                  <a:pt x="7115" y="850"/>
                </a:lnTo>
                <a:lnTo>
                  <a:pt x="7868" y="850"/>
                </a:lnTo>
                <a:lnTo>
                  <a:pt x="7868" y="1157"/>
                </a:lnTo>
                <a:lnTo>
                  <a:pt x="7115" y="1157"/>
                </a:lnTo>
                <a:lnTo>
                  <a:pt x="7115" y="2147"/>
                </a:lnTo>
                <a:cubicBezTo>
                  <a:pt x="7115" y="2261"/>
                  <a:pt x="7117" y="2350"/>
                  <a:pt x="7123" y="2415"/>
                </a:cubicBezTo>
                <a:cubicBezTo>
                  <a:pt x="7128" y="2479"/>
                  <a:pt x="7146" y="2539"/>
                  <a:pt x="7177" y="2594"/>
                </a:cubicBezTo>
                <a:cubicBezTo>
                  <a:pt x="7205" y="2646"/>
                  <a:pt x="7244" y="2684"/>
                  <a:pt x="7294" y="2708"/>
                </a:cubicBezTo>
                <a:cubicBezTo>
                  <a:pt x="7344" y="2732"/>
                  <a:pt x="7420" y="2744"/>
                  <a:pt x="7522" y="2744"/>
                </a:cubicBezTo>
                <a:cubicBezTo>
                  <a:pt x="7582" y="2744"/>
                  <a:pt x="7644" y="2736"/>
                  <a:pt x="7709" y="2718"/>
                </a:cubicBezTo>
                <a:cubicBezTo>
                  <a:pt x="7773" y="2701"/>
                  <a:pt x="7820" y="2686"/>
                  <a:pt x="7848" y="2674"/>
                </a:cubicBezTo>
                <a:lnTo>
                  <a:pt x="7868" y="2674"/>
                </a:lnTo>
                <a:lnTo>
                  <a:pt x="7868" y="3001"/>
                </a:lnTo>
                <a:close/>
                <a:moveTo>
                  <a:pt x="8700" y="489"/>
                </a:moveTo>
                <a:lnTo>
                  <a:pt x="8289" y="489"/>
                </a:lnTo>
                <a:lnTo>
                  <a:pt x="8289" y="109"/>
                </a:lnTo>
                <a:lnTo>
                  <a:pt x="8700" y="109"/>
                </a:lnTo>
                <a:lnTo>
                  <a:pt x="8700" y="489"/>
                </a:lnTo>
                <a:moveTo>
                  <a:pt x="8677" y="3020"/>
                </a:moveTo>
                <a:lnTo>
                  <a:pt x="8312" y="3020"/>
                </a:lnTo>
                <a:lnTo>
                  <a:pt x="8312" y="850"/>
                </a:lnTo>
                <a:lnTo>
                  <a:pt x="8677" y="850"/>
                </a:lnTo>
                <a:lnTo>
                  <a:pt x="8677" y="3020"/>
                </a:lnTo>
                <a:close/>
                <a:moveTo>
                  <a:pt x="11157" y="2774"/>
                </a:moveTo>
                <a:cubicBezTo>
                  <a:pt x="11157" y="3142"/>
                  <a:pt x="11074" y="3412"/>
                  <a:pt x="10907" y="3584"/>
                </a:cubicBezTo>
                <a:cubicBezTo>
                  <a:pt x="10740" y="3757"/>
                  <a:pt x="10483" y="3843"/>
                  <a:pt x="10136" y="3843"/>
                </a:cubicBezTo>
                <a:cubicBezTo>
                  <a:pt x="10021" y="3843"/>
                  <a:pt x="9909" y="3835"/>
                  <a:pt x="9800" y="3818"/>
                </a:cubicBezTo>
                <a:cubicBezTo>
                  <a:pt x="9690" y="3802"/>
                  <a:pt x="9582" y="3779"/>
                  <a:pt x="9476" y="3750"/>
                </a:cubicBezTo>
                <a:lnTo>
                  <a:pt x="9476" y="3377"/>
                </a:lnTo>
                <a:lnTo>
                  <a:pt x="9496" y="3377"/>
                </a:lnTo>
                <a:cubicBezTo>
                  <a:pt x="9555" y="3400"/>
                  <a:pt x="9650" y="3428"/>
                  <a:pt x="9779" y="3462"/>
                </a:cubicBezTo>
                <a:cubicBezTo>
                  <a:pt x="9909" y="3496"/>
                  <a:pt x="10038" y="3513"/>
                  <a:pt x="10167" y="3513"/>
                </a:cubicBezTo>
                <a:cubicBezTo>
                  <a:pt x="10292" y="3513"/>
                  <a:pt x="10394" y="3498"/>
                  <a:pt x="10476" y="3468"/>
                </a:cubicBezTo>
                <a:cubicBezTo>
                  <a:pt x="10557" y="3439"/>
                  <a:pt x="10621" y="3397"/>
                  <a:pt x="10666" y="3344"/>
                </a:cubicBezTo>
                <a:cubicBezTo>
                  <a:pt x="10711" y="3294"/>
                  <a:pt x="10744" y="3233"/>
                  <a:pt x="10763" y="3162"/>
                </a:cubicBezTo>
                <a:cubicBezTo>
                  <a:pt x="10783" y="3091"/>
                  <a:pt x="10792" y="3012"/>
                  <a:pt x="10792" y="2924"/>
                </a:cubicBezTo>
                <a:lnTo>
                  <a:pt x="10792" y="2726"/>
                </a:lnTo>
                <a:cubicBezTo>
                  <a:pt x="10682" y="2814"/>
                  <a:pt x="10577" y="2880"/>
                  <a:pt x="10477" y="2924"/>
                </a:cubicBezTo>
                <a:cubicBezTo>
                  <a:pt x="10377" y="2967"/>
                  <a:pt x="10249" y="2989"/>
                  <a:pt x="10094" y="2989"/>
                </a:cubicBezTo>
                <a:cubicBezTo>
                  <a:pt x="9835" y="2989"/>
                  <a:pt x="9629" y="2895"/>
                  <a:pt x="9477" y="2708"/>
                </a:cubicBezTo>
                <a:cubicBezTo>
                  <a:pt x="9325" y="2520"/>
                  <a:pt x="9249" y="2256"/>
                  <a:pt x="9249" y="1915"/>
                </a:cubicBezTo>
                <a:cubicBezTo>
                  <a:pt x="9249" y="1728"/>
                  <a:pt x="9276" y="1567"/>
                  <a:pt x="9328" y="1431"/>
                </a:cubicBezTo>
                <a:cubicBezTo>
                  <a:pt x="9380" y="1296"/>
                  <a:pt x="9452" y="1178"/>
                  <a:pt x="9542" y="1080"/>
                </a:cubicBezTo>
                <a:cubicBezTo>
                  <a:pt x="9626" y="988"/>
                  <a:pt x="9729" y="916"/>
                  <a:pt x="9849" y="865"/>
                </a:cubicBezTo>
                <a:cubicBezTo>
                  <a:pt x="9969" y="814"/>
                  <a:pt x="10089" y="788"/>
                  <a:pt x="10208" y="788"/>
                </a:cubicBezTo>
                <a:cubicBezTo>
                  <a:pt x="10334" y="788"/>
                  <a:pt x="10439" y="801"/>
                  <a:pt x="10523" y="826"/>
                </a:cubicBezTo>
                <a:cubicBezTo>
                  <a:pt x="10608" y="851"/>
                  <a:pt x="10698" y="890"/>
                  <a:pt x="10792" y="942"/>
                </a:cubicBezTo>
                <a:lnTo>
                  <a:pt x="10816" y="850"/>
                </a:lnTo>
                <a:lnTo>
                  <a:pt x="11157" y="850"/>
                </a:lnTo>
                <a:lnTo>
                  <a:pt x="11157" y="2774"/>
                </a:lnTo>
                <a:moveTo>
                  <a:pt x="10792" y="2425"/>
                </a:moveTo>
                <a:lnTo>
                  <a:pt x="10792" y="1240"/>
                </a:lnTo>
                <a:cubicBezTo>
                  <a:pt x="10695" y="1196"/>
                  <a:pt x="10605" y="1165"/>
                  <a:pt x="10522" y="1146"/>
                </a:cubicBezTo>
                <a:cubicBezTo>
                  <a:pt x="10438" y="1127"/>
                  <a:pt x="10355" y="1118"/>
                  <a:pt x="10272" y="1118"/>
                </a:cubicBezTo>
                <a:cubicBezTo>
                  <a:pt x="10072" y="1118"/>
                  <a:pt x="9914" y="1185"/>
                  <a:pt x="9799" y="1320"/>
                </a:cubicBezTo>
                <a:cubicBezTo>
                  <a:pt x="9683" y="1455"/>
                  <a:pt x="9626" y="1651"/>
                  <a:pt x="9626" y="1908"/>
                </a:cubicBezTo>
                <a:cubicBezTo>
                  <a:pt x="9626" y="2152"/>
                  <a:pt x="9669" y="2337"/>
                  <a:pt x="9754" y="2462"/>
                </a:cubicBezTo>
                <a:cubicBezTo>
                  <a:pt x="9839" y="2588"/>
                  <a:pt x="9981" y="2651"/>
                  <a:pt x="10179" y="2651"/>
                </a:cubicBezTo>
                <a:cubicBezTo>
                  <a:pt x="10285" y="2651"/>
                  <a:pt x="10391" y="2631"/>
                  <a:pt x="10498" y="2590"/>
                </a:cubicBezTo>
                <a:cubicBezTo>
                  <a:pt x="10605" y="2549"/>
                  <a:pt x="10703" y="2494"/>
                  <a:pt x="10792" y="2425"/>
                </a:cubicBezTo>
                <a:close/>
                <a:moveTo>
                  <a:pt x="13723" y="1936"/>
                </a:moveTo>
                <a:cubicBezTo>
                  <a:pt x="13723" y="2290"/>
                  <a:pt x="13632" y="2570"/>
                  <a:pt x="13451" y="2775"/>
                </a:cubicBezTo>
                <a:cubicBezTo>
                  <a:pt x="13270" y="2979"/>
                  <a:pt x="13027" y="3082"/>
                  <a:pt x="12723" y="3082"/>
                </a:cubicBezTo>
                <a:cubicBezTo>
                  <a:pt x="12417" y="3082"/>
                  <a:pt x="12173" y="2979"/>
                  <a:pt x="11992" y="2775"/>
                </a:cubicBezTo>
                <a:cubicBezTo>
                  <a:pt x="11812" y="2570"/>
                  <a:pt x="11722" y="2290"/>
                  <a:pt x="11722" y="1936"/>
                </a:cubicBezTo>
                <a:cubicBezTo>
                  <a:pt x="11722" y="1582"/>
                  <a:pt x="11812" y="1302"/>
                  <a:pt x="11992" y="1096"/>
                </a:cubicBezTo>
                <a:cubicBezTo>
                  <a:pt x="12173" y="891"/>
                  <a:pt x="12417" y="788"/>
                  <a:pt x="12723" y="788"/>
                </a:cubicBezTo>
                <a:cubicBezTo>
                  <a:pt x="13027" y="788"/>
                  <a:pt x="13270" y="891"/>
                  <a:pt x="13451" y="1096"/>
                </a:cubicBezTo>
                <a:cubicBezTo>
                  <a:pt x="13632" y="1302"/>
                  <a:pt x="13723" y="1582"/>
                  <a:pt x="13723" y="1936"/>
                </a:cubicBezTo>
                <a:moveTo>
                  <a:pt x="13346" y="1936"/>
                </a:moveTo>
                <a:cubicBezTo>
                  <a:pt x="13346" y="1655"/>
                  <a:pt x="13291" y="1447"/>
                  <a:pt x="13181" y="1311"/>
                </a:cubicBezTo>
                <a:cubicBezTo>
                  <a:pt x="13071" y="1174"/>
                  <a:pt x="12919" y="1106"/>
                  <a:pt x="12723" y="1106"/>
                </a:cubicBezTo>
                <a:cubicBezTo>
                  <a:pt x="12525" y="1106"/>
                  <a:pt x="12372" y="1174"/>
                  <a:pt x="12262" y="1311"/>
                </a:cubicBezTo>
                <a:cubicBezTo>
                  <a:pt x="12153" y="1447"/>
                  <a:pt x="12098" y="1655"/>
                  <a:pt x="12098" y="1936"/>
                </a:cubicBezTo>
                <a:cubicBezTo>
                  <a:pt x="12098" y="2207"/>
                  <a:pt x="12153" y="2413"/>
                  <a:pt x="12263" y="2553"/>
                </a:cubicBezTo>
                <a:cubicBezTo>
                  <a:pt x="12373" y="2694"/>
                  <a:pt x="12527" y="2764"/>
                  <a:pt x="12723" y="2764"/>
                </a:cubicBezTo>
                <a:cubicBezTo>
                  <a:pt x="12917" y="2764"/>
                  <a:pt x="13070" y="2694"/>
                  <a:pt x="13180" y="2555"/>
                </a:cubicBezTo>
                <a:cubicBezTo>
                  <a:pt x="13291" y="2416"/>
                  <a:pt x="13346" y="2210"/>
                  <a:pt x="13346" y="1936"/>
                </a:cubicBezTo>
                <a:close/>
                <a:moveTo>
                  <a:pt x="16100" y="3020"/>
                </a:moveTo>
                <a:lnTo>
                  <a:pt x="15735" y="3020"/>
                </a:lnTo>
                <a:lnTo>
                  <a:pt x="15735" y="1784"/>
                </a:lnTo>
                <a:cubicBezTo>
                  <a:pt x="15735" y="1684"/>
                  <a:pt x="15729" y="1591"/>
                  <a:pt x="15718" y="1503"/>
                </a:cubicBezTo>
                <a:cubicBezTo>
                  <a:pt x="15706" y="1416"/>
                  <a:pt x="15685" y="1348"/>
                  <a:pt x="15654" y="1299"/>
                </a:cubicBezTo>
                <a:cubicBezTo>
                  <a:pt x="15621" y="1244"/>
                  <a:pt x="15575" y="1204"/>
                  <a:pt x="15514" y="1177"/>
                </a:cubicBezTo>
                <a:cubicBezTo>
                  <a:pt x="15453" y="1151"/>
                  <a:pt x="15374" y="1137"/>
                  <a:pt x="15277" y="1137"/>
                </a:cubicBezTo>
                <a:cubicBezTo>
                  <a:pt x="15178" y="1137"/>
                  <a:pt x="15073" y="1162"/>
                  <a:pt x="14965" y="1211"/>
                </a:cubicBezTo>
                <a:cubicBezTo>
                  <a:pt x="14856" y="1260"/>
                  <a:pt x="14752" y="1323"/>
                  <a:pt x="14652" y="1400"/>
                </a:cubicBezTo>
                <a:lnTo>
                  <a:pt x="14652" y="3020"/>
                </a:lnTo>
                <a:lnTo>
                  <a:pt x="14287" y="3020"/>
                </a:lnTo>
                <a:lnTo>
                  <a:pt x="14287" y="850"/>
                </a:lnTo>
                <a:lnTo>
                  <a:pt x="14652" y="850"/>
                </a:lnTo>
                <a:lnTo>
                  <a:pt x="14652" y="1089"/>
                </a:lnTo>
                <a:cubicBezTo>
                  <a:pt x="14766" y="995"/>
                  <a:pt x="14884" y="921"/>
                  <a:pt x="15005" y="868"/>
                </a:cubicBezTo>
                <a:cubicBezTo>
                  <a:pt x="15127" y="815"/>
                  <a:pt x="15252" y="788"/>
                  <a:pt x="15380" y="788"/>
                </a:cubicBezTo>
                <a:cubicBezTo>
                  <a:pt x="15614" y="788"/>
                  <a:pt x="15793" y="859"/>
                  <a:pt x="15916" y="1000"/>
                </a:cubicBezTo>
                <a:cubicBezTo>
                  <a:pt x="16039" y="1141"/>
                  <a:pt x="16100" y="1345"/>
                  <a:pt x="16100" y="1610"/>
                </a:cubicBezTo>
                <a:lnTo>
                  <a:pt x="16100" y="3020"/>
                </a:lnTo>
                <a:close/>
                <a:moveTo>
                  <a:pt x="17195" y="489"/>
                </a:moveTo>
                <a:lnTo>
                  <a:pt x="16783" y="489"/>
                </a:lnTo>
                <a:lnTo>
                  <a:pt x="16783" y="109"/>
                </a:lnTo>
                <a:lnTo>
                  <a:pt x="17195" y="109"/>
                </a:lnTo>
                <a:lnTo>
                  <a:pt x="17195" y="489"/>
                </a:lnTo>
                <a:moveTo>
                  <a:pt x="17171" y="3020"/>
                </a:moveTo>
                <a:lnTo>
                  <a:pt x="16806" y="3020"/>
                </a:lnTo>
                <a:lnTo>
                  <a:pt x="16806" y="850"/>
                </a:lnTo>
                <a:lnTo>
                  <a:pt x="17171" y="850"/>
                </a:lnTo>
                <a:lnTo>
                  <a:pt x="17171" y="3020"/>
                </a:lnTo>
                <a:close/>
                <a:moveTo>
                  <a:pt x="18285" y="489"/>
                </a:moveTo>
                <a:lnTo>
                  <a:pt x="17874" y="489"/>
                </a:lnTo>
                <a:lnTo>
                  <a:pt x="17874" y="109"/>
                </a:lnTo>
                <a:lnTo>
                  <a:pt x="18285" y="109"/>
                </a:lnTo>
                <a:lnTo>
                  <a:pt x="18285" y="489"/>
                </a:lnTo>
                <a:moveTo>
                  <a:pt x="18262" y="3020"/>
                </a:moveTo>
                <a:lnTo>
                  <a:pt x="17897" y="3020"/>
                </a:lnTo>
                <a:lnTo>
                  <a:pt x="17897" y="850"/>
                </a:lnTo>
                <a:lnTo>
                  <a:pt x="18262" y="850"/>
                </a:lnTo>
                <a:lnTo>
                  <a:pt x="18262" y="3020"/>
                </a:lnTo>
                <a:close/>
                <a:moveTo>
                  <a:pt x="20742" y="3020"/>
                </a:moveTo>
                <a:lnTo>
                  <a:pt x="20377" y="3020"/>
                </a:lnTo>
                <a:lnTo>
                  <a:pt x="20377" y="2794"/>
                </a:lnTo>
                <a:cubicBezTo>
                  <a:pt x="20273" y="2885"/>
                  <a:pt x="20163" y="2955"/>
                  <a:pt x="20049" y="3006"/>
                </a:cubicBezTo>
                <a:cubicBezTo>
                  <a:pt x="19936" y="3057"/>
                  <a:pt x="19812" y="3082"/>
                  <a:pt x="19679" y="3082"/>
                </a:cubicBezTo>
                <a:cubicBezTo>
                  <a:pt x="19420" y="3082"/>
                  <a:pt x="19215" y="2982"/>
                  <a:pt x="19063" y="2782"/>
                </a:cubicBezTo>
                <a:cubicBezTo>
                  <a:pt x="18911" y="2583"/>
                  <a:pt x="18835" y="2306"/>
                  <a:pt x="18835" y="1952"/>
                </a:cubicBezTo>
                <a:cubicBezTo>
                  <a:pt x="18835" y="1767"/>
                  <a:pt x="18861" y="1603"/>
                  <a:pt x="18913" y="1459"/>
                </a:cubicBezTo>
                <a:cubicBezTo>
                  <a:pt x="18966" y="1315"/>
                  <a:pt x="19036" y="1193"/>
                  <a:pt x="19126" y="1092"/>
                </a:cubicBezTo>
                <a:cubicBezTo>
                  <a:pt x="19214" y="993"/>
                  <a:pt x="19316" y="918"/>
                  <a:pt x="19433" y="866"/>
                </a:cubicBezTo>
                <a:cubicBezTo>
                  <a:pt x="19550" y="814"/>
                  <a:pt x="19672" y="788"/>
                  <a:pt x="19797" y="788"/>
                </a:cubicBezTo>
                <a:cubicBezTo>
                  <a:pt x="19911" y="788"/>
                  <a:pt x="20012" y="800"/>
                  <a:pt x="20100" y="824"/>
                </a:cubicBezTo>
                <a:cubicBezTo>
                  <a:pt x="20188" y="848"/>
                  <a:pt x="20280" y="885"/>
                  <a:pt x="20377" y="936"/>
                </a:cubicBezTo>
                <a:lnTo>
                  <a:pt x="20377" y="0"/>
                </a:lnTo>
                <a:lnTo>
                  <a:pt x="20742" y="0"/>
                </a:lnTo>
                <a:lnTo>
                  <a:pt x="20742" y="3020"/>
                </a:lnTo>
                <a:moveTo>
                  <a:pt x="20377" y="2486"/>
                </a:moveTo>
                <a:lnTo>
                  <a:pt x="20377" y="1242"/>
                </a:lnTo>
                <a:cubicBezTo>
                  <a:pt x="20279" y="1198"/>
                  <a:pt x="20191" y="1168"/>
                  <a:pt x="20114" y="1151"/>
                </a:cubicBezTo>
                <a:cubicBezTo>
                  <a:pt x="20036" y="1134"/>
                  <a:pt x="19951" y="1126"/>
                  <a:pt x="19859" y="1126"/>
                </a:cubicBezTo>
                <a:cubicBezTo>
                  <a:pt x="19655" y="1126"/>
                  <a:pt x="19496" y="1197"/>
                  <a:pt x="19382" y="1339"/>
                </a:cubicBezTo>
                <a:cubicBezTo>
                  <a:pt x="19268" y="1481"/>
                  <a:pt x="19211" y="1683"/>
                  <a:pt x="19211" y="1945"/>
                </a:cubicBezTo>
                <a:cubicBezTo>
                  <a:pt x="19211" y="2202"/>
                  <a:pt x="19255" y="2398"/>
                  <a:pt x="19343" y="2532"/>
                </a:cubicBezTo>
                <a:cubicBezTo>
                  <a:pt x="19431" y="2666"/>
                  <a:pt x="19572" y="2733"/>
                  <a:pt x="19766" y="2733"/>
                </a:cubicBezTo>
                <a:cubicBezTo>
                  <a:pt x="19870" y="2733"/>
                  <a:pt x="19974" y="2710"/>
                  <a:pt x="20081" y="2664"/>
                </a:cubicBezTo>
                <a:cubicBezTo>
                  <a:pt x="20187" y="2618"/>
                  <a:pt x="20286" y="2559"/>
                  <a:pt x="20377" y="2486"/>
                </a:cubicBezTo>
                <a:close/>
                <a:moveTo>
                  <a:pt x="23145" y="3020"/>
                </a:moveTo>
                <a:lnTo>
                  <a:pt x="22782" y="3020"/>
                </a:lnTo>
                <a:lnTo>
                  <a:pt x="22782" y="2790"/>
                </a:lnTo>
                <a:cubicBezTo>
                  <a:pt x="22750" y="2813"/>
                  <a:pt x="22706" y="2843"/>
                  <a:pt x="22651" y="2883"/>
                </a:cubicBezTo>
                <a:cubicBezTo>
                  <a:pt x="22596" y="2922"/>
                  <a:pt x="22543" y="2954"/>
                  <a:pt x="22491" y="2977"/>
                </a:cubicBezTo>
                <a:cubicBezTo>
                  <a:pt x="22430" y="3007"/>
                  <a:pt x="22360" y="3032"/>
                  <a:pt x="22281" y="3052"/>
                </a:cubicBezTo>
                <a:cubicBezTo>
                  <a:pt x="22202" y="3072"/>
                  <a:pt x="22110" y="3082"/>
                  <a:pt x="22004" y="3082"/>
                </a:cubicBezTo>
                <a:cubicBezTo>
                  <a:pt x="21808" y="3082"/>
                  <a:pt x="21643" y="3017"/>
                  <a:pt x="21507" y="2888"/>
                </a:cubicBezTo>
                <a:cubicBezTo>
                  <a:pt x="21371" y="2758"/>
                  <a:pt x="21303" y="2593"/>
                  <a:pt x="21303" y="2392"/>
                </a:cubicBezTo>
                <a:cubicBezTo>
                  <a:pt x="21303" y="2228"/>
                  <a:pt x="21338" y="2094"/>
                  <a:pt x="21409" y="1993"/>
                </a:cubicBezTo>
                <a:cubicBezTo>
                  <a:pt x="21479" y="1891"/>
                  <a:pt x="21580" y="1811"/>
                  <a:pt x="21711" y="1753"/>
                </a:cubicBezTo>
                <a:cubicBezTo>
                  <a:pt x="21843" y="1694"/>
                  <a:pt x="22001" y="1655"/>
                  <a:pt x="22186" y="1634"/>
                </a:cubicBezTo>
                <a:cubicBezTo>
                  <a:pt x="22371" y="1613"/>
                  <a:pt x="22570" y="1598"/>
                  <a:pt x="22782" y="1588"/>
                </a:cubicBezTo>
                <a:lnTo>
                  <a:pt x="22782" y="1531"/>
                </a:lnTo>
                <a:cubicBezTo>
                  <a:pt x="22782" y="1447"/>
                  <a:pt x="22767" y="1378"/>
                  <a:pt x="22738" y="1323"/>
                </a:cubicBezTo>
                <a:cubicBezTo>
                  <a:pt x="22709" y="1269"/>
                  <a:pt x="22667" y="1226"/>
                  <a:pt x="22613" y="1194"/>
                </a:cubicBezTo>
                <a:cubicBezTo>
                  <a:pt x="22561" y="1164"/>
                  <a:pt x="22499" y="1144"/>
                  <a:pt x="22427" y="1134"/>
                </a:cubicBezTo>
                <a:cubicBezTo>
                  <a:pt x="22354" y="1123"/>
                  <a:pt x="22279" y="1118"/>
                  <a:pt x="22200" y="1118"/>
                </a:cubicBezTo>
                <a:cubicBezTo>
                  <a:pt x="22104" y="1118"/>
                  <a:pt x="21997" y="1131"/>
                  <a:pt x="21879" y="1157"/>
                </a:cubicBezTo>
                <a:cubicBezTo>
                  <a:pt x="21762" y="1183"/>
                  <a:pt x="21640" y="1220"/>
                  <a:pt x="21515" y="1269"/>
                </a:cubicBezTo>
                <a:lnTo>
                  <a:pt x="21495" y="1269"/>
                </a:lnTo>
                <a:lnTo>
                  <a:pt x="21495" y="899"/>
                </a:lnTo>
                <a:cubicBezTo>
                  <a:pt x="21566" y="879"/>
                  <a:pt x="21669" y="858"/>
                  <a:pt x="21804" y="835"/>
                </a:cubicBezTo>
                <a:cubicBezTo>
                  <a:pt x="21938" y="811"/>
                  <a:pt x="22071" y="800"/>
                  <a:pt x="22202" y="800"/>
                </a:cubicBezTo>
                <a:cubicBezTo>
                  <a:pt x="22354" y="800"/>
                  <a:pt x="22487" y="812"/>
                  <a:pt x="22600" y="837"/>
                </a:cubicBezTo>
                <a:cubicBezTo>
                  <a:pt x="22714" y="863"/>
                  <a:pt x="22812" y="906"/>
                  <a:pt x="22895" y="967"/>
                </a:cubicBezTo>
                <a:cubicBezTo>
                  <a:pt x="22976" y="1026"/>
                  <a:pt x="23038" y="1103"/>
                  <a:pt x="23081" y="1197"/>
                </a:cubicBezTo>
                <a:cubicBezTo>
                  <a:pt x="23124" y="1292"/>
                  <a:pt x="23145" y="1409"/>
                  <a:pt x="23145" y="1549"/>
                </a:cubicBezTo>
                <a:lnTo>
                  <a:pt x="23145" y="3020"/>
                </a:lnTo>
                <a:moveTo>
                  <a:pt x="22782" y="2489"/>
                </a:moveTo>
                <a:lnTo>
                  <a:pt x="22782" y="1883"/>
                </a:lnTo>
                <a:cubicBezTo>
                  <a:pt x="22671" y="1889"/>
                  <a:pt x="22540" y="1899"/>
                  <a:pt x="22389" y="1912"/>
                </a:cubicBezTo>
                <a:cubicBezTo>
                  <a:pt x="22238" y="1925"/>
                  <a:pt x="22119" y="1944"/>
                  <a:pt x="22031" y="1968"/>
                </a:cubicBezTo>
                <a:cubicBezTo>
                  <a:pt x="21926" y="1998"/>
                  <a:pt x="21841" y="2045"/>
                  <a:pt x="21777" y="2108"/>
                </a:cubicBezTo>
                <a:cubicBezTo>
                  <a:pt x="21712" y="2171"/>
                  <a:pt x="21680" y="2258"/>
                  <a:pt x="21680" y="2368"/>
                </a:cubicBezTo>
                <a:cubicBezTo>
                  <a:pt x="21680" y="2493"/>
                  <a:pt x="21717" y="2587"/>
                  <a:pt x="21792" y="2650"/>
                </a:cubicBezTo>
                <a:cubicBezTo>
                  <a:pt x="21867" y="2713"/>
                  <a:pt x="21982" y="2744"/>
                  <a:pt x="22136" y="2744"/>
                </a:cubicBezTo>
                <a:cubicBezTo>
                  <a:pt x="22264" y="2744"/>
                  <a:pt x="22381" y="2719"/>
                  <a:pt x="22487" y="2669"/>
                </a:cubicBezTo>
                <a:cubicBezTo>
                  <a:pt x="22593" y="2619"/>
                  <a:pt x="22691" y="2559"/>
                  <a:pt x="22782" y="2489"/>
                </a:cubicBezTo>
                <a:close/>
                <a:moveTo>
                  <a:pt x="25662" y="1972"/>
                </a:moveTo>
                <a:lnTo>
                  <a:pt x="24065" y="1972"/>
                </a:lnTo>
                <a:cubicBezTo>
                  <a:pt x="24065" y="2105"/>
                  <a:pt x="24085" y="2222"/>
                  <a:pt x="24125" y="2321"/>
                </a:cubicBezTo>
                <a:cubicBezTo>
                  <a:pt x="24165" y="2420"/>
                  <a:pt x="24220" y="2502"/>
                  <a:pt x="24290" y="2565"/>
                </a:cubicBezTo>
                <a:cubicBezTo>
                  <a:pt x="24357" y="2627"/>
                  <a:pt x="24437" y="2674"/>
                  <a:pt x="24530" y="2705"/>
                </a:cubicBezTo>
                <a:cubicBezTo>
                  <a:pt x="24622" y="2736"/>
                  <a:pt x="24724" y="2752"/>
                  <a:pt x="24835" y="2752"/>
                </a:cubicBezTo>
                <a:cubicBezTo>
                  <a:pt x="24983" y="2752"/>
                  <a:pt x="25131" y="2722"/>
                  <a:pt x="25281" y="2663"/>
                </a:cubicBezTo>
                <a:cubicBezTo>
                  <a:pt x="25430" y="2604"/>
                  <a:pt x="25537" y="2545"/>
                  <a:pt x="25600" y="2488"/>
                </a:cubicBezTo>
                <a:lnTo>
                  <a:pt x="25619" y="2488"/>
                </a:lnTo>
                <a:lnTo>
                  <a:pt x="25619" y="2887"/>
                </a:lnTo>
                <a:cubicBezTo>
                  <a:pt x="25496" y="2939"/>
                  <a:pt x="25371" y="2983"/>
                  <a:pt x="25243" y="3018"/>
                </a:cubicBezTo>
                <a:cubicBezTo>
                  <a:pt x="25115" y="3053"/>
                  <a:pt x="24980" y="3070"/>
                  <a:pt x="24839" y="3070"/>
                </a:cubicBezTo>
                <a:cubicBezTo>
                  <a:pt x="24479" y="3070"/>
                  <a:pt x="24199" y="2973"/>
                  <a:pt x="23997" y="2778"/>
                </a:cubicBezTo>
                <a:cubicBezTo>
                  <a:pt x="23795" y="2583"/>
                  <a:pt x="23694" y="2306"/>
                  <a:pt x="23694" y="1947"/>
                </a:cubicBezTo>
                <a:cubicBezTo>
                  <a:pt x="23694" y="1592"/>
                  <a:pt x="23791" y="1310"/>
                  <a:pt x="23984" y="1101"/>
                </a:cubicBezTo>
                <a:cubicBezTo>
                  <a:pt x="24178" y="892"/>
                  <a:pt x="24432" y="788"/>
                  <a:pt x="24748" y="788"/>
                </a:cubicBezTo>
                <a:cubicBezTo>
                  <a:pt x="25040" y="788"/>
                  <a:pt x="25266" y="873"/>
                  <a:pt x="25424" y="1045"/>
                </a:cubicBezTo>
                <a:cubicBezTo>
                  <a:pt x="25583" y="1216"/>
                  <a:pt x="25662" y="1459"/>
                  <a:pt x="25662" y="1774"/>
                </a:cubicBezTo>
                <a:lnTo>
                  <a:pt x="25662" y="1972"/>
                </a:lnTo>
                <a:moveTo>
                  <a:pt x="25307" y="1692"/>
                </a:moveTo>
                <a:cubicBezTo>
                  <a:pt x="25306" y="1501"/>
                  <a:pt x="25257" y="1353"/>
                  <a:pt x="25162" y="1248"/>
                </a:cubicBezTo>
                <a:cubicBezTo>
                  <a:pt x="25067" y="1143"/>
                  <a:pt x="24923" y="1091"/>
                  <a:pt x="24729" y="1091"/>
                </a:cubicBezTo>
                <a:cubicBezTo>
                  <a:pt x="24533" y="1091"/>
                  <a:pt x="24378" y="1148"/>
                  <a:pt x="24262" y="1263"/>
                </a:cubicBezTo>
                <a:cubicBezTo>
                  <a:pt x="24146" y="1379"/>
                  <a:pt x="24080" y="1522"/>
                  <a:pt x="24065" y="1692"/>
                </a:cubicBezTo>
                <a:lnTo>
                  <a:pt x="25307" y="1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25C006-53B9-4161-8BE0-9C8DC6CD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81" y="880513"/>
            <a:ext cx="619329" cy="267219"/>
          </a:xfrm>
          <a:custGeom xmlns:a="http://schemas.openxmlformats.org/drawingml/2006/main">
            <a:pathLst>
              <a:path w="619329" h="267219">
                <a:moveTo>
                  <a:pt x="0" y="0"/>
                </a:moveTo>
                <a:lnTo>
                  <a:pt x="619329" y="0"/>
                </a:lnTo>
                <a:lnTo>
                  <a:pt x="619329" y="267219"/>
                </a:lnTo>
                <a:lnTo>
                  <a:pt x="0" y="2672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54AA51-A1F0-454C-B733-61F78915A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82" y="880515"/>
            <a:ext cx="619330" cy="267219"/>
          </a:xfrm>
          <a:custGeom xmlns:a="http://schemas.openxmlformats.org/drawingml/2006/main">
            <a:pathLst>
              <a:path w="619330" h="267219" fill="none">
                <a:moveTo>
                  <a:pt x="0" y="0"/>
                </a:moveTo>
                <a:lnTo>
                  <a:pt x="619330" y="0"/>
                </a:lnTo>
                <a:lnTo>
                  <a:pt x="619330" y="267219"/>
                </a:lnTo>
                <a:lnTo>
                  <a:pt x="0" y="2672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31" name="Text Asteraceae">
            <a:extLst xmlns:a="http://schemas.openxmlformats.org/drawingml/2006/main">
              <a:ext uri="{FF2B5EF4-FFF2-40B4-BE49-F238E27FC236}">
                <a16:creationId xmlns:a16="http://schemas.microsoft.com/office/drawing/2014/main" id="{AA44E8DC-AF0A-4500-BF85-6A84ED758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298" y="931322"/>
            <a:ext cx="567659" cy="77079"/>
          </a:xfrm>
          <a:custGeom xmlns:a="http://schemas.openxmlformats.org/drawingml/2006/main">
            <a:pathLst>
              <a:path w="567659" h="77079">
                <a:moveTo>
                  <a:pt x="68267" y="75458"/>
                </a:moveTo>
                <a:lnTo>
                  <a:pt x="57581" y="75458"/>
                </a:lnTo>
                <a:lnTo>
                  <a:pt x="50187" y="54492"/>
                </a:lnTo>
                <a:lnTo>
                  <a:pt x="17573" y="54492"/>
                </a:lnTo>
                <a:lnTo>
                  <a:pt x="10179" y="75458"/>
                </a:lnTo>
                <a:lnTo>
                  <a:pt x="0" y="75458"/>
                </a:lnTo>
                <a:lnTo>
                  <a:pt x="27449" y="0"/>
                </a:lnTo>
                <a:lnTo>
                  <a:pt x="40818" y="0"/>
                </a:lnTo>
                <a:lnTo>
                  <a:pt x="68267" y="75458"/>
                </a:lnTo>
                <a:moveTo>
                  <a:pt x="47098" y="45781"/>
                </a:moveTo>
                <a:lnTo>
                  <a:pt x="33880" y="8768"/>
                </a:lnTo>
                <a:lnTo>
                  <a:pt x="20612" y="45781"/>
                </a:lnTo>
                <a:lnTo>
                  <a:pt x="47098" y="45781"/>
                </a:lnTo>
                <a:close/>
                <a:moveTo>
                  <a:pt x="119367" y="59116"/>
                </a:moveTo>
                <a:cubicBezTo>
                  <a:pt x="119367" y="64278"/>
                  <a:pt x="117231" y="68511"/>
                  <a:pt x="112960" y="71817"/>
                </a:cubicBezTo>
                <a:cubicBezTo>
                  <a:pt x="108689" y="75122"/>
                  <a:pt x="102857" y="76775"/>
                  <a:pt x="95463" y="76775"/>
                </a:cubicBezTo>
                <a:cubicBezTo>
                  <a:pt x="91277" y="76775"/>
                  <a:pt x="87436" y="76275"/>
                  <a:pt x="83942" y="75276"/>
                </a:cubicBezTo>
                <a:cubicBezTo>
                  <a:pt x="80447" y="74277"/>
                  <a:pt x="77519" y="73185"/>
                  <a:pt x="75155" y="71999"/>
                </a:cubicBezTo>
                <a:lnTo>
                  <a:pt x="75155" y="61278"/>
                </a:lnTo>
                <a:lnTo>
                  <a:pt x="75662" y="61278"/>
                </a:lnTo>
                <a:cubicBezTo>
                  <a:pt x="78666" y="63571"/>
                  <a:pt x="82009" y="65394"/>
                  <a:pt x="85689" y="66746"/>
                </a:cubicBezTo>
                <a:cubicBezTo>
                  <a:pt x="89369" y="68098"/>
                  <a:pt x="92897" y="68773"/>
                  <a:pt x="96273" y="68773"/>
                </a:cubicBezTo>
                <a:cubicBezTo>
                  <a:pt x="100460" y="68773"/>
                  <a:pt x="103735" y="68096"/>
                  <a:pt x="106098" y="66740"/>
                </a:cubicBezTo>
                <a:cubicBezTo>
                  <a:pt x="108462" y="65383"/>
                  <a:pt x="109643" y="63246"/>
                  <a:pt x="109643" y="60330"/>
                </a:cubicBezTo>
                <a:cubicBezTo>
                  <a:pt x="109643" y="58104"/>
                  <a:pt x="109002" y="56418"/>
                  <a:pt x="107719" y="55271"/>
                </a:cubicBezTo>
                <a:cubicBezTo>
                  <a:pt x="106436" y="54124"/>
                  <a:pt x="103971" y="53145"/>
                  <a:pt x="100325" y="52335"/>
                </a:cubicBezTo>
                <a:cubicBezTo>
                  <a:pt x="98974" y="52032"/>
                  <a:pt x="97210" y="51678"/>
                  <a:pt x="95033" y="51273"/>
                </a:cubicBezTo>
                <a:cubicBezTo>
                  <a:pt x="92855" y="50868"/>
                  <a:pt x="90871" y="50430"/>
                  <a:pt x="89082" y="49958"/>
                </a:cubicBezTo>
                <a:cubicBezTo>
                  <a:pt x="84119" y="48642"/>
                  <a:pt x="80599" y="46711"/>
                  <a:pt x="78523" y="44164"/>
                </a:cubicBezTo>
                <a:cubicBezTo>
                  <a:pt x="76447" y="41617"/>
                  <a:pt x="75408" y="38488"/>
                  <a:pt x="75408" y="34778"/>
                </a:cubicBezTo>
                <a:cubicBezTo>
                  <a:pt x="75408" y="32450"/>
                  <a:pt x="75889" y="30258"/>
                  <a:pt x="76852" y="28200"/>
                </a:cubicBezTo>
                <a:cubicBezTo>
                  <a:pt x="77814" y="26142"/>
                  <a:pt x="79274" y="24303"/>
                  <a:pt x="81232" y="22683"/>
                </a:cubicBezTo>
                <a:cubicBezTo>
                  <a:pt x="83123" y="21099"/>
                  <a:pt x="85529" y="19843"/>
                  <a:pt x="88449" y="18915"/>
                </a:cubicBezTo>
                <a:cubicBezTo>
                  <a:pt x="91369" y="17987"/>
                  <a:pt x="94636" y="17523"/>
                  <a:pt x="98248" y="17523"/>
                </a:cubicBezTo>
                <a:cubicBezTo>
                  <a:pt x="101625" y="17523"/>
                  <a:pt x="105043" y="17935"/>
                  <a:pt x="108504" y="18759"/>
                </a:cubicBezTo>
                <a:cubicBezTo>
                  <a:pt x="111964" y="19583"/>
                  <a:pt x="114843" y="20584"/>
                  <a:pt x="117138" y="21762"/>
                </a:cubicBezTo>
                <a:lnTo>
                  <a:pt x="117138" y="31905"/>
                </a:lnTo>
                <a:lnTo>
                  <a:pt x="116632" y="31905"/>
                </a:lnTo>
                <a:cubicBezTo>
                  <a:pt x="114201" y="30116"/>
                  <a:pt x="111247" y="28605"/>
                  <a:pt x="107769" y="27373"/>
                </a:cubicBezTo>
                <a:cubicBezTo>
                  <a:pt x="104292" y="26140"/>
                  <a:pt x="100882" y="25524"/>
                  <a:pt x="97539" y="25524"/>
                </a:cubicBezTo>
                <a:cubicBezTo>
                  <a:pt x="94062" y="25524"/>
                  <a:pt x="91125" y="26194"/>
                  <a:pt x="88728" y="27534"/>
                </a:cubicBezTo>
                <a:cubicBezTo>
                  <a:pt x="86330" y="28874"/>
                  <a:pt x="85132" y="30866"/>
                  <a:pt x="85132" y="33512"/>
                </a:cubicBezTo>
                <a:cubicBezTo>
                  <a:pt x="85132" y="35839"/>
                  <a:pt x="85858" y="37593"/>
                  <a:pt x="87310" y="38774"/>
                </a:cubicBezTo>
                <a:cubicBezTo>
                  <a:pt x="88728" y="39954"/>
                  <a:pt x="91023" y="40916"/>
                  <a:pt x="94197" y="41659"/>
                </a:cubicBezTo>
                <a:cubicBezTo>
                  <a:pt x="95953" y="42064"/>
                  <a:pt x="97919" y="42469"/>
                  <a:pt x="100097" y="42874"/>
                </a:cubicBezTo>
                <a:cubicBezTo>
                  <a:pt x="102275" y="43278"/>
                  <a:pt x="104089" y="43649"/>
                  <a:pt x="105541" y="43987"/>
                </a:cubicBezTo>
                <a:cubicBezTo>
                  <a:pt x="109964" y="44999"/>
                  <a:pt x="113374" y="46736"/>
                  <a:pt x="115771" y="49198"/>
                </a:cubicBezTo>
                <a:cubicBezTo>
                  <a:pt x="118168" y="51695"/>
                  <a:pt x="119367" y="55001"/>
                  <a:pt x="119367" y="59116"/>
                </a:cubicBezTo>
                <a:close/>
                <a:moveTo>
                  <a:pt x="162362" y="74960"/>
                </a:moveTo>
                <a:cubicBezTo>
                  <a:pt x="160573" y="75430"/>
                  <a:pt x="158623" y="75817"/>
                  <a:pt x="156513" y="76118"/>
                </a:cubicBezTo>
                <a:cubicBezTo>
                  <a:pt x="154403" y="76421"/>
                  <a:pt x="152520" y="76572"/>
                  <a:pt x="150866" y="76572"/>
                </a:cubicBezTo>
                <a:cubicBezTo>
                  <a:pt x="145093" y="76572"/>
                  <a:pt x="140704" y="75018"/>
                  <a:pt x="137699" y="71909"/>
                </a:cubicBezTo>
                <a:cubicBezTo>
                  <a:pt x="134694" y="68799"/>
                  <a:pt x="133192" y="63814"/>
                  <a:pt x="133192" y="56953"/>
                </a:cubicBezTo>
                <a:lnTo>
                  <a:pt x="133192" y="26841"/>
                </a:lnTo>
                <a:lnTo>
                  <a:pt x="126760" y="26841"/>
                </a:lnTo>
                <a:lnTo>
                  <a:pt x="126760" y="18839"/>
                </a:lnTo>
                <a:lnTo>
                  <a:pt x="133192" y="18839"/>
                </a:lnTo>
                <a:lnTo>
                  <a:pt x="133192" y="2532"/>
                </a:lnTo>
                <a:lnTo>
                  <a:pt x="142713" y="2532"/>
                </a:lnTo>
                <a:lnTo>
                  <a:pt x="142713" y="18839"/>
                </a:lnTo>
                <a:lnTo>
                  <a:pt x="162362" y="18839"/>
                </a:lnTo>
                <a:lnTo>
                  <a:pt x="162362" y="26841"/>
                </a:lnTo>
                <a:lnTo>
                  <a:pt x="142713" y="26841"/>
                </a:lnTo>
                <a:lnTo>
                  <a:pt x="142713" y="52682"/>
                </a:lnTo>
                <a:cubicBezTo>
                  <a:pt x="142713" y="55660"/>
                  <a:pt x="142780" y="57987"/>
                  <a:pt x="142915" y="59662"/>
                </a:cubicBezTo>
                <a:cubicBezTo>
                  <a:pt x="143050" y="61338"/>
                  <a:pt x="143523" y="62903"/>
                  <a:pt x="144333" y="64358"/>
                </a:cubicBezTo>
                <a:cubicBezTo>
                  <a:pt x="145076" y="65712"/>
                  <a:pt x="146097" y="66702"/>
                  <a:pt x="147397" y="67329"/>
                </a:cubicBezTo>
                <a:cubicBezTo>
                  <a:pt x="148697" y="67954"/>
                  <a:pt x="150680" y="68267"/>
                  <a:pt x="153348" y="68267"/>
                </a:cubicBezTo>
                <a:cubicBezTo>
                  <a:pt x="154901" y="68267"/>
                  <a:pt x="156521" y="68039"/>
                  <a:pt x="158209" y="67583"/>
                </a:cubicBezTo>
                <a:cubicBezTo>
                  <a:pt x="159897" y="67128"/>
                  <a:pt x="161113" y="66748"/>
                  <a:pt x="161856" y="66444"/>
                </a:cubicBezTo>
                <a:lnTo>
                  <a:pt x="162362" y="66444"/>
                </a:lnTo>
                <a:lnTo>
                  <a:pt x="162362" y="74960"/>
                </a:lnTo>
                <a:close/>
                <a:moveTo>
                  <a:pt x="221209" y="48111"/>
                </a:moveTo>
                <a:lnTo>
                  <a:pt x="179530" y="48111"/>
                </a:lnTo>
                <a:cubicBezTo>
                  <a:pt x="179530" y="51597"/>
                  <a:pt x="180053" y="54634"/>
                  <a:pt x="181100" y="57224"/>
                </a:cubicBezTo>
                <a:cubicBezTo>
                  <a:pt x="182146" y="59813"/>
                  <a:pt x="183581" y="61937"/>
                  <a:pt x="185404" y="63595"/>
                </a:cubicBezTo>
                <a:cubicBezTo>
                  <a:pt x="187160" y="65220"/>
                  <a:pt x="189245" y="66439"/>
                  <a:pt x="191659" y="67251"/>
                </a:cubicBezTo>
                <a:cubicBezTo>
                  <a:pt x="194073" y="68063"/>
                  <a:pt x="196732" y="68470"/>
                  <a:pt x="199635" y="68470"/>
                </a:cubicBezTo>
                <a:cubicBezTo>
                  <a:pt x="203484" y="68470"/>
                  <a:pt x="207358" y="67696"/>
                  <a:pt x="211258" y="66148"/>
                </a:cubicBezTo>
                <a:cubicBezTo>
                  <a:pt x="215157" y="64600"/>
                  <a:pt x="217934" y="63078"/>
                  <a:pt x="219589" y="61582"/>
                </a:cubicBezTo>
                <a:lnTo>
                  <a:pt x="220095" y="61582"/>
                </a:lnTo>
                <a:lnTo>
                  <a:pt x="220095" y="71999"/>
                </a:lnTo>
                <a:cubicBezTo>
                  <a:pt x="216888" y="73353"/>
                  <a:pt x="213613" y="74488"/>
                  <a:pt x="210270" y="75403"/>
                </a:cubicBezTo>
                <a:cubicBezTo>
                  <a:pt x="206928" y="76318"/>
                  <a:pt x="203417" y="76775"/>
                  <a:pt x="199737" y="76775"/>
                </a:cubicBezTo>
                <a:cubicBezTo>
                  <a:pt x="190351" y="76775"/>
                  <a:pt x="183024" y="74230"/>
                  <a:pt x="177757" y="69141"/>
                </a:cubicBezTo>
                <a:cubicBezTo>
                  <a:pt x="172490" y="64051"/>
                  <a:pt x="169857" y="56822"/>
                  <a:pt x="169857" y="47453"/>
                </a:cubicBezTo>
                <a:cubicBezTo>
                  <a:pt x="169857" y="38187"/>
                  <a:pt x="172381" y="30832"/>
                  <a:pt x="177428" y="25386"/>
                </a:cubicBezTo>
                <a:cubicBezTo>
                  <a:pt x="182476" y="19941"/>
                  <a:pt x="189118" y="17219"/>
                  <a:pt x="197356" y="17219"/>
                </a:cubicBezTo>
                <a:cubicBezTo>
                  <a:pt x="204987" y="17219"/>
                  <a:pt x="210870" y="19451"/>
                  <a:pt x="215005" y="23915"/>
                </a:cubicBezTo>
                <a:cubicBezTo>
                  <a:pt x="219141" y="28379"/>
                  <a:pt x="221209" y="34720"/>
                  <a:pt x="221209" y="42937"/>
                </a:cubicBezTo>
                <a:lnTo>
                  <a:pt x="221209" y="48111"/>
                </a:lnTo>
                <a:moveTo>
                  <a:pt x="211942" y="40818"/>
                </a:moveTo>
                <a:cubicBezTo>
                  <a:pt x="211908" y="35822"/>
                  <a:pt x="210650" y="31956"/>
                  <a:pt x="208169" y="29221"/>
                </a:cubicBezTo>
                <a:cubicBezTo>
                  <a:pt x="205687" y="26486"/>
                  <a:pt x="201914" y="25119"/>
                  <a:pt x="196850" y="25119"/>
                </a:cubicBezTo>
                <a:cubicBezTo>
                  <a:pt x="191752" y="25119"/>
                  <a:pt x="187692" y="26621"/>
                  <a:pt x="184670" y="29626"/>
                </a:cubicBezTo>
                <a:cubicBezTo>
                  <a:pt x="181648" y="32631"/>
                  <a:pt x="179935" y="36362"/>
                  <a:pt x="179530" y="40818"/>
                </a:cubicBezTo>
                <a:lnTo>
                  <a:pt x="211942" y="40818"/>
                </a:lnTo>
                <a:close/>
                <a:moveTo>
                  <a:pt x="270941" y="29170"/>
                </a:moveTo>
                <a:lnTo>
                  <a:pt x="270434" y="29170"/>
                </a:lnTo>
                <a:cubicBezTo>
                  <a:pt x="269016" y="28851"/>
                  <a:pt x="267640" y="28619"/>
                  <a:pt x="266307" y="28476"/>
                </a:cubicBezTo>
                <a:cubicBezTo>
                  <a:pt x="264973" y="28331"/>
                  <a:pt x="263395" y="28259"/>
                  <a:pt x="261572" y="28259"/>
                </a:cubicBezTo>
                <a:cubicBezTo>
                  <a:pt x="258634" y="28259"/>
                  <a:pt x="255798" y="28910"/>
                  <a:pt x="253064" y="30212"/>
                </a:cubicBezTo>
                <a:cubicBezTo>
                  <a:pt x="250329" y="31513"/>
                  <a:pt x="247695" y="33194"/>
                  <a:pt x="245163" y="35256"/>
                </a:cubicBezTo>
                <a:lnTo>
                  <a:pt x="245163" y="75458"/>
                </a:lnTo>
                <a:lnTo>
                  <a:pt x="235642" y="75458"/>
                </a:lnTo>
                <a:lnTo>
                  <a:pt x="235642" y="18839"/>
                </a:lnTo>
                <a:lnTo>
                  <a:pt x="245163" y="18839"/>
                </a:lnTo>
                <a:lnTo>
                  <a:pt x="245163" y="27203"/>
                </a:lnTo>
                <a:cubicBezTo>
                  <a:pt x="248945" y="24162"/>
                  <a:pt x="252279" y="22007"/>
                  <a:pt x="255165" y="20740"/>
                </a:cubicBezTo>
                <a:cubicBezTo>
                  <a:pt x="258052" y="19473"/>
                  <a:pt x="260998" y="18839"/>
                  <a:pt x="264003" y="18839"/>
                </a:cubicBezTo>
                <a:cubicBezTo>
                  <a:pt x="265657" y="18839"/>
                  <a:pt x="266856" y="18881"/>
                  <a:pt x="267598" y="18966"/>
                </a:cubicBezTo>
                <a:cubicBezTo>
                  <a:pt x="268341" y="19049"/>
                  <a:pt x="269455" y="19209"/>
                  <a:pt x="270941" y="19444"/>
                </a:cubicBezTo>
                <a:lnTo>
                  <a:pt x="270941" y="29170"/>
                </a:lnTo>
                <a:close/>
                <a:moveTo>
                  <a:pt x="323863" y="75458"/>
                </a:moveTo>
                <a:lnTo>
                  <a:pt x="314393" y="75458"/>
                </a:lnTo>
                <a:lnTo>
                  <a:pt x="314393" y="69473"/>
                </a:lnTo>
                <a:cubicBezTo>
                  <a:pt x="313548" y="70048"/>
                  <a:pt x="312409" y="70851"/>
                  <a:pt x="310974" y="71882"/>
                </a:cubicBezTo>
                <a:cubicBezTo>
                  <a:pt x="309539" y="72912"/>
                  <a:pt x="308147" y="73732"/>
                  <a:pt x="306796" y="74341"/>
                </a:cubicBezTo>
                <a:cubicBezTo>
                  <a:pt x="305209" y="75119"/>
                  <a:pt x="303386" y="75769"/>
                  <a:pt x="301327" y="76292"/>
                </a:cubicBezTo>
                <a:cubicBezTo>
                  <a:pt x="299267" y="76817"/>
                  <a:pt x="296853" y="77079"/>
                  <a:pt x="294085" y="77079"/>
                </a:cubicBezTo>
                <a:cubicBezTo>
                  <a:pt x="288987" y="77079"/>
                  <a:pt x="284665" y="75389"/>
                  <a:pt x="281120" y="72008"/>
                </a:cubicBezTo>
                <a:cubicBezTo>
                  <a:pt x="277575" y="68628"/>
                  <a:pt x="275802" y="64317"/>
                  <a:pt x="275802" y="59077"/>
                </a:cubicBezTo>
                <a:cubicBezTo>
                  <a:pt x="275802" y="54784"/>
                  <a:pt x="276722" y="51311"/>
                  <a:pt x="278562" y="48657"/>
                </a:cubicBezTo>
                <a:cubicBezTo>
                  <a:pt x="280403" y="46002"/>
                  <a:pt x="283028" y="43915"/>
                  <a:pt x="286437" y="42395"/>
                </a:cubicBezTo>
                <a:cubicBezTo>
                  <a:pt x="289881" y="40873"/>
                  <a:pt x="294017" y="39842"/>
                  <a:pt x="298845" y="39301"/>
                </a:cubicBezTo>
                <a:cubicBezTo>
                  <a:pt x="303673" y="38759"/>
                  <a:pt x="308856" y="38354"/>
                  <a:pt x="314393" y="38084"/>
                </a:cubicBezTo>
                <a:lnTo>
                  <a:pt x="314393" y="36602"/>
                </a:lnTo>
                <a:cubicBezTo>
                  <a:pt x="314393" y="34424"/>
                  <a:pt x="314013" y="32619"/>
                  <a:pt x="313253" y="31190"/>
                </a:cubicBezTo>
                <a:cubicBezTo>
                  <a:pt x="312493" y="29760"/>
                  <a:pt x="311405" y="28637"/>
                  <a:pt x="309987" y="27819"/>
                </a:cubicBezTo>
                <a:cubicBezTo>
                  <a:pt x="308636" y="27036"/>
                  <a:pt x="307016" y="26509"/>
                  <a:pt x="305125" y="26236"/>
                </a:cubicBezTo>
                <a:cubicBezTo>
                  <a:pt x="303234" y="25964"/>
                  <a:pt x="301259" y="25828"/>
                  <a:pt x="299200" y="25828"/>
                </a:cubicBezTo>
                <a:cubicBezTo>
                  <a:pt x="296701" y="25828"/>
                  <a:pt x="293916" y="26166"/>
                  <a:pt x="290843" y="26842"/>
                </a:cubicBezTo>
                <a:cubicBezTo>
                  <a:pt x="287771" y="27518"/>
                  <a:pt x="284597" y="28496"/>
                  <a:pt x="281323" y="29778"/>
                </a:cubicBezTo>
                <a:lnTo>
                  <a:pt x="280816" y="29778"/>
                </a:lnTo>
                <a:lnTo>
                  <a:pt x="280816" y="20105"/>
                </a:lnTo>
                <a:cubicBezTo>
                  <a:pt x="282673" y="19599"/>
                  <a:pt x="285357" y="19042"/>
                  <a:pt x="288868" y="18434"/>
                </a:cubicBezTo>
                <a:cubicBezTo>
                  <a:pt x="292380" y="17826"/>
                  <a:pt x="295840" y="17523"/>
                  <a:pt x="299250" y="17523"/>
                </a:cubicBezTo>
                <a:cubicBezTo>
                  <a:pt x="303234" y="17523"/>
                  <a:pt x="306703" y="17852"/>
                  <a:pt x="309657" y="18510"/>
                </a:cubicBezTo>
                <a:cubicBezTo>
                  <a:pt x="312612" y="19168"/>
                  <a:pt x="315169" y="20291"/>
                  <a:pt x="317330" y="21878"/>
                </a:cubicBezTo>
                <a:cubicBezTo>
                  <a:pt x="319457" y="23431"/>
                  <a:pt x="321077" y="25440"/>
                  <a:pt x="322192" y="27904"/>
                </a:cubicBezTo>
                <a:cubicBezTo>
                  <a:pt x="323306" y="30369"/>
                  <a:pt x="323863" y="33424"/>
                  <a:pt x="323863" y="37071"/>
                </a:cubicBezTo>
                <a:lnTo>
                  <a:pt x="323863" y="75458"/>
                </a:lnTo>
                <a:moveTo>
                  <a:pt x="314393" y="61603"/>
                </a:moveTo>
                <a:lnTo>
                  <a:pt x="314393" y="45781"/>
                </a:lnTo>
                <a:cubicBezTo>
                  <a:pt x="311489" y="45951"/>
                  <a:pt x="308071" y="46206"/>
                  <a:pt x="304137" y="46546"/>
                </a:cubicBezTo>
                <a:cubicBezTo>
                  <a:pt x="300204" y="46885"/>
                  <a:pt x="297089" y="47376"/>
                  <a:pt x="294794" y="48019"/>
                </a:cubicBezTo>
                <a:cubicBezTo>
                  <a:pt x="292059" y="48800"/>
                  <a:pt x="289847" y="50013"/>
                  <a:pt x="288159" y="51658"/>
                </a:cubicBezTo>
                <a:cubicBezTo>
                  <a:pt x="286471" y="53302"/>
                  <a:pt x="285627" y="55566"/>
                  <a:pt x="285627" y="58449"/>
                </a:cubicBezTo>
                <a:cubicBezTo>
                  <a:pt x="285627" y="61704"/>
                  <a:pt x="286606" y="64155"/>
                  <a:pt x="288565" y="65800"/>
                </a:cubicBezTo>
                <a:cubicBezTo>
                  <a:pt x="290523" y="67445"/>
                  <a:pt x="293511" y="68267"/>
                  <a:pt x="297528" y="68267"/>
                </a:cubicBezTo>
                <a:cubicBezTo>
                  <a:pt x="300871" y="68267"/>
                  <a:pt x="303926" y="67614"/>
                  <a:pt x="306695" y="66309"/>
                </a:cubicBezTo>
                <a:cubicBezTo>
                  <a:pt x="309463" y="65003"/>
                  <a:pt x="312029" y="63434"/>
                  <a:pt x="314393" y="61603"/>
                </a:cubicBezTo>
                <a:close/>
                <a:moveTo>
                  <a:pt x="384027" y="71964"/>
                </a:moveTo>
                <a:cubicBezTo>
                  <a:pt x="380853" y="73483"/>
                  <a:pt x="377840" y="74665"/>
                  <a:pt x="374987" y="75509"/>
                </a:cubicBezTo>
                <a:cubicBezTo>
                  <a:pt x="372134" y="76353"/>
                  <a:pt x="369104" y="76775"/>
                  <a:pt x="365897" y="76775"/>
                </a:cubicBezTo>
                <a:cubicBezTo>
                  <a:pt x="361812" y="76775"/>
                  <a:pt x="358064" y="76175"/>
                  <a:pt x="354654" y="74974"/>
                </a:cubicBezTo>
                <a:cubicBezTo>
                  <a:pt x="351244" y="73773"/>
                  <a:pt x="348324" y="71956"/>
                  <a:pt x="345893" y="69520"/>
                </a:cubicBezTo>
                <a:cubicBezTo>
                  <a:pt x="343428" y="67085"/>
                  <a:pt x="341520" y="64008"/>
                  <a:pt x="340170" y="60288"/>
                </a:cubicBezTo>
                <a:cubicBezTo>
                  <a:pt x="338820" y="56567"/>
                  <a:pt x="338144" y="52222"/>
                  <a:pt x="338144" y="47250"/>
                </a:cubicBezTo>
                <a:cubicBezTo>
                  <a:pt x="338144" y="37983"/>
                  <a:pt x="340685" y="30712"/>
                  <a:pt x="345766" y="25437"/>
                </a:cubicBezTo>
                <a:cubicBezTo>
                  <a:pt x="350847" y="20161"/>
                  <a:pt x="357558" y="17523"/>
                  <a:pt x="365897" y="17523"/>
                </a:cubicBezTo>
                <a:cubicBezTo>
                  <a:pt x="369138" y="17523"/>
                  <a:pt x="372320" y="17978"/>
                  <a:pt x="375443" y="18890"/>
                </a:cubicBezTo>
                <a:cubicBezTo>
                  <a:pt x="378566" y="19801"/>
                  <a:pt x="381427" y="20916"/>
                  <a:pt x="384027" y="22232"/>
                </a:cubicBezTo>
                <a:lnTo>
                  <a:pt x="384027" y="32817"/>
                </a:lnTo>
                <a:lnTo>
                  <a:pt x="383521" y="32817"/>
                </a:lnTo>
                <a:cubicBezTo>
                  <a:pt x="380617" y="30571"/>
                  <a:pt x="377621" y="28844"/>
                  <a:pt x="374531" y="27639"/>
                </a:cubicBezTo>
                <a:cubicBezTo>
                  <a:pt x="371442" y="26432"/>
                  <a:pt x="368429" y="25828"/>
                  <a:pt x="365492" y="25828"/>
                </a:cubicBezTo>
                <a:cubicBezTo>
                  <a:pt x="360090" y="25828"/>
                  <a:pt x="355827" y="27643"/>
                  <a:pt x="352704" y="31272"/>
                </a:cubicBezTo>
                <a:cubicBezTo>
                  <a:pt x="349581" y="34902"/>
                  <a:pt x="348020" y="40228"/>
                  <a:pt x="348020" y="47250"/>
                </a:cubicBezTo>
                <a:cubicBezTo>
                  <a:pt x="348020" y="54070"/>
                  <a:pt x="349547" y="59312"/>
                  <a:pt x="352603" y="62975"/>
                </a:cubicBezTo>
                <a:cubicBezTo>
                  <a:pt x="355658" y="66638"/>
                  <a:pt x="359955" y="68470"/>
                  <a:pt x="365492" y="68470"/>
                </a:cubicBezTo>
                <a:cubicBezTo>
                  <a:pt x="367416" y="68470"/>
                  <a:pt x="369374" y="68218"/>
                  <a:pt x="371366" y="67716"/>
                </a:cubicBezTo>
                <a:cubicBezTo>
                  <a:pt x="373358" y="67213"/>
                  <a:pt x="375148" y="66559"/>
                  <a:pt x="376734" y="65754"/>
                </a:cubicBezTo>
                <a:cubicBezTo>
                  <a:pt x="378119" y="65050"/>
                  <a:pt x="379418" y="64305"/>
                  <a:pt x="380634" y="63518"/>
                </a:cubicBezTo>
                <a:cubicBezTo>
                  <a:pt x="381849" y="62729"/>
                  <a:pt x="382812" y="62051"/>
                  <a:pt x="383521" y="61481"/>
                </a:cubicBezTo>
                <a:lnTo>
                  <a:pt x="384027" y="61481"/>
                </a:lnTo>
                <a:lnTo>
                  <a:pt x="384027" y="71964"/>
                </a:lnTo>
                <a:close/>
                <a:moveTo>
                  <a:pt x="443583" y="48111"/>
                </a:moveTo>
                <a:lnTo>
                  <a:pt x="401904" y="48111"/>
                </a:lnTo>
                <a:cubicBezTo>
                  <a:pt x="401904" y="51597"/>
                  <a:pt x="402427" y="54634"/>
                  <a:pt x="403474" y="57224"/>
                </a:cubicBezTo>
                <a:cubicBezTo>
                  <a:pt x="404521" y="59813"/>
                  <a:pt x="405955" y="61937"/>
                  <a:pt x="407779" y="63595"/>
                </a:cubicBezTo>
                <a:cubicBezTo>
                  <a:pt x="409534" y="65220"/>
                  <a:pt x="411619" y="66439"/>
                  <a:pt x="414033" y="67251"/>
                </a:cubicBezTo>
                <a:cubicBezTo>
                  <a:pt x="416447" y="68063"/>
                  <a:pt x="419106" y="68470"/>
                  <a:pt x="422009" y="68470"/>
                </a:cubicBezTo>
                <a:cubicBezTo>
                  <a:pt x="425858" y="68470"/>
                  <a:pt x="429732" y="67696"/>
                  <a:pt x="433632" y="66148"/>
                </a:cubicBezTo>
                <a:cubicBezTo>
                  <a:pt x="437531" y="64600"/>
                  <a:pt x="440308" y="63078"/>
                  <a:pt x="441963" y="61582"/>
                </a:cubicBezTo>
                <a:lnTo>
                  <a:pt x="442469" y="61582"/>
                </a:lnTo>
                <a:lnTo>
                  <a:pt x="442469" y="71999"/>
                </a:lnTo>
                <a:cubicBezTo>
                  <a:pt x="439262" y="73353"/>
                  <a:pt x="435987" y="74488"/>
                  <a:pt x="432644" y="75403"/>
                </a:cubicBezTo>
                <a:cubicBezTo>
                  <a:pt x="429302" y="76318"/>
                  <a:pt x="425791" y="76775"/>
                  <a:pt x="422111" y="76775"/>
                </a:cubicBezTo>
                <a:cubicBezTo>
                  <a:pt x="412725" y="76775"/>
                  <a:pt x="405398" y="74230"/>
                  <a:pt x="400131" y="69141"/>
                </a:cubicBezTo>
                <a:cubicBezTo>
                  <a:pt x="394865" y="64051"/>
                  <a:pt x="392231" y="56822"/>
                  <a:pt x="392231" y="47453"/>
                </a:cubicBezTo>
                <a:cubicBezTo>
                  <a:pt x="392231" y="38187"/>
                  <a:pt x="394755" y="30832"/>
                  <a:pt x="399802" y="25386"/>
                </a:cubicBezTo>
                <a:cubicBezTo>
                  <a:pt x="404850" y="19941"/>
                  <a:pt x="411492" y="17219"/>
                  <a:pt x="419730" y="17219"/>
                </a:cubicBezTo>
                <a:cubicBezTo>
                  <a:pt x="427361" y="17219"/>
                  <a:pt x="433244" y="19451"/>
                  <a:pt x="437380" y="23915"/>
                </a:cubicBezTo>
                <a:cubicBezTo>
                  <a:pt x="441515" y="28379"/>
                  <a:pt x="443583" y="34720"/>
                  <a:pt x="443583" y="42937"/>
                </a:cubicBezTo>
                <a:lnTo>
                  <a:pt x="443583" y="48111"/>
                </a:lnTo>
                <a:moveTo>
                  <a:pt x="434316" y="40818"/>
                </a:moveTo>
                <a:cubicBezTo>
                  <a:pt x="434282" y="35822"/>
                  <a:pt x="433024" y="31956"/>
                  <a:pt x="430543" y="29221"/>
                </a:cubicBezTo>
                <a:cubicBezTo>
                  <a:pt x="428061" y="26486"/>
                  <a:pt x="424288" y="25119"/>
                  <a:pt x="419224" y="25119"/>
                </a:cubicBezTo>
                <a:cubicBezTo>
                  <a:pt x="414126" y="25119"/>
                  <a:pt x="410066" y="26621"/>
                  <a:pt x="407044" y="29626"/>
                </a:cubicBezTo>
                <a:cubicBezTo>
                  <a:pt x="404023" y="32631"/>
                  <a:pt x="402309" y="36362"/>
                  <a:pt x="401904" y="40818"/>
                </a:cubicBezTo>
                <a:lnTo>
                  <a:pt x="434316" y="40818"/>
                </a:lnTo>
                <a:close/>
                <a:moveTo>
                  <a:pt x="501975" y="75458"/>
                </a:moveTo>
                <a:lnTo>
                  <a:pt x="492505" y="75458"/>
                </a:lnTo>
                <a:lnTo>
                  <a:pt x="492505" y="69473"/>
                </a:lnTo>
                <a:cubicBezTo>
                  <a:pt x="491660" y="70048"/>
                  <a:pt x="490521" y="70851"/>
                  <a:pt x="489086" y="71882"/>
                </a:cubicBezTo>
                <a:cubicBezTo>
                  <a:pt x="487651" y="72912"/>
                  <a:pt x="486259" y="73732"/>
                  <a:pt x="484908" y="74341"/>
                </a:cubicBezTo>
                <a:cubicBezTo>
                  <a:pt x="483321" y="75119"/>
                  <a:pt x="481498" y="75769"/>
                  <a:pt x="479439" y="76292"/>
                </a:cubicBezTo>
                <a:cubicBezTo>
                  <a:pt x="477379" y="76817"/>
                  <a:pt x="474965" y="77079"/>
                  <a:pt x="472197" y="77079"/>
                </a:cubicBezTo>
                <a:cubicBezTo>
                  <a:pt x="467099" y="77079"/>
                  <a:pt x="462777" y="75389"/>
                  <a:pt x="459232" y="72008"/>
                </a:cubicBezTo>
                <a:cubicBezTo>
                  <a:pt x="455687" y="68628"/>
                  <a:pt x="453914" y="64317"/>
                  <a:pt x="453914" y="59077"/>
                </a:cubicBezTo>
                <a:cubicBezTo>
                  <a:pt x="453914" y="54784"/>
                  <a:pt x="454834" y="51311"/>
                  <a:pt x="456674" y="48657"/>
                </a:cubicBezTo>
                <a:cubicBezTo>
                  <a:pt x="458514" y="46002"/>
                  <a:pt x="461139" y="43915"/>
                  <a:pt x="464549" y="42395"/>
                </a:cubicBezTo>
                <a:cubicBezTo>
                  <a:pt x="467993" y="40873"/>
                  <a:pt x="472129" y="39842"/>
                  <a:pt x="476957" y="39301"/>
                </a:cubicBezTo>
                <a:cubicBezTo>
                  <a:pt x="481785" y="38759"/>
                  <a:pt x="486968" y="38354"/>
                  <a:pt x="492505" y="38084"/>
                </a:cubicBezTo>
                <a:lnTo>
                  <a:pt x="492505" y="36602"/>
                </a:lnTo>
                <a:cubicBezTo>
                  <a:pt x="492505" y="34424"/>
                  <a:pt x="492125" y="32619"/>
                  <a:pt x="491365" y="31190"/>
                </a:cubicBezTo>
                <a:cubicBezTo>
                  <a:pt x="490605" y="29760"/>
                  <a:pt x="489517" y="28637"/>
                  <a:pt x="488099" y="27819"/>
                </a:cubicBezTo>
                <a:cubicBezTo>
                  <a:pt x="486748" y="27036"/>
                  <a:pt x="485127" y="26509"/>
                  <a:pt x="483237" y="26236"/>
                </a:cubicBezTo>
                <a:cubicBezTo>
                  <a:pt x="481346" y="25964"/>
                  <a:pt x="479371" y="25828"/>
                  <a:pt x="477312" y="25828"/>
                </a:cubicBezTo>
                <a:cubicBezTo>
                  <a:pt x="474813" y="25828"/>
                  <a:pt x="472028" y="26166"/>
                  <a:pt x="468955" y="26842"/>
                </a:cubicBezTo>
                <a:cubicBezTo>
                  <a:pt x="465883" y="27518"/>
                  <a:pt x="462709" y="28496"/>
                  <a:pt x="459435" y="29778"/>
                </a:cubicBezTo>
                <a:lnTo>
                  <a:pt x="458928" y="29778"/>
                </a:lnTo>
                <a:lnTo>
                  <a:pt x="458928" y="20105"/>
                </a:lnTo>
                <a:cubicBezTo>
                  <a:pt x="460785" y="19599"/>
                  <a:pt x="463469" y="19042"/>
                  <a:pt x="466980" y="18434"/>
                </a:cubicBezTo>
                <a:cubicBezTo>
                  <a:pt x="470492" y="17826"/>
                  <a:pt x="473952" y="17523"/>
                  <a:pt x="477362" y="17523"/>
                </a:cubicBezTo>
                <a:cubicBezTo>
                  <a:pt x="481346" y="17523"/>
                  <a:pt x="484815" y="17852"/>
                  <a:pt x="487769" y="18510"/>
                </a:cubicBezTo>
                <a:cubicBezTo>
                  <a:pt x="490724" y="19168"/>
                  <a:pt x="493281" y="20291"/>
                  <a:pt x="495442" y="21878"/>
                </a:cubicBezTo>
                <a:cubicBezTo>
                  <a:pt x="497569" y="23431"/>
                  <a:pt x="499189" y="25440"/>
                  <a:pt x="500304" y="27904"/>
                </a:cubicBezTo>
                <a:cubicBezTo>
                  <a:pt x="501418" y="30369"/>
                  <a:pt x="501975" y="33424"/>
                  <a:pt x="501975" y="37071"/>
                </a:cubicBezTo>
                <a:lnTo>
                  <a:pt x="501975" y="75458"/>
                </a:lnTo>
                <a:moveTo>
                  <a:pt x="492505" y="61603"/>
                </a:moveTo>
                <a:lnTo>
                  <a:pt x="492505" y="45781"/>
                </a:lnTo>
                <a:cubicBezTo>
                  <a:pt x="489601" y="45951"/>
                  <a:pt x="486183" y="46206"/>
                  <a:pt x="482249" y="46546"/>
                </a:cubicBezTo>
                <a:cubicBezTo>
                  <a:pt x="478316" y="46885"/>
                  <a:pt x="475201" y="47376"/>
                  <a:pt x="472906" y="48019"/>
                </a:cubicBezTo>
                <a:cubicBezTo>
                  <a:pt x="470171" y="48800"/>
                  <a:pt x="467959" y="50013"/>
                  <a:pt x="466271" y="51658"/>
                </a:cubicBezTo>
                <a:cubicBezTo>
                  <a:pt x="464583" y="53302"/>
                  <a:pt x="463739" y="55566"/>
                  <a:pt x="463739" y="58449"/>
                </a:cubicBezTo>
                <a:cubicBezTo>
                  <a:pt x="463739" y="61704"/>
                  <a:pt x="464718" y="64155"/>
                  <a:pt x="466676" y="65800"/>
                </a:cubicBezTo>
                <a:cubicBezTo>
                  <a:pt x="468635" y="67445"/>
                  <a:pt x="471623" y="68267"/>
                  <a:pt x="475640" y="68267"/>
                </a:cubicBezTo>
                <a:cubicBezTo>
                  <a:pt x="478983" y="68267"/>
                  <a:pt x="482038" y="67614"/>
                  <a:pt x="484807" y="66309"/>
                </a:cubicBezTo>
                <a:cubicBezTo>
                  <a:pt x="487575" y="65003"/>
                  <a:pt x="490141" y="63434"/>
                  <a:pt x="492505" y="61603"/>
                </a:cubicBezTo>
                <a:close/>
                <a:moveTo>
                  <a:pt x="567659" y="48111"/>
                </a:moveTo>
                <a:lnTo>
                  <a:pt x="525979" y="48111"/>
                </a:lnTo>
                <a:cubicBezTo>
                  <a:pt x="525979" y="51597"/>
                  <a:pt x="526503" y="54634"/>
                  <a:pt x="527549" y="57224"/>
                </a:cubicBezTo>
                <a:cubicBezTo>
                  <a:pt x="528596" y="59813"/>
                  <a:pt x="530031" y="61937"/>
                  <a:pt x="531854" y="63595"/>
                </a:cubicBezTo>
                <a:cubicBezTo>
                  <a:pt x="533610" y="65220"/>
                  <a:pt x="535695" y="66439"/>
                  <a:pt x="538109" y="67251"/>
                </a:cubicBezTo>
                <a:cubicBezTo>
                  <a:pt x="540523" y="68063"/>
                  <a:pt x="543181" y="68470"/>
                  <a:pt x="546085" y="68470"/>
                </a:cubicBezTo>
                <a:cubicBezTo>
                  <a:pt x="549934" y="68470"/>
                  <a:pt x="553808" y="67696"/>
                  <a:pt x="557707" y="66148"/>
                </a:cubicBezTo>
                <a:cubicBezTo>
                  <a:pt x="561607" y="64600"/>
                  <a:pt x="564384" y="63078"/>
                  <a:pt x="566038" y="61582"/>
                </a:cubicBezTo>
                <a:lnTo>
                  <a:pt x="566545" y="61582"/>
                </a:lnTo>
                <a:lnTo>
                  <a:pt x="566545" y="71999"/>
                </a:lnTo>
                <a:cubicBezTo>
                  <a:pt x="563337" y="73353"/>
                  <a:pt x="560062" y="74488"/>
                  <a:pt x="556720" y="75403"/>
                </a:cubicBezTo>
                <a:cubicBezTo>
                  <a:pt x="553377" y="76318"/>
                  <a:pt x="549866" y="76775"/>
                  <a:pt x="546186" y="76775"/>
                </a:cubicBezTo>
                <a:cubicBezTo>
                  <a:pt x="536800" y="76775"/>
                  <a:pt x="529474" y="74230"/>
                  <a:pt x="524207" y="69141"/>
                </a:cubicBezTo>
                <a:cubicBezTo>
                  <a:pt x="518940" y="64051"/>
                  <a:pt x="516307" y="56822"/>
                  <a:pt x="516307" y="47453"/>
                </a:cubicBezTo>
                <a:cubicBezTo>
                  <a:pt x="516307" y="38187"/>
                  <a:pt x="518830" y="30832"/>
                  <a:pt x="523878" y="25386"/>
                </a:cubicBezTo>
                <a:cubicBezTo>
                  <a:pt x="528925" y="19941"/>
                  <a:pt x="535568" y="17219"/>
                  <a:pt x="543806" y="17219"/>
                </a:cubicBezTo>
                <a:cubicBezTo>
                  <a:pt x="551436" y="17219"/>
                  <a:pt x="557319" y="19451"/>
                  <a:pt x="561455" y="23915"/>
                </a:cubicBezTo>
                <a:cubicBezTo>
                  <a:pt x="565591" y="28379"/>
                  <a:pt x="567659" y="34720"/>
                  <a:pt x="567659" y="42937"/>
                </a:cubicBezTo>
                <a:lnTo>
                  <a:pt x="567659" y="48111"/>
                </a:lnTo>
                <a:moveTo>
                  <a:pt x="558391" y="40818"/>
                </a:moveTo>
                <a:cubicBezTo>
                  <a:pt x="558357" y="35822"/>
                  <a:pt x="557100" y="31956"/>
                  <a:pt x="554618" y="29221"/>
                </a:cubicBezTo>
                <a:cubicBezTo>
                  <a:pt x="552137" y="26486"/>
                  <a:pt x="548364" y="25119"/>
                  <a:pt x="543299" y="25119"/>
                </a:cubicBezTo>
                <a:cubicBezTo>
                  <a:pt x="538201" y="25119"/>
                  <a:pt x="534141" y="26621"/>
                  <a:pt x="531120" y="29626"/>
                </a:cubicBezTo>
                <a:cubicBezTo>
                  <a:pt x="528098" y="32631"/>
                  <a:pt x="526385" y="36362"/>
                  <a:pt x="525979" y="40818"/>
                </a:cubicBezTo>
                <a:lnTo>
                  <a:pt x="558391" y="40818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03B550-0136-44E4-AC40-FF3D26C61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310" y="880513"/>
            <a:ext cx="43617" cy="191190"/>
          </a:xfrm>
          <a:custGeom xmlns:a="http://schemas.openxmlformats.org/drawingml/2006/main">
            <a:pathLst>
              <a:path w="43617" h="191190">
                <a:moveTo>
                  <a:pt x="0" y="0"/>
                </a:moveTo>
                <a:lnTo>
                  <a:pt x="43617" y="0"/>
                </a:lnTo>
                <a:lnTo>
                  <a:pt x="43617" y="191190"/>
                </a:lnTo>
                <a:lnTo>
                  <a:pt x="0" y="19119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A0D1DC1-FAD3-4280-9B2B-0572E5DB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310" y="880515"/>
            <a:ext cx="43617" cy="191191"/>
          </a:xfrm>
          <a:custGeom xmlns:a="http://schemas.openxmlformats.org/drawingml/2006/main">
            <a:pathLst>
              <a:path w="43617" h="191191" fill="none">
                <a:moveTo>
                  <a:pt x="0" y="0"/>
                </a:moveTo>
                <a:lnTo>
                  <a:pt x="43617" y="0"/>
                </a:lnTo>
                <a:lnTo>
                  <a:pt x="43617" y="191191"/>
                </a:lnTo>
                <a:lnTo>
                  <a:pt x="0" y="1911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34" name="Text Campanulaceae">
            <a:extLst xmlns:a="http://schemas.openxmlformats.org/drawingml/2006/main">
              <a:ext uri="{FF2B5EF4-FFF2-40B4-BE49-F238E27FC236}">
                <a16:creationId xmlns:a16="http://schemas.microsoft.com/office/drawing/2014/main" id="{A7004B2B-3A80-4563-B216-FB00BB183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115" y="881840"/>
            <a:ext cx="42941" cy="5261"/>
          </a:xfrm>
          <a:custGeom xmlns:a="http://schemas.openxmlformats.org/drawingml/2006/main">
            <a:pathLst>
              <a:path w="42941" h="5261">
                <a:moveTo>
                  <a:pt x="3301" y="3872"/>
                </a:moveTo>
                <a:cubicBezTo>
                  <a:pt x="3203" y="3915"/>
                  <a:pt x="3115" y="3955"/>
                  <a:pt x="3035" y="3993"/>
                </a:cubicBezTo>
                <a:cubicBezTo>
                  <a:pt x="2956" y="4031"/>
                  <a:pt x="2852" y="4070"/>
                  <a:pt x="2724" y="4111"/>
                </a:cubicBezTo>
                <a:cubicBezTo>
                  <a:pt x="2615" y="4145"/>
                  <a:pt x="2497" y="4174"/>
                  <a:pt x="2370" y="4198"/>
                </a:cubicBezTo>
                <a:cubicBezTo>
                  <a:pt x="2242" y="4222"/>
                  <a:pt x="2102" y="4234"/>
                  <a:pt x="1949" y="4234"/>
                </a:cubicBezTo>
                <a:cubicBezTo>
                  <a:pt x="1660" y="4234"/>
                  <a:pt x="1398" y="4194"/>
                  <a:pt x="1161" y="4113"/>
                </a:cubicBezTo>
                <a:cubicBezTo>
                  <a:pt x="925" y="4031"/>
                  <a:pt x="720" y="3904"/>
                  <a:pt x="545" y="3731"/>
                </a:cubicBezTo>
                <a:cubicBezTo>
                  <a:pt x="374" y="3562"/>
                  <a:pt x="241" y="3347"/>
                  <a:pt x="144" y="3085"/>
                </a:cubicBezTo>
                <a:cubicBezTo>
                  <a:pt x="48" y="2824"/>
                  <a:pt x="0" y="2521"/>
                  <a:pt x="0" y="2175"/>
                </a:cubicBezTo>
                <a:cubicBezTo>
                  <a:pt x="0" y="1846"/>
                  <a:pt x="46" y="1553"/>
                  <a:pt x="139" y="1295"/>
                </a:cubicBezTo>
                <a:cubicBezTo>
                  <a:pt x="232" y="1036"/>
                  <a:pt x="365" y="818"/>
                  <a:pt x="540" y="639"/>
                </a:cubicBezTo>
                <a:cubicBezTo>
                  <a:pt x="709" y="466"/>
                  <a:pt x="914" y="334"/>
                  <a:pt x="1153" y="243"/>
                </a:cubicBezTo>
                <a:cubicBezTo>
                  <a:pt x="1393" y="152"/>
                  <a:pt x="1659" y="107"/>
                  <a:pt x="1951" y="107"/>
                </a:cubicBezTo>
                <a:cubicBezTo>
                  <a:pt x="2165" y="107"/>
                  <a:pt x="2379" y="133"/>
                  <a:pt x="2592" y="184"/>
                </a:cubicBezTo>
                <a:cubicBezTo>
                  <a:pt x="2805" y="236"/>
                  <a:pt x="3041" y="327"/>
                  <a:pt x="3301" y="457"/>
                </a:cubicBezTo>
                <a:lnTo>
                  <a:pt x="3301" y="1085"/>
                </a:lnTo>
                <a:lnTo>
                  <a:pt x="3261" y="1085"/>
                </a:lnTo>
                <a:cubicBezTo>
                  <a:pt x="3042" y="905"/>
                  <a:pt x="2825" y="773"/>
                  <a:pt x="2609" y="690"/>
                </a:cubicBezTo>
                <a:cubicBezTo>
                  <a:pt x="2393" y="608"/>
                  <a:pt x="2163" y="567"/>
                  <a:pt x="1917" y="567"/>
                </a:cubicBezTo>
                <a:cubicBezTo>
                  <a:pt x="1715" y="567"/>
                  <a:pt x="1534" y="599"/>
                  <a:pt x="1373" y="664"/>
                </a:cubicBezTo>
                <a:cubicBezTo>
                  <a:pt x="1211" y="729"/>
                  <a:pt x="1067" y="830"/>
                  <a:pt x="941" y="967"/>
                </a:cubicBezTo>
                <a:cubicBezTo>
                  <a:pt x="818" y="1100"/>
                  <a:pt x="722" y="1268"/>
                  <a:pt x="654" y="1472"/>
                </a:cubicBezTo>
                <a:cubicBezTo>
                  <a:pt x="585" y="1676"/>
                  <a:pt x="551" y="1911"/>
                  <a:pt x="551" y="2177"/>
                </a:cubicBezTo>
                <a:cubicBezTo>
                  <a:pt x="551" y="2456"/>
                  <a:pt x="589" y="2696"/>
                  <a:pt x="664" y="2897"/>
                </a:cubicBezTo>
                <a:cubicBezTo>
                  <a:pt x="740" y="3098"/>
                  <a:pt x="838" y="3262"/>
                  <a:pt x="957" y="3388"/>
                </a:cubicBezTo>
                <a:cubicBezTo>
                  <a:pt x="1082" y="3519"/>
                  <a:pt x="1227" y="3617"/>
                  <a:pt x="1394" y="3680"/>
                </a:cubicBezTo>
                <a:cubicBezTo>
                  <a:pt x="1561" y="3743"/>
                  <a:pt x="1737" y="3774"/>
                  <a:pt x="1922" y="3774"/>
                </a:cubicBezTo>
                <a:cubicBezTo>
                  <a:pt x="2177" y="3774"/>
                  <a:pt x="2416" y="3731"/>
                  <a:pt x="2638" y="3643"/>
                </a:cubicBezTo>
                <a:cubicBezTo>
                  <a:pt x="2861" y="3556"/>
                  <a:pt x="3070" y="3425"/>
                  <a:pt x="3264" y="3251"/>
                </a:cubicBezTo>
                <a:lnTo>
                  <a:pt x="3301" y="3251"/>
                </a:lnTo>
                <a:lnTo>
                  <a:pt x="3301" y="3872"/>
                </a:lnTo>
                <a:close/>
                <a:moveTo>
                  <a:pt x="6330" y="4159"/>
                </a:moveTo>
                <a:lnTo>
                  <a:pt x="5830" y="4159"/>
                </a:lnTo>
                <a:lnTo>
                  <a:pt x="5830" y="3843"/>
                </a:lnTo>
                <a:cubicBezTo>
                  <a:pt x="5786" y="3874"/>
                  <a:pt x="5726" y="3916"/>
                  <a:pt x="5650" y="3971"/>
                </a:cubicBezTo>
                <a:cubicBezTo>
                  <a:pt x="5574" y="4025"/>
                  <a:pt x="5501" y="4068"/>
                  <a:pt x="5429" y="4100"/>
                </a:cubicBezTo>
                <a:cubicBezTo>
                  <a:pt x="5346" y="4141"/>
                  <a:pt x="5249" y="4176"/>
                  <a:pt x="5141" y="4203"/>
                </a:cubicBezTo>
                <a:cubicBezTo>
                  <a:pt x="5032" y="4231"/>
                  <a:pt x="4904" y="4245"/>
                  <a:pt x="4758" y="4245"/>
                </a:cubicBezTo>
                <a:cubicBezTo>
                  <a:pt x="4489" y="4245"/>
                  <a:pt x="4261" y="4156"/>
                  <a:pt x="4074" y="3977"/>
                </a:cubicBezTo>
                <a:cubicBezTo>
                  <a:pt x="3887" y="3799"/>
                  <a:pt x="3793" y="3571"/>
                  <a:pt x="3793" y="3295"/>
                </a:cubicBezTo>
                <a:cubicBezTo>
                  <a:pt x="3793" y="3068"/>
                  <a:pt x="3842" y="2885"/>
                  <a:pt x="3939" y="2745"/>
                </a:cubicBezTo>
                <a:cubicBezTo>
                  <a:pt x="4036" y="2605"/>
                  <a:pt x="4175" y="2494"/>
                  <a:pt x="4355" y="2414"/>
                </a:cubicBezTo>
                <a:cubicBezTo>
                  <a:pt x="4536" y="2334"/>
                  <a:pt x="4755" y="2279"/>
                  <a:pt x="5010" y="2251"/>
                </a:cubicBezTo>
                <a:cubicBezTo>
                  <a:pt x="5264" y="2222"/>
                  <a:pt x="5538" y="2201"/>
                  <a:pt x="5830" y="2187"/>
                </a:cubicBezTo>
                <a:lnTo>
                  <a:pt x="5830" y="2108"/>
                </a:lnTo>
                <a:cubicBezTo>
                  <a:pt x="5830" y="1993"/>
                  <a:pt x="5810" y="1898"/>
                  <a:pt x="5770" y="1823"/>
                </a:cubicBezTo>
                <a:cubicBezTo>
                  <a:pt x="5730" y="1747"/>
                  <a:pt x="5673" y="1688"/>
                  <a:pt x="5598" y="1645"/>
                </a:cubicBezTo>
                <a:cubicBezTo>
                  <a:pt x="5526" y="1603"/>
                  <a:pt x="5441" y="1576"/>
                  <a:pt x="5341" y="1561"/>
                </a:cubicBezTo>
                <a:cubicBezTo>
                  <a:pt x="5241" y="1547"/>
                  <a:pt x="5137" y="1540"/>
                  <a:pt x="5028" y="1540"/>
                </a:cubicBezTo>
                <a:cubicBezTo>
                  <a:pt x="4896" y="1540"/>
                  <a:pt x="4749" y="1558"/>
                  <a:pt x="4587" y="1593"/>
                </a:cubicBezTo>
                <a:cubicBezTo>
                  <a:pt x="4425" y="1629"/>
                  <a:pt x="4258" y="1681"/>
                  <a:pt x="4085" y="1748"/>
                </a:cubicBezTo>
                <a:lnTo>
                  <a:pt x="4058" y="1748"/>
                </a:lnTo>
                <a:lnTo>
                  <a:pt x="4058" y="1238"/>
                </a:lnTo>
                <a:cubicBezTo>
                  <a:pt x="4156" y="1211"/>
                  <a:pt x="4298" y="1182"/>
                  <a:pt x="4483" y="1149"/>
                </a:cubicBezTo>
                <a:cubicBezTo>
                  <a:pt x="4668" y="1117"/>
                  <a:pt x="4851" y="1101"/>
                  <a:pt x="5031" y="1101"/>
                </a:cubicBezTo>
                <a:cubicBezTo>
                  <a:pt x="5241" y="1101"/>
                  <a:pt x="5424" y="1119"/>
                  <a:pt x="5580" y="1153"/>
                </a:cubicBezTo>
                <a:cubicBezTo>
                  <a:pt x="5736" y="1188"/>
                  <a:pt x="5871" y="1247"/>
                  <a:pt x="5985" y="1331"/>
                </a:cubicBezTo>
                <a:cubicBezTo>
                  <a:pt x="6098" y="1413"/>
                  <a:pt x="6183" y="1519"/>
                  <a:pt x="6242" y="1649"/>
                </a:cubicBezTo>
                <a:cubicBezTo>
                  <a:pt x="6301" y="1779"/>
                  <a:pt x="6330" y="1941"/>
                  <a:pt x="6330" y="2133"/>
                </a:cubicBezTo>
                <a:lnTo>
                  <a:pt x="6330" y="4159"/>
                </a:lnTo>
                <a:moveTo>
                  <a:pt x="5830" y="3428"/>
                </a:moveTo>
                <a:lnTo>
                  <a:pt x="5830" y="2593"/>
                </a:lnTo>
                <a:cubicBezTo>
                  <a:pt x="5677" y="2602"/>
                  <a:pt x="5497" y="2615"/>
                  <a:pt x="5289" y="2633"/>
                </a:cubicBezTo>
                <a:cubicBezTo>
                  <a:pt x="5081" y="2651"/>
                  <a:pt x="4917" y="2677"/>
                  <a:pt x="4796" y="2711"/>
                </a:cubicBezTo>
                <a:cubicBezTo>
                  <a:pt x="4651" y="2752"/>
                  <a:pt x="4535" y="2816"/>
                  <a:pt x="4446" y="2903"/>
                </a:cubicBezTo>
                <a:cubicBezTo>
                  <a:pt x="4357" y="2990"/>
                  <a:pt x="4312" y="3109"/>
                  <a:pt x="4312" y="3262"/>
                </a:cubicBezTo>
                <a:cubicBezTo>
                  <a:pt x="4312" y="3433"/>
                  <a:pt x="4364" y="3563"/>
                  <a:pt x="4467" y="3650"/>
                </a:cubicBezTo>
                <a:cubicBezTo>
                  <a:pt x="4570" y="3736"/>
                  <a:pt x="4728" y="3780"/>
                  <a:pt x="4940" y="3780"/>
                </a:cubicBezTo>
                <a:cubicBezTo>
                  <a:pt x="5117" y="3780"/>
                  <a:pt x="5278" y="3745"/>
                  <a:pt x="5424" y="3676"/>
                </a:cubicBezTo>
                <a:cubicBezTo>
                  <a:pt x="5570" y="3608"/>
                  <a:pt x="5706" y="3525"/>
                  <a:pt x="5830" y="3428"/>
                </a:cubicBezTo>
                <a:close/>
                <a:moveTo>
                  <a:pt x="11655" y="4159"/>
                </a:moveTo>
                <a:lnTo>
                  <a:pt x="11152" y="4159"/>
                </a:lnTo>
                <a:lnTo>
                  <a:pt x="11152" y="2458"/>
                </a:lnTo>
                <a:cubicBezTo>
                  <a:pt x="11152" y="2329"/>
                  <a:pt x="11147" y="2205"/>
                  <a:pt x="11135" y="2086"/>
                </a:cubicBezTo>
                <a:cubicBezTo>
                  <a:pt x="11123" y="1966"/>
                  <a:pt x="11099" y="1871"/>
                  <a:pt x="11061" y="1799"/>
                </a:cubicBezTo>
                <a:cubicBezTo>
                  <a:pt x="11020" y="1723"/>
                  <a:pt x="10962" y="1665"/>
                  <a:pt x="10885" y="1625"/>
                </a:cubicBezTo>
                <a:cubicBezTo>
                  <a:pt x="10808" y="1586"/>
                  <a:pt x="10698" y="1566"/>
                  <a:pt x="10554" y="1566"/>
                </a:cubicBezTo>
                <a:cubicBezTo>
                  <a:pt x="10413" y="1566"/>
                  <a:pt x="10272" y="1602"/>
                  <a:pt x="10131" y="1672"/>
                </a:cubicBezTo>
                <a:cubicBezTo>
                  <a:pt x="9990" y="1743"/>
                  <a:pt x="9850" y="1832"/>
                  <a:pt x="9709" y="1941"/>
                </a:cubicBezTo>
                <a:cubicBezTo>
                  <a:pt x="9714" y="1982"/>
                  <a:pt x="9719" y="2030"/>
                  <a:pt x="9722" y="2084"/>
                </a:cubicBezTo>
                <a:cubicBezTo>
                  <a:pt x="9726" y="2139"/>
                  <a:pt x="9728" y="2193"/>
                  <a:pt x="9728" y="2246"/>
                </a:cubicBezTo>
                <a:lnTo>
                  <a:pt x="9728" y="4159"/>
                </a:lnTo>
                <a:lnTo>
                  <a:pt x="9225" y="4159"/>
                </a:lnTo>
                <a:lnTo>
                  <a:pt x="9225" y="2458"/>
                </a:lnTo>
                <a:cubicBezTo>
                  <a:pt x="9225" y="2326"/>
                  <a:pt x="9219" y="2200"/>
                  <a:pt x="9208" y="2082"/>
                </a:cubicBezTo>
                <a:cubicBezTo>
                  <a:pt x="9196" y="1963"/>
                  <a:pt x="9172" y="1868"/>
                  <a:pt x="9134" y="1797"/>
                </a:cubicBezTo>
                <a:cubicBezTo>
                  <a:pt x="9093" y="1720"/>
                  <a:pt x="9034" y="1662"/>
                  <a:pt x="8958" y="1624"/>
                </a:cubicBezTo>
                <a:cubicBezTo>
                  <a:pt x="8881" y="1586"/>
                  <a:pt x="8771" y="1566"/>
                  <a:pt x="8626" y="1566"/>
                </a:cubicBezTo>
                <a:cubicBezTo>
                  <a:pt x="8489" y="1566"/>
                  <a:pt x="8351" y="1600"/>
                  <a:pt x="8213" y="1668"/>
                </a:cubicBezTo>
                <a:cubicBezTo>
                  <a:pt x="8075" y="1736"/>
                  <a:pt x="7937" y="1822"/>
                  <a:pt x="7800" y="1928"/>
                </a:cubicBezTo>
                <a:lnTo>
                  <a:pt x="7800" y="4159"/>
                </a:lnTo>
                <a:lnTo>
                  <a:pt x="7298" y="4159"/>
                </a:lnTo>
                <a:lnTo>
                  <a:pt x="7298" y="1171"/>
                </a:lnTo>
                <a:lnTo>
                  <a:pt x="7800" y="1171"/>
                </a:lnTo>
                <a:lnTo>
                  <a:pt x="7800" y="1503"/>
                </a:lnTo>
                <a:cubicBezTo>
                  <a:pt x="7957" y="1372"/>
                  <a:pt x="8113" y="1269"/>
                  <a:pt x="8269" y="1196"/>
                </a:cubicBezTo>
                <a:cubicBezTo>
                  <a:pt x="8425" y="1122"/>
                  <a:pt x="8591" y="1085"/>
                  <a:pt x="8768" y="1085"/>
                </a:cubicBezTo>
                <a:cubicBezTo>
                  <a:pt x="8971" y="1085"/>
                  <a:pt x="9143" y="1128"/>
                  <a:pt x="9285" y="1214"/>
                </a:cubicBezTo>
                <a:cubicBezTo>
                  <a:pt x="9427" y="1300"/>
                  <a:pt x="9532" y="1420"/>
                  <a:pt x="9602" y="1572"/>
                </a:cubicBezTo>
                <a:cubicBezTo>
                  <a:pt x="9805" y="1400"/>
                  <a:pt x="9990" y="1276"/>
                  <a:pt x="10158" y="1200"/>
                </a:cubicBezTo>
                <a:cubicBezTo>
                  <a:pt x="10325" y="1123"/>
                  <a:pt x="10505" y="1085"/>
                  <a:pt x="10695" y="1085"/>
                </a:cubicBezTo>
                <a:cubicBezTo>
                  <a:pt x="11023" y="1085"/>
                  <a:pt x="11265" y="1185"/>
                  <a:pt x="11421" y="1384"/>
                </a:cubicBezTo>
                <a:cubicBezTo>
                  <a:pt x="11577" y="1583"/>
                  <a:pt x="11655" y="1861"/>
                  <a:pt x="11655" y="2218"/>
                </a:cubicBezTo>
                <a:lnTo>
                  <a:pt x="11655" y="4159"/>
                </a:lnTo>
                <a:close/>
                <a:moveTo>
                  <a:pt x="15250" y="2628"/>
                </a:moveTo>
                <a:cubicBezTo>
                  <a:pt x="15250" y="2870"/>
                  <a:pt x="15215" y="3092"/>
                  <a:pt x="15146" y="3293"/>
                </a:cubicBezTo>
                <a:cubicBezTo>
                  <a:pt x="15076" y="3494"/>
                  <a:pt x="14978" y="3664"/>
                  <a:pt x="14852" y="3803"/>
                </a:cubicBezTo>
                <a:cubicBezTo>
                  <a:pt x="14734" y="3935"/>
                  <a:pt x="14596" y="4037"/>
                  <a:pt x="14436" y="4110"/>
                </a:cubicBezTo>
                <a:cubicBezTo>
                  <a:pt x="14277" y="4182"/>
                  <a:pt x="14108" y="4218"/>
                  <a:pt x="13930" y="4218"/>
                </a:cubicBezTo>
                <a:cubicBezTo>
                  <a:pt x="13775" y="4218"/>
                  <a:pt x="13634" y="4201"/>
                  <a:pt x="13509" y="4167"/>
                </a:cubicBezTo>
                <a:cubicBezTo>
                  <a:pt x="13383" y="4133"/>
                  <a:pt x="13255" y="4081"/>
                  <a:pt x="13125" y="4009"/>
                </a:cubicBezTo>
                <a:lnTo>
                  <a:pt x="13125" y="5261"/>
                </a:lnTo>
                <a:lnTo>
                  <a:pt x="12622" y="5261"/>
                </a:lnTo>
                <a:lnTo>
                  <a:pt x="12622" y="1171"/>
                </a:lnTo>
                <a:lnTo>
                  <a:pt x="13125" y="1171"/>
                </a:lnTo>
                <a:lnTo>
                  <a:pt x="13125" y="1482"/>
                </a:lnTo>
                <a:cubicBezTo>
                  <a:pt x="13259" y="1369"/>
                  <a:pt x="13409" y="1275"/>
                  <a:pt x="13575" y="1199"/>
                </a:cubicBezTo>
                <a:cubicBezTo>
                  <a:pt x="13742" y="1123"/>
                  <a:pt x="13920" y="1085"/>
                  <a:pt x="14109" y="1085"/>
                </a:cubicBezTo>
                <a:cubicBezTo>
                  <a:pt x="14469" y="1085"/>
                  <a:pt x="14749" y="1221"/>
                  <a:pt x="14949" y="1494"/>
                </a:cubicBezTo>
                <a:cubicBezTo>
                  <a:pt x="15150" y="1766"/>
                  <a:pt x="15250" y="2144"/>
                  <a:pt x="15250" y="2628"/>
                </a:cubicBezTo>
                <a:moveTo>
                  <a:pt x="14731" y="2641"/>
                </a:moveTo>
                <a:cubicBezTo>
                  <a:pt x="14731" y="2281"/>
                  <a:pt x="14670" y="2012"/>
                  <a:pt x="14547" y="1834"/>
                </a:cubicBezTo>
                <a:cubicBezTo>
                  <a:pt x="14424" y="1656"/>
                  <a:pt x="14235" y="1566"/>
                  <a:pt x="13980" y="1566"/>
                </a:cubicBezTo>
                <a:cubicBezTo>
                  <a:pt x="13836" y="1566"/>
                  <a:pt x="13691" y="1598"/>
                  <a:pt x="13545" y="1660"/>
                </a:cubicBezTo>
                <a:cubicBezTo>
                  <a:pt x="13398" y="1722"/>
                  <a:pt x="13259" y="1804"/>
                  <a:pt x="13125" y="1906"/>
                </a:cubicBezTo>
                <a:lnTo>
                  <a:pt x="13125" y="3598"/>
                </a:lnTo>
                <a:cubicBezTo>
                  <a:pt x="13268" y="3662"/>
                  <a:pt x="13390" y="3706"/>
                  <a:pt x="13492" y="3729"/>
                </a:cubicBezTo>
                <a:cubicBezTo>
                  <a:pt x="13595" y="3752"/>
                  <a:pt x="13711" y="3764"/>
                  <a:pt x="13841" y="3764"/>
                </a:cubicBezTo>
                <a:cubicBezTo>
                  <a:pt x="14121" y="3764"/>
                  <a:pt x="14339" y="3669"/>
                  <a:pt x="14496" y="3480"/>
                </a:cubicBezTo>
                <a:cubicBezTo>
                  <a:pt x="14653" y="3292"/>
                  <a:pt x="14731" y="3012"/>
                  <a:pt x="14731" y="2641"/>
                </a:cubicBezTo>
                <a:close/>
                <a:moveTo>
                  <a:pt x="18354" y="4159"/>
                </a:moveTo>
                <a:lnTo>
                  <a:pt x="17854" y="4159"/>
                </a:lnTo>
                <a:lnTo>
                  <a:pt x="17854" y="3843"/>
                </a:lnTo>
                <a:cubicBezTo>
                  <a:pt x="17809" y="3874"/>
                  <a:pt x="17749" y="3916"/>
                  <a:pt x="17673" y="3971"/>
                </a:cubicBezTo>
                <a:cubicBezTo>
                  <a:pt x="17598" y="4025"/>
                  <a:pt x="17524" y="4068"/>
                  <a:pt x="17453" y="4100"/>
                </a:cubicBezTo>
                <a:cubicBezTo>
                  <a:pt x="17369" y="4141"/>
                  <a:pt x="17273" y="4176"/>
                  <a:pt x="17164" y="4203"/>
                </a:cubicBezTo>
                <a:cubicBezTo>
                  <a:pt x="17055" y="4231"/>
                  <a:pt x="16928" y="4245"/>
                  <a:pt x="16782" y="4245"/>
                </a:cubicBezTo>
                <a:cubicBezTo>
                  <a:pt x="16513" y="4245"/>
                  <a:pt x="16285" y="4156"/>
                  <a:pt x="16097" y="3977"/>
                </a:cubicBezTo>
                <a:cubicBezTo>
                  <a:pt x="15910" y="3799"/>
                  <a:pt x="15817" y="3571"/>
                  <a:pt x="15817" y="3295"/>
                </a:cubicBezTo>
                <a:cubicBezTo>
                  <a:pt x="15817" y="3068"/>
                  <a:pt x="15865" y="2885"/>
                  <a:pt x="15962" y="2745"/>
                </a:cubicBezTo>
                <a:cubicBezTo>
                  <a:pt x="16060" y="2605"/>
                  <a:pt x="16198" y="2494"/>
                  <a:pt x="16378" y="2414"/>
                </a:cubicBezTo>
                <a:cubicBezTo>
                  <a:pt x="16560" y="2334"/>
                  <a:pt x="16778" y="2279"/>
                  <a:pt x="17033" y="2251"/>
                </a:cubicBezTo>
                <a:cubicBezTo>
                  <a:pt x="17288" y="2222"/>
                  <a:pt x="17561" y="2201"/>
                  <a:pt x="17854" y="2187"/>
                </a:cubicBezTo>
                <a:lnTo>
                  <a:pt x="17854" y="2108"/>
                </a:lnTo>
                <a:cubicBezTo>
                  <a:pt x="17854" y="1993"/>
                  <a:pt x="17834" y="1898"/>
                  <a:pt x="17794" y="1823"/>
                </a:cubicBezTo>
                <a:cubicBezTo>
                  <a:pt x="17753" y="1747"/>
                  <a:pt x="17696" y="1688"/>
                  <a:pt x="17621" y="1645"/>
                </a:cubicBezTo>
                <a:cubicBezTo>
                  <a:pt x="17550" y="1603"/>
                  <a:pt x="17464" y="1576"/>
                  <a:pt x="17365" y="1561"/>
                </a:cubicBezTo>
                <a:cubicBezTo>
                  <a:pt x="17265" y="1547"/>
                  <a:pt x="17161" y="1540"/>
                  <a:pt x="17052" y="1540"/>
                </a:cubicBezTo>
                <a:cubicBezTo>
                  <a:pt x="16920" y="1540"/>
                  <a:pt x="16773" y="1558"/>
                  <a:pt x="16611" y="1593"/>
                </a:cubicBezTo>
                <a:cubicBezTo>
                  <a:pt x="16449" y="1629"/>
                  <a:pt x="16281" y="1681"/>
                  <a:pt x="16108" y="1748"/>
                </a:cubicBezTo>
                <a:lnTo>
                  <a:pt x="16081" y="1748"/>
                </a:lnTo>
                <a:lnTo>
                  <a:pt x="16081" y="1238"/>
                </a:lnTo>
                <a:cubicBezTo>
                  <a:pt x="16179" y="1211"/>
                  <a:pt x="16321" y="1182"/>
                  <a:pt x="16506" y="1149"/>
                </a:cubicBezTo>
                <a:cubicBezTo>
                  <a:pt x="16692" y="1117"/>
                  <a:pt x="16874" y="1101"/>
                  <a:pt x="17054" y="1101"/>
                </a:cubicBezTo>
                <a:cubicBezTo>
                  <a:pt x="17265" y="1101"/>
                  <a:pt x="17448" y="1119"/>
                  <a:pt x="17604" y="1153"/>
                </a:cubicBezTo>
                <a:cubicBezTo>
                  <a:pt x="17760" y="1188"/>
                  <a:pt x="17895" y="1247"/>
                  <a:pt x="18009" y="1331"/>
                </a:cubicBezTo>
                <a:cubicBezTo>
                  <a:pt x="18121" y="1413"/>
                  <a:pt x="18207" y="1519"/>
                  <a:pt x="18265" y="1649"/>
                </a:cubicBezTo>
                <a:cubicBezTo>
                  <a:pt x="18324" y="1779"/>
                  <a:pt x="18354" y="1941"/>
                  <a:pt x="18354" y="2133"/>
                </a:cubicBezTo>
                <a:lnTo>
                  <a:pt x="18354" y="4159"/>
                </a:lnTo>
                <a:moveTo>
                  <a:pt x="17854" y="3428"/>
                </a:moveTo>
                <a:lnTo>
                  <a:pt x="17854" y="2593"/>
                </a:lnTo>
                <a:cubicBezTo>
                  <a:pt x="17700" y="2602"/>
                  <a:pt x="17520" y="2615"/>
                  <a:pt x="17312" y="2633"/>
                </a:cubicBezTo>
                <a:cubicBezTo>
                  <a:pt x="17105" y="2651"/>
                  <a:pt x="16940" y="2677"/>
                  <a:pt x="16819" y="2711"/>
                </a:cubicBezTo>
                <a:cubicBezTo>
                  <a:pt x="16675" y="2752"/>
                  <a:pt x="16558" y="2816"/>
                  <a:pt x="16469" y="2903"/>
                </a:cubicBezTo>
                <a:cubicBezTo>
                  <a:pt x="16380" y="2990"/>
                  <a:pt x="16335" y="3109"/>
                  <a:pt x="16335" y="3262"/>
                </a:cubicBezTo>
                <a:cubicBezTo>
                  <a:pt x="16335" y="3433"/>
                  <a:pt x="16387" y="3563"/>
                  <a:pt x="16490" y="3650"/>
                </a:cubicBezTo>
                <a:cubicBezTo>
                  <a:pt x="16594" y="3736"/>
                  <a:pt x="16752" y="3780"/>
                  <a:pt x="16964" y="3780"/>
                </a:cubicBezTo>
                <a:cubicBezTo>
                  <a:pt x="17140" y="3780"/>
                  <a:pt x="17301" y="3745"/>
                  <a:pt x="17447" y="3676"/>
                </a:cubicBezTo>
                <a:cubicBezTo>
                  <a:pt x="17594" y="3608"/>
                  <a:pt x="17729" y="3525"/>
                  <a:pt x="17854" y="3428"/>
                </a:cubicBezTo>
                <a:close/>
                <a:moveTo>
                  <a:pt x="21818" y="4159"/>
                </a:moveTo>
                <a:lnTo>
                  <a:pt x="21315" y="4159"/>
                </a:lnTo>
                <a:lnTo>
                  <a:pt x="21315" y="2458"/>
                </a:lnTo>
                <a:cubicBezTo>
                  <a:pt x="21315" y="2320"/>
                  <a:pt x="21307" y="2191"/>
                  <a:pt x="21291" y="2071"/>
                </a:cubicBezTo>
                <a:cubicBezTo>
                  <a:pt x="21275" y="1950"/>
                  <a:pt x="21246" y="1856"/>
                  <a:pt x="21203" y="1789"/>
                </a:cubicBezTo>
                <a:cubicBezTo>
                  <a:pt x="21159" y="1714"/>
                  <a:pt x="21094" y="1658"/>
                  <a:pt x="21011" y="1621"/>
                </a:cubicBezTo>
                <a:cubicBezTo>
                  <a:pt x="20927" y="1585"/>
                  <a:pt x="20818" y="1566"/>
                  <a:pt x="20685" y="1566"/>
                </a:cubicBezTo>
                <a:cubicBezTo>
                  <a:pt x="20547" y="1566"/>
                  <a:pt x="20404" y="1600"/>
                  <a:pt x="20254" y="1668"/>
                </a:cubicBezTo>
                <a:cubicBezTo>
                  <a:pt x="20104" y="1736"/>
                  <a:pt x="19961" y="1822"/>
                  <a:pt x="19824" y="1928"/>
                </a:cubicBezTo>
                <a:lnTo>
                  <a:pt x="19824" y="4159"/>
                </a:lnTo>
                <a:lnTo>
                  <a:pt x="19321" y="4159"/>
                </a:lnTo>
                <a:lnTo>
                  <a:pt x="19321" y="1171"/>
                </a:lnTo>
                <a:lnTo>
                  <a:pt x="19824" y="1171"/>
                </a:lnTo>
                <a:lnTo>
                  <a:pt x="19824" y="1500"/>
                </a:lnTo>
                <a:cubicBezTo>
                  <a:pt x="19981" y="1370"/>
                  <a:pt x="20143" y="1268"/>
                  <a:pt x="20310" y="1195"/>
                </a:cubicBezTo>
                <a:cubicBezTo>
                  <a:pt x="20478" y="1122"/>
                  <a:pt x="20650" y="1085"/>
                  <a:pt x="20826" y="1085"/>
                </a:cubicBezTo>
                <a:cubicBezTo>
                  <a:pt x="21149" y="1085"/>
                  <a:pt x="21395" y="1183"/>
                  <a:pt x="21564" y="1377"/>
                </a:cubicBezTo>
                <a:cubicBezTo>
                  <a:pt x="21733" y="1572"/>
                  <a:pt x="21818" y="1852"/>
                  <a:pt x="21818" y="2218"/>
                </a:cubicBezTo>
                <a:lnTo>
                  <a:pt x="21818" y="4159"/>
                </a:lnTo>
                <a:close/>
                <a:moveTo>
                  <a:pt x="25261" y="4159"/>
                </a:moveTo>
                <a:lnTo>
                  <a:pt x="24758" y="4159"/>
                </a:lnTo>
                <a:lnTo>
                  <a:pt x="24758" y="3830"/>
                </a:lnTo>
                <a:cubicBezTo>
                  <a:pt x="24589" y="3964"/>
                  <a:pt x="24427" y="4066"/>
                  <a:pt x="24272" y="4138"/>
                </a:cubicBezTo>
                <a:cubicBezTo>
                  <a:pt x="24117" y="4209"/>
                  <a:pt x="23946" y="4245"/>
                  <a:pt x="23758" y="4245"/>
                </a:cubicBezTo>
                <a:cubicBezTo>
                  <a:pt x="23445" y="4245"/>
                  <a:pt x="23201" y="4149"/>
                  <a:pt x="23026" y="3957"/>
                </a:cubicBezTo>
                <a:cubicBezTo>
                  <a:pt x="22851" y="3765"/>
                  <a:pt x="22764" y="3484"/>
                  <a:pt x="22764" y="3112"/>
                </a:cubicBezTo>
                <a:lnTo>
                  <a:pt x="22764" y="1171"/>
                </a:lnTo>
                <a:lnTo>
                  <a:pt x="23267" y="1171"/>
                </a:lnTo>
                <a:lnTo>
                  <a:pt x="23267" y="2873"/>
                </a:lnTo>
                <a:cubicBezTo>
                  <a:pt x="23267" y="3024"/>
                  <a:pt x="23274" y="3154"/>
                  <a:pt x="23288" y="3262"/>
                </a:cubicBezTo>
                <a:cubicBezTo>
                  <a:pt x="23302" y="3370"/>
                  <a:pt x="23332" y="3462"/>
                  <a:pt x="23379" y="3539"/>
                </a:cubicBezTo>
                <a:cubicBezTo>
                  <a:pt x="23427" y="3618"/>
                  <a:pt x="23489" y="3675"/>
                  <a:pt x="23566" y="3710"/>
                </a:cubicBezTo>
                <a:cubicBezTo>
                  <a:pt x="23643" y="3746"/>
                  <a:pt x="23754" y="3764"/>
                  <a:pt x="23900" y="3764"/>
                </a:cubicBezTo>
                <a:cubicBezTo>
                  <a:pt x="24030" y="3764"/>
                  <a:pt x="24172" y="3730"/>
                  <a:pt x="24326" y="3662"/>
                </a:cubicBezTo>
                <a:cubicBezTo>
                  <a:pt x="24481" y="3594"/>
                  <a:pt x="24624" y="3508"/>
                  <a:pt x="24758" y="3403"/>
                </a:cubicBezTo>
                <a:lnTo>
                  <a:pt x="24758" y="1171"/>
                </a:lnTo>
                <a:lnTo>
                  <a:pt x="25261" y="1171"/>
                </a:lnTo>
                <a:lnTo>
                  <a:pt x="25261" y="4159"/>
                </a:lnTo>
                <a:close/>
                <a:moveTo>
                  <a:pt x="26758" y="4159"/>
                </a:moveTo>
                <a:lnTo>
                  <a:pt x="26255" y="4159"/>
                </a:lnTo>
                <a:lnTo>
                  <a:pt x="26255" y="0"/>
                </a:lnTo>
                <a:lnTo>
                  <a:pt x="26758" y="0"/>
                </a:lnTo>
                <a:lnTo>
                  <a:pt x="26758" y="4159"/>
                </a:lnTo>
                <a:close/>
                <a:moveTo>
                  <a:pt x="30073" y="4159"/>
                </a:moveTo>
                <a:lnTo>
                  <a:pt x="29573" y="4159"/>
                </a:lnTo>
                <a:lnTo>
                  <a:pt x="29573" y="3843"/>
                </a:lnTo>
                <a:cubicBezTo>
                  <a:pt x="29528" y="3874"/>
                  <a:pt x="29468" y="3916"/>
                  <a:pt x="29392" y="3971"/>
                </a:cubicBezTo>
                <a:cubicBezTo>
                  <a:pt x="29316" y="4025"/>
                  <a:pt x="29243" y="4068"/>
                  <a:pt x="29172" y="4100"/>
                </a:cubicBezTo>
                <a:cubicBezTo>
                  <a:pt x="29088" y="4141"/>
                  <a:pt x="28992" y="4176"/>
                  <a:pt x="28883" y="4203"/>
                </a:cubicBezTo>
                <a:cubicBezTo>
                  <a:pt x="28774" y="4231"/>
                  <a:pt x="28647" y="4245"/>
                  <a:pt x="28501" y="4245"/>
                </a:cubicBezTo>
                <a:cubicBezTo>
                  <a:pt x="28232" y="4245"/>
                  <a:pt x="28004" y="4156"/>
                  <a:pt x="27816" y="3977"/>
                </a:cubicBezTo>
                <a:cubicBezTo>
                  <a:pt x="27629" y="3799"/>
                  <a:pt x="27536" y="3571"/>
                  <a:pt x="27536" y="3295"/>
                </a:cubicBezTo>
                <a:cubicBezTo>
                  <a:pt x="27536" y="3068"/>
                  <a:pt x="27584" y="2885"/>
                  <a:pt x="27681" y="2745"/>
                </a:cubicBezTo>
                <a:cubicBezTo>
                  <a:pt x="27779" y="2605"/>
                  <a:pt x="27917" y="2494"/>
                  <a:pt x="28097" y="2414"/>
                </a:cubicBezTo>
                <a:cubicBezTo>
                  <a:pt x="28279" y="2334"/>
                  <a:pt x="28497" y="2279"/>
                  <a:pt x="28752" y="2251"/>
                </a:cubicBezTo>
                <a:cubicBezTo>
                  <a:pt x="29007" y="2222"/>
                  <a:pt x="29280" y="2201"/>
                  <a:pt x="29573" y="2187"/>
                </a:cubicBezTo>
                <a:lnTo>
                  <a:pt x="29573" y="2108"/>
                </a:lnTo>
                <a:cubicBezTo>
                  <a:pt x="29573" y="1993"/>
                  <a:pt x="29553" y="1898"/>
                  <a:pt x="29513" y="1823"/>
                </a:cubicBezTo>
                <a:cubicBezTo>
                  <a:pt x="29472" y="1747"/>
                  <a:pt x="29415" y="1688"/>
                  <a:pt x="29340" y="1645"/>
                </a:cubicBezTo>
                <a:cubicBezTo>
                  <a:pt x="29269" y="1603"/>
                  <a:pt x="29183" y="1576"/>
                  <a:pt x="29083" y="1561"/>
                </a:cubicBezTo>
                <a:cubicBezTo>
                  <a:pt x="28984" y="1547"/>
                  <a:pt x="28879" y="1540"/>
                  <a:pt x="28771" y="1540"/>
                </a:cubicBezTo>
                <a:cubicBezTo>
                  <a:pt x="28639" y="1540"/>
                  <a:pt x="28492" y="1558"/>
                  <a:pt x="28330" y="1593"/>
                </a:cubicBezTo>
                <a:cubicBezTo>
                  <a:pt x="28167" y="1629"/>
                  <a:pt x="28000" y="1681"/>
                  <a:pt x="27827" y="1748"/>
                </a:cubicBezTo>
                <a:lnTo>
                  <a:pt x="27800" y="1748"/>
                </a:lnTo>
                <a:lnTo>
                  <a:pt x="27800" y="1238"/>
                </a:lnTo>
                <a:cubicBezTo>
                  <a:pt x="27898" y="1211"/>
                  <a:pt x="28040" y="1182"/>
                  <a:pt x="28225" y="1149"/>
                </a:cubicBezTo>
                <a:cubicBezTo>
                  <a:pt x="28411" y="1117"/>
                  <a:pt x="28593" y="1101"/>
                  <a:pt x="28773" y="1101"/>
                </a:cubicBezTo>
                <a:cubicBezTo>
                  <a:pt x="28984" y="1101"/>
                  <a:pt x="29167" y="1119"/>
                  <a:pt x="29323" y="1153"/>
                </a:cubicBezTo>
                <a:cubicBezTo>
                  <a:pt x="29479" y="1188"/>
                  <a:pt x="29614" y="1247"/>
                  <a:pt x="29728" y="1331"/>
                </a:cubicBezTo>
                <a:cubicBezTo>
                  <a:pt x="29840" y="1413"/>
                  <a:pt x="29926" y="1519"/>
                  <a:pt x="29984" y="1649"/>
                </a:cubicBezTo>
                <a:cubicBezTo>
                  <a:pt x="30043" y="1779"/>
                  <a:pt x="30073" y="1941"/>
                  <a:pt x="30073" y="2133"/>
                </a:cubicBezTo>
                <a:lnTo>
                  <a:pt x="30073" y="4159"/>
                </a:lnTo>
                <a:moveTo>
                  <a:pt x="29573" y="3428"/>
                </a:moveTo>
                <a:lnTo>
                  <a:pt x="29573" y="2593"/>
                </a:lnTo>
                <a:cubicBezTo>
                  <a:pt x="29419" y="2602"/>
                  <a:pt x="29239" y="2615"/>
                  <a:pt x="29031" y="2633"/>
                </a:cubicBezTo>
                <a:cubicBezTo>
                  <a:pt x="28824" y="2651"/>
                  <a:pt x="28659" y="2677"/>
                  <a:pt x="28538" y="2711"/>
                </a:cubicBezTo>
                <a:cubicBezTo>
                  <a:pt x="28394" y="2752"/>
                  <a:pt x="28277" y="2816"/>
                  <a:pt x="28188" y="2903"/>
                </a:cubicBezTo>
                <a:cubicBezTo>
                  <a:pt x="28099" y="2990"/>
                  <a:pt x="28054" y="3109"/>
                  <a:pt x="28054" y="3262"/>
                </a:cubicBezTo>
                <a:cubicBezTo>
                  <a:pt x="28054" y="3433"/>
                  <a:pt x="28106" y="3563"/>
                  <a:pt x="28209" y="3650"/>
                </a:cubicBezTo>
                <a:cubicBezTo>
                  <a:pt x="28313" y="3736"/>
                  <a:pt x="28470" y="3780"/>
                  <a:pt x="28683" y="3780"/>
                </a:cubicBezTo>
                <a:cubicBezTo>
                  <a:pt x="28859" y="3780"/>
                  <a:pt x="29020" y="3745"/>
                  <a:pt x="29166" y="3676"/>
                </a:cubicBezTo>
                <a:cubicBezTo>
                  <a:pt x="29312" y="3608"/>
                  <a:pt x="29448" y="3525"/>
                  <a:pt x="29573" y="3428"/>
                </a:cubicBezTo>
                <a:close/>
                <a:moveTo>
                  <a:pt x="33248" y="3975"/>
                </a:moveTo>
                <a:cubicBezTo>
                  <a:pt x="33081" y="4055"/>
                  <a:pt x="32922" y="4118"/>
                  <a:pt x="32771" y="4162"/>
                </a:cubicBezTo>
                <a:cubicBezTo>
                  <a:pt x="32620" y="4207"/>
                  <a:pt x="32460" y="4229"/>
                  <a:pt x="32291" y="4229"/>
                </a:cubicBezTo>
                <a:cubicBezTo>
                  <a:pt x="32075" y="4229"/>
                  <a:pt x="31878" y="4197"/>
                  <a:pt x="31698" y="4134"/>
                </a:cubicBezTo>
                <a:cubicBezTo>
                  <a:pt x="31518" y="4070"/>
                  <a:pt x="31364" y="3975"/>
                  <a:pt x="31235" y="3846"/>
                </a:cubicBezTo>
                <a:cubicBezTo>
                  <a:pt x="31105" y="3717"/>
                  <a:pt x="31004" y="3555"/>
                  <a:pt x="30933" y="3359"/>
                </a:cubicBezTo>
                <a:cubicBezTo>
                  <a:pt x="30862" y="3162"/>
                  <a:pt x="30826" y="2933"/>
                  <a:pt x="30826" y="2670"/>
                </a:cubicBezTo>
                <a:cubicBezTo>
                  <a:pt x="30826" y="2181"/>
                  <a:pt x="30960" y="1798"/>
                  <a:pt x="31229" y="1519"/>
                </a:cubicBezTo>
                <a:cubicBezTo>
                  <a:pt x="31497" y="1241"/>
                  <a:pt x="31851" y="1101"/>
                  <a:pt x="32291" y="1101"/>
                </a:cubicBezTo>
                <a:cubicBezTo>
                  <a:pt x="32462" y="1101"/>
                  <a:pt x="32630" y="1125"/>
                  <a:pt x="32795" y="1174"/>
                </a:cubicBezTo>
                <a:cubicBezTo>
                  <a:pt x="32960" y="1222"/>
                  <a:pt x="33111" y="1280"/>
                  <a:pt x="33248" y="1350"/>
                </a:cubicBezTo>
                <a:lnTo>
                  <a:pt x="33248" y="1909"/>
                </a:lnTo>
                <a:lnTo>
                  <a:pt x="33221" y="1909"/>
                </a:lnTo>
                <a:cubicBezTo>
                  <a:pt x="33068" y="1790"/>
                  <a:pt x="32910" y="1699"/>
                  <a:pt x="32747" y="1635"/>
                </a:cubicBezTo>
                <a:cubicBezTo>
                  <a:pt x="32584" y="1572"/>
                  <a:pt x="32425" y="1540"/>
                  <a:pt x="32270" y="1540"/>
                </a:cubicBezTo>
                <a:cubicBezTo>
                  <a:pt x="31985" y="1540"/>
                  <a:pt x="31760" y="1636"/>
                  <a:pt x="31595" y="1827"/>
                </a:cubicBezTo>
                <a:cubicBezTo>
                  <a:pt x="31430" y="2019"/>
                  <a:pt x="31347" y="2300"/>
                  <a:pt x="31347" y="2670"/>
                </a:cubicBezTo>
                <a:cubicBezTo>
                  <a:pt x="31347" y="3030"/>
                  <a:pt x="31428" y="3307"/>
                  <a:pt x="31589" y="3500"/>
                </a:cubicBezTo>
                <a:cubicBezTo>
                  <a:pt x="31751" y="3694"/>
                  <a:pt x="31977" y="3791"/>
                  <a:pt x="32270" y="3791"/>
                </a:cubicBezTo>
                <a:cubicBezTo>
                  <a:pt x="32371" y="3791"/>
                  <a:pt x="32475" y="3777"/>
                  <a:pt x="32580" y="3751"/>
                </a:cubicBezTo>
                <a:cubicBezTo>
                  <a:pt x="32685" y="3724"/>
                  <a:pt x="32779" y="3690"/>
                  <a:pt x="32863" y="3647"/>
                </a:cubicBezTo>
                <a:cubicBezTo>
                  <a:pt x="32936" y="3610"/>
                  <a:pt x="33005" y="3571"/>
                  <a:pt x="33069" y="3529"/>
                </a:cubicBezTo>
                <a:cubicBezTo>
                  <a:pt x="33133" y="3488"/>
                  <a:pt x="33184" y="3452"/>
                  <a:pt x="33221" y="3422"/>
                </a:cubicBezTo>
                <a:lnTo>
                  <a:pt x="33248" y="3422"/>
                </a:lnTo>
                <a:lnTo>
                  <a:pt x="33248" y="3975"/>
                </a:lnTo>
                <a:close/>
                <a:moveTo>
                  <a:pt x="36392" y="2716"/>
                </a:moveTo>
                <a:lnTo>
                  <a:pt x="34192" y="2716"/>
                </a:lnTo>
                <a:cubicBezTo>
                  <a:pt x="34192" y="2900"/>
                  <a:pt x="34219" y="3060"/>
                  <a:pt x="34274" y="3197"/>
                </a:cubicBezTo>
                <a:cubicBezTo>
                  <a:pt x="34330" y="3334"/>
                  <a:pt x="34405" y="3446"/>
                  <a:pt x="34502" y="3533"/>
                </a:cubicBezTo>
                <a:cubicBezTo>
                  <a:pt x="34594" y="3619"/>
                  <a:pt x="34704" y="3683"/>
                  <a:pt x="34832" y="3726"/>
                </a:cubicBezTo>
                <a:cubicBezTo>
                  <a:pt x="34959" y="3769"/>
                  <a:pt x="35100" y="3791"/>
                  <a:pt x="35253" y="3791"/>
                </a:cubicBezTo>
                <a:cubicBezTo>
                  <a:pt x="35456" y="3791"/>
                  <a:pt x="35660" y="3750"/>
                  <a:pt x="35866" y="3668"/>
                </a:cubicBezTo>
                <a:cubicBezTo>
                  <a:pt x="36072" y="3586"/>
                  <a:pt x="36219" y="3506"/>
                  <a:pt x="36306" y="3427"/>
                </a:cubicBezTo>
                <a:lnTo>
                  <a:pt x="36333" y="3427"/>
                </a:lnTo>
                <a:lnTo>
                  <a:pt x="36333" y="3977"/>
                </a:lnTo>
                <a:cubicBezTo>
                  <a:pt x="36163" y="4048"/>
                  <a:pt x="35991" y="4108"/>
                  <a:pt x="35814" y="4156"/>
                </a:cubicBezTo>
                <a:cubicBezTo>
                  <a:pt x="35638" y="4205"/>
                  <a:pt x="35452" y="4229"/>
                  <a:pt x="35258" y="4229"/>
                </a:cubicBezTo>
                <a:cubicBezTo>
                  <a:pt x="34763" y="4229"/>
                  <a:pt x="34376" y="4095"/>
                  <a:pt x="34098" y="3826"/>
                </a:cubicBezTo>
                <a:cubicBezTo>
                  <a:pt x="33820" y="3557"/>
                  <a:pt x="33681" y="3176"/>
                  <a:pt x="33681" y="2681"/>
                </a:cubicBezTo>
                <a:cubicBezTo>
                  <a:pt x="33681" y="2192"/>
                  <a:pt x="33814" y="1804"/>
                  <a:pt x="34081" y="1516"/>
                </a:cubicBezTo>
                <a:cubicBezTo>
                  <a:pt x="34347" y="1229"/>
                  <a:pt x="34698" y="1085"/>
                  <a:pt x="35133" y="1085"/>
                </a:cubicBezTo>
                <a:cubicBezTo>
                  <a:pt x="35535" y="1085"/>
                  <a:pt x="35846" y="1203"/>
                  <a:pt x="36064" y="1439"/>
                </a:cubicBezTo>
                <a:cubicBezTo>
                  <a:pt x="36282" y="1674"/>
                  <a:pt x="36392" y="2009"/>
                  <a:pt x="36392" y="2443"/>
                </a:cubicBezTo>
                <a:lnTo>
                  <a:pt x="36392" y="2716"/>
                </a:lnTo>
                <a:moveTo>
                  <a:pt x="35902" y="2331"/>
                </a:moveTo>
                <a:cubicBezTo>
                  <a:pt x="35901" y="2067"/>
                  <a:pt x="35834" y="1863"/>
                  <a:pt x="35703" y="1719"/>
                </a:cubicBezTo>
                <a:cubicBezTo>
                  <a:pt x="35572" y="1574"/>
                  <a:pt x="35373" y="1502"/>
                  <a:pt x="35106" y="1502"/>
                </a:cubicBezTo>
                <a:cubicBezTo>
                  <a:pt x="34837" y="1502"/>
                  <a:pt x="34622" y="1582"/>
                  <a:pt x="34463" y="1740"/>
                </a:cubicBezTo>
                <a:cubicBezTo>
                  <a:pt x="34303" y="1899"/>
                  <a:pt x="34213" y="2096"/>
                  <a:pt x="34192" y="2331"/>
                </a:cubicBezTo>
                <a:lnTo>
                  <a:pt x="35902" y="2331"/>
                </a:lnTo>
                <a:close/>
                <a:moveTo>
                  <a:pt x="39474" y="4159"/>
                </a:moveTo>
                <a:lnTo>
                  <a:pt x="38974" y="4159"/>
                </a:lnTo>
                <a:lnTo>
                  <a:pt x="38974" y="3843"/>
                </a:lnTo>
                <a:cubicBezTo>
                  <a:pt x="38929" y="3874"/>
                  <a:pt x="38869" y="3916"/>
                  <a:pt x="38793" y="3971"/>
                </a:cubicBezTo>
                <a:cubicBezTo>
                  <a:pt x="38718" y="4025"/>
                  <a:pt x="38644" y="4068"/>
                  <a:pt x="38573" y="4100"/>
                </a:cubicBezTo>
                <a:cubicBezTo>
                  <a:pt x="38489" y="4141"/>
                  <a:pt x="38393" y="4176"/>
                  <a:pt x="38284" y="4203"/>
                </a:cubicBezTo>
                <a:cubicBezTo>
                  <a:pt x="38175" y="4231"/>
                  <a:pt x="38048" y="4245"/>
                  <a:pt x="37902" y="4245"/>
                </a:cubicBezTo>
                <a:cubicBezTo>
                  <a:pt x="37633" y="4245"/>
                  <a:pt x="37405" y="4156"/>
                  <a:pt x="37218" y="3977"/>
                </a:cubicBezTo>
                <a:cubicBezTo>
                  <a:pt x="37030" y="3799"/>
                  <a:pt x="36937" y="3571"/>
                  <a:pt x="36937" y="3295"/>
                </a:cubicBezTo>
                <a:cubicBezTo>
                  <a:pt x="36937" y="3068"/>
                  <a:pt x="36985" y="2885"/>
                  <a:pt x="37083" y="2745"/>
                </a:cubicBezTo>
                <a:cubicBezTo>
                  <a:pt x="37180" y="2605"/>
                  <a:pt x="37318" y="2494"/>
                  <a:pt x="37498" y="2414"/>
                </a:cubicBezTo>
                <a:cubicBezTo>
                  <a:pt x="37680" y="2334"/>
                  <a:pt x="37898" y="2279"/>
                  <a:pt x="38153" y="2251"/>
                </a:cubicBezTo>
                <a:cubicBezTo>
                  <a:pt x="38408" y="2222"/>
                  <a:pt x="38682" y="2201"/>
                  <a:pt x="38974" y="2187"/>
                </a:cubicBezTo>
                <a:lnTo>
                  <a:pt x="38974" y="2108"/>
                </a:lnTo>
                <a:cubicBezTo>
                  <a:pt x="38974" y="1993"/>
                  <a:pt x="38954" y="1898"/>
                  <a:pt x="38914" y="1823"/>
                </a:cubicBezTo>
                <a:cubicBezTo>
                  <a:pt x="38874" y="1747"/>
                  <a:pt x="38816" y="1688"/>
                  <a:pt x="38741" y="1645"/>
                </a:cubicBezTo>
                <a:cubicBezTo>
                  <a:pt x="38670" y="1603"/>
                  <a:pt x="38584" y="1576"/>
                  <a:pt x="38485" y="1561"/>
                </a:cubicBezTo>
                <a:cubicBezTo>
                  <a:pt x="38385" y="1547"/>
                  <a:pt x="38281" y="1540"/>
                  <a:pt x="38172" y="1540"/>
                </a:cubicBezTo>
                <a:cubicBezTo>
                  <a:pt x="38040" y="1540"/>
                  <a:pt x="37893" y="1558"/>
                  <a:pt x="37731" y="1593"/>
                </a:cubicBezTo>
                <a:cubicBezTo>
                  <a:pt x="37569" y="1629"/>
                  <a:pt x="37401" y="1681"/>
                  <a:pt x="37228" y="1748"/>
                </a:cubicBezTo>
                <a:lnTo>
                  <a:pt x="37202" y="1748"/>
                </a:lnTo>
                <a:lnTo>
                  <a:pt x="37202" y="1238"/>
                </a:lnTo>
                <a:cubicBezTo>
                  <a:pt x="37300" y="1211"/>
                  <a:pt x="37441" y="1182"/>
                  <a:pt x="37627" y="1149"/>
                </a:cubicBezTo>
                <a:cubicBezTo>
                  <a:pt x="37812" y="1117"/>
                  <a:pt x="37995" y="1101"/>
                  <a:pt x="38175" y="1101"/>
                </a:cubicBezTo>
                <a:cubicBezTo>
                  <a:pt x="38385" y="1101"/>
                  <a:pt x="38568" y="1119"/>
                  <a:pt x="38724" y="1153"/>
                </a:cubicBezTo>
                <a:cubicBezTo>
                  <a:pt x="38880" y="1188"/>
                  <a:pt x="39015" y="1247"/>
                  <a:pt x="39129" y="1331"/>
                </a:cubicBezTo>
                <a:cubicBezTo>
                  <a:pt x="39241" y="1413"/>
                  <a:pt x="39327" y="1519"/>
                  <a:pt x="39386" y="1649"/>
                </a:cubicBezTo>
                <a:cubicBezTo>
                  <a:pt x="39444" y="1779"/>
                  <a:pt x="39474" y="1941"/>
                  <a:pt x="39474" y="2133"/>
                </a:cubicBezTo>
                <a:lnTo>
                  <a:pt x="39474" y="4159"/>
                </a:lnTo>
                <a:moveTo>
                  <a:pt x="38974" y="3428"/>
                </a:moveTo>
                <a:lnTo>
                  <a:pt x="38974" y="2593"/>
                </a:lnTo>
                <a:cubicBezTo>
                  <a:pt x="38821" y="2602"/>
                  <a:pt x="38640" y="2615"/>
                  <a:pt x="38433" y="2633"/>
                </a:cubicBezTo>
                <a:cubicBezTo>
                  <a:pt x="38225" y="2651"/>
                  <a:pt x="38061" y="2677"/>
                  <a:pt x="37939" y="2711"/>
                </a:cubicBezTo>
                <a:cubicBezTo>
                  <a:pt x="37795" y="2752"/>
                  <a:pt x="37678" y="2816"/>
                  <a:pt x="37589" y="2903"/>
                </a:cubicBezTo>
                <a:cubicBezTo>
                  <a:pt x="37500" y="2990"/>
                  <a:pt x="37456" y="3109"/>
                  <a:pt x="37456" y="3262"/>
                </a:cubicBezTo>
                <a:cubicBezTo>
                  <a:pt x="37456" y="3433"/>
                  <a:pt x="37507" y="3563"/>
                  <a:pt x="37611" y="3650"/>
                </a:cubicBezTo>
                <a:cubicBezTo>
                  <a:pt x="37714" y="3736"/>
                  <a:pt x="37872" y="3780"/>
                  <a:pt x="38084" y="3780"/>
                </a:cubicBezTo>
                <a:cubicBezTo>
                  <a:pt x="38260" y="3780"/>
                  <a:pt x="38421" y="3745"/>
                  <a:pt x="38568" y="3676"/>
                </a:cubicBezTo>
                <a:cubicBezTo>
                  <a:pt x="38714" y="3608"/>
                  <a:pt x="38849" y="3525"/>
                  <a:pt x="38974" y="3428"/>
                </a:cubicBezTo>
                <a:close/>
                <a:moveTo>
                  <a:pt x="42941" y="2716"/>
                </a:moveTo>
                <a:lnTo>
                  <a:pt x="40741" y="2716"/>
                </a:lnTo>
                <a:cubicBezTo>
                  <a:pt x="40741" y="2900"/>
                  <a:pt x="40768" y="3060"/>
                  <a:pt x="40824" y="3197"/>
                </a:cubicBezTo>
                <a:cubicBezTo>
                  <a:pt x="40879" y="3334"/>
                  <a:pt x="40955" y="3446"/>
                  <a:pt x="41051" y="3533"/>
                </a:cubicBezTo>
                <a:cubicBezTo>
                  <a:pt x="41143" y="3619"/>
                  <a:pt x="41253" y="3683"/>
                  <a:pt x="41381" y="3726"/>
                </a:cubicBezTo>
                <a:cubicBezTo>
                  <a:pt x="41508" y="3769"/>
                  <a:pt x="41649" y="3791"/>
                  <a:pt x="41802" y="3791"/>
                </a:cubicBezTo>
                <a:cubicBezTo>
                  <a:pt x="42005" y="3791"/>
                  <a:pt x="42210" y="3750"/>
                  <a:pt x="42415" y="3668"/>
                </a:cubicBezTo>
                <a:cubicBezTo>
                  <a:pt x="42621" y="3586"/>
                  <a:pt x="42768" y="3506"/>
                  <a:pt x="42855" y="3427"/>
                </a:cubicBezTo>
                <a:lnTo>
                  <a:pt x="42882" y="3427"/>
                </a:lnTo>
                <a:lnTo>
                  <a:pt x="42882" y="3977"/>
                </a:lnTo>
                <a:cubicBezTo>
                  <a:pt x="42713" y="4048"/>
                  <a:pt x="42540" y="4108"/>
                  <a:pt x="42363" y="4156"/>
                </a:cubicBezTo>
                <a:cubicBezTo>
                  <a:pt x="42187" y="4205"/>
                  <a:pt x="42002" y="4229"/>
                  <a:pt x="41807" y="4229"/>
                </a:cubicBezTo>
                <a:cubicBezTo>
                  <a:pt x="41312" y="4229"/>
                  <a:pt x="40925" y="4095"/>
                  <a:pt x="40647" y="3826"/>
                </a:cubicBezTo>
                <a:cubicBezTo>
                  <a:pt x="40369" y="3557"/>
                  <a:pt x="40230" y="3176"/>
                  <a:pt x="40230" y="2681"/>
                </a:cubicBezTo>
                <a:cubicBezTo>
                  <a:pt x="40230" y="2192"/>
                  <a:pt x="40363" y="1804"/>
                  <a:pt x="40630" y="1516"/>
                </a:cubicBezTo>
                <a:cubicBezTo>
                  <a:pt x="40896" y="1229"/>
                  <a:pt x="41247" y="1085"/>
                  <a:pt x="41682" y="1085"/>
                </a:cubicBezTo>
                <a:cubicBezTo>
                  <a:pt x="42084" y="1085"/>
                  <a:pt x="42395" y="1203"/>
                  <a:pt x="42613" y="1439"/>
                </a:cubicBezTo>
                <a:cubicBezTo>
                  <a:pt x="42832" y="1674"/>
                  <a:pt x="42941" y="2009"/>
                  <a:pt x="42941" y="2443"/>
                </a:cubicBezTo>
                <a:lnTo>
                  <a:pt x="42941" y="2716"/>
                </a:lnTo>
                <a:moveTo>
                  <a:pt x="42451" y="2331"/>
                </a:moveTo>
                <a:cubicBezTo>
                  <a:pt x="42450" y="2067"/>
                  <a:pt x="42383" y="1863"/>
                  <a:pt x="42252" y="1719"/>
                </a:cubicBezTo>
                <a:cubicBezTo>
                  <a:pt x="42121" y="1574"/>
                  <a:pt x="41922" y="1502"/>
                  <a:pt x="41655" y="1502"/>
                </a:cubicBezTo>
                <a:cubicBezTo>
                  <a:pt x="41386" y="1502"/>
                  <a:pt x="41172" y="1582"/>
                  <a:pt x="41012" y="1740"/>
                </a:cubicBezTo>
                <a:cubicBezTo>
                  <a:pt x="40853" y="1899"/>
                  <a:pt x="40762" y="2096"/>
                  <a:pt x="40741" y="2331"/>
                </a:cubicBezTo>
                <a:lnTo>
                  <a:pt x="42451" y="2331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B26CDB9-88B0-49E6-9FA7-D992B731F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310" y="1094202"/>
            <a:ext cx="43617" cy="9641"/>
          </a:xfrm>
          <a:custGeom xmlns:a="http://schemas.openxmlformats.org/drawingml/2006/main">
            <a:pathLst>
              <a:path w="43617" h="9641">
                <a:moveTo>
                  <a:pt x="0" y="0"/>
                </a:moveTo>
                <a:lnTo>
                  <a:pt x="43617" y="0"/>
                </a:lnTo>
                <a:lnTo>
                  <a:pt x="43617" y="9641"/>
                </a:lnTo>
                <a:lnTo>
                  <a:pt x="0" y="964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4522D2-351C-42DE-9825-E1E69108B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310" y="1094205"/>
            <a:ext cx="43617" cy="9641"/>
          </a:xfrm>
          <a:custGeom xmlns:a="http://schemas.openxmlformats.org/drawingml/2006/main">
            <a:pathLst>
              <a:path w="43617" h="9641" fill="none">
                <a:moveTo>
                  <a:pt x="0" y="0"/>
                </a:moveTo>
                <a:lnTo>
                  <a:pt x="43617" y="0"/>
                </a:lnTo>
                <a:lnTo>
                  <a:pt x="43617" y="9641"/>
                </a:lnTo>
                <a:lnTo>
                  <a:pt x="0" y="96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37" name="Text Goodeniaceae">
            <a:extLst xmlns:a="http://schemas.openxmlformats.org/drawingml/2006/main">
              <a:ext uri="{FF2B5EF4-FFF2-40B4-BE49-F238E27FC236}">
                <a16:creationId xmlns:a16="http://schemas.microsoft.com/office/drawing/2014/main" id="{6759860D-F204-48D0-8799-B1FDAE464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3153" y="1095734"/>
            <a:ext cx="42578" cy="4768"/>
          </a:xfrm>
          <a:custGeom xmlns:a="http://schemas.openxmlformats.org/drawingml/2006/main">
            <a:pathLst>
              <a:path w="42578" h="4768">
                <a:moveTo>
                  <a:pt x="3985" y="4350"/>
                </a:moveTo>
                <a:cubicBezTo>
                  <a:pt x="3740" y="4462"/>
                  <a:pt x="3474" y="4560"/>
                  <a:pt x="3184" y="4643"/>
                </a:cubicBezTo>
                <a:cubicBezTo>
                  <a:pt x="2895" y="4727"/>
                  <a:pt x="2615" y="4768"/>
                  <a:pt x="2345" y="4768"/>
                </a:cubicBezTo>
                <a:cubicBezTo>
                  <a:pt x="1997" y="4768"/>
                  <a:pt x="1678" y="4720"/>
                  <a:pt x="1387" y="4624"/>
                </a:cubicBezTo>
                <a:cubicBezTo>
                  <a:pt x="1097" y="4528"/>
                  <a:pt x="850" y="4383"/>
                  <a:pt x="646" y="4191"/>
                </a:cubicBezTo>
                <a:cubicBezTo>
                  <a:pt x="439" y="3996"/>
                  <a:pt x="280" y="3753"/>
                  <a:pt x="168" y="3461"/>
                </a:cubicBezTo>
                <a:cubicBezTo>
                  <a:pt x="56" y="3169"/>
                  <a:pt x="0" y="2828"/>
                  <a:pt x="0" y="2437"/>
                </a:cubicBezTo>
                <a:cubicBezTo>
                  <a:pt x="0" y="1721"/>
                  <a:pt x="209" y="1156"/>
                  <a:pt x="626" y="741"/>
                </a:cubicBezTo>
                <a:cubicBezTo>
                  <a:pt x="1043" y="327"/>
                  <a:pt x="1616" y="120"/>
                  <a:pt x="2345" y="120"/>
                </a:cubicBezTo>
                <a:cubicBezTo>
                  <a:pt x="2599" y="120"/>
                  <a:pt x="2859" y="151"/>
                  <a:pt x="3124" y="212"/>
                </a:cubicBezTo>
                <a:cubicBezTo>
                  <a:pt x="3390" y="272"/>
                  <a:pt x="3675" y="376"/>
                  <a:pt x="3982" y="521"/>
                </a:cubicBezTo>
                <a:lnTo>
                  <a:pt x="3982" y="1225"/>
                </a:lnTo>
                <a:lnTo>
                  <a:pt x="3928" y="1225"/>
                </a:lnTo>
                <a:cubicBezTo>
                  <a:pt x="3865" y="1178"/>
                  <a:pt x="3775" y="1116"/>
                  <a:pt x="3657" y="1040"/>
                </a:cubicBezTo>
                <a:cubicBezTo>
                  <a:pt x="3539" y="963"/>
                  <a:pt x="3423" y="899"/>
                  <a:pt x="3309" y="848"/>
                </a:cubicBezTo>
                <a:cubicBezTo>
                  <a:pt x="3171" y="788"/>
                  <a:pt x="3014" y="737"/>
                  <a:pt x="2839" y="697"/>
                </a:cubicBezTo>
                <a:cubicBezTo>
                  <a:pt x="2664" y="657"/>
                  <a:pt x="2465" y="637"/>
                  <a:pt x="2243" y="637"/>
                </a:cubicBezTo>
                <a:cubicBezTo>
                  <a:pt x="1743" y="637"/>
                  <a:pt x="1347" y="797"/>
                  <a:pt x="1055" y="1118"/>
                </a:cubicBezTo>
                <a:cubicBezTo>
                  <a:pt x="764" y="1439"/>
                  <a:pt x="619" y="1874"/>
                  <a:pt x="619" y="2422"/>
                </a:cubicBezTo>
                <a:cubicBezTo>
                  <a:pt x="619" y="3000"/>
                  <a:pt x="771" y="3449"/>
                  <a:pt x="1075" y="3770"/>
                </a:cubicBezTo>
                <a:cubicBezTo>
                  <a:pt x="1379" y="4091"/>
                  <a:pt x="1794" y="4252"/>
                  <a:pt x="2318" y="4252"/>
                </a:cubicBezTo>
                <a:cubicBezTo>
                  <a:pt x="2510" y="4252"/>
                  <a:pt x="2702" y="4233"/>
                  <a:pt x="2893" y="4195"/>
                </a:cubicBezTo>
                <a:cubicBezTo>
                  <a:pt x="3084" y="4157"/>
                  <a:pt x="3252" y="4108"/>
                  <a:pt x="3396" y="4048"/>
                </a:cubicBezTo>
                <a:lnTo>
                  <a:pt x="3396" y="2955"/>
                </a:lnTo>
                <a:lnTo>
                  <a:pt x="2198" y="2955"/>
                </a:lnTo>
                <a:lnTo>
                  <a:pt x="2198" y="2426"/>
                </a:lnTo>
                <a:lnTo>
                  <a:pt x="3985" y="2426"/>
                </a:lnTo>
                <a:lnTo>
                  <a:pt x="3985" y="4350"/>
                </a:lnTo>
                <a:close/>
                <a:moveTo>
                  <a:pt x="7837" y="2995"/>
                </a:moveTo>
                <a:cubicBezTo>
                  <a:pt x="7837" y="3543"/>
                  <a:pt x="7697" y="3976"/>
                  <a:pt x="7417" y="4293"/>
                </a:cubicBezTo>
                <a:cubicBezTo>
                  <a:pt x="7136" y="4610"/>
                  <a:pt x="6761" y="4768"/>
                  <a:pt x="6291" y="4768"/>
                </a:cubicBezTo>
                <a:cubicBezTo>
                  <a:pt x="5816" y="4768"/>
                  <a:pt x="5439" y="4610"/>
                  <a:pt x="5160" y="4293"/>
                </a:cubicBezTo>
                <a:cubicBezTo>
                  <a:pt x="4881" y="3976"/>
                  <a:pt x="4741" y="3543"/>
                  <a:pt x="4741" y="2995"/>
                </a:cubicBezTo>
                <a:cubicBezTo>
                  <a:pt x="4741" y="2447"/>
                  <a:pt x="4881" y="2014"/>
                  <a:pt x="5160" y="1696"/>
                </a:cubicBezTo>
                <a:cubicBezTo>
                  <a:pt x="5439" y="1378"/>
                  <a:pt x="5816" y="1219"/>
                  <a:pt x="6291" y="1219"/>
                </a:cubicBezTo>
                <a:cubicBezTo>
                  <a:pt x="6761" y="1219"/>
                  <a:pt x="7136" y="1378"/>
                  <a:pt x="7417" y="1696"/>
                </a:cubicBezTo>
                <a:cubicBezTo>
                  <a:pt x="7697" y="2014"/>
                  <a:pt x="7837" y="2447"/>
                  <a:pt x="7837" y="2995"/>
                </a:cubicBezTo>
                <a:moveTo>
                  <a:pt x="7255" y="2995"/>
                </a:moveTo>
                <a:cubicBezTo>
                  <a:pt x="7255" y="2561"/>
                  <a:pt x="7169" y="2239"/>
                  <a:pt x="6999" y="2028"/>
                </a:cubicBezTo>
                <a:cubicBezTo>
                  <a:pt x="6829" y="1817"/>
                  <a:pt x="6593" y="1712"/>
                  <a:pt x="6291" y="1712"/>
                </a:cubicBezTo>
                <a:cubicBezTo>
                  <a:pt x="5984" y="1712"/>
                  <a:pt x="5747" y="1817"/>
                  <a:pt x="5578" y="2028"/>
                </a:cubicBezTo>
                <a:cubicBezTo>
                  <a:pt x="5408" y="2239"/>
                  <a:pt x="5324" y="2561"/>
                  <a:pt x="5324" y="2995"/>
                </a:cubicBezTo>
                <a:cubicBezTo>
                  <a:pt x="5324" y="3415"/>
                  <a:pt x="5409" y="3733"/>
                  <a:pt x="5579" y="3950"/>
                </a:cubicBezTo>
                <a:cubicBezTo>
                  <a:pt x="5749" y="4167"/>
                  <a:pt x="5986" y="4276"/>
                  <a:pt x="6291" y="4276"/>
                </a:cubicBezTo>
                <a:cubicBezTo>
                  <a:pt x="6591" y="4276"/>
                  <a:pt x="6827" y="4168"/>
                  <a:pt x="6998" y="3953"/>
                </a:cubicBezTo>
                <a:cubicBezTo>
                  <a:pt x="7169" y="3738"/>
                  <a:pt x="7255" y="3419"/>
                  <a:pt x="7255" y="2995"/>
                </a:cubicBezTo>
                <a:close/>
                <a:moveTo>
                  <a:pt x="11570" y="2995"/>
                </a:moveTo>
                <a:cubicBezTo>
                  <a:pt x="11570" y="3543"/>
                  <a:pt x="11429" y="3976"/>
                  <a:pt x="11149" y="4293"/>
                </a:cubicBezTo>
                <a:cubicBezTo>
                  <a:pt x="10869" y="4610"/>
                  <a:pt x="10494" y="4768"/>
                  <a:pt x="10023" y="4768"/>
                </a:cubicBezTo>
                <a:cubicBezTo>
                  <a:pt x="9549" y="4768"/>
                  <a:pt x="9172" y="4610"/>
                  <a:pt x="8893" y="4293"/>
                </a:cubicBezTo>
                <a:cubicBezTo>
                  <a:pt x="8613" y="3976"/>
                  <a:pt x="8474" y="3543"/>
                  <a:pt x="8474" y="2995"/>
                </a:cubicBezTo>
                <a:cubicBezTo>
                  <a:pt x="8474" y="2447"/>
                  <a:pt x="8613" y="2014"/>
                  <a:pt x="8893" y="1696"/>
                </a:cubicBezTo>
                <a:cubicBezTo>
                  <a:pt x="9172" y="1378"/>
                  <a:pt x="9549" y="1219"/>
                  <a:pt x="10023" y="1219"/>
                </a:cubicBezTo>
                <a:cubicBezTo>
                  <a:pt x="10494" y="1219"/>
                  <a:pt x="10869" y="1378"/>
                  <a:pt x="11149" y="1696"/>
                </a:cubicBezTo>
                <a:cubicBezTo>
                  <a:pt x="11429" y="2014"/>
                  <a:pt x="11570" y="2447"/>
                  <a:pt x="11570" y="2995"/>
                </a:cubicBezTo>
                <a:moveTo>
                  <a:pt x="10987" y="2995"/>
                </a:moveTo>
                <a:cubicBezTo>
                  <a:pt x="10987" y="2561"/>
                  <a:pt x="10902" y="2239"/>
                  <a:pt x="10732" y="2028"/>
                </a:cubicBezTo>
                <a:cubicBezTo>
                  <a:pt x="10562" y="1817"/>
                  <a:pt x="10325" y="1712"/>
                  <a:pt x="10023" y="1712"/>
                </a:cubicBezTo>
                <a:cubicBezTo>
                  <a:pt x="9717" y="1712"/>
                  <a:pt x="9479" y="1817"/>
                  <a:pt x="9310" y="2028"/>
                </a:cubicBezTo>
                <a:cubicBezTo>
                  <a:pt x="9141" y="2239"/>
                  <a:pt x="9056" y="2561"/>
                  <a:pt x="9056" y="2995"/>
                </a:cubicBezTo>
                <a:cubicBezTo>
                  <a:pt x="9056" y="3415"/>
                  <a:pt x="9141" y="3733"/>
                  <a:pt x="9312" y="3950"/>
                </a:cubicBezTo>
                <a:cubicBezTo>
                  <a:pt x="9482" y="4167"/>
                  <a:pt x="9719" y="4276"/>
                  <a:pt x="10023" y="4276"/>
                </a:cubicBezTo>
                <a:cubicBezTo>
                  <a:pt x="10323" y="4276"/>
                  <a:pt x="10559" y="4168"/>
                  <a:pt x="10730" y="3953"/>
                </a:cubicBezTo>
                <a:cubicBezTo>
                  <a:pt x="10901" y="3738"/>
                  <a:pt x="10987" y="3419"/>
                  <a:pt x="10987" y="2995"/>
                </a:cubicBezTo>
                <a:close/>
                <a:moveTo>
                  <a:pt x="15164" y="4672"/>
                </a:moveTo>
                <a:lnTo>
                  <a:pt x="14599" y="4672"/>
                </a:lnTo>
                <a:lnTo>
                  <a:pt x="14599" y="4323"/>
                </a:lnTo>
                <a:cubicBezTo>
                  <a:pt x="14437" y="4463"/>
                  <a:pt x="14268" y="4573"/>
                  <a:pt x="14092" y="4651"/>
                </a:cubicBezTo>
                <a:cubicBezTo>
                  <a:pt x="13915" y="4729"/>
                  <a:pt x="13724" y="4768"/>
                  <a:pt x="13518" y="4768"/>
                </a:cubicBezTo>
                <a:cubicBezTo>
                  <a:pt x="13118" y="4768"/>
                  <a:pt x="12800" y="4614"/>
                  <a:pt x="12565" y="4305"/>
                </a:cubicBezTo>
                <a:cubicBezTo>
                  <a:pt x="12330" y="3996"/>
                  <a:pt x="12212" y="3567"/>
                  <a:pt x="12212" y="3019"/>
                </a:cubicBezTo>
                <a:cubicBezTo>
                  <a:pt x="12212" y="2734"/>
                  <a:pt x="12252" y="2480"/>
                  <a:pt x="12334" y="2258"/>
                </a:cubicBezTo>
                <a:cubicBezTo>
                  <a:pt x="12415" y="2035"/>
                  <a:pt x="12524" y="1845"/>
                  <a:pt x="12662" y="1689"/>
                </a:cubicBezTo>
                <a:cubicBezTo>
                  <a:pt x="12798" y="1536"/>
                  <a:pt x="12957" y="1420"/>
                  <a:pt x="13138" y="1340"/>
                </a:cubicBezTo>
                <a:cubicBezTo>
                  <a:pt x="13319" y="1259"/>
                  <a:pt x="13507" y="1219"/>
                  <a:pt x="13701" y="1219"/>
                </a:cubicBezTo>
                <a:cubicBezTo>
                  <a:pt x="13877" y="1219"/>
                  <a:pt x="14034" y="1238"/>
                  <a:pt x="14170" y="1275"/>
                </a:cubicBezTo>
                <a:cubicBezTo>
                  <a:pt x="14306" y="1312"/>
                  <a:pt x="14449" y="1370"/>
                  <a:pt x="14599" y="1448"/>
                </a:cubicBezTo>
                <a:lnTo>
                  <a:pt x="14599" y="0"/>
                </a:lnTo>
                <a:lnTo>
                  <a:pt x="15164" y="0"/>
                </a:lnTo>
                <a:lnTo>
                  <a:pt x="15164" y="4672"/>
                </a:lnTo>
                <a:moveTo>
                  <a:pt x="14599" y="3846"/>
                </a:moveTo>
                <a:lnTo>
                  <a:pt x="14599" y="1922"/>
                </a:lnTo>
                <a:cubicBezTo>
                  <a:pt x="14447" y="1854"/>
                  <a:pt x="14311" y="1807"/>
                  <a:pt x="14191" y="1781"/>
                </a:cubicBezTo>
                <a:cubicBezTo>
                  <a:pt x="14071" y="1755"/>
                  <a:pt x="13939" y="1742"/>
                  <a:pt x="13797" y="1742"/>
                </a:cubicBezTo>
                <a:cubicBezTo>
                  <a:pt x="13481" y="1742"/>
                  <a:pt x="13235" y="1852"/>
                  <a:pt x="13059" y="2072"/>
                </a:cubicBezTo>
                <a:cubicBezTo>
                  <a:pt x="12883" y="2292"/>
                  <a:pt x="12794" y="2604"/>
                  <a:pt x="12794" y="3009"/>
                </a:cubicBezTo>
                <a:cubicBezTo>
                  <a:pt x="12794" y="3407"/>
                  <a:pt x="12863" y="3710"/>
                  <a:pt x="12999" y="3917"/>
                </a:cubicBezTo>
                <a:cubicBezTo>
                  <a:pt x="13135" y="4124"/>
                  <a:pt x="13353" y="4228"/>
                  <a:pt x="13653" y="4228"/>
                </a:cubicBezTo>
                <a:cubicBezTo>
                  <a:pt x="13813" y="4228"/>
                  <a:pt x="13976" y="4192"/>
                  <a:pt x="14140" y="4121"/>
                </a:cubicBezTo>
                <a:cubicBezTo>
                  <a:pt x="14304" y="4050"/>
                  <a:pt x="14457" y="3959"/>
                  <a:pt x="14599" y="3846"/>
                </a:cubicBezTo>
                <a:close/>
                <a:moveTo>
                  <a:pt x="19082" y="3051"/>
                </a:moveTo>
                <a:lnTo>
                  <a:pt x="16611" y="3051"/>
                </a:lnTo>
                <a:cubicBezTo>
                  <a:pt x="16611" y="3257"/>
                  <a:pt x="16642" y="3438"/>
                  <a:pt x="16704" y="3591"/>
                </a:cubicBezTo>
                <a:cubicBezTo>
                  <a:pt x="16766" y="3745"/>
                  <a:pt x="16851" y="3870"/>
                  <a:pt x="16959" y="3969"/>
                </a:cubicBezTo>
                <a:cubicBezTo>
                  <a:pt x="17063" y="4065"/>
                  <a:pt x="17187" y="4137"/>
                  <a:pt x="17330" y="4186"/>
                </a:cubicBezTo>
                <a:cubicBezTo>
                  <a:pt x="17473" y="4234"/>
                  <a:pt x="17631" y="4258"/>
                  <a:pt x="17803" y="4258"/>
                </a:cubicBezTo>
                <a:cubicBezTo>
                  <a:pt x="18031" y="4258"/>
                  <a:pt x="18261" y="4212"/>
                  <a:pt x="18492" y="4120"/>
                </a:cubicBezTo>
                <a:cubicBezTo>
                  <a:pt x="18723" y="4028"/>
                  <a:pt x="18888" y="3938"/>
                  <a:pt x="18986" y="3849"/>
                </a:cubicBezTo>
                <a:lnTo>
                  <a:pt x="19016" y="3849"/>
                </a:lnTo>
                <a:lnTo>
                  <a:pt x="19016" y="4467"/>
                </a:lnTo>
                <a:cubicBezTo>
                  <a:pt x="18826" y="4547"/>
                  <a:pt x="18632" y="4615"/>
                  <a:pt x="18433" y="4669"/>
                </a:cubicBezTo>
                <a:cubicBezTo>
                  <a:pt x="18235" y="4723"/>
                  <a:pt x="18027" y="4750"/>
                  <a:pt x="17809" y="4750"/>
                </a:cubicBezTo>
                <a:cubicBezTo>
                  <a:pt x="17252" y="4750"/>
                  <a:pt x="16818" y="4599"/>
                  <a:pt x="16506" y="4298"/>
                </a:cubicBezTo>
                <a:cubicBezTo>
                  <a:pt x="16193" y="3996"/>
                  <a:pt x="16037" y="3567"/>
                  <a:pt x="16037" y="3012"/>
                </a:cubicBezTo>
                <a:cubicBezTo>
                  <a:pt x="16037" y="2462"/>
                  <a:pt x="16187" y="2026"/>
                  <a:pt x="16486" y="1703"/>
                </a:cubicBezTo>
                <a:cubicBezTo>
                  <a:pt x="16785" y="1381"/>
                  <a:pt x="17179" y="1219"/>
                  <a:pt x="17668" y="1219"/>
                </a:cubicBezTo>
                <a:cubicBezTo>
                  <a:pt x="18120" y="1219"/>
                  <a:pt x="18469" y="1351"/>
                  <a:pt x="18714" y="1616"/>
                </a:cubicBezTo>
                <a:cubicBezTo>
                  <a:pt x="18959" y="1881"/>
                  <a:pt x="19082" y="2257"/>
                  <a:pt x="19082" y="2744"/>
                </a:cubicBezTo>
                <a:lnTo>
                  <a:pt x="19082" y="3051"/>
                </a:lnTo>
                <a:moveTo>
                  <a:pt x="18533" y="2618"/>
                </a:moveTo>
                <a:cubicBezTo>
                  <a:pt x="18531" y="2322"/>
                  <a:pt x="18456" y="2093"/>
                  <a:pt x="18309" y="1931"/>
                </a:cubicBezTo>
                <a:cubicBezTo>
                  <a:pt x="18162" y="1769"/>
                  <a:pt x="17938" y="1688"/>
                  <a:pt x="17638" y="1688"/>
                </a:cubicBezTo>
                <a:cubicBezTo>
                  <a:pt x="17335" y="1688"/>
                  <a:pt x="17095" y="1777"/>
                  <a:pt x="16916" y="1955"/>
                </a:cubicBezTo>
                <a:cubicBezTo>
                  <a:pt x="16736" y="2133"/>
                  <a:pt x="16635" y="2354"/>
                  <a:pt x="16611" y="2618"/>
                </a:cubicBezTo>
                <a:lnTo>
                  <a:pt x="18533" y="2618"/>
                </a:lnTo>
                <a:close/>
                <a:moveTo>
                  <a:pt x="22742" y="4672"/>
                </a:moveTo>
                <a:lnTo>
                  <a:pt x="22178" y="4672"/>
                </a:lnTo>
                <a:lnTo>
                  <a:pt x="22178" y="2761"/>
                </a:lnTo>
                <a:cubicBezTo>
                  <a:pt x="22178" y="2606"/>
                  <a:pt x="22169" y="2461"/>
                  <a:pt x="22151" y="2326"/>
                </a:cubicBezTo>
                <a:cubicBezTo>
                  <a:pt x="22133" y="2191"/>
                  <a:pt x="22100" y="2085"/>
                  <a:pt x="22052" y="2009"/>
                </a:cubicBezTo>
                <a:cubicBezTo>
                  <a:pt x="22002" y="1925"/>
                  <a:pt x="21930" y="1862"/>
                  <a:pt x="21836" y="1821"/>
                </a:cubicBezTo>
                <a:cubicBezTo>
                  <a:pt x="21741" y="1780"/>
                  <a:pt x="21619" y="1760"/>
                  <a:pt x="21469" y="1760"/>
                </a:cubicBezTo>
                <a:cubicBezTo>
                  <a:pt x="21315" y="1760"/>
                  <a:pt x="21154" y="1798"/>
                  <a:pt x="20986" y="1874"/>
                </a:cubicBezTo>
                <a:cubicBezTo>
                  <a:pt x="20818" y="1950"/>
                  <a:pt x="20656" y="2047"/>
                  <a:pt x="20502" y="2165"/>
                </a:cubicBezTo>
                <a:lnTo>
                  <a:pt x="20502" y="4672"/>
                </a:lnTo>
                <a:lnTo>
                  <a:pt x="19938" y="4672"/>
                </a:lnTo>
                <a:lnTo>
                  <a:pt x="19938" y="1315"/>
                </a:lnTo>
                <a:lnTo>
                  <a:pt x="20502" y="1315"/>
                </a:lnTo>
                <a:lnTo>
                  <a:pt x="20502" y="1685"/>
                </a:lnTo>
                <a:cubicBezTo>
                  <a:pt x="20678" y="1539"/>
                  <a:pt x="20861" y="1425"/>
                  <a:pt x="21049" y="1342"/>
                </a:cubicBezTo>
                <a:cubicBezTo>
                  <a:pt x="21237" y="1260"/>
                  <a:pt x="21430" y="1219"/>
                  <a:pt x="21628" y="1219"/>
                </a:cubicBezTo>
                <a:cubicBezTo>
                  <a:pt x="21991" y="1219"/>
                  <a:pt x="22267" y="1328"/>
                  <a:pt x="22457" y="1547"/>
                </a:cubicBezTo>
                <a:cubicBezTo>
                  <a:pt x="22647" y="1766"/>
                  <a:pt x="22742" y="2080"/>
                  <a:pt x="22742" y="2491"/>
                </a:cubicBezTo>
                <a:lnTo>
                  <a:pt x="22742" y="4672"/>
                </a:lnTo>
                <a:close/>
                <a:moveTo>
                  <a:pt x="24436" y="757"/>
                </a:moveTo>
                <a:lnTo>
                  <a:pt x="23799" y="757"/>
                </a:lnTo>
                <a:lnTo>
                  <a:pt x="23799" y="168"/>
                </a:lnTo>
                <a:lnTo>
                  <a:pt x="24436" y="168"/>
                </a:lnTo>
                <a:lnTo>
                  <a:pt x="24436" y="757"/>
                </a:lnTo>
                <a:moveTo>
                  <a:pt x="24400" y="4672"/>
                </a:moveTo>
                <a:lnTo>
                  <a:pt x="23835" y="4672"/>
                </a:lnTo>
                <a:lnTo>
                  <a:pt x="23835" y="1315"/>
                </a:lnTo>
                <a:lnTo>
                  <a:pt x="24400" y="1315"/>
                </a:lnTo>
                <a:lnTo>
                  <a:pt x="24400" y="4672"/>
                </a:lnTo>
                <a:close/>
                <a:moveTo>
                  <a:pt x="28123" y="4672"/>
                </a:moveTo>
                <a:lnTo>
                  <a:pt x="27562" y="4672"/>
                </a:lnTo>
                <a:lnTo>
                  <a:pt x="27562" y="4317"/>
                </a:lnTo>
                <a:cubicBezTo>
                  <a:pt x="27512" y="4351"/>
                  <a:pt x="27444" y="4399"/>
                  <a:pt x="27359" y="4460"/>
                </a:cubicBezTo>
                <a:cubicBezTo>
                  <a:pt x="27274" y="4521"/>
                  <a:pt x="27191" y="4570"/>
                  <a:pt x="27111" y="4606"/>
                </a:cubicBezTo>
                <a:cubicBezTo>
                  <a:pt x="27017" y="4652"/>
                  <a:pt x="26909" y="4691"/>
                  <a:pt x="26787" y="4722"/>
                </a:cubicBezTo>
                <a:cubicBezTo>
                  <a:pt x="26665" y="4753"/>
                  <a:pt x="26522" y="4768"/>
                  <a:pt x="26357" y="4768"/>
                </a:cubicBezTo>
                <a:cubicBezTo>
                  <a:pt x="26055" y="4768"/>
                  <a:pt x="25799" y="4668"/>
                  <a:pt x="25589" y="4468"/>
                </a:cubicBezTo>
                <a:cubicBezTo>
                  <a:pt x="25379" y="4267"/>
                  <a:pt x="25274" y="4012"/>
                  <a:pt x="25274" y="3701"/>
                </a:cubicBezTo>
                <a:cubicBezTo>
                  <a:pt x="25274" y="3446"/>
                  <a:pt x="25328" y="3240"/>
                  <a:pt x="25437" y="3083"/>
                </a:cubicBezTo>
                <a:cubicBezTo>
                  <a:pt x="25546" y="2926"/>
                  <a:pt x="25702" y="2802"/>
                  <a:pt x="25904" y="2712"/>
                </a:cubicBezTo>
                <a:cubicBezTo>
                  <a:pt x="26108" y="2622"/>
                  <a:pt x="26353" y="2560"/>
                  <a:pt x="26640" y="2528"/>
                </a:cubicBezTo>
                <a:cubicBezTo>
                  <a:pt x="26926" y="2496"/>
                  <a:pt x="27233" y="2472"/>
                  <a:pt x="27562" y="2456"/>
                </a:cubicBezTo>
                <a:lnTo>
                  <a:pt x="27562" y="2368"/>
                </a:lnTo>
                <a:cubicBezTo>
                  <a:pt x="27562" y="2239"/>
                  <a:pt x="27539" y="2132"/>
                  <a:pt x="27494" y="2047"/>
                </a:cubicBezTo>
                <a:cubicBezTo>
                  <a:pt x="27449" y="1963"/>
                  <a:pt x="27384" y="1896"/>
                  <a:pt x="27300" y="1848"/>
                </a:cubicBezTo>
                <a:cubicBezTo>
                  <a:pt x="27220" y="1801"/>
                  <a:pt x="27124" y="1770"/>
                  <a:pt x="27012" y="1754"/>
                </a:cubicBezTo>
                <a:cubicBezTo>
                  <a:pt x="26900" y="1738"/>
                  <a:pt x="26783" y="1730"/>
                  <a:pt x="26661" y="1730"/>
                </a:cubicBezTo>
                <a:cubicBezTo>
                  <a:pt x="26513" y="1730"/>
                  <a:pt x="26347" y="1750"/>
                  <a:pt x="26165" y="1790"/>
                </a:cubicBezTo>
                <a:cubicBezTo>
                  <a:pt x="25983" y="1830"/>
                  <a:pt x="25795" y="1888"/>
                  <a:pt x="25601" y="1964"/>
                </a:cubicBezTo>
                <a:lnTo>
                  <a:pt x="25571" y="1964"/>
                </a:lnTo>
                <a:lnTo>
                  <a:pt x="25571" y="1390"/>
                </a:lnTo>
                <a:cubicBezTo>
                  <a:pt x="25681" y="1360"/>
                  <a:pt x="25840" y="1327"/>
                  <a:pt x="26048" y="1291"/>
                </a:cubicBezTo>
                <a:cubicBezTo>
                  <a:pt x="26256" y="1255"/>
                  <a:pt x="26462" y="1237"/>
                  <a:pt x="26664" y="1237"/>
                </a:cubicBezTo>
                <a:cubicBezTo>
                  <a:pt x="26900" y="1237"/>
                  <a:pt x="27106" y="1257"/>
                  <a:pt x="27281" y="1296"/>
                </a:cubicBezTo>
                <a:cubicBezTo>
                  <a:pt x="27456" y="1335"/>
                  <a:pt x="27608" y="1401"/>
                  <a:pt x="27736" y="1495"/>
                </a:cubicBezTo>
                <a:cubicBezTo>
                  <a:pt x="27862" y="1587"/>
                  <a:pt x="27958" y="1707"/>
                  <a:pt x="28024" y="1853"/>
                </a:cubicBezTo>
                <a:cubicBezTo>
                  <a:pt x="28090" y="1999"/>
                  <a:pt x="28123" y="2180"/>
                  <a:pt x="28123" y="2396"/>
                </a:cubicBezTo>
                <a:lnTo>
                  <a:pt x="28123" y="4672"/>
                </a:lnTo>
                <a:moveTo>
                  <a:pt x="27562" y="3851"/>
                </a:moveTo>
                <a:lnTo>
                  <a:pt x="27562" y="2913"/>
                </a:lnTo>
                <a:cubicBezTo>
                  <a:pt x="27389" y="2923"/>
                  <a:pt x="27187" y="2938"/>
                  <a:pt x="26954" y="2958"/>
                </a:cubicBezTo>
                <a:cubicBezTo>
                  <a:pt x="26720" y="2978"/>
                  <a:pt x="26536" y="3007"/>
                  <a:pt x="26400" y="3045"/>
                </a:cubicBezTo>
                <a:cubicBezTo>
                  <a:pt x="26237" y="3092"/>
                  <a:pt x="26106" y="3164"/>
                  <a:pt x="26006" y="3261"/>
                </a:cubicBezTo>
                <a:cubicBezTo>
                  <a:pt x="25906" y="3359"/>
                  <a:pt x="25856" y="3493"/>
                  <a:pt x="25856" y="3664"/>
                </a:cubicBezTo>
                <a:cubicBezTo>
                  <a:pt x="25856" y="3857"/>
                  <a:pt x="25914" y="4002"/>
                  <a:pt x="26030" y="4100"/>
                </a:cubicBezTo>
                <a:cubicBezTo>
                  <a:pt x="26146" y="4197"/>
                  <a:pt x="26323" y="4246"/>
                  <a:pt x="26562" y="4246"/>
                </a:cubicBezTo>
                <a:cubicBezTo>
                  <a:pt x="26760" y="4246"/>
                  <a:pt x="26941" y="4207"/>
                  <a:pt x="27105" y="4130"/>
                </a:cubicBezTo>
                <a:cubicBezTo>
                  <a:pt x="27269" y="4052"/>
                  <a:pt x="27421" y="3959"/>
                  <a:pt x="27562" y="3851"/>
                </a:cubicBezTo>
                <a:close/>
                <a:moveTo>
                  <a:pt x="31690" y="4465"/>
                </a:moveTo>
                <a:cubicBezTo>
                  <a:pt x="31502" y="4555"/>
                  <a:pt x="31323" y="4625"/>
                  <a:pt x="31154" y="4675"/>
                </a:cubicBezTo>
                <a:cubicBezTo>
                  <a:pt x="30985" y="4725"/>
                  <a:pt x="30805" y="4750"/>
                  <a:pt x="30615" y="4750"/>
                </a:cubicBezTo>
                <a:cubicBezTo>
                  <a:pt x="30373" y="4750"/>
                  <a:pt x="30151" y="4715"/>
                  <a:pt x="29949" y="4643"/>
                </a:cubicBezTo>
                <a:cubicBezTo>
                  <a:pt x="29747" y="4572"/>
                  <a:pt x="29573" y="4465"/>
                  <a:pt x="29429" y="4320"/>
                </a:cubicBezTo>
                <a:cubicBezTo>
                  <a:pt x="29283" y="4176"/>
                  <a:pt x="29170" y="3993"/>
                  <a:pt x="29090" y="3773"/>
                </a:cubicBezTo>
                <a:cubicBezTo>
                  <a:pt x="29010" y="3552"/>
                  <a:pt x="28970" y="3294"/>
                  <a:pt x="28970" y="3000"/>
                </a:cubicBezTo>
                <a:cubicBezTo>
                  <a:pt x="28970" y="2450"/>
                  <a:pt x="29120" y="2019"/>
                  <a:pt x="29422" y="1706"/>
                </a:cubicBezTo>
                <a:cubicBezTo>
                  <a:pt x="29723" y="1394"/>
                  <a:pt x="30121" y="1237"/>
                  <a:pt x="30615" y="1237"/>
                </a:cubicBezTo>
                <a:cubicBezTo>
                  <a:pt x="30807" y="1237"/>
                  <a:pt x="30996" y="1264"/>
                  <a:pt x="31181" y="1318"/>
                </a:cubicBezTo>
                <a:cubicBezTo>
                  <a:pt x="31366" y="1372"/>
                  <a:pt x="31536" y="1438"/>
                  <a:pt x="31690" y="1516"/>
                </a:cubicBezTo>
                <a:lnTo>
                  <a:pt x="31690" y="2144"/>
                </a:lnTo>
                <a:lnTo>
                  <a:pt x="31660" y="2144"/>
                </a:lnTo>
                <a:cubicBezTo>
                  <a:pt x="31488" y="2011"/>
                  <a:pt x="31310" y="1908"/>
                  <a:pt x="31127" y="1837"/>
                </a:cubicBezTo>
                <a:cubicBezTo>
                  <a:pt x="30944" y="1765"/>
                  <a:pt x="30765" y="1730"/>
                  <a:pt x="30591" y="1730"/>
                </a:cubicBezTo>
                <a:cubicBezTo>
                  <a:pt x="30271" y="1730"/>
                  <a:pt x="30018" y="1837"/>
                  <a:pt x="29833" y="2052"/>
                </a:cubicBezTo>
                <a:cubicBezTo>
                  <a:pt x="29648" y="2268"/>
                  <a:pt x="29555" y="2583"/>
                  <a:pt x="29555" y="3000"/>
                </a:cubicBezTo>
                <a:cubicBezTo>
                  <a:pt x="29555" y="3404"/>
                  <a:pt x="29646" y="3715"/>
                  <a:pt x="29827" y="3932"/>
                </a:cubicBezTo>
                <a:cubicBezTo>
                  <a:pt x="30008" y="4149"/>
                  <a:pt x="30263" y="4258"/>
                  <a:pt x="30591" y="4258"/>
                </a:cubicBezTo>
                <a:cubicBezTo>
                  <a:pt x="30705" y="4258"/>
                  <a:pt x="30821" y="4243"/>
                  <a:pt x="30940" y="4213"/>
                </a:cubicBezTo>
                <a:cubicBezTo>
                  <a:pt x="31058" y="4183"/>
                  <a:pt x="31164" y="4145"/>
                  <a:pt x="31258" y="4097"/>
                </a:cubicBezTo>
                <a:cubicBezTo>
                  <a:pt x="31340" y="4055"/>
                  <a:pt x="31417" y="4011"/>
                  <a:pt x="31489" y="3964"/>
                </a:cubicBezTo>
                <a:cubicBezTo>
                  <a:pt x="31561" y="3917"/>
                  <a:pt x="31618" y="3877"/>
                  <a:pt x="31660" y="3843"/>
                </a:cubicBezTo>
                <a:lnTo>
                  <a:pt x="31690" y="3843"/>
                </a:lnTo>
                <a:lnTo>
                  <a:pt x="31690" y="4465"/>
                </a:lnTo>
                <a:close/>
                <a:moveTo>
                  <a:pt x="35221" y="3051"/>
                </a:moveTo>
                <a:lnTo>
                  <a:pt x="32750" y="3051"/>
                </a:lnTo>
                <a:cubicBezTo>
                  <a:pt x="32750" y="3257"/>
                  <a:pt x="32781" y="3438"/>
                  <a:pt x="32843" y="3591"/>
                </a:cubicBezTo>
                <a:cubicBezTo>
                  <a:pt x="32905" y="3745"/>
                  <a:pt x="32990" y="3870"/>
                  <a:pt x="33099" y="3969"/>
                </a:cubicBezTo>
                <a:cubicBezTo>
                  <a:pt x="33203" y="4065"/>
                  <a:pt x="33326" y="4137"/>
                  <a:pt x="33469" y="4186"/>
                </a:cubicBezTo>
                <a:cubicBezTo>
                  <a:pt x="33612" y="4234"/>
                  <a:pt x="33770" y="4258"/>
                  <a:pt x="33942" y="4258"/>
                </a:cubicBezTo>
                <a:cubicBezTo>
                  <a:pt x="34170" y="4258"/>
                  <a:pt x="34400" y="4212"/>
                  <a:pt x="34631" y="4120"/>
                </a:cubicBezTo>
                <a:cubicBezTo>
                  <a:pt x="34863" y="4028"/>
                  <a:pt x="35027" y="3938"/>
                  <a:pt x="35125" y="3849"/>
                </a:cubicBezTo>
                <a:lnTo>
                  <a:pt x="35155" y="3849"/>
                </a:lnTo>
                <a:lnTo>
                  <a:pt x="35155" y="4467"/>
                </a:lnTo>
                <a:cubicBezTo>
                  <a:pt x="34965" y="4547"/>
                  <a:pt x="34771" y="4615"/>
                  <a:pt x="34573" y="4669"/>
                </a:cubicBezTo>
                <a:cubicBezTo>
                  <a:pt x="34375" y="4723"/>
                  <a:pt x="34166" y="4750"/>
                  <a:pt x="33948" y="4750"/>
                </a:cubicBezTo>
                <a:cubicBezTo>
                  <a:pt x="33392" y="4750"/>
                  <a:pt x="32957" y="4599"/>
                  <a:pt x="32645" y="4298"/>
                </a:cubicBezTo>
                <a:cubicBezTo>
                  <a:pt x="32333" y="3996"/>
                  <a:pt x="32177" y="3567"/>
                  <a:pt x="32177" y="3012"/>
                </a:cubicBezTo>
                <a:cubicBezTo>
                  <a:pt x="32177" y="2462"/>
                  <a:pt x="32326" y="2026"/>
                  <a:pt x="32626" y="1703"/>
                </a:cubicBezTo>
                <a:cubicBezTo>
                  <a:pt x="32925" y="1381"/>
                  <a:pt x="33319" y="1219"/>
                  <a:pt x="33807" y="1219"/>
                </a:cubicBezTo>
                <a:cubicBezTo>
                  <a:pt x="34260" y="1219"/>
                  <a:pt x="34608" y="1351"/>
                  <a:pt x="34854" y="1616"/>
                </a:cubicBezTo>
                <a:cubicBezTo>
                  <a:pt x="35099" y="1881"/>
                  <a:pt x="35221" y="2257"/>
                  <a:pt x="35221" y="2744"/>
                </a:cubicBezTo>
                <a:lnTo>
                  <a:pt x="35221" y="3051"/>
                </a:lnTo>
                <a:moveTo>
                  <a:pt x="34672" y="2618"/>
                </a:moveTo>
                <a:cubicBezTo>
                  <a:pt x="34670" y="2322"/>
                  <a:pt x="34595" y="2093"/>
                  <a:pt x="34448" y="1931"/>
                </a:cubicBezTo>
                <a:cubicBezTo>
                  <a:pt x="34301" y="1769"/>
                  <a:pt x="34077" y="1688"/>
                  <a:pt x="33777" y="1688"/>
                </a:cubicBezTo>
                <a:cubicBezTo>
                  <a:pt x="33475" y="1688"/>
                  <a:pt x="33234" y="1777"/>
                  <a:pt x="33055" y="1955"/>
                </a:cubicBezTo>
                <a:cubicBezTo>
                  <a:pt x="32876" y="2133"/>
                  <a:pt x="32774" y="2354"/>
                  <a:pt x="32750" y="2618"/>
                </a:cubicBezTo>
                <a:lnTo>
                  <a:pt x="34672" y="2618"/>
                </a:lnTo>
                <a:close/>
                <a:moveTo>
                  <a:pt x="38683" y="4672"/>
                </a:moveTo>
                <a:lnTo>
                  <a:pt x="38122" y="4672"/>
                </a:lnTo>
                <a:lnTo>
                  <a:pt x="38122" y="4317"/>
                </a:lnTo>
                <a:cubicBezTo>
                  <a:pt x="38072" y="4351"/>
                  <a:pt x="38004" y="4399"/>
                  <a:pt x="37919" y="4460"/>
                </a:cubicBezTo>
                <a:cubicBezTo>
                  <a:pt x="37834" y="4521"/>
                  <a:pt x="37751" y="4570"/>
                  <a:pt x="37671" y="4606"/>
                </a:cubicBezTo>
                <a:cubicBezTo>
                  <a:pt x="37577" y="4652"/>
                  <a:pt x="37469" y="4691"/>
                  <a:pt x="37347" y="4722"/>
                </a:cubicBezTo>
                <a:cubicBezTo>
                  <a:pt x="37225" y="4753"/>
                  <a:pt x="37082" y="4768"/>
                  <a:pt x="36918" y="4768"/>
                </a:cubicBezTo>
                <a:cubicBezTo>
                  <a:pt x="36615" y="4768"/>
                  <a:pt x="36359" y="4668"/>
                  <a:pt x="36149" y="4468"/>
                </a:cubicBezTo>
                <a:cubicBezTo>
                  <a:pt x="35939" y="4267"/>
                  <a:pt x="35834" y="4012"/>
                  <a:pt x="35834" y="3701"/>
                </a:cubicBezTo>
                <a:cubicBezTo>
                  <a:pt x="35834" y="3446"/>
                  <a:pt x="35888" y="3240"/>
                  <a:pt x="35997" y="3083"/>
                </a:cubicBezTo>
                <a:cubicBezTo>
                  <a:pt x="36106" y="2926"/>
                  <a:pt x="36262" y="2802"/>
                  <a:pt x="36464" y="2712"/>
                </a:cubicBezTo>
                <a:cubicBezTo>
                  <a:pt x="36668" y="2622"/>
                  <a:pt x="36914" y="2560"/>
                  <a:pt x="37200" y="2528"/>
                </a:cubicBezTo>
                <a:cubicBezTo>
                  <a:pt x="37486" y="2496"/>
                  <a:pt x="37794" y="2472"/>
                  <a:pt x="38122" y="2456"/>
                </a:cubicBezTo>
                <a:lnTo>
                  <a:pt x="38122" y="2368"/>
                </a:lnTo>
                <a:cubicBezTo>
                  <a:pt x="38122" y="2239"/>
                  <a:pt x="38099" y="2132"/>
                  <a:pt x="38054" y="2047"/>
                </a:cubicBezTo>
                <a:cubicBezTo>
                  <a:pt x="38009" y="1963"/>
                  <a:pt x="37945" y="1896"/>
                  <a:pt x="37861" y="1848"/>
                </a:cubicBezTo>
                <a:cubicBezTo>
                  <a:pt x="37780" y="1801"/>
                  <a:pt x="37684" y="1770"/>
                  <a:pt x="37572" y="1754"/>
                </a:cubicBezTo>
                <a:cubicBezTo>
                  <a:pt x="37460" y="1738"/>
                  <a:pt x="37343" y="1730"/>
                  <a:pt x="37221" y="1730"/>
                </a:cubicBezTo>
                <a:cubicBezTo>
                  <a:pt x="37073" y="1730"/>
                  <a:pt x="36908" y="1750"/>
                  <a:pt x="36726" y="1790"/>
                </a:cubicBezTo>
                <a:cubicBezTo>
                  <a:pt x="36543" y="1830"/>
                  <a:pt x="36355" y="1888"/>
                  <a:pt x="36161" y="1964"/>
                </a:cubicBezTo>
                <a:lnTo>
                  <a:pt x="36131" y="1964"/>
                </a:lnTo>
                <a:lnTo>
                  <a:pt x="36131" y="1390"/>
                </a:lnTo>
                <a:cubicBezTo>
                  <a:pt x="36241" y="1360"/>
                  <a:pt x="36400" y="1327"/>
                  <a:pt x="36608" y="1291"/>
                </a:cubicBezTo>
                <a:cubicBezTo>
                  <a:pt x="36817" y="1255"/>
                  <a:pt x="37022" y="1237"/>
                  <a:pt x="37224" y="1237"/>
                </a:cubicBezTo>
                <a:cubicBezTo>
                  <a:pt x="37460" y="1237"/>
                  <a:pt x="37666" y="1257"/>
                  <a:pt x="37841" y="1296"/>
                </a:cubicBezTo>
                <a:cubicBezTo>
                  <a:pt x="38016" y="1335"/>
                  <a:pt x="38168" y="1401"/>
                  <a:pt x="38296" y="1495"/>
                </a:cubicBezTo>
                <a:cubicBezTo>
                  <a:pt x="38422" y="1587"/>
                  <a:pt x="38518" y="1707"/>
                  <a:pt x="38584" y="1853"/>
                </a:cubicBezTo>
                <a:cubicBezTo>
                  <a:pt x="38650" y="1999"/>
                  <a:pt x="38683" y="2180"/>
                  <a:pt x="38683" y="2396"/>
                </a:cubicBezTo>
                <a:lnTo>
                  <a:pt x="38683" y="4672"/>
                </a:lnTo>
                <a:moveTo>
                  <a:pt x="38122" y="3851"/>
                </a:moveTo>
                <a:lnTo>
                  <a:pt x="38122" y="2913"/>
                </a:lnTo>
                <a:cubicBezTo>
                  <a:pt x="37950" y="2923"/>
                  <a:pt x="37747" y="2938"/>
                  <a:pt x="37514" y="2958"/>
                </a:cubicBezTo>
                <a:cubicBezTo>
                  <a:pt x="37281" y="2978"/>
                  <a:pt x="37096" y="3007"/>
                  <a:pt x="36960" y="3045"/>
                </a:cubicBezTo>
                <a:cubicBezTo>
                  <a:pt x="36798" y="3092"/>
                  <a:pt x="36666" y="3164"/>
                  <a:pt x="36566" y="3261"/>
                </a:cubicBezTo>
                <a:cubicBezTo>
                  <a:pt x="36466" y="3359"/>
                  <a:pt x="36416" y="3493"/>
                  <a:pt x="36416" y="3664"/>
                </a:cubicBezTo>
                <a:cubicBezTo>
                  <a:pt x="36416" y="3857"/>
                  <a:pt x="36474" y="4002"/>
                  <a:pt x="36590" y="4100"/>
                </a:cubicBezTo>
                <a:cubicBezTo>
                  <a:pt x="36707" y="4197"/>
                  <a:pt x="36884" y="4246"/>
                  <a:pt x="37122" y="4246"/>
                </a:cubicBezTo>
                <a:cubicBezTo>
                  <a:pt x="37320" y="4246"/>
                  <a:pt x="37501" y="4207"/>
                  <a:pt x="37665" y="4130"/>
                </a:cubicBezTo>
                <a:cubicBezTo>
                  <a:pt x="37830" y="4052"/>
                  <a:pt x="37982" y="3959"/>
                  <a:pt x="38122" y="3851"/>
                </a:cubicBezTo>
                <a:close/>
                <a:moveTo>
                  <a:pt x="42578" y="3051"/>
                </a:moveTo>
                <a:lnTo>
                  <a:pt x="40107" y="3051"/>
                </a:lnTo>
                <a:cubicBezTo>
                  <a:pt x="40107" y="3257"/>
                  <a:pt x="40138" y="3438"/>
                  <a:pt x="40200" y="3591"/>
                </a:cubicBezTo>
                <a:cubicBezTo>
                  <a:pt x="40262" y="3745"/>
                  <a:pt x="40347" y="3870"/>
                  <a:pt x="40455" y="3969"/>
                </a:cubicBezTo>
                <a:cubicBezTo>
                  <a:pt x="40559" y="4065"/>
                  <a:pt x="40683" y="4137"/>
                  <a:pt x="40826" y="4186"/>
                </a:cubicBezTo>
                <a:cubicBezTo>
                  <a:pt x="40969" y="4234"/>
                  <a:pt x="41126" y="4258"/>
                  <a:pt x="41299" y="4258"/>
                </a:cubicBezTo>
                <a:cubicBezTo>
                  <a:pt x="41527" y="4258"/>
                  <a:pt x="41757" y="4212"/>
                  <a:pt x="41988" y="4120"/>
                </a:cubicBezTo>
                <a:cubicBezTo>
                  <a:pt x="42219" y="4028"/>
                  <a:pt x="42384" y="3938"/>
                  <a:pt x="42482" y="3849"/>
                </a:cubicBezTo>
                <a:lnTo>
                  <a:pt x="42512" y="3849"/>
                </a:lnTo>
                <a:lnTo>
                  <a:pt x="42512" y="4467"/>
                </a:lnTo>
                <a:cubicBezTo>
                  <a:pt x="42322" y="4547"/>
                  <a:pt x="42127" y="4615"/>
                  <a:pt x="41929" y="4669"/>
                </a:cubicBezTo>
                <a:cubicBezTo>
                  <a:pt x="41731" y="4723"/>
                  <a:pt x="41523" y="4750"/>
                  <a:pt x="41305" y="4750"/>
                </a:cubicBezTo>
                <a:cubicBezTo>
                  <a:pt x="40748" y="4750"/>
                  <a:pt x="40314" y="4599"/>
                  <a:pt x="40001" y="4298"/>
                </a:cubicBezTo>
                <a:cubicBezTo>
                  <a:pt x="39689" y="3996"/>
                  <a:pt x="39533" y="3567"/>
                  <a:pt x="39533" y="3012"/>
                </a:cubicBezTo>
                <a:cubicBezTo>
                  <a:pt x="39533" y="2462"/>
                  <a:pt x="39683" y="2026"/>
                  <a:pt x="39982" y="1703"/>
                </a:cubicBezTo>
                <a:cubicBezTo>
                  <a:pt x="40281" y="1381"/>
                  <a:pt x="40675" y="1219"/>
                  <a:pt x="41164" y="1219"/>
                </a:cubicBezTo>
                <a:cubicBezTo>
                  <a:pt x="41616" y="1219"/>
                  <a:pt x="41965" y="1351"/>
                  <a:pt x="42210" y="1616"/>
                </a:cubicBezTo>
                <a:cubicBezTo>
                  <a:pt x="42455" y="1881"/>
                  <a:pt x="42578" y="2257"/>
                  <a:pt x="42578" y="2744"/>
                </a:cubicBezTo>
                <a:lnTo>
                  <a:pt x="42578" y="3051"/>
                </a:lnTo>
                <a:moveTo>
                  <a:pt x="42028" y="2618"/>
                </a:moveTo>
                <a:cubicBezTo>
                  <a:pt x="42026" y="2322"/>
                  <a:pt x="41952" y="2093"/>
                  <a:pt x="41805" y="1931"/>
                </a:cubicBezTo>
                <a:cubicBezTo>
                  <a:pt x="41657" y="1769"/>
                  <a:pt x="41434" y="1688"/>
                  <a:pt x="41134" y="1688"/>
                </a:cubicBezTo>
                <a:cubicBezTo>
                  <a:pt x="40831" y="1688"/>
                  <a:pt x="40591" y="1777"/>
                  <a:pt x="40411" y="1955"/>
                </a:cubicBezTo>
                <a:cubicBezTo>
                  <a:pt x="40232" y="2133"/>
                  <a:pt x="40131" y="2354"/>
                  <a:pt x="40107" y="2618"/>
                </a:cubicBezTo>
                <a:lnTo>
                  <a:pt x="42028" y="2618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93A846-24C5-44BC-A095-8913D48E0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310" y="1126341"/>
            <a:ext cx="3520" cy="21391"/>
          </a:xfrm>
          <a:custGeom xmlns:a="http://schemas.openxmlformats.org/drawingml/2006/main">
            <a:pathLst>
              <a:path w="3520" h="21391">
                <a:moveTo>
                  <a:pt x="0" y="0"/>
                </a:moveTo>
                <a:lnTo>
                  <a:pt x="3520" y="0"/>
                </a:lnTo>
                <a:lnTo>
                  <a:pt x="3520" y="21391"/>
                </a:lnTo>
                <a:lnTo>
                  <a:pt x="0" y="213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CD3C3C8-0742-4C05-9673-39035D223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0310" y="1126343"/>
            <a:ext cx="3522" cy="21391"/>
          </a:xfrm>
          <a:custGeom xmlns:a="http://schemas.openxmlformats.org/drawingml/2006/main">
            <a:pathLst>
              <a:path w="3522" h="21391" fill="none">
                <a:moveTo>
                  <a:pt x="0" y="0"/>
                </a:moveTo>
                <a:lnTo>
                  <a:pt x="3522" y="0"/>
                </a:lnTo>
                <a:lnTo>
                  <a:pt x="3522" y="21391"/>
                </a:lnTo>
                <a:lnTo>
                  <a:pt x="0" y="2139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B65FD4B-BD3C-4D86-8F04-E6D46743C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331" y="1126341"/>
            <a:ext cx="17596" cy="1032"/>
          </a:xfrm>
          <a:custGeom xmlns:a="http://schemas.openxmlformats.org/drawingml/2006/main">
            <a:pathLst>
              <a:path w="17596" h="1032">
                <a:moveTo>
                  <a:pt x="0" y="0"/>
                </a:moveTo>
                <a:lnTo>
                  <a:pt x="17596" y="0"/>
                </a:lnTo>
                <a:lnTo>
                  <a:pt x="17596" y="1032"/>
                </a:lnTo>
                <a:lnTo>
                  <a:pt x="0" y="1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E1801B-F99B-4F70-8A5E-CA796DE3B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6330" y="1126343"/>
            <a:ext cx="17597" cy="1030"/>
          </a:xfrm>
          <a:custGeom xmlns:a="http://schemas.openxmlformats.org/drawingml/2006/main">
            <a:pathLst>
              <a:path w="17597" h="1030" fill="none">
                <a:moveTo>
                  <a:pt x="0" y="0"/>
                </a:moveTo>
                <a:lnTo>
                  <a:pt x="17597" y="0"/>
                </a:lnTo>
                <a:lnTo>
                  <a:pt x="17597" y="1030"/>
                </a:lnTo>
                <a:lnTo>
                  <a:pt x="0" y="103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8B6EE9-4E4C-45AF-98BA-82D720575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415" y="880513"/>
            <a:ext cx="209658" cy="152891"/>
          </a:xfrm>
          <a:custGeom xmlns:a="http://schemas.openxmlformats.org/drawingml/2006/main">
            <a:pathLst>
              <a:path w="209658" h="152891">
                <a:moveTo>
                  <a:pt x="0" y="0"/>
                </a:moveTo>
                <a:lnTo>
                  <a:pt x="209658" y="0"/>
                </a:lnTo>
                <a:lnTo>
                  <a:pt x="209658" y="152891"/>
                </a:lnTo>
                <a:lnTo>
                  <a:pt x="0" y="15289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4378F1-B42E-466A-B20B-F360BC7F3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415" y="880515"/>
            <a:ext cx="209657" cy="152890"/>
          </a:xfrm>
          <a:custGeom xmlns:a="http://schemas.openxmlformats.org/drawingml/2006/main">
            <a:pathLst>
              <a:path w="209657" h="152890" fill="none">
                <a:moveTo>
                  <a:pt x="0" y="0"/>
                </a:moveTo>
                <a:lnTo>
                  <a:pt x="209657" y="0"/>
                </a:lnTo>
                <a:lnTo>
                  <a:pt x="209657" y="152890"/>
                </a:lnTo>
                <a:lnTo>
                  <a:pt x="0" y="1528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44" name="Text Lamiaceae">
            <a:extLst xmlns:a="http://schemas.openxmlformats.org/drawingml/2006/main">
              <a:ext uri="{FF2B5EF4-FFF2-40B4-BE49-F238E27FC236}">
                <a16:creationId xmlns:a16="http://schemas.microsoft.com/office/drawing/2014/main" id="{56B8D6D7-1234-41BE-951C-F8F3F95D5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930" y="911340"/>
            <a:ext cx="159783" cy="23113"/>
          </a:xfrm>
          <a:custGeom xmlns:a="http://schemas.openxmlformats.org/drawingml/2006/main">
            <a:pathLst>
              <a:path w="159783" h="23113">
                <a:moveTo>
                  <a:pt x="14212" y="22630"/>
                </a:moveTo>
                <a:lnTo>
                  <a:pt x="0" y="22630"/>
                </a:lnTo>
                <a:lnTo>
                  <a:pt x="0" y="151"/>
                </a:lnTo>
                <a:lnTo>
                  <a:pt x="2987" y="151"/>
                </a:lnTo>
                <a:lnTo>
                  <a:pt x="2987" y="19975"/>
                </a:lnTo>
                <a:lnTo>
                  <a:pt x="14212" y="19975"/>
                </a:lnTo>
                <a:lnTo>
                  <a:pt x="14212" y="22630"/>
                </a:lnTo>
                <a:close/>
                <a:moveTo>
                  <a:pt x="30068" y="22630"/>
                </a:moveTo>
                <a:lnTo>
                  <a:pt x="27247" y="22630"/>
                </a:lnTo>
                <a:lnTo>
                  <a:pt x="27247" y="20847"/>
                </a:lnTo>
                <a:cubicBezTo>
                  <a:pt x="26995" y="21018"/>
                  <a:pt x="26656" y="21258"/>
                  <a:pt x="26228" y="21565"/>
                </a:cubicBezTo>
                <a:cubicBezTo>
                  <a:pt x="25801" y="21872"/>
                  <a:pt x="25386" y="22116"/>
                  <a:pt x="24983" y="22297"/>
                </a:cubicBezTo>
                <a:cubicBezTo>
                  <a:pt x="24511" y="22529"/>
                  <a:pt x="23968" y="22723"/>
                  <a:pt x="23354" y="22879"/>
                </a:cubicBezTo>
                <a:cubicBezTo>
                  <a:pt x="22741" y="23035"/>
                  <a:pt x="22021" y="23113"/>
                  <a:pt x="21197" y="23113"/>
                </a:cubicBezTo>
                <a:cubicBezTo>
                  <a:pt x="19678" y="23113"/>
                  <a:pt x="18391" y="22609"/>
                  <a:pt x="17335" y="21602"/>
                </a:cubicBezTo>
                <a:cubicBezTo>
                  <a:pt x="16278" y="20595"/>
                  <a:pt x="15750" y="19311"/>
                  <a:pt x="15750" y="17750"/>
                </a:cubicBezTo>
                <a:cubicBezTo>
                  <a:pt x="15750" y="16471"/>
                  <a:pt x="16024" y="15436"/>
                  <a:pt x="16573" y="14646"/>
                </a:cubicBezTo>
                <a:cubicBezTo>
                  <a:pt x="17121" y="13855"/>
                  <a:pt x="17903" y="13233"/>
                  <a:pt x="18919" y="12780"/>
                </a:cubicBezTo>
                <a:cubicBezTo>
                  <a:pt x="19945" y="12327"/>
                  <a:pt x="21177" y="12020"/>
                  <a:pt x="22615" y="11859"/>
                </a:cubicBezTo>
                <a:cubicBezTo>
                  <a:pt x="24053" y="11697"/>
                  <a:pt x="25597" y="11577"/>
                  <a:pt x="27247" y="11496"/>
                </a:cubicBezTo>
                <a:lnTo>
                  <a:pt x="27247" y="11055"/>
                </a:lnTo>
                <a:cubicBezTo>
                  <a:pt x="27247" y="10406"/>
                  <a:pt x="27133" y="9868"/>
                  <a:pt x="26907" y="9442"/>
                </a:cubicBezTo>
                <a:cubicBezTo>
                  <a:pt x="26681" y="9017"/>
                  <a:pt x="26356" y="8682"/>
                  <a:pt x="25934" y="8438"/>
                </a:cubicBezTo>
                <a:cubicBezTo>
                  <a:pt x="25532" y="8205"/>
                  <a:pt x="25049" y="8048"/>
                  <a:pt x="24486" y="7967"/>
                </a:cubicBezTo>
                <a:cubicBezTo>
                  <a:pt x="23922" y="7886"/>
                  <a:pt x="23334" y="7845"/>
                  <a:pt x="22720" y="7845"/>
                </a:cubicBezTo>
                <a:cubicBezTo>
                  <a:pt x="21976" y="7845"/>
                  <a:pt x="21146" y="7946"/>
                  <a:pt x="20231" y="8147"/>
                </a:cubicBezTo>
                <a:cubicBezTo>
                  <a:pt x="19316" y="8348"/>
                  <a:pt x="18370" y="8640"/>
                  <a:pt x="17395" y="9022"/>
                </a:cubicBezTo>
                <a:lnTo>
                  <a:pt x="17244" y="9022"/>
                </a:lnTo>
                <a:lnTo>
                  <a:pt x="17244" y="6140"/>
                </a:lnTo>
                <a:cubicBezTo>
                  <a:pt x="17797" y="5989"/>
                  <a:pt x="18597" y="5823"/>
                  <a:pt x="19643" y="5642"/>
                </a:cubicBezTo>
                <a:cubicBezTo>
                  <a:pt x="20689" y="5461"/>
                  <a:pt x="21720" y="5371"/>
                  <a:pt x="22736" y="5371"/>
                </a:cubicBezTo>
                <a:cubicBezTo>
                  <a:pt x="23922" y="5371"/>
                  <a:pt x="24956" y="5469"/>
                  <a:pt x="25836" y="5665"/>
                </a:cubicBezTo>
                <a:cubicBezTo>
                  <a:pt x="26716" y="5861"/>
                  <a:pt x="27478" y="6196"/>
                  <a:pt x="28122" y="6668"/>
                </a:cubicBezTo>
                <a:cubicBezTo>
                  <a:pt x="28755" y="7131"/>
                  <a:pt x="29238" y="7729"/>
                  <a:pt x="29570" y="8464"/>
                </a:cubicBezTo>
                <a:cubicBezTo>
                  <a:pt x="29902" y="9198"/>
                  <a:pt x="30068" y="10108"/>
                  <a:pt x="30068" y="11194"/>
                </a:cubicBezTo>
                <a:lnTo>
                  <a:pt x="30068" y="22630"/>
                </a:lnTo>
                <a:moveTo>
                  <a:pt x="27247" y="18502"/>
                </a:moveTo>
                <a:lnTo>
                  <a:pt x="27247" y="13789"/>
                </a:lnTo>
                <a:cubicBezTo>
                  <a:pt x="26382" y="13840"/>
                  <a:pt x="25363" y="13916"/>
                  <a:pt x="24191" y="14017"/>
                </a:cubicBezTo>
                <a:cubicBezTo>
                  <a:pt x="23020" y="14118"/>
                  <a:pt x="22092" y="14264"/>
                  <a:pt x="21408" y="14456"/>
                </a:cubicBezTo>
                <a:cubicBezTo>
                  <a:pt x="20593" y="14689"/>
                  <a:pt x="19934" y="15050"/>
                  <a:pt x="19432" y="15540"/>
                </a:cubicBezTo>
                <a:cubicBezTo>
                  <a:pt x="18929" y="16030"/>
                  <a:pt x="18677" y="16704"/>
                  <a:pt x="18677" y="17563"/>
                </a:cubicBezTo>
                <a:cubicBezTo>
                  <a:pt x="18677" y="18533"/>
                  <a:pt x="18969" y="19263"/>
                  <a:pt x="19552" y="19753"/>
                </a:cubicBezTo>
                <a:cubicBezTo>
                  <a:pt x="20136" y="20243"/>
                  <a:pt x="21026" y="20488"/>
                  <a:pt x="22223" y="20488"/>
                </a:cubicBezTo>
                <a:cubicBezTo>
                  <a:pt x="23218" y="20488"/>
                  <a:pt x="24129" y="20293"/>
                  <a:pt x="24953" y="19905"/>
                </a:cubicBezTo>
                <a:cubicBezTo>
                  <a:pt x="25778" y="19516"/>
                  <a:pt x="26542" y="19048"/>
                  <a:pt x="27247" y="18502"/>
                </a:cubicBezTo>
                <a:close/>
                <a:moveTo>
                  <a:pt x="60120" y="22630"/>
                </a:moveTo>
                <a:lnTo>
                  <a:pt x="57284" y="22630"/>
                </a:lnTo>
                <a:lnTo>
                  <a:pt x="57284" y="13025"/>
                </a:lnTo>
                <a:cubicBezTo>
                  <a:pt x="57284" y="12300"/>
                  <a:pt x="57251" y="11601"/>
                  <a:pt x="57186" y="10926"/>
                </a:cubicBezTo>
                <a:cubicBezTo>
                  <a:pt x="57121" y="10251"/>
                  <a:pt x="56982" y="9713"/>
                  <a:pt x="56771" y="9310"/>
                </a:cubicBezTo>
                <a:cubicBezTo>
                  <a:pt x="56540" y="8877"/>
                  <a:pt x="56208" y="8550"/>
                  <a:pt x="55775" y="8328"/>
                </a:cubicBezTo>
                <a:cubicBezTo>
                  <a:pt x="55343" y="8107"/>
                  <a:pt x="54719" y="7996"/>
                  <a:pt x="53905" y="7996"/>
                </a:cubicBezTo>
                <a:cubicBezTo>
                  <a:pt x="53110" y="7996"/>
                  <a:pt x="52316" y="8195"/>
                  <a:pt x="51521" y="8593"/>
                </a:cubicBezTo>
                <a:cubicBezTo>
                  <a:pt x="50726" y="8990"/>
                  <a:pt x="49932" y="9496"/>
                  <a:pt x="49137" y="10110"/>
                </a:cubicBezTo>
                <a:cubicBezTo>
                  <a:pt x="49167" y="10342"/>
                  <a:pt x="49193" y="10611"/>
                  <a:pt x="49213" y="10918"/>
                </a:cubicBezTo>
                <a:cubicBezTo>
                  <a:pt x="49233" y="11225"/>
                  <a:pt x="49243" y="11530"/>
                  <a:pt x="49243" y="11832"/>
                </a:cubicBezTo>
                <a:lnTo>
                  <a:pt x="49243" y="22630"/>
                </a:lnTo>
                <a:lnTo>
                  <a:pt x="46407" y="22630"/>
                </a:lnTo>
                <a:lnTo>
                  <a:pt x="46407" y="13025"/>
                </a:lnTo>
                <a:cubicBezTo>
                  <a:pt x="46407" y="12280"/>
                  <a:pt x="46374" y="11573"/>
                  <a:pt x="46309" y="10903"/>
                </a:cubicBezTo>
                <a:cubicBezTo>
                  <a:pt x="46243" y="10234"/>
                  <a:pt x="46105" y="9697"/>
                  <a:pt x="45894" y="9295"/>
                </a:cubicBezTo>
                <a:cubicBezTo>
                  <a:pt x="45662" y="8862"/>
                  <a:pt x="45330" y="8537"/>
                  <a:pt x="44898" y="8321"/>
                </a:cubicBezTo>
                <a:cubicBezTo>
                  <a:pt x="44465" y="8104"/>
                  <a:pt x="43842" y="7996"/>
                  <a:pt x="43027" y="7996"/>
                </a:cubicBezTo>
                <a:cubicBezTo>
                  <a:pt x="42253" y="7996"/>
                  <a:pt x="41476" y="8187"/>
                  <a:pt x="40696" y="8570"/>
                </a:cubicBezTo>
                <a:cubicBezTo>
                  <a:pt x="39917" y="8953"/>
                  <a:pt x="39140" y="9441"/>
                  <a:pt x="38365" y="10035"/>
                </a:cubicBezTo>
                <a:lnTo>
                  <a:pt x="38365" y="22630"/>
                </a:lnTo>
                <a:lnTo>
                  <a:pt x="35529" y="22630"/>
                </a:lnTo>
                <a:lnTo>
                  <a:pt x="35529" y="5763"/>
                </a:lnTo>
                <a:lnTo>
                  <a:pt x="38365" y="5763"/>
                </a:lnTo>
                <a:lnTo>
                  <a:pt x="38365" y="7636"/>
                </a:lnTo>
                <a:cubicBezTo>
                  <a:pt x="39250" y="6896"/>
                  <a:pt x="40133" y="6319"/>
                  <a:pt x="41013" y="5904"/>
                </a:cubicBezTo>
                <a:cubicBezTo>
                  <a:pt x="41893" y="5488"/>
                  <a:pt x="42831" y="5280"/>
                  <a:pt x="43827" y="5280"/>
                </a:cubicBezTo>
                <a:cubicBezTo>
                  <a:pt x="44973" y="5280"/>
                  <a:pt x="45946" y="5523"/>
                  <a:pt x="46746" y="6009"/>
                </a:cubicBezTo>
                <a:cubicBezTo>
                  <a:pt x="47546" y="6495"/>
                  <a:pt x="48142" y="7168"/>
                  <a:pt x="48534" y="8028"/>
                </a:cubicBezTo>
                <a:cubicBezTo>
                  <a:pt x="49680" y="7057"/>
                  <a:pt x="50726" y="6356"/>
                  <a:pt x="51672" y="5926"/>
                </a:cubicBezTo>
                <a:cubicBezTo>
                  <a:pt x="52617" y="5496"/>
                  <a:pt x="53628" y="5280"/>
                  <a:pt x="54704" y="5280"/>
                </a:cubicBezTo>
                <a:cubicBezTo>
                  <a:pt x="56555" y="5280"/>
                  <a:pt x="57920" y="5842"/>
                  <a:pt x="58800" y="6965"/>
                </a:cubicBezTo>
                <a:cubicBezTo>
                  <a:pt x="59680" y="8089"/>
                  <a:pt x="60120" y="9658"/>
                  <a:pt x="60120" y="11673"/>
                </a:cubicBezTo>
                <a:lnTo>
                  <a:pt x="60120" y="22630"/>
                </a:lnTo>
                <a:close/>
                <a:moveTo>
                  <a:pt x="68629" y="2957"/>
                </a:moveTo>
                <a:lnTo>
                  <a:pt x="65431" y="2957"/>
                </a:lnTo>
                <a:lnTo>
                  <a:pt x="65431" y="0"/>
                </a:lnTo>
                <a:lnTo>
                  <a:pt x="68629" y="0"/>
                </a:lnTo>
                <a:lnTo>
                  <a:pt x="68629" y="2957"/>
                </a:lnTo>
                <a:moveTo>
                  <a:pt x="68448" y="22630"/>
                </a:moveTo>
                <a:lnTo>
                  <a:pt x="65612" y="22630"/>
                </a:lnTo>
                <a:lnTo>
                  <a:pt x="65612" y="5763"/>
                </a:lnTo>
                <a:lnTo>
                  <a:pt x="68448" y="5763"/>
                </a:lnTo>
                <a:lnTo>
                  <a:pt x="68448" y="22630"/>
                </a:lnTo>
                <a:close/>
                <a:moveTo>
                  <a:pt x="87156" y="22630"/>
                </a:moveTo>
                <a:lnTo>
                  <a:pt x="84334" y="22630"/>
                </a:lnTo>
                <a:lnTo>
                  <a:pt x="84334" y="20847"/>
                </a:lnTo>
                <a:cubicBezTo>
                  <a:pt x="84083" y="21018"/>
                  <a:pt x="83744" y="21258"/>
                  <a:pt x="83316" y="21565"/>
                </a:cubicBezTo>
                <a:cubicBezTo>
                  <a:pt x="82889" y="21872"/>
                  <a:pt x="82474" y="22116"/>
                  <a:pt x="82071" y="22297"/>
                </a:cubicBezTo>
                <a:cubicBezTo>
                  <a:pt x="81599" y="22529"/>
                  <a:pt x="81056" y="22723"/>
                  <a:pt x="80442" y="22879"/>
                </a:cubicBezTo>
                <a:cubicBezTo>
                  <a:pt x="79829" y="23035"/>
                  <a:pt x="79109" y="23113"/>
                  <a:pt x="78285" y="23113"/>
                </a:cubicBezTo>
                <a:cubicBezTo>
                  <a:pt x="76766" y="23113"/>
                  <a:pt x="75479" y="22609"/>
                  <a:pt x="74422" y="21602"/>
                </a:cubicBezTo>
                <a:cubicBezTo>
                  <a:pt x="73366" y="20595"/>
                  <a:pt x="72838" y="19311"/>
                  <a:pt x="72838" y="17750"/>
                </a:cubicBezTo>
                <a:cubicBezTo>
                  <a:pt x="72838" y="16471"/>
                  <a:pt x="73112" y="15436"/>
                  <a:pt x="73661" y="14646"/>
                </a:cubicBezTo>
                <a:cubicBezTo>
                  <a:pt x="74209" y="13855"/>
                  <a:pt x="74991" y="13233"/>
                  <a:pt x="76007" y="12780"/>
                </a:cubicBezTo>
                <a:cubicBezTo>
                  <a:pt x="77033" y="12327"/>
                  <a:pt x="78265" y="12020"/>
                  <a:pt x="79703" y="11859"/>
                </a:cubicBezTo>
                <a:cubicBezTo>
                  <a:pt x="81141" y="11697"/>
                  <a:pt x="82685" y="11577"/>
                  <a:pt x="84334" y="11496"/>
                </a:cubicBezTo>
                <a:lnTo>
                  <a:pt x="84334" y="11055"/>
                </a:lnTo>
                <a:cubicBezTo>
                  <a:pt x="84334" y="10406"/>
                  <a:pt x="84221" y="9868"/>
                  <a:pt x="83995" y="9442"/>
                </a:cubicBezTo>
                <a:cubicBezTo>
                  <a:pt x="83769" y="9017"/>
                  <a:pt x="83444" y="8682"/>
                  <a:pt x="83022" y="8438"/>
                </a:cubicBezTo>
                <a:cubicBezTo>
                  <a:pt x="82620" y="8205"/>
                  <a:pt x="82137" y="8048"/>
                  <a:pt x="81574" y="7967"/>
                </a:cubicBezTo>
                <a:cubicBezTo>
                  <a:pt x="81010" y="7886"/>
                  <a:pt x="80422" y="7845"/>
                  <a:pt x="79808" y="7845"/>
                </a:cubicBezTo>
                <a:cubicBezTo>
                  <a:pt x="79064" y="7845"/>
                  <a:pt x="78234" y="7946"/>
                  <a:pt x="77319" y="8147"/>
                </a:cubicBezTo>
                <a:cubicBezTo>
                  <a:pt x="76404" y="8348"/>
                  <a:pt x="75458" y="8640"/>
                  <a:pt x="74483" y="9022"/>
                </a:cubicBezTo>
                <a:lnTo>
                  <a:pt x="74332" y="9022"/>
                </a:lnTo>
                <a:lnTo>
                  <a:pt x="74332" y="6140"/>
                </a:lnTo>
                <a:cubicBezTo>
                  <a:pt x="74885" y="5989"/>
                  <a:pt x="75685" y="5823"/>
                  <a:pt x="76731" y="5642"/>
                </a:cubicBezTo>
                <a:cubicBezTo>
                  <a:pt x="77777" y="5461"/>
                  <a:pt x="78808" y="5371"/>
                  <a:pt x="79824" y="5371"/>
                </a:cubicBezTo>
                <a:cubicBezTo>
                  <a:pt x="81010" y="5371"/>
                  <a:pt x="82044" y="5469"/>
                  <a:pt x="82924" y="5665"/>
                </a:cubicBezTo>
                <a:cubicBezTo>
                  <a:pt x="83804" y="5861"/>
                  <a:pt x="84566" y="6196"/>
                  <a:pt x="85210" y="6668"/>
                </a:cubicBezTo>
                <a:cubicBezTo>
                  <a:pt x="85843" y="7131"/>
                  <a:pt x="86326" y="7729"/>
                  <a:pt x="86658" y="8464"/>
                </a:cubicBezTo>
                <a:cubicBezTo>
                  <a:pt x="86990" y="9198"/>
                  <a:pt x="87156" y="10108"/>
                  <a:pt x="87156" y="11194"/>
                </a:cubicBezTo>
                <a:lnTo>
                  <a:pt x="87156" y="22630"/>
                </a:lnTo>
                <a:moveTo>
                  <a:pt x="84334" y="18502"/>
                </a:moveTo>
                <a:lnTo>
                  <a:pt x="84334" y="13789"/>
                </a:lnTo>
                <a:cubicBezTo>
                  <a:pt x="83470" y="13840"/>
                  <a:pt x="82451" y="13916"/>
                  <a:pt x="81279" y="14017"/>
                </a:cubicBezTo>
                <a:cubicBezTo>
                  <a:pt x="80108" y="14118"/>
                  <a:pt x="79180" y="14264"/>
                  <a:pt x="78496" y="14456"/>
                </a:cubicBezTo>
                <a:cubicBezTo>
                  <a:pt x="77681" y="14689"/>
                  <a:pt x="77022" y="15050"/>
                  <a:pt x="76520" y="15540"/>
                </a:cubicBezTo>
                <a:cubicBezTo>
                  <a:pt x="76017" y="16030"/>
                  <a:pt x="75765" y="16704"/>
                  <a:pt x="75765" y="17563"/>
                </a:cubicBezTo>
                <a:cubicBezTo>
                  <a:pt x="75765" y="18533"/>
                  <a:pt x="76057" y="19263"/>
                  <a:pt x="76640" y="19753"/>
                </a:cubicBezTo>
                <a:cubicBezTo>
                  <a:pt x="77224" y="20243"/>
                  <a:pt x="78114" y="20488"/>
                  <a:pt x="79311" y="20488"/>
                </a:cubicBezTo>
                <a:cubicBezTo>
                  <a:pt x="80306" y="20488"/>
                  <a:pt x="81217" y="20293"/>
                  <a:pt x="82041" y="19905"/>
                </a:cubicBezTo>
                <a:cubicBezTo>
                  <a:pt x="82866" y="19516"/>
                  <a:pt x="83630" y="19048"/>
                  <a:pt x="84334" y="18502"/>
                </a:cubicBezTo>
                <a:close/>
                <a:moveTo>
                  <a:pt x="105079" y="21589"/>
                </a:moveTo>
                <a:cubicBezTo>
                  <a:pt x="104134" y="22042"/>
                  <a:pt x="103236" y="22394"/>
                  <a:pt x="102386" y="22645"/>
                </a:cubicBezTo>
                <a:cubicBezTo>
                  <a:pt x="101536" y="22897"/>
                  <a:pt x="100634" y="23022"/>
                  <a:pt x="99678" y="23022"/>
                </a:cubicBezTo>
                <a:cubicBezTo>
                  <a:pt x="98461" y="23022"/>
                  <a:pt x="97345" y="22844"/>
                  <a:pt x="96329" y="22486"/>
                </a:cubicBezTo>
                <a:cubicBezTo>
                  <a:pt x="95313" y="22128"/>
                  <a:pt x="94443" y="21587"/>
                  <a:pt x="93719" y="20861"/>
                </a:cubicBezTo>
                <a:cubicBezTo>
                  <a:pt x="92985" y="20136"/>
                  <a:pt x="92416" y="19219"/>
                  <a:pt x="92014" y="18111"/>
                </a:cubicBezTo>
                <a:cubicBezTo>
                  <a:pt x="91612" y="17002"/>
                  <a:pt x="91411" y="15708"/>
                  <a:pt x="91411" y="14227"/>
                </a:cubicBezTo>
                <a:cubicBezTo>
                  <a:pt x="91411" y="11466"/>
                  <a:pt x="92168" y="9300"/>
                  <a:pt x="93681" y="7729"/>
                </a:cubicBezTo>
                <a:cubicBezTo>
                  <a:pt x="95195" y="6157"/>
                  <a:pt x="97194" y="5371"/>
                  <a:pt x="99678" y="5371"/>
                </a:cubicBezTo>
                <a:cubicBezTo>
                  <a:pt x="100644" y="5371"/>
                  <a:pt x="101592" y="5507"/>
                  <a:pt x="102522" y="5778"/>
                </a:cubicBezTo>
                <a:cubicBezTo>
                  <a:pt x="103452" y="6050"/>
                  <a:pt x="104305" y="6382"/>
                  <a:pt x="105079" y="6774"/>
                </a:cubicBezTo>
                <a:lnTo>
                  <a:pt x="105079" y="9927"/>
                </a:lnTo>
                <a:lnTo>
                  <a:pt x="104928" y="9927"/>
                </a:lnTo>
                <a:cubicBezTo>
                  <a:pt x="104063" y="9258"/>
                  <a:pt x="103171" y="8744"/>
                  <a:pt x="102250" y="8384"/>
                </a:cubicBezTo>
                <a:cubicBezTo>
                  <a:pt x="101330" y="8025"/>
                  <a:pt x="100433" y="7845"/>
                  <a:pt x="99557" y="7845"/>
                </a:cubicBezTo>
                <a:cubicBezTo>
                  <a:pt x="97948" y="7845"/>
                  <a:pt x="96678" y="8386"/>
                  <a:pt x="95748" y="9467"/>
                </a:cubicBezTo>
                <a:cubicBezTo>
                  <a:pt x="94818" y="10548"/>
                  <a:pt x="94353" y="12135"/>
                  <a:pt x="94353" y="14227"/>
                </a:cubicBezTo>
                <a:cubicBezTo>
                  <a:pt x="94353" y="16258"/>
                  <a:pt x="94808" y="17820"/>
                  <a:pt x="95718" y="18911"/>
                </a:cubicBezTo>
                <a:cubicBezTo>
                  <a:pt x="96628" y="20003"/>
                  <a:pt x="97908" y="20548"/>
                  <a:pt x="99557" y="20548"/>
                </a:cubicBezTo>
                <a:cubicBezTo>
                  <a:pt x="100131" y="20548"/>
                  <a:pt x="100714" y="20473"/>
                  <a:pt x="101308" y="20324"/>
                </a:cubicBezTo>
                <a:cubicBezTo>
                  <a:pt x="101901" y="20174"/>
                  <a:pt x="102434" y="19979"/>
                  <a:pt x="102907" y="19739"/>
                </a:cubicBezTo>
                <a:cubicBezTo>
                  <a:pt x="103319" y="19529"/>
                  <a:pt x="103706" y="19307"/>
                  <a:pt x="104068" y="19073"/>
                </a:cubicBezTo>
                <a:cubicBezTo>
                  <a:pt x="104431" y="18838"/>
                  <a:pt x="104717" y="18636"/>
                  <a:pt x="104928" y="18466"/>
                </a:cubicBezTo>
                <a:lnTo>
                  <a:pt x="105079" y="18466"/>
                </a:lnTo>
                <a:lnTo>
                  <a:pt x="105079" y="21589"/>
                </a:lnTo>
                <a:close/>
                <a:moveTo>
                  <a:pt x="122821" y="14483"/>
                </a:moveTo>
                <a:lnTo>
                  <a:pt x="110405" y="14483"/>
                </a:lnTo>
                <a:cubicBezTo>
                  <a:pt x="110405" y="15522"/>
                  <a:pt x="110561" y="16427"/>
                  <a:pt x="110872" y="17198"/>
                </a:cubicBezTo>
                <a:cubicBezTo>
                  <a:pt x="111184" y="17969"/>
                  <a:pt x="111612" y="18602"/>
                  <a:pt x="112155" y="19096"/>
                </a:cubicBezTo>
                <a:cubicBezTo>
                  <a:pt x="112678" y="19580"/>
                  <a:pt x="113299" y="19943"/>
                  <a:pt x="114018" y="20185"/>
                </a:cubicBezTo>
                <a:cubicBezTo>
                  <a:pt x="114737" y="20427"/>
                  <a:pt x="115529" y="20548"/>
                  <a:pt x="116394" y="20548"/>
                </a:cubicBezTo>
                <a:cubicBezTo>
                  <a:pt x="117541" y="20548"/>
                  <a:pt x="118695" y="20318"/>
                  <a:pt x="119857" y="19857"/>
                </a:cubicBezTo>
                <a:cubicBezTo>
                  <a:pt x="121018" y="19395"/>
                  <a:pt x="121846" y="18942"/>
                  <a:pt x="122338" y="18496"/>
                </a:cubicBezTo>
                <a:lnTo>
                  <a:pt x="122489" y="18496"/>
                </a:lnTo>
                <a:lnTo>
                  <a:pt x="122489" y="21600"/>
                </a:lnTo>
                <a:cubicBezTo>
                  <a:pt x="121534" y="22003"/>
                  <a:pt x="120558" y="22341"/>
                  <a:pt x="119562" y="22614"/>
                </a:cubicBezTo>
                <a:cubicBezTo>
                  <a:pt x="118567" y="22886"/>
                  <a:pt x="117521" y="23022"/>
                  <a:pt x="116424" y="23022"/>
                </a:cubicBezTo>
                <a:cubicBezTo>
                  <a:pt x="113628" y="23022"/>
                  <a:pt x="111446" y="22264"/>
                  <a:pt x="109877" y="20748"/>
                </a:cubicBezTo>
                <a:cubicBezTo>
                  <a:pt x="108308" y="19232"/>
                  <a:pt x="107523" y="17078"/>
                  <a:pt x="107523" y="14287"/>
                </a:cubicBezTo>
                <a:cubicBezTo>
                  <a:pt x="107523" y="11527"/>
                  <a:pt x="108275" y="9336"/>
                  <a:pt x="109779" y="7714"/>
                </a:cubicBezTo>
                <a:cubicBezTo>
                  <a:pt x="111282" y="6091"/>
                  <a:pt x="113261" y="5280"/>
                  <a:pt x="115715" y="5280"/>
                </a:cubicBezTo>
                <a:cubicBezTo>
                  <a:pt x="117988" y="5280"/>
                  <a:pt x="119741" y="5945"/>
                  <a:pt x="120973" y="7275"/>
                </a:cubicBezTo>
                <a:cubicBezTo>
                  <a:pt x="122205" y="8605"/>
                  <a:pt x="122821" y="10494"/>
                  <a:pt x="122821" y="12942"/>
                </a:cubicBezTo>
                <a:lnTo>
                  <a:pt x="122821" y="14483"/>
                </a:lnTo>
                <a:moveTo>
                  <a:pt x="120060" y="12311"/>
                </a:moveTo>
                <a:cubicBezTo>
                  <a:pt x="120050" y="10822"/>
                  <a:pt x="119676" y="9671"/>
                  <a:pt x="118936" y="8856"/>
                </a:cubicBezTo>
                <a:cubicBezTo>
                  <a:pt x="118197" y="8041"/>
                  <a:pt x="117073" y="7634"/>
                  <a:pt x="115564" y="7634"/>
                </a:cubicBezTo>
                <a:cubicBezTo>
                  <a:pt x="114046" y="7634"/>
                  <a:pt x="112836" y="8081"/>
                  <a:pt x="111936" y="8977"/>
                </a:cubicBezTo>
                <a:cubicBezTo>
                  <a:pt x="111036" y="9872"/>
                  <a:pt x="110525" y="10983"/>
                  <a:pt x="110405" y="12311"/>
                </a:cubicBezTo>
                <a:lnTo>
                  <a:pt x="120060" y="12311"/>
                </a:lnTo>
                <a:close/>
                <a:moveTo>
                  <a:pt x="140216" y="22630"/>
                </a:moveTo>
                <a:lnTo>
                  <a:pt x="137395" y="22630"/>
                </a:lnTo>
                <a:lnTo>
                  <a:pt x="137395" y="20847"/>
                </a:lnTo>
                <a:cubicBezTo>
                  <a:pt x="137143" y="21018"/>
                  <a:pt x="136804" y="21258"/>
                  <a:pt x="136376" y="21565"/>
                </a:cubicBezTo>
                <a:cubicBezTo>
                  <a:pt x="135949" y="21872"/>
                  <a:pt x="135534" y="22116"/>
                  <a:pt x="135132" y="22297"/>
                </a:cubicBezTo>
                <a:cubicBezTo>
                  <a:pt x="134659" y="22529"/>
                  <a:pt x="134116" y="22723"/>
                  <a:pt x="133502" y="22879"/>
                </a:cubicBezTo>
                <a:cubicBezTo>
                  <a:pt x="132889" y="23035"/>
                  <a:pt x="132170" y="23113"/>
                  <a:pt x="131345" y="23113"/>
                </a:cubicBezTo>
                <a:cubicBezTo>
                  <a:pt x="129826" y="23113"/>
                  <a:pt x="128539" y="22609"/>
                  <a:pt x="127483" y="21602"/>
                </a:cubicBezTo>
                <a:cubicBezTo>
                  <a:pt x="126426" y="20595"/>
                  <a:pt x="125898" y="19311"/>
                  <a:pt x="125898" y="17750"/>
                </a:cubicBezTo>
                <a:cubicBezTo>
                  <a:pt x="125898" y="16471"/>
                  <a:pt x="126173" y="15436"/>
                  <a:pt x="126721" y="14646"/>
                </a:cubicBezTo>
                <a:cubicBezTo>
                  <a:pt x="127269" y="13855"/>
                  <a:pt x="128051" y="13233"/>
                  <a:pt x="129067" y="12780"/>
                </a:cubicBezTo>
                <a:cubicBezTo>
                  <a:pt x="130093" y="12327"/>
                  <a:pt x="131325" y="12020"/>
                  <a:pt x="132763" y="11859"/>
                </a:cubicBezTo>
                <a:cubicBezTo>
                  <a:pt x="134201" y="11697"/>
                  <a:pt x="135745" y="11577"/>
                  <a:pt x="137395" y="11496"/>
                </a:cubicBezTo>
                <a:lnTo>
                  <a:pt x="137395" y="11055"/>
                </a:lnTo>
                <a:cubicBezTo>
                  <a:pt x="137395" y="10406"/>
                  <a:pt x="137281" y="9868"/>
                  <a:pt x="137055" y="9442"/>
                </a:cubicBezTo>
                <a:cubicBezTo>
                  <a:pt x="136829" y="9017"/>
                  <a:pt x="136504" y="8682"/>
                  <a:pt x="136082" y="8438"/>
                </a:cubicBezTo>
                <a:cubicBezTo>
                  <a:pt x="135680" y="8205"/>
                  <a:pt x="135197" y="8048"/>
                  <a:pt x="134634" y="7967"/>
                </a:cubicBezTo>
                <a:cubicBezTo>
                  <a:pt x="134070" y="7886"/>
                  <a:pt x="133482" y="7845"/>
                  <a:pt x="132869" y="7845"/>
                </a:cubicBezTo>
                <a:cubicBezTo>
                  <a:pt x="132124" y="7845"/>
                  <a:pt x="131294" y="7946"/>
                  <a:pt x="130379" y="8147"/>
                </a:cubicBezTo>
                <a:cubicBezTo>
                  <a:pt x="129464" y="8348"/>
                  <a:pt x="128519" y="8640"/>
                  <a:pt x="127543" y="9022"/>
                </a:cubicBezTo>
                <a:lnTo>
                  <a:pt x="127392" y="9022"/>
                </a:lnTo>
                <a:lnTo>
                  <a:pt x="127392" y="6140"/>
                </a:lnTo>
                <a:cubicBezTo>
                  <a:pt x="127945" y="5989"/>
                  <a:pt x="128745" y="5823"/>
                  <a:pt x="129791" y="5642"/>
                </a:cubicBezTo>
                <a:cubicBezTo>
                  <a:pt x="130837" y="5461"/>
                  <a:pt x="131868" y="5371"/>
                  <a:pt x="132884" y="5371"/>
                </a:cubicBezTo>
                <a:cubicBezTo>
                  <a:pt x="134070" y="5371"/>
                  <a:pt x="135104" y="5469"/>
                  <a:pt x="135984" y="5665"/>
                </a:cubicBezTo>
                <a:cubicBezTo>
                  <a:pt x="136864" y="5861"/>
                  <a:pt x="137626" y="6196"/>
                  <a:pt x="138270" y="6668"/>
                </a:cubicBezTo>
                <a:cubicBezTo>
                  <a:pt x="138903" y="7131"/>
                  <a:pt x="139386" y="7729"/>
                  <a:pt x="139718" y="8464"/>
                </a:cubicBezTo>
                <a:cubicBezTo>
                  <a:pt x="140050" y="9198"/>
                  <a:pt x="140216" y="10108"/>
                  <a:pt x="140216" y="11194"/>
                </a:cubicBezTo>
                <a:lnTo>
                  <a:pt x="140216" y="22630"/>
                </a:lnTo>
                <a:moveTo>
                  <a:pt x="137395" y="18502"/>
                </a:moveTo>
                <a:lnTo>
                  <a:pt x="137395" y="13789"/>
                </a:lnTo>
                <a:cubicBezTo>
                  <a:pt x="136530" y="13840"/>
                  <a:pt x="135511" y="13916"/>
                  <a:pt x="134339" y="14017"/>
                </a:cubicBezTo>
                <a:cubicBezTo>
                  <a:pt x="133168" y="14118"/>
                  <a:pt x="132240" y="14264"/>
                  <a:pt x="131556" y="14456"/>
                </a:cubicBezTo>
                <a:cubicBezTo>
                  <a:pt x="130741" y="14689"/>
                  <a:pt x="130083" y="15050"/>
                  <a:pt x="129580" y="15540"/>
                </a:cubicBezTo>
                <a:cubicBezTo>
                  <a:pt x="129077" y="16030"/>
                  <a:pt x="128825" y="16704"/>
                  <a:pt x="128825" y="17563"/>
                </a:cubicBezTo>
                <a:cubicBezTo>
                  <a:pt x="128825" y="18533"/>
                  <a:pt x="129117" y="19263"/>
                  <a:pt x="129700" y="19753"/>
                </a:cubicBezTo>
                <a:cubicBezTo>
                  <a:pt x="130284" y="20243"/>
                  <a:pt x="131174" y="20488"/>
                  <a:pt x="132371" y="20488"/>
                </a:cubicBezTo>
                <a:cubicBezTo>
                  <a:pt x="133366" y="20488"/>
                  <a:pt x="134277" y="20293"/>
                  <a:pt x="135101" y="19905"/>
                </a:cubicBezTo>
                <a:cubicBezTo>
                  <a:pt x="135926" y="19516"/>
                  <a:pt x="136691" y="19048"/>
                  <a:pt x="137395" y="18502"/>
                </a:cubicBezTo>
                <a:close/>
                <a:moveTo>
                  <a:pt x="159783" y="14483"/>
                </a:moveTo>
                <a:lnTo>
                  <a:pt x="147367" y="14483"/>
                </a:lnTo>
                <a:cubicBezTo>
                  <a:pt x="147367" y="15522"/>
                  <a:pt x="147523" y="16427"/>
                  <a:pt x="147834" y="17198"/>
                </a:cubicBezTo>
                <a:cubicBezTo>
                  <a:pt x="148146" y="17969"/>
                  <a:pt x="148574" y="18602"/>
                  <a:pt x="149117" y="19096"/>
                </a:cubicBezTo>
                <a:cubicBezTo>
                  <a:pt x="149640" y="19580"/>
                  <a:pt x="150261" y="19943"/>
                  <a:pt x="150980" y="20185"/>
                </a:cubicBezTo>
                <a:cubicBezTo>
                  <a:pt x="151699" y="20427"/>
                  <a:pt x="152491" y="20548"/>
                  <a:pt x="153356" y="20548"/>
                </a:cubicBezTo>
                <a:cubicBezTo>
                  <a:pt x="154503" y="20548"/>
                  <a:pt x="155657" y="20318"/>
                  <a:pt x="156819" y="19857"/>
                </a:cubicBezTo>
                <a:cubicBezTo>
                  <a:pt x="157980" y="19395"/>
                  <a:pt x="158808" y="18942"/>
                  <a:pt x="159300" y="18496"/>
                </a:cubicBezTo>
                <a:lnTo>
                  <a:pt x="159451" y="18496"/>
                </a:lnTo>
                <a:lnTo>
                  <a:pt x="159451" y="21600"/>
                </a:lnTo>
                <a:cubicBezTo>
                  <a:pt x="158496" y="22003"/>
                  <a:pt x="157520" y="22341"/>
                  <a:pt x="156524" y="22614"/>
                </a:cubicBezTo>
                <a:cubicBezTo>
                  <a:pt x="155529" y="22886"/>
                  <a:pt x="154483" y="23022"/>
                  <a:pt x="153386" y="23022"/>
                </a:cubicBezTo>
                <a:cubicBezTo>
                  <a:pt x="150590" y="23022"/>
                  <a:pt x="148408" y="22264"/>
                  <a:pt x="146839" y="20748"/>
                </a:cubicBezTo>
                <a:cubicBezTo>
                  <a:pt x="145270" y="19232"/>
                  <a:pt x="144485" y="17078"/>
                  <a:pt x="144485" y="14287"/>
                </a:cubicBezTo>
                <a:cubicBezTo>
                  <a:pt x="144485" y="11527"/>
                  <a:pt x="145237" y="9336"/>
                  <a:pt x="146741" y="7714"/>
                </a:cubicBezTo>
                <a:cubicBezTo>
                  <a:pt x="148244" y="6091"/>
                  <a:pt x="150223" y="5280"/>
                  <a:pt x="152677" y="5280"/>
                </a:cubicBezTo>
                <a:cubicBezTo>
                  <a:pt x="154950" y="5280"/>
                  <a:pt x="156703" y="5945"/>
                  <a:pt x="157935" y="7275"/>
                </a:cubicBezTo>
                <a:cubicBezTo>
                  <a:pt x="159167" y="8605"/>
                  <a:pt x="159783" y="10494"/>
                  <a:pt x="159783" y="12942"/>
                </a:cubicBezTo>
                <a:lnTo>
                  <a:pt x="159783" y="14483"/>
                </a:lnTo>
                <a:moveTo>
                  <a:pt x="157022" y="12311"/>
                </a:moveTo>
                <a:cubicBezTo>
                  <a:pt x="157012" y="10822"/>
                  <a:pt x="156638" y="9671"/>
                  <a:pt x="155898" y="8856"/>
                </a:cubicBezTo>
                <a:cubicBezTo>
                  <a:pt x="155159" y="8041"/>
                  <a:pt x="154035" y="7634"/>
                  <a:pt x="152526" y="7634"/>
                </a:cubicBezTo>
                <a:cubicBezTo>
                  <a:pt x="151008" y="7634"/>
                  <a:pt x="149798" y="8081"/>
                  <a:pt x="148898" y="8977"/>
                </a:cubicBezTo>
                <a:cubicBezTo>
                  <a:pt x="147998" y="9872"/>
                  <a:pt x="147487" y="10983"/>
                  <a:pt x="147367" y="12311"/>
                </a:cubicBezTo>
                <a:lnTo>
                  <a:pt x="157022" y="12311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2D4485B-10C9-4099-AAA0-BBED6C3325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415" y="1055901"/>
            <a:ext cx="209658" cy="91831"/>
          </a:xfrm>
          <a:custGeom xmlns:a="http://schemas.openxmlformats.org/drawingml/2006/main">
            <a:pathLst>
              <a:path w="209658" h="91831">
                <a:moveTo>
                  <a:pt x="0" y="0"/>
                </a:moveTo>
                <a:lnTo>
                  <a:pt x="209658" y="0"/>
                </a:lnTo>
                <a:lnTo>
                  <a:pt x="209658" y="91831"/>
                </a:lnTo>
                <a:lnTo>
                  <a:pt x="0" y="918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D73DF27-8664-438C-963F-F1AD6E7F2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415" y="1055903"/>
            <a:ext cx="209657" cy="91831"/>
          </a:xfrm>
          <a:custGeom xmlns:a="http://schemas.openxmlformats.org/drawingml/2006/main">
            <a:pathLst>
              <a:path w="209657" h="91831" fill="none">
                <a:moveTo>
                  <a:pt x="0" y="0"/>
                </a:moveTo>
                <a:lnTo>
                  <a:pt x="209657" y="0"/>
                </a:lnTo>
                <a:lnTo>
                  <a:pt x="209657" y="91831"/>
                </a:lnTo>
                <a:lnTo>
                  <a:pt x="0" y="9183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47" name="Text Plantaginaceae">
            <a:extLst xmlns:a="http://schemas.openxmlformats.org/drawingml/2006/main">
              <a:ext uri="{FF2B5EF4-FFF2-40B4-BE49-F238E27FC236}">
                <a16:creationId xmlns:a16="http://schemas.microsoft.com/office/drawing/2014/main" id="{311AE2A4-D68B-4E1C-83B7-486DFF14E8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6036" y="1083685"/>
            <a:ext cx="161002" cy="21026"/>
          </a:xfrm>
          <a:custGeom xmlns:a="http://schemas.openxmlformats.org/drawingml/2006/main">
            <a:pathLst>
              <a:path w="161002" h="21026">
                <a:moveTo>
                  <a:pt x="10343" y="5480"/>
                </a:moveTo>
                <a:cubicBezTo>
                  <a:pt x="10343" y="6180"/>
                  <a:pt x="10221" y="6830"/>
                  <a:pt x="9977" y="7428"/>
                </a:cubicBezTo>
                <a:cubicBezTo>
                  <a:pt x="9733" y="8026"/>
                  <a:pt x="9391" y="8545"/>
                  <a:pt x="8952" y="8984"/>
                </a:cubicBezTo>
                <a:cubicBezTo>
                  <a:pt x="8407" y="9529"/>
                  <a:pt x="7763" y="9938"/>
                  <a:pt x="7019" y="10210"/>
                </a:cubicBezTo>
                <a:cubicBezTo>
                  <a:pt x="6276" y="10483"/>
                  <a:pt x="5338" y="10619"/>
                  <a:pt x="4205" y="10619"/>
                </a:cubicBezTo>
                <a:lnTo>
                  <a:pt x="2103" y="10619"/>
                </a:lnTo>
                <a:lnTo>
                  <a:pt x="2103" y="16524"/>
                </a:lnTo>
                <a:lnTo>
                  <a:pt x="0" y="16524"/>
                </a:lnTo>
                <a:lnTo>
                  <a:pt x="0" y="701"/>
                </a:lnTo>
                <a:lnTo>
                  <a:pt x="4290" y="701"/>
                </a:lnTo>
                <a:cubicBezTo>
                  <a:pt x="5239" y="701"/>
                  <a:pt x="6042" y="781"/>
                  <a:pt x="6701" y="940"/>
                </a:cubicBezTo>
                <a:cubicBezTo>
                  <a:pt x="7359" y="1099"/>
                  <a:pt x="7943" y="1349"/>
                  <a:pt x="8453" y="1688"/>
                </a:cubicBezTo>
                <a:cubicBezTo>
                  <a:pt x="9055" y="2092"/>
                  <a:pt x="9520" y="2595"/>
                  <a:pt x="9849" y="3196"/>
                </a:cubicBezTo>
                <a:cubicBezTo>
                  <a:pt x="10179" y="3798"/>
                  <a:pt x="10343" y="4559"/>
                  <a:pt x="10343" y="5480"/>
                </a:cubicBezTo>
                <a:moveTo>
                  <a:pt x="8156" y="5528"/>
                </a:moveTo>
                <a:cubicBezTo>
                  <a:pt x="8156" y="4988"/>
                  <a:pt x="8060" y="4518"/>
                  <a:pt x="7869" y="4118"/>
                </a:cubicBezTo>
                <a:cubicBezTo>
                  <a:pt x="7678" y="3717"/>
                  <a:pt x="7388" y="3391"/>
                  <a:pt x="6998" y="3138"/>
                </a:cubicBezTo>
                <a:cubicBezTo>
                  <a:pt x="6658" y="2921"/>
                  <a:pt x="6271" y="2764"/>
                  <a:pt x="5835" y="2670"/>
                </a:cubicBezTo>
                <a:cubicBezTo>
                  <a:pt x="5400" y="2575"/>
                  <a:pt x="4849" y="2527"/>
                  <a:pt x="4184" y="2527"/>
                </a:cubicBezTo>
                <a:lnTo>
                  <a:pt x="2103" y="2527"/>
                </a:lnTo>
                <a:lnTo>
                  <a:pt x="2103" y="8793"/>
                </a:lnTo>
                <a:lnTo>
                  <a:pt x="3876" y="8793"/>
                </a:lnTo>
                <a:cubicBezTo>
                  <a:pt x="4726" y="8793"/>
                  <a:pt x="5416" y="8717"/>
                  <a:pt x="5947" y="8566"/>
                </a:cubicBezTo>
                <a:cubicBezTo>
                  <a:pt x="6478" y="8416"/>
                  <a:pt x="6910" y="8175"/>
                  <a:pt x="7242" y="7845"/>
                </a:cubicBezTo>
                <a:cubicBezTo>
                  <a:pt x="7575" y="7508"/>
                  <a:pt x="7811" y="7154"/>
                  <a:pt x="7949" y="6782"/>
                </a:cubicBezTo>
                <a:cubicBezTo>
                  <a:pt x="8087" y="6410"/>
                  <a:pt x="8156" y="5992"/>
                  <a:pt x="8156" y="5528"/>
                </a:cubicBezTo>
                <a:close/>
                <a:moveTo>
                  <a:pt x="14972" y="16524"/>
                </a:moveTo>
                <a:lnTo>
                  <a:pt x="12976" y="16524"/>
                </a:lnTo>
                <a:lnTo>
                  <a:pt x="12976" y="0"/>
                </a:lnTo>
                <a:lnTo>
                  <a:pt x="14972" y="0"/>
                </a:lnTo>
                <a:lnTo>
                  <a:pt x="14972" y="16524"/>
                </a:lnTo>
                <a:close/>
                <a:moveTo>
                  <a:pt x="28141" y="16524"/>
                </a:moveTo>
                <a:lnTo>
                  <a:pt x="26155" y="16524"/>
                </a:lnTo>
                <a:lnTo>
                  <a:pt x="26155" y="15269"/>
                </a:lnTo>
                <a:cubicBezTo>
                  <a:pt x="25978" y="15389"/>
                  <a:pt x="25739" y="15558"/>
                  <a:pt x="25438" y="15774"/>
                </a:cubicBezTo>
                <a:cubicBezTo>
                  <a:pt x="25137" y="15990"/>
                  <a:pt x="24845" y="16162"/>
                  <a:pt x="24562" y="16289"/>
                </a:cubicBezTo>
                <a:cubicBezTo>
                  <a:pt x="24230" y="16452"/>
                  <a:pt x="23847" y="16589"/>
                  <a:pt x="23415" y="16699"/>
                </a:cubicBezTo>
                <a:cubicBezTo>
                  <a:pt x="22984" y="16809"/>
                  <a:pt x="22477" y="16863"/>
                  <a:pt x="21897" y="16863"/>
                </a:cubicBezTo>
                <a:cubicBezTo>
                  <a:pt x="20828" y="16863"/>
                  <a:pt x="19922" y="16509"/>
                  <a:pt x="19178" y="15800"/>
                </a:cubicBezTo>
                <a:cubicBezTo>
                  <a:pt x="18435" y="15091"/>
                  <a:pt x="18063" y="14188"/>
                  <a:pt x="18063" y="13089"/>
                </a:cubicBezTo>
                <a:cubicBezTo>
                  <a:pt x="18063" y="12188"/>
                  <a:pt x="18256" y="11460"/>
                  <a:pt x="18642" y="10904"/>
                </a:cubicBezTo>
                <a:cubicBezTo>
                  <a:pt x="19028" y="10347"/>
                  <a:pt x="19578" y="9909"/>
                  <a:pt x="20293" y="9591"/>
                </a:cubicBezTo>
                <a:cubicBezTo>
                  <a:pt x="21015" y="9272"/>
                  <a:pt x="21883" y="9055"/>
                  <a:pt x="22895" y="8942"/>
                </a:cubicBezTo>
                <a:cubicBezTo>
                  <a:pt x="23907" y="8828"/>
                  <a:pt x="24994" y="8743"/>
                  <a:pt x="26155" y="8687"/>
                </a:cubicBezTo>
                <a:lnTo>
                  <a:pt x="26155" y="8376"/>
                </a:lnTo>
                <a:cubicBezTo>
                  <a:pt x="26155" y="7919"/>
                  <a:pt x="26075" y="7541"/>
                  <a:pt x="25916" y="7241"/>
                </a:cubicBezTo>
                <a:cubicBezTo>
                  <a:pt x="25757" y="6941"/>
                  <a:pt x="25529" y="6706"/>
                  <a:pt x="25231" y="6534"/>
                </a:cubicBezTo>
                <a:cubicBezTo>
                  <a:pt x="24948" y="6370"/>
                  <a:pt x="24608" y="6259"/>
                  <a:pt x="24212" y="6202"/>
                </a:cubicBezTo>
                <a:cubicBezTo>
                  <a:pt x="23815" y="6145"/>
                  <a:pt x="23401" y="6117"/>
                  <a:pt x="22969" y="6117"/>
                </a:cubicBezTo>
                <a:cubicBezTo>
                  <a:pt x="22445" y="6117"/>
                  <a:pt x="21861" y="6188"/>
                  <a:pt x="21217" y="6329"/>
                </a:cubicBezTo>
                <a:cubicBezTo>
                  <a:pt x="20573" y="6471"/>
                  <a:pt x="19907" y="6676"/>
                  <a:pt x="19221" y="6945"/>
                </a:cubicBezTo>
                <a:lnTo>
                  <a:pt x="19115" y="6945"/>
                </a:lnTo>
                <a:lnTo>
                  <a:pt x="19115" y="4917"/>
                </a:lnTo>
                <a:cubicBezTo>
                  <a:pt x="19504" y="4811"/>
                  <a:pt x="20067" y="4694"/>
                  <a:pt x="20803" y="4566"/>
                </a:cubicBezTo>
                <a:cubicBezTo>
                  <a:pt x="21539" y="4439"/>
                  <a:pt x="22265" y="4375"/>
                  <a:pt x="22980" y="4375"/>
                </a:cubicBezTo>
                <a:cubicBezTo>
                  <a:pt x="23815" y="4375"/>
                  <a:pt x="24543" y="4444"/>
                  <a:pt x="25162" y="4582"/>
                </a:cubicBezTo>
                <a:cubicBezTo>
                  <a:pt x="25782" y="4720"/>
                  <a:pt x="26318" y="4956"/>
                  <a:pt x="26771" y="5288"/>
                </a:cubicBezTo>
                <a:cubicBezTo>
                  <a:pt x="27217" y="5614"/>
                  <a:pt x="27557" y="6035"/>
                  <a:pt x="27791" y="6552"/>
                </a:cubicBezTo>
                <a:cubicBezTo>
                  <a:pt x="28024" y="7069"/>
                  <a:pt x="28141" y="7710"/>
                  <a:pt x="28141" y="8474"/>
                </a:cubicBezTo>
                <a:lnTo>
                  <a:pt x="28141" y="16524"/>
                </a:lnTo>
                <a:moveTo>
                  <a:pt x="26155" y="13618"/>
                </a:moveTo>
                <a:lnTo>
                  <a:pt x="26155" y="10301"/>
                </a:lnTo>
                <a:cubicBezTo>
                  <a:pt x="25546" y="10336"/>
                  <a:pt x="24829" y="10390"/>
                  <a:pt x="24005" y="10461"/>
                </a:cubicBezTo>
                <a:cubicBezTo>
                  <a:pt x="23180" y="10532"/>
                  <a:pt x="22527" y="10635"/>
                  <a:pt x="22045" y="10770"/>
                </a:cubicBezTo>
                <a:cubicBezTo>
                  <a:pt x="21472" y="10934"/>
                  <a:pt x="21008" y="11188"/>
                  <a:pt x="20654" y="11533"/>
                </a:cubicBezTo>
                <a:cubicBezTo>
                  <a:pt x="20300" y="11878"/>
                  <a:pt x="20123" y="12352"/>
                  <a:pt x="20123" y="12957"/>
                </a:cubicBezTo>
                <a:cubicBezTo>
                  <a:pt x="20123" y="13640"/>
                  <a:pt x="20329" y="14153"/>
                  <a:pt x="20739" y="14498"/>
                </a:cubicBezTo>
                <a:cubicBezTo>
                  <a:pt x="21150" y="14843"/>
                  <a:pt x="21776" y="15016"/>
                  <a:pt x="22619" y="15016"/>
                </a:cubicBezTo>
                <a:cubicBezTo>
                  <a:pt x="23320" y="15016"/>
                  <a:pt x="23960" y="14879"/>
                  <a:pt x="24541" y="14605"/>
                </a:cubicBezTo>
                <a:cubicBezTo>
                  <a:pt x="25122" y="14331"/>
                  <a:pt x="25660" y="14002"/>
                  <a:pt x="26155" y="13618"/>
                </a:cubicBezTo>
                <a:close/>
                <a:moveTo>
                  <a:pt x="41904" y="16524"/>
                </a:moveTo>
                <a:lnTo>
                  <a:pt x="39908" y="16524"/>
                </a:lnTo>
                <a:lnTo>
                  <a:pt x="39908" y="9763"/>
                </a:lnTo>
                <a:cubicBezTo>
                  <a:pt x="39908" y="9217"/>
                  <a:pt x="39876" y="8705"/>
                  <a:pt x="39812" y="8227"/>
                </a:cubicBezTo>
                <a:cubicBezTo>
                  <a:pt x="39748" y="7748"/>
                  <a:pt x="39631" y="7375"/>
                  <a:pt x="39462" y="7105"/>
                </a:cubicBezTo>
                <a:cubicBezTo>
                  <a:pt x="39285" y="6808"/>
                  <a:pt x="39030" y="6586"/>
                  <a:pt x="38697" y="6441"/>
                </a:cubicBezTo>
                <a:cubicBezTo>
                  <a:pt x="38364" y="6296"/>
                  <a:pt x="37932" y="6223"/>
                  <a:pt x="37401" y="6223"/>
                </a:cubicBezTo>
                <a:cubicBezTo>
                  <a:pt x="36856" y="6223"/>
                  <a:pt x="36286" y="6358"/>
                  <a:pt x="35692" y="6627"/>
                </a:cubicBezTo>
                <a:cubicBezTo>
                  <a:pt x="35097" y="6896"/>
                  <a:pt x="34527" y="7240"/>
                  <a:pt x="33982" y="7658"/>
                </a:cubicBezTo>
                <a:lnTo>
                  <a:pt x="33982" y="16524"/>
                </a:lnTo>
                <a:lnTo>
                  <a:pt x="31986" y="16524"/>
                </a:lnTo>
                <a:lnTo>
                  <a:pt x="31986" y="4651"/>
                </a:lnTo>
                <a:lnTo>
                  <a:pt x="33982" y="4651"/>
                </a:lnTo>
                <a:lnTo>
                  <a:pt x="33982" y="5960"/>
                </a:lnTo>
                <a:cubicBezTo>
                  <a:pt x="34605" y="5443"/>
                  <a:pt x="35249" y="5039"/>
                  <a:pt x="35915" y="4748"/>
                </a:cubicBezTo>
                <a:cubicBezTo>
                  <a:pt x="36580" y="4457"/>
                  <a:pt x="37263" y="4311"/>
                  <a:pt x="37964" y="4311"/>
                </a:cubicBezTo>
                <a:cubicBezTo>
                  <a:pt x="39246" y="4311"/>
                  <a:pt x="40223" y="4698"/>
                  <a:pt x="40895" y="5471"/>
                </a:cubicBezTo>
                <a:cubicBezTo>
                  <a:pt x="41568" y="6244"/>
                  <a:pt x="41904" y="7357"/>
                  <a:pt x="41904" y="8811"/>
                </a:cubicBezTo>
                <a:lnTo>
                  <a:pt x="41904" y="16524"/>
                </a:lnTo>
                <a:close/>
                <a:moveTo>
                  <a:pt x="51907" y="16419"/>
                </a:moveTo>
                <a:cubicBezTo>
                  <a:pt x="51532" y="16518"/>
                  <a:pt x="51123" y="16599"/>
                  <a:pt x="50681" y="16662"/>
                </a:cubicBezTo>
                <a:cubicBezTo>
                  <a:pt x="50238" y="16726"/>
                  <a:pt x="49843" y="16757"/>
                  <a:pt x="49496" y="16757"/>
                </a:cubicBezTo>
                <a:cubicBezTo>
                  <a:pt x="48286" y="16757"/>
                  <a:pt x="47366" y="16431"/>
                  <a:pt x="46735" y="15779"/>
                </a:cubicBezTo>
                <a:cubicBezTo>
                  <a:pt x="46105" y="15127"/>
                  <a:pt x="45790" y="14082"/>
                  <a:pt x="45790" y="12643"/>
                </a:cubicBezTo>
                <a:lnTo>
                  <a:pt x="45790" y="6329"/>
                </a:lnTo>
                <a:lnTo>
                  <a:pt x="44442" y="6329"/>
                </a:lnTo>
                <a:lnTo>
                  <a:pt x="44442" y="4651"/>
                </a:lnTo>
                <a:lnTo>
                  <a:pt x="45790" y="4651"/>
                </a:lnTo>
                <a:lnTo>
                  <a:pt x="45790" y="1232"/>
                </a:lnTo>
                <a:lnTo>
                  <a:pt x="47787" y="1232"/>
                </a:lnTo>
                <a:lnTo>
                  <a:pt x="47787" y="4651"/>
                </a:lnTo>
                <a:lnTo>
                  <a:pt x="51907" y="4651"/>
                </a:lnTo>
                <a:lnTo>
                  <a:pt x="51907" y="6329"/>
                </a:lnTo>
                <a:lnTo>
                  <a:pt x="47787" y="6329"/>
                </a:lnTo>
                <a:lnTo>
                  <a:pt x="47787" y="11748"/>
                </a:lnTo>
                <a:cubicBezTo>
                  <a:pt x="47787" y="12372"/>
                  <a:pt x="47801" y="12860"/>
                  <a:pt x="47829" y="13211"/>
                </a:cubicBezTo>
                <a:cubicBezTo>
                  <a:pt x="47858" y="13563"/>
                  <a:pt x="47957" y="13891"/>
                  <a:pt x="48127" y="14196"/>
                </a:cubicBezTo>
                <a:cubicBezTo>
                  <a:pt x="48282" y="14480"/>
                  <a:pt x="48497" y="14688"/>
                  <a:pt x="48769" y="14819"/>
                </a:cubicBezTo>
                <a:cubicBezTo>
                  <a:pt x="49042" y="14950"/>
                  <a:pt x="49458" y="15016"/>
                  <a:pt x="50017" y="15016"/>
                </a:cubicBezTo>
                <a:cubicBezTo>
                  <a:pt x="50343" y="15016"/>
                  <a:pt x="50682" y="14968"/>
                  <a:pt x="51036" y="14872"/>
                </a:cubicBezTo>
                <a:cubicBezTo>
                  <a:pt x="51390" y="14777"/>
                  <a:pt x="51645" y="14697"/>
                  <a:pt x="51801" y="14633"/>
                </a:cubicBezTo>
                <a:lnTo>
                  <a:pt x="51907" y="14633"/>
                </a:lnTo>
                <a:lnTo>
                  <a:pt x="51907" y="16419"/>
                </a:lnTo>
                <a:close/>
                <a:moveTo>
                  <a:pt x="63535" y="16524"/>
                </a:moveTo>
                <a:lnTo>
                  <a:pt x="61549" y="16524"/>
                </a:lnTo>
                <a:lnTo>
                  <a:pt x="61549" y="15269"/>
                </a:lnTo>
                <a:cubicBezTo>
                  <a:pt x="61372" y="15389"/>
                  <a:pt x="61133" y="15558"/>
                  <a:pt x="60832" y="15774"/>
                </a:cubicBezTo>
                <a:cubicBezTo>
                  <a:pt x="60531" y="15990"/>
                  <a:pt x="60239" y="16162"/>
                  <a:pt x="59956" y="16289"/>
                </a:cubicBezTo>
                <a:cubicBezTo>
                  <a:pt x="59623" y="16452"/>
                  <a:pt x="59241" y="16589"/>
                  <a:pt x="58809" y="16699"/>
                </a:cubicBezTo>
                <a:cubicBezTo>
                  <a:pt x="58377" y="16809"/>
                  <a:pt x="57871" y="16863"/>
                  <a:pt x="57291" y="16863"/>
                </a:cubicBezTo>
                <a:cubicBezTo>
                  <a:pt x="56222" y="16863"/>
                  <a:pt x="55315" y="16509"/>
                  <a:pt x="54572" y="15800"/>
                </a:cubicBezTo>
                <a:cubicBezTo>
                  <a:pt x="53829" y="15091"/>
                  <a:pt x="53457" y="14188"/>
                  <a:pt x="53457" y="13089"/>
                </a:cubicBezTo>
                <a:cubicBezTo>
                  <a:pt x="53457" y="12188"/>
                  <a:pt x="53650" y="11460"/>
                  <a:pt x="54036" y="10904"/>
                </a:cubicBezTo>
                <a:cubicBezTo>
                  <a:pt x="54422" y="10347"/>
                  <a:pt x="54972" y="9909"/>
                  <a:pt x="55687" y="9591"/>
                </a:cubicBezTo>
                <a:cubicBezTo>
                  <a:pt x="56409" y="9272"/>
                  <a:pt x="57276" y="9055"/>
                  <a:pt x="58289" y="8942"/>
                </a:cubicBezTo>
                <a:cubicBezTo>
                  <a:pt x="59301" y="8828"/>
                  <a:pt x="60388" y="8743"/>
                  <a:pt x="61549" y="8687"/>
                </a:cubicBezTo>
                <a:lnTo>
                  <a:pt x="61549" y="8376"/>
                </a:lnTo>
                <a:cubicBezTo>
                  <a:pt x="61549" y="7919"/>
                  <a:pt x="61469" y="7541"/>
                  <a:pt x="61310" y="7241"/>
                </a:cubicBezTo>
                <a:cubicBezTo>
                  <a:pt x="61151" y="6941"/>
                  <a:pt x="60922" y="6706"/>
                  <a:pt x="60625" y="6534"/>
                </a:cubicBezTo>
                <a:cubicBezTo>
                  <a:pt x="60342" y="6370"/>
                  <a:pt x="60002" y="6259"/>
                  <a:pt x="59606" y="6202"/>
                </a:cubicBezTo>
                <a:cubicBezTo>
                  <a:pt x="59209" y="6145"/>
                  <a:pt x="58795" y="6117"/>
                  <a:pt x="58363" y="6117"/>
                </a:cubicBezTo>
                <a:cubicBezTo>
                  <a:pt x="57839" y="6117"/>
                  <a:pt x="57255" y="6188"/>
                  <a:pt x="56611" y="6329"/>
                </a:cubicBezTo>
                <a:cubicBezTo>
                  <a:pt x="55967" y="6471"/>
                  <a:pt x="55301" y="6676"/>
                  <a:pt x="54615" y="6945"/>
                </a:cubicBezTo>
                <a:lnTo>
                  <a:pt x="54508" y="6945"/>
                </a:lnTo>
                <a:lnTo>
                  <a:pt x="54508" y="4917"/>
                </a:lnTo>
                <a:cubicBezTo>
                  <a:pt x="54898" y="4811"/>
                  <a:pt x="55461" y="4694"/>
                  <a:pt x="56197" y="4566"/>
                </a:cubicBezTo>
                <a:cubicBezTo>
                  <a:pt x="56933" y="4439"/>
                  <a:pt x="57659" y="4375"/>
                  <a:pt x="58374" y="4375"/>
                </a:cubicBezTo>
                <a:cubicBezTo>
                  <a:pt x="59209" y="4375"/>
                  <a:pt x="59937" y="4444"/>
                  <a:pt x="60556" y="4582"/>
                </a:cubicBezTo>
                <a:cubicBezTo>
                  <a:pt x="61176" y="4720"/>
                  <a:pt x="61712" y="4956"/>
                  <a:pt x="62165" y="5288"/>
                </a:cubicBezTo>
                <a:cubicBezTo>
                  <a:pt x="62611" y="5614"/>
                  <a:pt x="62951" y="6035"/>
                  <a:pt x="63184" y="6552"/>
                </a:cubicBezTo>
                <a:cubicBezTo>
                  <a:pt x="63418" y="7069"/>
                  <a:pt x="63535" y="7710"/>
                  <a:pt x="63535" y="8474"/>
                </a:cubicBezTo>
                <a:lnTo>
                  <a:pt x="63535" y="16524"/>
                </a:lnTo>
                <a:moveTo>
                  <a:pt x="61549" y="13618"/>
                </a:moveTo>
                <a:lnTo>
                  <a:pt x="61549" y="10301"/>
                </a:lnTo>
                <a:cubicBezTo>
                  <a:pt x="60940" y="10336"/>
                  <a:pt x="60223" y="10390"/>
                  <a:pt x="59399" y="10461"/>
                </a:cubicBezTo>
                <a:cubicBezTo>
                  <a:pt x="58574" y="10532"/>
                  <a:pt x="57921" y="10635"/>
                  <a:pt x="57439" y="10770"/>
                </a:cubicBezTo>
                <a:cubicBezTo>
                  <a:pt x="56866" y="10934"/>
                  <a:pt x="56402" y="11188"/>
                  <a:pt x="56048" y="11533"/>
                </a:cubicBezTo>
                <a:cubicBezTo>
                  <a:pt x="55694" y="11878"/>
                  <a:pt x="55517" y="12352"/>
                  <a:pt x="55517" y="12957"/>
                </a:cubicBezTo>
                <a:cubicBezTo>
                  <a:pt x="55517" y="13640"/>
                  <a:pt x="55723" y="14153"/>
                  <a:pt x="56133" y="14498"/>
                </a:cubicBezTo>
                <a:cubicBezTo>
                  <a:pt x="56544" y="14843"/>
                  <a:pt x="57170" y="15016"/>
                  <a:pt x="58013" y="15016"/>
                </a:cubicBezTo>
                <a:cubicBezTo>
                  <a:pt x="58714" y="15016"/>
                  <a:pt x="59354" y="14879"/>
                  <a:pt x="59935" y="14605"/>
                </a:cubicBezTo>
                <a:cubicBezTo>
                  <a:pt x="60515" y="14331"/>
                  <a:pt x="61053" y="14002"/>
                  <a:pt x="61549" y="13618"/>
                </a:cubicBezTo>
                <a:close/>
                <a:moveTo>
                  <a:pt x="77001" y="15178"/>
                </a:moveTo>
                <a:cubicBezTo>
                  <a:pt x="77001" y="17191"/>
                  <a:pt x="76544" y="18669"/>
                  <a:pt x="75631" y="19612"/>
                </a:cubicBezTo>
                <a:cubicBezTo>
                  <a:pt x="74718" y="20555"/>
                  <a:pt x="73312" y="21026"/>
                  <a:pt x="71415" y="21026"/>
                </a:cubicBezTo>
                <a:cubicBezTo>
                  <a:pt x="70785" y="21026"/>
                  <a:pt x="70171" y="20982"/>
                  <a:pt x="69573" y="20894"/>
                </a:cubicBezTo>
                <a:cubicBezTo>
                  <a:pt x="68974" y="20805"/>
                  <a:pt x="68385" y="20679"/>
                  <a:pt x="67804" y="20517"/>
                </a:cubicBezTo>
                <a:lnTo>
                  <a:pt x="67804" y="18478"/>
                </a:lnTo>
                <a:lnTo>
                  <a:pt x="67911" y="18478"/>
                </a:lnTo>
                <a:cubicBezTo>
                  <a:pt x="68236" y="18603"/>
                  <a:pt x="68753" y="18759"/>
                  <a:pt x="69461" y="18944"/>
                </a:cubicBezTo>
                <a:cubicBezTo>
                  <a:pt x="70169" y="19128"/>
                  <a:pt x="70877" y="19221"/>
                  <a:pt x="71585" y="19221"/>
                </a:cubicBezTo>
                <a:cubicBezTo>
                  <a:pt x="72265" y="19221"/>
                  <a:pt x="72827" y="19140"/>
                  <a:pt x="73273" y="18977"/>
                </a:cubicBezTo>
                <a:cubicBezTo>
                  <a:pt x="73719" y="18814"/>
                  <a:pt x="74066" y="18588"/>
                  <a:pt x="74314" y="18299"/>
                </a:cubicBezTo>
                <a:cubicBezTo>
                  <a:pt x="74562" y="18023"/>
                  <a:pt x="74739" y="17691"/>
                  <a:pt x="74845" y="17302"/>
                </a:cubicBezTo>
                <a:cubicBezTo>
                  <a:pt x="74951" y="16913"/>
                  <a:pt x="75004" y="16479"/>
                  <a:pt x="75004" y="15998"/>
                </a:cubicBezTo>
                <a:lnTo>
                  <a:pt x="75004" y="14916"/>
                </a:lnTo>
                <a:cubicBezTo>
                  <a:pt x="74403" y="15399"/>
                  <a:pt x="73827" y="15760"/>
                  <a:pt x="73279" y="15997"/>
                </a:cubicBezTo>
                <a:cubicBezTo>
                  <a:pt x="72730" y="16235"/>
                  <a:pt x="72031" y="16354"/>
                  <a:pt x="71181" y="16354"/>
                </a:cubicBezTo>
                <a:cubicBezTo>
                  <a:pt x="69766" y="16354"/>
                  <a:pt x="68642" y="15841"/>
                  <a:pt x="67810" y="14815"/>
                </a:cubicBezTo>
                <a:cubicBezTo>
                  <a:pt x="66978" y="13789"/>
                  <a:pt x="66562" y="12343"/>
                  <a:pt x="66562" y="10476"/>
                </a:cubicBezTo>
                <a:cubicBezTo>
                  <a:pt x="66562" y="9454"/>
                  <a:pt x="66705" y="8572"/>
                  <a:pt x="66992" y="7830"/>
                </a:cubicBezTo>
                <a:cubicBezTo>
                  <a:pt x="67279" y="7089"/>
                  <a:pt x="67670" y="6448"/>
                  <a:pt x="68166" y="5909"/>
                </a:cubicBezTo>
                <a:cubicBezTo>
                  <a:pt x="68626" y="5405"/>
                  <a:pt x="69185" y="5013"/>
                  <a:pt x="69843" y="4732"/>
                </a:cubicBezTo>
                <a:cubicBezTo>
                  <a:pt x="70502" y="4452"/>
                  <a:pt x="71157" y="4311"/>
                  <a:pt x="71808" y="4311"/>
                </a:cubicBezTo>
                <a:cubicBezTo>
                  <a:pt x="72495" y="4311"/>
                  <a:pt x="73070" y="4381"/>
                  <a:pt x="73534" y="4519"/>
                </a:cubicBezTo>
                <a:cubicBezTo>
                  <a:pt x="73997" y="4657"/>
                  <a:pt x="74488" y="4869"/>
                  <a:pt x="75004" y="5153"/>
                </a:cubicBezTo>
                <a:lnTo>
                  <a:pt x="75132" y="4651"/>
                </a:lnTo>
                <a:lnTo>
                  <a:pt x="77001" y="4651"/>
                </a:lnTo>
                <a:lnTo>
                  <a:pt x="77001" y="15178"/>
                </a:lnTo>
                <a:moveTo>
                  <a:pt x="75004" y="13271"/>
                </a:moveTo>
                <a:lnTo>
                  <a:pt x="75004" y="6787"/>
                </a:lnTo>
                <a:cubicBezTo>
                  <a:pt x="74473" y="6546"/>
                  <a:pt x="73980" y="6374"/>
                  <a:pt x="73523" y="6271"/>
                </a:cubicBezTo>
                <a:cubicBezTo>
                  <a:pt x="73066" y="6168"/>
                  <a:pt x="72612" y="6117"/>
                  <a:pt x="72158" y="6117"/>
                </a:cubicBezTo>
                <a:cubicBezTo>
                  <a:pt x="71061" y="6117"/>
                  <a:pt x="70197" y="6486"/>
                  <a:pt x="69567" y="7224"/>
                </a:cubicBezTo>
                <a:cubicBezTo>
                  <a:pt x="68937" y="7962"/>
                  <a:pt x="68622" y="9034"/>
                  <a:pt x="68622" y="10439"/>
                </a:cubicBezTo>
                <a:cubicBezTo>
                  <a:pt x="68622" y="11773"/>
                  <a:pt x="68856" y="12785"/>
                  <a:pt x="69323" y="13473"/>
                </a:cubicBezTo>
                <a:cubicBezTo>
                  <a:pt x="69790" y="14162"/>
                  <a:pt x="70566" y="14506"/>
                  <a:pt x="71649" y="14506"/>
                </a:cubicBezTo>
                <a:cubicBezTo>
                  <a:pt x="72229" y="14506"/>
                  <a:pt x="72812" y="14394"/>
                  <a:pt x="73396" y="14171"/>
                </a:cubicBezTo>
                <a:cubicBezTo>
                  <a:pt x="73980" y="13947"/>
                  <a:pt x="74516" y="13647"/>
                  <a:pt x="75004" y="13271"/>
                </a:cubicBezTo>
                <a:close/>
                <a:moveTo>
                  <a:pt x="83075" y="2676"/>
                </a:moveTo>
                <a:lnTo>
                  <a:pt x="80823" y="2676"/>
                </a:lnTo>
                <a:lnTo>
                  <a:pt x="80823" y="595"/>
                </a:lnTo>
                <a:lnTo>
                  <a:pt x="83075" y="595"/>
                </a:lnTo>
                <a:lnTo>
                  <a:pt x="83075" y="2676"/>
                </a:lnTo>
                <a:moveTo>
                  <a:pt x="82947" y="16524"/>
                </a:moveTo>
                <a:lnTo>
                  <a:pt x="80951" y="16524"/>
                </a:lnTo>
                <a:lnTo>
                  <a:pt x="80951" y="4651"/>
                </a:lnTo>
                <a:lnTo>
                  <a:pt x="82947" y="4651"/>
                </a:lnTo>
                <a:lnTo>
                  <a:pt x="82947" y="16524"/>
                </a:lnTo>
                <a:close/>
                <a:moveTo>
                  <a:pt x="96816" y="16524"/>
                </a:moveTo>
                <a:lnTo>
                  <a:pt x="94819" y="16524"/>
                </a:lnTo>
                <a:lnTo>
                  <a:pt x="94819" y="9763"/>
                </a:lnTo>
                <a:cubicBezTo>
                  <a:pt x="94819" y="9217"/>
                  <a:pt x="94787" y="8705"/>
                  <a:pt x="94724" y="8227"/>
                </a:cubicBezTo>
                <a:cubicBezTo>
                  <a:pt x="94660" y="7748"/>
                  <a:pt x="94543" y="7375"/>
                  <a:pt x="94373" y="7105"/>
                </a:cubicBezTo>
                <a:cubicBezTo>
                  <a:pt x="94196" y="6808"/>
                  <a:pt x="93941" y="6586"/>
                  <a:pt x="93609" y="6441"/>
                </a:cubicBezTo>
                <a:cubicBezTo>
                  <a:pt x="93276" y="6296"/>
                  <a:pt x="92844" y="6223"/>
                  <a:pt x="92313" y="6223"/>
                </a:cubicBezTo>
                <a:cubicBezTo>
                  <a:pt x="91768" y="6223"/>
                  <a:pt x="91198" y="6358"/>
                  <a:pt x="90603" y="6627"/>
                </a:cubicBezTo>
                <a:cubicBezTo>
                  <a:pt x="90009" y="6896"/>
                  <a:pt x="89439" y="7240"/>
                  <a:pt x="88894" y="7658"/>
                </a:cubicBezTo>
                <a:lnTo>
                  <a:pt x="88894" y="16524"/>
                </a:lnTo>
                <a:lnTo>
                  <a:pt x="86897" y="16524"/>
                </a:lnTo>
                <a:lnTo>
                  <a:pt x="86897" y="4651"/>
                </a:lnTo>
                <a:lnTo>
                  <a:pt x="88894" y="4651"/>
                </a:lnTo>
                <a:lnTo>
                  <a:pt x="88894" y="5960"/>
                </a:lnTo>
                <a:cubicBezTo>
                  <a:pt x="89517" y="5443"/>
                  <a:pt x="90161" y="5039"/>
                  <a:pt x="90826" y="4748"/>
                </a:cubicBezTo>
                <a:cubicBezTo>
                  <a:pt x="91492" y="4457"/>
                  <a:pt x="92175" y="4311"/>
                  <a:pt x="92876" y="4311"/>
                </a:cubicBezTo>
                <a:cubicBezTo>
                  <a:pt x="94157" y="4311"/>
                  <a:pt x="95134" y="4698"/>
                  <a:pt x="95807" y="5471"/>
                </a:cubicBezTo>
                <a:cubicBezTo>
                  <a:pt x="96479" y="6244"/>
                  <a:pt x="96816" y="7357"/>
                  <a:pt x="96816" y="8811"/>
                </a:cubicBezTo>
                <a:lnTo>
                  <a:pt x="96816" y="16524"/>
                </a:lnTo>
                <a:close/>
                <a:moveTo>
                  <a:pt x="109878" y="16524"/>
                </a:moveTo>
                <a:lnTo>
                  <a:pt x="107892" y="16524"/>
                </a:lnTo>
                <a:lnTo>
                  <a:pt x="107892" y="15269"/>
                </a:lnTo>
                <a:cubicBezTo>
                  <a:pt x="107715" y="15389"/>
                  <a:pt x="107476" y="15558"/>
                  <a:pt x="107175" y="15774"/>
                </a:cubicBezTo>
                <a:cubicBezTo>
                  <a:pt x="106874" y="15990"/>
                  <a:pt x="106582" y="16162"/>
                  <a:pt x="106299" y="16289"/>
                </a:cubicBezTo>
                <a:cubicBezTo>
                  <a:pt x="105966" y="16452"/>
                  <a:pt x="105584" y="16589"/>
                  <a:pt x="105152" y="16699"/>
                </a:cubicBezTo>
                <a:cubicBezTo>
                  <a:pt x="104720" y="16809"/>
                  <a:pt x="104214" y="16863"/>
                  <a:pt x="103634" y="16863"/>
                </a:cubicBezTo>
                <a:cubicBezTo>
                  <a:pt x="102565" y="16863"/>
                  <a:pt x="101658" y="16509"/>
                  <a:pt x="100915" y="15800"/>
                </a:cubicBezTo>
                <a:cubicBezTo>
                  <a:pt x="100172" y="15091"/>
                  <a:pt x="99800" y="14188"/>
                  <a:pt x="99800" y="13089"/>
                </a:cubicBezTo>
                <a:cubicBezTo>
                  <a:pt x="99800" y="12188"/>
                  <a:pt x="99993" y="11460"/>
                  <a:pt x="100379" y="10904"/>
                </a:cubicBezTo>
                <a:cubicBezTo>
                  <a:pt x="100765" y="10347"/>
                  <a:pt x="101315" y="9909"/>
                  <a:pt x="102030" y="9591"/>
                </a:cubicBezTo>
                <a:cubicBezTo>
                  <a:pt x="102752" y="9272"/>
                  <a:pt x="103619" y="9055"/>
                  <a:pt x="104632" y="8942"/>
                </a:cubicBezTo>
                <a:cubicBezTo>
                  <a:pt x="105644" y="8828"/>
                  <a:pt x="106731" y="8743"/>
                  <a:pt x="107892" y="8687"/>
                </a:cubicBezTo>
                <a:lnTo>
                  <a:pt x="107892" y="8376"/>
                </a:lnTo>
                <a:cubicBezTo>
                  <a:pt x="107892" y="7919"/>
                  <a:pt x="107812" y="7541"/>
                  <a:pt x="107653" y="7241"/>
                </a:cubicBezTo>
                <a:cubicBezTo>
                  <a:pt x="107494" y="6941"/>
                  <a:pt x="107265" y="6706"/>
                  <a:pt x="106968" y="6534"/>
                </a:cubicBezTo>
                <a:cubicBezTo>
                  <a:pt x="106685" y="6370"/>
                  <a:pt x="106345" y="6259"/>
                  <a:pt x="105949" y="6202"/>
                </a:cubicBezTo>
                <a:cubicBezTo>
                  <a:pt x="105552" y="6145"/>
                  <a:pt x="105138" y="6117"/>
                  <a:pt x="104706" y="6117"/>
                </a:cubicBezTo>
                <a:cubicBezTo>
                  <a:pt x="104182" y="6117"/>
                  <a:pt x="103598" y="6188"/>
                  <a:pt x="102954" y="6329"/>
                </a:cubicBezTo>
                <a:cubicBezTo>
                  <a:pt x="102310" y="6471"/>
                  <a:pt x="101644" y="6676"/>
                  <a:pt x="100958" y="6945"/>
                </a:cubicBezTo>
                <a:lnTo>
                  <a:pt x="100851" y="6945"/>
                </a:lnTo>
                <a:lnTo>
                  <a:pt x="100851" y="4917"/>
                </a:lnTo>
                <a:cubicBezTo>
                  <a:pt x="101241" y="4811"/>
                  <a:pt x="101804" y="4694"/>
                  <a:pt x="102540" y="4566"/>
                </a:cubicBezTo>
                <a:cubicBezTo>
                  <a:pt x="103276" y="4439"/>
                  <a:pt x="104002" y="4375"/>
                  <a:pt x="104717" y="4375"/>
                </a:cubicBezTo>
                <a:cubicBezTo>
                  <a:pt x="105552" y="4375"/>
                  <a:pt x="106280" y="4444"/>
                  <a:pt x="106899" y="4582"/>
                </a:cubicBezTo>
                <a:cubicBezTo>
                  <a:pt x="107518" y="4720"/>
                  <a:pt x="108055" y="4956"/>
                  <a:pt x="108508" y="5288"/>
                </a:cubicBezTo>
                <a:cubicBezTo>
                  <a:pt x="108954" y="5614"/>
                  <a:pt x="109294" y="6035"/>
                  <a:pt x="109527" y="6552"/>
                </a:cubicBezTo>
                <a:cubicBezTo>
                  <a:pt x="109761" y="7069"/>
                  <a:pt x="109878" y="7710"/>
                  <a:pt x="109878" y="8474"/>
                </a:cubicBezTo>
                <a:lnTo>
                  <a:pt x="109878" y="16524"/>
                </a:lnTo>
                <a:moveTo>
                  <a:pt x="107892" y="13618"/>
                </a:moveTo>
                <a:lnTo>
                  <a:pt x="107892" y="10301"/>
                </a:lnTo>
                <a:cubicBezTo>
                  <a:pt x="107283" y="10336"/>
                  <a:pt x="106566" y="10390"/>
                  <a:pt x="105742" y="10461"/>
                </a:cubicBezTo>
                <a:cubicBezTo>
                  <a:pt x="104917" y="10532"/>
                  <a:pt x="104264" y="10635"/>
                  <a:pt x="103782" y="10770"/>
                </a:cubicBezTo>
                <a:cubicBezTo>
                  <a:pt x="103209" y="10934"/>
                  <a:pt x="102745" y="11188"/>
                  <a:pt x="102391" y="11533"/>
                </a:cubicBezTo>
                <a:cubicBezTo>
                  <a:pt x="102037" y="11878"/>
                  <a:pt x="101860" y="12352"/>
                  <a:pt x="101860" y="12957"/>
                </a:cubicBezTo>
                <a:cubicBezTo>
                  <a:pt x="101860" y="13640"/>
                  <a:pt x="102065" y="14153"/>
                  <a:pt x="102476" y="14498"/>
                </a:cubicBezTo>
                <a:cubicBezTo>
                  <a:pt x="102887" y="14843"/>
                  <a:pt x="103513" y="15016"/>
                  <a:pt x="104356" y="15016"/>
                </a:cubicBezTo>
                <a:cubicBezTo>
                  <a:pt x="105057" y="15016"/>
                  <a:pt x="105697" y="14879"/>
                  <a:pt x="106278" y="14605"/>
                </a:cubicBezTo>
                <a:cubicBezTo>
                  <a:pt x="106858" y="14331"/>
                  <a:pt x="107396" y="14002"/>
                  <a:pt x="107892" y="13618"/>
                </a:cubicBezTo>
                <a:close/>
                <a:moveTo>
                  <a:pt x="122494" y="15791"/>
                </a:moveTo>
                <a:cubicBezTo>
                  <a:pt x="121828" y="16110"/>
                  <a:pt x="121196" y="16357"/>
                  <a:pt x="120598" y="16534"/>
                </a:cubicBezTo>
                <a:cubicBezTo>
                  <a:pt x="120000" y="16711"/>
                  <a:pt x="119364" y="16800"/>
                  <a:pt x="118692" y="16800"/>
                </a:cubicBezTo>
                <a:cubicBezTo>
                  <a:pt x="117835" y="16800"/>
                  <a:pt x="117049" y="16674"/>
                  <a:pt x="116334" y="16422"/>
                </a:cubicBezTo>
                <a:cubicBezTo>
                  <a:pt x="115619" y="16170"/>
                  <a:pt x="115007" y="15789"/>
                  <a:pt x="114497" y="15279"/>
                </a:cubicBezTo>
                <a:cubicBezTo>
                  <a:pt x="113980" y="14768"/>
                  <a:pt x="113580" y="14123"/>
                  <a:pt x="113297" y="13343"/>
                </a:cubicBezTo>
                <a:cubicBezTo>
                  <a:pt x="113014" y="12562"/>
                  <a:pt x="112873" y="11651"/>
                  <a:pt x="112873" y="10609"/>
                </a:cubicBezTo>
                <a:cubicBezTo>
                  <a:pt x="112873" y="8666"/>
                  <a:pt x="113405" y="7141"/>
                  <a:pt x="114471" y="6035"/>
                </a:cubicBezTo>
                <a:cubicBezTo>
                  <a:pt x="115536" y="4928"/>
                  <a:pt x="116943" y="4375"/>
                  <a:pt x="118692" y="4375"/>
                </a:cubicBezTo>
                <a:cubicBezTo>
                  <a:pt x="119372" y="4375"/>
                  <a:pt x="120039" y="4471"/>
                  <a:pt x="120694" y="4662"/>
                </a:cubicBezTo>
                <a:cubicBezTo>
                  <a:pt x="121349" y="4853"/>
                  <a:pt x="121949" y="5087"/>
                  <a:pt x="122494" y="5363"/>
                </a:cubicBezTo>
                <a:lnTo>
                  <a:pt x="122494" y="7582"/>
                </a:lnTo>
                <a:lnTo>
                  <a:pt x="122387" y="7582"/>
                </a:lnTo>
                <a:cubicBezTo>
                  <a:pt x="121779" y="7111"/>
                  <a:pt x="121150" y="6749"/>
                  <a:pt x="120503" y="6496"/>
                </a:cubicBezTo>
                <a:cubicBezTo>
                  <a:pt x="119855" y="6243"/>
                  <a:pt x="119223" y="6117"/>
                  <a:pt x="118607" y="6117"/>
                </a:cubicBezTo>
                <a:cubicBezTo>
                  <a:pt x="117474" y="6117"/>
                  <a:pt x="116580" y="6497"/>
                  <a:pt x="115926" y="7258"/>
                </a:cubicBezTo>
                <a:cubicBezTo>
                  <a:pt x="115271" y="8019"/>
                  <a:pt x="114943" y="9136"/>
                  <a:pt x="114943" y="10609"/>
                </a:cubicBezTo>
                <a:cubicBezTo>
                  <a:pt x="114943" y="12039"/>
                  <a:pt x="115264" y="13138"/>
                  <a:pt x="115904" y="13906"/>
                </a:cubicBezTo>
                <a:cubicBezTo>
                  <a:pt x="116545" y="14674"/>
                  <a:pt x="117446" y="15058"/>
                  <a:pt x="118607" y="15058"/>
                </a:cubicBezTo>
                <a:cubicBezTo>
                  <a:pt x="119011" y="15058"/>
                  <a:pt x="119421" y="15006"/>
                  <a:pt x="119839" y="14900"/>
                </a:cubicBezTo>
                <a:cubicBezTo>
                  <a:pt x="120257" y="14795"/>
                  <a:pt x="120632" y="14658"/>
                  <a:pt x="120964" y="14489"/>
                </a:cubicBezTo>
                <a:cubicBezTo>
                  <a:pt x="121255" y="14341"/>
                  <a:pt x="121527" y="14185"/>
                  <a:pt x="121782" y="14020"/>
                </a:cubicBezTo>
                <a:cubicBezTo>
                  <a:pt x="122037" y="13855"/>
                  <a:pt x="122239" y="13712"/>
                  <a:pt x="122387" y="13593"/>
                </a:cubicBezTo>
                <a:lnTo>
                  <a:pt x="122494" y="13593"/>
                </a:lnTo>
                <a:lnTo>
                  <a:pt x="122494" y="15791"/>
                </a:lnTo>
                <a:close/>
                <a:moveTo>
                  <a:pt x="134981" y="10789"/>
                </a:moveTo>
                <a:lnTo>
                  <a:pt x="126242" y="10789"/>
                </a:lnTo>
                <a:cubicBezTo>
                  <a:pt x="126242" y="11520"/>
                  <a:pt x="126351" y="12157"/>
                  <a:pt x="126571" y="12700"/>
                </a:cubicBezTo>
                <a:cubicBezTo>
                  <a:pt x="126790" y="13243"/>
                  <a:pt x="127091" y="13688"/>
                  <a:pt x="127474" y="14036"/>
                </a:cubicBezTo>
                <a:cubicBezTo>
                  <a:pt x="127842" y="14377"/>
                  <a:pt x="128279" y="14632"/>
                  <a:pt x="128785" y="14803"/>
                </a:cubicBezTo>
                <a:cubicBezTo>
                  <a:pt x="129291" y="14973"/>
                  <a:pt x="129849" y="15058"/>
                  <a:pt x="130458" y="15058"/>
                </a:cubicBezTo>
                <a:cubicBezTo>
                  <a:pt x="131265" y="15058"/>
                  <a:pt x="132077" y="14896"/>
                  <a:pt x="132895" y="14571"/>
                </a:cubicBezTo>
                <a:cubicBezTo>
                  <a:pt x="133712" y="14247"/>
                  <a:pt x="134295" y="13928"/>
                  <a:pt x="134642" y="13614"/>
                </a:cubicBezTo>
                <a:lnTo>
                  <a:pt x="134748" y="13614"/>
                </a:lnTo>
                <a:lnTo>
                  <a:pt x="134748" y="15798"/>
                </a:lnTo>
                <a:cubicBezTo>
                  <a:pt x="134075" y="16082"/>
                  <a:pt x="133389" y="16320"/>
                  <a:pt x="132688" y="16512"/>
                </a:cubicBezTo>
                <a:cubicBezTo>
                  <a:pt x="131987" y="16704"/>
                  <a:pt x="131251" y="16800"/>
                  <a:pt x="130479" y="16800"/>
                </a:cubicBezTo>
                <a:cubicBezTo>
                  <a:pt x="128511" y="16800"/>
                  <a:pt x="126974" y="16266"/>
                  <a:pt x="125870" y="15199"/>
                </a:cubicBezTo>
                <a:cubicBezTo>
                  <a:pt x="124766" y="14132"/>
                  <a:pt x="124213" y="12616"/>
                  <a:pt x="124213" y="10651"/>
                </a:cubicBezTo>
                <a:cubicBezTo>
                  <a:pt x="124213" y="8708"/>
                  <a:pt x="124743" y="7166"/>
                  <a:pt x="125801" y="6024"/>
                </a:cubicBezTo>
                <a:cubicBezTo>
                  <a:pt x="126859" y="4882"/>
                  <a:pt x="128252" y="4311"/>
                  <a:pt x="129980" y="4311"/>
                </a:cubicBezTo>
                <a:cubicBezTo>
                  <a:pt x="131580" y="4311"/>
                  <a:pt x="132813" y="4779"/>
                  <a:pt x="133681" y="5716"/>
                </a:cubicBezTo>
                <a:cubicBezTo>
                  <a:pt x="134548" y="6652"/>
                  <a:pt x="134981" y="7981"/>
                  <a:pt x="134981" y="9704"/>
                </a:cubicBezTo>
                <a:lnTo>
                  <a:pt x="134981" y="10789"/>
                </a:lnTo>
                <a:moveTo>
                  <a:pt x="133038" y="9260"/>
                </a:moveTo>
                <a:cubicBezTo>
                  <a:pt x="133031" y="8212"/>
                  <a:pt x="132767" y="7402"/>
                  <a:pt x="132247" y="6828"/>
                </a:cubicBezTo>
                <a:cubicBezTo>
                  <a:pt x="131727" y="6255"/>
                  <a:pt x="130935" y="5968"/>
                  <a:pt x="129874" y="5968"/>
                </a:cubicBezTo>
                <a:cubicBezTo>
                  <a:pt x="128805" y="5968"/>
                  <a:pt x="127953" y="6283"/>
                  <a:pt x="127320" y="6913"/>
                </a:cubicBezTo>
                <a:cubicBezTo>
                  <a:pt x="126686" y="7543"/>
                  <a:pt x="126327" y="8326"/>
                  <a:pt x="126242" y="9260"/>
                </a:cubicBezTo>
                <a:lnTo>
                  <a:pt x="133038" y="9260"/>
                </a:lnTo>
                <a:close/>
                <a:moveTo>
                  <a:pt x="147226" y="16524"/>
                </a:moveTo>
                <a:lnTo>
                  <a:pt x="145240" y="16524"/>
                </a:lnTo>
                <a:lnTo>
                  <a:pt x="145240" y="15269"/>
                </a:lnTo>
                <a:cubicBezTo>
                  <a:pt x="145063" y="15389"/>
                  <a:pt x="144824" y="15558"/>
                  <a:pt x="144523" y="15774"/>
                </a:cubicBezTo>
                <a:cubicBezTo>
                  <a:pt x="144222" y="15990"/>
                  <a:pt x="143930" y="16162"/>
                  <a:pt x="143647" y="16289"/>
                </a:cubicBezTo>
                <a:cubicBezTo>
                  <a:pt x="143314" y="16452"/>
                  <a:pt x="142932" y="16589"/>
                  <a:pt x="142500" y="16699"/>
                </a:cubicBezTo>
                <a:cubicBezTo>
                  <a:pt x="142068" y="16809"/>
                  <a:pt x="141562" y="16863"/>
                  <a:pt x="140981" y="16863"/>
                </a:cubicBezTo>
                <a:cubicBezTo>
                  <a:pt x="139912" y="16863"/>
                  <a:pt x="139006" y="16509"/>
                  <a:pt x="138263" y="15800"/>
                </a:cubicBezTo>
                <a:cubicBezTo>
                  <a:pt x="137519" y="15091"/>
                  <a:pt x="137148" y="14188"/>
                  <a:pt x="137148" y="13089"/>
                </a:cubicBezTo>
                <a:cubicBezTo>
                  <a:pt x="137148" y="12188"/>
                  <a:pt x="137341" y="11460"/>
                  <a:pt x="137727" y="10904"/>
                </a:cubicBezTo>
                <a:cubicBezTo>
                  <a:pt x="138112" y="10347"/>
                  <a:pt x="138663" y="9909"/>
                  <a:pt x="139378" y="9591"/>
                </a:cubicBezTo>
                <a:cubicBezTo>
                  <a:pt x="140100" y="9272"/>
                  <a:pt x="140967" y="9055"/>
                  <a:pt x="141980" y="8942"/>
                </a:cubicBezTo>
                <a:cubicBezTo>
                  <a:pt x="142992" y="8828"/>
                  <a:pt x="144079" y="8743"/>
                  <a:pt x="145240" y="8687"/>
                </a:cubicBezTo>
                <a:lnTo>
                  <a:pt x="145240" y="8376"/>
                </a:lnTo>
                <a:cubicBezTo>
                  <a:pt x="145240" y="7919"/>
                  <a:pt x="145160" y="7541"/>
                  <a:pt x="145001" y="7241"/>
                </a:cubicBezTo>
                <a:cubicBezTo>
                  <a:pt x="144842" y="6941"/>
                  <a:pt x="144613" y="6706"/>
                  <a:pt x="144316" y="6534"/>
                </a:cubicBezTo>
                <a:cubicBezTo>
                  <a:pt x="144033" y="6370"/>
                  <a:pt x="143693" y="6259"/>
                  <a:pt x="143296" y="6202"/>
                </a:cubicBezTo>
                <a:cubicBezTo>
                  <a:pt x="142900" y="6145"/>
                  <a:pt x="142486" y="6117"/>
                  <a:pt x="142054" y="6117"/>
                </a:cubicBezTo>
                <a:cubicBezTo>
                  <a:pt x="141530" y="6117"/>
                  <a:pt x="140946" y="6188"/>
                  <a:pt x="140302" y="6329"/>
                </a:cubicBezTo>
                <a:cubicBezTo>
                  <a:pt x="139658" y="6471"/>
                  <a:pt x="138992" y="6676"/>
                  <a:pt x="138305" y="6945"/>
                </a:cubicBezTo>
                <a:lnTo>
                  <a:pt x="138199" y="6945"/>
                </a:lnTo>
                <a:lnTo>
                  <a:pt x="138199" y="4917"/>
                </a:lnTo>
                <a:cubicBezTo>
                  <a:pt x="138589" y="4811"/>
                  <a:pt x="139151" y="4694"/>
                  <a:pt x="139888" y="4566"/>
                </a:cubicBezTo>
                <a:cubicBezTo>
                  <a:pt x="140624" y="4439"/>
                  <a:pt x="141350" y="4375"/>
                  <a:pt x="142065" y="4375"/>
                </a:cubicBezTo>
                <a:cubicBezTo>
                  <a:pt x="142900" y="4375"/>
                  <a:pt x="143627" y="4444"/>
                  <a:pt x="144247" y="4582"/>
                </a:cubicBezTo>
                <a:cubicBezTo>
                  <a:pt x="144866" y="4720"/>
                  <a:pt x="145403" y="4956"/>
                  <a:pt x="145856" y="5288"/>
                </a:cubicBezTo>
                <a:cubicBezTo>
                  <a:pt x="146302" y="5614"/>
                  <a:pt x="146641" y="6035"/>
                  <a:pt x="146875" y="6552"/>
                </a:cubicBezTo>
                <a:cubicBezTo>
                  <a:pt x="147109" y="7069"/>
                  <a:pt x="147226" y="7710"/>
                  <a:pt x="147226" y="8474"/>
                </a:cubicBezTo>
                <a:lnTo>
                  <a:pt x="147226" y="16524"/>
                </a:lnTo>
                <a:moveTo>
                  <a:pt x="145240" y="13618"/>
                </a:moveTo>
                <a:lnTo>
                  <a:pt x="145240" y="10301"/>
                </a:lnTo>
                <a:cubicBezTo>
                  <a:pt x="144631" y="10336"/>
                  <a:pt x="143914" y="10390"/>
                  <a:pt x="143089" y="10461"/>
                </a:cubicBezTo>
                <a:cubicBezTo>
                  <a:pt x="142265" y="10532"/>
                  <a:pt x="141611" y="10635"/>
                  <a:pt x="141130" y="10770"/>
                </a:cubicBezTo>
                <a:cubicBezTo>
                  <a:pt x="140557" y="10934"/>
                  <a:pt x="140093" y="11188"/>
                  <a:pt x="139739" y="11533"/>
                </a:cubicBezTo>
                <a:cubicBezTo>
                  <a:pt x="139385" y="11878"/>
                  <a:pt x="139208" y="12352"/>
                  <a:pt x="139208" y="12957"/>
                </a:cubicBezTo>
                <a:cubicBezTo>
                  <a:pt x="139208" y="13640"/>
                  <a:pt x="139413" y="14153"/>
                  <a:pt x="139824" y="14498"/>
                </a:cubicBezTo>
                <a:cubicBezTo>
                  <a:pt x="140234" y="14843"/>
                  <a:pt x="140861" y="15016"/>
                  <a:pt x="141704" y="15016"/>
                </a:cubicBezTo>
                <a:cubicBezTo>
                  <a:pt x="142404" y="15016"/>
                  <a:pt x="143045" y="14879"/>
                  <a:pt x="143626" y="14605"/>
                </a:cubicBezTo>
                <a:cubicBezTo>
                  <a:pt x="144206" y="14331"/>
                  <a:pt x="144744" y="14002"/>
                  <a:pt x="145240" y="13618"/>
                </a:cubicBezTo>
                <a:close/>
                <a:moveTo>
                  <a:pt x="161002" y="10789"/>
                </a:moveTo>
                <a:lnTo>
                  <a:pt x="152262" y="10789"/>
                </a:lnTo>
                <a:cubicBezTo>
                  <a:pt x="152262" y="11520"/>
                  <a:pt x="152372" y="12157"/>
                  <a:pt x="152591" y="12700"/>
                </a:cubicBezTo>
                <a:cubicBezTo>
                  <a:pt x="152810" y="13243"/>
                  <a:pt x="153111" y="13688"/>
                  <a:pt x="153494" y="14036"/>
                </a:cubicBezTo>
                <a:cubicBezTo>
                  <a:pt x="153862" y="14377"/>
                  <a:pt x="154299" y="14632"/>
                  <a:pt x="154805" y="14803"/>
                </a:cubicBezTo>
                <a:cubicBezTo>
                  <a:pt x="155311" y="14973"/>
                  <a:pt x="155869" y="15058"/>
                  <a:pt x="156478" y="15058"/>
                </a:cubicBezTo>
                <a:cubicBezTo>
                  <a:pt x="157285" y="15058"/>
                  <a:pt x="158097" y="14896"/>
                  <a:pt x="158915" y="14571"/>
                </a:cubicBezTo>
                <a:cubicBezTo>
                  <a:pt x="159733" y="14247"/>
                  <a:pt x="160315" y="13928"/>
                  <a:pt x="160662" y="13614"/>
                </a:cubicBezTo>
                <a:lnTo>
                  <a:pt x="160768" y="13614"/>
                </a:lnTo>
                <a:lnTo>
                  <a:pt x="160768" y="15798"/>
                </a:lnTo>
                <a:cubicBezTo>
                  <a:pt x="160095" y="16082"/>
                  <a:pt x="159409" y="16320"/>
                  <a:pt x="158708" y="16512"/>
                </a:cubicBezTo>
                <a:cubicBezTo>
                  <a:pt x="158007" y="16704"/>
                  <a:pt x="157271" y="16800"/>
                  <a:pt x="156499" y="16800"/>
                </a:cubicBezTo>
                <a:cubicBezTo>
                  <a:pt x="154531" y="16800"/>
                  <a:pt x="152995" y="16266"/>
                  <a:pt x="151890" y="15199"/>
                </a:cubicBezTo>
                <a:cubicBezTo>
                  <a:pt x="150786" y="14132"/>
                  <a:pt x="150234" y="12616"/>
                  <a:pt x="150234" y="10651"/>
                </a:cubicBezTo>
                <a:cubicBezTo>
                  <a:pt x="150234" y="8708"/>
                  <a:pt x="150763" y="7166"/>
                  <a:pt x="151821" y="6024"/>
                </a:cubicBezTo>
                <a:cubicBezTo>
                  <a:pt x="152880" y="4882"/>
                  <a:pt x="154272" y="4311"/>
                  <a:pt x="156000" y="4311"/>
                </a:cubicBezTo>
                <a:cubicBezTo>
                  <a:pt x="157600" y="4311"/>
                  <a:pt x="158833" y="4779"/>
                  <a:pt x="159701" y="5716"/>
                </a:cubicBezTo>
                <a:cubicBezTo>
                  <a:pt x="160568" y="6652"/>
                  <a:pt x="161002" y="7981"/>
                  <a:pt x="161002" y="9704"/>
                </a:cubicBezTo>
                <a:lnTo>
                  <a:pt x="161002" y="10789"/>
                </a:lnTo>
                <a:moveTo>
                  <a:pt x="159058" y="9260"/>
                </a:moveTo>
                <a:cubicBezTo>
                  <a:pt x="159051" y="8212"/>
                  <a:pt x="158787" y="7402"/>
                  <a:pt x="158267" y="6828"/>
                </a:cubicBezTo>
                <a:cubicBezTo>
                  <a:pt x="157747" y="6255"/>
                  <a:pt x="156956" y="5968"/>
                  <a:pt x="155894" y="5968"/>
                </a:cubicBezTo>
                <a:cubicBezTo>
                  <a:pt x="154825" y="5968"/>
                  <a:pt x="153973" y="6283"/>
                  <a:pt x="153340" y="6913"/>
                </a:cubicBezTo>
                <a:cubicBezTo>
                  <a:pt x="152706" y="7543"/>
                  <a:pt x="152347" y="8326"/>
                  <a:pt x="152262" y="9260"/>
                </a:cubicBezTo>
                <a:lnTo>
                  <a:pt x="159058" y="926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52DE05-0C81-42AF-9305-D8019BA953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570" y="880513"/>
            <a:ext cx="124804" cy="100658"/>
          </a:xfrm>
          <a:custGeom xmlns:a="http://schemas.openxmlformats.org/drawingml/2006/main">
            <a:pathLst>
              <a:path w="124804" h="100658">
                <a:moveTo>
                  <a:pt x="0" y="0"/>
                </a:moveTo>
                <a:lnTo>
                  <a:pt x="124804" y="0"/>
                </a:lnTo>
                <a:lnTo>
                  <a:pt x="124804" y="100658"/>
                </a:lnTo>
                <a:lnTo>
                  <a:pt x="0" y="1006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024B496-BD8B-4661-9BF5-88A607796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570" y="880515"/>
            <a:ext cx="124803" cy="100659"/>
          </a:xfrm>
          <a:custGeom xmlns:a="http://schemas.openxmlformats.org/drawingml/2006/main">
            <a:pathLst>
              <a:path w="124803" h="100659" fill="none">
                <a:moveTo>
                  <a:pt x="0" y="0"/>
                </a:moveTo>
                <a:lnTo>
                  <a:pt x="124803" y="0"/>
                </a:lnTo>
                <a:lnTo>
                  <a:pt x="124803" y="100659"/>
                </a:lnTo>
                <a:lnTo>
                  <a:pt x="0" y="1006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50" name="Text Orobanchaceae">
            <a:extLst xmlns:a="http://schemas.openxmlformats.org/drawingml/2006/main">
              <a:ext uri="{FF2B5EF4-FFF2-40B4-BE49-F238E27FC236}">
                <a16:creationId xmlns:a16="http://schemas.microsoft.com/office/drawing/2014/main" id="{E7E7F6AF-6488-49DC-92B0-5375C4BA8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6645" y="905511"/>
            <a:ext cx="78491" cy="7967"/>
          </a:xfrm>
          <a:custGeom xmlns:a="http://schemas.openxmlformats.org/drawingml/2006/main">
            <a:pathLst>
              <a:path w="78491" h="7967">
                <a:moveTo>
                  <a:pt x="5995" y="1186"/>
                </a:moveTo>
                <a:cubicBezTo>
                  <a:pt x="6299" y="1521"/>
                  <a:pt x="6533" y="1932"/>
                  <a:pt x="6695" y="2417"/>
                </a:cubicBezTo>
                <a:cubicBezTo>
                  <a:pt x="6857" y="2903"/>
                  <a:pt x="6938" y="3455"/>
                  <a:pt x="6938" y="4071"/>
                </a:cubicBezTo>
                <a:cubicBezTo>
                  <a:pt x="6938" y="4688"/>
                  <a:pt x="6855" y="5240"/>
                  <a:pt x="6690" y="5727"/>
                </a:cubicBezTo>
                <a:cubicBezTo>
                  <a:pt x="6524" y="6215"/>
                  <a:pt x="6293" y="6621"/>
                  <a:pt x="5995" y="6946"/>
                </a:cubicBezTo>
                <a:cubicBezTo>
                  <a:pt x="5687" y="7285"/>
                  <a:pt x="5324" y="7539"/>
                  <a:pt x="4904" y="7710"/>
                </a:cubicBezTo>
                <a:cubicBezTo>
                  <a:pt x="4484" y="7881"/>
                  <a:pt x="4005" y="7967"/>
                  <a:pt x="3467" y="7967"/>
                </a:cubicBezTo>
                <a:cubicBezTo>
                  <a:pt x="2941" y="7967"/>
                  <a:pt x="2464" y="7879"/>
                  <a:pt x="2034" y="7705"/>
                </a:cubicBezTo>
                <a:cubicBezTo>
                  <a:pt x="1605" y="7531"/>
                  <a:pt x="1239" y="7278"/>
                  <a:pt x="938" y="6946"/>
                </a:cubicBezTo>
                <a:cubicBezTo>
                  <a:pt x="637" y="6614"/>
                  <a:pt x="406" y="6207"/>
                  <a:pt x="243" y="5725"/>
                </a:cubicBezTo>
                <a:cubicBezTo>
                  <a:pt x="81" y="5242"/>
                  <a:pt x="0" y="4691"/>
                  <a:pt x="0" y="4071"/>
                </a:cubicBezTo>
                <a:cubicBezTo>
                  <a:pt x="0" y="3461"/>
                  <a:pt x="80" y="2914"/>
                  <a:pt x="241" y="2430"/>
                </a:cubicBezTo>
                <a:cubicBezTo>
                  <a:pt x="401" y="1946"/>
                  <a:pt x="635" y="1531"/>
                  <a:pt x="943" y="1186"/>
                </a:cubicBezTo>
                <a:cubicBezTo>
                  <a:pt x="1237" y="857"/>
                  <a:pt x="1603" y="606"/>
                  <a:pt x="2039" y="432"/>
                </a:cubicBezTo>
                <a:cubicBezTo>
                  <a:pt x="2476" y="258"/>
                  <a:pt x="2951" y="171"/>
                  <a:pt x="3467" y="171"/>
                </a:cubicBezTo>
                <a:cubicBezTo>
                  <a:pt x="4002" y="171"/>
                  <a:pt x="4482" y="259"/>
                  <a:pt x="4909" y="435"/>
                </a:cubicBezTo>
                <a:cubicBezTo>
                  <a:pt x="5335" y="610"/>
                  <a:pt x="5697" y="861"/>
                  <a:pt x="5995" y="1186"/>
                </a:cubicBezTo>
                <a:moveTo>
                  <a:pt x="5905" y="4071"/>
                </a:moveTo>
                <a:cubicBezTo>
                  <a:pt x="5905" y="3100"/>
                  <a:pt x="5687" y="2351"/>
                  <a:pt x="5252" y="1824"/>
                </a:cubicBezTo>
                <a:cubicBezTo>
                  <a:pt x="4818" y="1297"/>
                  <a:pt x="4224" y="1033"/>
                  <a:pt x="3472" y="1033"/>
                </a:cubicBezTo>
                <a:cubicBezTo>
                  <a:pt x="2712" y="1033"/>
                  <a:pt x="2116" y="1297"/>
                  <a:pt x="1683" y="1824"/>
                </a:cubicBezTo>
                <a:cubicBezTo>
                  <a:pt x="1250" y="2351"/>
                  <a:pt x="1033" y="3100"/>
                  <a:pt x="1033" y="4071"/>
                </a:cubicBezTo>
                <a:cubicBezTo>
                  <a:pt x="1033" y="5052"/>
                  <a:pt x="1254" y="5802"/>
                  <a:pt x="1696" y="6323"/>
                </a:cubicBezTo>
                <a:cubicBezTo>
                  <a:pt x="2137" y="6843"/>
                  <a:pt x="2729" y="7104"/>
                  <a:pt x="3472" y="7104"/>
                </a:cubicBezTo>
                <a:cubicBezTo>
                  <a:pt x="4214" y="7104"/>
                  <a:pt x="4805" y="6843"/>
                  <a:pt x="5245" y="6323"/>
                </a:cubicBezTo>
                <a:cubicBezTo>
                  <a:pt x="5685" y="5802"/>
                  <a:pt x="5905" y="5052"/>
                  <a:pt x="5905" y="4071"/>
                </a:cubicBezTo>
                <a:close/>
                <a:moveTo>
                  <a:pt x="11935" y="3221"/>
                </a:moveTo>
                <a:lnTo>
                  <a:pt x="11884" y="3221"/>
                </a:lnTo>
                <a:cubicBezTo>
                  <a:pt x="11744" y="3189"/>
                  <a:pt x="11608" y="3166"/>
                  <a:pt x="11476" y="3152"/>
                </a:cubicBezTo>
                <a:cubicBezTo>
                  <a:pt x="11343" y="3138"/>
                  <a:pt x="11187" y="3130"/>
                  <a:pt x="11006" y="3130"/>
                </a:cubicBezTo>
                <a:cubicBezTo>
                  <a:pt x="10715" y="3130"/>
                  <a:pt x="10435" y="3195"/>
                  <a:pt x="10164" y="3324"/>
                </a:cubicBezTo>
                <a:cubicBezTo>
                  <a:pt x="9893" y="3453"/>
                  <a:pt x="9632" y="3619"/>
                  <a:pt x="9381" y="3824"/>
                </a:cubicBezTo>
                <a:lnTo>
                  <a:pt x="9381" y="7806"/>
                </a:lnTo>
                <a:lnTo>
                  <a:pt x="8438" y="7806"/>
                </a:lnTo>
                <a:lnTo>
                  <a:pt x="8438" y="2197"/>
                </a:lnTo>
                <a:lnTo>
                  <a:pt x="9381" y="2197"/>
                </a:lnTo>
                <a:lnTo>
                  <a:pt x="9381" y="3026"/>
                </a:lnTo>
                <a:cubicBezTo>
                  <a:pt x="9756" y="2725"/>
                  <a:pt x="10086" y="2511"/>
                  <a:pt x="10372" y="2386"/>
                </a:cubicBezTo>
                <a:cubicBezTo>
                  <a:pt x="10658" y="2260"/>
                  <a:pt x="10950" y="2197"/>
                  <a:pt x="11247" y="2197"/>
                </a:cubicBezTo>
                <a:cubicBezTo>
                  <a:pt x="11411" y="2197"/>
                  <a:pt x="11530" y="2202"/>
                  <a:pt x="11603" y="2210"/>
                </a:cubicBezTo>
                <a:cubicBezTo>
                  <a:pt x="11677" y="2218"/>
                  <a:pt x="11787" y="2234"/>
                  <a:pt x="11935" y="2257"/>
                </a:cubicBezTo>
                <a:lnTo>
                  <a:pt x="11935" y="3221"/>
                </a:lnTo>
                <a:close/>
                <a:moveTo>
                  <a:pt x="17598" y="5004"/>
                </a:moveTo>
                <a:cubicBezTo>
                  <a:pt x="17598" y="5920"/>
                  <a:pt x="17364" y="6642"/>
                  <a:pt x="16896" y="7172"/>
                </a:cubicBezTo>
                <a:cubicBezTo>
                  <a:pt x="16428" y="7702"/>
                  <a:pt x="15801" y="7967"/>
                  <a:pt x="15015" y="7967"/>
                </a:cubicBezTo>
                <a:cubicBezTo>
                  <a:pt x="14222" y="7967"/>
                  <a:pt x="13593" y="7702"/>
                  <a:pt x="13126" y="7172"/>
                </a:cubicBezTo>
                <a:cubicBezTo>
                  <a:pt x="12659" y="6642"/>
                  <a:pt x="12426" y="5920"/>
                  <a:pt x="12426" y="5004"/>
                </a:cubicBezTo>
                <a:cubicBezTo>
                  <a:pt x="12426" y="4089"/>
                  <a:pt x="12659" y="3365"/>
                  <a:pt x="13126" y="2834"/>
                </a:cubicBezTo>
                <a:cubicBezTo>
                  <a:pt x="13593" y="2303"/>
                  <a:pt x="14222" y="2037"/>
                  <a:pt x="15015" y="2037"/>
                </a:cubicBezTo>
                <a:cubicBezTo>
                  <a:pt x="15801" y="2037"/>
                  <a:pt x="16428" y="2303"/>
                  <a:pt x="16896" y="2834"/>
                </a:cubicBezTo>
                <a:cubicBezTo>
                  <a:pt x="17364" y="3365"/>
                  <a:pt x="17598" y="4089"/>
                  <a:pt x="17598" y="5004"/>
                </a:cubicBezTo>
                <a:moveTo>
                  <a:pt x="16625" y="5004"/>
                </a:moveTo>
                <a:cubicBezTo>
                  <a:pt x="16625" y="4279"/>
                  <a:pt x="16483" y="3741"/>
                  <a:pt x="16199" y="3388"/>
                </a:cubicBezTo>
                <a:cubicBezTo>
                  <a:pt x="15914" y="3036"/>
                  <a:pt x="15520" y="2860"/>
                  <a:pt x="15015" y="2860"/>
                </a:cubicBezTo>
                <a:cubicBezTo>
                  <a:pt x="14503" y="2860"/>
                  <a:pt x="14106" y="3036"/>
                  <a:pt x="13823" y="3388"/>
                </a:cubicBezTo>
                <a:cubicBezTo>
                  <a:pt x="13541" y="3741"/>
                  <a:pt x="13399" y="4279"/>
                  <a:pt x="13399" y="5004"/>
                </a:cubicBezTo>
                <a:cubicBezTo>
                  <a:pt x="13399" y="5706"/>
                  <a:pt x="13542" y="6238"/>
                  <a:pt x="13826" y="6600"/>
                </a:cubicBezTo>
                <a:cubicBezTo>
                  <a:pt x="14110" y="6963"/>
                  <a:pt x="14506" y="7144"/>
                  <a:pt x="15015" y="7144"/>
                </a:cubicBezTo>
                <a:cubicBezTo>
                  <a:pt x="15516" y="7144"/>
                  <a:pt x="15910" y="6964"/>
                  <a:pt x="16196" y="6605"/>
                </a:cubicBezTo>
                <a:cubicBezTo>
                  <a:pt x="16482" y="6246"/>
                  <a:pt x="16625" y="5712"/>
                  <a:pt x="16625" y="5004"/>
                </a:cubicBezTo>
                <a:close/>
                <a:moveTo>
                  <a:pt x="23990" y="4959"/>
                </a:moveTo>
                <a:cubicBezTo>
                  <a:pt x="23990" y="5428"/>
                  <a:pt x="23924" y="5851"/>
                  <a:pt x="23792" y="6226"/>
                </a:cubicBezTo>
                <a:cubicBezTo>
                  <a:pt x="23660" y="6602"/>
                  <a:pt x="23481" y="6917"/>
                  <a:pt x="23257" y="7172"/>
                </a:cubicBezTo>
                <a:cubicBezTo>
                  <a:pt x="23020" y="7437"/>
                  <a:pt x="22759" y="7635"/>
                  <a:pt x="22475" y="7768"/>
                </a:cubicBezTo>
                <a:cubicBezTo>
                  <a:pt x="22190" y="7900"/>
                  <a:pt x="21878" y="7967"/>
                  <a:pt x="21537" y="7967"/>
                </a:cubicBezTo>
                <a:cubicBezTo>
                  <a:pt x="21219" y="7967"/>
                  <a:pt x="20941" y="7929"/>
                  <a:pt x="20704" y="7853"/>
                </a:cubicBezTo>
                <a:cubicBezTo>
                  <a:pt x="20466" y="7778"/>
                  <a:pt x="20232" y="7676"/>
                  <a:pt x="20002" y="7549"/>
                </a:cubicBezTo>
                <a:lnTo>
                  <a:pt x="19941" y="7806"/>
                </a:lnTo>
                <a:lnTo>
                  <a:pt x="19058" y="7806"/>
                </a:lnTo>
                <a:lnTo>
                  <a:pt x="19058" y="0"/>
                </a:lnTo>
                <a:lnTo>
                  <a:pt x="20002" y="0"/>
                </a:lnTo>
                <a:lnTo>
                  <a:pt x="20002" y="2781"/>
                </a:lnTo>
                <a:cubicBezTo>
                  <a:pt x="20266" y="2563"/>
                  <a:pt x="20547" y="2385"/>
                  <a:pt x="20844" y="2246"/>
                </a:cubicBezTo>
                <a:cubicBezTo>
                  <a:pt x="21142" y="2106"/>
                  <a:pt x="21476" y="2037"/>
                  <a:pt x="21848" y="2037"/>
                </a:cubicBezTo>
                <a:cubicBezTo>
                  <a:pt x="22510" y="2037"/>
                  <a:pt x="23032" y="2292"/>
                  <a:pt x="23415" y="2801"/>
                </a:cubicBezTo>
                <a:cubicBezTo>
                  <a:pt x="23798" y="3311"/>
                  <a:pt x="23990" y="4030"/>
                  <a:pt x="23990" y="4959"/>
                </a:cubicBezTo>
                <a:moveTo>
                  <a:pt x="23017" y="4984"/>
                </a:moveTo>
                <a:cubicBezTo>
                  <a:pt x="23017" y="4314"/>
                  <a:pt x="22906" y="3806"/>
                  <a:pt x="22685" y="3460"/>
                </a:cubicBezTo>
                <a:cubicBezTo>
                  <a:pt x="22465" y="3113"/>
                  <a:pt x="22109" y="2940"/>
                  <a:pt x="21617" y="2940"/>
                </a:cubicBezTo>
                <a:cubicBezTo>
                  <a:pt x="21343" y="2940"/>
                  <a:pt x="21065" y="2999"/>
                  <a:pt x="20784" y="3118"/>
                </a:cubicBezTo>
                <a:cubicBezTo>
                  <a:pt x="20503" y="3237"/>
                  <a:pt x="20242" y="3390"/>
                  <a:pt x="20002" y="3578"/>
                </a:cubicBezTo>
                <a:lnTo>
                  <a:pt x="20002" y="6792"/>
                </a:lnTo>
                <a:cubicBezTo>
                  <a:pt x="20269" y="6913"/>
                  <a:pt x="20499" y="6997"/>
                  <a:pt x="20691" y="7043"/>
                </a:cubicBezTo>
                <a:cubicBezTo>
                  <a:pt x="20884" y="7090"/>
                  <a:pt x="21102" y="7114"/>
                  <a:pt x="21346" y="7114"/>
                </a:cubicBezTo>
                <a:cubicBezTo>
                  <a:pt x="21868" y="7114"/>
                  <a:pt x="22277" y="6942"/>
                  <a:pt x="22573" y="6599"/>
                </a:cubicBezTo>
                <a:cubicBezTo>
                  <a:pt x="22869" y="6256"/>
                  <a:pt x="23017" y="5717"/>
                  <a:pt x="23017" y="4984"/>
                </a:cubicBezTo>
                <a:close/>
                <a:moveTo>
                  <a:pt x="29814" y="7806"/>
                </a:moveTo>
                <a:lnTo>
                  <a:pt x="28876" y="7806"/>
                </a:lnTo>
                <a:lnTo>
                  <a:pt x="28876" y="7213"/>
                </a:lnTo>
                <a:cubicBezTo>
                  <a:pt x="28792" y="7270"/>
                  <a:pt x="28679" y="7350"/>
                  <a:pt x="28537" y="7452"/>
                </a:cubicBezTo>
                <a:cubicBezTo>
                  <a:pt x="28395" y="7554"/>
                  <a:pt x="28257" y="7635"/>
                  <a:pt x="28123" y="7695"/>
                </a:cubicBezTo>
                <a:cubicBezTo>
                  <a:pt x="27966" y="7772"/>
                  <a:pt x="27786" y="7837"/>
                  <a:pt x="27582" y="7889"/>
                </a:cubicBezTo>
                <a:cubicBezTo>
                  <a:pt x="27378" y="7941"/>
                  <a:pt x="27138" y="7967"/>
                  <a:pt x="26864" y="7967"/>
                </a:cubicBezTo>
                <a:cubicBezTo>
                  <a:pt x="26359" y="7967"/>
                  <a:pt x="25931" y="7799"/>
                  <a:pt x="25580" y="7464"/>
                </a:cubicBezTo>
                <a:cubicBezTo>
                  <a:pt x="25229" y="7129"/>
                  <a:pt x="25053" y="6702"/>
                  <a:pt x="25053" y="6183"/>
                </a:cubicBezTo>
                <a:cubicBezTo>
                  <a:pt x="25053" y="5758"/>
                  <a:pt x="25144" y="5414"/>
                  <a:pt x="25327" y="5151"/>
                </a:cubicBezTo>
                <a:cubicBezTo>
                  <a:pt x="25509" y="4888"/>
                  <a:pt x="25769" y="4681"/>
                  <a:pt x="26107" y="4531"/>
                </a:cubicBezTo>
                <a:cubicBezTo>
                  <a:pt x="26448" y="4380"/>
                  <a:pt x="26857" y="4278"/>
                  <a:pt x="27336" y="4224"/>
                </a:cubicBezTo>
                <a:cubicBezTo>
                  <a:pt x="27814" y="4171"/>
                  <a:pt x="28327" y="4130"/>
                  <a:pt x="28876" y="4104"/>
                </a:cubicBezTo>
                <a:lnTo>
                  <a:pt x="28876" y="3957"/>
                </a:lnTo>
                <a:cubicBezTo>
                  <a:pt x="28876" y="3741"/>
                  <a:pt x="28838" y="3562"/>
                  <a:pt x="28763" y="3421"/>
                </a:cubicBezTo>
                <a:cubicBezTo>
                  <a:pt x="28688" y="3279"/>
                  <a:pt x="28580" y="3168"/>
                  <a:pt x="28439" y="3087"/>
                </a:cubicBezTo>
                <a:cubicBezTo>
                  <a:pt x="28306" y="3009"/>
                  <a:pt x="28145" y="2957"/>
                  <a:pt x="27958" y="2930"/>
                </a:cubicBezTo>
                <a:cubicBezTo>
                  <a:pt x="27770" y="2903"/>
                  <a:pt x="27575" y="2890"/>
                  <a:pt x="27371" y="2890"/>
                </a:cubicBezTo>
                <a:cubicBezTo>
                  <a:pt x="27123" y="2890"/>
                  <a:pt x="26847" y="2923"/>
                  <a:pt x="26543" y="2990"/>
                </a:cubicBezTo>
                <a:cubicBezTo>
                  <a:pt x="26239" y="3057"/>
                  <a:pt x="25924" y="3154"/>
                  <a:pt x="25600" y="3281"/>
                </a:cubicBezTo>
                <a:lnTo>
                  <a:pt x="25550" y="3281"/>
                </a:lnTo>
                <a:lnTo>
                  <a:pt x="25550" y="2323"/>
                </a:lnTo>
                <a:cubicBezTo>
                  <a:pt x="25734" y="2273"/>
                  <a:pt x="26000" y="2217"/>
                  <a:pt x="26347" y="2157"/>
                </a:cubicBezTo>
                <a:cubicBezTo>
                  <a:pt x="26695" y="2097"/>
                  <a:pt x="27038" y="2067"/>
                  <a:pt x="27376" y="2067"/>
                </a:cubicBezTo>
                <a:cubicBezTo>
                  <a:pt x="27770" y="2067"/>
                  <a:pt x="28114" y="2099"/>
                  <a:pt x="28407" y="2165"/>
                </a:cubicBezTo>
                <a:cubicBezTo>
                  <a:pt x="28699" y="2230"/>
                  <a:pt x="28953" y="2341"/>
                  <a:pt x="29167" y="2498"/>
                </a:cubicBezTo>
                <a:cubicBezTo>
                  <a:pt x="29378" y="2652"/>
                  <a:pt x="29538" y="2851"/>
                  <a:pt x="29648" y="3095"/>
                </a:cubicBezTo>
                <a:cubicBezTo>
                  <a:pt x="29759" y="3339"/>
                  <a:pt x="29814" y="3642"/>
                  <a:pt x="29814" y="4003"/>
                </a:cubicBezTo>
                <a:lnTo>
                  <a:pt x="29814" y="7806"/>
                </a:lnTo>
                <a:moveTo>
                  <a:pt x="28876" y="6433"/>
                </a:moveTo>
                <a:lnTo>
                  <a:pt x="28876" y="4866"/>
                </a:lnTo>
                <a:cubicBezTo>
                  <a:pt x="28588" y="4883"/>
                  <a:pt x="28250" y="4908"/>
                  <a:pt x="27860" y="4942"/>
                </a:cubicBezTo>
                <a:cubicBezTo>
                  <a:pt x="27470" y="4975"/>
                  <a:pt x="27162" y="5024"/>
                  <a:pt x="26934" y="5088"/>
                </a:cubicBezTo>
                <a:cubicBezTo>
                  <a:pt x="26663" y="5165"/>
                  <a:pt x="26444" y="5285"/>
                  <a:pt x="26277" y="5448"/>
                </a:cubicBezTo>
                <a:cubicBezTo>
                  <a:pt x="26110" y="5611"/>
                  <a:pt x="26026" y="5835"/>
                  <a:pt x="26026" y="6121"/>
                </a:cubicBezTo>
                <a:cubicBezTo>
                  <a:pt x="26026" y="6444"/>
                  <a:pt x="26123" y="6686"/>
                  <a:pt x="26317" y="6849"/>
                </a:cubicBezTo>
                <a:cubicBezTo>
                  <a:pt x="26511" y="7012"/>
                  <a:pt x="26807" y="7094"/>
                  <a:pt x="27205" y="7094"/>
                </a:cubicBezTo>
                <a:cubicBezTo>
                  <a:pt x="27536" y="7094"/>
                  <a:pt x="27839" y="7029"/>
                  <a:pt x="28113" y="6900"/>
                </a:cubicBezTo>
                <a:cubicBezTo>
                  <a:pt x="28388" y="6770"/>
                  <a:pt x="28642" y="6615"/>
                  <a:pt x="28876" y="6433"/>
                </a:cubicBezTo>
                <a:close/>
                <a:moveTo>
                  <a:pt x="36316" y="7806"/>
                </a:moveTo>
                <a:lnTo>
                  <a:pt x="35373" y="7806"/>
                </a:lnTo>
                <a:lnTo>
                  <a:pt x="35373" y="4612"/>
                </a:lnTo>
                <a:cubicBezTo>
                  <a:pt x="35373" y="4354"/>
                  <a:pt x="35358" y="4112"/>
                  <a:pt x="35328" y="3886"/>
                </a:cubicBezTo>
                <a:cubicBezTo>
                  <a:pt x="35297" y="3660"/>
                  <a:pt x="35242" y="3484"/>
                  <a:pt x="35162" y="3357"/>
                </a:cubicBezTo>
                <a:cubicBezTo>
                  <a:pt x="35078" y="3216"/>
                  <a:pt x="34958" y="3111"/>
                  <a:pt x="34801" y="3043"/>
                </a:cubicBezTo>
                <a:cubicBezTo>
                  <a:pt x="34644" y="2974"/>
                  <a:pt x="34440" y="2940"/>
                  <a:pt x="34189" y="2940"/>
                </a:cubicBezTo>
                <a:cubicBezTo>
                  <a:pt x="33931" y="2940"/>
                  <a:pt x="33662" y="3003"/>
                  <a:pt x="33381" y="3131"/>
                </a:cubicBezTo>
                <a:cubicBezTo>
                  <a:pt x="33100" y="3258"/>
                  <a:pt x="32831" y="3420"/>
                  <a:pt x="32573" y="3618"/>
                </a:cubicBezTo>
                <a:lnTo>
                  <a:pt x="32573" y="7806"/>
                </a:lnTo>
                <a:lnTo>
                  <a:pt x="31630" y="7806"/>
                </a:lnTo>
                <a:lnTo>
                  <a:pt x="31630" y="2197"/>
                </a:lnTo>
                <a:lnTo>
                  <a:pt x="32573" y="2197"/>
                </a:lnTo>
                <a:lnTo>
                  <a:pt x="32573" y="2816"/>
                </a:lnTo>
                <a:cubicBezTo>
                  <a:pt x="32868" y="2571"/>
                  <a:pt x="33172" y="2380"/>
                  <a:pt x="33486" y="2243"/>
                </a:cubicBezTo>
                <a:cubicBezTo>
                  <a:pt x="33801" y="2106"/>
                  <a:pt x="34124" y="2037"/>
                  <a:pt x="34455" y="2037"/>
                </a:cubicBezTo>
                <a:cubicBezTo>
                  <a:pt x="35060" y="2037"/>
                  <a:pt x="35522" y="2219"/>
                  <a:pt x="35839" y="2585"/>
                </a:cubicBezTo>
                <a:cubicBezTo>
                  <a:pt x="36157" y="2950"/>
                  <a:pt x="36316" y="3476"/>
                  <a:pt x="36316" y="4163"/>
                </a:cubicBezTo>
                <a:lnTo>
                  <a:pt x="36316" y="7806"/>
                </a:lnTo>
                <a:close/>
                <a:moveTo>
                  <a:pt x="42275" y="7460"/>
                </a:moveTo>
                <a:cubicBezTo>
                  <a:pt x="41961" y="7610"/>
                  <a:pt x="41663" y="7727"/>
                  <a:pt x="41380" y="7811"/>
                </a:cubicBezTo>
                <a:cubicBezTo>
                  <a:pt x="41097" y="7895"/>
                  <a:pt x="40797" y="7936"/>
                  <a:pt x="40479" y="7936"/>
                </a:cubicBezTo>
                <a:cubicBezTo>
                  <a:pt x="40075" y="7936"/>
                  <a:pt x="39704" y="7877"/>
                  <a:pt x="39366" y="7758"/>
                </a:cubicBezTo>
                <a:cubicBezTo>
                  <a:pt x="39028" y="7639"/>
                  <a:pt x="38739" y="7459"/>
                  <a:pt x="38498" y="7218"/>
                </a:cubicBezTo>
                <a:cubicBezTo>
                  <a:pt x="38254" y="6977"/>
                  <a:pt x="38065" y="6672"/>
                  <a:pt x="37931" y="6303"/>
                </a:cubicBezTo>
                <a:cubicBezTo>
                  <a:pt x="37797" y="5935"/>
                  <a:pt x="37730" y="5504"/>
                  <a:pt x="37730" y="5012"/>
                </a:cubicBezTo>
                <a:cubicBezTo>
                  <a:pt x="37730" y="4094"/>
                  <a:pt x="37982" y="3373"/>
                  <a:pt x="38485" y="2851"/>
                </a:cubicBezTo>
                <a:cubicBezTo>
                  <a:pt x="38989" y="2328"/>
                  <a:pt x="39653" y="2067"/>
                  <a:pt x="40479" y="2067"/>
                </a:cubicBezTo>
                <a:cubicBezTo>
                  <a:pt x="40800" y="2067"/>
                  <a:pt x="41116" y="2112"/>
                  <a:pt x="41425" y="2202"/>
                </a:cubicBezTo>
                <a:cubicBezTo>
                  <a:pt x="41734" y="2293"/>
                  <a:pt x="42018" y="2403"/>
                  <a:pt x="42275" y="2533"/>
                </a:cubicBezTo>
                <a:lnTo>
                  <a:pt x="42275" y="3582"/>
                </a:lnTo>
                <a:lnTo>
                  <a:pt x="42225" y="3582"/>
                </a:lnTo>
                <a:cubicBezTo>
                  <a:pt x="41938" y="3359"/>
                  <a:pt x="41641" y="3188"/>
                  <a:pt x="41335" y="3069"/>
                </a:cubicBezTo>
                <a:cubicBezTo>
                  <a:pt x="41029" y="2949"/>
                  <a:pt x="40730" y="2890"/>
                  <a:pt x="40439" y="2890"/>
                </a:cubicBezTo>
                <a:cubicBezTo>
                  <a:pt x="39904" y="2890"/>
                  <a:pt x="39482" y="3069"/>
                  <a:pt x="39173" y="3429"/>
                </a:cubicBezTo>
                <a:cubicBezTo>
                  <a:pt x="38863" y="3788"/>
                  <a:pt x="38709" y="4316"/>
                  <a:pt x="38709" y="5012"/>
                </a:cubicBezTo>
                <a:cubicBezTo>
                  <a:pt x="38709" y="5687"/>
                  <a:pt x="38860" y="6207"/>
                  <a:pt x="39163" y="6569"/>
                </a:cubicBezTo>
                <a:cubicBezTo>
                  <a:pt x="39465" y="6932"/>
                  <a:pt x="39891" y="7114"/>
                  <a:pt x="40439" y="7114"/>
                </a:cubicBezTo>
                <a:cubicBezTo>
                  <a:pt x="40630" y="7114"/>
                  <a:pt x="40824" y="7089"/>
                  <a:pt x="41021" y="7039"/>
                </a:cubicBezTo>
                <a:cubicBezTo>
                  <a:pt x="41219" y="6989"/>
                  <a:pt x="41396" y="6924"/>
                  <a:pt x="41553" y="6845"/>
                </a:cubicBezTo>
                <a:cubicBezTo>
                  <a:pt x="41690" y="6775"/>
                  <a:pt x="41819" y="6701"/>
                  <a:pt x="41939" y="6623"/>
                </a:cubicBezTo>
                <a:cubicBezTo>
                  <a:pt x="42060" y="6545"/>
                  <a:pt x="42155" y="6478"/>
                  <a:pt x="42225" y="6421"/>
                </a:cubicBezTo>
                <a:lnTo>
                  <a:pt x="42275" y="6421"/>
                </a:lnTo>
                <a:lnTo>
                  <a:pt x="42275" y="7460"/>
                </a:lnTo>
                <a:close/>
                <a:moveTo>
                  <a:pt x="48170" y="7806"/>
                </a:moveTo>
                <a:lnTo>
                  <a:pt x="47227" y="7806"/>
                </a:lnTo>
                <a:lnTo>
                  <a:pt x="47227" y="4612"/>
                </a:lnTo>
                <a:cubicBezTo>
                  <a:pt x="47227" y="4354"/>
                  <a:pt x="47212" y="4112"/>
                  <a:pt x="47182" y="3886"/>
                </a:cubicBezTo>
                <a:cubicBezTo>
                  <a:pt x="47151" y="3660"/>
                  <a:pt x="47096" y="3484"/>
                  <a:pt x="47016" y="3357"/>
                </a:cubicBezTo>
                <a:cubicBezTo>
                  <a:pt x="46932" y="3216"/>
                  <a:pt x="46812" y="3111"/>
                  <a:pt x="46655" y="3043"/>
                </a:cubicBezTo>
                <a:cubicBezTo>
                  <a:pt x="46498" y="2974"/>
                  <a:pt x="46294" y="2940"/>
                  <a:pt x="46043" y="2940"/>
                </a:cubicBezTo>
                <a:cubicBezTo>
                  <a:pt x="45785" y="2940"/>
                  <a:pt x="45516" y="3003"/>
                  <a:pt x="45235" y="3131"/>
                </a:cubicBezTo>
                <a:cubicBezTo>
                  <a:pt x="44954" y="3258"/>
                  <a:pt x="44685" y="3420"/>
                  <a:pt x="44427" y="3618"/>
                </a:cubicBezTo>
                <a:lnTo>
                  <a:pt x="44427" y="7806"/>
                </a:lnTo>
                <a:lnTo>
                  <a:pt x="43484" y="7806"/>
                </a:lnTo>
                <a:lnTo>
                  <a:pt x="43484" y="0"/>
                </a:lnTo>
                <a:lnTo>
                  <a:pt x="44427" y="0"/>
                </a:lnTo>
                <a:lnTo>
                  <a:pt x="44427" y="2816"/>
                </a:lnTo>
                <a:cubicBezTo>
                  <a:pt x="44722" y="2571"/>
                  <a:pt x="45026" y="2380"/>
                  <a:pt x="45340" y="2243"/>
                </a:cubicBezTo>
                <a:cubicBezTo>
                  <a:pt x="45655" y="2106"/>
                  <a:pt x="45978" y="2037"/>
                  <a:pt x="46309" y="2037"/>
                </a:cubicBezTo>
                <a:cubicBezTo>
                  <a:pt x="46914" y="2037"/>
                  <a:pt x="47376" y="2219"/>
                  <a:pt x="47693" y="2585"/>
                </a:cubicBezTo>
                <a:cubicBezTo>
                  <a:pt x="48011" y="2950"/>
                  <a:pt x="48170" y="3476"/>
                  <a:pt x="48170" y="4163"/>
                </a:cubicBezTo>
                <a:lnTo>
                  <a:pt x="48170" y="7806"/>
                </a:lnTo>
                <a:close/>
                <a:moveTo>
                  <a:pt x="54341" y="7806"/>
                </a:moveTo>
                <a:lnTo>
                  <a:pt x="53403" y="7806"/>
                </a:lnTo>
                <a:lnTo>
                  <a:pt x="53403" y="7213"/>
                </a:lnTo>
                <a:cubicBezTo>
                  <a:pt x="53319" y="7270"/>
                  <a:pt x="53206" y="7350"/>
                  <a:pt x="53064" y="7452"/>
                </a:cubicBezTo>
                <a:cubicBezTo>
                  <a:pt x="52922" y="7554"/>
                  <a:pt x="52784" y="7635"/>
                  <a:pt x="52650" y="7695"/>
                </a:cubicBezTo>
                <a:cubicBezTo>
                  <a:pt x="52493" y="7772"/>
                  <a:pt x="52312" y="7837"/>
                  <a:pt x="52108" y="7889"/>
                </a:cubicBezTo>
                <a:cubicBezTo>
                  <a:pt x="51904" y="7941"/>
                  <a:pt x="51665" y="7967"/>
                  <a:pt x="51391" y="7967"/>
                </a:cubicBezTo>
                <a:cubicBezTo>
                  <a:pt x="50886" y="7967"/>
                  <a:pt x="50458" y="7799"/>
                  <a:pt x="50107" y="7464"/>
                </a:cubicBezTo>
                <a:cubicBezTo>
                  <a:pt x="49755" y="7129"/>
                  <a:pt x="49580" y="6702"/>
                  <a:pt x="49580" y="6183"/>
                </a:cubicBezTo>
                <a:cubicBezTo>
                  <a:pt x="49580" y="5758"/>
                  <a:pt x="49671" y="5414"/>
                  <a:pt x="49853" y="5151"/>
                </a:cubicBezTo>
                <a:cubicBezTo>
                  <a:pt x="50036" y="4888"/>
                  <a:pt x="50296" y="4681"/>
                  <a:pt x="50633" y="4531"/>
                </a:cubicBezTo>
                <a:cubicBezTo>
                  <a:pt x="50975" y="4380"/>
                  <a:pt x="51384" y="4278"/>
                  <a:pt x="51862" y="4224"/>
                </a:cubicBezTo>
                <a:cubicBezTo>
                  <a:pt x="52341" y="4171"/>
                  <a:pt x="52854" y="4130"/>
                  <a:pt x="53403" y="4104"/>
                </a:cubicBezTo>
                <a:lnTo>
                  <a:pt x="53403" y="3957"/>
                </a:lnTo>
                <a:cubicBezTo>
                  <a:pt x="53403" y="3741"/>
                  <a:pt x="53365" y="3562"/>
                  <a:pt x="53290" y="3421"/>
                </a:cubicBezTo>
                <a:cubicBezTo>
                  <a:pt x="53214" y="3279"/>
                  <a:pt x="53107" y="3168"/>
                  <a:pt x="52966" y="3087"/>
                </a:cubicBezTo>
                <a:cubicBezTo>
                  <a:pt x="52832" y="3009"/>
                  <a:pt x="52672" y="2957"/>
                  <a:pt x="52485" y="2930"/>
                </a:cubicBezTo>
                <a:cubicBezTo>
                  <a:pt x="52297" y="2903"/>
                  <a:pt x="52102" y="2890"/>
                  <a:pt x="51898" y="2890"/>
                </a:cubicBezTo>
                <a:cubicBezTo>
                  <a:pt x="51650" y="2890"/>
                  <a:pt x="51374" y="2923"/>
                  <a:pt x="51070" y="2990"/>
                </a:cubicBezTo>
                <a:cubicBezTo>
                  <a:pt x="50765" y="3057"/>
                  <a:pt x="50451" y="3154"/>
                  <a:pt x="50127" y="3281"/>
                </a:cubicBezTo>
                <a:lnTo>
                  <a:pt x="50077" y="3281"/>
                </a:lnTo>
                <a:lnTo>
                  <a:pt x="50077" y="2323"/>
                </a:lnTo>
                <a:cubicBezTo>
                  <a:pt x="50260" y="2273"/>
                  <a:pt x="50526" y="2217"/>
                  <a:pt x="50874" y="2157"/>
                </a:cubicBezTo>
                <a:cubicBezTo>
                  <a:pt x="51222" y="2097"/>
                  <a:pt x="51565" y="2067"/>
                  <a:pt x="51903" y="2067"/>
                </a:cubicBezTo>
                <a:cubicBezTo>
                  <a:pt x="52297" y="2067"/>
                  <a:pt x="52641" y="2099"/>
                  <a:pt x="52934" y="2165"/>
                </a:cubicBezTo>
                <a:cubicBezTo>
                  <a:pt x="53226" y="2230"/>
                  <a:pt x="53480" y="2341"/>
                  <a:pt x="53694" y="2498"/>
                </a:cubicBezTo>
                <a:cubicBezTo>
                  <a:pt x="53904" y="2652"/>
                  <a:pt x="54065" y="2851"/>
                  <a:pt x="54175" y="3095"/>
                </a:cubicBezTo>
                <a:cubicBezTo>
                  <a:pt x="54286" y="3339"/>
                  <a:pt x="54341" y="3642"/>
                  <a:pt x="54341" y="4003"/>
                </a:cubicBezTo>
                <a:lnTo>
                  <a:pt x="54341" y="7806"/>
                </a:lnTo>
                <a:moveTo>
                  <a:pt x="53403" y="6433"/>
                </a:moveTo>
                <a:lnTo>
                  <a:pt x="53403" y="4866"/>
                </a:lnTo>
                <a:cubicBezTo>
                  <a:pt x="53115" y="4883"/>
                  <a:pt x="52776" y="4908"/>
                  <a:pt x="52387" y="4942"/>
                </a:cubicBezTo>
                <a:cubicBezTo>
                  <a:pt x="51997" y="4975"/>
                  <a:pt x="51689" y="5024"/>
                  <a:pt x="51461" y="5088"/>
                </a:cubicBezTo>
                <a:cubicBezTo>
                  <a:pt x="51190" y="5165"/>
                  <a:pt x="50971" y="5285"/>
                  <a:pt x="50804" y="5448"/>
                </a:cubicBezTo>
                <a:cubicBezTo>
                  <a:pt x="50637" y="5611"/>
                  <a:pt x="50553" y="5835"/>
                  <a:pt x="50553" y="6121"/>
                </a:cubicBezTo>
                <a:cubicBezTo>
                  <a:pt x="50553" y="6444"/>
                  <a:pt x="50650" y="6686"/>
                  <a:pt x="50844" y="6849"/>
                </a:cubicBezTo>
                <a:cubicBezTo>
                  <a:pt x="51038" y="7012"/>
                  <a:pt x="51334" y="7094"/>
                  <a:pt x="51732" y="7094"/>
                </a:cubicBezTo>
                <a:cubicBezTo>
                  <a:pt x="52063" y="7094"/>
                  <a:pt x="52366" y="7029"/>
                  <a:pt x="52640" y="6900"/>
                </a:cubicBezTo>
                <a:cubicBezTo>
                  <a:pt x="52914" y="6770"/>
                  <a:pt x="53168" y="6615"/>
                  <a:pt x="53403" y="6433"/>
                </a:cubicBezTo>
                <a:close/>
                <a:moveTo>
                  <a:pt x="60301" y="7460"/>
                </a:moveTo>
                <a:cubicBezTo>
                  <a:pt x="59986" y="7610"/>
                  <a:pt x="59688" y="7727"/>
                  <a:pt x="59405" y="7811"/>
                </a:cubicBezTo>
                <a:cubicBezTo>
                  <a:pt x="59122" y="7895"/>
                  <a:pt x="58822" y="7936"/>
                  <a:pt x="58505" y="7936"/>
                </a:cubicBezTo>
                <a:cubicBezTo>
                  <a:pt x="58100" y="7936"/>
                  <a:pt x="57729" y="7877"/>
                  <a:pt x="57391" y="7758"/>
                </a:cubicBezTo>
                <a:cubicBezTo>
                  <a:pt x="57053" y="7639"/>
                  <a:pt x="56764" y="7459"/>
                  <a:pt x="56523" y="7218"/>
                </a:cubicBezTo>
                <a:cubicBezTo>
                  <a:pt x="56279" y="6977"/>
                  <a:pt x="56090" y="6672"/>
                  <a:pt x="55956" y="6303"/>
                </a:cubicBezTo>
                <a:cubicBezTo>
                  <a:pt x="55822" y="5935"/>
                  <a:pt x="55755" y="5504"/>
                  <a:pt x="55755" y="5012"/>
                </a:cubicBezTo>
                <a:cubicBezTo>
                  <a:pt x="55755" y="4094"/>
                  <a:pt x="56007" y="3373"/>
                  <a:pt x="56510" y="2851"/>
                </a:cubicBezTo>
                <a:cubicBezTo>
                  <a:pt x="57014" y="2328"/>
                  <a:pt x="57678" y="2067"/>
                  <a:pt x="58505" y="2067"/>
                </a:cubicBezTo>
                <a:cubicBezTo>
                  <a:pt x="58826" y="2067"/>
                  <a:pt x="59141" y="2112"/>
                  <a:pt x="59450" y="2202"/>
                </a:cubicBezTo>
                <a:cubicBezTo>
                  <a:pt x="59760" y="2293"/>
                  <a:pt x="60043" y="2403"/>
                  <a:pt x="60301" y="2533"/>
                </a:cubicBezTo>
                <a:lnTo>
                  <a:pt x="60301" y="3582"/>
                </a:lnTo>
                <a:lnTo>
                  <a:pt x="60250" y="3582"/>
                </a:lnTo>
                <a:cubicBezTo>
                  <a:pt x="59963" y="3359"/>
                  <a:pt x="59666" y="3188"/>
                  <a:pt x="59360" y="3069"/>
                </a:cubicBezTo>
                <a:cubicBezTo>
                  <a:pt x="59054" y="2949"/>
                  <a:pt x="58755" y="2890"/>
                  <a:pt x="58464" y="2890"/>
                </a:cubicBezTo>
                <a:cubicBezTo>
                  <a:pt x="57929" y="2890"/>
                  <a:pt x="57507" y="3069"/>
                  <a:pt x="57198" y="3429"/>
                </a:cubicBezTo>
                <a:cubicBezTo>
                  <a:pt x="56888" y="3788"/>
                  <a:pt x="56734" y="4316"/>
                  <a:pt x="56734" y="5012"/>
                </a:cubicBezTo>
                <a:cubicBezTo>
                  <a:pt x="56734" y="5687"/>
                  <a:pt x="56885" y="6207"/>
                  <a:pt x="57188" y="6569"/>
                </a:cubicBezTo>
                <a:cubicBezTo>
                  <a:pt x="57490" y="6932"/>
                  <a:pt x="57916" y="7114"/>
                  <a:pt x="58464" y="7114"/>
                </a:cubicBezTo>
                <a:cubicBezTo>
                  <a:pt x="58655" y="7114"/>
                  <a:pt x="58849" y="7089"/>
                  <a:pt x="59046" y="7039"/>
                </a:cubicBezTo>
                <a:cubicBezTo>
                  <a:pt x="59244" y="6989"/>
                  <a:pt x="59421" y="6924"/>
                  <a:pt x="59578" y="6845"/>
                </a:cubicBezTo>
                <a:cubicBezTo>
                  <a:pt x="59715" y="6775"/>
                  <a:pt x="59844" y="6701"/>
                  <a:pt x="59964" y="6623"/>
                </a:cubicBezTo>
                <a:cubicBezTo>
                  <a:pt x="60085" y="6545"/>
                  <a:pt x="60180" y="6478"/>
                  <a:pt x="60250" y="6421"/>
                </a:cubicBezTo>
                <a:lnTo>
                  <a:pt x="60301" y="6421"/>
                </a:lnTo>
                <a:lnTo>
                  <a:pt x="60301" y="7460"/>
                </a:lnTo>
                <a:close/>
                <a:moveTo>
                  <a:pt x="66200" y="5097"/>
                </a:moveTo>
                <a:lnTo>
                  <a:pt x="62071" y="5097"/>
                </a:lnTo>
                <a:cubicBezTo>
                  <a:pt x="62071" y="5442"/>
                  <a:pt x="62123" y="5743"/>
                  <a:pt x="62227" y="6000"/>
                </a:cubicBezTo>
                <a:cubicBezTo>
                  <a:pt x="62330" y="6256"/>
                  <a:pt x="62473" y="6467"/>
                  <a:pt x="62653" y="6631"/>
                </a:cubicBezTo>
                <a:cubicBezTo>
                  <a:pt x="62827" y="6792"/>
                  <a:pt x="63034" y="6913"/>
                  <a:pt x="63273" y="6993"/>
                </a:cubicBezTo>
                <a:cubicBezTo>
                  <a:pt x="63512" y="7073"/>
                  <a:pt x="63775" y="7114"/>
                  <a:pt x="64063" y="7114"/>
                </a:cubicBezTo>
                <a:cubicBezTo>
                  <a:pt x="64444" y="7114"/>
                  <a:pt x="64828" y="7037"/>
                  <a:pt x="65214" y="6884"/>
                </a:cubicBezTo>
                <a:cubicBezTo>
                  <a:pt x="65601" y="6730"/>
                  <a:pt x="65876" y="6580"/>
                  <a:pt x="66039" y="6431"/>
                </a:cubicBezTo>
                <a:lnTo>
                  <a:pt x="66090" y="6431"/>
                </a:lnTo>
                <a:lnTo>
                  <a:pt x="66090" y="7463"/>
                </a:lnTo>
                <a:cubicBezTo>
                  <a:pt x="65772" y="7597"/>
                  <a:pt x="65448" y="7710"/>
                  <a:pt x="65116" y="7801"/>
                </a:cubicBezTo>
                <a:cubicBezTo>
                  <a:pt x="64785" y="7891"/>
                  <a:pt x="64437" y="7936"/>
                  <a:pt x="64073" y="7936"/>
                </a:cubicBezTo>
                <a:cubicBezTo>
                  <a:pt x="63143" y="7936"/>
                  <a:pt x="62417" y="7684"/>
                  <a:pt x="61896" y="7180"/>
                </a:cubicBezTo>
                <a:cubicBezTo>
                  <a:pt x="61374" y="6676"/>
                  <a:pt x="61113" y="5960"/>
                  <a:pt x="61113" y="5032"/>
                </a:cubicBezTo>
                <a:cubicBezTo>
                  <a:pt x="61113" y="4114"/>
                  <a:pt x="61363" y="3385"/>
                  <a:pt x="61863" y="2846"/>
                </a:cubicBezTo>
                <a:cubicBezTo>
                  <a:pt x="62363" y="2306"/>
                  <a:pt x="63021" y="2037"/>
                  <a:pt x="63837" y="2037"/>
                </a:cubicBezTo>
                <a:cubicBezTo>
                  <a:pt x="64593" y="2037"/>
                  <a:pt x="65176" y="2258"/>
                  <a:pt x="65585" y="2700"/>
                </a:cubicBezTo>
                <a:cubicBezTo>
                  <a:pt x="65995" y="3142"/>
                  <a:pt x="66200" y="3770"/>
                  <a:pt x="66200" y="4584"/>
                </a:cubicBezTo>
                <a:lnTo>
                  <a:pt x="66200" y="5097"/>
                </a:lnTo>
                <a:moveTo>
                  <a:pt x="65282" y="4375"/>
                </a:moveTo>
                <a:cubicBezTo>
                  <a:pt x="65279" y="3880"/>
                  <a:pt x="65154" y="3497"/>
                  <a:pt x="64908" y="3226"/>
                </a:cubicBezTo>
                <a:cubicBezTo>
                  <a:pt x="64662" y="2955"/>
                  <a:pt x="64289" y="2819"/>
                  <a:pt x="63787" y="2819"/>
                </a:cubicBezTo>
                <a:cubicBezTo>
                  <a:pt x="63282" y="2819"/>
                  <a:pt x="62880" y="2968"/>
                  <a:pt x="62580" y="3266"/>
                </a:cubicBezTo>
                <a:cubicBezTo>
                  <a:pt x="62281" y="3564"/>
                  <a:pt x="62111" y="3933"/>
                  <a:pt x="62071" y="4375"/>
                </a:cubicBezTo>
                <a:lnTo>
                  <a:pt x="65282" y="4375"/>
                </a:lnTo>
                <a:close/>
                <a:moveTo>
                  <a:pt x="71984" y="7806"/>
                </a:moveTo>
                <a:lnTo>
                  <a:pt x="71046" y="7806"/>
                </a:lnTo>
                <a:lnTo>
                  <a:pt x="71046" y="7213"/>
                </a:lnTo>
                <a:cubicBezTo>
                  <a:pt x="70963" y="7270"/>
                  <a:pt x="70850" y="7350"/>
                  <a:pt x="70708" y="7452"/>
                </a:cubicBezTo>
                <a:cubicBezTo>
                  <a:pt x="70565" y="7554"/>
                  <a:pt x="70428" y="7635"/>
                  <a:pt x="70294" y="7695"/>
                </a:cubicBezTo>
                <a:cubicBezTo>
                  <a:pt x="70137" y="7772"/>
                  <a:pt x="69956" y="7837"/>
                  <a:pt x="69752" y="7889"/>
                </a:cubicBezTo>
                <a:cubicBezTo>
                  <a:pt x="69548" y="7941"/>
                  <a:pt x="69309" y="7967"/>
                  <a:pt x="69035" y="7967"/>
                </a:cubicBezTo>
                <a:cubicBezTo>
                  <a:pt x="68530" y="7967"/>
                  <a:pt x="68101" y="7799"/>
                  <a:pt x="67750" y="7464"/>
                </a:cubicBezTo>
                <a:cubicBezTo>
                  <a:pt x="67399" y="7129"/>
                  <a:pt x="67224" y="6702"/>
                  <a:pt x="67224" y="6183"/>
                </a:cubicBezTo>
                <a:cubicBezTo>
                  <a:pt x="67224" y="5758"/>
                  <a:pt x="67315" y="5414"/>
                  <a:pt x="67497" y="5151"/>
                </a:cubicBezTo>
                <a:cubicBezTo>
                  <a:pt x="67679" y="4888"/>
                  <a:pt x="67939" y="4681"/>
                  <a:pt x="68277" y="4531"/>
                </a:cubicBezTo>
                <a:cubicBezTo>
                  <a:pt x="68618" y="4380"/>
                  <a:pt x="69028" y="4278"/>
                  <a:pt x="69506" y="4224"/>
                </a:cubicBezTo>
                <a:cubicBezTo>
                  <a:pt x="69984" y="4171"/>
                  <a:pt x="70498" y="4130"/>
                  <a:pt x="71046" y="4104"/>
                </a:cubicBezTo>
                <a:lnTo>
                  <a:pt x="71046" y="3957"/>
                </a:lnTo>
                <a:cubicBezTo>
                  <a:pt x="71046" y="3741"/>
                  <a:pt x="71009" y="3562"/>
                  <a:pt x="70933" y="3421"/>
                </a:cubicBezTo>
                <a:cubicBezTo>
                  <a:pt x="70858" y="3279"/>
                  <a:pt x="70750" y="3168"/>
                  <a:pt x="70610" y="3087"/>
                </a:cubicBezTo>
                <a:cubicBezTo>
                  <a:pt x="70476" y="3009"/>
                  <a:pt x="70315" y="2957"/>
                  <a:pt x="70128" y="2930"/>
                </a:cubicBezTo>
                <a:cubicBezTo>
                  <a:pt x="69941" y="2903"/>
                  <a:pt x="69745" y="2890"/>
                  <a:pt x="69541" y="2890"/>
                </a:cubicBezTo>
                <a:cubicBezTo>
                  <a:pt x="69294" y="2890"/>
                  <a:pt x="69018" y="2923"/>
                  <a:pt x="68713" y="2990"/>
                </a:cubicBezTo>
                <a:cubicBezTo>
                  <a:pt x="68409" y="3057"/>
                  <a:pt x="68095" y="3154"/>
                  <a:pt x="67770" y="3281"/>
                </a:cubicBezTo>
                <a:lnTo>
                  <a:pt x="67720" y="3281"/>
                </a:lnTo>
                <a:lnTo>
                  <a:pt x="67720" y="2323"/>
                </a:lnTo>
                <a:cubicBezTo>
                  <a:pt x="67904" y="2273"/>
                  <a:pt x="68170" y="2217"/>
                  <a:pt x="68518" y="2157"/>
                </a:cubicBezTo>
                <a:cubicBezTo>
                  <a:pt x="68866" y="2097"/>
                  <a:pt x="69208" y="2067"/>
                  <a:pt x="69546" y="2067"/>
                </a:cubicBezTo>
                <a:cubicBezTo>
                  <a:pt x="69941" y="2067"/>
                  <a:pt x="70285" y="2099"/>
                  <a:pt x="70577" y="2165"/>
                </a:cubicBezTo>
                <a:cubicBezTo>
                  <a:pt x="70870" y="2230"/>
                  <a:pt x="71123" y="2341"/>
                  <a:pt x="71337" y="2498"/>
                </a:cubicBezTo>
                <a:cubicBezTo>
                  <a:pt x="71548" y="2652"/>
                  <a:pt x="71708" y="2851"/>
                  <a:pt x="71819" y="3095"/>
                </a:cubicBezTo>
                <a:cubicBezTo>
                  <a:pt x="71929" y="3339"/>
                  <a:pt x="71984" y="3642"/>
                  <a:pt x="71984" y="4003"/>
                </a:cubicBezTo>
                <a:lnTo>
                  <a:pt x="71984" y="7806"/>
                </a:lnTo>
                <a:moveTo>
                  <a:pt x="71046" y="6433"/>
                </a:moveTo>
                <a:lnTo>
                  <a:pt x="71046" y="4866"/>
                </a:lnTo>
                <a:cubicBezTo>
                  <a:pt x="70759" y="4883"/>
                  <a:pt x="70420" y="4908"/>
                  <a:pt x="70030" y="4942"/>
                </a:cubicBezTo>
                <a:cubicBezTo>
                  <a:pt x="69641" y="4975"/>
                  <a:pt x="69332" y="5024"/>
                  <a:pt x="69105" y="5088"/>
                </a:cubicBezTo>
                <a:cubicBezTo>
                  <a:pt x="68834" y="5165"/>
                  <a:pt x="68615" y="5285"/>
                  <a:pt x="68448" y="5448"/>
                </a:cubicBezTo>
                <a:cubicBezTo>
                  <a:pt x="68280" y="5611"/>
                  <a:pt x="68197" y="5835"/>
                  <a:pt x="68197" y="6121"/>
                </a:cubicBezTo>
                <a:cubicBezTo>
                  <a:pt x="68197" y="6444"/>
                  <a:pt x="68294" y="6686"/>
                  <a:pt x="68488" y="6849"/>
                </a:cubicBezTo>
                <a:cubicBezTo>
                  <a:pt x="68682" y="7012"/>
                  <a:pt x="68978" y="7094"/>
                  <a:pt x="69376" y="7094"/>
                </a:cubicBezTo>
                <a:cubicBezTo>
                  <a:pt x="69707" y="7094"/>
                  <a:pt x="70009" y="7029"/>
                  <a:pt x="70284" y="6900"/>
                </a:cubicBezTo>
                <a:cubicBezTo>
                  <a:pt x="70558" y="6770"/>
                  <a:pt x="70812" y="6615"/>
                  <a:pt x="71046" y="6433"/>
                </a:cubicBezTo>
                <a:close/>
                <a:moveTo>
                  <a:pt x="78491" y="5097"/>
                </a:moveTo>
                <a:lnTo>
                  <a:pt x="74362" y="5097"/>
                </a:lnTo>
                <a:cubicBezTo>
                  <a:pt x="74362" y="5442"/>
                  <a:pt x="74414" y="5743"/>
                  <a:pt x="74518" y="6000"/>
                </a:cubicBezTo>
                <a:cubicBezTo>
                  <a:pt x="74621" y="6256"/>
                  <a:pt x="74764" y="6467"/>
                  <a:pt x="74944" y="6631"/>
                </a:cubicBezTo>
                <a:cubicBezTo>
                  <a:pt x="75118" y="6792"/>
                  <a:pt x="75325" y="6913"/>
                  <a:pt x="75564" y="6993"/>
                </a:cubicBezTo>
                <a:cubicBezTo>
                  <a:pt x="75803" y="7073"/>
                  <a:pt x="76066" y="7114"/>
                  <a:pt x="76354" y="7114"/>
                </a:cubicBezTo>
                <a:cubicBezTo>
                  <a:pt x="76735" y="7114"/>
                  <a:pt x="77119" y="7037"/>
                  <a:pt x="77505" y="6884"/>
                </a:cubicBezTo>
                <a:cubicBezTo>
                  <a:pt x="77891" y="6730"/>
                  <a:pt x="78167" y="6580"/>
                  <a:pt x="78330" y="6431"/>
                </a:cubicBezTo>
                <a:lnTo>
                  <a:pt x="78381" y="6431"/>
                </a:lnTo>
                <a:lnTo>
                  <a:pt x="78381" y="7463"/>
                </a:lnTo>
                <a:cubicBezTo>
                  <a:pt x="78063" y="7597"/>
                  <a:pt x="77738" y="7710"/>
                  <a:pt x="77407" y="7801"/>
                </a:cubicBezTo>
                <a:cubicBezTo>
                  <a:pt x="77076" y="7891"/>
                  <a:pt x="76728" y="7936"/>
                  <a:pt x="76364" y="7936"/>
                </a:cubicBezTo>
                <a:cubicBezTo>
                  <a:pt x="75434" y="7936"/>
                  <a:pt x="74708" y="7684"/>
                  <a:pt x="74187" y="7180"/>
                </a:cubicBezTo>
                <a:cubicBezTo>
                  <a:pt x="73665" y="6676"/>
                  <a:pt x="73404" y="5960"/>
                  <a:pt x="73404" y="5032"/>
                </a:cubicBezTo>
                <a:cubicBezTo>
                  <a:pt x="73404" y="4114"/>
                  <a:pt x="73654" y="3385"/>
                  <a:pt x="74154" y="2846"/>
                </a:cubicBezTo>
                <a:cubicBezTo>
                  <a:pt x="74654" y="2306"/>
                  <a:pt x="75312" y="2037"/>
                  <a:pt x="76128" y="2037"/>
                </a:cubicBezTo>
                <a:cubicBezTo>
                  <a:pt x="76884" y="2037"/>
                  <a:pt x="77467" y="2258"/>
                  <a:pt x="77876" y="2700"/>
                </a:cubicBezTo>
                <a:cubicBezTo>
                  <a:pt x="78286" y="3142"/>
                  <a:pt x="78491" y="3770"/>
                  <a:pt x="78491" y="4584"/>
                </a:cubicBezTo>
                <a:lnTo>
                  <a:pt x="78491" y="5097"/>
                </a:lnTo>
                <a:moveTo>
                  <a:pt x="77573" y="4375"/>
                </a:moveTo>
                <a:cubicBezTo>
                  <a:pt x="77570" y="3880"/>
                  <a:pt x="77445" y="3497"/>
                  <a:pt x="77199" y="3226"/>
                </a:cubicBezTo>
                <a:cubicBezTo>
                  <a:pt x="76953" y="2955"/>
                  <a:pt x="76580" y="2819"/>
                  <a:pt x="76078" y="2819"/>
                </a:cubicBezTo>
                <a:cubicBezTo>
                  <a:pt x="75573" y="2819"/>
                  <a:pt x="75171" y="2968"/>
                  <a:pt x="74871" y="3266"/>
                </a:cubicBezTo>
                <a:cubicBezTo>
                  <a:pt x="74572" y="3564"/>
                  <a:pt x="74402" y="3933"/>
                  <a:pt x="74362" y="4375"/>
                </a:cubicBezTo>
                <a:lnTo>
                  <a:pt x="77573" y="4375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82EA27-2676-40DA-B378-7D095E9E9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871" y="880513"/>
            <a:ext cx="67123" cy="100658"/>
          </a:xfrm>
          <a:custGeom xmlns:a="http://schemas.openxmlformats.org/drawingml/2006/main">
            <a:pathLst>
              <a:path w="67123" h="100658">
                <a:moveTo>
                  <a:pt x="0" y="0"/>
                </a:moveTo>
                <a:lnTo>
                  <a:pt x="67123" y="0"/>
                </a:lnTo>
                <a:lnTo>
                  <a:pt x="67123" y="100658"/>
                </a:lnTo>
                <a:lnTo>
                  <a:pt x="0" y="1006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3C002-C34E-4A28-96BA-D7961CDB8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872" y="880515"/>
            <a:ext cx="67121" cy="100659"/>
          </a:xfrm>
          <a:custGeom xmlns:a="http://schemas.openxmlformats.org/drawingml/2006/main">
            <a:pathLst>
              <a:path w="67121" h="100659" fill="none">
                <a:moveTo>
                  <a:pt x="0" y="0"/>
                </a:moveTo>
                <a:lnTo>
                  <a:pt x="67121" y="0"/>
                </a:lnTo>
                <a:lnTo>
                  <a:pt x="67121" y="100659"/>
                </a:lnTo>
                <a:lnTo>
                  <a:pt x="0" y="1006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EB0F842-C5D0-46DD-91D0-33B03CABC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570" y="1003671"/>
            <a:ext cx="65671" cy="69683"/>
          </a:xfrm>
          <a:custGeom xmlns:a="http://schemas.openxmlformats.org/drawingml/2006/main">
            <a:pathLst>
              <a:path w="65671" h="69683">
                <a:moveTo>
                  <a:pt x="0" y="0"/>
                </a:moveTo>
                <a:lnTo>
                  <a:pt x="65671" y="0"/>
                </a:lnTo>
                <a:lnTo>
                  <a:pt x="65671" y="69683"/>
                </a:lnTo>
                <a:lnTo>
                  <a:pt x="0" y="6968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1E641F9-88A8-4B45-A3CC-6C23E752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570" y="1003672"/>
            <a:ext cx="65673" cy="69685"/>
          </a:xfrm>
          <a:custGeom xmlns:a="http://schemas.openxmlformats.org/drawingml/2006/main">
            <a:pathLst>
              <a:path w="65673" h="69685" fill="none">
                <a:moveTo>
                  <a:pt x="0" y="0"/>
                </a:moveTo>
                <a:lnTo>
                  <a:pt x="65673" y="0"/>
                </a:lnTo>
                <a:lnTo>
                  <a:pt x="65673" y="69685"/>
                </a:lnTo>
                <a:lnTo>
                  <a:pt x="0" y="6968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E6DF9D-2BF1-4006-896C-FA232C406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570" y="1095854"/>
            <a:ext cx="65671" cy="51878"/>
          </a:xfrm>
          <a:custGeom xmlns:a="http://schemas.openxmlformats.org/drawingml/2006/main">
            <a:pathLst>
              <a:path w="65671" h="51878">
                <a:moveTo>
                  <a:pt x="0" y="0"/>
                </a:moveTo>
                <a:lnTo>
                  <a:pt x="65671" y="0"/>
                </a:lnTo>
                <a:lnTo>
                  <a:pt x="65671" y="51878"/>
                </a:lnTo>
                <a:lnTo>
                  <a:pt x="0" y="5187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992BD51-1D5A-4AE4-AC6F-0AA3DC374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570" y="1095855"/>
            <a:ext cx="65673" cy="51879"/>
          </a:xfrm>
          <a:custGeom xmlns:a="http://schemas.openxmlformats.org/drawingml/2006/main">
            <a:pathLst>
              <a:path w="65673" h="51879" fill="none">
                <a:moveTo>
                  <a:pt x="0" y="0"/>
                </a:moveTo>
                <a:lnTo>
                  <a:pt x="65673" y="0"/>
                </a:lnTo>
                <a:lnTo>
                  <a:pt x="65673" y="51879"/>
                </a:lnTo>
                <a:lnTo>
                  <a:pt x="0" y="5187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9A4705-9012-45CD-80F0-443DE93B9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41" y="1003671"/>
            <a:ext cx="56827" cy="53192"/>
          </a:xfrm>
          <a:custGeom xmlns:a="http://schemas.openxmlformats.org/drawingml/2006/main">
            <a:pathLst>
              <a:path w="56827" h="53192">
                <a:moveTo>
                  <a:pt x="0" y="0"/>
                </a:moveTo>
                <a:lnTo>
                  <a:pt x="56827" y="0"/>
                </a:lnTo>
                <a:lnTo>
                  <a:pt x="56827" y="53192"/>
                </a:lnTo>
                <a:lnTo>
                  <a:pt x="0" y="531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10857C-DF01-4573-AD28-191B766F4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41" y="1003672"/>
            <a:ext cx="56827" cy="53192"/>
          </a:xfrm>
          <a:custGeom xmlns:a="http://schemas.openxmlformats.org/drawingml/2006/main">
            <a:pathLst>
              <a:path w="56827" h="53192" fill="none">
                <a:moveTo>
                  <a:pt x="0" y="0"/>
                </a:moveTo>
                <a:lnTo>
                  <a:pt x="56827" y="0"/>
                </a:lnTo>
                <a:lnTo>
                  <a:pt x="56827" y="53192"/>
                </a:lnTo>
                <a:lnTo>
                  <a:pt x="0" y="531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7BB03-D659-4944-AF8B-78FB02897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065" y="1003671"/>
            <a:ext cx="46929" cy="53192"/>
          </a:xfrm>
          <a:custGeom xmlns:a="http://schemas.openxmlformats.org/drawingml/2006/main">
            <a:pathLst>
              <a:path w="46929" h="53192">
                <a:moveTo>
                  <a:pt x="0" y="0"/>
                </a:moveTo>
                <a:lnTo>
                  <a:pt x="46929" y="0"/>
                </a:lnTo>
                <a:lnTo>
                  <a:pt x="46929" y="53192"/>
                </a:lnTo>
                <a:lnTo>
                  <a:pt x="0" y="531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D01973F-EB1B-4DAF-BF16-9B94A1D5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1066" y="1003672"/>
            <a:ext cx="46927" cy="53192"/>
          </a:xfrm>
          <a:custGeom xmlns:a="http://schemas.openxmlformats.org/drawingml/2006/main">
            <a:pathLst>
              <a:path w="46927" h="53192" fill="none">
                <a:moveTo>
                  <a:pt x="0" y="0"/>
                </a:moveTo>
                <a:lnTo>
                  <a:pt x="46927" y="0"/>
                </a:lnTo>
                <a:lnTo>
                  <a:pt x="46927" y="53192"/>
                </a:lnTo>
                <a:lnTo>
                  <a:pt x="0" y="531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4572D0-3D68-4A4D-BFDC-6B3243D0A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41" y="1079361"/>
            <a:ext cx="58342" cy="25706"/>
          </a:xfrm>
          <a:custGeom xmlns:a="http://schemas.openxmlformats.org/drawingml/2006/main">
            <a:pathLst>
              <a:path w="58342" h="25706">
                <a:moveTo>
                  <a:pt x="0" y="0"/>
                </a:moveTo>
                <a:lnTo>
                  <a:pt x="58342" y="0"/>
                </a:lnTo>
                <a:lnTo>
                  <a:pt x="58342" y="25706"/>
                </a:lnTo>
                <a:lnTo>
                  <a:pt x="0" y="257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2658D4-2BC8-485E-B005-0BE010CCC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41" y="1079362"/>
            <a:ext cx="58343" cy="25706"/>
          </a:xfrm>
          <a:custGeom xmlns:a="http://schemas.openxmlformats.org/drawingml/2006/main">
            <a:pathLst>
              <a:path w="58343" h="25706" fill="none">
                <a:moveTo>
                  <a:pt x="0" y="0"/>
                </a:moveTo>
                <a:lnTo>
                  <a:pt x="58343" y="0"/>
                </a:lnTo>
                <a:lnTo>
                  <a:pt x="58343" y="25706"/>
                </a:lnTo>
                <a:lnTo>
                  <a:pt x="0" y="2570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63" name="Text Phrymaceae">
            <a:extLst xmlns:a="http://schemas.openxmlformats.org/drawingml/2006/main">
              <a:ext uri="{FF2B5EF4-FFF2-40B4-BE49-F238E27FC236}">
                <a16:creationId xmlns:a16="http://schemas.microsoft.com/office/drawing/2014/main" id="{5E2709C1-3C23-4143-843E-11A77ED22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5161" y="1081683"/>
            <a:ext cx="56640" cy="9080"/>
          </a:xfrm>
          <a:custGeom xmlns:a="http://schemas.openxmlformats.org/drawingml/2006/main">
            <a:pathLst>
              <a:path w="56640" h="9080">
                <a:moveTo>
                  <a:pt x="4494" y="2381"/>
                </a:moveTo>
                <a:cubicBezTo>
                  <a:pt x="4494" y="2685"/>
                  <a:pt x="4441" y="2968"/>
                  <a:pt x="4335" y="3227"/>
                </a:cubicBezTo>
                <a:cubicBezTo>
                  <a:pt x="4229" y="3487"/>
                  <a:pt x="4080" y="3713"/>
                  <a:pt x="3890" y="3903"/>
                </a:cubicBezTo>
                <a:cubicBezTo>
                  <a:pt x="3653" y="4140"/>
                  <a:pt x="3373" y="4318"/>
                  <a:pt x="3050" y="4436"/>
                </a:cubicBezTo>
                <a:cubicBezTo>
                  <a:pt x="2727" y="4555"/>
                  <a:pt x="2319" y="4614"/>
                  <a:pt x="1827" y="4614"/>
                </a:cubicBezTo>
                <a:lnTo>
                  <a:pt x="914" y="4614"/>
                </a:lnTo>
                <a:lnTo>
                  <a:pt x="914" y="7179"/>
                </a:lnTo>
                <a:lnTo>
                  <a:pt x="0" y="7179"/>
                </a:lnTo>
                <a:lnTo>
                  <a:pt x="0" y="305"/>
                </a:lnTo>
                <a:lnTo>
                  <a:pt x="1864" y="305"/>
                </a:lnTo>
                <a:cubicBezTo>
                  <a:pt x="2276" y="305"/>
                  <a:pt x="2625" y="339"/>
                  <a:pt x="2911" y="408"/>
                </a:cubicBezTo>
                <a:cubicBezTo>
                  <a:pt x="3197" y="478"/>
                  <a:pt x="3451" y="586"/>
                  <a:pt x="3673" y="734"/>
                </a:cubicBezTo>
                <a:cubicBezTo>
                  <a:pt x="3934" y="909"/>
                  <a:pt x="4136" y="1127"/>
                  <a:pt x="4279" y="1389"/>
                </a:cubicBezTo>
                <a:cubicBezTo>
                  <a:pt x="4422" y="1650"/>
                  <a:pt x="4494" y="1981"/>
                  <a:pt x="4494" y="2381"/>
                </a:cubicBezTo>
                <a:moveTo>
                  <a:pt x="3543" y="2402"/>
                </a:moveTo>
                <a:cubicBezTo>
                  <a:pt x="3543" y="2167"/>
                  <a:pt x="3502" y="1963"/>
                  <a:pt x="3419" y="1789"/>
                </a:cubicBezTo>
                <a:cubicBezTo>
                  <a:pt x="3336" y="1615"/>
                  <a:pt x="3210" y="1473"/>
                  <a:pt x="3041" y="1363"/>
                </a:cubicBezTo>
                <a:cubicBezTo>
                  <a:pt x="2893" y="1269"/>
                  <a:pt x="2725" y="1201"/>
                  <a:pt x="2535" y="1160"/>
                </a:cubicBezTo>
                <a:cubicBezTo>
                  <a:pt x="2346" y="1119"/>
                  <a:pt x="2107" y="1098"/>
                  <a:pt x="1818" y="1098"/>
                </a:cubicBezTo>
                <a:lnTo>
                  <a:pt x="914" y="1098"/>
                </a:lnTo>
                <a:lnTo>
                  <a:pt x="914" y="3820"/>
                </a:lnTo>
                <a:lnTo>
                  <a:pt x="1684" y="3820"/>
                </a:lnTo>
                <a:cubicBezTo>
                  <a:pt x="2053" y="3820"/>
                  <a:pt x="2353" y="3788"/>
                  <a:pt x="2584" y="3722"/>
                </a:cubicBezTo>
                <a:cubicBezTo>
                  <a:pt x="2814" y="3656"/>
                  <a:pt x="3002" y="3552"/>
                  <a:pt x="3147" y="3409"/>
                </a:cubicBezTo>
                <a:cubicBezTo>
                  <a:pt x="3291" y="3262"/>
                  <a:pt x="3394" y="3108"/>
                  <a:pt x="3454" y="2947"/>
                </a:cubicBezTo>
                <a:cubicBezTo>
                  <a:pt x="3513" y="2785"/>
                  <a:pt x="3543" y="2603"/>
                  <a:pt x="3543" y="2402"/>
                </a:cubicBezTo>
                <a:close/>
                <a:moveTo>
                  <a:pt x="9938" y="7179"/>
                </a:moveTo>
                <a:lnTo>
                  <a:pt x="9071" y="7179"/>
                </a:lnTo>
                <a:lnTo>
                  <a:pt x="9071" y="4242"/>
                </a:lnTo>
                <a:cubicBezTo>
                  <a:pt x="9071" y="4005"/>
                  <a:pt x="9057" y="3782"/>
                  <a:pt x="9029" y="3574"/>
                </a:cubicBezTo>
                <a:cubicBezTo>
                  <a:pt x="9002" y="3367"/>
                  <a:pt x="8951" y="3204"/>
                  <a:pt x="8877" y="3087"/>
                </a:cubicBezTo>
                <a:cubicBezTo>
                  <a:pt x="8800" y="2958"/>
                  <a:pt x="8689" y="2862"/>
                  <a:pt x="8545" y="2798"/>
                </a:cubicBezTo>
                <a:cubicBezTo>
                  <a:pt x="8400" y="2735"/>
                  <a:pt x="8213" y="2704"/>
                  <a:pt x="7982" y="2704"/>
                </a:cubicBezTo>
                <a:cubicBezTo>
                  <a:pt x="7745" y="2704"/>
                  <a:pt x="7498" y="2762"/>
                  <a:pt x="7239" y="2879"/>
                </a:cubicBezTo>
                <a:cubicBezTo>
                  <a:pt x="6981" y="2996"/>
                  <a:pt x="6733" y="3146"/>
                  <a:pt x="6496" y="3327"/>
                </a:cubicBezTo>
                <a:lnTo>
                  <a:pt x="6496" y="7179"/>
                </a:lnTo>
                <a:lnTo>
                  <a:pt x="5629" y="7179"/>
                </a:lnTo>
                <a:lnTo>
                  <a:pt x="5629" y="0"/>
                </a:lnTo>
                <a:lnTo>
                  <a:pt x="6496" y="0"/>
                </a:lnTo>
                <a:lnTo>
                  <a:pt x="6496" y="2590"/>
                </a:lnTo>
                <a:cubicBezTo>
                  <a:pt x="6767" y="2365"/>
                  <a:pt x="7047" y="2189"/>
                  <a:pt x="7336" y="2063"/>
                </a:cubicBezTo>
                <a:cubicBezTo>
                  <a:pt x="7625" y="1936"/>
                  <a:pt x="7922" y="1873"/>
                  <a:pt x="8227" y="1873"/>
                </a:cubicBezTo>
                <a:cubicBezTo>
                  <a:pt x="8783" y="1873"/>
                  <a:pt x="9208" y="2041"/>
                  <a:pt x="9500" y="2377"/>
                </a:cubicBezTo>
                <a:cubicBezTo>
                  <a:pt x="9792" y="2713"/>
                  <a:pt x="9938" y="3197"/>
                  <a:pt x="9938" y="3828"/>
                </a:cubicBezTo>
                <a:lnTo>
                  <a:pt x="9938" y="7179"/>
                </a:lnTo>
                <a:close/>
                <a:moveTo>
                  <a:pt x="14824" y="2962"/>
                </a:moveTo>
                <a:lnTo>
                  <a:pt x="14778" y="2962"/>
                </a:lnTo>
                <a:cubicBezTo>
                  <a:pt x="14649" y="2933"/>
                  <a:pt x="14524" y="2912"/>
                  <a:pt x="14402" y="2899"/>
                </a:cubicBezTo>
                <a:cubicBezTo>
                  <a:pt x="14281" y="2886"/>
                  <a:pt x="14137" y="2879"/>
                  <a:pt x="13971" y="2879"/>
                </a:cubicBezTo>
                <a:cubicBezTo>
                  <a:pt x="13703" y="2879"/>
                  <a:pt x="13445" y="2938"/>
                  <a:pt x="13196" y="3057"/>
                </a:cubicBezTo>
                <a:cubicBezTo>
                  <a:pt x="12947" y="3176"/>
                  <a:pt x="12707" y="3329"/>
                  <a:pt x="12476" y="3517"/>
                </a:cubicBezTo>
                <a:lnTo>
                  <a:pt x="12476" y="7179"/>
                </a:lnTo>
                <a:lnTo>
                  <a:pt x="11609" y="7179"/>
                </a:lnTo>
                <a:lnTo>
                  <a:pt x="11609" y="2021"/>
                </a:lnTo>
                <a:lnTo>
                  <a:pt x="12476" y="2021"/>
                </a:lnTo>
                <a:lnTo>
                  <a:pt x="12476" y="2783"/>
                </a:lnTo>
                <a:cubicBezTo>
                  <a:pt x="12820" y="2506"/>
                  <a:pt x="13124" y="2310"/>
                  <a:pt x="13387" y="2194"/>
                </a:cubicBezTo>
                <a:cubicBezTo>
                  <a:pt x="13650" y="2079"/>
                  <a:pt x="13919" y="2021"/>
                  <a:pt x="14192" y="2021"/>
                </a:cubicBezTo>
                <a:cubicBezTo>
                  <a:pt x="14343" y="2021"/>
                  <a:pt x="14452" y="2025"/>
                  <a:pt x="14520" y="2032"/>
                </a:cubicBezTo>
                <a:cubicBezTo>
                  <a:pt x="14588" y="2040"/>
                  <a:pt x="14689" y="2055"/>
                  <a:pt x="14824" y="2076"/>
                </a:cubicBezTo>
                <a:lnTo>
                  <a:pt x="14824" y="2962"/>
                </a:lnTo>
                <a:close/>
                <a:moveTo>
                  <a:pt x="20098" y="2021"/>
                </a:moveTo>
                <a:lnTo>
                  <a:pt x="17090" y="9080"/>
                </a:lnTo>
                <a:lnTo>
                  <a:pt x="16162" y="9080"/>
                </a:lnTo>
                <a:lnTo>
                  <a:pt x="17122" y="6929"/>
                </a:lnTo>
                <a:lnTo>
                  <a:pt x="15069" y="2021"/>
                </a:lnTo>
                <a:lnTo>
                  <a:pt x="16010" y="2021"/>
                </a:lnTo>
                <a:lnTo>
                  <a:pt x="17592" y="5841"/>
                </a:lnTo>
                <a:lnTo>
                  <a:pt x="19189" y="2021"/>
                </a:lnTo>
                <a:lnTo>
                  <a:pt x="20098" y="2021"/>
                </a:lnTo>
                <a:close/>
                <a:moveTo>
                  <a:pt x="28754" y="7179"/>
                </a:moveTo>
                <a:lnTo>
                  <a:pt x="27886" y="7179"/>
                </a:lnTo>
                <a:lnTo>
                  <a:pt x="27886" y="4242"/>
                </a:lnTo>
                <a:cubicBezTo>
                  <a:pt x="27886" y="4020"/>
                  <a:pt x="27876" y="3806"/>
                  <a:pt x="27856" y="3600"/>
                </a:cubicBezTo>
                <a:cubicBezTo>
                  <a:pt x="27836" y="3393"/>
                  <a:pt x="27794" y="3229"/>
                  <a:pt x="27729" y="3106"/>
                </a:cubicBezTo>
                <a:cubicBezTo>
                  <a:pt x="27659" y="2973"/>
                  <a:pt x="27557" y="2873"/>
                  <a:pt x="27425" y="2805"/>
                </a:cubicBezTo>
                <a:cubicBezTo>
                  <a:pt x="27292" y="2738"/>
                  <a:pt x="27102" y="2704"/>
                  <a:pt x="26853" y="2704"/>
                </a:cubicBezTo>
                <a:cubicBezTo>
                  <a:pt x="26610" y="2704"/>
                  <a:pt x="26367" y="2765"/>
                  <a:pt x="26124" y="2886"/>
                </a:cubicBezTo>
                <a:cubicBezTo>
                  <a:pt x="25881" y="3008"/>
                  <a:pt x="25638" y="3163"/>
                  <a:pt x="25395" y="3350"/>
                </a:cubicBezTo>
                <a:cubicBezTo>
                  <a:pt x="25404" y="3421"/>
                  <a:pt x="25412" y="3503"/>
                  <a:pt x="25418" y="3597"/>
                </a:cubicBezTo>
                <a:cubicBezTo>
                  <a:pt x="25424" y="3691"/>
                  <a:pt x="25427" y="3784"/>
                  <a:pt x="25427" y="3877"/>
                </a:cubicBezTo>
                <a:lnTo>
                  <a:pt x="25427" y="7179"/>
                </a:lnTo>
                <a:lnTo>
                  <a:pt x="24560" y="7179"/>
                </a:lnTo>
                <a:lnTo>
                  <a:pt x="24560" y="4242"/>
                </a:lnTo>
                <a:cubicBezTo>
                  <a:pt x="24560" y="4014"/>
                  <a:pt x="24550" y="3798"/>
                  <a:pt x="24530" y="3593"/>
                </a:cubicBezTo>
                <a:cubicBezTo>
                  <a:pt x="24510" y="3388"/>
                  <a:pt x="24467" y="3224"/>
                  <a:pt x="24403" y="3101"/>
                </a:cubicBezTo>
                <a:cubicBezTo>
                  <a:pt x="24332" y="2969"/>
                  <a:pt x="24230" y="2869"/>
                  <a:pt x="24098" y="2803"/>
                </a:cubicBezTo>
                <a:cubicBezTo>
                  <a:pt x="23966" y="2737"/>
                  <a:pt x="23775" y="2704"/>
                  <a:pt x="23526" y="2704"/>
                </a:cubicBezTo>
                <a:cubicBezTo>
                  <a:pt x="23289" y="2704"/>
                  <a:pt x="23052" y="2762"/>
                  <a:pt x="22813" y="2879"/>
                </a:cubicBezTo>
                <a:cubicBezTo>
                  <a:pt x="22575" y="2996"/>
                  <a:pt x="22337" y="3146"/>
                  <a:pt x="22100" y="3327"/>
                </a:cubicBezTo>
                <a:lnTo>
                  <a:pt x="22100" y="7179"/>
                </a:lnTo>
                <a:lnTo>
                  <a:pt x="21233" y="7179"/>
                </a:lnTo>
                <a:lnTo>
                  <a:pt x="21233" y="2021"/>
                </a:lnTo>
                <a:lnTo>
                  <a:pt x="22100" y="2021"/>
                </a:lnTo>
                <a:lnTo>
                  <a:pt x="22100" y="2594"/>
                </a:lnTo>
                <a:cubicBezTo>
                  <a:pt x="22371" y="2367"/>
                  <a:pt x="22641" y="2191"/>
                  <a:pt x="22910" y="2064"/>
                </a:cubicBezTo>
                <a:cubicBezTo>
                  <a:pt x="23179" y="1937"/>
                  <a:pt x="23466" y="1873"/>
                  <a:pt x="23771" y="1873"/>
                </a:cubicBezTo>
                <a:cubicBezTo>
                  <a:pt x="24121" y="1873"/>
                  <a:pt x="24419" y="1948"/>
                  <a:pt x="24663" y="2096"/>
                </a:cubicBezTo>
                <a:cubicBezTo>
                  <a:pt x="24908" y="2245"/>
                  <a:pt x="25090" y="2450"/>
                  <a:pt x="25210" y="2714"/>
                </a:cubicBezTo>
                <a:cubicBezTo>
                  <a:pt x="25561" y="2416"/>
                  <a:pt x="25881" y="2202"/>
                  <a:pt x="26170" y="2071"/>
                </a:cubicBezTo>
                <a:cubicBezTo>
                  <a:pt x="26459" y="1939"/>
                  <a:pt x="26768" y="1873"/>
                  <a:pt x="27097" y="1873"/>
                </a:cubicBezTo>
                <a:cubicBezTo>
                  <a:pt x="27663" y="1873"/>
                  <a:pt x="28081" y="2045"/>
                  <a:pt x="28350" y="2389"/>
                </a:cubicBezTo>
                <a:cubicBezTo>
                  <a:pt x="28619" y="2732"/>
                  <a:pt x="28754" y="3212"/>
                  <a:pt x="28754" y="3828"/>
                </a:cubicBezTo>
                <a:lnTo>
                  <a:pt x="28754" y="7179"/>
                </a:lnTo>
                <a:close/>
                <a:moveTo>
                  <a:pt x="34429" y="7179"/>
                </a:moveTo>
                <a:lnTo>
                  <a:pt x="33566" y="7179"/>
                </a:lnTo>
                <a:lnTo>
                  <a:pt x="33566" y="6634"/>
                </a:lnTo>
                <a:cubicBezTo>
                  <a:pt x="33489" y="6686"/>
                  <a:pt x="33385" y="6759"/>
                  <a:pt x="33254" y="6853"/>
                </a:cubicBezTo>
                <a:cubicBezTo>
                  <a:pt x="33124" y="6947"/>
                  <a:pt x="32997" y="7022"/>
                  <a:pt x="32874" y="7077"/>
                </a:cubicBezTo>
                <a:cubicBezTo>
                  <a:pt x="32729" y="7148"/>
                  <a:pt x="32563" y="7208"/>
                  <a:pt x="32375" y="7255"/>
                </a:cubicBezTo>
                <a:cubicBezTo>
                  <a:pt x="32188" y="7303"/>
                  <a:pt x="31968" y="7327"/>
                  <a:pt x="31716" y="7327"/>
                </a:cubicBezTo>
                <a:cubicBezTo>
                  <a:pt x="31251" y="7327"/>
                  <a:pt x="30857" y="7173"/>
                  <a:pt x="30534" y="6865"/>
                </a:cubicBezTo>
                <a:cubicBezTo>
                  <a:pt x="30212" y="6557"/>
                  <a:pt x="30050" y="6164"/>
                  <a:pt x="30050" y="5687"/>
                </a:cubicBezTo>
                <a:cubicBezTo>
                  <a:pt x="30050" y="5296"/>
                  <a:pt x="30134" y="4979"/>
                  <a:pt x="30301" y="4737"/>
                </a:cubicBezTo>
                <a:cubicBezTo>
                  <a:pt x="30469" y="4496"/>
                  <a:pt x="30708" y="4305"/>
                  <a:pt x="31019" y="4167"/>
                </a:cubicBezTo>
                <a:cubicBezTo>
                  <a:pt x="31333" y="4028"/>
                  <a:pt x="31709" y="3934"/>
                  <a:pt x="32149" y="3885"/>
                </a:cubicBezTo>
                <a:cubicBezTo>
                  <a:pt x="32589" y="3836"/>
                  <a:pt x="33061" y="3799"/>
                  <a:pt x="33566" y="3774"/>
                </a:cubicBezTo>
                <a:lnTo>
                  <a:pt x="33566" y="3639"/>
                </a:lnTo>
                <a:cubicBezTo>
                  <a:pt x="33566" y="3441"/>
                  <a:pt x="33531" y="3276"/>
                  <a:pt x="33462" y="3146"/>
                </a:cubicBezTo>
                <a:cubicBezTo>
                  <a:pt x="33393" y="3016"/>
                  <a:pt x="33294" y="2913"/>
                  <a:pt x="33164" y="2839"/>
                </a:cubicBezTo>
                <a:cubicBezTo>
                  <a:pt x="33041" y="2768"/>
                  <a:pt x="32894" y="2720"/>
                  <a:pt x="32721" y="2695"/>
                </a:cubicBezTo>
                <a:cubicBezTo>
                  <a:pt x="32549" y="2670"/>
                  <a:pt x="32369" y="2658"/>
                  <a:pt x="32182" y="2658"/>
                </a:cubicBezTo>
                <a:cubicBezTo>
                  <a:pt x="31954" y="2658"/>
                  <a:pt x="31700" y="2688"/>
                  <a:pt x="31420" y="2750"/>
                </a:cubicBezTo>
                <a:cubicBezTo>
                  <a:pt x="31140" y="2812"/>
                  <a:pt x="30851" y="2901"/>
                  <a:pt x="30553" y="3017"/>
                </a:cubicBezTo>
                <a:lnTo>
                  <a:pt x="30507" y="3017"/>
                </a:lnTo>
                <a:lnTo>
                  <a:pt x="30507" y="2136"/>
                </a:lnTo>
                <a:cubicBezTo>
                  <a:pt x="30676" y="2090"/>
                  <a:pt x="30921" y="2039"/>
                  <a:pt x="31240" y="1984"/>
                </a:cubicBezTo>
                <a:cubicBezTo>
                  <a:pt x="31560" y="1929"/>
                  <a:pt x="31876" y="1901"/>
                  <a:pt x="32186" y="1901"/>
                </a:cubicBezTo>
                <a:cubicBezTo>
                  <a:pt x="32549" y="1901"/>
                  <a:pt x="32865" y="1931"/>
                  <a:pt x="33134" y="1991"/>
                </a:cubicBezTo>
                <a:cubicBezTo>
                  <a:pt x="33404" y="2051"/>
                  <a:pt x="33637" y="2153"/>
                  <a:pt x="33833" y="2298"/>
                </a:cubicBezTo>
                <a:cubicBezTo>
                  <a:pt x="34027" y="2439"/>
                  <a:pt x="34175" y="2622"/>
                  <a:pt x="34276" y="2847"/>
                </a:cubicBezTo>
                <a:cubicBezTo>
                  <a:pt x="34378" y="3071"/>
                  <a:pt x="34429" y="3350"/>
                  <a:pt x="34429" y="3682"/>
                </a:cubicBezTo>
                <a:lnTo>
                  <a:pt x="34429" y="7179"/>
                </a:lnTo>
                <a:moveTo>
                  <a:pt x="33566" y="5917"/>
                </a:moveTo>
                <a:lnTo>
                  <a:pt x="33566" y="4475"/>
                </a:lnTo>
                <a:cubicBezTo>
                  <a:pt x="33301" y="4491"/>
                  <a:pt x="32990" y="4514"/>
                  <a:pt x="32632" y="4545"/>
                </a:cubicBezTo>
                <a:cubicBezTo>
                  <a:pt x="32273" y="4576"/>
                  <a:pt x="31989" y="4621"/>
                  <a:pt x="31780" y="4679"/>
                </a:cubicBezTo>
                <a:cubicBezTo>
                  <a:pt x="31531" y="4751"/>
                  <a:pt x="31330" y="4861"/>
                  <a:pt x="31176" y="5011"/>
                </a:cubicBezTo>
                <a:cubicBezTo>
                  <a:pt x="31022" y="5161"/>
                  <a:pt x="30945" y="5367"/>
                  <a:pt x="30945" y="5630"/>
                </a:cubicBezTo>
                <a:cubicBezTo>
                  <a:pt x="30945" y="5926"/>
                  <a:pt x="31034" y="6149"/>
                  <a:pt x="31213" y="6299"/>
                </a:cubicBezTo>
                <a:cubicBezTo>
                  <a:pt x="31391" y="6449"/>
                  <a:pt x="31663" y="6524"/>
                  <a:pt x="32029" y="6524"/>
                </a:cubicBezTo>
                <a:cubicBezTo>
                  <a:pt x="32334" y="6524"/>
                  <a:pt x="32612" y="6465"/>
                  <a:pt x="32865" y="6346"/>
                </a:cubicBezTo>
                <a:cubicBezTo>
                  <a:pt x="33117" y="6227"/>
                  <a:pt x="33351" y="6084"/>
                  <a:pt x="33566" y="5917"/>
                </a:cubicBezTo>
                <a:close/>
                <a:moveTo>
                  <a:pt x="39910" y="6861"/>
                </a:moveTo>
                <a:cubicBezTo>
                  <a:pt x="39620" y="6999"/>
                  <a:pt x="39346" y="7107"/>
                  <a:pt x="39086" y="7184"/>
                </a:cubicBezTo>
                <a:cubicBezTo>
                  <a:pt x="38826" y="7261"/>
                  <a:pt x="38550" y="7299"/>
                  <a:pt x="38258" y="7299"/>
                </a:cubicBezTo>
                <a:cubicBezTo>
                  <a:pt x="37886" y="7299"/>
                  <a:pt x="37544" y="7245"/>
                  <a:pt x="37233" y="7135"/>
                </a:cubicBezTo>
                <a:cubicBezTo>
                  <a:pt x="36923" y="7026"/>
                  <a:pt x="36657" y="6860"/>
                  <a:pt x="36435" y="6638"/>
                </a:cubicBezTo>
                <a:cubicBezTo>
                  <a:pt x="36211" y="6416"/>
                  <a:pt x="36037" y="6136"/>
                  <a:pt x="35914" y="5797"/>
                </a:cubicBezTo>
                <a:cubicBezTo>
                  <a:pt x="35791" y="5458"/>
                  <a:pt x="35729" y="5062"/>
                  <a:pt x="35729" y="4609"/>
                </a:cubicBezTo>
                <a:cubicBezTo>
                  <a:pt x="35729" y="3765"/>
                  <a:pt x="35961" y="3103"/>
                  <a:pt x="36424" y="2622"/>
                </a:cubicBezTo>
                <a:cubicBezTo>
                  <a:pt x="36887" y="2141"/>
                  <a:pt x="37498" y="1901"/>
                  <a:pt x="38258" y="1901"/>
                </a:cubicBezTo>
                <a:cubicBezTo>
                  <a:pt x="38553" y="1901"/>
                  <a:pt x="38843" y="1942"/>
                  <a:pt x="39127" y="2026"/>
                </a:cubicBezTo>
                <a:cubicBezTo>
                  <a:pt x="39412" y="2109"/>
                  <a:pt x="39673" y="2210"/>
                  <a:pt x="39910" y="2330"/>
                </a:cubicBezTo>
                <a:lnTo>
                  <a:pt x="39910" y="3294"/>
                </a:lnTo>
                <a:lnTo>
                  <a:pt x="39863" y="3294"/>
                </a:lnTo>
                <a:cubicBezTo>
                  <a:pt x="39599" y="3090"/>
                  <a:pt x="39326" y="2932"/>
                  <a:pt x="39044" y="2823"/>
                </a:cubicBezTo>
                <a:cubicBezTo>
                  <a:pt x="38763" y="2713"/>
                  <a:pt x="38488" y="2658"/>
                  <a:pt x="38221" y="2658"/>
                </a:cubicBezTo>
                <a:cubicBezTo>
                  <a:pt x="37729" y="2658"/>
                  <a:pt x="37340" y="2823"/>
                  <a:pt x="37056" y="3154"/>
                </a:cubicBezTo>
                <a:cubicBezTo>
                  <a:pt x="36771" y="3484"/>
                  <a:pt x="36629" y="3970"/>
                  <a:pt x="36629" y="4609"/>
                </a:cubicBezTo>
                <a:cubicBezTo>
                  <a:pt x="36629" y="5231"/>
                  <a:pt x="36768" y="5708"/>
                  <a:pt x="37047" y="6042"/>
                </a:cubicBezTo>
                <a:cubicBezTo>
                  <a:pt x="37325" y="6376"/>
                  <a:pt x="37716" y="6543"/>
                  <a:pt x="38221" y="6543"/>
                </a:cubicBezTo>
                <a:cubicBezTo>
                  <a:pt x="38396" y="6543"/>
                  <a:pt x="38575" y="6520"/>
                  <a:pt x="38756" y="6474"/>
                </a:cubicBezTo>
                <a:cubicBezTo>
                  <a:pt x="38938" y="6428"/>
                  <a:pt x="39101" y="6368"/>
                  <a:pt x="39245" y="6295"/>
                </a:cubicBezTo>
                <a:cubicBezTo>
                  <a:pt x="39371" y="6231"/>
                  <a:pt x="39490" y="6163"/>
                  <a:pt x="39600" y="6091"/>
                </a:cubicBezTo>
                <a:cubicBezTo>
                  <a:pt x="39711" y="6020"/>
                  <a:pt x="39799" y="5958"/>
                  <a:pt x="39863" y="5906"/>
                </a:cubicBezTo>
                <a:lnTo>
                  <a:pt x="39910" y="5906"/>
                </a:lnTo>
                <a:lnTo>
                  <a:pt x="39910" y="6861"/>
                </a:lnTo>
                <a:close/>
                <a:moveTo>
                  <a:pt x="45336" y="4688"/>
                </a:moveTo>
                <a:lnTo>
                  <a:pt x="41538" y="4688"/>
                </a:lnTo>
                <a:cubicBezTo>
                  <a:pt x="41538" y="5005"/>
                  <a:pt x="41586" y="5282"/>
                  <a:pt x="41681" y="5518"/>
                </a:cubicBezTo>
                <a:cubicBezTo>
                  <a:pt x="41777" y="5754"/>
                  <a:pt x="41908" y="5947"/>
                  <a:pt x="42074" y="6098"/>
                </a:cubicBezTo>
                <a:cubicBezTo>
                  <a:pt x="42234" y="6246"/>
                  <a:pt x="42424" y="6357"/>
                  <a:pt x="42643" y="6432"/>
                </a:cubicBezTo>
                <a:cubicBezTo>
                  <a:pt x="42863" y="6506"/>
                  <a:pt x="43106" y="6543"/>
                  <a:pt x="43370" y="6543"/>
                </a:cubicBezTo>
                <a:cubicBezTo>
                  <a:pt x="43721" y="6543"/>
                  <a:pt x="44074" y="6472"/>
                  <a:pt x="44429" y="6331"/>
                </a:cubicBezTo>
                <a:cubicBezTo>
                  <a:pt x="44784" y="6190"/>
                  <a:pt x="45037" y="6051"/>
                  <a:pt x="45188" y="5915"/>
                </a:cubicBezTo>
                <a:lnTo>
                  <a:pt x="45234" y="5915"/>
                </a:lnTo>
                <a:lnTo>
                  <a:pt x="45234" y="6864"/>
                </a:lnTo>
                <a:cubicBezTo>
                  <a:pt x="44942" y="6987"/>
                  <a:pt x="44644" y="7091"/>
                  <a:pt x="44339" y="7174"/>
                </a:cubicBezTo>
                <a:cubicBezTo>
                  <a:pt x="44035" y="7258"/>
                  <a:pt x="43715" y="7299"/>
                  <a:pt x="43379" y="7299"/>
                </a:cubicBezTo>
                <a:cubicBezTo>
                  <a:pt x="42524" y="7299"/>
                  <a:pt x="41857" y="7067"/>
                  <a:pt x="41377" y="6604"/>
                </a:cubicBezTo>
                <a:cubicBezTo>
                  <a:pt x="40897" y="6140"/>
                  <a:pt x="40657" y="5481"/>
                  <a:pt x="40657" y="4628"/>
                </a:cubicBezTo>
                <a:cubicBezTo>
                  <a:pt x="40657" y="3784"/>
                  <a:pt x="40887" y="3113"/>
                  <a:pt x="41347" y="2617"/>
                </a:cubicBezTo>
                <a:cubicBezTo>
                  <a:pt x="41807" y="2121"/>
                  <a:pt x="42412" y="1873"/>
                  <a:pt x="43162" y="1873"/>
                </a:cubicBezTo>
                <a:cubicBezTo>
                  <a:pt x="43858" y="1873"/>
                  <a:pt x="44394" y="2077"/>
                  <a:pt x="44770" y="2483"/>
                </a:cubicBezTo>
                <a:cubicBezTo>
                  <a:pt x="45147" y="2890"/>
                  <a:pt x="45336" y="3468"/>
                  <a:pt x="45336" y="4216"/>
                </a:cubicBezTo>
                <a:lnTo>
                  <a:pt x="45336" y="4688"/>
                </a:lnTo>
                <a:moveTo>
                  <a:pt x="44491" y="4023"/>
                </a:moveTo>
                <a:cubicBezTo>
                  <a:pt x="44488" y="3568"/>
                  <a:pt x="44374" y="3216"/>
                  <a:pt x="44148" y="2967"/>
                </a:cubicBezTo>
                <a:cubicBezTo>
                  <a:pt x="43921" y="2718"/>
                  <a:pt x="43578" y="2593"/>
                  <a:pt x="43116" y="2593"/>
                </a:cubicBezTo>
                <a:cubicBezTo>
                  <a:pt x="42652" y="2593"/>
                  <a:pt x="42282" y="2730"/>
                  <a:pt x="42007" y="3004"/>
                </a:cubicBezTo>
                <a:cubicBezTo>
                  <a:pt x="41731" y="3277"/>
                  <a:pt x="41575" y="3617"/>
                  <a:pt x="41538" y="4023"/>
                </a:cubicBezTo>
                <a:lnTo>
                  <a:pt x="44491" y="4023"/>
                </a:lnTo>
                <a:close/>
                <a:moveTo>
                  <a:pt x="50656" y="7179"/>
                </a:moveTo>
                <a:lnTo>
                  <a:pt x="49793" y="7179"/>
                </a:lnTo>
                <a:lnTo>
                  <a:pt x="49793" y="6634"/>
                </a:lnTo>
                <a:cubicBezTo>
                  <a:pt x="49716" y="6686"/>
                  <a:pt x="49612" y="6759"/>
                  <a:pt x="49481" y="6853"/>
                </a:cubicBezTo>
                <a:cubicBezTo>
                  <a:pt x="49351" y="6947"/>
                  <a:pt x="49224" y="7022"/>
                  <a:pt x="49101" y="7077"/>
                </a:cubicBezTo>
                <a:cubicBezTo>
                  <a:pt x="48956" y="7148"/>
                  <a:pt x="48790" y="7208"/>
                  <a:pt x="48602" y="7255"/>
                </a:cubicBezTo>
                <a:cubicBezTo>
                  <a:pt x="48415" y="7303"/>
                  <a:pt x="48195" y="7327"/>
                  <a:pt x="47943" y="7327"/>
                </a:cubicBezTo>
                <a:cubicBezTo>
                  <a:pt x="47478" y="7327"/>
                  <a:pt x="47084" y="7173"/>
                  <a:pt x="46761" y="6865"/>
                </a:cubicBezTo>
                <a:cubicBezTo>
                  <a:pt x="46438" y="6557"/>
                  <a:pt x="46277" y="6164"/>
                  <a:pt x="46277" y="5687"/>
                </a:cubicBezTo>
                <a:cubicBezTo>
                  <a:pt x="46277" y="5296"/>
                  <a:pt x="46361" y="4979"/>
                  <a:pt x="46528" y="4737"/>
                </a:cubicBezTo>
                <a:cubicBezTo>
                  <a:pt x="46696" y="4496"/>
                  <a:pt x="46935" y="4305"/>
                  <a:pt x="47246" y="4167"/>
                </a:cubicBezTo>
                <a:cubicBezTo>
                  <a:pt x="47560" y="4028"/>
                  <a:pt x="47936" y="3934"/>
                  <a:pt x="48376" y="3885"/>
                </a:cubicBezTo>
                <a:cubicBezTo>
                  <a:pt x="48816" y="3836"/>
                  <a:pt x="49288" y="3799"/>
                  <a:pt x="49793" y="3774"/>
                </a:cubicBezTo>
                <a:lnTo>
                  <a:pt x="49793" y="3639"/>
                </a:lnTo>
                <a:cubicBezTo>
                  <a:pt x="49793" y="3441"/>
                  <a:pt x="49758" y="3276"/>
                  <a:pt x="49689" y="3146"/>
                </a:cubicBezTo>
                <a:cubicBezTo>
                  <a:pt x="49620" y="3016"/>
                  <a:pt x="49520" y="2913"/>
                  <a:pt x="49391" y="2839"/>
                </a:cubicBezTo>
                <a:cubicBezTo>
                  <a:pt x="49268" y="2768"/>
                  <a:pt x="49121" y="2720"/>
                  <a:pt x="48948" y="2695"/>
                </a:cubicBezTo>
                <a:cubicBezTo>
                  <a:pt x="48776" y="2670"/>
                  <a:pt x="48596" y="2658"/>
                  <a:pt x="48409" y="2658"/>
                </a:cubicBezTo>
                <a:cubicBezTo>
                  <a:pt x="48181" y="2658"/>
                  <a:pt x="47927" y="2688"/>
                  <a:pt x="47647" y="2750"/>
                </a:cubicBezTo>
                <a:cubicBezTo>
                  <a:pt x="47367" y="2812"/>
                  <a:pt x="47078" y="2901"/>
                  <a:pt x="46780" y="3017"/>
                </a:cubicBezTo>
                <a:lnTo>
                  <a:pt x="46734" y="3017"/>
                </a:lnTo>
                <a:lnTo>
                  <a:pt x="46734" y="2136"/>
                </a:lnTo>
                <a:cubicBezTo>
                  <a:pt x="46903" y="2090"/>
                  <a:pt x="47147" y="2039"/>
                  <a:pt x="47467" y="1984"/>
                </a:cubicBezTo>
                <a:cubicBezTo>
                  <a:pt x="47787" y="1929"/>
                  <a:pt x="48102" y="1901"/>
                  <a:pt x="48413" y="1901"/>
                </a:cubicBezTo>
                <a:cubicBezTo>
                  <a:pt x="48776" y="1901"/>
                  <a:pt x="49092" y="1931"/>
                  <a:pt x="49361" y="1991"/>
                </a:cubicBezTo>
                <a:cubicBezTo>
                  <a:pt x="49630" y="2051"/>
                  <a:pt x="49863" y="2153"/>
                  <a:pt x="50060" y="2298"/>
                </a:cubicBezTo>
                <a:cubicBezTo>
                  <a:pt x="50254" y="2439"/>
                  <a:pt x="50402" y="2622"/>
                  <a:pt x="50503" y="2847"/>
                </a:cubicBezTo>
                <a:cubicBezTo>
                  <a:pt x="50605" y="3071"/>
                  <a:pt x="50656" y="3350"/>
                  <a:pt x="50656" y="3682"/>
                </a:cubicBezTo>
                <a:lnTo>
                  <a:pt x="50656" y="7179"/>
                </a:lnTo>
                <a:moveTo>
                  <a:pt x="49793" y="5917"/>
                </a:moveTo>
                <a:lnTo>
                  <a:pt x="49793" y="4475"/>
                </a:lnTo>
                <a:cubicBezTo>
                  <a:pt x="49528" y="4491"/>
                  <a:pt x="49217" y="4514"/>
                  <a:pt x="48858" y="4545"/>
                </a:cubicBezTo>
                <a:cubicBezTo>
                  <a:pt x="48500" y="4576"/>
                  <a:pt x="48216" y="4621"/>
                  <a:pt x="48007" y="4679"/>
                </a:cubicBezTo>
                <a:cubicBezTo>
                  <a:pt x="47758" y="4751"/>
                  <a:pt x="47556" y="4861"/>
                  <a:pt x="47403" y="5011"/>
                </a:cubicBezTo>
                <a:cubicBezTo>
                  <a:pt x="47249" y="5161"/>
                  <a:pt x="47172" y="5367"/>
                  <a:pt x="47172" y="5630"/>
                </a:cubicBezTo>
                <a:cubicBezTo>
                  <a:pt x="47172" y="5926"/>
                  <a:pt x="47261" y="6149"/>
                  <a:pt x="47440" y="6299"/>
                </a:cubicBezTo>
                <a:cubicBezTo>
                  <a:pt x="47618" y="6449"/>
                  <a:pt x="47890" y="6524"/>
                  <a:pt x="48256" y="6524"/>
                </a:cubicBezTo>
                <a:cubicBezTo>
                  <a:pt x="48561" y="6524"/>
                  <a:pt x="48839" y="6465"/>
                  <a:pt x="49091" y="6346"/>
                </a:cubicBezTo>
                <a:cubicBezTo>
                  <a:pt x="49344" y="6227"/>
                  <a:pt x="49577" y="6084"/>
                  <a:pt x="49793" y="5917"/>
                </a:cubicBezTo>
                <a:close/>
                <a:moveTo>
                  <a:pt x="56640" y="4688"/>
                </a:moveTo>
                <a:lnTo>
                  <a:pt x="52843" y="4688"/>
                </a:lnTo>
                <a:cubicBezTo>
                  <a:pt x="52843" y="5005"/>
                  <a:pt x="52890" y="5282"/>
                  <a:pt x="52986" y="5518"/>
                </a:cubicBezTo>
                <a:cubicBezTo>
                  <a:pt x="53081" y="5754"/>
                  <a:pt x="53212" y="5947"/>
                  <a:pt x="53378" y="6098"/>
                </a:cubicBezTo>
                <a:cubicBezTo>
                  <a:pt x="53538" y="6246"/>
                  <a:pt x="53728" y="6357"/>
                  <a:pt x="53948" y="6432"/>
                </a:cubicBezTo>
                <a:cubicBezTo>
                  <a:pt x="54168" y="6506"/>
                  <a:pt x="54410" y="6543"/>
                  <a:pt x="54674" y="6543"/>
                </a:cubicBezTo>
                <a:cubicBezTo>
                  <a:pt x="55025" y="6543"/>
                  <a:pt x="55378" y="6472"/>
                  <a:pt x="55733" y="6331"/>
                </a:cubicBezTo>
                <a:cubicBezTo>
                  <a:pt x="56089" y="6190"/>
                  <a:pt x="56342" y="6051"/>
                  <a:pt x="56492" y="5915"/>
                </a:cubicBezTo>
                <a:lnTo>
                  <a:pt x="56538" y="5915"/>
                </a:lnTo>
                <a:lnTo>
                  <a:pt x="56538" y="6864"/>
                </a:lnTo>
                <a:cubicBezTo>
                  <a:pt x="56246" y="6987"/>
                  <a:pt x="55948" y="7091"/>
                  <a:pt x="55643" y="7174"/>
                </a:cubicBezTo>
                <a:cubicBezTo>
                  <a:pt x="55339" y="7258"/>
                  <a:pt x="55019" y="7299"/>
                  <a:pt x="54684" y="7299"/>
                </a:cubicBezTo>
                <a:cubicBezTo>
                  <a:pt x="53829" y="7299"/>
                  <a:pt x="53161" y="7067"/>
                  <a:pt x="52681" y="6604"/>
                </a:cubicBezTo>
                <a:cubicBezTo>
                  <a:pt x="52201" y="6140"/>
                  <a:pt x="51961" y="5481"/>
                  <a:pt x="51961" y="4628"/>
                </a:cubicBezTo>
                <a:cubicBezTo>
                  <a:pt x="51961" y="3784"/>
                  <a:pt x="52191" y="3113"/>
                  <a:pt x="52651" y="2617"/>
                </a:cubicBezTo>
                <a:cubicBezTo>
                  <a:pt x="53111" y="2121"/>
                  <a:pt x="53716" y="1873"/>
                  <a:pt x="54467" y="1873"/>
                </a:cubicBezTo>
                <a:cubicBezTo>
                  <a:pt x="55162" y="1873"/>
                  <a:pt x="55698" y="2077"/>
                  <a:pt x="56075" y="2483"/>
                </a:cubicBezTo>
                <a:cubicBezTo>
                  <a:pt x="56452" y="2890"/>
                  <a:pt x="56640" y="3468"/>
                  <a:pt x="56640" y="4216"/>
                </a:cubicBezTo>
                <a:lnTo>
                  <a:pt x="56640" y="4688"/>
                </a:lnTo>
                <a:moveTo>
                  <a:pt x="55796" y="4023"/>
                </a:moveTo>
                <a:cubicBezTo>
                  <a:pt x="55792" y="3568"/>
                  <a:pt x="55678" y="3216"/>
                  <a:pt x="55452" y="2967"/>
                </a:cubicBezTo>
                <a:cubicBezTo>
                  <a:pt x="55226" y="2718"/>
                  <a:pt x="54882" y="2593"/>
                  <a:pt x="54421" y="2593"/>
                </a:cubicBezTo>
                <a:cubicBezTo>
                  <a:pt x="53956" y="2593"/>
                  <a:pt x="53586" y="2730"/>
                  <a:pt x="53311" y="3004"/>
                </a:cubicBezTo>
                <a:cubicBezTo>
                  <a:pt x="53036" y="3277"/>
                  <a:pt x="52880" y="3617"/>
                  <a:pt x="52843" y="4023"/>
                </a:cubicBezTo>
                <a:lnTo>
                  <a:pt x="55796" y="4023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E40A4C-52F2-4C8E-BA66-14CA1E1CA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41" y="1127564"/>
            <a:ext cx="58342" cy="20168"/>
          </a:xfrm>
          <a:custGeom xmlns:a="http://schemas.openxmlformats.org/drawingml/2006/main">
            <a:pathLst>
              <a:path w="58342" h="20168">
                <a:moveTo>
                  <a:pt x="0" y="0"/>
                </a:moveTo>
                <a:lnTo>
                  <a:pt x="58342" y="0"/>
                </a:lnTo>
                <a:lnTo>
                  <a:pt x="58342" y="20168"/>
                </a:lnTo>
                <a:lnTo>
                  <a:pt x="0" y="201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4DCBF74-D73B-4E5D-9C7D-65EC1F512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31741" y="1127567"/>
            <a:ext cx="58343" cy="20167"/>
          </a:xfrm>
          <a:custGeom xmlns:a="http://schemas.openxmlformats.org/drawingml/2006/main">
            <a:pathLst>
              <a:path w="58343" h="20167" fill="none">
                <a:moveTo>
                  <a:pt x="0" y="0"/>
                </a:moveTo>
                <a:lnTo>
                  <a:pt x="58343" y="0"/>
                </a:lnTo>
                <a:lnTo>
                  <a:pt x="58343" y="20167"/>
                </a:lnTo>
                <a:lnTo>
                  <a:pt x="0" y="201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66" name="Text Lentibulariaceae">
            <a:extLst xmlns:a="http://schemas.openxmlformats.org/drawingml/2006/main">
              <a:ext uri="{FF2B5EF4-FFF2-40B4-BE49-F238E27FC236}">
                <a16:creationId xmlns:a16="http://schemas.microsoft.com/office/drawing/2014/main" id="{D2058BC6-B57C-4CCF-A617-2B1B69C8B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54927" y="1129323"/>
            <a:ext cx="56767" cy="5466"/>
          </a:xfrm>
          <a:custGeom xmlns:a="http://schemas.openxmlformats.org/drawingml/2006/main">
            <a:pathLst>
              <a:path w="56767" h="5466">
                <a:moveTo>
                  <a:pt x="3242" y="5356"/>
                </a:moveTo>
                <a:lnTo>
                  <a:pt x="0" y="5356"/>
                </a:lnTo>
                <a:lnTo>
                  <a:pt x="0" y="227"/>
                </a:lnTo>
                <a:lnTo>
                  <a:pt x="682" y="227"/>
                </a:lnTo>
                <a:lnTo>
                  <a:pt x="682" y="4750"/>
                </a:lnTo>
                <a:lnTo>
                  <a:pt x="3242" y="4750"/>
                </a:lnTo>
                <a:lnTo>
                  <a:pt x="3242" y="5356"/>
                </a:lnTo>
                <a:close/>
                <a:moveTo>
                  <a:pt x="7091" y="3497"/>
                </a:moveTo>
                <a:lnTo>
                  <a:pt x="4258" y="3497"/>
                </a:lnTo>
                <a:cubicBezTo>
                  <a:pt x="4258" y="3734"/>
                  <a:pt x="4294" y="3941"/>
                  <a:pt x="4365" y="4117"/>
                </a:cubicBezTo>
                <a:cubicBezTo>
                  <a:pt x="4436" y="4293"/>
                  <a:pt x="4533" y="4437"/>
                  <a:pt x="4657" y="4550"/>
                </a:cubicBezTo>
                <a:cubicBezTo>
                  <a:pt x="4777" y="4660"/>
                  <a:pt x="4918" y="4743"/>
                  <a:pt x="5082" y="4798"/>
                </a:cubicBezTo>
                <a:cubicBezTo>
                  <a:pt x="5247" y="4853"/>
                  <a:pt x="5427" y="4881"/>
                  <a:pt x="5625" y="4881"/>
                </a:cubicBezTo>
                <a:cubicBezTo>
                  <a:pt x="5886" y="4881"/>
                  <a:pt x="6150" y="4828"/>
                  <a:pt x="6415" y="4723"/>
                </a:cubicBezTo>
                <a:cubicBezTo>
                  <a:pt x="6680" y="4618"/>
                  <a:pt x="6868" y="4514"/>
                  <a:pt x="6981" y="4413"/>
                </a:cubicBezTo>
                <a:lnTo>
                  <a:pt x="7015" y="4413"/>
                </a:lnTo>
                <a:lnTo>
                  <a:pt x="7015" y="5121"/>
                </a:lnTo>
                <a:cubicBezTo>
                  <a:pt x="6797" y="5213"/>
                  <a:pt x="6575" y="5290"/>
                  <a:pt x="6347" y="5352"/>
                </a:cubicBezTo>
                <a:cubicBezTo>
                  <a:pt x="6120" y="5414"/>
                  <a:pt x="5882" y="5445"/>
                  <a:pt x="5631" y="5445"/>
                </a:cubicBezTo>
                <a:cubicBezTo>
                  <a:pt x="4994" y="5445"/>
                  <a:pt x="4496" y="5272"/>
                  <a:pt x="4138" y="4927"/>
                </a:cubicBezTo>
                <a:cubicBezTo>
                  <a:pt x="3780" y="4581"/>
                  <a:pt x="3601" y="4089"/>
                  <a:pt x="3601" y="3452"/>
                </a:cubicBezTo>
                <a:cubicBezTo>
                  <a:pt x="3601" y="2823"/>
                  <a:pt x="3772" y="2323"/>
                  <a:pt x="4115" y="1953"/>
                </a:cubicBezTo>
                <a:cubicBezTo>
                  <a:pt x="4458" y="1583"/>
                  <a:pt x="4910" y="1398"/>
                  <a:pt x="5470" y="1398"/>
                </a:cubicBezTo>
                <a:cubicBezTo>
                  <a:pt x="5988" y="1398"/>
                  <a:pt x="6388" y="1549"/>
                  <a:pt x="6669" y="1853"/>
                </a:cubicBezTo>
                <a:cubicBezTo>
                  <a:pt x="6950" y="2156"/>
                  <a:pt x="7091" y="2587"/>
                  <a:pt x="7091" y="3146"/>
                </a:cubicBezTo>
                <a:lnTo>
                  <a:pt x="7091" y="3497"/>
                </a:lnTo>
                <a:moveTo>
                  <a:pt x="6461" y="3002"/>
                </a:moveTo>
                <a:cubicBezTo>
                  <a:pt x="6459" y="2662"/>
                  <a:pt x="6373" y="2399"/>
                  <a:pt x="6205" y="2213"/>
                </a:cubicBezTo>
                <a:cubicBezTo>
                  <a:pt x="6036" y="2027"/>
                  <a:pt x="5780" y="1934"/>
                  <a:pt x="5435" y="1934"/>
                </a:cubicBezTo>
                <a:cubicBezTo>
                  <a:pt x="5089" y="1934"/>
                  <a:pt x="4813" y="2037"/>
                  <a:pt x="4607" y="2241"/>
                </a:cubicBezTo>
                <a:cubicBezTo>
                  <a:pt x="4402" y="2445"/>
                  <a:pt x="4286" y="2699"/>
                  <a:pt x="4258" y="3002"/>
                </a:cubicBezTo>
                <a:lnTo>
                  <a:pt x="6461" y="3002"/>
                </a:lnTo>
                <a:close/>
                <a:moveTo>
                  <a:pt x="11287" y="5356"/>
                </a:moveTo>
                <a:lnTo>
                  <a:pt x="10639" y="5356"/>
                </a:lnTo>
                <a:lnTo>
                  <a:pt x="10639" y="3164"/>
                </a:lnTo>
                <a:cubicBezTo>
                  <a:pt x="10639" y="2988"/>
                  <a:pt x="10629" y="2822"/>
                  <a:pt x="10609" y="2667"/>
                </a:cubicBezTo>
                <a:cubicBezTo>
                  <a:pt x="10588" y="2512"/>
                  <a:pt x="10550" y="2390"/>
                  <a:pt x="10495" y="2303"/>
                </a:cubicBezTo>
                <a:cubicBezTo>
                  <a:pt x="10438" y="2207"/>
                  <a:pt x="10355" y="2135"/>
                  <a:pt x="10247" y="2088"/>
                </a:cubicBezTo>
                <a:cubicBezTo>
                  <a:pt x="10139" y="2041"/>
                  <a:pt x="9999" y="2017"/>
                  <a:pt x="9827" y="2017"/>
                </a:cubicBezTo>
                <a:cubicBezTo>
                  <a:pt x="9650" y="2017"/>
                  <a:pt x="9466" y="2061"/>
                  <a:pt x="9273" y="2148"/>
                </a:cubicBezTo>
                <a:cubicBezTo>
                  <a:pt x="9080" y="2235"/>
                  <a:pt x="8895" y="2347"/>
                  <a:pt x="8719" y="2482"/>
                </a:cubicBezTo>
                <a:lnTo>
                  <a:pt x="8719" y="5356"/>
                </a:lnTo>
                <a:lnTo>
                  <a:pt x="8072" y="5356"/>
                </a:lnTo>
                <a:lnTo>
                  <a:pt x="8072" y="1508"/>
                </a:lnTo>
                <a:lnTo>
                  <a:pt x="8719" y="1508"/>
                </a:lnTo>
                <a:lnTo>
                  <a:pt x="8719" y="1932"/>
                </a:lnTo>
                <a:cubicBezTo>
                  <a:pt x="8921" y="1764"/>
                  <a:pt x="9130" y="1633"/>
                  <a:pt x="9345" y="1539"/>
                </a:cubicBezTo>
                <a:cubicBezTo>
                  <a:pt x="9561" y="1445"/>
                  <a:pt x="9782" y="1398"/>
                  <a:pt x="10010" y="1398"/>
                </a:cubicBezTo>
                <a:cubicBezTo>
                  <a:pt x="10425" y="1398"/>
                  <a:pt x="10742" y="1523"/>
                  <a:pt x="10960" y="1773"/>
                </a:cubicBezTo>
                <a:cubicBezTo>
                  <a:pt x="11178" y="2024"/>
                  <a:pt x="11287" y="2385"/>
                  <a:pt x="11287" y="2856"/>
                </a:cubicBezTo>
                <a:lnTo>
                  <a:pt x="11287" y="5356"/>
                </a:lnTo>
                <a:close/>
                <a:moveTo>
                  <a:pt x="14529" y="5322"/>
                </a:moveTo>
                <a:cubicBezTo>
                  <a:pt x="14408" y="5354"/>
                  <a:pt x="14275" y="5380"/>
                  <a:pt x="14132" y="5401"/>
                </a:cubicBezTo>
                <a:cubicBezTo>
                  <a:pt x="13988" y="5421"/>
                  <a:pt x="13860" y="5432"/>
                  <a:pt x="13748" y="5432"/>
                </a:cubicBezTo>
                <a:cubicBezTo>
                  <a:pt x="13355" y="5432"/>
                  <a:pt x="13057" y="5326"/>
                  <a:pt x="12853" y="5115"/>
                </a:cubicBezTo>
                <a:cubicBezTo>
                  <a:pt x="12649" y="4903"/>
                  <a:pt x="12547" y="4565"/>
                  <a:pt x="12547" y="4098"/>
                </a:cubicBezTo>
                <a:lnTo>
                  <a:pt x="12547" y="2052"/>
                </a:lnTo>
                <a:lnTo>
                  <a:pt x="12109" y="2052"/>
                </a:lnTo>
                <a:lnTo>
                  <a:pt x="12109" y="1508"/>
                </a:lnTo>
                <a:lnTo>
                  <a:pt x="12547" y="1508"/>
                </a:lnTo>
                <a:lnTo>
                  <a:pt x="12547" y="399"/>
                </a:lnTo>
                <a:lnTo>
                  <a:pt x="13194" y="399"/>
                </a:lnTo>
                <a:lnTo>
                  <a:pt x="13194" y="1508"/>
                </a:lnTo>
                <a:lnTo>
                  <a:pt x="14529" y="1508"/>
                </a:lnTo>
                <a:lnTo>
                  <a:pt x="14529" y="2052"/>
                </a:lnTo>
                <a:lnTo>
                  <a:pt x="13194" y="2052"/>
                </a:lnTo>
                <a:lnTo>
                  <a:pt x="13194" y="3808"/>
                </a:lnTo>
                <a:cubicBezTo>
                  <a:pt x="13194" y="4010"/>
                  <a:pt x="13198" y="4168"/>
                  <a:pt x="13207" y="4282"/>
                </a:cubicBezTo>
                <a:cubicBezTo>
                  <a:pt x="13217" y="4396"/>
                  <a:pt x="13249" y="4503"/>
                  <a:pt x="13304" y="4601"/>
                </a:cubicBezTo>
                <a:cubicBezTo>
                  <a:pt x="13354" y="4693"/>
                  <a:pt x="13424" y="4761"/>
                  <a:pt x="13512" y="4803"/>
                </a:cubicBezTo>
                <a:cubicBezTo>
                  <a:pt x="13600" y="4846"/>
                  <a:pt x="13735" y="4867"/>
                  <a:pt x="13917" y="4867"/>
                </a:cubicBezTo>
                <a:cubicBezTo>
                  <a:pt x="14022" y="4867"/>
                  <a:pt x="14132" y="4852"/>
                  <a:pt x="14247" y="4821"/>
                </a:cubicBezTo>
                <a:cubicBezTo>
                  <a:pt x="14362" y="4790"/>
                  <a:pt x="14444" y="4764"/>
                  <a:pt x="14495" y="4743"/>
                </a:cubicBezTo>
                <a:lnTo>
                  <a:pt x="14529" y="4743"/>
                </a:lnTo>
                <a:lnTo>
                  <a:pt x="14529" y="5322"/>
                </a:lnTo>
                <a:close/>
                <a:moveTo>
                  <a:pt x="16006" y="867"/>
                </a:moveTo>
                <a:lnTo>
                  <a:pt x="15276" y="867"/>
                </a:lnTo>
                <a:lnTo>
                  <a:pt x="15276" y="193"/>
                </a:lnTo>
                <a:lnTo>
                  <a:pt x="16006" y="193"/>
                </a:lnTo>
                <a:lnTo>
                  <a:pt x="16006" y="867"/>
                </a:lnTo>
                <a:moveTo>
                  <a:pt x="15964" y="5356"/>
                </a:moveTo>
                <a:lnTo>
                  <a:pt x="15317" y="5356"/>
                </a:lnTo>
                <a:lnTo>
                  <a:pt x="15317" y="1508"/>
                </a:lnTo>
                <a:lnTo>
                  <a:pt x="15964" y="1508"/>
                </a:lnTo>
                <a:lnTo>
                  <a:pt x="15964" y="5356"/>
                </a:lnTo>
                <a:close/>
                <a:moveTo>
                  <a:pt x="20628" y="3402"/>
                </a:moveTo>
                <a:cubicBezTo>
                  <a:pt x="20628" y="3725"/>
                  <a:pt x="20583" y="4014"/>
                  <a:pt x="20492" y="4272"/>
                </a:cubicBezTo>
                <a:cubicBezTo>
                  <a:pt x="20402" y="4530"/>
                  <a:pt x="20280" y="4746"/>
                  <a:pt x="20126" y="4921"/>
                </a:cubicBezTo>
                <a:cubicBezTo>
                  <a:pt x="19963" y="5103"/>
                  <a:pt x="19784" y="5239"/>
                  <a:pt x="19589" y="5330"/>
                </a:cubicBezTo>
                <a:cubicBezTo>
                  <a:pt x="19394" y="5421"/>
                  <a:pt x="19179" y="5466"/>
                  <a:pt x="18945" y="5466"/>
                </a:cubicBezTo>
                <a:cubicBezTo>
                  <a:pt x="18727" y="5466"/>
                  <a:pt x="18537" y="5440"/>
                  <a:pt x="18374" y="5388"/>
                </a:cubicBezTo>
                <a:cubicBezTo>
                  <a:pt x="18211" y="5337"/>
                  <a:pt x="18050" y="5267"/>
                  <a:pt x="17892" y="5180"/>
                </a:cubicBezTo>
                <a:lnTo>
                  <a:pt x="17851" y="5356"/>
                </a:lnTo>
                <a:lnTo>
                  <a:pt x="17245" y="5356"/>
                </a:lnTo>
                <a:lnTo>
                  <a:pt x="17245" y="0"/>
                </a:lnTo>
                <a:lnTo>
                  <a:pt x="17892" y="0"/>
                </a:lnTo>
                <a:lnTo>
                  <a:pt x="17892" y="1908"/>
                </a:lnTo>
                <a:cubicBezTo>
                  <a:pt x="18073" y="1759"/>
                  <a:pt x="18266" y="1636"/>
                  <a:pt x="18470" y="1541"/>
                </a:cubicBezTo>
                <a:cubicBezTo>
                  <a:pt x="18674" y="1445"/>
                  <a:pt x="18904" y="1398"/>
                  <a:pt x="19159" y="1398"/>
                </a:cubicBezTo>
                <a:cubicBezTo>
                  <a:pt x="19613" y="1398"/>
                  <a:pt x="19972" y="1572"/>
                  <a:pt x="20234" y="1922"/>
                </a:cubicBezTo>
                <a:cubicBezTo>
                  <a:pt x="20497" y="2272"/>
                  <a:pt x="20628" y="2765"/>
                  <a:pt x="20628" y="3402"/>
                </a:cubicBezTo>
                <a:moveTo>
                  <a:pt x="19961" y="3420"/>
                </a:moveTo>
                <a:cubicBezTo>
                  <a:pt x="19961" y="2960"/>
                  <a:pt x="19885" y="2612"/>
                  <a:pt x="19733" y="2374"/>
                </a:cubicBezTo>
                <a:cubicBezTo>
                  <a:pt x="19582" y="2136"/>
                  <a:pt x="19338" y="2017"/>
                  <a:pt x="19000" y="2017"/>
                </a:cubicBezTo>
                <a:cubicBezTo>
                  <a:pt x="18812" y="2017"/>
                  <a:pt x="18622" y="2058"/>
                  <a:pt x="18429" y="2139"/>
                </a:cubicBezTo>
                <a:cubicBezTo>
                  <a:pt x="18236" y="2221"/>
                  <a:pt x="18057" y="2326"/>
                  <a:pt x="17892" y="2455"/>
                </a:cubicBezTo>
                <a:lnTo>
                  <a:pt x="17892" y="4660"/>
                </a:lnTo>
                <a:cubicBezTo>
                  <a:pt x="18076" y="4743"/>
                  <a:pt x="18233" y="4801"/>
                  <a:pt x="18365" y="4833"/>
                </a:cubicBezTo>
                <a:cubicBezTo>
                  <a:pt x="18497" y="4865"/>
                  <a:pt x="18647" y="4881"/>
                  <a:pt x="18814" y="4881"/>
                </a:cubicBezTo>
                <a:cubicBezTo>
                  <a:pt x="19172" y="4881"/>
                  <a:pt x="19453" y="4763"/>
                  <a:pt x="19656" y="4528"/>
                </a:cubicBezTo>
                <a:cubicBezTo>
                  <a:pt x="19859" y="4292"/>
                  <a:pt x="19961" y="3923"/>
                  <a:pt x="19961" y="3420"/>
                </a:cubicBezTo>
                <a:close/>
                <a:moveTo>
                  <a:pt x="24824" y="5356"/>
                </a:moveTo>
                <a:lnTo>
                  <a:pt x="24177" y="5356"/>
                </a:lnTo>
                <a:lnTo>
                  <a:pt x="24177" y="4932"/>
                </a:lnTo>
                <a:cubicBezTo>
                  <a:pt x="23959" y="5104"/>
                  <a:pt x="23750" y="5236"/>
                  <a:pt x="23551" y="5328"/>
                </a:cubicBezTo>
                <a:cubicBezTo>
                  <a:pt x="23351" y="5420"/>
                  <a:pt x="23131" y="5466"/>
                  <a:pt x="22890" y="5466"/>
                </a:cubicBezTo>
                <a:cubicBezTo>
                  <a:pt x="22486" y="5466"/>
                  <a:pt x="22171" y="5343"/>
                  <a:pt x="21947" y="5095"/>
                </a:cubicBezTo>
                <a:cubicBezTo>
                  <a:pt x="21722" y="4848"/>
                  <a:pt x="21609" y="4486"/>
                  <a:pt x="21609" y="4007"/>
                </a:cubicBezTo>
                <a:lnTo>
                  <a:pt x="21609" y="1508"/>
                </a:lnTo>
                <a:lnTo>
                  <a:pt x="22256" y="1508"/>
                </a:lnTo>
                <a:lnTo>
                  <a:pt x="22256" y="3699"/>
                </a:lnTo>
                <a:cubicBezTo>
                  <a:pt x="22256" y="3894"/>
                  <a:pt x="22266" y="4061"/>
                  <a:pt x="22284" y="4200"/>
                </a:cubicBezTo>
                <a:cubicBezTo>
                  <a:pt x="22302" y="4339"/>
                  <a:pt x="22341" y="4458"/>
                  <a:pt x="22401" y="4557"/>
                </a:cubicBezTo>
                <a:cubicBezTo>
                  <a:pt x="22463" y="4658"/>
                  <a:pt x="22543" y="4732"/>
                  <a:pt x="22642" y="4778"/>
                </a:cubicBezTo>
                <a:cubicBezTo>
                  <a:pt x="22741" y="4824"/>
                  <a:pt x="22884" y="4847"/>
                  <a:pt x="23072" y="4847"/>
                </a:cubicBezTo>
                <a:cubicBezTo>
                  <a:pt x="23240" y="4847"/>
                  <a:pt x="23423" y="4803"/>
                  <a:pt x="23621" y="4716"/>
                </a:cubicBezTo>
                <a:cubicBezTo>
                  <a:pt x="23820" y="4628"/>
                  <a:pt x="24005" y="4517"/>
                  <a:pt x="24177" y="4381"/>
                </a:cubicBezTo>
                <a:lnTo>
                  <a:pt x="24177" y="1508"/>
                </a:lnTo>
                <a:lnTo>
                  <a:pt x="24824" y="1508"/>
                </a:lnTo>
                <a:lnTo>
                  <a:pt x="24824" y="5356"/>
                </a:lnTo>
                <a:close/>
                <a:moveTo>
                  <a:pt x="26752" y="5356"/>
                </a:moveTo>
                <a:lnTo>
                  <a:pt x="26105" y="5356"/>
                </a:lnTo>
                <a:lnTo>
                  <a:pt x="26105" y="0"/>
                </a:lnTo>
                <a:lnTo>
                  <a:pt x="26752" y="0"/>
                </a:lnTo>
                <a:lnTo>
                  <a:pt x="26752" y="5356"/>
                </a:lnTo>
                <a:close/>
                <a:moveTo>
                  <a:pt x="31020" y="5356"/>
                </a:moveTo>
                <a:lnTo>
                  <a:pt x="30376" y="5356"/>
                </a:lnTo>
                <a:lnTo>
                  <a:pt x="30376" y="4949"/>
                </a:lnTo>
                <a:cubicBezTo>
                  <a:pt x="30319" y="4988"/>
                  <a:pt x="30241" y="5043"/>
                  <a:pt x="30144" y="5113"/>
                </a:cubicBezTo>
                <a:cubicBezTo>
                  <a:pt x="30046" y="5183"/>
                  <a:pt x="29951" y="5239"/>
                  <a:pt x="29860" y="5280"/>
                </a:cubicBezTo>
                <a:cubicBezTo>
                  <a:pt x="29752" y="5333"/>
                  <a:pt x="29628" y="5377"/>
                  <a:pt x="29488" y="5413"/>
                </a:cubicBezTo>
                <a:cubicBezTo>
                  <a:pt x="29348" y="5448"/>
                  <a:pt x="29184" y="5466"/>
                  <a:pt x="28996" y="5466"/>
                </a:cubicBezTo>
                <a:cubicBezTo>
                  <a:pt x="28649" y="5466"/>
                  <a:pt x="28355" y="5351"/>
                  <a:pt x="28114" y="5121"/>
                </a:cubicBezTo>
                <a:cubicBezTo>
                  <a:pt x="27874" y="4892"/>
                  <a:pt x="27753" y="4599"/>
                  <a:pt x="27753" y="4243"/>
                </a:cubicBezTo>
                <a:cubicBezTo>
                  <a:pt x="27753" y="3951"/>
                  <a:pt x="27816" y="3715"/>
                  <a:pt x="27941" y="3534"/>
                </a:cubicBezTo>
                <a:cubicBezTo>
                  <a:pt x="28066" y="3354"/>
                  <a:pt x="28244" y="3212"/>
                  <a:pt x="28476" y="3109"/>
                </a:cubicBezTo>
                <a:cubicBezTo>
                  <a:pt x="28710" y="3005"/>
                  <a:pt x="28991" y="2935"/>
                  <a:pt x="29319" y="2898"/>
                </a:cubicBezTo>
                <a:cubicBezTo>
                  <a:pt x="29647" y="2862"/>
                  <a:pt x="30000" y="2834"/>
                  <a:pt x="30376" y="2816"/>
                </a:cubicBezTo>
                <a:lnTo>
                  <a:pt x="30376" y="2715"/>
                </a:lnTo>
                <a:cubicBezTo>
                  <a:pt x="30376" y="2567"/>
                  <a:pt x="30350" y="2444"/>
                  <a:pt x="30299" y="2347"/>
                </a:cubicBezTo>
                <a:cubicBezTo>
                  <a:pt x="30247" y="2250"/>
                  <a:pt x="30173" y="2174"/>
                  <a:pt x="30077" y="2118"/>
                </a:cubicBezTo>
                <a:cubicBezTo>
                  <a:pt x="29985" y="2065"/>
                  <a:pt x="29875" y="2029"/>
                  <a:pt x="29746" y="2010"/>
                </a:cubicBezTo>
                <a:cubicBezTo>
                  <a:pt x="29618" y="1992"/>
                  <a:pt x="29483" y="1983"/>
                  <a:pt x="29343" y="1983"/>
                </a:cubicBezTo>
                <a:cubicBezTo>
                  <a:pt x="29174" y="1983"/>
                  <a:pt x="28984" y="2006"/>
                  <a:pt x="28775" y="2052"/>
                </a:cubicBezTo>
                <a:cubicBezTo>
                  <a:pt x="28567" y="2098"/>
                  <a:pt x="28351" y="2164"/>
                  <a:pt x="28128" y="2251"/>
                </a:cubicBezTo>
                <a:lnTo>
                  <a:pt x="28094" y="2251"/>
                </a:lnTo>
                <a:lnTo>
                  <a:pt x="28094" y="1594"/>
                </a:lnTo>
                <a:cubicBezTo>
                  <a:pt x="28220" y="1559"/>
                  <a:pt x="28402" y="1521"/>
                  <a:pt x="28641" y="1480"/>
                </a:cubicBezTo>
                <a:cubicBezTo>
                  <a:pt x="28880" y="1439"/>
                  <a:pt x="29115" y="1418"/>
                  <a:pt x="29347" y="1418"/>
                </a:cubicBezTo>
                <a:cubicBezTo>
                  <a:pt x="29618" y="1418"/>
                  <a:pt x="29853" y="1441"/>
                  <a:pt x="30054" y="1485"/>
                </a:cubicBezTo>
                <a:cubicBezTo>
                  <a:pt x="30255" y="1530"/>
                  <a:pt x="30429" y="1606"/>
                  <a:pt x="30576" y="1714"/>
                </a:cubicBezTo>
                <a:cubicBezTo>
                  <a:pt x="30720" y="1820"/>
                  <a:pt x="30830" y="1956"/>
                  <a:pt x="30906" y="2124"/>
                </a:cubicBezTo>
                <a:cubicBezTo>
                  <a:pt x="30982" y="2291"/>
                  <a:pt x="31020" y="2499"/>
                  <a:pt x="31020" y="2747"/>
                </a:cubicBezTo>
                <a:lnTo>
                  <a:pt x="31020" y="5356"/>
                </a:lnTo>
                <a:moveTo>
                  <a:pt x="30376" y="4414"/>
                </a:moveTo>
                <a:lnTo>
                  <a:pt x="30376" y="3339"/>
                </a:lnTo>
                <a:cubicBezTo>
                  <a:pt x="30179" y="3350"/>
                  <a:pt x="29946" y="3368"/>
                  <a:pt x="29679" y="3391"/>
                </a:cubicBezTo>
                <a:cubicBezTo>
                  <a:pt x="29412" y="3414"/>
                  <a:pt x="29200" y="3447"/>
                  <a:pt x="29044" y="3491"/>
                </a:cubicBezTo>
                <a:cubicBezTo>
                  <a:pt x="28858" y="3544"/>
                  <a:pt x="28708" y="3626"/>
                  <a:pt x="28593" y="3738"/>
                </a:cubicBezTo>
                <a:cubicBezTo>
                  <a:pt x="28478" y="3850"/>
                  <a:pt x="28421" y="4004"/>
                  <a:pt x="28421" y="4200"/>
                </a:cubicBezTo>
                <a:cubicBezTo>
                  <a:pt x="28421" y="4421"/>
                  <a:pt x="28487" y="4588"/>
                  <a:pt x="28620" y="4699"/>
                </a:cubicBezTo>
                <a:cubicBezTo>
                  <a:pt x="28754" y="4811"/>
                  <a:pt x="28957" y="4867"/>
                  <a:pt x="29230" y="4867"/>
                </a:cubicBezTo>
                <a:cubicBezTo>
                  <a:pt x="29457" y="4867"/>
                  <a:pt x="29665" y="4823"/>
                  <a:pt x="29853" y="4734"/>
                </a:cubicBezTo>
                <a:cubicBezTo>
                  <a:pt x="30041" y="4645"/>
                  <a:pt x="30215" y="4539"/>
                  <a:pt x="30376" y="4414"/>
                </a:cubicBezTo>
                <a:close/>
                <a:moveTo>
                  <a:pt x="34665" y="2210"/>
                </a:moveTo>
                <a:lnTo>
                  <a:pt x="34630" y="2210"/>
                </a:lnTo>
                <a:cubicBezTo>
                  <a:pt x="34534" y="2188"/>
                  <a:pt x="34440" y="2172"/>
                  <a:pt x="34350" y="2163"/>
                </a:cubicBezTo>
                <a:cubicBezTo>
                  <a:pt x="34259" y="2153"/>
                  <a:pt x="34152" y="2148"/>
                  <a:pt x="34028" y="2148"/>
                </a:cubicBezTo>
                <a:cubicBezTo>
                  <a:pt x="33828" y="2148"/>
                  <a:pt x="33636" y="2192"/>
                  <a:pt x="33450" y="2281"/>
                </a:cubicBezTo>
                <a:cubicBezTo>
                  <a:pt x="33264" y="2369"/>
                  <a:pt x="33085" y="2483"/>
                  <a:pt x="32913" y="2623"/>
                </a:cubicBezTo>
                <a:lnTo>
                  <a:pt x="32913" y="5356"/>
                </a:lnTo>
                <a:lnTo>
                  <a:pt x="32266" y="5356"/>
                </a:lnTo>
                <a:lnTo>
                  <a:pt x="32266" y="1508"/>
                </a:lnTo>
                <a:lnTo>
                  <a:pt x="32913" y="1508"/>
                </a:lnTo>
                <a:lnTo>
                  <a:pt x="32913" y="2076"/>
                </a:lnTo>
                <a:cubicBezTo>
                  <a:pt x="33170" y="1869"/>
                  <a:pt x="33396" y="1723"/>
                  <a:pt x="33592" y="1637"/>
                </a:cubicBezTo>
                <a:cubicBezTo>
                  <a:pt x="33789" y="1551"/>
                  <a:pt x="33989" y="1508"/>
                  <a:pt x="34193" y="1508"/>
                </a:cubicBezTo>
                <a:cubicBezTo>
                  <a:pt x="34306" y="1508"/>
                  <a:pt x="34387" y="1511"/>
                  <a:pt x="34438" y="1516"/>
                </a:cubicBezTo>
                <a:cubicBezTo>
                  <a:pt x="34488" y="1522"/>
                  <a:pt x="34564" y="1533"/>
                  <a:pt x="34665" y="1549"/>
                </a:cubicBezTo>
                <a:lnTo>
                  <a:pt x="34665" y="2210"/>
                </a:lnTo>
                <a:close/>
                <a:moveTo>
                  <a:pt x="35970" y="867"/>
                </a:moveTo>
                <a:lnTo>
                  <a:pt x="35240" y="867"/>
                </a:lnTo>
                <a:lnTo>
                  <a:pt x="35240" y="193"/>
                </a:lnTo>
                <a:lnTo>
                  <a:pt x="35970" y="193"/>
                </a:lnTo>
                <a:lnTo>
                  <a:pt x="35970" y="867"/>
                </a:lnTo>
                <a:moveTo>
                  <a:pt x="35928" y="5356"/>
                </a:moveTo>
                <a:lnTo>
                  <a:pt x="35281" y="5356"/>
                </a:lnTo>
                <a:lnTo>
                  <a:pt x="35281" y="1508"/>
                </a:lnTo>
                <a:lnTo>
                  <a:pt x="35928" y="1508"/>
                </a:lnTo>
                <a:lnTo>
                  <a:pt x="35928" y="5356"/>
                </a:lnTo>
                <a:close/>
                <a:moveTo>
                  <a:pt x="40196" y="5356"/>
                </a:moveTo>
                <a:lnTo>
                  <a:pt x="39553" y="5356"/>
                </a:lnTo>
                <a:lnTo>
                  <a:pt x="39553" y="4949"/>
                </a:lnTo>
                <a:cubicBezTo>
                  <a:pt x="39495" y="4988"/>
                  <a:pt x="39418" y="5043"/>
                  <a:pt x="39320" y="5113"/>
                </a:cubicBezTo>
                <a:cubicBezTo>
                  <a:pt x="39223" y="5183"/>
                  <a:pt x="39128" y="5239"/>
                  <a:pt x="39036" y="5280"/>
                </a:cubicBezTo>
                <a:cubicBezTo>
                  <a:pt x="38928" y="5333"/>
                  <a:pt x="38804" y="5377"/>
                  <a:pt x="38664" y="5413"/>
                </a:cubicBezTo>
                <a:cubicBezTo>
                  <a:pt x="38524" y="5448"/>
                  <a:pt x="38360" y="5466"/>
                  <a:pt x="38172" y="5466"/>
                </a:cubicBezTo>
                <a:cubicBezTo>
                  <a:pt x="37826" y="5466"/>
                  <a:pt x="37532" y="5351"/>
                  <a:pt x="37291" y="5121"/>
                </a:cubicBezTo>
                <a:cubicBezTo>
                  <a:pt x="37050" y="4892"/>
                  <a:pt x="36930" y="4599"/>
                  <a:pt x="36930" y="4243"/>
                </a:cubicBezTo>
                <a:cubicBezTo>
                  <a:pt x="36930" y="3951"/>
                  <a:pt x="36992" y="3715"/>
                  <a:pt x="37117" y="3534"/>
                </a:cubicBezTo>
                <a:cubicBezTo>
                  <a:pt x="37242" y="3354"/>
                  <a:pt x="37421" y="3212"/>
                  <a:pt x="37652" y="3109"/>
                </a:cubicBezTo>
                <a:cubicBezTo>
                  <a:pt x="37887" y="3005"/>
                  <a:pt x="38168" y="2935"/>
                  <a:pt x="38496" y="2898"/>
                </a:cubicBezTo>
                <a:cubicBezTo>
                  <a:pt x="38824" y="2862"/>
                  <a:pt x="39176" y="2834"/>
                  <a:pt x="39553" y="2816"/>
                </a:cubicBezTo>
                <a:lnTo>
                  <a:pt x="39553" y="2715"/>
                </a:lnTo>
                <a:cubicBezTo>
                  <a:pt x="39553" y="2567"/>
                  <a:pt x="39527" y="2444"/>
                  <a:pt x="39475" y="2347"/>
                </a:cubicBezTo>
                <a:cubicBezTo>
                  <a:pt x="39423" y="2250"/>
                  <a:pt x="39349" y="2174"/>
                  <a:pt x="39253" y="2118"/>
                </a:cubicBezTo>
                <a:cubicBezTo>
                  <a:pt x="39161" y="2065"/>
                  <a:pt x="39051" y="2029"/>
                  <a:pt x="38923" y="2010"/>
                </a:cubicBezTo>
                <a:cubicBezTo>
                  <a:pt x="38794" y="1992"/>
                  <a:pt x="38660" y="1983"/>
                  <a:pt x="38520" y="1983"/>
                </a:cubicBezTo>
                <a:cubicBezTo>
                  <a:pt x="38350" y="1983"/>
                  <a:pt x="38161" y="2006"/>
                  <a:pt x="37952" y="2052"/>
                </a:cubicBezTo>
                <a:cubicBezTo>
                  <a:pt x="37743" y="2098"/>
                  <a:pt x="37527" y="2164"/>
                  <a:pt x="37305" y="2251"/>
                </a:cubicBezTo>
                <a:lnTo>
                  <a:pt x="37270" y="2251"/>
                </a:lnTo>
                <a:lnTo>
                  <a:pt x="37270" y="1594"/>
                </a:lnTo>
                <a:cubicBezTo>
                  <a:pt x="37397" y="1559"/>
                  <a:pt x="37579" y="1521"/>
                  <a:pt x="37818" y="1480"/>
                </a:cubicBezTo>
                <a:cubicBezTo>
                  <a:pt x="38056" y="1439"/>
                  <a:pt x="38292" y="1418"/>
                  <a:pt x="38523" y="1418"/>
                </a:cubicBezTo>
                <a:cubicBezTo>
                  <a:pt x="38794" y="1418"/>
                  <a:pt x="39030" y="1441"/>
                  <a:pt x="39231" y="1485"/>
                </a:cubicBezTo>
                <a:cubicBezTo>
                  <a:pt x="39431" y="1530"/>
                  <a:pt x="39605" y="1606"/>
                  <a:pt x="39752" y="1714"/>
                </a:cubicBezTo>
                <a:cubicBezTo>
                  <a:pt x="39897" y="1820"/>
                  <a:pt x="40007" y="1956"/>
                  <a:pt x="40083" y="2124"/>
                </a:cubicBezTo>
                <a:cubicBezTo>
                  <a:pt x="40158" y="2291"/>
                  <a:pt x="40196" y="2499"/>
                  <a:pt x="40196" y="2747"/>
                </a:cubicBezTo>
                <a:lnTo>
                  <a:pt x="40196" y="5356"/>
                </a:lnTo>
                <a:moveTo>
                  <a:pt x="39553" y="4414"/>
                </a:moveTo>
                <a:lnTo>
                  <a:pt x="39553" y="3339"/>
                </a:lnTo>
                <a:cubicBezTo>
                  <a:pt x="39355" y="3350"/>
                  <a:pt x="39123" y="3368"/>
                  <a:pt x="38856" y="3391"/>
                </a:cubicBezTo>
                <a:cubicBezTo>
                  <a:pt x="38588" y="3414"/>
                  <a:pt x="38376" y="3447"/>
                  <a:pt x="38220" y="3491"/>
                </a:cubicBezTo>
                <a:cubicBezTo>
                  <a:pt x="38035" y="3544"/>
                  <a:pt x="37884" y="3626"/>
                  <a:pt x="37770" y="3738"/>
                </a:cubicBezTo>
                <a:cubicBezTo>
                  <a:pt x="37655" y="3850"/>
                  <a:pt x="37597" y="4004"/>
                  <a:pt x="37597" y="4200"/>
                </a:cubicBezTo>
                <a:cubicBezTo>
                  <a:pt x="37597" y="4421"/>
                  <a:pt x="37664" y="4588"/>
                  <a:pt x="37797" y="4699"/>
                </a:cubicBezTo>
                <a:cubicBezTo>
                  <a:pt x="37930" y="4811"/>
                  <a:pt x="38133" y="4867"/>
                  <a:pt x="38406" y="4867"/>
                </a:cubicBezTo>
                <a:cubicBezTo>
                  <a:pt x="38633" y="4867"/>
                  <a:pt x="38841" y="4823"/>
                  <a:pt x="39029" y="4734"/>
                </a:cubicBezTo>
                <a:cubicBezTo>
                  <a:pt x="39218" y="4645"/>
                  <a:pt x="39392" y="4539"/>
                  <a:pt x="39553" y="4414"/>
                </a:cubicBezTo>
                <a:close/>
                <a:moveTo>
                  <a:pt x="44285" y="5118"/>
                </a:moveTo>
                <a:cubicBezTo>
                  <a:pt x="44070" y="5222"/>
                  <a:pt x="43865" y="5302"/>
                  <a:pt x="43671" y="5359"/>
                </a:cubicBezTo>
                <a:cubicBezTo>
                  <a:pt x="43477" y="5417"/>
                  <a:pt x="43271" y="5445"/>
                  <a:pt x="43053" y="5445"/>
                </a:cubicBezTo>
                <a:cubicBezTo>
                  <a:pt x="42775" y="5445"/>
                  <a:pt x="42521" y="5405"/>
                  <a:pt x="42289" y="5323"/>
                </a:cubicBezTo>
                <a:cubicBezTo>
                  <a:pt x="42057" y="5241"/>
                  <a:pt x="41859" y="5118"/>
                  <a:pt x="41693" y="4952"/>
                </a:cubicBezTo>
                <a:cubicBezTo>
                  <a:pt x="41526" y="4787"/>
                  <a:pt x="41396" y="4578"/>
                  <a:pt x="41304" y="4325"/>
                </a:cubicBezTo>
                <a:cubicBezTo>
                  <a:pt x="41213" y="4072"/>
                  <a:pt x="41167" y="3777"/>
                  <a:pt x="41167" y="3439"/>
                </a:cubicBezTo>
                <a:cubicBezTo>
                  <a:pt x="41167" y="2809"/>
                  <a:pt x="41339" y="2315"/>
                  <a:pt x="41685" y="1956"/>
                </a:cubicBezTo>
                <a:cubicBezTo>
                  <a:pt x="42030" y="1597"/>
                  <a:pt x="42486" y="1418"/>
                  <a:pt x="43053" y="1418"/>
                </a:cubicBezTo>
                <a:cubicBezTo>
                  <a:pt x="43273" y="1418"/>
                  <a:pt x="43490" y="1449"/>
                  <a:pt x="43702" y="1511"/>
                </a:cubicBezTo>
                <a:cubicBezTo>
                  <a:pt x="43914" y="1573"/>
                  <a:pt x="44109" y="1649"/>
                  <a:pt x="44285" y="1738"/>
                </a:cubicBezTo>
                <a:lnTo>
                  <a:pt x="44285" y="2458"/>
                </a:lnTo>
                <a:lnTo>
                  <a:pt x="44251" y="2458"/>
                </a:lnTo>
                <a:cubicBezTo>
                  <a:pt x="44054" y="2305"/>
                  <a:pt x="43850" y="2188"/>
                  <a:pt x="43640" y="2106"/>
                </a:cubicBezTo>
                <a:cubicBezTo>
                  <a:pt x="43430" y="2024"/>
                  <a:pt x="43225" y="1983"/>
                  <a:pt x="43026" y="1983"/>
                </a:cubicBezTo>
                <a:cubicBezTo>
                  <a:pt x="42658" y="1983"/>
                  <a:pt x="42369" y="2106"/>
                  <a:pt x="42156" y="2353"/>
                </a:cubicBezTo>
                <a:cubicBezTo>
                  <a:pt x="41944" y="2599"/>
                  <a:pt x="41838" y="2961"/>
                  <a:pt x="41838" y="3439"/>
                </a:cubicBezTo>
                <a:cubicBezTo>
                  <a:pt x="41838" y="3902"/>
                  <a:pt x="41942" y="4258"/>
                  <a:pt x="42149" y="4507"/>
                </a:cubicBezTo>
                <a:cubicBezTo>
                  <a:pt x="42357" y="4756"/>
                  <a:pt x="42649" y="4881"/>
                  <a:pt x="43026" y="4881"/>
                </a:cubicBezTo>
                <a:cubicBezTo>
                  <a:pt x="43156" y="4881"/>
                  <a:pt x="43289" y="4864"/>
                  <a:pt x="43425" y="4830"/>
                </a:cubicBezTo>
                <a:cubicBezTo>
                  <a:pt x="43560" y="4796"/>
                  <a:pt x="43682" y="4751"/>
                  <a:pt x="43790" y="4696"/>
                </a:cubicBezTo>
                <a:cubicBezTo>
                  <a:pt x="43884" y="4649"/>
                  <a:pt x="43972" y="4598"/>
                  <a:pt x="44055" y="4544"/>
                </a:cubicBezTo>
                <a:cubicBezTo>
                  <a:pt x="44137" y="4491"/>
                  <a:pt x="44203" y="4445"/>
                  <a:pt x="44251" y="4406"/>
                </a:cubicBezTo>
                <a:lnTo>
                  <a:pt x="44285" y="4406"/>
                </a:lnTo>
                <a:lnTo>
                  <a:pt x="44285" y="5118"/>
                </a:lnTo>
                <a:close/>
                <a:moveTo>
                  <a:pt x="48334" y="3497"/>
                </a:moveTo>
                <a:lnTo>
                  <a:pt x="45501" y="3497"/>
                </a:lnTo>
                <a:cubicBezTo>
                  <a:pt x="45501" y="3734"/>
                  <a:pt x="45536" y="3941"/>
                  <a:pt x="45607" y="4117"/>
                </a:cubicBezTo>
                <a:cubicBezTo>
                  <a:pt x="45679" y="4293"/>
                  <a:pt x="45776" y="4437"/>
                  <a:pt x="45900" y="4550"/>
                </a:cubicBezTo>
                <a:cubicBezTo>
                  <a:pt x="46019" y="4660"/>
                  <a:pt x="46161" y="4743"/>
                  <a:pt x="46325" y="4798"/>
                </a:cubicBezTo>
                <a:cubicBezTo>
                  <a:pt x="46489" y="4853"/>
                  <a:pt x="46670" y="4881"/>
                  <a:pt x="46867" y="4881"/>
                </a:cubicBezTo>
                <a:cubicBezTo>
                  <a:pt x="47129" y="4881"/>
                  <a:pt x="47392" y="4828"/>
                  <a:pt x="47657" y="4723"/>
                </a:cubicBezTo>
                <a:cubicBezTo>
                  <a:pt x="47922" y="4618"/>
                  <a:pt x="48111" y="4514"/>
                  <a:pt x="48223" y="4413"/>
                </a:cubicBezTo>
                <a:lnTo>
                  <a:pt x="48258" y="4413"/>
                </a:lnTo>
                <a:lnTo>
                  <a:pt x="48258" y="5121"/>
                </a:lnTo>
                <a:cubicBezTo>
                  <a:pt x="48040" y="5213"/>
                  <a:pt x="47817" y="5290"/>
                  <a:pt x="47590" y="5352"/>
                </a:cubicBezTo>
                <a:cubicBezTo>
                  <a:pt x="47363" y="5414"/>
                  <a:pt x="47124" y="5445"/>
                  <a:pt x="46874" y="5445"/>
                </a:cubicBezTo>
                <a:cubicBezTo>
                  <a:pt x="46236" y="5445"/>
                  <a:pt x="45738" y="5272"/>
                  <a:pt x="45380" y="4927"/>
                </a:cubicBezTo>
                <a:cubicBezTo>
                  <a:pt x="45022" y="4581"/>
                  <a:pt x="44843" y="4089"/>
                  <a:pt x="44843" y="3452"/>
                </a:cubicBezTo>
                <a:cubicBezTo>
                  <a:pt x="44843" y="2823"/>
                  <a:pt x="45015" y="2323"/>
                  <a:pt x="45358" y="1953"/>
                </a:cubicBezTo>
                <a:cubicBezTo>
                  <a:pt x="45701" y="1583"/>
                  <a:pt x="46152" y="1398"/>
                  <a:pt x="46712" y="1398"/>
                </a:cubicBezTo>
                <a:cubicBezTo>
                  <a:pt x="47231" y="1398"/>
                  <a:pt x="47631" y="1549"/>
                  <a:pt x="47912" y="1853"/>
                </a:cubicBezTo>
                <a:cubicBezTo>
                  <a:pt x="48193" y="2156"/>
                  <a:pt x="48334" y="2587"/>
                  <a:pt x="48334" y="3146"/>
                </a:cubicBezTo>
                <a:lnTo>
                  <a:pt x="48334" y="3497"/>
                </a:lnTo>
                <a:moveTo>
                  <a:pt x="47704" y="3002"/>
                </a:moveTo>
                <a:cubicBezTo>
                  <a:pt x="47701" y="2662"/>
                  <a:pt x="47616" y="2399"/>
                  <a:pt x="47447" y="2213"/>
                </a:cubicBezTo>
                <a:cubicBezTo>
                  <a:pt x="47279" y="2027"/>
                  <a:pt x="47022" y="1934"/>
                  <a:pt x="46678" y="1934"/>
                </a:cubicBezTo>
                <a:cubicBezTo>
                  <a:pt x="46331" y="1934"/>
                  <a:pt x="46055" y="2037"/>
                  <a:pt x="45850" y="2241"/>
                </a:cubicBezTo>
                <a:cubicBezTo>
                  <a:pt x="45645" y="2445"/>
                  <a:pt x="45528" y="2699"/>
                  <a:pt x="45501" y="3002"/>
                </a:cubicBezTo>
                <a:lnTo>
                  <a:pt x="47704" y="3002"/>
                </a:lnTo>
                <a:close/>
                <a:moveTo>
                  <a:pt x="52302" y="5356"/>
                </a:moveTo>
                <a:lnTo>
                  <a:pt x="51659" y="5356"/>
                </a:lnTo>
                <a:lnTo>
                  <a:pt x="51659" y="4949"/>
                </a:lnTo>
                <a:cubicBezTo>
                  <a:pt x="51601" y="4988"/>
                  <a:pt x="51524" y="5043"/>
                  <a:pt x="51426" y="5113"/>
                </a:cubicBezTo>
                <a:cubicBezTo>
                  <a:pt x="51329" y="5183"/>
                  <a:pt x="51234" y="5239"/>
                  <a:pt x="51142" y="5280"/>
                </a:cubicBezTo>
                <a:cubicBezTo>
                  <a:pt x="51034" y="5333"/>
                  <a:pt x="50911" y="5377"/>
                  <a:pt x="50771" y="5413"/>
                </a:cubicBezTo>
                <a:cubicBezTo>
                  <a:pt x="50631" y="5448"/>
                  <a:pt x="50467" y="5466"/>
                  <a:pt x="50278" y="5466"/>
                </a:cubicBezTo>
                <a:cubicBezTo>
                  <a:pt x="49932" y="5466"/>
                  <a:pt x="49638" y="5351"/>
                  <a:pt x="49397" y="5121"/>
                </a:cubicBezTo>
                <a:cubicBezTo>
                  <a:pt x="49156" y="4892"/>
                  <a:pt x="49036" y="4599"/>
                  <a:pt x="49036" y="4243"/>
                </a:cubicBezTo>
                <a:cubicBezTo>
                  <a:pt x="49036" y="3951"/>
                  <a:pt x="49098" y="3715"/>
                  <a:pt x="49223" y="3534"/>
                </a:cubicBezTo>
                <a:cubicBezTo>
                  <a:pt x="49348" y="3354"/>
                  <a:pt x="49527" y="3212"/>
                  <a:pt x="49759" y="3109"/>
                </a:cubicBezTo>
                <a:cubicBezTo>
                  <a:pt x="49993" y="3005"/>
                  <a:pt x="50274" y="2935"/>
                  <a:pt x="50602" y="2898"/>
                </a:cubicBezTo>
                <a:cubicBezTo>
                  <a:pt x="50930" y="2862"/>
                  <a:pt x="51282" y="2834"/>
                  <a:pt x="51659" y="2816"/>
                </a:cubicBezTo>
                <a:lnTo>
                  <a:pt x="51659" y="2715"/>
                </a:lnTo>
                <a:cubicBezTo>
                  <a:pt x="51659" y="2567"/>
                  <a:pt x="51633" y="2444"/>
                  <a:pt x="51581" y="2347"/>
                </a:cubicBezTo>
                <a:cubicBezTo>
                  <a:pt x="51530" y="2250"/>
                  <a:pt x="51456" y="2174"/>
                  <a:pt x="51359" y="2118"/>
                </a:cubicBezTo>
                <a:cubicBezTo>
                  <a:pt x="51267" y="2065"/>
                  <a:pt x="51157" y="2029"/>
                  <a:pt x="51029" y="2010"/>
                </a:cubicBezTo>
                <a:cubicBezTo>
                  <a:pt x="50900" y="1992"/>
                  <a:pt x="50766" y="1983"/>
                  <a:pt x="50626" y="1983"/>
                </a:cubicBezTo>
                <a:cubicBezTo>
                  <a:pt x="50456" y="1983"/>
                  <a:pt x="50267" y="2006"/>
                  <a:pt x="50058" y="2052"/>
                </a:cubicBezTo>
                <a:cubicBezTo>
                  <a:pt x="49849" y="2098"/>
                  <a:pt x="49634" y="2164"/>
                  <a:pt x="49411" y="2251"/>
                </a:cubicBezTo>
                <a:lnTo>
                  <a:pt x="49376" y="2251"/>
                </a:lnTo>
                <a:lnTo>
                  <a:pt x="49376" y="1594"/>
                </a:lnTo>
                <a:cubicBezTo>
                  <a:pt x="49503" y="1559"/>
                  <a:pt x="49685" y="1521"/>
                  <a:pt x="49924" y="1480"/>
                </a:cubicBezTo>
                <a:cubicBezTo>
                  <a:pt x="50162" y="1439"/>
                  <a:pt x="50398" y="1418"/>
                  <a:pt x="50629" y="1418"/>
                </a:cubicBezTo>
                <a:cubicBezTo>
                  <a:pt x="50900" y="1418"/>
                  <a:pt x="51136" y="1441"/>
                  <a:pt x="51337" y="1485"/>
                </a:cubicBezTo>
                <a:cubicBezTo>
                  <a:pt x="51538" y="1530"/>
                  <a:pt x="51711" y="1606"/>
                  <a:pt x="51858" y="1714"/>
                </a:cubicBezTo>
                <a:cubicBezTo>
                  <a:pt x="52003" y="1820"/>
                  <a:pt x="52113" y="1956"/>
                  <a:pt x="52189" y="2124"/>
                </a:cubicBezTo>
                <a:cubicBezTo>
                  <a:pt x="52264" y="2291"/>
                  <a:pt x="52302" y="2499"/>
                  <a:pt x="52302" y="2747"/>
                </a:cubicBezTo>
                <a:lnTo>
                  <a:pt x="52302" y="5356"/>
                </a:lnTo>
                <a:moveTo>
                  <a:pt x="51659" y="4414"/>
                </a:moveTo>
                <a:lnTo>
                  <a:pt x="51659" y="3339"/>
                </a:lnTo>
                <a:cubicBezTo>
                  <a:pt x="51461" y="3350"/>
                  <a:pt x="51229" y="3368"/>
                  <a:pt x="50962" y="3391"/>
                </a:cubicBezTo>
                <a:cubicBezTo>
                  <a:pt x="50694" y="3414"/>
                  <a:pt x="50483" y="3447"/>
                  <a:pt x="50327" y="3491"/>
                </a:cubicBezTo>
                <a:cubicBezTo>
                  <a:pt x="50141" y="3544"/>
                  <a:pt x="49990" y="3626"/>
                  <a:pt x="49876" y="3738"/>
                </a:cubicBezTo>
                <a:cubicBezTo>
                  <a:pt x="49761" y="3850"/>
                  <a:pt x="49703" y="4004"/>
                  <a:pt x="49703" y="4200"/>
                </a:cubicBezTo>
                <a:cubicBezTo>
                  <a:pt x="49703" y="4421"/>
                  <a:pt x="49770" y="4588"/>
                  <a:pt x="49903" y="4699"/>
                </a:cubicBezTo>
                <a:cubicBezTo>
                  <a:pt x="50036" y="4811"/>
                  <a:pt x="50239" y="4867"/>
                  <a:pt x="50512" y="4867"/>
                </a:cubicBezTo>
                <a:cubicBezTo>
                  <a:pt x="50740" y="4867"/>
                  <a:pt x="50947" y="4823"/>
                  <a:pt x="51135" y="4734"/>
                </a:cubicBezTo>
                <a:cubicBezTo>
                  <a:pt x="51324" y="4645"/>
                  <a:pt x="51498" y="4539"/>
                  <a:pt x="51659" y="4414"/>
                </a:cubicBezTo>
                <a:close/>
                <a:moveTo>
                  <a:pt x="56767" y="3497"/>
                </a:moveTo>
                <a:lnTo>
                  <a:pt x="53934" y="3497"/>
                </a:lnTo>
                <a:cubicBezTo>
                  <a:pt x="53934" y="3734"/>
                  <a:pt x="53969" y="3941"/>
                  <a:pt x="54040" y="4117"/>
                </a:cubicBezTo>
                <a:cubicBezTo>
                  <a:pt x="54112" y="4293"/>
                  <a:pt x="54209" y="4437"/>
                  <a:pt x="54333" y="4550"/>
                </a:cubicBezTo>
                <a:cubicBezTo>
                  <a:pt x="54452" y="4660"/>
                  <a:pt x="54594" y="4743"/>
                  <a:pt x="54758" y="4798"/>
                </a:cubicBezTo>
                <a:cubicBezTo>
                  <a:pt x="54922" y="4853"/>
                  <a:pt x="55103" y="4881"/>
                  <a:pt x="55300" y="4881"/>
                </a:cubicBezTo>
                <a:cubicBezTo>
                  <a:pt x="55562" y="4881"/>
                  <a:pt x="55825" y="4828"/>
                  <a:pt x="56090" y="4723"/>
                </a:cubicBezTo>
                <a:cubicBezTo>
                  <a:pt x="56355" y="4618"/>
                  <a:pt x="56544" y="4514"/>
                  <a:pt x="56656" y="4413"/>
                </a:cubicBezTo>
                <a:lnTo>
                  <a:pt x="56691" y="4413"/>
                </a:lnTo>
                <a:lnTo>
                  <a:pt x="56691" y="5121"/>
                </a:lnTo>
                <a:cubicBezTo>
                  <a:pt x="56473" y="5213"/>
                  <a:pt x="56250" y="5290"/>
                  <a:pt x="56023" y="5352"/>
                </a:cubicBezTo>
                <a:cubicBezTo>
                  <a:pt x="55796" y="5414"/>
                  <a:pt x="55557" y="5445"/>
                  <a:pt x="55307" y="5445"/>
                </a:cubicBezTo>
                <a:cubicBezTo>
                  <a:pt x="54669" y="5445"/>
                  <a:pt x="54171" y="5272"/>
                  <a:pt x="53813" y="4927"/>
                </a:cubicBezTo>
                <a:cubicBezTo>
                  <a:pt x="53455" y="4581"/>
                  <a:pt x="53276" y="4089"/>
                  <a:pt x="53276" y="3452"/>
                </a:cubicBezTo>
                <a:cubicBezTo>
                  <a:pt x="53276" y="2823"/>
                  <a:pt x="53448" y="2323"/>
                  <a:pt x="53791" y="1953"/>
                </a:cubicBezTo>
                <a:cubicBezTo>
                  <a:pt x="54134" y="1583"/>
                  <a:pt x="54585" y="1398"/>
                  <a:pt x="55145" y="1398"/>
                </a:cubicBezTo>
                <a:cubicBezTo>
                  <a:pt x="55664" y="1398"/>
                  <a:pt x="56064" y="1549"/>
                  <a:pt x="56345" y="1853"/>
                </a:cubicBezTo>
                <a:cubicBezTo>
                  <a:pt x="56626" y="2156"/>
                  <a:pt x="56767" y="2587"/>
                  <a:pt x="56767" y="3146"/>
                </a:cubicBezTo>
                <a:lnTo>
                  <a:pt x="56767" y="3497"/>
                </a:lnTo>
                <a:moveTo>
                  <a:pt x="56137" y="3002"/>
                </a:moveTo>
                <a:cubicBezTo>
                  <a:pt x="56134" y="2662"/>
                  <a:pt x="56049" y="2399"/>
                  <a:pt x="55880" y="2213"/>
                </a:cubicBezTo>
                <a:cubicBezTo>
                  <a:pt x="55712" y="2027"/>
                  <a:pt x="55455" y="1934"/>
                  <a:pt x="55111" y="1934"/>
                </a:cubicBezTo>
                <a:cubicBezTo>
                  <a:pt x="54764" y="1934"/>
                  <a:pt x="54488" y="2037"/>
                  <a:pt x="54283" y="2241"/>
                </a:cubicBezTo>
                <a:cubicBezTo>
                  <a:pt x="54078" y="2445"/>
                  <a:pt x="53961" y="2699"/>
                  <a:pt x="53934" y="3002"/>
                </a:cubicBezTo>
                <a:lnTo>
                  <a:pt x="56137" y="3002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CA5BB0A-0A5A-4157-B98E-7476EC7D7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583" y="1079361"/>
            <a:ext cx="45411" cy="19520"/>
          </a:xfrm>
          <a:custGeom xmlns:a="http://schemas.openxmlformats.org/drawingml/2006/main">
            <a:pathLst>
              <a:path w="45411" h="19520">
                <a:moveTo>
                  <a:pt x="0" y="0"/>
                </a:moveTo>
                <a:lnTo>
                  <a:pt x="45411" y="0"/>
                </a:lnTo>
                <a:lnTo>
                  <a:pt x="45411" y="19520"/>
                </a:lnTo>
                <a:lnTo>
                  <a:pt x="0" y="1952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014481A-7067-4598-B1F0-C6359B5BA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583" y="1079362"/>
            <a:ext cx="45411" cy="19519"/>
          </a:xfrm>
          <a:custGeom xmlns:a="http://schemas.openxmlformats.org/drawingml/2006/main">
            <a:pathLst>
              <a:path w="45411" h="19519" fill="none">
                <a:moveTo>
                  <a:pt x="0" y="0"/>
                </a:moveTo>
                <a:lnTo>
                  <a:pt x="45411" y="0"/>
                </a:lnTo>
                <a:lnTo>
                  <a:pt x="45411" y="19519"/>
                </a:lnTo>
                <a:lnTo>
                  <a:pt x="0" y="195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69" name="Text Gesneriaceae">
            <a:extLst xmlns:a="http://schemas.openxmlformats.org/drawingml/2006/main">
              <a:ext uri="{FF2B5EF4-FFF2-40B4-BE49-F238E27FC236}">
                <a16:creationId xmlns:a16="http://schemas.microsoft.com/office/drawing/2014/main" id="{C99FB6A1-B716-4F9B-B0AE-E534983AE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5454" y="1081160"/>
            <a:ext cx="44254" cy="5045"/>
          </a:xfrm>
          <a:custGeom xmlns:a="http://schemas.openxmlformats.org/drawingml/2006/main">
            <a:pathLst>
              <a:path w="44254" h="5045">
                <a:moveTo>
                  <a:pt x="4325" y="4591"/>
                </a:moveTo>
                <a:cubicBezTo>
                  <a:pt x="4060" y="4713"/>
                  <a:pt x="3770" y="4819"/>
                  <a:pt x="3456" y="4909"/>
                </a:cubicBezTo>
                <a:cubicBezTo>
                  <a:pt x="3142" y="5000"/>
                  <a:pt x="2839" y="5045"/>
                  <a:pt x="2545" y="5045"/>
                </a:cubicBezTo>
                <a:cubicBezTo>
                  <a:pt x="2167" y="5045"/>
                  <a:pt x="1821" y="4993"/>
                  <a:pt x="1506" y="4888"/>
                </a:cubicBezTo>
                <a:cubicBezTo>
                  <a:pt x="1191" y="4784"/>
                  <a:pt x="922" y="4627"/>
                  <a:pt x="701" y="4418"/>
                </a:cubicBezTo>
                <a:cubicBezTo>
                  <a:pt x="477" y="4207"/>
                  <a:pt x="304" y="3943"/>
                  <a:pt x="183" y="3626"/>
                </a:cubicBezTo>
                <a:cubicBezTo>
                  <a:pt x="61" y="3309"/>
                  <a:pt x="0" y="2939"/>
                  <a:pt x="0" y="2514"/>
                </a:cubicBezTo>
                <a:cubicBezTo>
                  <a:pt x="0" y="1737"/>
                  <a:pt x="227" y="1124"/>
                  <a:pt x="680" y="674"/>
                </a:cubicBezTo>
                <a:cubicBezTo>
                  <a:pt x="1133" y="225"/>
                  <a:pt x="1754" y="0"/>
                  <a:pt x="2545" y="0"/>
                </a:cubicBezTo>
                <a:cubicBezTo>
                  <a:pt x="2821" y="0"/>
                  <a:pt x="3103" y="33"/>
                  <a:pt x="3391" y="99"/>
                </a:cubicBezTo>
                <a:cubicBezTo>
                  <a:pt x="3679" y="165"/>
                  <a:pt x="3989" y="277"/>
                  <a:pt x="4321" y="435"/>
                </a:cubicBezTo>
                <a:lnTo>
                  <a:pt x="4321" y="1199"/>
                </a:lnTo>
                <a:lnTo>
                  <a:pt x="4263" y="1199"/>
                </a:lnTo>
                <a:cubicBezTo>
                  <a:pt x="4195" y="1148"/>
                  <a:pt x="4098" y="1081"/>
                  <a:pt x="3970" y="998"/>
                </a:cubicBezTo>
                <a:cubicBezTo>
                  <a:pt x="3841" y="915"/>
                  <a:pt x="3715" y="846"/>
                  <a:pt x="3591" y="791"/>
                </a:cubicBezTo>
                <a:cubicBezTo>
                  <a:pt x="3442" y="725"/>
                  <a:pt x="3272" y="670"/>
                  <a:pt x="3081" y="626"/>
                </a:cubicBezTo>
                <a:cubicBezTo>
                  <a:pt x="2891" y="582"/>
                  <a:pt x="2676" y="561"/>
                  <a:pt x="2434" y="561"/>
                </a:cubicBezTo>
                <a:cubicBezTo>
                  <a:pt x="1891" y="561"/>
                  <a:pt x="1462" y="735"/>
                  <a:pt x="1146" y="1083"/>
                </a:cubicBezTo>
                <a:cubicBezTo>
                  <a:pt x="829" y="1432"/>
                  <a:pt x="671" y="1903"/>
                  <a:pt x="671" y="2498"/>
                </a:cubicBezTo>
                <a:cubicBezTo>
                  <a:pt x="671" y="3125"/>
                  <a:pt x="836" y="3613"/>
                  <a:pt x="1167" y="3962"/>
                </a:cubicBezTo>
                <a:cubicBezTo>
                  <a:pt x="1497" y="4310"/>
                  <a:pt x="1947" y="4484"/>
                  <a:pt x="2516" y="4484"/>
                </a:cubicBezTo>
                <a:cubicBezTo>
                  <a:pt x="2725" y="4484"/>
                  <a:pt x="2933" y="4464"/>
                  <a:pt x="3140" y="4423"/>
                </a:cubicBezTo>
                <a:cubicBezTo>
                  <a:pt x="3348" y="4381"/>
                  <a:pt x="3530" y="4328"/>
                  <a:pt x="3686" y="4263"/>
                </a:cubicBezTo>
                <a:lnTo>
                  <a:pt x="3686" y="3077"/>
                </a:lnTo>
                <a:lnTo>
                  <a:pt x="2386" y="3077"/>
                </a:lnTo>
                <a:lnTo>
                  <a:pt x="2386" y="2503"/>
                </a:lnTo>
                <a:lnTo>
                  <a:pt x="4325" y="2503"/>
                </a:lnTo>
                <a:lnTo>
                  <a:pt x="4325" y="4591"/>
                </a:lnTo>
                <a:close/>
                <a:moveTo>
                  <a:pt x="8451" y="3181"/>
                </a:moveTo>
                <a:lnTo>
                  <a:pt x="5768" y="3181"/>
                </a:lnTo>
                <a:cubicBezTo>
                  <a:pt x="5768" y="3405"/>
                  <a:pt x="5802" y="3601"/>
                  <a:pt x="5869" y="3767"/>
                </a:cubicBezTo>
                <a:cubicBezTo>
                  <a:pt x="5937" y="3934"/>
                  <a:pt x="6029" y="4071"/>
                  <a:pt x="6146" y="4177"/>
                </a:cubicBezTo>
                <a:cubicBezTo>
                  <a:pt x="6259" y="4282"/>
                  <a:pt x="6394" y="4360"/>
                  <a:pt x="6549" y="4413"/>
                </a:cubicBezTo>
                <a:cubicBezTo>
                  <a:pt x="6704" y="4465"/>
                  <a:pt x="6875" y="4491"/>
                  <a:pt x="7062" y="4491"/>
                </a:cubicBezTo>
                <a:cubicBezTo>
                  <a:pt x="7310" y="4491"/>
                  <a:pt x="7559" y="4441"/>
                  <a:pt x="7810" y="4342"/>
                </a:cubicBezTo>
                <a:cubicBezTo>
                  <a:pt x="8061" y="4242"/>
                  <a:pt x="8240" y="4144"/>
                  <a:pt x="8346" y="4048"/>
                </a:cubicBezTo>
                <a:lnTo>
                  <a:pt x="8379" y="4048"/>
                </a:lnTo>
                <a:lnTo>
                  <a:pt x="8379" y="4718"/>
                </a:lnTo>
                <a:cubicBezTo>
                  <a:pt x="8172" y="4805"/>
                  <a:pt x="7962" y="4878"/>
                  <a:pt x="7747" y="4937"/>
                </a:cubicBezTo>
                <a:cubicBezTo>
                  <a:pt x="7531" y="4996"/>
                  <a:pt x="7306" y="5025"/>
                  <a:pt x="7069" y="5025"/>
                </a:cubicBezTo>
                <a:cubicBezTo>
                  <a:pt x="6465" y="5025"/>
                  <a:pt x="5993" y="4862"/>
                  <a:pt x="5654" y="4534"/>
                </a:cubicBezTo>
                <a:cubicBezTo>
                  <a:pt x="5315" y="4207"/>
                  <a:pt x="5146" y="3741"/>
                  <a:pt x="5146" y="3138"/>
                </a:cubicBezTo>
                <a:cubicBezTo>
                  <a:pt x="5146" y="2542"/>
                  <a:pt x="5308" y="2069"/>
                  <a:pt x="5633" y="1718"/>
                </a:cubicBezTo>
                <a:cubicBezTo>
                  <a:pt x="5958" y="1368"/>
                  <a:pt x="6385" y="1193"/>
                  <a:pt x="6916" y="1193"/>
                </a:cubicBezTo>
                <a:cubicBezTo>
                  <a:pt x="7407" y="1193"/>
                  <a:pt x="7785" y="1336"/>
                  <a:pt x="8051" y="1624"/>
                </a:cubicBezTo>
                <a:cubicBezTo>
                  <a:pt x="8317" y="1911"/>
                  <a:pt x="8451" y="2319"/>
                  <a:pt x="8451" y="2848"/>
                </a:cubicBezTo>
                <a:lnTo>
                  <a:pt x="8451" y="3181"/>
                </a:lnTo>
                <a:moveTo>
                  <a:pt x="7854" y="2712"/>
                </a:moveTo>
                <a:cubicBezTo>
                  <a:pt x="7852" y="2390"/>
                  <a:pt x="7771" y="2141"/>
                  <a:pt x="7611" y="1965"/>
                </a:cubicBezTo>
                <a:cubicBezTo>
                  <a:pt x="7452" y="1789"/>
                  <a:pt x="7209" y="1701"/>
                  <a:pt x="6883" y="1701"/>
                </a:cubicBezTo>
                <a:cubicBezTo>
                  <a:pt x="6555" y="1701"/>
                  <a:pt x="6294" y="1798"/>
                  <a:pt x="6099" y="1991"/>
                </a:cubicBezTo>
                <a:cubicBezTo>
                  <a:pt x="5905" y="2185"/>
                  <a:pt x="5794" y="2425"/>
                  <a:pt x="5768" y="2712"/>
                </a:cubicBezTo>
                <a:lnTo>
                  <a:pt x="7854" y="2712"/>
                </a:lnTo>
                <a:close/>
                <a:moveTo>
                  <a:pt x="11980" y="3889"/>
                </a:moveTo>
                <a:cubicBezTo>
                  <a:pt x="11980" y="4221"/>
                  <a:pt x="11843" y="4494"/>
                  <a:pt x="11568" y="4706"/>
                </a:cubicBezTo>
                <a:cubicBezTo>
                  <a:pt x="11293" y="4919"/>
                  <a:pt x="10918" y="5025"/>
                  <a:pt x="10442" y="5025"/>
                </a:cubicBezTo>
                <a:cubicBezTo>
                  <a:pt x="10172" y="5025"/>
                  <a:pt x="9925" y="4993"/>
                  <a:pt x="9700" y="4929"/>
                </a:cubicBezTo>
                <a:cubicBezTo>
                  <a:pt x="9475" y="4865"/>
                  <a:pt x="9287" y="4794"/>
                  <a:pt x="9135" y="4718"/>
                </a:cubicBezTo>
                <a:lnTo>
                  <a:pt x="9135" y="4028"/>
                </a:lnTo>
                <a:lnTo>
                  <a:pt x="9167" y="4028"/>
                </a:lnTo>
                <a:cubicBezTo>
                  <a:pt x="9361" y="4176"/>
                  <a:pt x="9576" y="4293"/>
                  <a:pt x="9813" y="4380"/>
                </a:cubicBezTo>
                <a:cubicBezTo>
                  <a:pt x="10050" y="4467"/>
                  <a:pt x="10277" y="4511"/>
                  <a:pt x="10494" y="4511"/>
                </a:cubicBezTo>
                <a:cubicBezTo>
                  <a:pt x="10763" y="4511"/>
                  <a:pt x="10974" y="4467"/>
                  <a:pt x="11126" y="4380"/>
                </a:cubicBezTo>
                <a:cubicBezTo>
                  <a:pt x="11278" y="4292"/>
                  <a:pt x="11354" y="4155"/>
                  <a:pt x="11354" y="3967"/>
                </a:cubicBezTo>
                <a:cubicBezTo>
                  <a:pt x="11354" y="3824"/>
                  <a:pt x="11313" y="3715"/>
                  <a:pt x="11230" y="3642"/>
                </a:cubicBezTo>
                <a:cubicBezTo>
                  <a:pt x="11148" y="3568"/>
                  <a:pt x="10989" y="3505"/>
                  <a:pt x="10755" y="3453"/>
                </a:cubicBezTo>
                <a:cubicBezTo>
                  <a:pt x="10668" y="3433"/>
                  <a:pt x="10554" y="3410"/>
                  <a:pt x="10414" y="3384"/>
                </a:cubicBezTo>
                <a:cubicBezTo>
                  <a:pt x="10274" y="3358"/>
                  <a:pt x="10146" y="3330"/>
                  <a:pt x="10031" y="3300"/>
                </a:cubicBezTo>
                <a:cubicBezTo>
                  <a:pt x="9712" y="3215"/>
                  <a:pt x="9485" y="3091"/>
                  <a:pt x="9352" y="2927"/>
                </a:cubicBezTo>
                <a:cubicBezTo>
                  <a:pt x="9218" y="2763"/>
                  <a:pt x="9151" y="2562"/>
                  <a:pt x="9151" y="2323"/>
                </a:cubicBezTo>
                <a:cubicBezTo>
                  <a:pt x="9151" y="2173"/>
                  <a:pt x="9182" y="2032"/>
                  <a:pt x="9244" y="1900"/>
                </a:cubicBezTo>
                <a:cubicBezTo>
                  <a:pt x="9306" y="1767"/>
                  <a:pt x="9400" y="1649"/>
                  <a:pt x="9526" y="1544"/>
                </a:cubicBezTo>
                <a:cubicBezTo>
                  <a:pt x="9648" y="1442"/>
                  <a:pt x="9802" y="1362"/>
                  <a:pt x="9990" y="1302"/>
                </a:cubicBezTo>
                <a:cubicBezTo>
                  <a:pt x="10178" y="1242"/>
                  <a:pt x="10388" y="1212"/>
                  <a:pt x="10621" y="1212"/>
                </a:cubicBezTo>
                <a:cubicBezTo>
                  <a:pt x="10838" y="1212"/>
                  <a:pt x="11058" y="1239"/>
                  <a:pt x="11281" y="1292"/>
                </a:cubicBezTo>
                <a:cubicBezTo>
                  <a:pt x="11504" y="1345"/>
                  <a:pt x="11689" y="1409"/>
                  <a:pt x="11837" y="1485"/>
                </a:cubicBezTo>
                <a:lnTo>
                  <a:pt x="11837" y="2138"/>
                </a:lnTo>
                <a:lnTo>
                  <a:pt x="11804" y="2138"/>
                </a:lnTo>
                <a:cubicBezTo>
                  <a:pt x="11648" y="2023"/>
                  <a:pt x="11457" y="1926"/>
                  <a:pt x="11234" y="1846"/>
                </a:cubicBezTo>
                <a:cubicBezTo>
                  <a:pt x="11010" y="1767"/>
                  <a:pt x="10790" y="1727"/>
                  <a:pt x="10575" y="1727"/>
                </a:cubicBezTo>
                <a:cubicBezTo>
                  <a:pt x="10352" y="1727"/>
                  <a:pt x="10163" y="1770"/>
                  <a:pt x="10008" y="1857"/>
                </a:cubicBezTo>
                <a:cubicBezTo>
                  <a:pt x="9854" y="1943"/>
                  <a:pt x="9777" y="2071"/>
                  <a:pt x="9777" y="2241"/>
                </a:cubicBezTo>
                <a:cubicBezTo>
                  <a:pt x="9777" y="2391"/>
                  <a:pt x="9824" y="2504"/>
                  <a:pt x="9917" y="2580"/>
                </a:cubicBezTo>
                <a:cubicBezTo>
                  <a:pt x="10008" y="2656"/>
                  <a:pt x="10156" y="2718"/>
                  <a:pt x="10360" y="2766"/>
                </a:cubicBezTo>
                <a:cubicBezTo>
                  <a:pt x="10473" y="2792"/>
                  <a:pt x="10600" y="2818"/>
                  <a:pt x="10740" y="2844"/>
                </a:cubicBezTo>
                <a:cubicBezTo>
                  <a:pt x="10880" y="2870"/>
                  <a:pt x="10997" y="2894"/>
                  <a:pt x="11090" y="2915"/>
                </a:cubicBezTo>
                <a:cubicBezTo>
                  <a:pt x="11375" y="2981"/>
                  <a:pt x="11594" y="3092"/>
                  <a:pt x="11749" y="3251"/>
                </a:cubicBezTo>
                <a:cubicBezTo>
                  <a:pt x="11903" y="3411"/>
                  <a:pt x="11980" y="3624"/>
                  <a:pt x="11980" y="3889"/>
                </a:cubicBezTo>
                <a:close/>
                <a:moveTo>
                  <a:pt x="15901" y="4941"/>
                </a:moveTo>
                <a:lnTo>
                  <a:pt x="15288" y="4941"/>
                </a:lnTo>
                <a:lnTo>
                  <a:pt x="15288" y="2866"/>
                </a:lnTo>
                <a:cubicBezTo>
                  <a:pt x="15288" y="2698"/>
                  <a:pt x="15278" y="2541"/>
                  <a:pt x="15258" y="2394"/>
                </a:cubicBezTo>
                <a:cubicBezTo>
                  <a:pt x="15239" y="2248"/>
                  <a:pt x="15203" y="2133"/>
                  <a:pt x="15151" y="2050"/>
                </a:cubicBezTo>
                <a:cubicBezTo>
                  <a:pt x="15097" y="1959"/>
                  <a:pt x="15018" y="1891"/>
                  <a:pt x="14916" y="1846"/>
                </a:cubicBezTo>
                <a:cubicBezTo>
                  <a:pt x="14814" y="1802"/>
                  <a:pt x="14682" y="1779"/>
                  <a:pt x="14519" y="1779"/>
                </a:cubicBezTo>
                <a:cubicBezTo>
                  <a:pt x="14351" y="1779"/>
                  <a:pt x="14176" y="1821"/>
                  <a:pt x="13994" y="1903"/>
                </a:cubicBezTo>
                <a:cubicBezTo>
                  <a:pt x="13811" y="1986"/>
                  <a:pt x="13637" y="2092"/>
                  <a:pt x="13469" y="2220"/>
                </a:cubicBezTo>
                <a:lnTo>
                  <a:pt x="13469" y="4941"/>
                </a:lnTo>
                <a:lnTo>
                  <a:pt x="12857" y="4941"/>
                </a:lnTo>
                <a:lnTo>
                  <a:pt x="12857" y="1297"/>
                </a:lnTo>
                <a:lnTo>
                  <a:pt x="13469" y="1297"/>
                </a:lnTo>
                <a:lnTo>
                  <a:pt x="13469" y="1699"/>
                </a:lnTo>
                <a:cubicBezTo>
                  <a:pt x="13660" y="1540"/>
                  <a:pt x="13858" y="1416"/>
                  <a:pt x="14062" y="1327"/>
                </a:cubicBezTo>
                <a:cubicBezTo>
                  <a:pt x="14267" y="1237"/>
                  <a:pt x="14476" y="1193"/>
                  <a:pt x="14691" y="1193"/>
                </a:cubicBezTo>
                <a:cubicBezTo>
                  <a:pt x="15085" y="1193"/>
                  <a:pt x="15384" y="1311"/>
                  <a:pt x="15591" y="1549"/>
                </a:cubicBezTo>
                <a:cubicBezTo>
                  <a:pt x="15797" y="1786"/>
                  <a:pt x="15901" y="2128"/>
                  <a:pt x="15901" y="2574"/>
                </a:cubicBezTo>
                <a:lnTo>
                  <a:pt x="15901" y="4941"/>
                </a:lnTo>
                <a:close/>
                <a:moveTo>
                  <a:pt x="20127" y="3181"/>
                </a:moveTo>
                <a:lnTo>
                  <a:pt x="17445" y="3181"/>
                </a:lnTo>
                <a:cubicBezTo>
                  <a:pt x="17445" y="3405"/>
                  <a:pt x="17479" y="3601"/>
                  <a:pt x="17546" y="3767"/>
                </a:cubicBezTo>
                <a:cubicBezTo>
                  <a:pt x="17614" y="3934"/>
                  <a:pt x="17706" y="4071"/>
                  <a:pt x="17823" y="4177"/>
                </a:cubicBezTo>
                <a:cubicBezTo>
                  <a:pt x="17936" y="4282"/>
                  <a:pt x="18070" y="4360"/>
                  <a:pt x="18226" y="4413"/>
                </a:cubicBezTo>
                <a:cubicBezTo>
                  <a:pt x="18381" y="4465"/>
                  <a:pt x="18552" y="4491"/>
                  <a:pt x="18739" y="4491"/>
                </a:cubicBezTo>
                <a:cubicBezTo>
                  <a:pt x="18987" y="4491"/>
                  <a:pt x="19236" y="4441"/>
                  <a:pt x="19487" y="4342"/>
                </a:cubicBezTo>
                <a:cubicBezTo>
                  <a:pt x="19738" y="4242"/>
                  <a:pt x="19917" y="4144"/>
                  <a:pt x="20023" y="4048"/>
                </a:cubicBezTo>
                <a:lnTo>
                  <a:pt x="20056" y="4048"/>
                </a:lnTo>
                <a:lnTo>
                  <a:pt x="20056" y="4718"/>
                </a:lnTo>
                <a:cubicBezTo>
                  <a:pt x="19849" y="4805"/>
                  <a:pt x="19639" y="4878"/>
                  <a:pt x="19423" y="4937"/>
                </a:cubicBezTo>
                <a:cubicBezTo>
                  <a:pt x="19208" y="4996"/>
                  <a:pt x="18982" y="5025"/>
                  <a:pt x="18746" y="5025"/>
                </a:cubicBezTo>
                <a:cubicBezTo>
                  <a:pt x="18142" y="5025"/>
                  <a:pt x="17670" y="4862"/>
                  <a:pt x="17331" y="4534"/>
                </a:cubicBezTo>
                <a:cubicBezTo>
                  <a:pt x="16992" y="4207"/>
                  <a:pt x="16823" y="3741"/>
                  <a:pt x="16823" y="3138"/>
                </a:cubicBezTo>
                <a:cubicBezTo>
                  <a:pt x="16823" y="2542"/>
                  <a:pt x="16985" y="2069"/>
                  <a:pt x="17310" y="1718"/>
                </a:cubicBezTo>
                <a:cubicBezTo>
                  <a:pt x="17635" y="1368"/>
                  <a:pt x="18062" y="1193"/>
                  <a:pt x="18592" y="1193"/>
                </a:cubicBezTo>
                <a:cubicBezTo>
                  <a:pt x="19083" y="1193"/>
                  <a:pt x="19462" y="1336"/>
                  <a:pt x="19728" y="1624"/>
                </a:cubicBezTo>
                <a:cubicBezTo>
                  <a:pt x="19994" y="1911"/>
                  <a:pt x="20127" y="2319"/>
                  <a:pt x="20127" y="2848"/>
                </a:cubicBezTo>
                <a:lnTo>
                  <a:pt x="20127" y="3181"/>
                </a:lnTo>
                <a:moveTo>
                  <a:pt x="19531" y="2712"/>
                </a:moveTo>
                <a:cubicBezTo>
                  <a:pt x="19529" y="2390"/>
                  <a:pt x="19448" y="2141"/>
                  <a:pt x="19288" y="1965"/>
                </a:cubicBezTo>
                <a:cubicBezTo>
                  <a:pt x="19129" y="1789"/>
                  <a:pt x="18886" y="1701"/>
                  <a:pt x="18560" y="1701"/>
                </a:cubicBezTo>
                <a:cubicBezTo>
                  <a:pt x="18232" y="1701"/>
                  <a:pt x="17970" y="1798"/>
                  <a:pt x="17776" y="1991"/>
                </a:cubicBezTo>
                <a:cubicBezTo>
                  <a:pt x="17582" y="2185"/>
                  <a:pt x="17471" y="2425"/>
                  <a:pt x="17445" y="2712"/>
                </a:cubicBezTo>
                <a:lnTo>
                  <a:pt x="19531" y="2712"/>
                </a:lnTo>
                <a:close/>
                <a:moveTo>
                  <a:pt x="23328" y="1962"/>
                </a:moveTo>
                <a:lnTo>
                  <a:pt x="23295" y="1962"/>
                </a:lnTo>
                <a:cubicBezTo>
                  <a:pt x="23204" y="1941"/>
                  <a:pt x="23116" y="1926"/>
                  <a:pt x="23030" y="1917"/>
                </a:cubicBezTo>
                <a:cubicBezTo>
                  <a:pt x="22944" y="1908"/>
                  <a:pt x="22842" y="1903"/>
                  <a:pt x="22725" y="1903"/>
                </a:cubicBezTo>
                <a:cubicBezTo>
                  <a:pt x="22536" y="1903"/>
                  <a:pt x="22354" y="1945"/>
                  <a:pt x="22178" y="2029"/>
                </a:cubicBezTo>
                <a:cubicBezTo>
                  <a:pt x="22002" y="2113"/>
                  <a:pt x="21832" y="2221"/>
                  <a:pt x="21669" y="2354"/>
                </a:cubicBezTo>
                <a:lnTo>
                  <a:pt x="21669" y="4941"/>
                </a:lnTo>
                <a:lnTo>
                  <a:pt x="21056" y="4941"/>
                </a:lnTo>
                <a:lnTo>
                  <a:pt x="21056" y="1297"/>
                </a:lnTo>
                <a:lnTo>
                  <a:pt x="21669" y="1297"/>
                </a:lnTo>
                <a:lnTo>
                  <a:pt x="21669" y="1835"/>
                </a:lnTo>
                <a:cubicBezTo>
                  <a:pt x="21912" y="1640"/>
                  <a:pt x="22127" y="1501"/>
                  <a:pt x="22313" y="1419"/>
                </a:cubicBezTo>
                <a:cubicBezTo>
                  <a:pt x="22499" y="1338"/>
                  <a:pt x="22688" y="1297"/>
                  <a:pt x="22882" y="1297"/>
                </a:cubicBezTo>
                <a:cubicBezTo>
                  <a:pt x="22988" y="1297"/>
                  <a:pt x="23065" y="1300"/>
                  <a:pt x="23113" y="1305"/>
                </a:cubicBezTo>
                <a:cubicBezTo>
                  <a:pt x="23161" y="1311"/>
                  <a:pt x="23232" y="1321"/>
                  <a:pt x="23328" y="1336"/>
                </a:cubicBezTo>
                <a:lnTo>
                  <a:pt x="23328" y="1962"/>
                </a:lnTo>
                <a:close/>
                <a:moveTo>
                  <a:pt x="24563" y="691"/>
                </a:moveTo>
                <a:lnTo>
                  <a:pt x="23872" y="691"/>
                </a:lnTo>
                <a:lnTo>
                  <a:pt x="23872" y="52"/>
                </a:lnTo>
                <a:lnTo>
                  <a:pt x="24563" y="52"/>
                </a:lnTo>
                <a:lnTo>
                  <a:pt x="24563" y="691"/>
                </a:lnTo>
                <a:moveTo>
                  <a:pt x="24524" y="4941"/>
                </a:moveTo>
                <a:lnTo>
                  <a:pt x="23911" y="4941"/>
                </a:lnTo>
                <a:lnTo>
                  <a:pt x="23911" y="1297"/>
                </a:lnTo>
                <a:lnTo>
                  <a:pt x="24524" y="1297"/>
                </a:lnTo>
                <a:lnTo>
                  <a:pt x="24524" y="4941"/>
                </a:lnTo>
                <a:close/>
                <a:moveTo>
                  <a:pt x="28565" y="4941"/>
                </a:moveTo>
                <a:lnTo>
                  <a:pt x="27956" y="4941"/>
                </a:lnTo>
                <a:lnTo>
                  <a:pt x="27956" y="4556"/>
                </a:lnTo>
                <a:cubicBezTo>
                  <a:pt x="27901" y="4593"/>
                  <a:pt x="27828" y="4644"/>
                  <a:pt x="27736" y="4711"/>
                </a:cubicBezTo>
                <a:cubicBezTo>
                  <a:pt x="27643" y="4777"/>
                  <a:pt x="27554" y="4830"/>
                  <a:pt x="27467" y="4869"/>
                </a:cubicBezTo>
                <a:cubicBezTo>
                  <a:pt x="27365" y="4919"/>
                  <a:pt x="27247" y="4961"/>
                  <a:pt x="27115" y="4994"/>
                </a:cubicBezTo>
                <a:cubicBezTo>
                  <a:pt x="26982" y="5028"/>
                  <a:pt x="26827" y="5045"/>
                  <a:pt x="26649" y="5045"/>
                </a:cubicBezTo>
                <a:cubicBezTo>
                  <a:pt x="26321" y="5045"/>
                  <a:pt x="26043" y="4936"/>
                  <a:pt x="25814" y="4719"/>
                </a:cubicBezTo>
                <a:cubicBezTo>
                  <a:pt x="25586" y="4501"/>
                  <a:pt x="25472" y="4224"/>
                  <a:pt x="25472" y="3886"/>
                </a:cubicBezTo>
                <a:cubicBezTo>
                  <a:pt x="25472" y="3610"/>
                  <a:pt x="25531" y="3387"/>
                  <a:pt x="25650" y="3216"/>
                </a:cubicBezTo>
                <a:cubicBezTo>
                  <a:pt x="25768" y="3045"/>
                  <a:pt x="25937" y="2911"/>
                  <a:pt x="26157" y="2813"/>
                </a:cubicBezTo>
                <a:cubicBezTo>
                  <a:pt x="26378" y="2715"/>
                  <a:pt x="26644" y="2649"/>
                  <a:pt x="26955" y="2614"/>
                </a:cubicBezTo>
                <a:cubicBezTo>
                  <a:pt x="27266" y="2579"/>
                  <a:pt x="27599" y="2553"/>
                  <a:pt x="27956" y="2536"/>
                </a:cubicBezTo>
                <a:lnTo>
                  <a:pt x="27956" y="2440"/>
                </a:lnTo>
                <a:cubicBezTo>
                  <a:pt x="27956" y="2300"/>
                  <a:pt x="27931" y="2184"/>
                  <a:pt x="27882" y="2092"/>
                </a:cubicBezTo>
                <a:cubicBezTo>
                  <a:pt x="27833" y="2000"/>
                  <a:pt x="27763" y="1928"/>
                  <a:pt x="27672" y="1875"/>
                </a:cubicBezTo>
                <a:cubicBezTo>
                  <a:pt x="27585" y="1825"/>
                  <a:pt x="27481" y="1791"/>
                  <a:pt x="27359" y="1773"/>
                </a:cubicBezTo>
                <a:cubicBezTo>
                  <a:pt x="27238" y="1756"/>
                  <a:pt x="27110" y="1747"/>
                  <a:pt x="26978" y="1747"/>
                </a:cubicBezTo>
                <a:cubicBezTo>
                  <a:pt x="26817" y="1747"/>
                  <a:pt x="26638" y="1769"/>
                  <a:pt x="26440" y="1812"/>
                </a:cubicBezTo>
                <a:cubicBezTo>
                  <a:pt x="26242" y="1856"/>
                  <a:pt x="26038" y="1919"/>
                  <a:pt x="25827" y="2001"/>
                </a:cubicBezTo>
                <a:lnTo>
                  <a:pt x="25795" y="2001"/>
                </a:lnTo>
                <a:lnTo>
                  <a:pt x="25795" y="1379"/>
                </a:lnTo>
                <a:cubicBezTo>
                  <a:pt x="25914" y="1346"/>
                  <a:pt x="26087" y="1310"/>
                  <a:pt x="26313" y="1271"/>
                </a:cubicBezTo>
                <a:cubicBezTo>
                  <a:pt x="26539" y="1232"/>
                  <a:pt x="26762" y="1212"/>
                  <a:pt x="26981" y="1212"/>
                </a:cubicBezTo>
                <a:cubicBezTo>
                  <a:pt x="27238" y="1212"/>
                  <a:pt x="27461" y="1234"/>
                  <a:pt x="27651" y="1276"/>
                </a:cubicBezTo>
                <a:cubicBezTo>
                  <a:pt x="27841" y="1318"/>
                  <a:pt x="28006" y="1391"/>
                  <a:pt x="28145" y="1493"/>
                </a:cubicBezTo>
                <a:cubicBezTo>
                  <a:pt x="28281" y="1593"/>
                  <a:pt x="28386" y="1722"/>
                  <a:pt x="28457" y="1880"/>
                </a:cubicBezTo>
                <a:cubicBezTo>
                  <a:pt x="28529" y="2039"/>
                  <a:pt x="28565" y="2236"/>
                  <a:pt x="28565" y="2470"/>
                </a:cubicBezTo>
                <a:lnTo>
                  <a:pt x="28565" y="4941"/>
                </a:lnTo>
                <a:moveTo>
                  <a:pt x="27956" y="4049"/>
                </a:moveTo>
                <a:lnTo>
                  <a:pt x="27956" y="3031"/>
                </a:lnTo>
                <a:cubicBezTo>
                  <a:pt x="27769" y="3042"/>
                  <a:pt x="27549" y="3058"/>
                  <a:pt x="27296" y="3080"/>
                </a:cubicBezTo>
                <a:cubicBezTo>
                  <a:pt x="27043" y="3102"/>
                  <a:pt x="26842" y="3133"/>
                  <a:pt x="26694" y="3175"/>
                </a:cubicBezTo>
                <a:cubicBezTo>
                  <a:pt x="26518" y="3225"/>
                  <a:pt x="26376" y="3303"/>
                  <a:pt x="26267" y="3409"/>
                </a:cubicBezTo>
                <a:cubicBezTo>
                  <a:pt x="26159" y="3515"/>
                  <a:pt x="26104" y="3661"/>
                  <a:pt x="26104" y="3846"/>
                </a:cubicBezTo>
                <a:cubicBezTo>
                  <a:pt x="26104" y="4056"/>
                  <a:pt x="26167" y="4213"/>
                  <a:pt x="26293" y="4319"/>
                </a:cubicBezTo>
                <a:cubicBezTo>
                  <a:pt x="26419" y="4425"/>
                  <a:pt x="26612" y="4478"/>
                  <a:pt x="26870" y="4478"/>
                </a:cubicBezTo>
                <a:cubicBezTo>
                  <a:pt x="27085" y="4478"/>
                  <a:pt x="27282" y="4436"/>
                  <a:pt x="27460" y="4352"/>
                </a:cubicBezTo>
                <a:cubicBezTo>
                  <a:pt x="27638" y="4268"/>
                  <a:pt x="27803" y="4167"/>
                  <a:pt x="27956" y="4049"/>
                </a:cubicBezTo>
                <a:close/>
                <a:moveTo>
                  <a:pt x="32437" y="4716"/>
                </a:moveTo>
                <a:cubicBezTo>
                  <a:pt x="32233" y="4814"/>
                  <a:pt x="32039" y="4890"/>
                  <a:pt x="31855" y="4944"/>
                </a:cubicBezTo>
                <a:cubicBezTo>
                  <a:pt x="31672" y="4998"/>
                  <a:pt x="31477" y="5025"/>
                  <a:pt x="31270" y="5025"/>
                </a:cubicBezTo>
                <a:cubicBezTo>
                  <a:pt x="31007" y="5025"/>
                  <a:pt x="30766" y="4987"/>
                  <a:pt x="30547" y="4910"/>
                </a:cubicBezTo>
                <a:cubicBezTo>
                  <a:pt x="30327" y="4832"/>
                  <a:pt x="30139" y="4715"/>
                  <a:pt x="29983" y="4559"/>
                </a:cubicBezTo>
                <a:cubicBezTo>
                  <a:pt x="29824" y="4402"/>
                  <a:pt x="29702" y="4204"/>
                  <a:pt x="29615" y="3964"/>
                </a:cubicBezTo>
                <a:cubicBezTo>
                  <a:pt x="29528" y="3725"/>
                  <a:pt x="29484" y="3445"/>
                  <a:pt x="29484" y="3125"/>
                </a:cubicBezTo>
                <a:cubicBezTo>
                  <a:pt x="29484" y="2529"/>
                  <a:pt x="29648" y="2061"/>
                  <a:pt x="29975" y="1722"/>
                </a:cubicBezTo>
                <a:cubicBezTo>
                  <a:pt x="30302" y="1382"/>
                  <a:pt x="30734" y="1212"/>
                  <a:pt x="31270" y="1212"/>
                </a:cubicBezTo>
                <a:cubicBezTo>
                  <a:pt x="31479" y="1212"/>
                  <a:pt x="31684" y="1242"/>
                  <a:pt x="31885" y="1300"/>
                </a:cubicBezTo>
                <a:cubicBezTo>
                  <a:pt x="32085" y="1359"/>
                  <a:pt x="32270" y="1431"/>
                  <a:pt x="32437" y="1515"/>
                </a:cubicBezTo>
                <a:lnTo>
                  <a:pt x="32437" y="2197"/>
                </a:lnTo>
                <a:lnTo>
                  <a:pt x="32404" y="2197"/>
                </a:lnTo>
                <a:cubicBezTo>
                  <a:pt x="32217" y="2052"/>
                  <a:pt x="32025" y="1941"/>
                  <a:pt x="31826" y="1863"/>
                </a:cubicBezTo>
                <a:cubicBezTo>
                  <a:pt x="31627" y="1786"/>
                  <a:pt x="31433" y="1747"/>
                  <a:pt x="31244" y="1747"/>
                </a:cubicBezTo>
                <a:cubicBezTo>
                  <a:pt x="30896" y="1747"/>
                  <a:pt x="30622" y="1864"/>
                  <a:pt x="30421" y="2097"/>
                </a:cubicBezTo>
                <a:cubicBezTo>
                  <a:pt x="30220" y="2331"/>
                  <a:pt x="30120" y="2673"/>
                  <a:pt x="30120" y="3125"/>
                </a:cubicBezTo>
                <a:cubicBezTo>
                  <a:pt x="30120" y="3564"/>
                  <a:pt x="30218" y="3902"/>
                  <a:pt x="30415" y="4137"/>
                </a:cubicBezTo>
                <a:cubicBezTo>
                  <a:pt x="30611" y="4373"/>
                  <a:pt x="30888" y="4491"/>
                  <a:pt x="31244" y="4491"/>
                </a:cubicBezTo>
                <a:cubicBezTo>
                  <a:pt x="31368" y="4491"/>
                  <a:pt x="31494" y="4475"/>
                  <a:pt x="31622" y="4442"/>
                </a:cubicBezTo>
                <a:cubicBezTo>
                  <a:pt x="31750" y="4410"/>
                  <a:pt x="31866" y="4368"/>
                  <a:pt x="31968" y="4316"/>
                </a:cubicBezTo>
                <a:cubicBezTo>
                  <a:pt x="32057" y="4271"/>
                  <a:pt x="32140" y="4223"/>
                  <a:pt x="32219" y="4172"/>
                </a:cubicBezTo>
                <a:cubicBezTo>
                  <a:pt x="32297" y="4122"/>
                  <a:pt x="32359" y="4078"/>
                  <a:pt x="32404" y="4041"/>
                </a:cubicBezTo>
                <a:lnTo>
                  <a:pt x="32437" y="4041"/>
                </a:lnTo>
                <a:lnTo>
                  <a:pt x="32437" y="4716"/>
                </a:lnTo>
                <a:close/>
                <a:moveTo>
                  <a:pt x="36269" y="3181"/>
                </a:moveTo>
                <a:lnTo>
                  <a:pt x="33587" y="3181"/>
                </a:lnTo>
                <a:cubicBezTo>
                  <a:pt x="33587" y="3405"/>
                  <a:pt x="33621" y="3601"/>
                  <a:pt x="33688" y="3767"/>
                </a:cubicBezTo>
                <a:cubicBezTo>
                  <a:pt x="33756" y="3934"/>
                  <a:pt x="33848" y="4071"/>
                  <a:pt x="33965" y="4177"/>
                </a:cubicBezTo>
                <a:cubicBezTo>
                  <a:pt x="34078" y="4282"/>
                  <a:pt x="34212" y="4360"/>
                  <a:pt x="34368" y="4413"/>
                </a:cubicBezTo>
                <a:cubicBezTo>
                  <a:pt x="34523" y="4465"/>
                  <a:pt x="34694" y="4491"/>
                  <a:pt x="34881" y="4491"/>
                </a:cubicBezTo>
                <a:cubicBezTo>
                  <a:pt x="35129" y="4491"/>
                  <a:pt x="35378" y="4441"/>
                  <a:pt x="35629" y="4342"/>
                </a:cubicBezTo>
                <a:cubicBezTo>
                  <a:pt x="35880" y="4242"/>
                  <a:pt x="36059" y="4144"/>
                  <a:pt x="36165" y="4048"/>
                </a:cubicBezTo>
                <a:lnTo>
                  <a:pt x="36198" y="4048"/>
                </a:lnTo>
                <a:lnTo>
                  <a:pt x="36198" y="4718"/>
                </a:lnTo>
                <a:cubicBezTo>
                  <a:pt x="35991" y="4805"/>
                  <a:pt x="35781" y="4878"/>
                  <a:pt x="35566" y="4937"/>
                </a:cubicBezTo>
                <a:cubicBezTo>
                  <a:pt x="35350" y="4996"/>
                  <a:pt x="35124" y="5025"/>
                  <a:pt x="34888" y="5025"/>
                </a:cubicBezTo>
                <a:cubicBezTo>
                  <a:pt x="34284" y="5025"/>
                  <a:pt x="33812" y="4862"/>
                  <a:pt x="33473" y="4534"/>
                </a:cubicBezTo>
                <a:cubicBezTo>
                  <a:pt x="33134" y="4207"/>
                  <a:pt x="32965" y="3741"/>
                  <a:pt x="32965" y="3138"/>
                </a:cubicBezTo>
                <a:cubicBezTo>
                  <a:pt x="32965" y="2542"/>
                  <a:pt x="33127" y="2069"/>
                  <a:pt x="33452" y="1718"/>
                </a:cubicBezTo>
                <a:cubicBezTo>
                  <a:pt x="33777" y="1368"/>
                  <a:pt x="34204" y="1193"/>
                  <a:pt x="34734" y="1193"/>
                </a:cubicBezTo>
                <a:cubicBezTo>
                  <a:pt x="35225" y="1193"/>
                  <a:pt x="35604" y="1336"/>
                  <a:pt x="35870" y="1624"/>
                </a:cubicBezTo>
                <a:cubicBezTo>
                  <a:pt x="36136" y="1911"/>
                  <a:pt x="36269" y="2319"/>
                  <a:pt x="36269" y="2848"/>
                </a:cubicBezTo>
                <a:lnTo>
                  <a:pt x="36269" y="3181"/>
                </a:lnTo>
                <a:moveTo>
                  <a:pt x="35673" y="2712"/>
                </a:moveTo>
                <a:cubicBezTo>
                  <a:pt x="35671" y="2390"/>
                  <a:pt x="35590" y="2141"/>
                  <a:pt x="35430" y="1965"/>
                </a:cubicBezTo>
                <a:cubicBezTo>
                  <a:pt x="35271" y="1789"/>
                  <a:pt x="35028" y="1701"/>
                  <a:pt x="34702" y="1701"/>
                </a:cubicBezTo>
                <a:cubicBezTo>
                  <a:pt x="34374" y="1701"/>
                  <a:pt x="34113" y="1798"/>
                  <a:pt x="33918" y="1991"/>
                </a:cubicBezTo>
                <a:cubicBezTo>
                  <a:pt x="33724" y="2185"/>
                  <a:pt x="33613" y="2425"/>
                  <a:pt x="33587" y="2712"/>
                </a:cubicBezTo>
                <a:lnTo>
                  <a:pt x="35673" y="2712"/>
                </a:lnTo>
                <a:close/>
                <a:moveTo>
                  <a:pt x="40027" y="4941"/>
                </a:moveTo>
                <a:lnTo>
                  <a:pt x="39418" y="4941"/>
                </a:lnTo>
                <a:lnTo>
                  <a:pt x="39418" y="4556"/>
                </a:lnTo>
                <a:cubicBezTo>
                  <a:pt x="39363" y="4593"/>
                  <a:pt x="39290" y="4644"/>
                  <a:pt x="39198" y="4711"/>
                </a:cubicBezTo>
                <a:cubicBezTo>
                  <a:pt x="39105" y="4777"/>
                  <a:pt x="39016" y="4830"/>
                  <a:pt x="38929" y="4869"/>
                </a:cubicBezTo>
                <a:cubicBezTo>
                  <a:pt x="38827" y="4919"/>
                  <a:pt x="38709" y="4961"/>
                  <a:pt x="38577" y="4994"/>
                </a:cubicBezTo>
                <a:cubicBezTo>
                  <a:pt x="38444" y="5028"/>
                  <a:pt x="38289" y="5045"/>
                  <a:pt x="38111" y="5045"/>
                </a:cubicBezTo>
                <a:cubicBezTo>
                  <a:pt x="37783" y="5045"/>
                  <a:pt x="37505" y="4936"/>
                  <a:pt x="37276" y="4719"/>
                </a:cubicBezTo>
                <a:cubicBezTo>
                  <a:pt x="37048" y="4501"/>
                  <a:pt x="36934" y="4224"/>
                  <a:pt x="36934" y="3886"/>
                </a:cubicBezTo>
                <a:cubicBezTo>
                  <a:pt x="36934" y="3610"/>
                  <a:pt x="36993" y="3387"/>
                  <a:pt x="37112" y="3216"/>
                </a:cubicBezTo>
                <a:cubicBezTo>
                  <a:pt x="37230" y="3045"/>
                  <a:pt x="37399" y="2911"/>
                  <a:pt x="37619" y="2813"/>
                </a:cubicBezTo>
                <a:cubicBezTo>
                  <a:pt x="37840" y="2715"/>
                  <a:pt x="38106" y="2649"/>
                  <a:pt x="38417" y="2614"/>
                </a:cubicBezTo>
                <a:cubicBezTo>
                  <a:pt x="38728" y="2579"/>
                  <a:pt x="39061" y="2553"/>
                  <a:pt x="39418" y="2536"/>
                </a:cubicBezTo>
                <a:lnTo>
                  <a:pt x="39418" y="2440"/>
                </a:lnTo>
                <a:cubicBezTo>
                  <a:pt x="39418" y="2300"/>
                  <a:pt x="39393" y="2184"/>
                  <a:pt x="39344" y="2092"/>
                </a:cubicBezTo>
                <a:cubicBezTo>
                  <a:pt x="39295" y="2000"/>
                  <a:pt x="39225" y="1928"/>
                  <a:pt x="39134" y="1875"/>
                </a:cubicBezTo>
                <a:cubicBezTo>
                  <a:pt x="39047" y="1825"/>
                  <a:pt x="38943" y="1791"/>
                  <a:pt x="38821" y="1773"/>
                </a:cubicBezTo>
                <a:cubicBezTo>
                  <a:pt x="38700" y="1756"/>
                  <a:pt x="38572" y="1747"/>
                  <a:pt x="38440" y="1747"/>
                </a:cubicBezTo>
                <a:cubicBezTo>
                  <a:pt x="38279" y="1747"/>
                  <a:pt x="38100" y="1769"/>
                  <a:pt x="37902" y="1812"/>
                </a:cubicBezTo>
                <a:cubicBezTo>
                  <a:pt x="37704" y="1856"/>
                  <a:pt x="37500" y="1919"/>
                  <a:pt x="37289" y="2001"/>
                </a:cubicBezTo>
                <a:lnTo>
                  <a:pt x="37257" y="2001"/>
                </a:lnTo>
                <a:lnTo>
                  <a:pt x="37257" y="1379"/>
                </a:lnTo>
                <a:cubicBezTo>
                  <a:pt x="37376" y="1346"/>
                  <a:pt x="37549" y="1310"/>
                  <a:pt x="37775" y="1271"/>
                </a:cubicBezTo>
                <a:cubicBezTo>
                  <a:pt x="38001" y="1232"/>
                  <a:pt x="38224" y="1212"/>
                  <a:pt x="38443" y="1212"/>
                </a:cubicBezTo>
                <a:cubicBezTo>
                  <a:pt x="38700" y="1212"/>
                  <a:pt x="38923" y="1234"/>
                  <a:pt x="39113" y="1276"/>
                </a:cubicBezTo>
                <a:cubicBezTo>
                  <a:pt x="39303" y="1318"/>
                  <a:pt x="39468" y="1391"/>
                  <a:pt x="39607" y="1493"/>
                </a:cubicBezTo>
                <a:cubicBezTo>
                  <a:pt x="39743" y="1593"/>
                  <a:pt x="39848" y="1722"/>
                  <a:pt x="39919" y="1880"/>
                </a:cubicBezTo>
                <a:cubicBezTo>
                  <a:pt x="39991" y="2039"/>
                  <a:pt x="40027" y="2236"/>
                  <a:pt x="40027" y="2470"/>
                </a:cubicBezTo>
                <a:lnTo>
                  <a:pt x="40027" y="4941"/>
                </a:lnTo>
                <a:moveTo>
                  <a:pt x="39418" y="4049"/>
                </a:moveTo>
                <a:lnTo>
                  <a:pt x="39418" y="3031"/>
                </a:lnTo>
                <a:cubicBezTo>
                  <a:pt x="39231" y="3042"/>
                  <a:pt x="39011" y="3058"/>
                  <a:pt x="38758" y="3080"/>
                </a:cubicBezTo>
                <a:cubicBezTo>
                  <a:pt x="38505" y="3102"/>
                  <a:pt x="38304" y="3133"/>
                  <a:pt x="38156" y="3175"/>
                </a:cubicBezTo>
                <a:cubicBezTo>
                  <a:pt x="37980" y="3225"/>
                  <a:pt x="37838" y="3303"/>
                  <a:pt x="37729" y="3409"/>
                </a:cubicBezTo>
                <a:cubicBezTo>
                  <a:pt x="37621" y="3515"/>
                  <a:pt x="37566" y="3661"/>
                  <a:pt x="37566" y="3846"/>
                </a:cubicBezTo>
                <a:cubicBezTo>
                  <a:pt x="37566" y="4056"/>
                  <a:pt x="37629" y="4213"/>
                  <a:pt x="37755" y="4319"/>
                </a:cubicBezTo>
                <a:cubicBezTo>
                  <a:pt x="37881" y="4425"/>
                  <a:pt x="38074" y="4478"/>
                  <a:pt x="38332" y="4478"/>
                </a:cubicBezTo>
                <a:cubicBezTo>
                  <a:pt x="38547" y="4478"/>
                  <a:pt x="38744" y="4436"/>
                  <a:pt x="38922" y="4352"/>
                </a:cubicBezTo>
                <a:cubicBezTo>
                  <a:pt x="39100" y="4268"/>
                  <a:pt x="39265" y="4167"/>
                  <a:pt x="39418" y="4049"/>
                </a:cubicBezTo>
                <a:close/>
                <a:moveTo>
                  <a:pt x="44254" y="3181"/>
                </a:moveTo>
                <a:lnTo>
                  <a:pt x="41572" y="3181"/>
                </a:lnTo>
                <a:cubicBezTo>
                  <a:pt x="41572" y="3405"/>
                  <a:pt x="41605" y="3601"/>
                  <a:pt x="41673" y="3767"/>
                </a:cubicBezTo>
                <a:cubicBezTo>
                  <a:pt x="41740" y="3934"/>
                  <a:pt x="41832" y="4071"/>
                  <a:pt x="41950" y="4177"/>
                </a:cubicBezTo>
                <a:cubicBezTo>
                  <a:pt x="42063" y="4282"/>
                  <a:pt x="42197" y="4360"/>
                  <a:pt x="42352" y="4413"/>
                </a:cubicBezTo>
                <a:cubicBezTo>
                  <a:pt x="42508" y="4465"/>
                  <a:pt x="42679" y="4491"/>
                  <a:pt x="42866" y="4491"/>
                </a:cubicBezTo>
                <a:cubicBezTo>
                  <a:pt x="43113" y="4491"/>
                  <a:pt x="43363" y="4441"/>
                  <a:pt x="43613" y="4342"/>
                </a:cubicBezTo>
                <a:cubicBezTo>
                  <a:pt x="43864" y="4242"/>
                  <a:pt x="44043" y="4144"/>
                  <a:pt x="44150" y="4048"/>
                </a:cubicBezTo>
                <a:lnTo>
                  <a:pt x="44182" y="4048"/>
                </a:lnTo>
                <a:lnTo>
                  <a:pt x="44182" y="4718"/>
                </a:lnTo>
                <a:cubicBezTo>
                  <a:pt x="43976" y="4805"/>
                  <a:pt x="43765" y="4878"/>
                  <a:pt x="43550" y="4937"/>
                </a:cubicBezTo>
                <a:cubicBezTo>
                  <a:pt x="43335" y="4996"/>
                  <a:pt x="43109" y="5025"/>
                  <a:pt x="42872" y="5025"/>
                </a:cubicBezTo>
                <a:cubicBezTo>
                  <a:pt x="42268" y="5025"/>
                  <a:pt x="41797" y="4862"/>
                  <a:pt x="41458" y="4534"/>
                </a:cubicBezTo>
                <a:cubicBezTo>
                  <a:pt x="41119" y="4207"/>
                  <a:pt x="40949" y="3741"/>
                  <a:pt x="40949" y="3138"/>
                </a:cubicBezTo>
                <a:cubicBezTo>
                  <a:pt x="40949" y="2542"/>
                  <a:pt x="41112" y="2069"/>
                  <a:pt x="41436" y="1718"/>
                </a:cubicBezTo>
                <a:cubicBezTo>
                  <a:pt x="41761" y="1368"/>
                  <a:pt x="42189" y="1193"/>
                  <a:pt x="42719" y="1193"/>
                </a:cubicBezTo>
                <a:cubicBezTo>
                  <a:pt x="43210" y="1193"/>
                  <a:pt x="43588" y="1336"/>
                  <a:pt x="43855" y="1624"/>
                </a:cubicBezTo>
                <a:cubicBezTo>
                  <a:pt x="44121" y="1911"/>
                  <a:pt x="44254" y="2319"/>
                  <a:pt x="44254" y="2848"/>
                </a:cubicBezTo>
                <a:lnTo>
                  <a:pt x="44254" y="3181"/>
                </a:lnTo>
                <a:moveTo>
                  <a:pt x="43657" y="2712"/>
                </a:moveTo>
                <a:cubicBezTo>
                  <a:pt x="43655" y="2390"/>
                  <a:pt x="43574" y="2141"/>
                  <a:pt x="43415" y="1965"/>
                </a:cubicBezTo>
                <a:cubicBezTo>
                  <a:pt x="43255" y="1789"/>
                  <a:pt x="43012" y="1701"/>
                  <a:pt x="42686" y="1701"/>
                </a:cubicBezTo>
                <a:cubicBezTo>
                  <a:pt x="42358" y="1701"/>
                  <a:pt x="42097" y="1798"/>
                  <a:pt x="41902" y="1991"/>
                </a:cubicBezTo>
                <a:cubicBezTo>
                  <a:pt x="41708" y="2185"/>
                  <a:pt x="41598" y="2425"/>
                  <a:pt x="41572" y="2712"/>
                </a:cubicBezTo>
                <a:lnTo>
                  <a:pt x="43657" y="2712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2470490-5128-4063-9CDB-A8A816B6F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583" y="1121377"/>
            <a:ext cx="2023" cy="6772"/>
          </a:xfrm>
          <a:custGeom xmlns:a="http://schemas.openxmlformats.org/drawingml/2006/main">
            <a:pathLst>
              <a:path w="2023" h="6772">
                <a:moveTo>
                  <a:pt x="0" y="0"/>
                </a:moveTo>
                <a:lnTo>
                  <a:pt x="2023" y="0"/>
                </a:lnTo>
                <a:lnTo>
                  <a:pt x="2023" y="6772"/>
                </a:lnTo>
                <a:lnTo>
                  <a:pt x="0" y="677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445259-C796-4CDA-8093-E03D8C9D4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2583" y="1121380"/>
            <a:ext cx="2023" cy="6773"/>
          </a:xfrm>
          <a:custGeom xmlns:a="http://schemas.openxmlformats.org/drawingml/2006/main">
            <a:pathLst>
              <a:path w="2023" h="6773" fill="none">
                <a:moveTo>
                  <a:pt x="0" y="0"/>
                </a:moveTo>
                <a:lnTo>
                  <a:pt x="2023" y="0"/>
                </a:lnTo>
                <a:lnTo>
                  <a:pt x="2023" y="6773"/>
                </a:lnTo>
                <a:lnTo>
                  <a:pt x="0" y="677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6E71298-31F5-4394-AEA3-5AC104FFD5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482" y="880513"/>
            <a:ext cx="136308" cy="149056"/>
          </a:xfrm>
          <a:custGeom xmlns:a="http://schemas.openxmlformats.org/drawingml/2006/main">
            <a:pathLst>
              <a:path w="136308" h="149056">
                <a:moveTo>
                  <a:pt x="0" y="0"/>
                </a:moveTo>
                <a:lnTo>
                  <a:pt x="136308" y="0"/>
                </a:lnTo>
                <a:lnTo>
                  <a:pt x="136308" y="149056"/>
                </a:lnTo>
                <a:lnTo>
                  <a:pt x="0" y="14905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EC0FDB-ECF8-419B-BC2F-96140E788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481" y="880515"/>
            <a:ext cx="136309" cy="149055"/>
          </a:xfrm>
          <a:custGeom xmlns:a="http://schemas.openxmlformats.org/drawingml/2006/main">
            <a:pathLst>
              <a:path w="136309" h="149055" fill="none">
                <a:moveTo>
                  <a:pt x="0" y="0"/>
                </a:moveTo>
                <a:lnTo>
                  <a:pt x="136309" y="0"/>
                </a:lnTo>
                <a:lnTo>
                  <a:pt x="136309" y="149055"/>
                </a:lnTo>
                <a:lnTo>
                  <a:pt x="0" y="14905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74" name="Text Cactaceae">
            <a:extLst xmlns:a="http://schemas.openxmlformats.org/drawingml/2006/main">
              <a:ext uri="{FF2B5EF4-FFF2-40B4-BE49-F238E27FC236}">
                <a16:creationId xmlns:a16="http://schemas.microsoft.com/office/drawing/2014/main" id="{6F261CC9-9E4C-48E4-8791-3E10CC2EC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8977" y="907662"/>
            <a:ext cx="89267" cy="13434"/>
          </a:xfrm>
          <a:custGeom xmlns:a="http://schemas.openxmlformats.org/drawingml/2006/main">
            <a:pathLst>
              <a:path w="89267" h="13434">
                <a:moveTo>
                  <a:pt x="10718" y="12225"/>
                </a:moveTo>
                <a:cubicBezTo>
                  <a:pt x="10400" y="12364"/>
                  <a:pt x="10112" y="12495"/>
                  <a:pt x="9854" y="12616"/>
                </a:cubicBezTo>
                <a:cubicBezTo>
                  <a:pt x="9597" y="12738"/>
                  <a:pt x="9260" y="12866"/>
                  <a:pt x="8843" y="12999"/>
                </a:cubicBezTo>
                <a:cubicBezTo>
                  <a:pt x="8491" y="13110"/>
                  <a:pt x="8107" y="13204"/>
                  <a:pt x="7694" y="13282"/>
                </a:cubicBezTo>
                <a:cubicBezTo>
                  <a:pt x="7280" y="13361"/>
                  <a:pt x="6824" y="13400"/>
                  <a:pt x="6327" y="13400"/>
                </a:cubicBezTo>
                <a:cubicBezTo>
                  <a:pt x="5389" y="13400"/>
                  <a:pt x="4537" y="13268"/>
                  <a:pt x="3771" y="13005"/>
                </a:cubicBezTo>
                <a:cubicBezTo>
                  <a:pt x="3004" y="12741"/>
                  <a:pt x="2337" y="12329"/>
                  <a:pt x="1770" y="11767"/>
                </a:cubicBezTo>
                <a:cubicBezTo>
                  <a:pt x="1215" y="11217"/>
                  <a:pt x="781" y="10518"/>
                  <a:pt x="469" y="9670"/>
                </a:cubicBezTo>
                <a:cubicBezTo>
                  <a:pt x="156" y="8822"/>
                  <a:pt x="0" y="7836"/>
                  <a:pt x="0" y="6713"/>
                </a:cubicBezTo>
                <a:cubicBezTo>
                  <a:pt x="0" y="5648"/>
                  <a:pt x="150" y="4695"/>
                  <a:pt x="451" y="3856"/>
                </a:cubicBezTo>
                <a:cubicBezTo>
                  <a:pt x="752" y="3016"/>
                  <a:pt x="1186" y="2307"/>
                  <a:pt x="1753" y="1728"/>
                </a:cubicBezTo>
                <a:cubicBezTo>
                  <a:pt x="2303" y="1167"/>
                  <a:pt x="2967" y="738"/>
                  <a:pt x="3745" y="443"/>
                </a:cubicBezTo>
                <a:cubicBezTo>
                  <a:pt x="4523" y="148"/>
                  <a:pt x="5386" y="0"/>
                  <a:pt x="6335" y="0"/>
                </a:cubicBezTo>
                <a:cubicBezTo>
                  <a:pt x="7030" y="0"/>
                  <a:pt x="7722" y="84"/>
                  <a:pt x="8414" y="252"/>
                </a:cubicBezTo>
                <a:cubicBezTo>
                  <a:pt x="9105" y="419"/>
                  <a:pt x="9873" y="715"/>
                  <a:pt x="10718" y="1137"/>
                </a:cubicBezTo>
                <a:lnTo>
                  <a:pt x="10718" y="3176"/>
                </a:lnTo>
                <a:lnTo>
                  <a:pt x="10588" y="3176"/>
                </a:lnTo>
                <a:cubicBezTo>
                  <a:pt x="9876" y="2589"/>
                  <a:pt x="9170" y="2162"/>
                  <a:pt x="8470" y="1894"/>
                </a:cubicBezTo>
                <a:cubicBezTo>
                  <a:pt x="7770" y="1627"/>
                  <a:pt x="7021" y="1493"/>
                  <a:pt x="6223" y="1493"/>
                </a:cubicBezTo>
                <a:cubicBezTo>
                  <a:pt x="5569" y="1493"/>
                  <a:pt x="4980" y="1598"/>
                  <a:pt x="4456" y="1809"/>
                </a:cubicBezTo>
                <a:cubicBezTo>
                  <a:pt x="3933" y="2019"/>
                  <a:pt x="3466" y="2347"/>
                  <a:pt x="3055" y="2791"/>
                </a:cubicBezTo>
                <a:cubicBezTo>
                  <a:pt x="2656" y="3224"/>
                  <a:pt x="2345" y="3771"/>
                  <a:pt x="2122" y="4432"/>
                </a:cubicBezTo>
                <a:cubicBezTo>
                  <a:pt x="1899" y="5093"/>
                  <a:pt x="1788" y="5856"/>
                  <a:pt x="1788" y="6722"/>
                </a:cubicBezTo>
                <a:cubicBezTo>
                  <a:pt x="1788" y="7628"/>
                  <a:pt x="1911" y="8407"/>
                  <a:pt x="2157" y="9059"/>
                </a:cubicBezTo>
                <a:cubicBezTo>
                  <a:pt x="2403" y="9711"/>
                  <a:pt x="2719" y="10242"/>
                  <a:pt x="3107" y="10652"/>
                </a:cubicBezTo>
                <a:cubicBezTo>
                  <a:pt x="3512" y="11079"/>
                  <a:pt x="3985" y="11395"/>
                  <a:pt x="4526" y="11600"/>
                </a:cubicBezTo>
                <a:cubicBezTo>
                  <a:pt x="5067" y="11805"/>
                  <a:pt x="5638" y="11907"/>
                  <a:pt x="6240" y="11907"/>
                </a:cubicBezTo>
                <a:cubicBezTo>
                  <a:pt x="7067" y="11907"/>
                  <a:pt x="7843" y="11765"/>
                  <a:pt x="8566" y="11482"/>
                </a:cubicBezTo>
                <a:cubicBezTo>
                  <a:pt x="9289" y="11198"/>
                  <a:pt x="9966" y="10773"/>
                  <a:pt x="10597" y="10206"/>
                </a:cubicBezTo>
                <a:lnTo>
                  <a:pt x="10718" y="10206"/>
                </a:lnTo>
                <a:lnTo>
                  <a:pt x="10718" y="12225"/>
                </a:lnTo>
                <a:close/>
                <a:moveTo>
                  <a:pt x="20551" y="13157"/>
                </a:moveTo>
                <a:lnTo>
                  <a:pt x="18928" y="13157"/>
                </a:lnTo>
                <a:lnTo>
                  <a:pt x="18928" y="12131"/>
                </a:lnTo>
                <a:cubicBezTo>
                  <a:pt x="18784" y="12230"/>
                  <a:pt x="18588" y="12367"/>
                  <a:pt x="18342" y="12544"/>
                </a:cubicBezTo>
                <a:cubicBezTo>
                  <a:pt x="18097" y="12720"/>
                  <a:pt x="17858" y="12861"/>
                  <a:pt x="17627" y="12965"/>
                </a:cubicBezTo>
                <a:cubicBezTo>
                  <a:pt x="17355" y="13098"/>
                  <a:pt x="17042" y="13210"/>
                  <a:pt x="16689" y="13300"/>
                </a:cubicBezTo>
                <a:cubicBezTo>
                  <a:pt x="16336" y="13389"/>
                  <a:pt x="15923" y="13434"/>
                  <a:pt x="15448" y="13434"/>
                </a:cubicBezTo>
                <a:cubicBezTo>
                  <a:pt x="14575" y="13434"/>
                  <a:pt x="13834" y="13145"/>
                  <a:pt x="13226" y="12565"/>
                </a:cubicBezTo>
                <a:cubicBezTo>
                  <a:pt x="12619" y="11986"/>
                  <a:pt x="12315" y="11247"/>
                  <a:pt x="12315" y="10349"/>
                </a:cubicBezTo>
                <a:cubicBezTo>
                  <a:pt x="12315" y="9614"/>
                  <a:pt x="12473" y="9019"/>
                  <a:pt x="12788" y="8564"/>
                </a:cubicBezTo>
                <a:cubicBezTo>
                  <a:pt x="13104" y="8109"/>
                  <a:pt x="13553" y="7751"/>
                  <a:pt x="14138" y="7491"/>
                </a:cubicBezTo>
                <a:cubicBezTo>
                  <a:pt x="14728" y="7230"/>
                  <a:pt x="15437" y="7053"/>
                  <a:pt x="16264" y="6960"/>
                </a:cubicBezTo>
                <a:cubicBezTo>
                  <a:pt x="17091" y="6868"/>
                  <a:pt x="17979" y="6798"/>
                  <a:pt x="18928" y="6752"/>
                </a:cubicBezTo>
                <a:lnTo>
                  <a:pt x="18928" y="6498"/>
                </a:lnTo>
                <a:cubicBezTo>
                  <a:pt x="18928" y="6125"/>
                  <a:pt x="18863" y="5816"/>
                  <a:pt x="18733" y="5571"/>
                </a:cubicBezTo>
                <a:cubicBezTo>
                  <a:pt x="18603" y="5326"/>
                  <a:pt x="18416" y="5133"/>
                  <a:pt x="18173" y="4993"/>
                </a:cubicBezTo>
                <a:cubicBezTo>
                  <a:pt x="17942" y="4859"/>
                  <a:pt x="17664" y="4768"/>
                  <a:pt x="17340" y="4722"/>
                </a:cubicBezTo>
                <a:cubicBezTo>
                  <a:pt x="17016" y="4675"/>
                  <a:pt x="16678" y="4652"/>
                  <a:pt x="16325" y="4652"/>
                </a:cubicBezTo>
                <a:cubicBezTo>
                  <a:pt x="15897" y="4652"/>
                  <a:pt x="15419" y="4710"/>
                  <a:pt x="14893" y="4826"/>
                </a:cubicBezTo>
                <a:cubicBezTo>
                  <a:pt x="14366" y="4941"/>
                  <a:pt x="13822" y="5109"/>
                  <a:pt x="13261" y="5329"/>
                </a:cubicBezTo>
                <a:lnTo>
                  <a:pt x="13174" y="5329"/>
                </a:lnTo>
                <a:lnTo>
                  <a:pt x="13174" y="3671"/>
                </a:lnTo>
                <a:cubicBezTo>
                  <a:pt x="13493" y="3584"/>
                  <a:pt x="13953" y="3489"/>
                  <a:pt x="14554" y="3385"/>
                </a:cubicBezTo>
                <a:cubicBezTo>
                  <a:pt x="15156" y="3280"/>
                  <a:pt x="15749" y="3228"/>
                  <a:pt x="16333" y="3228"/>
                </a:cubicBezTo>
                <a:cubicBezTo>
                  <a:pt x="17016" y="3228"/>
                  <a:pt x="17611" y="3285"/>
                  <a:pt x="18117" y="3398"/>
                </a:cubicBezTo>
                <a:cubicBezTo>
                  <a:pt x="18623" y="3510"/>
                  <a:pt x="19061" y="3703"/>
                  <a:pt x="19432" y="3975"/>
                </a:cubicBezTo>
                <a:cubicBezTo>
                  <a:pt x="19796" y="4241"/>
                  <a:pt x="20074" y="4585"/>
                  <a:pt x="20265" y="5008"/>
                </a:cubicBezTo>
                <a:cubicBezTo>
                  <a:pt x="20456" y="5430"/>
                  <a:pt x="20551" y="5953"/>
                  <a:pt x="20551" y="6578"/>
                </a:cubicBezTo>
                <a:lnTo>
                  <a:pt x="20551" y="13157"/>
                </a:lnTo>
                <a:moveTo>
                  <a:pt x="18928" y="10782"/>
                </a:moveTo>
                <a:lnTo>
                  <a:pt x="18928" y="8071"/>
                </a:lnTo>
                <a:cubicBezTo>
                  <a:pt x="18431" y="8100"/>
                  <a:pt x="17845" y="8144"/>
                  <a:pt x="17171" y="8202"/>
                </a:cubicBezTo>
                <a:cubicBezTo>
                  <a:pt x="16497" y="8260"/>
                  <a:pt x="15963" y="8344"/>
                  <a:pt x="15570" y="8455"/>
                </a:cubicBezTo>
                <a:cubicBezTo>
                  <a:pt x="15101" y="8588"/>
                  <a:pt x="14722" y="8796"/>
                  <a:pt x="14433" y="9078"/>
                </a:cubicBezTo>
                <a:cubicBezTo>
                  <a:pt x="14144" y="9360"/>
                  <a:pt x="13999" y="9748"/>
                  <a:pt x="13999" y="10242"/>
                </a:cubicBezTo>
                <a:cubicBezTo>
                  <a:pt x="13999" y="10800"/>
                  <a:pt x="14167" y="11220"/>
                  <a:pt x="14502" y="11502"/>
                </a:cubicBezTo>
                <a:cubicBezTo>
                  <a:pt x="14838" y="11783"/>
                  <a:pt x="15350" y="11924"/>
                  <a:pt x="16038" y="11924"/>
                </a:cubicBezTo>
                <a:cubicBezTo>
                  <a:pt x="16611" y="11924"/>
                  <a:pt x="17135" y="11812"/>
                  <a:pt x="17609" y="11589"/>
                </a:cubicBezTo>
                <a:cubicBezTo>
                  <a:pt x="18084" y="11365"/>
                  <a:pt x="18523" y="11096"/>
                  <a:pt x="18928" y="10782"/>
                </a:cubicBezTo>
                <a:close/>
                <a:moveTo>
                  <a:pt x="30861" y="12558"/>
                </a:moveTo>
                <a:cubicBezTo>
                  <a:pt x="30317" y="12818"/>
                  <a:pt x="29801" y="13021"/>
                  <a:pt x="29312" y="13165"/>
                </a:cubicBezTo>
                <a:cubicBezTo>
                  <a:pt x="28823" y="13310"/>
                  <a:pt x="28304" y="13382"/>
                  <a:pt x="27754" y="13382"/>
                </a:cubicBezTo>
                <a:cubicBezTo>
                  <a:pt x="27054" y="13382"/>
                  <a:pt x="26412" y="13279"/>
                  <a:pt x="25828" y="13074"/>
                </a:cubicBezTo>
                <a:cubicBezTo>
                  <a:pt x="25243" y="12868"/>
                  <a:pt x="24743" y="12556"/>
                  <a:pt x="24326" y="12139"/>
                </a:cubicBezTo>
                <a:cubicBezTo>
                  <a:pt x="23904" y="11722"/>
                  <a:pt x="23577" y="11194"/>
                  <a:pt x="23346" y="10557"/>
                </a:cubicBezTo>
                <a:cubicBezTo>
                  <a:pt x="23114" y="9919"/>
                  <a:pt x="22998" y="9175"/>
                  <a:pt x="22998" y="8323"/>
                </a:cubicBezTo>
                <a:cubicBezTo>
                  <a:pt x="22998" y="6735"/>
                  <a:pt x="23434" y="5489"/>
                  <a:pt x="24305" y="4585"/>
                </a:cubicBezTo>
                <a:cubicBezTo>
                  <a:pt x="25175" y="3681"/>
                  <a:pt x="26325" y="3228"/>
                  <a:pt x="27754" y="3228"/>
                </a:cubicBezTo>
                <a:cubicBezTo>
                  <a:pt x="28310" y="3228"/>
                  <a:pt x="28855" y="3307"/>
                  <a:pt x="29390" y="3463"/>
                </a:cubicBezTo>
                <a:cubicBezTo>
                  <a:pt x="29925" y="3619"/>
                  <a:pt x="30416" y="3810"/>
                  <a:pt x="30861" y="4036"/>
                </a:cubicBezTo>
                <a:lnTo>
                  <a:pt x="30861" y="5849"/>
                </a:lnTo>
                <a:lnTo>
                  <a:pt x="30774" y="5849"/>
                </a:lnTo>
                <a:cubicBezTo>
                  <a:pt x="30277" y="5464"/>
                  <a:pt x="29763" y="5169"/>
                  <a:pt x="29234" y="4962"/>
                </a:cubicBezTo>
                <a:cubicBezTo>
                  <a:pt x="28705" y="4755"/>
                  <a:pt x="28188" y="4652"/>
                  <a:pt x="27685" y="4652"/>
                </a:cubicBezTo>
                <a:cubicBezTo>
                  <a:pt x="26759" y="4652"/>
                  <a:pt x="26029" y="4963"/>
                  <a:pt x="25493" y="5585"/>
                </a:cubicBezTo>
                <a:cubicBezTo>
                  <a:pt x="24958" y="6207"/>
                  <a:pt x="24691" y="7119"/>
                  <a:pt x="24691" y="8323"/>
                </a:cubicBezTo>
                <a:cubicBezTo>
                  <a:pt x="24691" y="9491"/>
                  <a:pt x="24953" y="10390"/>
                  <a:pt x="25476" y="11017"/>
                </a:cubicBezTo>
                <a:cubicBezTo>
                  <a:pt x="26000" y="11645"/>
                  <a:pt x="26736" y="11959"/>
                  <a:pt x="27685" y="11959"/>
                </a:cubicBezTo>
                <a:cubicBezTo>
                  <a:pt x="28015" y="11959"/>
                  <a:pt x="28350" y="11916"/>
                  <a:pt x="28692" y="11830"/>
                </a:cubicBezTo>
                <a:cubicBezTo>
                  <a:pt x="29033" y="11744"/>
                  <a:pt x="29340" y="11632"/>
                  <a:pt x="29611" y="11494"/>
                </a:cubicBezTo>
                <a:cubicBezTo>
                  <a:pt x="29849" y="11373"/>
                  <a:pt x="30071" y="11245"/>
                  <a:pt x="30280" y="11110"/>
                </a:cubicBezTo>
                <a:cubicBezTo>
                  <a:pt x="30488" y="10975"/>
                  <a:pt x="30653" y="10859"/>
                  <a:pt x="30774" y="10761"/>
                </a:cubicBezTo>
                <a:lnTo>
                  <a:pt x="30861" y="10761"/>
                </a:lnTo>
                <a:lnTo>
                  <a:pt x="30861" y="12558"/>
                </a:lnTo>
                <a:close/>
                <a:moveTo>
                  <a:pt x="37986" y="13071"/>
                </a:moveTo>
                <a:cubicBezTo>
                  <a:pt x="37679" y="13152"/>
                  <a:pt x="37345" y="13218"/>
                  <a:pt x="36984" y="13270"/>
                </a:cubicBezTo>
                <a:cubicBezTo>
                  <a:pt x="36622" y="13322"/>
                  <a:pt x="36299" y="13348"/>
                  <a:pt x="36016" y="13348"/>
                </a:cubicBezTo>
                <a:cubicBezTo>
                  <a:pt x="35027" y="13348"/>
                  <a:pt x="34274" y="13081"/>
                  <a:pt x="33760" y="12548"/>
                </a:cubicBezTo>
                <a:cubicBezTo>
                  <a:pt x="33245" y="12016"/>
                  <a:pt x="32987" y="11161"/>
                  <a:pt x="32987" y="9985"/>
                </a:cubicBezTo>
                <a:lnTo>
                  <a:pt x="32987" y="4825"/>
                </a:lnTo>
                <a:lnTo>
                  <a:pt x="31885" y="4825"/>
                </a:lnTo>
                <a:lnTo>
                  <a:pt x="31885" y="3454"/>
                </a:lnTo>
                <a:lnTo>
                  <a:pt x="32987" y="3454"/>
                </a:lnTo>
                <a:lnTo>
                  <a:pt x="32987" y="660"/>
                </a:lnTo>
                <a:lnTo>
                  <a:pt x="34619" y="660"/>
                </a:lnTo>
                <a:lnTo>
                  <a:pt x="34619" y="3454"/>
                </a:lnTo>
                <a:lnTo>
                  <a:pt x="37986" y="3454"/>
                </a:lnTo>
                <a:lnTo>
                  <a:pt x="37986" y="4825"/>
                </a:lnTo>
                <a:lnTo>
                  <a:pt x="34619" y="4825"/>
                </a:lnTo>
                <a:lnTo>
                  <a:pt x="34619" y="9254"/>
                </a:lnTo>
                <a:cubicBezTo>
                  <a:pt x="34619" y="9764"/>
                  <a:pt x="34630" y="10163"/>
                  <a:pt x="34653" y="10450"/>
                </a:cubicBezTo>
                <a:cubicBezTo>
                  <a:pt x="34677" y="10737"/>
                  <a:pt x="34758" y="11005"/>
                  <a:pt x="34896" y="11254"/>
                </a:cubicBezTo>
                <a:cubicBezTo>
                  <a:pt x="35024" y="11486"/>
                  <a:pt x="35199" y="11656"/>
                  <a:pt x="35421" y="11764"/>
                </a:cubicBezTo>
                <a:cubicBezTo>
                  <a:pt x="35644" y="11871"/>
                  <a:pt x="35984" y="11924"/>
                  <a:pt x="36441" y="11924"/>
                </a:cubicBezTo>
                <a:cubicBezTo>
                  <a:pt x="36707" y="11924"/>
                  <a:pt x="36985" y="11885"/>
                  <a:pt x="37274" y="11807"/>
                </a:cubicBezTo>
                <a:cubicBezTo>
                  <a:pt x="37564" y="11729"/>
                  <a:pt x="37772" y="11664"/>
                  <a:pt x="37899" y="11612"/>
                </a:cubicBezTo>
                <a:lnTo>
                  <a:pt x="37986" y="11612"/>
                </a:lnTo>
                <a:lnTo>
                  <a:pt x="37986" y="13071"/>
                </a:lnTo>
                <a:close/>
                <a:moveTo>
                  <a:pt x="47489" y="13157"/>
                </a:moveTo>
                <a:lnTo>
                  <a:pt x="45866" y="13157"/>
                </a:lnTo>
                <a:lnTo>
                  <a:pt x="45866" y="12131"/>
                </a:lnTo>
                <a:cubicBezTo>
                  <a:pt x="45721" y="12230"/>
                  <a:pt x="45526" y="12367"/>
                  <a:pt x="45280" y="12544"/>
                </a:cubicBezTo>
                <a:cubicBezTo>
                  <a:pt x="45034" y="12720"/>
                  <a:pt x="44796" y="12861"/>
                  <a:pt x="44564" y="12965"/>
                </a:cubicBezTo>
                <a:cubicBezTo>
                  <a:pt x="44292" y="13098"/>
                  <a:pt x="43980" y="13210"/>
                  <a:pt x="43627" y="13300"/>
                </a:cubicBezTo>
                <a:cubicBezTo>
                  <a:pt x="43274" y="13389"/>
                  <a:pt x="42860" y="13434"/>
                  <a:pt x="42386" y="13434"/>
                </a:cubicBezTo>
                <a:cubicBezTo>
                  <a:pt x="41512" y="13434"/>
                  <a:pt x="40772" y="13145"/>
                  <a:pt x="40164" y="12565"/>
                </a:cubicBezTo>
                <a:cubicBezTo>
                  <a:pt x="39557" y="11986"/>
                  <a:pt x="39253" y="11247"/>
                  <a:pt x="39253" y="10349"/>
                </a:cubicBezTo>
                <a:cubicBezTo>
                  <a:pt x="39253" y="9614"/>
                  <a:pt x="39411" y="9019"/>
                  <a:pt x="39726" y="8564"/>
                </a:cubicBezTo>
                <a:cubicBezTo>
                  <a:pt x="40041" y="8109"/>
                  <a:pt x="40491" y="7751"/>
                  <a:pt x="41075" y="7491"/>
                </a:cubicBezTo>
                <a:cubicBezTo>
                  <a:pt x="41666" y="7230"/>
                  <a:pt x="42374" y="7053"/>
                  <a:pt x="43202" y="6960"/>
                </a:cubicBezTo>
                <a:cubicBezTo>
                  <a:pt x="44029" y="6868"/>
                  <a:pt x="44917" y="6798"/>
                  <a:pt x="45866" y="6752"/>
                </a:cubicBezTo>
                <a:lnTo>
                  <a:pt x="45866" y="6498"/>
                </a:lnTo>
                <a:cubicBezTo>
                  <a:pt x="45866" y="6125"/>
                  <a:pt x="45801" y="5816"/>
                  <a:pt x="45671" y="5571"/>
                </a:cubicBezTo>
                <a:cubicBezTo>
                  <a:pt x="45540" y="5326"/>
                  <a:pt x="45354" y="5133"/>
                  <a:pt x="45111" y="4993"/>
                </a:cubicBezTo>
                <a:cubicBezTo>
                  <a:pt x="44879" y="4859"/>
                  <a:pt x="44602" y="4768"/>
                  <a:pt x="44278" y="4722"/>
                </a:cubicBezTo>
                <a:cubicBezTo>
                  <a:pt x="43954" y="4675"/>
                  <a:pt x="43615" y="4652"/>
                  <a:pt x="43262" y="4652"/>
                </a:cubicBezTo>
                <a:cubicBezTo>
                  <a:pt x="42834" y="4652"/>
                  <a:pt x="42357" y="4710"/>
                  <a:pt x="41830" y="4826"/>
                </a:cubicBezTo>
                <a:cubicBezTo>
                  <a:pt x="41304" y="4941"/>
                  <a:pt x="40760" y="5109"/>
                  <a:pt x="40199" y="5329"/>
                </a:cubicBezTo>
                <a:lnTo>
                  <a:pt x="40112" y="5329"/>
                </a:lnTo>
                <a:lnTo>
                  <a:pt x="40112" y="3671"/>
                </a:lnTo>
                <a:cubicBezTo>
                  <a:pt x="40430" y="3584"/>
                  <a:pt x="40890" y="3489"/>
                  <a:pt x="41492" y="3385"/>
                </a:cubicBezTo>
                <a:cubicBezTo>
                  <a:pt x="42094" y="3280"/>
                  <a:pt x="42687" y="3228"/>
                  <a:pt x="43271" y="3228"/>
                </a:cubicBezTo>
                <a:cubicBezTo>
                  <a:pt x="43954" y="3228"/>
                  <a:pt x="44548" y="3285"/>
                  <a:pt x="45054" y="3398"/>
                </a:cubicBezTo>
                <a:cubicBezTo>
                  <a:pt x="45561" y="3510"/>
                  <a:pt x="45999" y="3703"/>
                  <a:pt x="46369" y="3975"/>
                </a:cubicBezTo>
                <a:cubicBezTo>
                  <a:pt x="46734" y="4241"/>
                  <a:pt x="47012" y="4585"/>
                  <a:pt x="47202" y="5008"/>
                </a:cubicBezTo>
                <a:cubicBezTo>
                  <a:pt x="47393" y="5430"/>
                  <a:pt x="47489" y="5953"/>
                  <a:pt x="47489" y="6578"/>
                </a:cubicBezTo>
                <a:lnTo>
                  <a:pt x="47489" y="13157"/>
                </a:lnTo>
                <a:moveTo>
                  <a:pt x="45866" y="10782"/>
                </a:moveTo>
                <a:lnTo>
                  <a:pt x="45866" y="8071"/>
                </a:lnTo>
                <a:cubicBezTo>
                  <a:pt x="45368" y="8100"/>
                  <a:pt x="44783" y="8144"/>
                  <a:pt x="44109" y="8202"/>
                </a:cubicBezTo>
                <a:cubicBezTo>
                  <a:pt x="43434" y="8260"/>
                  <a:pt x="42901" y="8344"/>
                  <a:pt x="42507" y="8455"/>
                </a:cubicBezTo>
                <a:cubicBezTo>
                  <a:pt x="42039" y="8588"/>
                  <a:pt x="41660" y="8796"/>
                  <a:pt x="41370" y="9078"/>
                </a:cubicBezTo>
                <a:cubicBezTo>
                  <a:pt x="41081" y="9360"/>
                  <a:pt x="40937" y="9748"/>
                  <a:pt x="40937" y="10242"/>
                </a:cubicBezTo>
                <a:cubicBezTo>
                  <a:pt x="40937" y="10800"/>
                  <a:pt x="41104" y="11220"/>
                  <a:pt x="41440" y="11502"/>
                </a:cubicBezTo>
                <a:cubicBezTo>
                  <a:pt x="41775" y="11783"/>
                  <a:pt x="42287" y="11924"/>
                  <a:pt x="42976" y="11924"/>
                </a:cubicBezTo>
                <a:cubicBezTo>
                  <a:pt x="43549" y="11924"/>
                  <a:pt x="44072" y="11812"/>
                  <a:pt x="44547" y="11589"/>
                </a:cubicBezTo>
                <a:cubicBezTo>
                  <a:pt x="45021" y="11365"/>
                  <a:pt x="45461" y="11096"/>
                  <a:pt x="45866" y="10782"/>
                </a:cubicBezTo>
                <a:close/>
                <a:moveTo>
                  <a:pt x="57799" y="12558"/>
                </a:moveTo>
                <a:cubicBezTo>
                  <a:pt x="57255" y="12818"/>
                  <a:pt x="56739" y="13021"/>
                  <a:pt x="56250" y="13165"/>
                </a:cubicBezTo>
                <a:cubicBezTo>
                  <a:pt x="55761" y="13310"/>
                  <a:pt x="55242" y="13382"/>
                  <a:pt x="54692" y="13382"/>
                </a:cubicBezTo>
                <a:cubicBezTo>
                  <a:pt x="53992" y="13382"/>
                  <a:pt x="53350" y="13279"/>
                  <a:pt x="52766" y="13074"/>
                </a:cubicBezTo>
                <a:cubicBezTo>
                  <a:pt x="52181" y="12868"/>
                  <a:pt x="51681" y="12556"/>
                  <a:pt x="51264" y="12139"/>
                </a:cubicBezTo>
                <a:cubicBezTo>
                  <a:pt x="50842" y="11722"/>
                  <a:pt x="50515" y="11194"/>
                  <a:pt x="50283" y="10557"/>
                </a:cubicBezTo>
                <a:cubicBezTo>
                  <a:pt x="50052" y="9919"/>
                  <a:pt x="49936" y="9175"/>
                  <a:pt x="49936" y="8323"/>
                </a:cubicBezTo>
                <a:cubicBezTo>
                  <a:pt x="49936" y="6735"/>
                  <a:pt x="50372" y="5489"/>
                  <a:pt x="51242" y="4585"/>
                </a:cubicBezTo>
                <a:cubicBezTo>
                  <a:pt x="52113" y="3681"/>
                  <a:pt x="53263" y="3228"/>
                  <a:pt x="54692" y="3228"/>
                </a:cubicBezTo>
                <a:cubicBezTo>
                  <a:pt x="55248" y="3228"/>
                  <a:pt x="55793" y="3307"/>
                  <a:pt x="56328" y="3463"/>
                </a:cubicBezTo>
                <a:cubicBezTo>
                  <a:pt x="56863" y="3619"/>
                  <a:pt x="57354" y="3810"/>
                  <a:pt x="57799" y="4036"/>
                </a:cubicBezTo>
                <a:lnTo>
                  <a:pt x="57799" y="5849"/>
                </a:lnTo>
                <a:lnTo>
                  <a:pt x="57712" y="5849"/>
                </a:lnTo>
                <a:cubicBezTo>
                  <a:pt x="57215" y="5464"/>
                  <a:pt x="56701" y="5169"/>
                  <a:pt x="56172" y="4962"/>
                </a:cubicBezTo>
                <a:cubicBezTo>
                  <a:pt x="55642" y="4755"/>
                  <a:pt x="55126" y="4652"/>
                  <a:pt x="54623" y="4652"/>
                </a:cubicBezTo>
                <a:cubicBezTo>
                  <a:pt x="53697" y="4652"/>
                  <a:pt x="52967" y="4963"/>
                  <a:pt x="52431" y="5585"/>
                </a:cubicBezTo>
                <a:cubicBezTo>
                  <a:pt x="51896" y="6207"/>
                  <a:pt x="51629" y="7119"/>
                  <a:pt x="51629" y="8323"/>
                </a:cubicBezTo>
                <a:cubicBezTo>
                  <a:pt x="51629" y="9491"/>
                  <a:pt x="51890" y="10390"/>
                  <a:pt x="52414" y="11017"/>
                </a:cubicBezTo>
                <a:cubicBezTo>
                  <a:pt x="52938" y="11645"/>
                  <a:pt x="53674" y="11959"/>
                  <a:pt x="54623" y="11959"/>
                </a:cubicBezTo>
                <a:cubicBezTo>
                  <a:pt x="54953" y="11959"/>
                  <a:pt x="55288" y="11916"/>
                  <a:pt x="55629" y="11830"/>
                </a:cubicBezTo>
                <a:cubicBezTo>
                  <a:pt x="55971" y="11744"/>
                  <a:pt x="56277" y="11632"/>
                  <a:pt x="56549" y="11494"/>
                </a:cubicBezTo>
                <a:cubicBezTo>
                  <a:pt x="56787" y="11373"/>
                  <a:pt x="57009" y="11245"/>
                  <a:pt x="57218" y="11110"/>
                </a:cubicBezTo>
                <a:cubicBezTo>
                  <a:pt x="57426" y="10975"/>
                  <a:pt x="57591" y="10859"/>
                  <a:pt x="57712" y="10761"/>
                </a:cubicBezTo>
                <a:lnTo>
                  <a:pt x="57799" y="10761"/>
                </a:lnTo>
                <a:lnTo>
                  <a:pt x="57799" y="12558"/>
                </a:lnTo>
                <a:close/>
                <a:moveTo>
                  <a:pt x="68005" y="8470"/>
                </a:moveTo>
                <a:lnTo>
                  <a:pt x="60863" y="8470"/>
                </a:lnTo>
                <a:cubicBezTo>
                  <a:pt x="60863" y="9068"/>
                  <a:pt x="60952" y="9588"/>
                  <a:pt x="61132" y="10032"/>
                </a:cubicBezTo>
                <a:cubicBezTo>
                  <a:pt x="61311" y="10476"/>
                  <a:pt x="61557" y="10840"/>
                  <a:pt x="61869" y="11124"/>
                </a:cubicBezTo>
                <a:cubicBezTo>
                  <a:pt x="62170" y="11402"/>
                  <a:pt x="62527" y="11611"/>
                  <a:pt x="62941" y="11750"/>
                </a:cubicBezTo>
                <a:cubicBezTo>
                  <a:pt x="63355" y="11889"/>
                  <a:pt x="63810" y="11959"/>
                  <a:pt x="64308" y="11959"/>
                </a:cubicBezTo>
                <a:cubicBezTo>
                  <a:pt x="64968" y="11959"/>
                  <a:pt x="65631" y="11826"/>
                  <a:pt x="66300" y="11561"/>
                </a:cubicBezTo>
                <a:cubicBezTo>
                  <a:pt x="66968" y="11296"/>
                  <a:pt x="67444" y="11035"/>
                  <a:pt x="67727" y="10779"/>
                </a:cubicBezTo>
                <a:lnTo>
                  <a:pt x="67814" y="10779"/>
                </a:lnTo>
                <a:lnTo>
                  <a:pt x="67814" y="12564"/>
                </a:lnTo>
                <a:cubicBezTo>
                  <a:pt x="67264" y="12796"/>
                  <a:pt x="66703" y="12990"/>
                  <a:pt x="66130" y="13147"/>
                </a:cubicBezTo>
                <a:cubicBezTo>
                  <a:pt x="65558" y="13304"/>
                  <a:pt x="64956" y="13382"/>
                  <a:pt x="64325" y="13382"/>
                </a:cubicBezTo>
                <a:cubicBezTo>
                  <a:pt x="62717" y="13382"/>
                  <a:pt x="61461" y="12946"/>
                  <a:pt x="60559" y="12074"/>
                </a:cubicBezTo>
                <a:cubicBezTo>
                  <a:pt x="59656" y="11202"/>
                  <a:pt x="59205" y="9963"/>
                  <a:pt x="59205" y="8357"/>
                </a:cubicBezTo>
                <a:cubicBezTo>
                  <a:pt x="59205" y="6770"/>
                  <a:pt x="59637" y="5509"/>
                  <a:pt x="60502" y="4576"/>
                </a:cubicBezTo>
                <a:cubicBezTo>
                  <a:pt x="61367" y="3643"/>
                  <a:pt x="62506" y="3176"/>
                  <a:pt x="63917" y="3176"/>
                </a:cubicBezTo>
                <a:cubicBezTo>
                  <a:pt x="65225" y="3176"/>
                  <a:pt x="66233" y="3559"/>
                  <a:pt x="66942" y="4324"/>
                </a:cubicBezTo>
                <a:cubicBezTo>
                  <a:pt x="67651" y="5089"/>
                  <a:pt x="68005" y="6175"/>
                  <a:pt x="68005" y="7584"/>
                </a:cubicBezTo>
                <a:lnTo>
                  <a:pt x="68005" y="8470"/>
                </a:lnTo>
                <a:moveTo>
                  <a:pt x="66417" y="7221"/>
                </a:moveTo>
                <a:cubicBezTo>
                  <a:pt x="66411" y="6364"/>
                  <a:pt x="66196" y="5702"/>
                  <a:pt x="65770" y="5233"/>
                </a:cubicBezTo>
                <a:cubicBezTo>
                  <a:pt x="65345" y="4765"/>
                  <a:pt x="64699" y="4530"/>
                  <a:pt x="63831" y="4530"/>
                </a:cubicBezTo>
                <a:cubicBezTo>
                  <a:pt x="62957" y="4530"/>
                  <a:pt x="62261" y="4788"/>
                  <a:pt x="61743" y="5303"/>
                </a:cubicBezTo>
                <a:cubicBezTo>
                  <a:pt x="61226" y="5818"/>
                  <a:pt x="60932" y="6457"/>
                  <a:pt x="60863" y="7221"/>
                </a:cubicBezTo>
                <a:lnTo>
                  <a:pt x="66417" y="7221"/>
                </a:lnTo>
                <a:close/>
                <a:moveTo>
                  <a:pt x="78011" y="13157"/>
                </a:moveTo>
                <a:lnTo>
                  <a:pt x="76389" y="13157"/>
                </a:lnTo>
                <a:lnTo>
                  <a:pt x="76389" y="12131"/>
                </a:lnTo>
                <a:cubicBezTo>
                  <a:pt x="76244" y="12230"/>
                  <a:pt x="76049" y="12367"/>
                  <a:pt x="75803" y="12544"/>
                </a:cubicBezTo>
                <a:cubicBezTo>
                  <a:pt x="75557" y="12720"/>
                  <a:pt x="75318" y="12861"/>
                  <a:pt x="75087" y="12965"/>
                </a:cubicBezTo>
                <a:cubicBezTo>
                  <a:pt x="74815" y="13098"/>
                  <a:pt x="74502" y="13210"/>
                  <a:pt x="74150" y="13300"/>
                </a:cubicBezTo>
                <a:cubicBezTo>
                  <a:pt x="73797" y="13389"/>
                  <a:pt x="73383" y="13434"/>
                  <a:pt x="72909" y="13434"/>
                </a:cubicBezTo>
                <a:cubicBezTo>
                  <a:pt x="72035" y="13434"/>
                  <a:pt x="71294" y="13145"/>
                  <a:pt x="70687" y="12565"/>
                </a:cubicBezTo>
                <a:cubicBezTo>
                  <a:pt x="70079" y="11986"/>
                  <a:pt x="69776" y="11247"/>
                  <a:pt x="69776" y="10349"/>
                </a:cubicBezTo>
                <a:cubicBezTo>
                  <a:pt x="69776" y="9614"/>
                  <a:pt x="69933" y="9019"/>
                  <a:pt x="70249" y="8564"/>
                </a:cubicBezTo>
                <a:cubicBezTo>
                  <a:pt x="70564" y="8109"/>
                  <a:pt x="71014" y="7751"/>
                  <a:pt x="71598" y="7491"/>
                </a:cubicBezTo>
                <a:cubicBezTo>
                  <a:pt x="72188" y="7230"/>
                  <a:pt x="72897" y="7053"/>
                  <a:pt x="73724" y="6960"/>
                </a:cubicBezTo>
                <a:cubicBezTo>
                  <a:pt x="74552" y="6868"/>
                  <a:pt x="75440" y="6798"/>
                  <a:pt x="76389" y="6752"/>
                </a:cubicBezTo>
                <a:lnTo>
                  <a:pt x="76389" y="6498"/>
                </a:lnTo>
                <a:cubicBezTo>
                  <a:pt x="76389" y="6125"/>
                  <a:pt x="76324" y="5816"/>
                  <a:pt x="76193" y="5571"/>
                </a:cubicBezTo>
                <a:cubicBezTo>
                  <a:pt x="76063" y="5326"/>
                  <a:pt x="75877" y="5133"/>
                  <a:pt x="75634" y="4993"/>
                </a:cubicBezTo>
                <a:cubicBezTo>
                  <a:pt x="75402" y="4859"/>
                  <a:pt x="75124" y="4768"/>
                  <a:pt x="74800" y="4722"/>
                </a:cubicBezTo>
                <a:cubicBezTo>
                  <a:pt x="74476" y="4675"/>
                  <a:pt x="74138" y="4652"/>
                  <a:pt x="73785" y="4652"/>
                </a:cubicBezTo>
                <a:cubicBezTo>
                  <a:pt x="73357" y="4652"/>
                  <a:pt x="72880" y="4710"/>
                  <a:pt x="72353" y="4826"/>
                </a:cubicBezTo>
                <a:cubicBezTo>
                  <a:pt x="71827" y="4941"/>
                  <a:pt x="71283" y="5109"/>
                  <a:pt x="70722" y="5329"/>
                </a:cubicBezTo>
                <a:lnTo>
                  <a:pt x="70635" y="5329"/>
                </a:lnTo>
                <a:lnTo>
                  <a:pt x="70635" y="3671"/>
                </a:lnTo>
                <a:cubicBezTo>
                  <a:pt x="70953" y="3584"/>
                  <a:pt x="71413" y="3489"/>
                  <a:pt x="72015" y="3385"/>
                </a:cubicBezTo>
                <a:cubicBezTo>
                  <a:pt x="72616" y="3280"/>
                  <a:pt x="73209" y="3228"/>
                  <a:pt x="73794" y="3228"/>
                </a:cubicBezTo>
                <a:cubicBezTo>
                  <a:pt x="74476" y="3228"/>
                  <a:pt x="75071" y="3285"/>
                  <a:pt x="75577" y="3398"/>
                </a:cubicBezTo>
                <a:cubicBezTo>
                  <a:pt x="76083" y="3510"/>
                  <a:pt x="76522" y="3703"/>
                  <a:pt x="76892" y="3975"/>
                </a:cubicBezTo>
                <a:cubicBezTo>
                  <a:pt x="77256" y="4241"/>
                  <a:pt x="77534" y="4585"/>
                  <a:pt x="77725" y="5008"/>
                </a:cubicBezTo>
                <a:cubicBezTo>
                  <a:pt x="77916" y="5430"/>
                  <a:pt x="78011" y="5953"/>
                  <a:pt x="78011" y="6578"/>
                </a:cubicBezTo>
                <a:lnTo>
                  <a:pt x="78011" y="13157"/>
                </a:lnTo>
                <a:moveTo>
                  <a:pt x="76389" y="10782"/>
                </a:moveTo>
                <a:lnTo>
                  <a:pt x="76389" y="8071"/>
                </a:lnTo>
                <a:cubicBezTo>
                  <a:pt x="75891" y="8100"/>
                  <a:pt x="75305" y="8144"/>
                  <a:pt x="74631" y="8202"/>
                </a:cubicBezTo>
                <a:cubicBezTo>
                  <a:pt x="73957" y="8260"/>
                  <a:pt x="73423" y="8344"/>
                  <a:pt x="73030" y="8455"/>
                </a:cubicBezTo>
                <a:cubicBezTo>
                  <a:pt x="72561" y="8588"/>
                  <a:pt x="72182" y="8796"/>
                  <a:pt x="71893" y="9078"/>
                </a:cubicBezTo>
                <a:cubicBezTo>
                  <a:pt x="71604" y="9360"/>
                  <a:pt x="71459" y="9748"/>
                  <a:pt x="71459" y="10242"/>
                </a:cubicBezTo>
                <a:cubicBezTo>
                  <a:pt x="71459" y="10800"/>
                  <a:pt x="71627" y="11220"/>
                  <a:pt x="71963" y="11502"/>
                </a:cubicBezTo>
                <a:cubicBezTo>
                  <a:pt x="72298" y="11783"/>
                  <a:pt x="72810" y="11924"/>
                  <a:pt x="73499" y="11924"/>
                </a:cubicBezTo>
                <a:cubicBezTo>
                  <a:pt x="74071" y="11924"/>
                  <a:pt x="74595" y="11812"/>
                  <a:pt x="75069" y="11589"/>
                </a:cubicBezTo>
                <a:cubicBezTo>
                  <a:pt x="75544" y="11365"/>
                  <a:pt x="75984" y="11096"/>
                  <a:pt x="76389" y="10782"/>
                </a:cubicBezTo>
                <a:close/>
                <a:moveTo>
                  <a:pt x="89267" y="8470"/>
                </a:moveTo>
                <a:lnTo>
                  <a:pt x="82125" y="8470"/>
                </a:lnTo>
                <a:cubicBezTo>
                  <a:pt x="82125" y="9068"/>
                  <a:pt x="82214" y="9588"/>
                  <a:pt x="82394" y="10032"/>
                </a:cubicBezTo>
                <a:cubicBezTo>
                  <a:pt x="82573" y="10476"/>
                  <a:pt x="82819" y="10840"/>
                  <a:pt x="83131" y="11124"/>
                </a:cubicBezTo>
                <a:cubicBezTo>
                  <a:pt x="83432" y="11402"/>
                  <a:pt x="83790" y="11611"/>
                  <a:pt x="84203" y="11750"/>
                </a:cubicBezTo>
                <a:cubicBezTo>
                  <a:pt x="84617" y="11889"/>
                  <a:pt x="85073" y="11959"/>
                  <a:pt x="85570" y="11959"/>
                </a:cubicBezTo>
                <a:cubicBezTo>
                  <a:pt x="86230" y="11959"/>
                  <a:pt x="86894" y="11826"/>
                  <a:pt x="87562" y="11561"/>
                </a:cubicBezTo>
                <a:cubicBezTo>
                  <a:pt x="88230" y="11296"/>
                  <a:pt x="88706" y="11035"/>
                  <a:pt x="88989" y="10779"/>
                </a:cubicBezTo>
                <a:lnTo>
                  <a:pt x="89076" y="10779"/>
                </a:lnTo>
                <a:lnTo>
                  <a:pt x="89076" y="12564"/>
                </a:lnTo>
                <a:cubicBezTo>
                  <a:pt x="88527" y="12796"/>
                  <a:pt x="87965" y="12990"/>
                  <a:pt x="87393" y="13147"/>
                </a:cubicBezTo>
                <a:cubicBezTo>
                  <a:pt x="86820" y="13304"/>
                  <a:pt x="86218" y="13382"/>
                  <a:pt x="85587" y="13382"/>
                </a:cubicBezTo>
                <a:cubicBezTo>
                  <a:pt x="83979" y="13382"/>
                  <a:pt x="82724" y="12946"/>
                  <a:pt x="81821" y="12074"/>
                </a:cubicBezTo>
                <a:cubicBezTo>
                  <a:pt x="80918" y="11202"/>
                  <a:pt x="80467" y="9963"/>
                  <a:pt x="80467" y="8357"/>
                </a:cubicBezTo>
                <a:cubicBezTo>
                  <a:pt x="80467" y="6770"/>
                  <a:pt x="80900" y="5509"/>
                  <a:pt x="81765" y="4576"/>
                </a:cubicBezTo>
                <a:cubicBezTo>
                  <a:pt x="82630" y="3643"/>
                  <a:pt x="83768" y="3176"/>
                  <a:pt x="85180" y="3176"/>
                </a:cubicBezTo>
                <a:cubicBezTo>
                  <a:pt x="86487" y="3176"/>
                  <a:pt x="87495" y="3559"/>
                  <a:pt x="88204" y="4324"/>
                </a:cubicBezTo>
                <a:cubicBezTo>
                  <a:pt x="88913" y="5089"/>
                  <a:pt x="89267" y="6175"/>
                  <a:pt x="89267" y="7584"/>
                </a:cubicBezTo>
                <a:lnTo>
                  <a:pt x="89267" y="8470"/>
                </a:lnTo>
                <a:moveTo>
                  <a:pt x="87679" y="7221"/>
                </a:moveTo>
                <a:cubicBezTo>
                  <a:pt x="87673" y="6364"/>
                  <a:pt x="87458" y="5702"/>
                  <a:pt x="87032" y="5233"/>
                </a:cubicBezTo>
                <a:cubicBezTo>
                  <a:pt x="86607" y="4765"/>
                  <a:pt x="85961" y="4530"/>
                  <a:pt x="85093" y="4530"/>
                </a:cubicBezTo>
                <a:cubicBezTo>
                  <a:pt x="84219" y="4530"/>
                  <a:pt x="83523" y="4788"/>
                  <a:pt x="83006" y="5303"/>
                </a:cubicBezTo>
                <a:cubicBezTo>
                  <a:pt x="82488" y="5818"/>
                  <a:pt x="82194" y="6457"/>
                  <a:pt x="82125" y="7221"/>
                </a:cubicBezTo>
                <a:lnTo>
                  <a:pt x="87679" y="7221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B901E5-19D8-45E5-B49F-249792A86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482" y="1052066"/>
            <a:ext cx="136308" cy="95666"/>
          </a:xfrm>
          <a:custGeom xmlns:a="http://schemas.openxmlformats.org/drawingml/2006/main">
            <a:pathLst>
              <a:path w="136308" h="95666">
                <a:moveTo>
                  <a:pt x="0" y="0"/>
                </a:moveTo>
                <a:lnTo>
                  <a:pt x="136308" y="0"/>
                </a:lnTo>
                <a:lnTo>
                  <a:pt x="136308" y="95666"/>
                </a:lnTo>
                <a:lnTo>
                  <a:pt x="0" y="956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7F0676F-81D8-4EFE-A7F5-CDE030472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5481" y="1052068"/>
            <a:ext cx="136309" cy="95666"/>
          </a:xfrm>
          <a:custGeom xmlns:a="http://schemas.openxmlformats.org/drawingml/2006/main">
            <a:pathLst>
              <a:path w="136309" h="95666" fill="none">
                <a:moveTo>
                  <a:pt x="0" y="0"/>
                </a:moveTo>
                <a:lnTo>
                  <a:pt x="136309" y="0"/>
                </a:lnTo>
                <a:lnTo>
                  <a:pt x="136309" y="95666"/>
                </a:lnTo>
                <a:lnTo>
                  <a:pt x="0" y="9566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77" name="Text Polygonaceae">
            <a:extLst xmlns:a="http://schemas.openxmlformats.org/drawingml/2006/main">
              <a:ext uri="{FF2B5EF4-FFF2-40B4-BE49-F238E27FC236}">
                <a16:creationId xmlns:a16="http://schemas.microsoft.com/office/drawing/2014/main" id="{5EC1CF27-05A0-408C-9401-3DBEC0F7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9276" y="1077802"/>
            <a:ext cx="89016" cy="12833"/>
          </a:xfrm>
          <a:custGeom xmlns:a="http://schemas.openxmlformats.org/drawingml/2006/main">
            <a:pathLst>
              <a:path w="89016" h="12833">
                <a:moveTo>
                  <a:pt x="6313" y="3344"/>
                </a:moveTo>
                <a:cubicBezTo>
                  <a:pt x="6313" y="3772"/>
                  <a:pt x="6238" y="4169"/>
                  <a:pt x="6089" y="4534"/>
                </a:cubicBezTo>
                <a:cubicBezTo>
                  <a:pt x="5940" y="4899"/>
                  <a:pt x="5732" y="5215"/>
                  <a:pt x="5464" y="5483"/>
                </a:cubicBezTo>
                <a:cubicBezTo>
                  <a:pt x="5131" y="5816"/>
                  <a:pt x="4738" y="6066"/>
                  <a:pt x="4284" y="6232"/>
                </a:cubicBezTo>
                <a:cubicBezTo>
                  <a:pt x="3831" y="6398"/>
                  <a:pt x="3258" y="6481"/>
                  <a:pt x="2567" y="6481"/>
                </a:cubicBezTo>
                <a:lnTo>
                  <a:pt x="1283" y="6481"/>
                </a:lnTo>
                <a:lnTo>
                  <a:pt x="1283" y="10085"/>
                </a:lnTo>
                <a:lnTo>
                  <a:pt x="0" y="10085"/>
                </a:lnTo>
                <a:lnTo>
                  <a:pt x="0" y="428"/>
                </a:lnTo>
                <a:lnTo>
                  <a:pt x="2619" y="428"/>
                </a:lnTo>
                <a:cubicBezTo>
                  <a:pt x="3198" y="428"/>
                  <a:pt x="3688" y="476"/>
                  <a:pt x="4090" y="574"/>
                </a:cubicBezTo>
                <a:cubicBezTo>
                  <a:pt x="4492" y="671"/>
                  <a:pt x="4848" y="823"/>
                  <a:pt x="5159" y="1031"/>
                </a:cubicBezTo>
                <a:cubicBezTo>
                  <a:pt x="5527" y="1277"/>
                  <a:pt x="5811" y="1584"/>
                  <a:pt x="6012" y="1951"/>
                </a:cubicBezTo>
                <a:cubicBezTo>
                  <a:pt x="6212" y="2318"/>
                  <a:pt x="6313" y="2783"/>
                  <a:pt x="6313" y="3344"/>
                </a:cubicBezTo>
                <a:moveTo>
                  <a:pt x="4978" y="3374"/>
                </a:moveTo>
                <a:cubicBezTo>
                  <a:pt x="4978" y="3044"/>
                  <a:pt x="4919" y="2757"/>
                  <a:pt x="4803" y="2513"/>
                </a:cubicBezTo>
                <a:cubicBezTo>
                  <a:pt x="4686" y="2269"/>
                  <a:pt x="4509" y="2070"/>
                  <a:pt x="4271" y="1915"/>
                </a:cubicBezTo>
                <a:cubicBezTo>
                  <a:pt x="4064" y="1783"/>
                  <a:pt x="3827" y="1687"/>
                  <a:pt x="3562" y="1629"/>
                </a:cubicBezTo>
                <a:cubicBezTo>
                  <a:pt x="3296" y="1572"/>
                  <a:pt x="2960" y="1543"/>
                  <a:pt x="2554" y="1543"/>
                </a:cubicBezTo>
                <a:lnTo>
                  <a:pt x="1283" y="1543"/>
                </a:lnTo>
                <a:lnTo>
                  <a:pt x="1283" y="5367"/>
                </a:lnTo>
                <a:lnTo>
                  <a:pt x="2366" y="5367"/>
                </a:lnTo>
                <a:cubicBezTo>
                  <a:pt x="2884" y="5367"/>
                  <a:pt x="3306" y="5321"/>
                  <a:pt x="3630" y="5229"/>
                </a:cubicBezTo>
                <a:cubicBezTo>
                  <a:pt x="3954" y="5136"/>
                  <a:pt x="4217" y="4990"/>
                  <a:pt x="4420" y="4788"/>
                </a:cubicBezTo>
                <a:cubicBezTo>
                  <a:pt x="4623" y="4583"/>
                  <a:pt x="4767" y="4366"/>
                  <a:pt x="4851" y="4139"/>
                </a:cubicBezTo>
                <a:cubicBezTo>
                  <a:pt x="4936" y="3912"/>
                  <a:pt x="4978" y="3657"/>
                  <a:pt x="4978" y="3374"/>
                </a:cubicBezTo>
                <a:close/>
                <a:moveTo>
                  <a:pt x="14078" y="6465"/>
                </a:moveTo>
                <a:cubicBezTo>
                  <a:pt x="14078" y="7648"/>
                  <a:pt x="13775" y="8581"/>
                  <a:pt x="13170" y="9266"/>
                </a:cubicBezTo>
                <a:cubicBezTo>
                  <a:pt x="12565" y="9950"/>
                  <a:pt x="11755" y="10293"/>
                  <a:pt x="10740" y="10293"/>
                </a:cubicBezTo>
                <a:cubicBezTo>
                  <a:pt x="9716" y="10293"/>
                  <a:pt x="8902" y="9950"/>
                  <a:pt x="8300" y="9266"/>
                </a:cubicBezTo>
                <a:cubicBezTo>
                  <a:pt x="7697" y="8581"/>
                  <a:pt x="7395" y="7648"/>
                  <a:pt x="7395" y="6465"/>
                </a:cubicBezTo>
                <a:cubicBezTo>
                  <a:pt x="7395" y="5283"/>
                  <a:pt x="7697" y="4348"/>
                  <a:pt x="8300" y="3661"/>
                </a:cubicBezTo>
                <a:cubicBezTo>
                  <a:pt x="8902" y="2975"/>
                  <a:pt x="9716" y="2631"/>
                  <a:pt x="10740" y="2631"/>
                </a:cubicBezTo>
                <a:cubicBezTo>
                  <a:pt x="11755" y="2631"/>
                  <a:pt x="12565" y="2975"/>
                  <a:pt x="13170" y="3661"/>
                </a:cubicBezTo>
                <a:cubicBezTo>
                  <a:pt x="13775" y="4348"/>
                  <a:pt x="14078" y="5283"/>
                  <a:pt x="14078" y="6465"/>
                </a:cubicBezTo>
                <a:moveTo>
                  <a:pt x="12820" y="6465"/>
                </a:moveTo>
                <a:cubicBezTo>
                  <a:pt x="12820" y="5529"/>
                  <a:pt x="12637" y="4833"/>
                  <a:pt x="12270" y="4377"/>
                </a:cubicBezTo>
                <a:cubicBezTo>
                  <a:pt x="11902" y="3922"/>
                  <a:pt x="11392" y="3694"/>
                  <a:pt x="10740" y="3694"/>
                </a:cubicBezTo>
                <a:cubicBezTo>
                  <a:pt x="10079" y="3694"/>
                  <a:pt x="9566" y="3922"/>
                  <a:pt x="9201" y="4377"/>
                </a:cubicBezTo>
                <a:cubicBezTo>
                  <a:pt x="8835" y="4833"/>
                  <a:pt x="8653" y="5529"/>
                  <a:pt x="8653" y="6465"/>
                </a:cubicBezTo>
                <a:cubicBezTo>
                  <a:pt x="8653" y="7372"/>
                  <a:pt x="8837" y="8059"/>
                  <a:pt x="9204" y="8527"/>
                </a:cubicBezTo>
                <a:cubicBezTo>
                  <a:pt x="9571" y="8995"/>
                  <a:pt x="10083" y="9230"/>
                  <a:pt x="10740" y="9230"/>
                </a:cubicBezTo>
                <a:cubicBezTo>
                  <a:pt x="11388" y="9230"/>
                  <a:pt x="11897" y="8998"/>
                  <a:pt x="12266" y="8534"/>
                </a:cubicBezTo>
                <a:cubicBezTo>
                  <a:pt x="12636" y="8070"/>
                  <a:pt x="12820" y="7380"/>
                  <a:pt x="12820" y="6465"/>
                </a:cubicBezTo>
                <a:close/>
                <a:moveTo>
                  <a:pt x="17195" y="10085"/>
                </a:moveTo>
                <a:lnTo>
                  <a:pt x="15977" y="10085"/>
                </a:lnTo>
                <a:lnTo>
                  <a:pt x="15977" y="0"/>
                </a:lnTo>
                <a:lnTo>
                  <a:pt x="17195" y="0"/>
                </a:lnTo>
                <a:lnTo>
                  <a:pt x="17195" y="10085"/>
                </a:lnTo>
                <a:close/>
                <a:moveTo>
                  <a:pt x="25867" y="2839"/>
                </a:moveTo>
                <a:lnTo>
                  <a:pt x="21641" y="12755"/>
                </a:lnTo>
                <a:lnTo>
                  <a:pt x="20339" y="12755"/>
                </a:lnTo>
                <a:lnTo>
                  <a:pt x="21687" y="9733"/>
                </a:lnTo>
                <a:lnTo>
                  <a:pt x="18802" y="2839"/>
                </a:lnTo>
                <a:lnTo>
                  <a:pt x="20125" y="2839"/>
                </a:lnTo>
                <a:lnTo>
                  <a:pt x="22348" y="8206"/>
                </a:lnTo>
                <a:lnTo>
                  <a:pt x="24590" y="2839"/>
                </a:lnTo>
                <a:lnTo>
                  <a:pt x="25867" y="2839"/>
                </a:lnTo>
                <a:close/>
                <a:moveTo>
                  <a:pt x="33334" y="9264"/>
                </a:moveTo>
                <a:cubicBezTo>
                  <a:pt x="33334" y="10493"/>
                  <a:pt x="33055" y="11395"/>
                  <a:pt x="32498" y="11970"/>
                </a:cubicBezTo>
                <a:cubicBezTo>
                  <a:pt x="31940" y="12546"/>
                  <a:pt x="31083" y="12833"/>
                  <a:pt x="29925" y="12833"/>
                </a:cubicBezTo>
                <a:cubicBezTo>
                  <a:pt x="29540" y="12833"/>
                  <a:pt x="29165" y="12806"/>
                  <a:pt x="28800" y="12752"/>
                </a:cubicBezTo>
                <a:cubicBezTo>
                  <a:pt x="28435" y="12698"/>
                  <a:pt x="28075" y="12622"/>
                  <a:pt x="27721" y="12522"/>
                </a:cubicBezTo>
                <a:lnTo>
                  <a:pt x="27721" y="11278"/>
                </a:lnTo>
                <a:lnTo>
                  <a:pt x="27786" y="11278"/>
                </a:lnTo>
                <a:cubicBezTo>
                  <a:pt x="27984" y="11354"/>
                  <a:pt x="28300" y="11449"/>
                  <a:pt x="28732" y="11562"/>
                </a:cubicBezTo>
                <a:cubicBezTo>
                  <a:pt x="29164" y="11675"/>
                  <a:pt x="29596" y="11731"/>
                  <a:pt x="30028" y="11731"/>
                </a:cubicBezTo>
                <a:cubicBezTo>
                  <a:pt x="30443" y="11731"/>
                  <a:pt x="30787" y="11682"/>
                  <a:pt x="31059" y="11583"/>
                </a:cubicBezTo>
                <a:cubicBezTo>
                  <a:pt x="31331" y="11483"/>
                  <a:pt x="31543" y="11345"/>
                  <a:pt x="31694" y="11169"/>
                </a:cubicBezTo>
                <a:cubicBezTo>
                  <a:pt x="31845" y="11000"/>
                  <a:pt x="31953" y="10797"/>
                  <a:pt x="32018" y="10560"/>
                </a:cubicBezTo>
                <a:cubicBezTo>
                  <a:pt x="32083" y="10323"/>
                  <a:pt x="32115" y="10058"/>
                  <a:pt x="32115" y="9764"/>
                </a:cubicBezTo>
                <a:lnTo>
                  <a:pt x="32115" y="9104"/>
                </a:lnTo>
                <a:cubicBezTo>
                  <a:pt x="31748" y="9399"/>
                  <a:pt x="31397" y="9619"/>
                  <a:pt x="31062" y="9764"/>
                </a:cubicBezTo>
                <a:cubicBezTo>
                  <a:pt x="30727" y="9909"/>
                  <a:pt x="30301" y="9981"/>
                  <a:pt x="29782" y="9981"/>
                </a:cubicBezTo>
                <a:cubicBezTo>
                  <a:pt x="28918" y="9981"/>
                  <a:pt x="28232" y="9668"/>
                  <a:pt x="27724" y="9042"/>
                </a:cubicBezTo>
                <a:cubicBezTo>
                  <a:pt x="27216" y="8416"/>
                  <a:pt x="26963" y="7534"/>
                  <a:pt x="26963" y="6394"/>
                </a:cubicBezTo>
                <a:cubicBezTo>
                  <a:pt x="26963" y="5770"/>
                  <a:pt x="27050" y="5232"/>
                  <a:pt x="27225" y="4779"/>
                </a:cubicBezTo>
                <a:cubicBezTo>
                  <a:pt x="27400" y="4327"/>
                  <a:pt x="27639" y="3936"/>
                  <a:pt x="27941" y="3606"/>
                </a:cubicBezTo>
                <a:cubicBezTo>
                  <a:pt x="28222" y="3299"/>
                  <a:pt x="28563" y="3059"/>
                  <a:pt x="28965" y="2888"/>
                </a:cubicBezTo>
                <a:cubicBezTo>
                  <a:pt x="29367" y="2717"/>
                  <a:pt x="29767" y="2631"/>
                  <a:pt x="30164" y="2631"/>
                </a:cubicBezTo>
                <a:cubicBezTo>
                  <a:pt x="30584" y="2631"/>
                  <a:pt x="30935" y="2674"/>
                  <a:pt x="31218" y="2758"/>
                </a:cubicBezTo>
                <a:cubicBezTo>
                  <a:pt x="31501" y="2843"/>
                  <a:pt x="31800" y="2972"/>
                  <a:pt x="32115" y="3145"/>
                </a:cubicBezTo>
                <a:lnTo>
                  <a:pt x="32193" y="2839"/>
                </a:lnTo>
                <a:lnTo>
                  <a:pt x="33334" y="2839"/>
                </a:lnTo>
                <a:lnTo>
                  <a:pt x="33334" y="9264"/>
                </a:lnTo>
                <a:moveTo>
                  <a:pt x="32115" y="8100"/>
                </a:moveTo>
                <a:lnTo>
                  <a:pt x="32115" y="4143"/>
                </a:lnTo>
                <a:cubicBezTo>
                  <a:pt x="31791" y="3995"/>
                  <a:pt x="31490" y="3890"/>
                  <a:pt x="31211" y="3827"/>
                </a:cubicBezTo>
                <a:cubicBezTo>
                  <a:pt x="30932" y="3765"/>
                  <a:pt x="30655" y="3733"/>
                  <a:pt x="30378" y="3733"/>
                </a:cubicBezTo>
                <a:cubicBezTo>
                  <a:pt x="29709" y="3733"/>
                  <a:pt x="29181" y="3959"/>
                  <a:pt x="28797" y="4409"/>
                </a:cubicBezTo>
                <a:cubicBezTo>
                  <a:pt x="28412" y="4860"/>
                  <a:pt x="28220" y="5514"/>
                  <a:pt x="28220" y="6371"/>
                </a:cubicBezTo>
                <a:cubicBezTo>
                  <a:pt x="28220" y="7186"/>
                  <a:pt x="28363" y="7803"/>
                  <a:pt x="28648" y="8223"/>
                </a:cubicBezTo>
                <a:cubicBezTo>
                  <a:pt x="28933" y="8644"/>
                  <a:pt x="29406" y="8854"/>
                  <a:pt x="30067" y="8854"/>
                </a:cubicBezTo>
                <a:cubicBezTo>
                  <a:pt x="30422" y="8854"/>
                  <a:pt x="30777" y="8785"/>
                  <a:pt x="31133" y="8649"/>
                </a:cubicBezTo>
                <a:cubicBezTo>
                  <a:pt x="31490" y="8513"/>
                  <a:pt x="31817" y="8330"/>
                  <a:pt x="32115" y="8100"/>
                </a:cubicBezTo>
                <a:close/>
                <a:moveTo>
                  <a:pt x="41902" y="6465"/>
                </a:moveTo>
                <a:cubicBezTo>
                  <a:pt x="41902" y="7648"/>
                  <a:pt x="41600" y="8581"/>
                  <a:pt x="40995" y="9266"/>
                </a:cubicBezTo>
                <a:cubicBezTo>
                  <a:pt x="40390" y="9950"/>
                  <a:pt x="39580" y="10293"/>
                  <a:pt x="38565" y="10293"/>
                </a:cubicBezTo>
                <a:cubicBezTo>
                  <a:pt x="37540" y="10293"/>
                  <a:pt x="36727" y="9950"/>
                  <a:pt x="36124" y="9266"/>
                </a:cubicBezTo>
                <a:cubicBezTo>
                  <a:pt x="35521" y="8581"/>
                  <a:pt x="35220" y="7648"/>
                  <a:pt x="35220" y="6465"/>
                </a:cubicBezTo>
                <a:cubicBezTo>
                  <a:pt x="35220" y="5283"/>
                  <a:pt x="35521" y="4348"/>
                  <a:pt x="36124" y="3661"/>
                </a:cubicBezTo>
                <a:cubicBezTo>
                  <a:pt x="36727" y="2975"/>
                  <a:pt x="37540" y="2631"/>
                  <a:pt x="38565" y="2631"/>
                </a:cubicBezTo>
                <a:cubicBezTo>
                  <a:pt x="39580" y="2631"/>
                  <a:pt x="40390" y="2975"/>
                  <a:pt x="40995" y="3661"/>
                </a:cubicBezTo>
                <a:cubicBezTo>
                  <a:pt x="41600" y="4348"/>
                  <a:pt x="41902" y="5283"/>
                  <a:pt x="41902" y="6465"/>
                </a:cubicBezTo>
                <a:moveTo>
                  <a:pt x="40645" y="6465"/>
                </a:moveTo>
                <a:cubicBezTo>
                  <a:pt x="40645" y="5529"/>
                  <a:pt x="40461" y="4833"/>
                  <a:pt x="40094" y="4377"/>
                </a:cubicBezTo>
                <a:cubicBezTo>
                  <a:pt x="39727" y="3922"/>
                  <a:pt x="39217" y="3694"/>
                  <a:pt x="38565" y="3694"/>
                </a:cubicBezTo>
                <a:cubicBezTo>
                  <a:pt x="37903" y="3694"/>
                  <a:pt x="37390" y="3922"/>
                  <a:pt x="37025" y="4377"/>
                </a:cubicBezTo>
                <a:cubicBezTo>
                  <a:pt x="36660" y="4833"/>
                  <a:pt x="36477" y="5529"/>
                  <a:pt x="36477" y="6465"/>
                </a:cubicBezTo>
                <a:cubicBezTo>
                  <a:pt x="36477" y="7372"/>
                  <a:pt x="36661" y="8059"/>
                  <a:pt x="37028" y="8527"/>
                </a:cubicBezTo>
                <a:cubicBezTo>
                  <a:pt x="37396" y="8995"/>
                  <a:pt x="37908" y="9230"/>
                  <a:pt x="38565" y="9230"/>
                </a:cubicBezTo>
                <a:cubicBezTo>
                  <a:pt x="39213" y="9230"/>
                  <a:pt x="39721" y="8998"/>
                  <a:pt x="40091" y="8534"/>
                </a:cubicBezTo>
                <a:cubicBezTo>
                  <a:pt x="40460" y="8070"/>
                  <a:pt x="40645" y="7380"/>
                  <a:pt x="40645" y="6465"/>
                </a:cubicBezTo>
                <a:close/>
                <a:moveTo>
                  <a:pt x="49842" y="10085"/>
                </a:moveTo>
                <a:lnTo>
                  <a:pt x="48623" y="10085"/>
                </a:lnTo>
                <a:lnTo>
                  <a:pt x="48623" y="5959"/>
                </a:lnTo>
                <a:cubicBezTo>
                  <a:pt x="48623" y="5626"/>
                  <a:pt x="48604" y="5313"/>
                  <a:pt x="48565" y="5021"/>
                </a:cubicBezTo>
                <a:cubicBezTo>
                  <a:pt x="48526" y="4729"/>
                  <a:pt x="48455" y="4501"/>
                  <a:pt x="48351" y="4337"/>
                </a:cubicBezTo>
                <a:cubicBezTo>
                  <a:pt x="48243" y="4155"/>
                  <a:pt x="48088" y="4020"/>
                  <a:pt x="47885" y="3931"/>
                </a:cubicBezTo>
                <a:cubicBezTo>
                  <a:pt x="47681" y="3842"/>
                  <a:pt x="47418" y="3798"/>
                  <a:pt x="47094" y="3798"/>
                </a:cubicBezTo>
                <a:cubicBezTo>
                  <a:pt x="46761" y="3798"/>
                  <a:pt x="46413" y="3880"/>
                  <a:pt x="46050" y="4045"/>
                </a:cubicBezTo>
                <a:cubicBezTo>
                  <a:pt x="45687" y="4209"/>
                  <a:pt x="45339" y="4419"/>
                  <a:pt x="45007" y="4674"/>
                </a:cubicBezTo>
                <a:lnTo>
                  <a:pt x="45007" y="10085"/>
                </a:lnTo>
                <a:lnTo>
                  <a:pt x="43788" y="10085"/>
                </a:lnTo>
                <a:lnTo>
                  <a:pt x="43788" y="2839"/>
                </a:lnTo>
                <a:lnTo>
                  <a:pt x="45007" y="2839"/>
                </a:lnTo>
                <a:lnTo>
                  <a:pt x="45007" y="3638"/>
                </a:lnTo>
                <a:cubicBezTo>
                  <a:pt x="45387" y="3322"/>
                  <a:pt x="45780" y="3075"/>
                  <a:pt x="46186" y="2898"/>
                </a:cubicBezTo>
                <a:cubicBezTo>
                  <a:pt x="46593" y="2720"/>
                  <a:pt x="47010" y="2631"/>
                  <a:pt x="47437" y="2631"/>
                </a:cubicBezTo>
                <a:cubicBezTo>
                  <a:pt x="48219" y="2631"/>
                  <a:pt x="48816" y="2867"/>
                  <a:pt x="49226" y="3339"/>
                </a:cubicBezTo>
                <a:cubicBezTo>
                  <a:pt x="49637" y="3811"/>
                  <a:pt x="49842" y="4491"/>
                  <a:pt x="49842" y="5378"/>
                </a:cubicBezTo>
                <a:lnTo>
                  <a:pt x="49842" y="10085"/>
                </a:lnTo>
                <a:close/>
                <a:moveTo>
                  <a:pt x="57814" y="10085"/>
                </a:moveTo>
                <a:lnTo>
                  <a:pt x="56602" y="10085"/>
                </a:lnTo>
                <a:lnTo>
                  <a:pt x="56602" y="9319"/>
                </a:lnTo>
                <a:cubicBezTo>
                  <a:pt x="56494" y="9393"/>
                  <a:pt x="56348" y="9495"/>
                  <a:pt x="56165" y="9627"/>
                </a:cubicBezTo>
                <a:cubicBezTo>
                  <a:pt x="55981" y="9759"/>
                  <a:pt x="55803" y="9864"/>
                  <a:pt x="55630" y="9942"/>
                </a:cubicBezTo>
                <a:cubicBezTo>
                  <a:pt x="55427" y="10042"/>
                  <a:pt x="55193" y="10125"/>
                  <a:pt x="54930" y="10192"/>
                </a:cubicBezTo>
                <a:cubicBezTo>
                  <a:pt x="54666" y="10259"/>
                  <a:pt x="54357" y="10293"/>
                  <a:pt x="54003" y="10293"/>
                </a:cubicBezTo>
                <a:cubicBezTo>
                  <a:pt x="53351" y="10293"/>
                  <a:pt x="52797" y="10076"/>
                  <a:pt x="52344" y="9644"/>
                </a:cubicBezTo>
                <a:cubicBezTo>
                  <a:pt x="51890" y="9211"/>
                  <a:pt x="51663" y="8659"/>
                  <a:pt x="51663" y="7989"/>
                </a:cubicBezTo>
                <a:cubicBezTo>
                  <a:pt x="51663" y="7439"/>
                  <a:pt x="51781" y="6995"/>
                  <a:pt x="52016" y="6655"/>
                </a:cubicBezTo>
                <a:cubicBezTo>
                  <a:pt x="52252" y="6315"/>
                  <a:pt x="52588" y="6048"/>
                  <a:pt x="53024" y="5854"/>
                </a:cubicBezTo>
                <a:cubicBezTo>
                  <a:pt x="53465" y="5659"/>
                  <a:pt x="53994" y="5527"/>
                  <a:pt x="54612" y="5458"/>
                </a:cubicBezTo>
                <a:cubicBezTo>
                  <a:pt x="55230" y="5388"/>
                  <a:pt x="55893" y="5336"/>
                  <a:pt x="56602" y="5302"/>
                </a:cubicBezTo>
                <a:lnTo>
                  <a:pt x="56602" y="5112"/>
                </a:lnTo>
                <a:cubicBezTo>
                  <a:pt x="56602" y="4833"/>
                  <a:pt x="56553" y="4603"/>
                  <a:pt x="56456" y="4420"/>
                </a:cubicBezTo>
                <a:cubicBezTo>
                  <a:pt x="56359" y="4237"/>
                  <a:pt x="56220" y="4093"/>
                  <a:pt x="56038" y="3988"/>
                </a:cubicBezTo>
                <a:cubicBezTo>
                  <a:pt x="55865" y="3888"/>
                  <a:pt x="55658" y="3820"/>
                  <a:pt x="55416" y="3786"/>
                </a:cubicBezTo>
                <a:cubicBezTo>
                  <a:pt x="55174" y="3751"/>
                  <a:pt x="54921" y="3733"/>
                  <a:pt x="54658" y="3733"/>
                </a:cubicBezTo>
                <a:cubicBezTo>
                  <a:pt x="54338" y="3733"/>
                  <a:pt x="53981" y="3777"/>
                  <a:pt x="53588" y="3863"/>
                </a:cubicBezTo>
                <a:cubicBezTo>
                  <a:pt x="53195" y="3950"/>
                  <a:pt x="52789" y="4075"/>
                  <a:pt x="52370" y="4239"/>
                </a:cubicBezTo>
                <a:lnTo>
                  <a:pt x="52305" y="4239"/>
                </a:lnTo>
                <a:lnTo>
                  <a:pt x="52305" y="3001"/>
                </a:lnTo>
                <a:cubicBezTo>
                  <a:pt x="52542" y="2936"/>
                  <a:pt x="52886" y="2865"/>
                  <a:pt x="53335" y="2787"/>
                </a:cubicBezTo>
                <a:cubicBezTo>
                  <a:pt x="53785" y="2709"/>
                  <a:pt x="54228" y="2670"/>
                  <a:pt x="54664" y="2670"/>
                </a:cubicBezTo>
                <a:cubicBezTo>
                  <a:pt x="55174" y="2670"/>
                  <a:pt x="55618" y="2712"/>
                  <a:pt x="55996" y="2797"/>
                </a:cubicBezTo>
                <a:cubicBezTo>
                  <a:pt x="56374" y="2881"/>
                  <a:pt x="56701" y="3025"/>
                  <a:pt x="56978" y="3228"/>
                </a:cubicBezTo>
                <a:cubicBezTo>
                  <a:pt x="57250" y="3427"/>
                  <a:pt x="57458" y="3684"/>
                  <a:pt x="57600" y="3999"/>
                </a:cubicBezTo>
                <a:cubicBezTo>
                  <a:pt x="57743" y="4314"/>
                  <a:pt x="57814" y="4706"/>
                  <a:pt x="57814" y="5172"/>
                </a:cubicBezTo>
                <a:lnTo>
                  <a:pt x="57814" y="10085"/>
                </a:lnTo>
                <a:moveTo>
                  <a:pt x="56602" y="8312"/>
                </a:moveTo>
                <a:lnTo>
                  <a:pt x="56602" y="6287"/>
                </a:lnTo>
                <a:cubicBezTo>
                  <a:pt x="56230" y="6309"/>
                  <a:pt x="55793" y="6341"/>
                  <a:pt x="55290" y="6385"/>
                </a:cubicBezTo>
                <a:cubicBezTo>
                  <a:pt x="54786" y="6428"/>
                  <a:pt x="54388" y="6491"/>
                  <a:pt x="54094" y="6573"/>
                </a:cubicBezTo>
                <a:cubicBezTo>
                  <a:pt x="53744" y="6673"/>
                  <a:pt x="53461" y="6829"/>
                  <a:pt x="53245" y="7039"/>
                </a:cubicBezTo>
                <a:cubicBezTo>
                  <a:pt x="53029" y="7250"/>
                  <a:pt x="52921" y="7539"/>
                  <a:pt x="52921" y="7908"/>
                </a:cubicBezTo>
                <a:cubicBezTo>
                  <a:pt x="52921" y="8325"/>
                  <a:pt x="53046" y="8638"/>
                  <a:pt x="53296" y="8849"/>
                </a:cubicBezTo>
                <a:cubicBezTo>
                  <a:pt x="53547" y="9060"/>
                  <a:pt x="53930" y="9165"/>
                  <a:pt x="54444" y="9165"/>
                </a:cubicBezTo>
                <a:cubicBezTo>
                  <a:pt x="54871" y="9165"/>
                  <a:pt x="55263" y="9081"/>
                  <a:pt x="55617" y="8914"/>
                </a:cubicBezTo>
                <a:cubicBezTo>
                  <a:pt x="55971" y="8747"/>
                  <a:pt x="56300" y="8546"/>
                  <a:pt x="56602" y="8312"/>
                </a:cubicBezTo>
                <a:close/>
                <a:moveTo>
                  <a:pt x="65514" y="9638"/>
                </a:moveTo>
                <a:cubicBezTo>
                  <a:pt x="65108" y="9832"/>
                  <a:pt x="64722" y="9984"/>
                  <a:pt x="64357" y="10092"/>
                </a:cubicBezTo>
                <a:cubicBezTo>
                  <a:pt x="63992" y="10200"/>
                  <a:pt x="63604" y="10254"/>
                  <a:pt x="63194" y="10254"/>
                </a:cubicBezTo>
                <a:cubicBezTo>
                  <a:pt x="62671" y="10254"/>
                  <a:pt x="62191" y="10177"/>
                  <a:pt x="61755" y="10023"/>
                </a:cubicBezTo>
                <a:cubicBezTo>
                  <a:pt x="61318" y="9869"/>
                  <a:pt x="60945" y="9637"/>
                  <a:pt x="60633" y="9325"/>
                </a:cubicBezTo>
                <a:cubicBezTo>
                  <a:pt x="60318" y="9014"/>
                  <a:pt x="60074" y="8620"/>
                  <a:pt x="59901" y="8144"/>
                </a:cubicBezTo>
                <a:cubicBezTo>
                  <a:pt x="59728" y="7667"/>
                  <a:pt x="59642" y="7111"/>
                  <a:pt x="59642" y="6475"/>
                </a:cubicBezTo>
                <a:cubicBezTo>
                  <a:pt x="59642" y="5289"/>
                  <a:pt x="59967" y="4358"/>
                  <a:pt x="60617" y="3683"/>
                </a:cubicBezTo>
                <a:cubicBezTo>
                  <a:pt x="61268" y="3008"/>
                  <a:pt x="62126" y="2670"/>
                  <a:pt x="63194" y="2670"/>
                </a:cubicBezTo>
                <a:cubicBezTo>
                  <a:pt x="63608" y="2670"/>
                  <a:pt x="64016" y="2729"/>
                  <a:pt x="64415" y="2845"/>
                </a:cubicBezTo>
                <a:cubicBezTo>
                  <a:pt x="64815" y="2962"/>
                  <a:pt x="65181" y="3105"/>
                  <a:pt x="65514" y="3273"/>
                </a:cubicBezTo>
                <a:lnTo>
                  <a:pt x="65514" y="4628"/>
                </a:lnTo>
                <a:lnTo>
                  <a:pt x="65449" y="4628"/>
                </a:lnTo>
                <a:cubicBezTo>
                  <a:pt x="65078" y="4340"/>
                  <a:pt x="64694" y="4119"/>
                  <a:pt x="64299" y="3965"/>
                </a:cubicBezTo>
                <a:cubicBezTo>
                  <a:pt x="63903" y="3811"/>
                  <a:pt x="63518" y="3733"/>
                  <a:pt x="63142" y="3733"/>
                </a:cubicBezTo>
                <a:cubicBezTo>
                  <a:pt x="62450" y="3733"/>
                  <a:pt x="61905" y="3966"/>
                  <a:pt x="61505" y="4430"/>
                </a:cubicBezTo>
                <a:cubicBezTo>
                  <a:pt x="61106" y="4895"/>
                  <a:pt x="60906" y="5576"/>
                  <a:pt x="60906" y="6475"/>
                </a:cubicBezTo>
                <a:cubicBezTo>
                  <a:pt x="60906" y="7348"/>
                  <a:pt x="61101" y="8019"/>
                  <a:pt x="61492" y="8487"/>
                </a:cubicBezTo>
                <a:cubicBezTo>
                  <a:pt x="61883" y="8956"/>
                  <a:pt x="62433" y="9191"/>
                  <a:pt x="63142" y="9191"/>
                </a:cubicBezTo>
                <a:cubicBezTo>
                  <a:pt x="63388" y="9191"/>
                  <a:pt x="63639" y="9159"/>
                  <a:pt x="63894" y="9094"/>
                </a:cubicBezTo>
                <a:cubicBezTo>
                  <a:pt x="64149" y="9030"/>
                  <a:pt x="64378" y="8946"/>
                  <a:pt x="64581" y="8843"/>
                </a:cubicBezTo>
                <a:cubicBezTo>
                  <a:pt x="64758" y="8753"/>
                  <a:pt x="64924" y="8658"/>
                  <a:pt x="65080" y="8557"/>
                </a:cubicBezTo>
                <a:cubicBezTo>
                  <a:pt x="65235" y="8456"/>
                  <a:pt x="65358" y="8369"/>
                  <a:pt x="65449" y="8296"/>
                </a:cubicBezTo>
                <a:lnTo>
                  <a:pt x="65514" y="8296"/>
                </a:lnTo>
                <a:lnTo>
                  <a:pt x="65514" y="9638"/>
                </a:lnTo>
                <a:close/>
                <a:moveTo>
                  <a:pt x="73136" y="6585"/>
                </a:moveTo>
                <a:lnTo>
                  <a:pt x="67802" y="6585"/>
                </a:lnTo>
                <a:cubicBezTo>
                  <a:pt x="67802" y="7031"/>
                  <a:pt x="67869" y="7420"/>
                  <a:pt x="68003" y="7751"/>
                </a:cubicBezTo>
                <a:cubicBezTo>
                  <a:pt x="68137" y="8083"/>
                  <a:pt x="68320" y="8355"/>
                  <a:pt x="68554" y="8567"/>
                </a:cubicBezTo>
                <a:cubicBezTo>
                  <a:pt x="68778" y="8775"/>
                  <a:pt x="69045" y="8931"/>
                  <a:pt x="69354" y="9035"/>
                </a:cubicBezTo>
                <a:cubicBezTo>
                  <a:pt x="69663" y="9139"/>
                  <a:pt x="70003" y="9191"/>
                  <a:pt x="70375" y="9191"/>
                </a:cubicBezTo>
                <a:cubicBezTo>
                  <a:pt x="70868" y="9191"/>
                  <a:pt x="71364" y="9092"/>
                  <a:pt x="71863" y="8894"/>
                </a:cubicBezTo>
                <a:cubicBezTo>
                  <a:pt x="72362" y="8695"/>
                  <a:pt x="72717" y="8501"/>
                  <a:pt x="72929" y="8309"/>
                </a:cubicBezTo>
                <a:lnTo>
                  <a:pt x="72994" y="8309"/>
                </a:lnTo>
                <a:lnTo>
                  <a:pt x="72994" y="9642"/>
                </a:lnTo>
                <a:cubicBezTo>
                  <a:pt x="72583" y="9816"/>
                  <a:pt x="72164" y="9961"/>
                  <a:pt x="71736" y="10078"/>
                </a:cubicBezTo>
                <a:cubicBezTo>
                  <a:pt x="71308" y="10195"/>
                  <a:pt x="70859" y="10254"/>
                  <a:pt x="70388" y="10254"/>
                </a:cubicBezTo>
                <a:cubicBezTo>
                  <a:pt x="69187" y="10254"/>
                  <a:pt x="68249" y="9928"/>
                  <a:pt x="67575" y="9277"/>
                </a:cubicBezTo>
                <a:cubicBezTo>
                  <a:pt x="66901" y="8625"/>
                  <a:pt x="66564" y="7700"/>
                  <a:pt x="66564" y="6501"/>
                </a:cubicBezTo>
                <a:cubicBezTo>
                  <a:pt x="66564" y="5315"/>
                  <a:pt x="66887" y="4374"/>
                  <a:pt x="67533" y="3677"/>
                </a:cubicBezTo>
                <a:cubicBezTo>
                  <a:pt x="68179" y="2980"/>
                  <a:pt x="69029" y="2631"/>
                  <a:pt x="70083" y="2631"/>
                </a:cubicBezTo>
                <a:cubicBezTo>
                  <a:pt x="71060" y="2631"/>
                  <a:pt x="71813" y="2917"/>
                  <a:pt x="72342" y="3488"/>
                </a:cubicBezTo>
                <a:cubicBezTo>
                  <a:pt x="72872" y="4060"/>
                  <a:pt x="73136" y="4871"/>
                  <a:pt x="73136" y="5923"/>
                </a:cubicBezTo>
                <a:lnTo>
                  <a:pt x="73136" y="6585"/>
                </a:lnTo>
                <a:moveTo>
                  <a:pt x="71950" y="5652"/>
                </a:moveTo>
                <a:cubicBezTo>
                  <a:pt x="71946" y="5012"/>
                  <a:pt x="71785" y="4518"/>
                  <a:pt x="71467" y="4168"/>
                </a:cubicBezTo>
                <a:cubicBezTo>
                  <a:pt x="71150" y="3818"/>
                  <a:pt x="70667" y="3643"/>
                  <a:pt x="70019" y="3643"/>
                </a:cubicBezTo>
                <a:cubicBezTo>
                  <a:pt x="69366" y="3643"/>
                  <a:pt x="68847" y="3835"/>
                  <a:pt x="68460" y="4219"/>
                </a:cubicBezTo>
                <a:cubicBezTo>
                  <a:pt x="68073" y="4604"/>
                  <a:pt x="67854" y="5081"/>
                  <a:pt x="67802" y="5652"/>
                </a:cubicBezTo>
                <a:lnTo>
                  <a:pt x="71950" y="5652"/>
                </a:lnTo>
                <a:close/>
                <a:moveTo>
                  <a:pt x="80609" y="10085"/>
                </a:moveTo>
                <a:lnTo>
                  <a:pt x="79397" y="10085"/>
                </a:lnTo>
                <a:lnTo>
                  <a:pt x="79397" y="9319"/>
                </a:lnTo>
                <a:cubicBezTo>
                  <a:pt x="79289" y="9393"/>
                  <a:pt x="79143" y="9495"/>
                  <a:pt x="78960" y="9627"/>
                </a:cubicBezTo>
                <a:cubicBezTo>
                  <a:pt x="78776" y="9759"/>
                  <a:pt x="78598" y="9864"/>
                  <a:pt x="78425" y="9942"/>
                </a:cubicBezTo>
                <a:cubicBezTo>
                  <a:pt x="78222" y="10042"/>
                  <a:pt x="77989" y="10125"/>
                  <a:pt x="77725" y="10192"/>
                </a:cubicBezTo>
                <a:cubicBezTo>
                  <a:pt x="77461" y="10259"/>
                  <a:pt x="77152" y="10293"/>
                  <a:pt x="76798" y="10293"/>
                </a:cubicBezTo>
                <a:cubicBezTo>
                  <a:pt x="76146" y="10293"/>
                  <a:pt x="75593" y="10076"/>
                  <a:pt x="75139" y="9644"/>
                </a:cubicBezTo>
                <a:cubicBezTo>
                  <a:pt x="74685" y="9211"/>
                  <a:pt x="74458" y="8659"/>
                  <a:pt x="74458" y="7989"/>
                </a:cubicBezTo>
                <a:cubicBezTo>
                  <a:pt x="74458" y="7439"/>
                  <a:pt x="74576" y="6995"/>
                  <a:pt x="74812" y="6655"/>
                </a:cubicBezTo>
                <a:cubicBezTo>
                  <a:pt x="75047" y="6315"/>
                  <a:pt x="75383" y="6048"/>
                  <a:pt x="75819" y="5854"/>
                </a:cubicBezTo>
                <a:cubicBezTo>
                  <a:pt x="76260" y="5659"/>
                  <a:pt x="76789" y="5527"/>
                  <a:pt x="77407" y="5458"/>
                </a:cubicBezTo>
                <a:cubicBezTo>
                  <a:pt x="78025" y="5388"/>
                  <a:pt x="78689" y="5336"/>
                  <a:pt x="79397" y="5302"/>
                </a:cubicBezTo>
                <a:lnTo>
                  <a:pt x="79397" y="5112"/>
                </a:lnTo>
                <a:cubicBezTo>
                  <a:pt x="79397" y="4833"/>
                  <a:pt x="79349" y="4603"/>
                  <a:pt x="79251" y="4420"/>
                </a:cubicBezTo>
                <a:cubicBezTo>
                  <a:pt x="79154" y="4237"/>
                  <a:pt x="79015" y="4093"/>
                  <a:pt x="78833" y="3988"/>
                </a:cubicBezTo>
                <a:cubicBezTo>
                  <a:pt x="78660" y="3888"/>
                  <a:pt x="78453" y="3820"/>
                  <a:pt x="78211" y="3786"/>
                </a:cubicBezTo>
                <a:cubicBezTo>
                  <a:pt x="77969" y="3751"/>
                  <a:pt x="77716" y="3733"/>
                  <a:pt x="77453" y="3733"/>
                </a:cubicBezTo>
                <a:cubicBezTo>
                  <a:pt x="77133" y="3733"/>
                  <a:pt x="76777" y="3777"/>
                  <a:pt x="76383" y="3863"/>
                </a:cubicBezTo>
                <a:cubicBezTo>
                  <a:pt x="75990" y="3950"/>
                  <a:pt x="75584" y="4075"/>
                  <a:pt x="75165" y="4239"/>
                </a:cubicBezTo>
                <a:lnTo>
                  <a:pt x="75100" y="4239"/>
                </a:lnTo>
                <a:lnTo>
                  <a:pt x="75100" y="3001"/>
                </a:lnTo>
                <a:cubicBezTo>
                  <a:pt x="75338" y="2936"/>
                  <a:pt x="75681" y="2865"/>
                  <a:pt x="76131" y="2787"/>
                </a:cubicBezTo>
                <a:cubicBezTo>
                  <a:pt x="76580" y="2709"/>
                  <a:pt x="77023" y="2670"/>
                  <a:pt x="77459" y="2670"/>
                </a:cubicBezTo>
                <a:cubicBezTo>
                  <a:pt x="77969" y="2670"/>
                  <a:pt x="78413" y="2712"/>
                  <a:pt x="78791" y="2797"/>
                </a:cubicBezTo>
                <a:cubicBezTo>
                  <a:pt x="79169" y="2881"/>
                  <a:pt x="79497" y="3025"/>
                  <a:pt x="79773" y="3228"/>
                </a:cubicBezTo>
                <a:cubicBezTo>
                  <a:pt x="80045" y="3427"/>
                  <a:pt x="80253" y="3684"/>
                  <a:pt x="80395" y="3999"/>
                </a:cubicBezTo>
                <a:cubicBezTo>
                  <a:pt x="80538" y="4314"/>
                  <a:pt x="80609" y="4706"/>
                  <a:pt x="80609" y="5172"/>
                </a:cubicBezTo>
                <a:lnTo>
                  <a:pt x="80609" y="10085"/>
                </a:lnTo>
                <a:moveTo>
                  <a:pt x="79397" y="8312"/>
                </a:moveTo>
                <a:lnTo>
                  <a:pt x="79397" y="6287"/>
                </a:lnTo>
                <a:cubicBezTo>
                  <a:pt x="79026" y="6309"/>
                  <a:pt x="78588" y="6341"/>
                  <a:pt x="78085" y="6385"/>
                </a:cubicBezTo>
                <a:cubicBezTo>
                  <a:pt x="77581" y="6428"/>
                  <a:pt x="77183" y="6491"/>
                  <a:pt x="76889" y="6573"/>
                </a:cubicBezTo>
                <a:cubicBezTo>
                  <a:pt x="76539" y="6673"/>
                  <a:pt x="76256" y="6829"/>
                  <a:pt x="76040" y="7039"/>
                </a:cubicBezTo>
                <a:cubicBezTo>
                  <a:pt x="75824" y="7250"/>
                  <a:pt x="75716" y="7539"/>
                  <a:pt x="75716" y="7908"/>
                </a:cubicBezTo>
                <a:cubicBezTo>
                  <a:pt x="75716" y="8325"/>
                  <a:pt x="75841" y="8638"/>
                  <a:pt x="76092" y="8849"/>
                </a:cubicBezTo>
                <a:cubicBezTo>
                  <a:pt x="76342" y="9060"/>
                  <a:pt x="76725" y="9165"/>
                  <a:pt x="77239" y="9165"/>
                </a:cubicBezTo>
                <a:cubicBezTo>
                  <a:pt x="77667" y="9165"/>
                  <a:pt x="78058" y="9081"/>
                  <a:pt x="78412" y="8914"/>
                </a:cubicBezTo>
                <a:cubicBezTo>
                  <a:pt x="78766" y="8747"/>
                  <a:pt x="79095" y="8546"/>
                  <a:pt x="79397" y="8312"/>
                </a:cubicBezTo>
                <a:close/>
                <a:moveTo>
                  <a:pt x="89016" y="6585"/>
                </a:moveTo>
                <a:lnTo>
                  <a:pt x="83681" y="6585"/>
                </a:lnTo>
                <a:cubicBezTo>
                  <a:pt x="83681" y="7031"/>
                  <a:pt x="83748" y="7420"/>
                  <a:pt x="83882" y="7751"/>
                </a:cubicBezTo>
                <a:cubicBezTo>
                  <a:pt x="84016" y="8083"/>
                  <a:pt x="84200" y="8355"/>
                  <a:pt x="84433" y="8567"/>
                </a:cubicBezTo>
                <a:cubicBezTo>
                  <a:pt x="84658" y="8775"/>
                  <a:pt x="84925" y="8931"/>
                  <a:pt x="85234" y="9035"/>
                </a:cubicBezTo>
                <a:cubicBezTo>
                  <a:pt x="85543" y="9139"/>
                  <a:pt x="85883" y="9191"/>
                  <a:pt x="86255" y="9191"/>
                </a:cubicBezTo>
                <a:cubicBezTo>
                  <a:pt x="86747" y="9191"/>
                  <a:pt x="87243" y="9092"/>
                  <a:pt x="87742" y="8894"/>
                </a:cubicBezTo>
                <a:cubicBezTo>
                  <a:pt x="88241" y="8695"/>
                  <a:pt x="88596" y="8501"/>
                  <a:pt x="88808" y="8309"/>
                </a:cubicBezTo>
                <a:lnTo>
                  <a:pt x="88873" y="8309"/>
                </a:lnTo>
                <a:lnTo>
                  <a:pt x="88873" y="9642"/>
                </a:lnTo>
                <a:cubicBezTo>
                  <a:pt x="88463" y="9816"/>
                  <a:pt x="88043" y="9961"/>
                  <a:pt x="87616" y="10078"/>
                </a:cubicBezTo>
                <a:cubicBezTo>
                  <a:pt x="87188" y="10195"/>
                  <a:pt x="86738" y="10254"/>
                  <a:pt x="86267" y="10254"/>
                </a:cubicBezTo>
                <a:cubicBezTo>
                  <a:pt x="85066" y="10254"/>
                  <a:pt x="84129" y="9928"/>
                  <a:pt x="83455" y="9277"/>
                </a:cubicBezTo>
                <a:cubicBezTo>
                  <a:pt x="82780" y="8625"/>
                  <a:pt x="82443" y="7700"/>
                  <a:pt x="82443" y="6501"/>
                </a:cubicBezTo>
                <a:cubicBezTo>
                  <a:pt x="82443" y="5315"/>
                  <a:pt x="82766" y="4374"/>
                  <a:pt x="83412" y="3677"/>
                </a:cubicBezTo>
                <a:cubicBezTo>
                  <a:pt x="84058" y="2980"/>
                  <a:pt x="84909" y="2631"/>
                  <a:pt x="85963" y="2631"/>
                </a:cubicBezTo>
                <a:cubicBezTo>
                  <a:pt x="86939" y="2631"/>
                  <a:pt x="87692" y="2917"/>
                  <a:pt x="88222" y="3488"/>
                </a:cubicBezTo>
                <a:cubicBezTo>
                  <a:pt x="88751" y="4060"/>
                  <a:pt x="89016" y="4871"/>
                  <a:pt x="89016" y="5923"/>
                </a:cubicBezTo>
                <a:lnTo>
                  <a:pt x="89016" y="6585"/>
                </a:lnTo>
                <a:moveTo>
                  <a:pt x="87829" y="5652"/>
                </a:moveTo>
                <a:cubicBezTo>
                  <a:pt x="87825" y="5012"/>
                  <a:pt x="87664" y="4518"/>
                  <a:pt x="87347" y="4168"/>
                </a:cubicBezTo>
                <a:cubicBezTo>
                  <a:pt x="87029" y="3818"/>
                  <a:pt x="86546" y="3643"/>
                  <a:pt x="85898" y="3643"/>
                </a:cubicBezTo>
                <a:cubicBezTo>
                  <a:pt x="85246" y="3643"/>
                  <a:pt x="84726" y="3835"/>
                  <a:pt x="84339" y="4219"/>
                </a:cubicBezTo>
                <a:cubicBezTo>
                  <a:pt x="83953" y="4604"/>
                  <a:pt x="83733" y="5081"/>
                  <a:pt x="83681" y="5652"/>
                </a:cubicBezTo>
                <a:lnTo>
                  <a:pt x="87829" y="5652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691DFF-37B3-4F02-88AE-C43367E51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288" y="880513"/>
            <a:ext cx="98195" cy="131542"/>
          </a:xfrm>
          <a:custGeom xmlns:a="http://schemas.openxmlformats.org/drawingml/2006/main">
            <a:pathLst>
              <a:path w="98195" h="131542">
                <a:moveTo>
                  <a:pt x="0" y="0"/>
                </a:moveTo>
                <a:lnTo>
                  <a:pt x="98195" y="0"/>
                </a:lnTo>
                <a:lnTo>
                  <a:pt x="98195" y="131542"/>
                </a:lnTo>
                <a:lnTo>
                  <a:pt x="0" y="1315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7340F1-F3E1-457A-9B98-EC6BA8148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289" y="880515"/>
            <a:ext cx="98195" cy="131542"/>
          </a:xfrm>
          <a:custGeom xmlns:a="http://schemas.openxmlformats.org/drawingml/2006/main">
            <a:pathLst>
              <a:path w="98195" h="131542" fill="none">
                <a:moveTo>
                  <a:pt x="0" y="0"/>
                </a:moveTo>
                <a:lnTo>
                  <a:pt x="98195" y="0"/>
                </a:lnTo>
                <a:lnTo>
                  <a:pt x="98195" y="131542"/>
                </a:lnTo>
                <a:lnTo>
                  <a:pt x="0" y="131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80" name="Text Caryophyllaceae">
            <a:extLst xmlns:a="http://schemas.openxmlformats.org/drawingml/2006/main">
              <a:ext uri="{FF2B5EF4-FFF2-40B4-BE49-F238E27FC236}">
                <a16:creationId xmlns:a16="http://schemas.microsoft.com/office/drawing/2014/main" id="{8433B51E-2189-43A8-BEBA-0995DC59E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150" y="904571"/>
            <a:ext cx="52430" cy="6198"/>
          </a:xfrm>
          <a:custGeom xmlns:a="http://schemas.openxmlformats.org/drawingml/2006/main">
            <a:pathLst>
              <a:path w="52430" h="6198">
                <a:moveTo>
                  <a:pt x="3889" y="4562"/>
                </a:moveTo>
                <a:cubicBezTo>
                  <a:pt x="3774" y="4612"/>
                  <a:pt x="3669" y="4660"/>
                  <a:pt x="3576" y="4704"/>
                </a:cubicBezTo>
                <a:cubicBezTo>
                  <a:pt x="3482" y="4748"/>
                  <a:pt x="3360" y="4795"/>
                  <a:pt x="3209" y="4843"/>
                </a:cubicBezTo>
                <a:cubicBezTo>
                  <a:pt x="3081" y="4883"/>
                  <a:pt x="2942" y="4917"/>
                  <a:pt x="2792" y="4946"/>
                </a:cubicBezTo>
                <a:cubicBezTo>
                  <a:pt x="2642" y="4974"/>
                  <a:pt x="2476" y="4988"/>
                  <a:pt x="2296" y="4988"/>
                </a:cubicBezTo>
                <a:cubicBezTo>
                  <a:pt x="1956" y="4988"/>
                  <a:pt x="1646" y="4941"/>
                  <a:pt x="1368" y="4845"/>
                </a:cubicBezTo>
                <a:cubicBezTo>
                  <a:pt x="1090" y="4749"/>
                  <a:pt x="848" y="4600"/>
                  <a:pt x="642" y="4396"/>
                </a:cubicBezTo>
                <a:cubicBezTo>
                  <a:pt x="441" y="4196"/>
                  <a:pt x="283" y="3943"/>
                  <a:pt x="170" y="3635"/>
                </a:cubicBezTo>
                <a:cubicBezTo>
                  <a:pt x="57" y="3327"/>
                  <a:pt x="0" y="2969"/>
                  <a:pt x="0" y="2562"/>
                </a:cubicBezTo>
                <a:cubicBezTo>
                  <a:pt x="0" y="2175"/>
                  <a:pt x="55" y="1830"/>
                  <a:pt x="164" y="1525"/>
                </a:cubicBezTo>
                <a:cubicBezTo>
                  <a:pt x="273" y="1220"/>
                  <a:pt x="430" y="963"/>
                  <a:pt x="636" y="753"/>
                </a:cubicBezTo>
                <a:cubicBezTo>
                  <a:pt x="836" y="549"/>
                  <a:pt x="1076" y="394"/>
                  <a:pt x="1359" y="287"/>
                </a:cubicBezTo>
                <a:cubicBezTo>
                  <a:pt x="1641" y="180"/>
                  <a:pt x="1955" y="126"/>
                  <a:pt x="2299" y="126"/>
                </a:cubicBezTo>
                <a:cubicBezTo>
                  <a:pt x="2551" y="126"/>
                  <a:pt x="2802" y="156"/>
                  <a:pt x="3053" y="217"/>
                </a:cubicBezTo>
                <a:cubicBezTo>
                  <a:pt x="3304" y="278"/>
                  <a:pt x="3583" y="385"/>
                  <a:pt x="3889" y="539"/>
                </a:cubicBezTo>
                <a:lnTo>
                  <a:pt x="3889" y="1279"/>
                </a:lnTo>
                <a:lnTo>
                  <a:pt x="3842" y="1279"/>
                </a:lnTo>
                <a:cubicBezTo>
                  <a:pt x="3584" y="1066"/>
                  <a:pt x="3328" y="911"/>
                  <a:pt x="3074" y="813"/>
                </a:cubicBezTo>
                <a:cubicBezTo>
                  <a:pt x="2820" y="716"/>
                  <a:pt x="2548" y="668"/>
                  <a:pt x="2258" y="668"/>
                </a:cubicBezTo>
                <a:cubicBezTo>
                  <a:pt x="2021" y="668"/>
                  <a:pt x="1807" y="706"/>
                  <a:pt x="1617" y="782"/>
                </a:cubicBezTo>
                <a:cubicBezTo>
                  <a:pt x="1427" y="859"/>
                  <a:pt x="1258" y="978"/>
                  <a:pt x="1109" y="1139"/>
                </a:cubicBezTo>
                <a:cubicBezTo>
                  <a:pt x="964" y="1296"/>
                  <a:pt x="851" y="1494"/>
                  <a:pt x="770" y="1734"/>
                </a:cubicBezTo>
                <a:cubicBezTo>
                  <a:pt x="689" y="1974"/>
                  <a:pt x="649" y="2251"/>
                  <a:pt x="649" y="2565"/>
                </a:cubicBezTo>
                <a:cubicBezTo>
                  <a:pt x="649" y="2894"/>
                  <a:pt x="693" y="3176"/>
                  <a:pt x="783" y="3413"/>
                </a:cubicBezTo>
                <a:cubicBezTo>
                  <a:pt x="872" y="3650"/>
                  <a:pt x="987" y="3842"/>
                  <a:pt x="1127" y="3991"/>
                </a:cubicBezTo>
                <a:cubicBezTo>
                  <a:pt x="1274" y="4146"/>
                  <a:pt x="1446" y="4261"/>
                  <a:pt x="1642" y="4335"/>
                </a:cubicBezTo>
                <a:cubicBezTo>
                  <a:pt x="1839" y="4409"/>
                  <a:pt x="2046" y="4447"/>
                  <a:pt x="2264" y="4447"/>
                </a:cubicBezTo>
                <a:cubicBezTo>
                  <a:pt x="2564" y="4447"/>
                  <a:pt x="2846" y="4395"/>
                  <a:pt x="3108" y="4292"/>
                </a:cubicBezTo>
                <a:cubicBezTo>
                  <a:pt x="3371" y="4189"/>
                  <a:pt x="3616" y="4035"/>
                  <a:pt x="3845" y="3829"/>
                </a:cubicBezTo>
                <a:lnTo>
                  <a:pt x="3889" y="3829"/>
                </a:lnTo>
                <a:lnTo>
                  <a:pt x="3889" y="4562"/>
                </a:lnTo>
                <a:close/>
                <a:moveTo>
                  <a:pt x="7457" y="4900"/>
                </a:moveTo>
                <a:lnTo>
                  <a:pt x="6868" y="4900"/>
                </a:lnTo>
                <a:lnTo>
                  <a:pt x="6868" y="4528"/>
                </a:lnTo>
                <a:cubicBezTo>
                  <a:pt x="6816" y="4564"/>
                  <a:pt x="6745" y="4614"/>
                  <a:pt x="6656" y="4678"/>
                </a:cubicBezTo>
                <a:cubicBezTo>
                  <a:pt x="6566" y="4742"/>
                  <a:pt x="6480" y="4793"/>
                  <a:pt x="6396" y="4831"/>
                </a:cubicBezTo>
                <a:cubicBezTo>
                  <a:pt x="6297" y="4879"/>
                  <a:pt x="6184" y="4919"/>
                  <a:pt x="6056" y="4952"/>
                </a:cubicBezTo>
                <a:cubicBezTo>
                  <a:pt x="5928" y="4985"/>
                  <a:pt x="5778" y="5001"/>
                  <a:pt x="5605" y="5001"/>
                </a:cubicBezTo>
                <a:cubicBezTo>
                  <a:pt x="5288" y="5001"/>
                  <a:pt x="5020" y="4896"/>
                  <a:pt x="4799" y="4686"/>
                </a:cubicBezTo>
                <a:cubicBezTo>
                  <a:pt x="4579" y="4475"/>
                  <a:pt x="4468" y="4207"/>
                  <a:pt x="4468" y="3881"/>
                </a:cubicBezTo>
                <a:cubicBezTo>
                  <a:pt x="4468" y="3615"/>
                  <a:pt x="4526" y="3399"/>
                  <a:pt x="4640" y="3234"/>
                </a:cubicBezTo>
                <a:cubicBezTo>
                  <a:pt x="4755" y="3068"/>
                  <a:pt x="4918" y="2939"/>
                  <a:pt x="5130" y="2844"/>
                </a:cubicBezTo>
                <a:cubicBezTo>
                  <a:pt x="5344" y="2749"/>
                  <a:pt x="5601" y="2685"/>
                  <a:pt x="5901" y="2652"/>
                </a:cubicBezTo>
                <a:cubicBezTo>
                  <a:pt x="6202" y="2618"/>
                  <a:pt x="6524" y="2593"/>
                  <a:pt x="6868" y="2576"/>
                </a:cubicBezTo>
                <a:lnTo>
                  <a:pt x="6868" y="2484"/>
                </a:lnTo>
                <a:cubicBezTo>
                  <a:pt x="6868" y="2348"/>
                  <a:pt x="6845" y="2236"/>
                  <a:pt x="6797" y="2147"/>
                </a:cubicBezTo>
                <a:cubicBezTo>
                  <a:pt x="6750" y="2058"/>
                  <a:pt x="6682" y="1989"/>
                  <a:pt x="6594" y="1938"/>
                </a:cubicBezTo>
                <a:cubicBezTo>
                  <a:pt x="6510" y="1889"/>
                  <a:pt x="6409" y="1856"/>
                  <a:pt x="6292" y="1839"/>
                </a:cubicBezTo>
                <a:cubicBezTo>
                  <a:pt x="6174" y="1822"/>
                  <a:pt x="6051" y="1814"/>
                  <a:pt x="5923" y="1814"/>
                </a:cubicBezTo>
                <a:cubicBezTo>
                  <a:pt x="5768" y="1814"/>
                  <a:pt x="5595" y="1835"/>
                  <a:pt x="5404" y="1877"/>
                </a:cubicBezTo>
                <a:cubicBezTo>
                  <a:pt x="5213" y="1919"/>
                  <a:pt x="5015" y="1980"/>
                  <a:pt x="4812" y="2060"/>
                </a:cubicBezTo>
                <a:lnTo>
                  <a:pt x="4780" y="2060"/>
                </a:lnTo>
                <a:lnTo>
                  <a:pt x="4780" y="1458"/>
                </a:lnTo>
                <a:cubicBezTo>
                  <a:pt x="4896" y="1427"/>
                  <a:pt x="5063" y="1392"/>
                  <a:pt x="5281" y="1354"/>
                </a:cubicBezTo>
                <a:cubicBezTo>
                  <a:pt x="5499" y="1316"/>
                  <a:pt x="5715" y="1297"/>
                  <a:pt x="5927" y="1297"/>
                </a:cubicBezTo>
                <a:cubicBezTo>
                  <a:pt x="6174" y="1297"/>
                  <a:pt x="6390" y="1318"/>
                  <a:pt x="6574" y="1359"/>
                </a:cubicBezTo>
                <a:cubicBezTo>
                  <a:pt x="6757" y="1400"/>
                  <a:pt x="6916" y="1470"/>
                  <a:pt x="7051" y="1568"/>
                </a:cubicBezTo>
                <a:cubicBezTo>
                  <a:pt x="7183" y="1665"/>
                  <a:pt x="7284" y="1790"/>
                  <a:pt x="7353" y="1943"/>
                </a:cubicBezTo>
                <a:cubicBezTo>
                  <a:pt x="7422" y="2096"/>
                  <a:pt x="7457" y="2286"/>
                  <a:pt x="7457" y="2513"/>
                </a:cubicBezTo>
                <a:lnTo>
                  <a:pt x="7457" y="4900"/>
                </a:lnTo>
                <a:moveTo>
                  <a:pt x="6868" y="4039"/>
                </a:moveTo>
                <a:lnTo>
                  <a:pt x="6868" y="3055"/>
                </a:lnTo>
                <a:cubicBezTo>
                  <a:pt x="6688" y="3065"/>
                  <a:pt x="6475" y="3081"/>
                  <a:pt x="6230" y="3102"/>
                </a:cubicBezTo>
                <a:cubicBezTo>
                  <a:pt x="5986" y="3123"/>
                  <a:pt x="5792" y="3154"/>
                  <a:pt x="5649" y="3194"/>
                </a:cubicBezTo>
                <a:cubicBezTo>
                  <a:pt x="5479" y="3242"/>
                  <a:pt x="5342" y="3318"/>
                  <a:pt x="5237" y="3420"/>
                </a:cubicBezTo>
                <a:cubicBezTo>
                  <a:pt x="5132" y="3522"/>
                  <a:pt x="5079" y="3663"/>
                  <a:pt x="5079" y="3842"/>
                </a:cubicBezTo>
                <a:cubicBezTo>
                  <a:pt x="5079" y="4045"/>
                  <a:pt x="5140" y="4197"/>
                  <a:pt x="5262" y="4300"/>
                </a:cubicBezTo>
                <a:cubicBezTo>
                  <a:pt x="5384" y="4402"/>
                  <a:pt x="5570" y="4453"/>
                  <a:pt x="5819" y="4453"/>
                </a:cubicBezTo>
                <a:cubicBezTo>
                  <a:pt x="6027" y="4453"/>
                  <a:pt x="6217" y="4412"/>
                  <a:pt x="6389" y="4331"/>
                </a:cubicBezTo>
                <a:cubicBezTo>
                  <a:pt x="6562" y="4250"/>
                  <a:pt x="6721" y="4152"/>
                  <a:pt x="6868" y="4039"/>
                </a:cubicBezTo>
                <a:close/>
                <a:moveTo>
                  <a:pt x="10792" y="2022"/>
                </a:moveTo>
                <a:lnTo>
                  <a:pt x="10761" y="2022"/>
                </a:lnTo>
                <a:cubicBezTo>
                  <a:pt x="10673" y="2002"/>
                  <a:pt x="10587" y="1987"/>
                  <a:pt x="10504" y="1979"/>
                </a:cubicBezTo>
                <a:cubicBezTo>
                  <a:pt x="10421" y="1970"/>
                  <a:pt x="10323" y="1965"/>
                  <a:pt x="10210" y="1965"/>
                </a:cubicBezTo>
                <a:cubicBezTo>
                  <a:pt x="10027" y="1965"/>
                  <a:pt x="9851" y="2006"/>
                  <a:pt x="9681" y="2087"/>
                </a:cubicBezTo>
                <a:cubicBezTo>
                  <a:pt x="9510" y="2167"/>
                  <a:pt x="9347" y="2272"/>
                  <a:pt x="9189" y="2400"/>
                </a:cubicBezTo>
                <a:lnTo>
                  <a:pt x="9189" y="4900"/>
                </a:lnTo>
                <a:lnTo>
                  <a:pt x="8597" y="4900"/>
                </a:lnTo>
                <a:lnTo>
                  <a:pt x="8597" y="1379"/>
                </a:lnTo>
                <a:lnTo>
                  <a:pt x="9189" y="1379"/>
                </a:lnTo>
                <a:lnTo>
                  <a:pt x="9189" y="1899"/>
                </a:lnTo>
                <a:cubicBezTo>
                  <a:pt x="9424" y="1710"/>
                  <a:pt x="9632" y="1576"/>
                  <a:pt x="9811" y="1498"/>
                </a:cubicBezTo>
                <a:cubicBezTo>
                  <a:pt x="9991" y="1419"/>
                  <a:pt x="10174" y="1379"/>
                  <a:pt x="10361" y="1379"/>
                </a:cubicBezTo>
                <a:cubicBezTo>
                  <a:pt x="10464" y="1379"/>
                  <a:pt x="10538" y="1382"/>
                  <a:pt x="10584" y="1387"/>
                </a:cubicBezTo>
                <a:cubicBezTo>
                  <a:pt x="10631" y="1392"/>
                  <a:pt x="10700" y="1402"/>
                  <a:pt x="10792" y="1417"/>
                </a:cubicBezTo>
                <a:lnTo>
                  <a:pt x="10792" y="2022"/>
                </a:lnTo>
                <a:close/>
                <a:moveTo>
                  <a:pt x="14392" y="1379"/>
                </a:moveTo>
                <a:lnTo>
                  <a:pt x="12338" y="6198"/>
                </a:lnTo>
                <a:lnTo>
                  <a:pt x="11705" y="6198"/>
                </a:lnTo>
                <a:lnTo>
                  <a:pt x="12360" y="4729"/>
                </a:lnTo>
                <a:lnTo>
                  <a:pt x="10959" y="1379"/>
                </a:lnTo>
                <a:lnTo>
                  <a:pt x="11601" y="1379"/>
                </a:lnTo>
                <a:lnTo>
                  <a:pt x="12682" y="3987"/>
                </a:lnTo>
                <a:lnTo>
                  <a:pt x="13771" y="1379"/>
                </a:lnTo>
                <a:lnTo>
                  <a:pt x="14392" y="1379"/>
                </a:lnTo>
                <a:close/>
                <a:moveTo>
                  <a:pt x="18164" y="3141"/>
                </a:moveTo>
                <a:cubicBezTo>
                  <a:pt x="18164" y="3716"/>
                  <a:pt x="18017" y="4169"/>
                  <a:pt x="17723" y="4502"/>
                </a:cubicBezTo>
                <a:cubicBezTo>
                  <a:pt x="17430" y="4835"/>
                  <a:pt x="17036" y="5001"/>
                  <a:pt x="16543" y="5001"/>
                </a:cubicBezTo>
                <a:cubicBezTo>
                  <a:pt x="16045" y="5001"/>
                  <a:pt x="15650" y="4835"/>
                  <a:pt x="15357" y="4502"/>
                </a:cubicBezTo>
                <a:cubicBezTo>
                  <a:pt x="15064" y="4169"/>
                  <a:pt x="14918" y="3716"/>
                  <a:pt x="14918" y="3141"/>
                </a:cubicBezTo>
                <a:cubicBezTo>
                  <a:pt x="14918" y="2567"/>
                  <a:pt x="15064" y="2113"/>
                  <a:pt x="15357" y="1779"/>
                </a:cubicBezTo>
                <a:cubicBezTo>
                  <a:pt x="15650" y="1445"/>
                  <a:pt x="16045" y="1279"/>
                  <a:pt x="16543" y="1279"/>
                </a:cubicBezTo>
                <a:cubicBezTo>
                  <a:pt x="17036" y="1279"/>
                  <a:pt x="17430" y="1445"/>
                  <a:pt x="17723" y="1779"/>
                </a:cubicBezTo>
                <a:cubicBezTo>
                  <a:pt x="18017" y="2113"/>
                  <a:pt x="18164" y="2567"/>
                  <a:pt x="18164" y="3141"/>
                </a:cubicBezTo>
                <a:moveTo>
                  <a:pt x="17553" y="3141"/>
                </a:moveTo>
                <a:cubicBezTo>
                  <a:pt x="17553" y="2686"/>
                  <a:pt x="17464" y="2348"/>
                  <a:pt x="17286" y="2127"/>
                </a:cubicBezTo>
                <a:cubicBezTo>
                  <a:pt x="17107" y="1906"/>
                  <a:pt x="16860" y="1795"/>
                  <a:pt x="16543" y="1795"/>
                </a:cubicBezTo>
                <a:cubicBezTo>
                  <a:pt x="16221" y="1795"/>
                  <a:pt x="15972" y="1906"/>
                  <a:pt x="15795" y="2127"/>
                </a:cubicBezTo>
                <a:cubicBezTo>
                  <a:pt x="15617" y="2348"/>
                  <a:pt x="15528" y="2686"/>
                  <a:pt x="15528" y="3141"/>
                </a:cubicBezTo>
                <a:cubicBezTo>
                  <a:pt x="15528" y="3582"/>
                  <a:pt x="15618" y="3916"/>
                  <a:pt x="15796" y="4143"/>
                </a:cubicBezTo>
                <a:cubicBezTo>
                  <a:pt x="15975" y="4371"/>
                  <a:pt x="16223" y="4484"/>
                  <a:pt x="16543" y="4484"/>
                </a:cubicBezTo>
                <a:cubicBezTo>
                  <a:pt x="16857" y="4484"/>
                  <a:pt x="17105" y="4372"/>
                  <a:pt x="17284" y="4146"/>
                </a:cubicBezTo>
                <a:cubicBezTo>
                  <a:pt x="17464" y="3921"/>
                  <a:pt x="17553" y="3586"/>
                  <a:pt x="17553" y="3141"/>
                </a:cubicBezTo>
                <a:close/>
                <a:moveTo>
                  <a:pt x="22176" y="3096"/>
                </a:moveTo>
                <a:cubicBezTo>
                  <a:pt x="22176" y="3382"/>
                  <a:pt x="22135" y="3643"/>
                  <a:pt x="22053" y="3879"/>
                </a:cubicBezTo>
                <a:cubicBezTo>
                  <a:pt x="21971" y="4116"/>
                  <a:pt x="21856" y="4316"/>
                  <a:pt x="21707" y="4480"/>
                </a:cubicBezTo>
                <a:cubicBezTo>
                  <a:pt x="21568" y="4636"/>
                  <a:pt x="21405" y="4757"/>
                  <a:pt x="21217" y="4842"/>
                </a:cubicBezTo>
                <a:cubicBezTo>
                  <a:pt x="21029" y="4927"/>
                  <a:pt x="20830" y="4969"/>
                  <a:pt x="20620" y="4969"/>
                </a:cubicBezTo>
                <a:cubicBezTo>
                  <a:pt x="20438" y="4969"/>
                  <a:pt x="20272" y="4949"/>
                  <a:pt x="20124" y="4909"/>
                </a:cubicBezTo>
                <a:cubicBezTo>
                  <a:pt x="19976" y="4870"/>
                  <a:pt x="19826" y="4807"/>
                  <a:pt x="19673" y="4723"/>
                </a:cubicBezTo>
                <a:lnTo>
                  <a:pt x="19673" y="6198"/>
                </a:lnTo>
                <a:lnTo>
                  <a:pt x="19081" y="6198"/>
                </a:lnTo>
                <a:lnTo>
                  <a:pt x="19081" y="1379"/>
                </a:lnTo>
                <a:lnTo>
                  <a:pt x="19673" y="1379"/>
                </a:lnTo>
                <a:lnTo>
                  <a:pt x="19673" y="1745"/>
                </a:lnTo>
                <a:cubicBezTo>
                  <a:pt x="19830" y="1613"/>
                  <a:pt x="20007" y="1502"/>
                  <a:pt x="20203" y="1413"/>
                </a:cubicBezTo>
                <a:cubicBezTo>
                  <a:pt x="20399" y="1323"/>
                  <a:pt x="20609" y="1279"/>
                  <a:pt x="20831" y="1279"/>
                </a:cubicBezTo>
                <a:cubicBezTo>
                  <a:pt x="21256" y="1279"/>
                  <a:pt x="21586" y="1439"/>
                  <a:pt x="21822" y="1760"/>
                </a:cubicBezTo>
                <a:cubicBezTo>
                  <a:pt x="22058" y="2080"/>
                  <a:pt x="22176" y="2526"/>
                  <a:pt x="22176" y="3096"/>
                </a:cubicBezTo>
                <a:moveTo>
                  <a:pt x="21565" y="3111"/>
                </a:moveTo>
                <a:cubicBezTo>
                  <a:pt x="21565" y="2687"/>
                  <a:pt x="21493" y="2370"/>
                  <a:pt x="21348" y="2160"/>
                </a:cubicBezTo>
                <a:cubicBezTo>
                  <a:pt x="21203" y="1950"/>
                  <a:pt x="20981" y="1845"/>
                  <a:pt x="20680" y="1845"/>
                </a:cubicBezTo>
                <a:cubicBezTo>
                  <a:pt x="20510" y="1845"/>
                  <a:pt x="20339" y="1882"/>
                  <a:pt x="20167" y="1956"/>
                </a:cubicBezTo>
                <a:cubicBezTo>
                  <a:pt x="19995" y="2029"/>
                  <a:pt x="19830" y="2126"/>
                  <a:pt x="19673" y="2245"/>
                </a:cubicBezTo>
                <a:lnTo>
                  <a:pt x="19673" y="4239"/>
                </a:lnTo>
                <a:cubicBezTo>
                  <a:pt x="19841" y="4314"/>
                  <a:pt x="19985" y="4366"/>
                  <a:pt x="20106" y="4393"/>
                </a:cubicBezTo>
                <a:cubicBezTo>
                  <a:pt x="20226" y="4420"/>
                  <a:pt x="20363" y="4434"/>
                  <a:pt x="20517" y="4434"/>
                </a:cubicBezTo>
                <a:cubicBezTo>
                  <a:pt x="20846" y="4434"/>
                  <a:pt x="21103" y="4323"/>
                  <a:pt x="21288" y="4100"/>
                </a:cubicBezTo>
                <a:cubicBezTo>
                  <a:pt x="21473" y="3878"/>
                  <a:pt x="21565" y="3548"/>
                  <a:pt x="21565" y="3111"/>
                </a:cubicBezTo>
                <a:close/>
                <a:moveTo>
                  <a:pt x="26040" y="4900"/>
                </a:moveTo>
                <a:lnTo>
                  <a:pt x="25448" y="4900"/>
                </a:lnTo>
                <a:lnTo>
                  <a:pt x="25448" y="2895"/>
                </a:lnTo>
                <a:cubicBezTo>
                  <a:pt x="25448" y="2733"/>
                  <a:pt x="25439" y="2581"/>
                  <a:pt x="25420" y="2440"/>
                </a:cubicBezTo>
                <a:cubicBezTo>
                  <a:pt x="25401" y="2298"/>
                  <a:pt x="25366" y="2187"/>
                  <a:pt x="25316" y="2107"/>
                </a:cubicBezTo>
                <a:cubicBezTo>
                  <a:pt x="25264" y="2019"/>
                  <a:pt x="25188" y="1953"/>
                  <a:pt x="25089" y="1910"/>
                </a:cubicBezTo>
                <a:cubicBezTo>
                  <a:pt x="24991" y="1867"/>
                  <a:pt x="24863" y="1845"/>
                  <a:pt x="24705" y="1845"/>
                </a:cubicBezTo>
                <a:cubicBezTo>
                  <a:pt x="24543" y="1845"/>
                  <a:pt x="24374" y="1885"/>
                  <a:pt x="24198" y="1965"/>
                </a:cubicBezTo>
                <a:cubicBezTo>
                  <a:pt x="24022" y="2045"/>
                  <a:pt x="23853" y="2147"/>
                  <a:pt x="23691" y="2271"/>
                </a:cubicBezTo>
                <a:lnTo>
                  <a:pt x="23691" y="4900"/>
                </a:lnTo>
                <a:lnTo>
                  <a:pt x="23099" y="4900"/>
                </a:lnTo>
                <a:lnTo>
                  <a:pt x="23099" y="0"/>
                </a:lnTo>
                <a:lnTo>
                  <a:pt x="23691" y="0"/>
                </a:lnTo>
                <a:lnTo>
                  <a:pt x="23691" y="1768"/>
                </a:lnTo>
                <a:cubicBezTo>
                  <a:pt x="23876" y="1614"/>
                  <a:pt x="24067" y="1494"/>
                  <a:pt x="24264" y="1408"/>
                </a:cubicBezTo>
                <a:cubicBezTo>
                  <a:pt x="24462" y="1322"/>
                  <a:pt x="24664" y="1279"/>
                  <a:pt x="24872" y="1279"/>
                </a:cubicBezTo>
                <a:cubicBezTo>
                  <a:pt x="25252" y="1279"/>
                  <a:pt x="25542" y="1393"/>
                  <a:pt x="25741" y="1622"/>
                </a:cubicBezTo>
                <a:cubicBezTo>
                  <a:pt x="25941" y="1852"/>
                  <a:pt x="26040" y="2182"/>
                  <a:pt x="26040" y="2613"/>
                </a:cubicBezTo>
                <a:lnTo>
                  <a:pt x="26040" y="4900"/>
                </a:lnTo>
                <a:close/>
                <a:moveTo>
                  <a:pt x="30222" y="1379"/>
                </a:moveTo>
                <a:lnTo>
                  <a:pt x="28169" y="6198"/>
                </a:lnTo>
                <a:lnTo>
                  <a:pt x="27536" y="6198"/>
                </a:lnTo>
                <a:lnTo>
                  <a:pt x="28191" y="4729"/>
                </a:lnTo>
                <a:lnTo>
                  <a:pt x="26790" y="1379"/>
                </a:lnTo>
                <a:lnTo>
                  <a:pt x="27432" y="1379"/>
                </a:lnTo>
                <a:lnTo>
                  <a:pt x="28512" y="3987"/>
                </a:lnTo>
                <a:lnTo>
                  <a:pt x="29602" y="1379"/>
                </a:lnTo>
                <a:lnTo>
                  <a:pt x="30222" y="1379"/>
                </a:lnTo>
                <a:close/>
                <a:moveTo>
                  <a:pt x="31595" y="4900"/>
                </a:moveTo>
                <a:lnTo>
                  <a:pt x="31003" y="4900"/>
                </a:lnTo>
                <a:lnTo>
                  <a:pt x="31003" y="0"/>
                </a:lnTo>
                <a:lnTo>
                  <a:pt x="31595" y="0"/>
                </a:lnTo>
                <a:lnTo>
                  <a:pt x="31595" y="4900"/>
                </a:lnTo>
                <a:close/>
                <a:moveTo>
                  <a:pt x="33365" y="4900"/>
                </a:moveTo>
                <a:lnTo>
                  <a:pt x="32773" y="4900"/>
                </a:lnTo>
                <a:lnTo>
                  <a:pt x="32773" y="0"/>
                </a:lnTo>
                <a:lnTo>
                  <a:pt x="33365" y="0"/>
                </a:lnTo>
                <a:lnTo>
                  <a:pt x="33365" y="4900"/>
                </a:lnTo>
                <a:close/>
                <a:moveTo>
                  <a:pt x="37270" y="4900"/>
                </a:moveTo>
                <a:lnTo>
                  <a:pt x="36681" y="4900"/>
                </a:lnTo>
                <a:lnTo>
                  <a:pt x="36681" y="4528"/>
                </a:lnTo>
                <a:cubicBezTo>
                  <a:pt x="36629" y="4564"/>
                  <a:pt x="36558" y="4614"/>
                  <a:pt x="36468" y="4678"/>
                </a:cubicBezTo>
                <a:cubicBezTo>
                  <a:pt x="36379" y="4742"/>
                  <a:pt x="36293" y="4793"/>
                  <a:pt x="36209" y="4831"/>
                </a:cubicBezTo>
                <a:cubicBezTo>
                  <a:pt x="36110" y="4879"/>
                  <a:pt x="35997" y="4919"/>
                  <a:pt x="35869" y="4952"/>
                </a:cubicBezTo>
                <a:cubicBezTo>
                  <a:pt x="35740" y="4985"/>
                  <a:pt x="35590" y="5001"/>
                  <a:pt x="35418" y="5001"/>
                </a:cubicBezTo>
                <a:cubicBezTo>
                  <a:pt x="35101" y="5001"/>
                  <a:pt x="34832" y="4896"/>
                  <a:pt x="34612" y="4686"/>
                </a:cubicBezTo>
                <a:cubicBezTo>
                  <a:pt x="34392" y="4475"/>
                  <a:pt x="34281" y="4207"/>
                  <a:pt x="34281" y="3881"/>
                </a:cubicBezTo>
                <a:cubicBezTo>
                  <a:pt x="34281" y="3615"/>
                  <a:pt x="34339" y="3399"/>
                  <a:pt x="34453" y="3234"/>
                </a:cubicBezTo>
                <a:cubicBezTo>
                  <a:pt x="34567" y="3068"/>
                  <a:pt x="34731" y="2939"/>
                  <a:pt x="34943" y="2844"/>
                </a:cubicBezTo>
                <a:cubicBezTo>
                  <a:pt x="35157" y="2749"/>
                  <a:pt x="35414" y="2685"/>
                  <a:pt x="35714" y="2652"/>
                </a:cubicBezTo>
                <a:cubicBezTo>
                  <a:pt x="36014" y="2618"/>
                  <a:pt x="36337" y="2593"/>
                  <a:pt x="36681" y="2576"/>
                </a:cubicBezTo>
                <a:lnTo>
                  <a:pt x="36681" y="2484"/>
                </a:lnTo>
                <a:cubicBezTo>
                  <a:pt x="36681" y="2348"/>
                  <a:pt x="36657" y="2236"/>
                  <a:pt x="36610" y="2147"/>
                </a:cubicBezTo>
                <a:cubicBezTo>
                  <a:pt x="36563" y="2058"/>
                  <a:pt x="36495" y="1989"/>
                  <a:pt x="36407" y="1938"/>
                </a:cubicBezTo>
                <a:cubicBezTo>
                  <a:pt x="36323" y="1889"/>
                  <a:pt x="36222" y="1856"/>
                  <a:pt x="36105" y="1839"/>
                </a:cubicBezTo>
                <a:cubicBezTo>
                  <a:pt x="35987" y="1822"/>
                  <a:pt x="35864" y="1814"/>
                  <a:pt x="35736" y="1814"/>
                </a:cubicBezTo>
                <a:cubicBezTo>
                  <a:pt x="35581" y="1814"/>
                  <a:pt x="35408" y="1835"/>
                  <a:pt x="35217" y="1877"/>
                </a:cubicBezTo>
                <a:cubicBezTo>
                  <a:pt x="35026" y="1919"/>
                  <a:pt x="34828" y="1980"/>
                  <a:pt x="34625" y="2060"/>
                </a:cubicBezTo>
                <a:lnTo>
                  <a:pt x="34593" y="2060"/>
                </a:lnTo>
                <a:lnTo>
                  <a:pt x="34593" y="1458"/>
                </a:lnTo>
                <a:cubicBezTo>
                  <a:pt x="34709" y="1427"/>
                  <a:pt x="34876" y="1392"/>
                  <a:pt x="35094" y="1354"/>
                </a:cubicBezTo>
                <a:cubicBezTo>
                  <a:pt x="35312" y="1316"/>
                  <a:pt x="35527" y="1297"/>
                  <a:pt x="35739" y="1297"/>
                </a:cubicBezTo>
                <a:cubicBezTo>
                  <a:pt x="35987" y="1297"/>
                  <a:pt x="36203" y="1318"/>
                  <a:pt x="36387" y="1359"/>
                </a:cubicBezTo>
                <a:cubicBezTo>
                  <a:pt x="36570" y="1400"/>
                  <a:pt x="36729" y="1470"/>
                  <a:pt x="36864" y="1568"/>
                </a:cubicBezTo>
                <a:cubicBezTo>
                  <a:pt x="36996" y="1665"/>
                  <a:pt x="37097" y="1790"/>
                  <a:pt x="37166" y="1943"/>
                </a:cubicBezTo>
                <a:cubicBezTo>
                  <a:pt x="37235" y="2096"/>
                  <a:pt x="37270" y="2286"/>
                  <a:pt x="37270" y="2513"/>
                </a:cubicBezTo>
                <a:lnTo>
                  <a:pt x="37270" y="4900"/>
                </a:lnTo>
                <a:moveTo>
                  <a:pt x="36681" y="4039"/>
                </a:moveTo>
                <a:lnTo>
                  <a:pt x="36681" y="3055"/>
                </a:lnTo>
                <a:cubicBezTo>
                  <a:pt x="36500" y="3065"/>
                  <a:pt x="36288" y="3081"/>
                  <a:pt x="36043" y="3102"/>
                </a:cubicBezTo>
                <a:cubicBezTo>
                  <a:pt x="35799" y="3123"/>
                  <a:pt x="35605" y="3154"/>
                  <a:pt x="35462" y="3194"/>
                </a:cubicBezTo>
                <a:cubicBezTo>
                  <a:pt x="35292" y="3242"/>
                  <a:pt x="35155" y="3318"/>
                  <a:pt x="35050" y="3420"/>
                </a:cubicBezTo>
                <a:cubicBezTo>
                  <a:pt x="34945" y="3522"/>
                  <a:pt x="34892" y="3663"/>
                  <a:pt x="34892" y="3842"/>
                </a:cubicBezTo>
                <a:cubicBezTo>
                  <a:pt x="34892" y="4045"/>
                  <a:pt x="34953" y="4197"/>
                  <a:pt x="35075" y="4300"/>
                </a:cubicBezTo>
                <a:cubicBezTo>
                  <a:pt x="35197" y="4402"/>
                  <a:pt x="35383" y="4453"/>
                  <a:pt x="35632" y="4453"/>
                </a:cubicBezTo>
                <a:cubicBezTo>
                  <a:pt x="35840" y="4453"/>
                  <a:pt x="36030" y="4412"/>
                  <a:pt x="36202" y="4331"/>
                </a:cubicBezTo>
                <a:cubicBezTo>
                  <a:pt x="36375" y="4250"/>
                  <a:pt x="36534" y="4152"/>
                  <a:pt x="36681" y="4039"/>
                </a:cubicBezTo>
                <a:close/>
                <a:moveTo>
                  <a:pt x="41011" y="4683"/>
                </a:moveTo>
                <a:cubicBezTo>
                  <a:pt x="40814" y="4777"/>
                  <a:pt x="40627" y="4851"/>
                  <a:pt x="40449" y="4903"/>
                </a:cubicBezTo>
                <a:cubicBezTo>
                  <a:pt x="40272" y="4956"/>
                  <a:pt x="40083" y="4982"/>
                  <a:pt x="39884" y="4982"/>
                </a:cubicBezTo>
                <a:cubicBezTo>
                  <a:pt x="39630" y="4982"/>
                  <a:pt x="39397" y="4945"/>
                  <a:pt x="39185" y="4870"/>
                </a:cubicBezTo>
                <a:cubicBezTo>
                  <a:pt x="38973" y="4795"/>
                  <a:pt x="38791" y="4682"/>
                  <a:pt x="38640" y="4531"/>
                </a:cubicBezTo>
                <a:cubicBezTo>
                  <a:pt x="38487" y="4379"/>
                  <a:pt x="38368" y="4188"/>
                  <a:pt x="38284" y="3957"/>
                </a:cubicBezTo>
                <a:cubicBezTo>
                  <a:pt x="38200" y="3725"/>
                  <a:pt x="38158" y="3455"/>
                  <a:pt x="38158" y="3146"/>
                </a:cubicBezTo>
                <a:cubicBezTo>
                  <a:pt x="38158" y="2570"/>
                  <a:pt x="38316" y="2118"/>
                  <a:pt x="38632" y="1790"/>
                </a:cubicBezTo>
                <a:cubicBezTo>
                  <a:pt x="38948" y="1462"/>
                  <a:pt x="39365" y="1297"/>
                  <a:pt x="39884" y="1297"/>
                </a:cubicBezTo>
                <a:cubicBezTo>
                  <a:pt x="40085" y="1297"/>
                  <a:pt x="40283" y="1326"/>
                  <a:pt x="40478" y="1382"/>
                </a:cubicBezTo>
                <a:cubicBezTo>
                  <a:pt x="40672" y="1439"/>
                  <a:pt x="40850" y="1508"/>
                  <a:pt x="41011" y="1590"/>
                </a:cubicBezTo>
                <a:lnTo>
                  <a:pt x="41011" y="2249"/>
                </a:lnTo>
                <a:lnTo>
                  <a:pt x="40980" y="2249"/>
                </a:lnTo>
                <a:cubicBezTo>
                  <a:pt x="40799" y="2109"/>
                  <a:pt x="40613" y="2001"/>
                  <a:pt x="40421" y="1927"/>
                </a:cubicBezTo>
                <a:cubicBezTo>
                  <a:pt x="40229" y="1851"/>
                  <a:pt x="40041" y="1814"/>
                  <a:pt x="39859" y="1814"/>
                </a:cubicBezTo>
                <a:cubicBezTo>
                  <a:pt x="39523" y="1814"/>
                  <a:pt x="39258" y="1927"/>
                  <a:pt x="39064" y="2152"/>
                </a:cubicBezTo>
                <a:cubicBezTo>
                  <a:pt x="38869" y="2378"/>
                  <a:pt x="38772" y="2709"/>
                  <a:pt x="38772" y="3146"/>
                </a:cubicBezTo>
                <a:cubicBezTo>
                  <a:pt x="38772" y="3570"/>
                  <a:pt x="38867" y="3896"/>
                  <a:pt x="39057" y="4124"/>
                </a:cubicBezTo>
                <a:cubicBezTo>
                  <a:pt x="39247" y="4352"/>
                  <a:pt x="39514" y="4466"/>
                  <a:pt x="39859" y="4466"/>
                </a:cubicBezTo>
                <a:cubicBezTo>
                  <a:pt x="39978" y="4466"/>
                  <a:pt x="40100" y="4450"/>
                  <a:pt x="40224" y="4419"/>
                </a:cubicBezTo>
                <a:cubicBezTo>
                  <a:pt x="40348" y="4387"/>
                  <a:pt x="40459" y="4347"/>
                  <a:pt x="40558" y="4297"/>
                </a:cubicBezTo>
                <a:cubicBezTo>
                  <a:pt x="40644" y="4253"/>
                  <a:pt x="40725" y="4207"/>
                  <a:pt x="40800" y="4158"/>
                </a:cubicBezTo>
                <a:cubicBezTo>
                  <a:pt x="40876" y="4109"/>
                  <a:pt x="40936" y="4066"/>
                  <a:pt x="40980" y="4031"/>
                </a:cubicBezTo>
                <a:lnTo>
                  <a:pt x="41011" y="4031"/>
                </a:lnTo>
                <a:lnTo>
                  <a:pt x="41011" y="4683"/>
                </a:lnTo>
                <a:close/>
                <a:moveTo>
                  <a:pt x="44715" y="3200"/>
                </a:moveTo>
                <a:lnTo>
                  <a:pt x="42123" y="3200"/>
                </a:lnTo>
                <a:cubicBezTo>
                  <a:pt x="42123" y="3416"/>
                  <a:pt x="42155" y="3605"/>
                  <a:pt x="42221" y="3766"/>
                </a:cubicBezTo>
                <a:cubicBezTo>
                  <a:pt x="42286" y="3927"/>
                  <a:pt x="42375" y="4059"/>
                  <a:pt x="42488" y="4162"/>
                </a:cubicBezTo>
                <a:cubicBezTo>
                  <a:pt x="42597" y="4263"/>
                  <a:pt x="42727" y="4339"/>
                  <a:pt x="42877" y="4390"/>
                </a:cubicBezTo>
                <a:cubicBezTo>
                  <a:pt x="43027" y="4440"/>
                  <a:pt x="43193" y="4466"/>
                  <a:pt x="43373" y="4466"/>
                </a:cubicBezTo>
                <a:cubicBezTo>
                  <a:pt x="43612" y="4466"/>
                  <a:pt x="43853" y="4417"/>
                  <a:pt x="44096" y="4321"/>
                </a:cubicBezTo>
                <a:cubicBezTo>
                  <a:pt x="44338" y="4225"/>
                  <a:pt x="44511" y="4130"/>
                  <a:pt x="44614" y="4037"/>
                </a:cubicBezTo>
                <a:lnTo>
                  <a:pt x="44645" y="4037"/>
                </a:lnTo>
                <a:lnTo>
                  <a:pt x="44645" y="4685"/>
                </a:lnTo>
                <a:cubicBezTo>
                  <a:pt x="44446" y="4769"/>
                  <a:pt x="44242" y="4840"/>
                  <a:pt x="44034" y="4897"/>
                </a:cubicBezTo>
                <a:cubicBezTo>
                  <a:pt x="43827" y="4954"/>
                  <a:pt x="43608" y="4982"/>
                  <a:pt x="43379" y="4982"/>
                </a:cubicBezTo>
                <a:cubicBezTo>
                  <a:pt x="42796" y="4982"/>
                  <a:pt x="42340" y="4824"/>
                  <a:pt x="42013" y="4507"/>
                </a:cubicBezTo>
                <a:cubicBezTo>
                  <a:pt x="41685" y="4191"/>
                  <a:pt x="41521" y="3741"/>
                  <a:pt x="41521" y="3159"/>
                </a:cubicBezTo>
                <a:cubicBezTo>
                  <a:pt x="41521" y="2582"/>
                  <a:pt x="41678" y="2125"/>
                  <a:pt x="41992" y="1786"/>
                </a:cubicBezTo>
                <a:cubicBezTo>
                  <a:pt x="42306" y="1448"/>
                  <a:pt x="42719" y="1279"/>
                  <a:pt x="43231" y="1279"/>
                </a:cubicBezTo>
                <a:cubicBezTo>
                  <a:pt x="43706" y="1279"/>
                  <a:pt x="44072" y="1417"/>
                  <a:pt x="44329" y="1695"/>
                </a:cubicBezTo>
                <a:cubicBezTo>
                  <a:pt x="44586" y="1973"/>
                  <a:pt x="44715" y="2367"/>
                  <a:pt x="44715" y="2878"/>
                </a:cubicBezTo>
                <a:lnTo>
                  <a:pt x="44715" y="3200"/>
                </a:lnTo>
                <a:moveTo>
                  <a:pt x="44138" y="2746"/>
                </a:moveTo>
                <a:cubicBezTo>
                  <a:pt x="44136" y="2435"/>
                  <a:pt x="44058" y="2195"/>
                  <a:pt x="43904" y="2025"/>
                </a:cubicBezTo>
                <a:cubicBezTo>
                  <a:pt x="43749" y="1855"/>
                  <a:pt x="43515" y="1770"/>
                  <a:pt x="43200" y="1770"/>
                </a:cubicBezTo>
                <a:cubicBezTo>
                  <a:pt x="42883" y="1770"/>
                  <a:pt x="42630" y="1863"/>
                  <a:pt x="42443" y="2050"/>
                </a:cubicBezTo>
                <a:cubicBezTo>
                  <a:pt x="42255" y="2237"/>
                  <a:pt x="42148" y="2469"/>
                  <a:pt x="42123" y="2746"/>
                </a:cubicBezTo>
                <a:lnTo>
                  <a:pt x="44138" y="2746"/>
                </a:lnTo>
                <a:close/>
                <a:moveTo>
                  <a:pt x="48345" y="4900"/>
                </a:moveTo>
                <a:lnTo>
                  <a:pt x="47756" y="4900"/>
                </a:lnTo>
                <a:lnTo>
                  <a:pt x="47756" y="4528"/>
                </a:lnTo>
                <a:cubicBezTo>
                  <a:pt x="47704" y="4564"/>
                  <a:pt x="47633" y="4614"/>
                  <a:pt x="47544" y="4678"/>
                </a:cubicBezTo>
                <a:cubicBezTo>
                  <a:pt x="47455" y="4742"/>
                  <a:pt x="47368" y="4793"/>
                  <a:pt x="47284" y="4831"/>
                </a:cubicBezTo>
                <a:cubicBezTo>
                  <a:pt x="47185" y="4879"/>
                  <a:pt x="47072" y="4919"/>
                  <a:pt x="46944" y="4952"/>
                </a:cubicBezTo>
                <a:cubicBezTo>
                  <a:pt x="46816" y="4985"/>
                  <a:pt x="46666" y="5001"/>
                  <a:pt x="46494" y="5001"/>
                </a:cubicBezTo>
                <a:cubicBezTo>
                  <a:pt x="46177" y="5001"/>
                  <a:pt x="45908" y="4896"/>
                  <a:pt x="45687" y="4686"/>
                </a:cubicBezTo>
                <a:cubicBezTo>
                  <a:pt x="45467" y="4475"/>
                  <a:pt x="45357" y="4207"/>
                  <a:pt x="45357" y="3881"/>
                </a:cubicBezTo>
                <a:cubicBezTo>
                  <a:pt x="45357" y="3615"/>
                  <a:pt x="45414" y="3399"/>
                  <a:pt x="45528" y="3234"/>
                </a:cubicBezTo>
                <a:cubicBezTo>
                  <a:pt x="45643" y="3068"/>
                  <a:pt x="45806" y="2939"/>
                  <a:pt x="46018" y="2844"/>
                </a:cubicBezTo>
                <a:cubicBezTo>
                  <a:pt x="46232" y="2749"/>
                  <a:pt x="46489" y="2685"/>
                  <a:pt x="46790" y="2652"/>
                </a:cubicBezTo>
                <a:cubicBezTo>
                  <a:pt x="47090" y="2618"/>
                  <a:pt x="47412" y="2593"/>
                  <a:pt x="47756" y="2576"/>
                </a:cubicBezTo>
                <a:lnTo>
                  <a:pt x="47756" y="2484"/>
                </a:lnTo>
                <a:cubicBezTo>
                  <a:pt x="47756" y="2348"/>
                  <a:pt x="47733" y="2236"/>
                  <a:pt x="47686" y="2147"/>
                </a:cubicBezTo>
                <a:cubicBezTo>
                  <a:pt x="47638" y="2058"/>
                  <a:pt x="47571" y="1989"/>
                  <a:pt x="47482" y="1938"/>
                </a:cubicBezTo>
                <a:cubicBezTo>
                  <a:pt x="47398" y="1889"/>
                  <a:pt x="47298" y="1856"/>
                  <a:pt x="47180" y="1839"/>
                </a:cubicBezTo>
                <a:cubicBezTo>
                  <a:pt x="47063" y="1822"/>
                  <a:pt x="46940" y="1814"/>
                  <a:pt x="46812" y="1814"/>
                </a:cubicBezTo>
                <a:cubicBezTo>
                  <a:pt x="46656" y="1814"/>
                  <a:pt x="46483" y="1835"/>
                  <a:pt x="46292" y="1877"/>
                </a:cubicBezTo>
                <a:cubicBezTo>
                  <a:pt x="46101" y="1919"/>
                  <a:pt x="45904" y="1980"/>
                  <a:pt x="45700" y="2060"/>
                </a:cubicBezTo>
                <a:lnTo>
                  <a:pt x="45669" y="2060"/>
                </a:lnTo>
                <a:lnTo>
                  <a:pt x="45669" y="1458"/>
                </a:lnTo>
                <a:cubicBezTo>
                  <a:pt x="45784" y="1427"/>
                  <a:pt x="45951" y="1392"/>
                  <a:pt x="46169" y="1354"/>
                </a:cubicBezTo>
                <a:cubicBezTo>
                  <a:pt x="46388" y="1316"/>
                  <a:pt x="46603" y="1297"/>
                  <a:pt x="46815" y="1297"/>
                </a:cubicBezTo>
                <a:cubicBezTo>
                  <a:pt x="47063" y="1297"/>
                  <a:pt x="47278" y="1318"/>
                  <a:pt x="47462" y="1359"/>
                </a:cubicBezTo>
                <a:cubicBezTo>
                  <a:pt x="47646" y="1400"/>
                  <a:pt x="47805" y="1470"/>
                  <a:pt x="47939" y="1568"/>
                </a:cubicBezTo>
                <a:cubicBezTo>
                  <a:pt x="48071" y="1665"/>
                  <a:pt x="48172" y="1790"/>
                  <a:pt x="48241" y="1943"/>
                </a:cubicBezTo>
                <a:cubicBezTo>
                  <a:pt x="48311" y="2096"/>
                  <a:pt x="48345" y="2286"/>
                  <a:pt x="48345" y="2513"/>
                </a:cubicBezTo>
                <a:lnTo>
                  <a:pt x="48345" y="4900"/>
                </a:lnTo>
                <a:moveTo>
                  <a:pt x="47756" y="4039"/>
                </a:moveTo>
                <a:lnTo>
                  <a:pt x="47756" y="3055"/>
                </a:lnTo>
                <a:cubicBezTo>
                  <a:pt x="47576" y="3065"/>
                  <a:pt x="47363" y="3081"/>
                  <a:pt x="47119" y="3102"/>
                </a:cubicBezTo>
                <a:cubicBezTo>
                  <a:pt x="46874" y="3123"/>
                  <a:pt x="46680" y="3154"/>
                  <a:pt x="46538" y="3194"/>
                </a:cubicBezTo>
                <a:cubicBezTo>
                  <a:pt x="46368" y="3242"/>
                  <a:pt x="46230" y="3318"/>
                  <a:pt x="46125" y="3420"/>
                </a:cubicBezTo>
                <a:cubicBezTo>
                  <a:pt x="46020" y="3522"/>
                  <a:pt x="45968" y="3663"/>
                  <a:pt x="45968" y="3842"/>
                </a:cubicBezTo>
                <a:cubicBezTo>
                  <a:pt x="45968" y="4045"/>
                  <a:pt x="46029" y="4197"/>
                  <a:pt x="46150" y="4300"/>
                </a:cubicBezTo>
                <a:cubicBezTo>
                  <a:pt x="46272" y="4402"/>
                  <a:pt x="46458" y="4453"/>
                  <a:pt x="46708" y="4453"/>
                </a:cubicBezTo>
                <a:cubicBezTo>
                  <a:pt x="46916" y="4453"/>
                  <a:pt x="47106" y="4412"/>
                  <a:pt x="47278" y="4331"/>
                </a:cubicBezTo>
                <a:cubicBezTo>
                  <a:pt x="47450" y="4250"/>
                  <a:pt x="47609" y="4152"/>
                  <a:pt x="47756" y="4039"/>
                </a:cubicBezTo>
                <a:close/>
                <a:moveTo>
                  <a:pt x="52430" y="3200"/>
                </a:moveTo>
                <a:lnTo>
                  <a:pt x="49838" y="3200"/>
                </a:lnTo>
                <a:cubicBezTo>
                  <a:pt x="49838" y="3416"/>
                  <a:pt x="49871" y="3605"/>
                  <a:pt x="49936" y="3766"/>
                </a:cubicBezTo>
                <a:cubicBezTo>
                  <a:pt x="50001" y="3927"/>
                  <a:pt x="50090" y="4059"/>
                  <a:pt x="50203" y="4162"/>
                </a:cubicBezTo>
                <a:cubicBezTo>
                  <a:pt x="50313" y="4263"/>
                  <a:pt x="50442" y="4339"/>
                  <a:pt x="50592" y="4390"/>
                </a:cubicBezTo>
                <a:cubicBezTo>
                  <a:pt x="50743" y="4440"/>
                  <a:pt x="50908" y="4466"/>
                  <a:pt x="51088" y="4466"/>
                </a:cubicBezTo>
                <a:cubicBezTo>
                  <a:pt x="51328" y="4466"/>
                  <a:pt x="51569" y="4417"/>
                  <a:pt x="51811" y="4321"/>
                </a:cubicBezTo>
                <a:cubicBezTo>
                  <a:pt x="52054" y="4225"/>
                  <a:pt x="52226" y="4130"/>
                  <a:pt x="52329" y="4037"/>
                </a:cubicBezTo>
                <a:lnTo>
                  <a:pt x="52361" y="4037"/>
                </a:lnTo>
                <a:lnTo>
                  <a:pt x="52361" y="4685"/>
                </a:lnTo>
                <a:cubicBezTo>
                  <a:pt x="52161" y="4769"/>
                  <a:pt x="51958" y="4840"/>
                  <a:pt x="51750" y="4897"/>
                </a:cubicBezTo>
                <a:cubicBezTo>
                  <a:pt x="51542" y="4954"/>
                  <a:pt x="51324" y="4982"/>
                  <a:pt x="51095" y="4982"/>
                </a:cubicBezTo>
                <a:cubicBezTo>
                  <a:pt x="50511" y="4982"/>
                  <a:pt x="50055" y="4824"/>
                  <a:pt x="49728" y="4507"/>
                </a:cubicBezTo>
                <a:cubicBezTo>
                  <a:pt x="49400" y="4191"/>
                  <a:pt x="49237" y="3741"/>
                  <a:pt x="49237" y="3159"/>
                </a:cubicBezTo>
                <a:cubicBezTo>
                  <a:pt x="49237" y="2582"/>
                  <a:pt x="49394" y="2125"/>
                  <a:pt x="49707" y="1786"/>
                </a:cubicBezTo>
                <a:cubicBezTo>
                  <a:pt x="50021" y="1448"/>
                  <a:pt x="50434" y="1279"/>
                  <a:pt x="50947" y="1279"/>
                </a:cubicBezTo>
                <a:cubicBezTo>
                  <a:pt x="51421" y="1279"/>
                  <a:pt x="51787" y="1417"/>
                  <a:pt x="52044" y="1695"/>
                </a:cubicBezTo>
                <a:cubicBezTo>
                  <a:pt x="52301" y="1973"/>
                  <a:pt x="52430" y="2367"/>
                  <a:pt x="52430" y="2878"/>
                </a:cubicBezTo>
                <a:lnTo>
                  <a:pt x="52430" y="3200"/>
                </a:lnTo>
                <a:moveTo>
                  <a:pt x="51854" y="2746"/>
                </a:moveTo>
                <a:cubicBezTo>
                  <a:pt x="51852" y="2435"/>
                  <a:pt x="51773" y="2195"/>
                  <a:pt x="51619" y="2025"/>
                </a:cubicBezTo>
                <a:cubicBezTo>
                  <a:pt x="51465" y="1855"/>
                  <a:pt x="51230" y="1770"/>
                  <a:pt x="50915" y="1770"/>
                </a:cubicBezTo>
                <a:cubicBezTo>
                  <a:pt x="50598" y="1770"/>
                  <a:pt x="50346" y="1863"/>
                  <a:pt x="50158" y="2050"/>
                </a:cubicBezTo>
                <a:cubicBezTo>
                  <a:pt x="49970" y="2237"/>
                  <a:pt x="49863" y="2469"/>
                  <a:pt x="49838" y="2746"/>
                </a:cubicBezTo>
                <a:lnTo>
                  <a:pt x="51854" y="2746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351F68-B4D1-4832-9106-2AA174C8D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983" y="880513"/>
            <a:ext cx="64331" cy="131542"/>
          </a:xfrm>
          <a:custGeom xmlns:a="http://schemas.openxmlformats.org/drawingml/2006/main">
            <a:pathLst>
              <a:path w="64331" h="131542">
                <a:moveTo>
                  <a:pt x="0" y="0"/>
                </a:moveTo>
                <a:lnTo>
                  <a:pt x="64331" y="0"/>
                </a:lnTo>
                <a:lnTo>
                  <a:pt x="64331" y="131542"/>
                </a:lnTo>
                <a:lnTo>
                  <a:pt x="0" y="1315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F344A1D-7956-44F8-BB9C-710418347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4982" y="880515"/>
            <a:ext cx="64332" cy="131542"/>
          </a:xfrm>
          <a:custGeom xmlns:a="http://schemas.openxmlformats.org/drawingml/2006/main">
            <a:pathLst>
              <a:path w="64332" h="131542" fill="none">
                <a:moveTo>
                  <a:pt x="0" y="0"/>
                </a:moveTo>
                <a:lnTo>
                  <a:pt x="64332" y="0"/>
                </a:lnTo>
                <a:lnTo>
                  <a:pt x="64332" y="131542"/>
                </a:lnTo>
                <a:lnTo>
                  <a:pt x="0" y="131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477945-E9A9-417B-8BAE-EF4F8B4A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288" y="1034552"/>
            <a:ext cx="64751" cy="67597"/>
          </a:xfrm>
          <a:custGeom xmlns:a="http://schemas.openxmlformats.org/drawingml/2006/main">
            <a:pathLst>
              <a:path w="64751" h="67597">
                <a:moveTo>
                  <a:pt x="0" y="0"/>
                </a:moveTo>
                <a:lnTo>
                  <a:pt x="64751" y="0"/>
                </a:lnTo>
                <a:lnTo>
                  <a:pt x="64751" y="67597"/>
                </a:lnTo>
                <a:lnTo>
                  <a:pt x="0" y="675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7F7CCC-80F4-46D9-9119-C0B6F7D76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289" y="1034555"/>
            <a:ext cx="64749" cy="67595"/>
          </a:xfrm>
          <a:custGeom xmlns:a="http://schemas.openxmlformats.org/drawingml/2006/main">
            <a:pathLst>
              <a:path w="64749" h="67595" fill="none">
                <a:moveTo>
                  <a:pt x="0" y="0"/>
                </a:moveTo>
                <a:lnTo>
                  <a:pt x="64749" y="0"/>
                </a:lnTo>
                <a:lnTo>
                  <a:pt x="64749" y="67595"/>
                </a:lnTo>
                <a:lnTo>
                  <a:pt x="0" y="6759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85" name="Text Aizoaceae">
            <a:extLst xmlns:a="http://schemas.openxmlformats.org/drawingml/2006/main">
              <a:ext uri="{FF2B5EF4-FFF2-40B4-BE49-F238E27FC236}">
                <a16:creationId xmlns:a16="http://schemas.microsoft.com/office/drawing/2014/main" id="{B7B2F0CF-8790-41DA-8ABB-EA006DA36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6838" y="1058087"/>
            <a:ext cx="19644" cy="2973"/>
          </a:xfrm>
          <a:custGeom xmlns:a="http://schemas.openxmlformats.org/drawingml/2006/main">
            <a:pathLst>
              <a:path w="19644" h="2973">
                <a:moveTo>
                  <a:pt x="2616" y="2911"/>
                </a:moveTo>
                <a:lnTo>
                  <a:pt x="2207" y="2911"/>
                </a:lnTo>
                <a:lnTo>
                  <a:pt x="1923" y="2108"/>
                </a:lnTo>
                <a:lnTo>
                  <a:pt x="673" y="2108"/>
                </a:lnTo>
                <a:lnTo>
                  <a:pt x="390" y="2911"/>
                </a:lnTo>
                <a:lnTo>
                  <a:pt x="0" y="2911"/>
                </a:lnTo>
                <a:lnTo>
                  <a:pt x="1052" y="19"/>
                </a:lnTo>
                <a:lnTo>
                  <a:pt x="1564" y="19"/>
                </a:lnTo>
                <a:lnTo>
                  <a:pt x="2616" y="2911"/>
                </a:lnTo>
                <a:moveTo>
                  <a:pt x="1805" y="1774"/>
                </a:moveTo>
                <a:lnTo>
                  <a:pt x="1298" y="355"/>
                </a:lnTo>
                <a:lnTo>
                  <a:pt x="790" y="1774"/>
                </a:lnTo>
                <a:lnTo>
                  <a:pt x="1805" y="1774"/>
                </a:lnTo>
                <a:close/>
                <a:moveTo>
                  <a:pt x="3418" y="380"/>
                </a:moveTo>
                <a:lnTo>
                  <a:pt x="3006" y="380"/>
                </a:lnTo>
                <a:lnTo>
                  <a:pt x="3006" y="0"/>
                </a:lnTo>
                <a:lnTo>
                  <a:pt x="3418" y="0"/>
                </a:lnTo>
                <a:lnTo>
                  <a:pt x="3418" y="380"/>
                </a:lnTo>
                <a:moveTo>
                  <a:pt x="3394" y="2911"/>
                </a:moveTo>
                <a:lnTo>
                  <a:pt x="3029" y="2911"/>
                </a:lnTo>
                <a:lnTo>
                  <a:pt x="3029" y="741"/>
                </a:lnTo>
                <a:lnTo>
                  <a:pt x="3394" y="741"/>
                </a:lnTo>
                <a:lnTo>
                  <a:pt x="3394" y="2911"/>
                </a:lnTo>
                <a:close/>
                <a:moveTo>
                  <a:pt x="5689" y="2911"/>
                </a:moveTo>
                <a:lnTo>
                  <a:pt x="3938" y="2911"/>
                </a:lnTo>
                <a:lnTo>
                  <a:pt x="3938" y="2643"/>
                </a:lnTo>
                <a:lnTo>
                  <a:pt x="5201" y="1048"/>
                </a:lnTo>
                <a:lnTo>
                  <a:pt x="3965" y="1048"/>
                </a:lnTo>
                <a:lnTo>
                  <a:pt x="3965" y="741"/>
                </a:lnTo>
                <a:lnTo>
                  <a:pt x="5656" y="741"/>
                </a:lnTo>
                <a:lnTo>
                  <a:pt x="5656" y="1001"/>
                </a:lnTo>
                <a:lnTo>
                  <a:pt x="4386" y="2605"/>
                </a:lnTo>
                <a:lnTo>
                  <a:pt x="5689" y="2605"/>
                </a:lnTo>
                <a:lnTo>
                  <a:pt x="5689" y="2911"/>
                </a:lnTo>
                <a:close/>
                <a:moveTo>
                  <a:pt x="8052" y="1827"/>
                </a:moveTo>
                <a:cubicBezTo>
                  <a:pt x="8052" y="2181"/>
                  <a:pt x="7962" y="2461"/>
                  <a:pt x="7780" y="2666"/>
                </a:cubicBezTo>
                <a:cubicBezTo>
                  <a:pt x="7599" y="2871"/>
                  <a:pt x="7357" y="2973"/>
                  <a:pt x="7053" y="2973"/>
                </a:cubicBezTo>
                <a:cubicBezTo>
                  <a:pt x="6746" y="2973"/>
                  <a:pt x="6502" y="2871"/>
                  <a:pt x="6322" y="2666"/>
                </a:cubicBezTo>
                <a:cubicBezTo>
                  <a:pt x="6141" y="2461"/>
                  <a:pt x="6051" y="2181"/>
                  <a:pt x="6051" y="1827"/>
                </a:cubicBezTo>
                <a:cubicBezTo>
                  <a:pt x="6051" y="1473"/>
                  <a:pt x="6141" y="1193"/>
                  <a:pt x="6322" y="988"/>
                </a:cubicBezTo>
                <a:cubicBezTo>
                  <a:pt x="6502" y="782"/>
                  <a:pt x="6746" y="679"/>
                  <a:pt x="7053" y="679"/>
                </a:cubicBezTo>
                <a:cubicBezTo>
                  <a:pt x="7357" y="679"/>
                  <a:pt x="7599" y="782"/>
                  <a:pt x="7780" y="988"/>
                </a:cubicBezTo>
                <a:cubicBezTo>
                  <a:pt x="7962" y="1193"/>
                  <a:pt x="8052" y="1473"/>
                  <a:pt x="8052" y="1827"/>
                </a:cubicBezTo>
                <a:moveTo>
                  <a:pt x="7676" y="1827"/>
                </a:moveTo>
                <a:cubicBezTo>
                  <a:pt x="7676" y="1547"/>
                  <a:pt x="7621" y="1338"/>
                  <a:pt x="7511" y="1202"/>
                </a:cubicBezTo>
                <a:cubicBezTo>
                  <a:pt x="7401" y="1066"/>
                  <a:pt x="7248" y="998"/>
                  <a:pt x="7053" y="998"/>
                </a:cubicBezTo>
                <a:cubicBezTo>
                  <a:pt x="6855" y="998"/>
                  <a:pt x="6701" y="1066"/>
                  <a:pt x="6592" y="1202"/>
                </a:cubicBezTo>
                <a:cubicBezTo>
                  <a:pt x="6482" y="1338"/>
                  <a:pt x="6428" y="1547"/>
                  <a:pt x="6428" y="1827"/>
                </a:cubicBezTo>
                <a:cubicBezTo>
                  <a:pt x="6428" y="2099"/>
                  <a:pt x="6483" y="2304"/>
                  <a:pt x="6593" y="2445"/>
                </a:cubicBezTo>
                <a:cubicBezTo>
                  <a:pt x="6703" y="2585"/>
                  <a:pt x="6856" y="2655"/>
                  <a:pt x="7053" y="2655"/>
                </a:cubicBezTo>
                <a:cubicBezTo>
                  <a:pt x="7247" y="2655"/>
                  <a:pt x="7399" y="2586"/>
                  <a:pt x="7510" y="2447"/>
                </a:cubicBezTo>
                <a:cubicBezTo>
                  <a:pt x="7620" y="2308"/>
                  <a:pt x="7676" y="2101"/>
                  <a:pt x="7676" y="1827"/>
                </a:cubicBezTo>
                <a:close/>
                <a:moveTo>
                  <a:pt x="10301" y="2911"/>
                </a:moveTo>
                <a:lnTo>
                  <a:pt x="9938" y="2911"/>
                </a:lnTo>
                <a:lnTo>
                  <a:pt x="9938" y="2682"/>
                </a:lnTo>
                <a:cubicBezTo>
                  <a:pt x="9906" y="2704"/>
                  <a:pt x="9862" y="2735"/>
                  <a:pt x="9807" y="2774"/>
                </a:cubicBezTo>
                <a:cubicBezTo>
                  <a:pt x="9752" y="2814"/>
                  <a:pt x="9699" y="2845"/>
                  <a:pt x="9647" y="2868"/>
                </a:cubicBezTo>
                <a:cubicBezTo>
                  <a:pt x="9586" y="2898"/>
                  <a:pt x="9516" y="2923"/>
                  <a:pt x="9437" y="2943"/>
                </a:cubicBezTo>
                <a:cubicBezTo>
                  <a:pt x="9359" y="2963"/>
                  <a:pt x="9266" y="2973"/>
                  <a:pt x="9160" y="2973"/>
                </a:cubicBezTo>
                <a:cubicBezTo>
                  <a:pt x="8965" y="2973"/>
                  <a:pt x="8799" y="2908"/>
                  <a:pt x="8663" y="2779"/>
                </a:cubicBezTo>
                <a:cubicBezTo>
                  <a:pt x="8527" y="2649"/>
                  <a:pt x="8459" y="2484"/>
                  <a:pt x="8459" y="2283"/>
                </a:cubicBezTo>
                <a:cubicBezTo>
                  <a:pt x="8459" y="2119"/>
                  <a:pt x="8495" y="1986"/>
                  <a:pt x="8565" y="1884"/>
                </a:cubicBezTo>
                <a:cubicBezTo>
                  <a:pt x="8636" y="1782"/>
                  <a:pt x="8736" y="1702"/>
                  <a:pt x="8867" y="1644"/>
                </a:cubicBezTo>
                <a:cubicBezTo>
                  <a:pt x="8999" y="1586"/>
                  <a:pt x="9157" y="1546"/>
                  <a:pt x="9342" y="1526"/>
                </a:cubicBezTo>
                <a:cubicBezTo>
                  <a:pt x="9527" y="1505"/>
                  <a:pt x="9726" y="1489"/>
                  <a:pt x="9938" y="1479"/>
                </a:cubicBezTo>
                <a:lnTo>
                  <a:pt x="9938" y="1422"/>
                </a:lnTo>
                <a:cubicBezTo>
                  <a:pt x="9938" y="1339"/>
                  <a:pt x="9924" y="1269"/>
                  <a:pt x="9894" y="1215"/>
                </a:cubicBezTo>
                <a:cubicBezTo>
                  <a:pt x="9865" y="1160"/>
                  <a:pt x="9824" y="1117"/>
                  <a:pt x="9769" y="1085"/>
                </a:cubicBezTo>
                <a:cubicBezTo>
                  <a:pt x="9718" y="1055"/>
                  <a:pt x="9655" y="1035"/>
                  <a:pt x="9583" y="1025"/>
                </a:cubicBezTo>
                <a:cubicBezTo>
                  <a:pt x="9511" y="1014"/>
                  <a:pt x="9435" y="1009"/>
                  <a:pt x="9356" y="1009"/>
                </a:cubicBezTo>
                <a:cubicBezTo>
                  <a:pt x="9260" y="1009"/>
                  <a:pt x="9153" y="1022"/>
                  <a:pt x="9036" y="1048"/>
                </a:cubicBezTo>
                <a:cubicBezTo>
                  <a:pt x="8918" y="1074"/>
                  <a:pt x="8796" y="1111"/>
                  <a:pt x="8671" y="1161"/>
                </a:cubicBezTo>
                <a:lnTo>
                  <a:pt x="8651" y="1161"/>
                </a:lnTo>
                <a:lnTo>
                  <a:pt x="8651" y="790"/>
                </a:lnTo>
                <a:cubicBezTo>
                  <a:pt x="8723" y="770"/>
                  <a:pt x="8825" y="749"/>
                  <a:pt x="8960" y="726"/>
                </a:cubicBezTo>
                <a:cubicBezTo>
                  <a:pt x="9095" y="703"/>
                  <a:pt x="9227" y="691"/>
                  <a:pt x="9358" y="691"/>
                </a:cubicBezTo>
                <a:cubicBezTo>
                  <a:pt x="9511" y="691"/>
                  <a:pt x="9643" y="704"/>
                  <a:pt x="9757" y="729"/>
                </a:cubicBezTo>
                <a:cubicBezTo>
                  <a:pt x="9870" y="754"/>
                  <a:pt x="9968" y="797"/>
                  <a:pt x="10051" y="858"/>
                </a:cubicBezTo>
                <a:cubicBezTo>
                  <a:pt x="10132" y="917"/>
                  <a:pt x="10194" y="994"/>
                  <a:pt x="10237" y="1089"/>
                </a:cubicBezTo>
                <a:cubicBezTo>
                  <a:pt x="10280" y="1183"/>
                  <a:pt x="10301" y="1300"/>
                  <a:pt x="10301" y="1440"/>
                </a:cubicBezTo>
                <a:lnTo>
                  <a:pt x="10301" y="2911"/>
                </a:lnTo>
                <a:moveTo>
                  <a:pt x="9938" y="2380"/>
                </a:moveTo>
                <a:lnTo>
                  <a:pt x="9938" y="1774"/>
                </a:lnTo>
                <a:cubicBezTo>
                  <a:pt x="9827" y="1780"/>
                  <a:pt x="9696" y="1790"/>
                  <a:pt x="9545" y="1803"/>
                </a:cubicBezTo>
                <a:cubicBezTo>
                  <a:pt x="9394" y="1816"/>
                  <a:pt x="9275" y="1835"/>
                  <a:pt x="9187" y="1860"/>
                </a:cubicBezTo>
                <a:cubicBezTo>
                  <a:pt x="9082" y="1890"/>
                  <a:pt x="8998" y="1936"/>
                  <a:pt x="8933" y="1999"/>
                </a:cubicBezTo>
                <a:cubicBezTo>
                  <a:pt x="8868" y="2062"/>
                  <a:pt x="8836" y="2149"/>
                  <a:pt x="8836" y="2259"/>
                </a:cubicBezTo>
                <a:cubicBezTo>
                  <a:pt x="8836" y="2384"/>
                  <a:pt x="8873" y="2478"/>
                  <a:pt x="8948" y="2541"/>
                </a:cubicBezTo>
                <a:cubicBezTo>
                  <a:pt x="9023" y="2604"/>
                  <a:pt x="9138" y="2636"/>
                  <a:pt x="9292" y="2636"/>
                </a:cubicBezTo>
                <a:cubicBezTo>
                  <a:pt x="9420" y="2636"/>
                  <a:pt x="9537" y="2611"/>
                  <a:pt x="9643" y="2561"/>
                </a:cubicBezTo>
                <a:cubicBezTo>
                  <a:pt x="9749" y="2510"/>
                  <a:pt x="9848" y="2450"/>
                  <a:pt x="9938" y="2380"/>
                </a:cubicBezTo>
                <a:close/>
                <a:moveTo>
                  <a:pt x="12607" y="2777"/>
                </a:moveTo>
                <a:cubicBezTo>
                  <a:pt x="12485" y="2835"/>
                  <a:pt x="12370" y="2881"/>
                  <a:pt x="12260" y="2913"/>
                </a:cubicBezTo>
                <a:cubicBezTo>
                  <a:pt x="12151" y="2945"/>
                  <a:pt x="12035" y="2962"/>
                  <a:pt x="11912" y="2962"/>
                </a:cubicBezTo>
                <a:cubicBezTo>
                  <a:pt x="11755" y="2962"/>
                  <a:pt x="11612" y="2939"/>
                  <a:pt x="11481" y="2893"/>
                </a:cubicBezTo>
                <a:cubicBezTo>
                  <a:pt x="11350" y="2847"/>
                  <a:pt x="11238" y="2777"/>
                  <a:pt x="11145" y="2684"/>
                </a:cubicBezTo>
                <a:cubicBezTo>
                  <a:pt x="11051" y="2590"/>
                  <a:pt x="10978" y="2472"/>
                  <a:pt x="10926" y="2330"/>
                </a:cubicBezTo>
                <a:cubicBezTo>
                  <a:pt x="10874" y="2187"/>
                  <a:pt x="10848" y="2021"/>
                  <a:pt x="10848" y="1830"/>
                </a:cubicBezTo>
                <a:cubicBezTo>
                  <a:pt x="10848" y="1475"/>
                  <a:pt x="10946" y="1196"/>
                  <a:pt x="11140" y="994"/>
                </a:cubicBezTo>
                <a:cubicBezTo>
                  <a:pt x="11335" y="792"/>
                  <a:pt x="11592" y="691"/>
                  <a:pt x="11912" y="691"/>
                </a:cubicBezTo>
                <a:cubicBezTo>
                  <a:pt x="12036" y="691"/>
                  <a:pt x="12158" y="708"/>
                  <a:pt x="12278" y="743"/>
                </a:cubicBezTo>
                <a:cubicBezTo>
                  <a:pt x="12397" y="778"/>
                  <a:pt x="12507" y="821"/>
                  <a:pt x="12607" y="871"/>
                </a:cubicBezTo>
                <a:lnTo>
                  <a:pt x="12607" y="1277"/>
                </a:lnTo>
                <a:lnTo>
                  <a:pt x="12587" y="1277"/>
                </a:lnTo>
                <a:cubicBezTo>
                  <a:pt x="12476" y="1191"/>
                  <a:pt x="12361" y="1125"/>
                  <a:pt x="12243" y="1079"/>
                </a:cubicBezTo>
                <a:cubicBezTo>
                  <a:pt x="12124" y="1032"/>
                  <a:pt x="12009" y="1009"/>
                  <a:pt x="11896" y="1009"/>
                </a:cubicBezTo>
                <a:cubicBezTo>
                  <a:pt x="11689" y="1009"/>
                  <a:pt x="11526" y="1079"/>
                  <a:pt x="11406" y="1218"/>
                </a:cubicBezTo>
                <a:cubicBezTo>
                  <a:pt x="11287" y="1357"/>
                  <a:pt x="11227" y="1561"/>
                  <a:pt x="11227" y="1830"/>
                </a:cubicBezTo>
                <a:cubicBezTo>
                  <a:pt x="11227" y="2092"/>
                  <a:pt x="11285" y="2292"/>
                  <a:pt x="11402" y="2433"/>
                </a:cubicBezTo>
                <a:cubicBezTo>
                  <a:pt x="11520" y="2573"/>
                  <a:pt x="11684" y="2643"/>
                  <a:pt x="11896" y="2643"/>
                </a:cubicBezTo>
                <a:cubicBezTo>
                  <a:pt x="11970" y="2643"/>
                  <a:pt x="12045" y="2634"/>
                  <a:pt x="12122" y="2614"/>
                </a:cubicBezTo>
                <a:cubicBezTo>
                  <a:pt x="12198" y="2595"/>
                  <a:pt x="12266" y="2570"/>
                  <a:pt x="12327" y="2539"/>
                </a:cubicBezTo>
                <a:cubicBezTo>
                  <a:pt x="12380" y="2512"/>
                  <a:pt x="12430" y="2484"/>
                  <a:pt x="12477" y="2454"/>
                </a:cubicBezTo>
                <a:cubicBezTo>
                  <a:pt x="12523" y="2423"/>
                  <a:pt x="12560" y="2397"/>
                  <a:pt x="12587" y="2376"/>
                </a:cubicBezTo>
                <a:lnTo>
                  <a:pt x="12607" y="2376"/>
                </a:lnTo>
                <a:lnTo>
                  <a:pt x="12607" y="2777"/>
                </a:lnTo>
                <a:close/>
                <a:moveTo>
                  <a:pt x="14889" y="1863"/>
                </a:moveTo>
                <a:lnTo>
                  <a:pt x="13292" y="1863"/>
                </a:lnTo>
                <a:cubicBezTo>
                  <a:pt x="13292" y="1997"/>
                  <a:pt x="13312" y="2113"/>
                  <a:pt x="13352" y="2212"/>
                </a:cubicBezTo>
                <a:cubicBezTo>
                  <a:pt x="13392" y="2312"/>
                  <a:pt x="13447" y="2393"/>
                  <a:pt x="13517" y="2457"/>
                </a:cubicBezTo>
                <a:cubicBezTo>
                  <a:pt x="13584" y="2519"/>
                  <a:pt x="13664" y="2565"/>
                  <a:pt x="13757" y="2597"/>
                </a:cubicBezTo>
                <a:cubicBezTo>
                  <a:pt x="13849" y="2628"/>
                  <a:pt x="13951" y="2643"/>
                  <a:pt x="14062" y="2643"/>
                </a:cubicBezTo>
                <a:cubicBezTo>
                  <a:pt x="14210" y="2643"/>
                  <a:pt x="14358" y="2614"/>
                  <a:pt x="14508" y="2554"/>
                </a:cubicBezTo>
                <a:cubicBezTo>
                  <a:pt x="14657" y="2495"/>
                  <a:pt x="14764" y="2437"/>
                  <a:pt x="14827" y="2379"/>
                </a:cubicBezTo>
                <a:lnTo>
                  <a:pt x="14846" y="2379"/>
                </a:lnTo>
                <a:lnTo>
                  <a:pt x="14846" y="2779"/>
                </a:lnTo>
                <a:cubicBezTo>
                  <a:pt x="14723" y="2830"/>
                  <a:pt x="14598" y="2874"/>
                  <a:pt x="14470" y="2909"/>
                </a:cubicBezTo>
                <a:cubicBezTo>
                  <a:pt x="14342" y="2944"/>
                  <a:pt x="14207" y="2962"/>
                  <a:pt x="14066" y="2962"/>
                </a:cubicBezTo>
                <a:cubicBezTo>
                  <a:pt x="13707" y="2962"/>
                  <a:pt x="13426" y="2864"/>
                  <a:pt x="13224" y="2669"/>
                </a:cubicBezTo>
                <a:cubicBezTo>
                  <a:pt x="13022" y="2474"/>
                  <a:pt x="12921" y="2197"/>
                  <a:pt x="12921" y="1838"/>
                </a:cubicBezTo>
                <a:cubicBezTo>
                  <a:pt x="12921" y="1483"/>
                  <a:pt x="13018" y="1201"/>
                  <a:pt x="13211" y="992"/>
                </a:cubicBezTo>
                <a:cubicBezTo>
                  <a:pt x="13405" y="784"/>
                  <a:pt x="13659" y="679"/>
                  <a:pt x="13975" y="679"/>
                </a:cubicBezTo>
                <a:cubicBezTo>
                  <a:pt x="14267" y="679"/>
                  <a:pt x="14493" y="765"/>
                  <a:pt x="14651" y="936"/>
                </a:cubicBezTo>
                <a:cubicBezTo>
                  <a:pt x="14810" y="1107"/>
                  <a:pt x="14889" y="1350"/>
                  <a:pt x="14889" y="1665"/>
                </a:cubicBezTo>
                <a:lnTo>
                  <a:pt x="14889" y="1863"/>
                </a:lnTo>
                <a:moveTo>
                  <a:pt x="14534" y="1584"/>
                </a:moveTo>
                <a:cubicBezTo>
                  <a:pt x="14533" y="1392"/>
                  <a:pt x="14484" y="1244"/>
                  <a:pt x="14389" y="1139"/>
                </a:cubicBezTo>
                <a:cubicBezTo>
                  <a:pt x="14294" y="1034"/>
                  <a:pt x="14150" y="982"/>
                  <a:pt x="13956" y="982"/>
                </a:cubicBezTo>
                <a:cubicBezTo>
                  <a:pt x="13760" y="982"/>
                  <a:pt x="13605" y="1040"/>
                  <a:pt x="13489" y="1155"/>
                </a:cubicBezTo>
                <a:cubicBezTo>
                  <a:pt x="13373" y="1270"/>
                  <a:pt x="13307" y="1413"/>
                  <a:pt x="13292" y="1584"/>
                </a:cubicBezTo>
                <a:lnTo>
                  <a:pt x="14534" y="1584"/>
                </a:lnTo>
                <a:close/>
                <a:moveTo>
                  <a:pt x="17127" y="2911"/>
                </a:moveTo>
                <a:lnTo>
                  <a:pt x="16764" y="2911"/>
                </a:lnTo>
                <a:lnTo>
                  <a:pt x="16764" y="2682"/>
                </a:lnTo>
                <a:cubicBezTo>
                  <a:pt x="16732" y="2704"/>
                  <a:pt x="16688" y="2735"/>
                  <a:pt x="16633" y="2774"/>
                </a:cubicBezTo>
                <a:cubicBezTo>
                  <a:pt x="16578" y="2814"/>
                  <a:pt x="16524" y="2845"/>
                  <a:pt x="16473" y="2868"/>
                </a:cubicBezTo>
                <a:cubicBezTo>
                  <a:pt x="16412" y="2898"/>
                  <a:pt x="16342" y="2923"/>
                  <a:pt x="16263" y="2943"/>
                </a:cubicBezTo>
                <a:cubicBezTo>
                  <a:pt x="16184" y="2963"/>
                  <a:pt x="16092" y="2973"/>
                  <a:pt x="15986" y="2973"/>
                </a:cubicBezTo>
                <a:cubicBezTo>
                  <a:pt x="15790" y="2973"/>
                  <a:pt x="15625" y="2908"/>
                  <a:pt x="15489" y="2779"/>
                </a:cubicBezTo>
                <a:cubicBezTo>
                  <a:pt x="15353" y="2649"/>
                  <a:pt x="15285" y="2484"/>
                  <a:pt x="15285" y="2283"/>
                </a:cubicBezTo>
                <a:cubicBezTo>
                  <a:pt x="15285" y="2119"/>
                  <a:pt x="15320" y="1986"/>
                  <a:pt x="15391" y="1884"/>
                </a:cubicBezTo>
                <a:cubicBezTo>
                  <a:pt x="15461" y="1782"/>
                  <a:pt x="15562" y="1702"/>
                  <a:pt x="15693" y="1644"/>
                </a:cubicBezTo>
                <a:cubicBezTo>
                  <a:pt x="15825" y="1586"/>
                  <a:pt x="15983" y="1546"/>
                  <a:pt x="16168" y="1526"/>
                </a:cubicBezTo>
                <a:cubicBezTo>
                  <a:pt x="16353" y="1505"/>
                  <a:pt x="16552" y="1489"/>
                  <a:pt x="16764" y="1479"/>
                </a:cubicBezTo>
                <a:lnTo>
                  <a:pt x="16764" y="1422"/>
                </a:lnTo>
                <a:cubicBezTo>
                  <a:pt x="16764" y="1339"/>
                  <a:pt x="16749" y="1269"/>
                  <a:pt x="16720" y="1215"/>
                </a:cubicBezTo>
                <a:cubicBezTo>
                  <a:pt x="16691" y="1160"/>
                  <a:pt x="16649" y="1117"/>
                  <a:pt x="16595" y="1085"/>
                </a:cubicBezTo>
                <a:cubicBezTo>
                  <a:pt x="16543" y="1055"/>
                  <a:pt x="16481" y="1035"/>
                  <a:pt x="16409" y="1025"/>
                </a:cubicBezTo>
                <a:cubicBezTo>
                  <a:pt x="16336" y="1014"/>
                  <a:pt x="16261" y="1009"/>
                  <a:pt x="16182" y="1009"/>
                </a:cubicBezTo>
                <a:cubicBezTo>
                  <a:pt x="16086" y="1009"/>
                  <a:pt x="15979" y="1022"/>
                  <a:pt x="15861" y="1048"/>
                </a:cubicBezTo>
                <a:cubicBezTo>
                  <a:pt x="15744" y="1074"/>
                  <a:pt x="15622" y="1111"/>
                  <a:pt x="15497" y="1161"/>
                </a:cubicBezTo>
                <a:lnTo>
                  <a:pt x="15477" y="1161"/>
                </a:lnTo>
                <a:lnTo>
                  <a:pt x="15477" y="790"/>
                </a:lnTo>
                <a:cubicBezTo>
                  <a:pt x="15548" y="770"/>
                  <a:pt x="15651" y="749"/>
                  <a:pt x="15786" y="726"/>
                </a:cubicBezTo>
                <a:cubicBezTo>
                  <a:pt x="15920" y="703"/>
                  <a:pt x="16053" y="691"/>
                  <a:pt x="16184" y="691"/>
                </a:cubicBezTo>
                <a:cubicBezTo>
                  <a:pt x="16336" y="691"/>
                  <a:pt x="16469" y="704"/>
                  <a:pt x="16582" y="729"/>
                </a:cubicBezTo>
                <a:cubicBezTo>
                  <a:pt x="16696" y="754"/>
                  <a:pt x="16794" y="797"/>
                  <a:pt x="16876" y="858"/>
                </a:cubicBezTo>
                <a:cubicBezTo>
                  <a:pt x="16958" y="917"/>
                  <a:pt x="17020" y="994"/>
                  <a:pt x="17063" y="1089"/>
                </a:cubicBezTo>
                <a:cubicBezTo>
                  <a:pt x="17105" y="1183"/>
                  <a:pt x="17127" y="1300"/>
                  <a:pt x="17127" y="1440"/>
                </a:cubicBezTo>
                <a:lnTo>
                  <a:pt x="17127" y="2911"/>
                </a:lnTo>
                <a:moveTo>
                  <a:pt x="16764" y="2380"/>
                </a:moveTo>
                <a:lnTo>
                  <a:pt x="16764" y="1774"/>
                </a:lnTo>
                <a:cubicBezTo>
                  <a:pt x="16653" y="1780"/>
                  <a:pt x="16522" y="1790"/>
                  <a:pt x="16371" y="1803"/>
                </a:cubicBezTo>
                <a:cubicBezTo>
                  <a:pt x="16220" y="1816"/>
                  <a:pt x="16101" y="1835"/>
                  <a:pt x="16013" y="1860"/>
                </a:cubicBezTo>
                <a:cubicBezTo>
                  <a:pt x="15908" y="1890"/>
                  <a:pt x="15823" y="1936"/>
                  <a:pt x="15759" y="1999"/>
                </a:cubicBezTo>
                <a:cubicBezTo>
                  <a:pt x="15694" y="2062"/>
                  <a:pt x="15661" y="2149"/>
                  <a:pt x="15661" y="2259"/>
                </a:cubicBezTo>
                <a:cubicBezTo>
                  <a:pt x="15661" y="2384"/>
                  <a:pt x="15699" y="2478"/>
                  <a:pt x="15774" y="2541"/>
                </a:cubicBezTo>
                <a:cubicBezTo>
                  <a:pt x="15849" y="2604"/>
                  <a:pt x="15964" y="2636"/>
                  <a:pt x="16118" y="2636"/>
                </a:cubicBezTo>
                <a:cubicBezTo>
                  <a:pt x="16246" y="2636"/>
                  <a:pt x="16363" y="2611"/>
                  <a:pt x="16469" y="2561"/>
                </a:cubicBezTo>
                <a:cubicBezTo>
                  <a:pt x="16575" y="2510"/>
                  <a:pt x="16673" y="2450"/>
                  <a:pt x="16764" y="2380"/>
                </a:cubicBezTo>
                <a:close/>
                <a:moveTo>
                  <a:pt x="19644" y="1863"/>
                </a:moveTo>
                <a:lnTo>
                  <a:pt x="18047" y="1863"/>
                </a:lnTo>
                <a:cubicBezTo>
                  <a:pt x="18047" y="1997"/>
                  <a:pt x="18067" y="2113"/>
                  <a:pt x="18107" y="2212"/>
                </a:cubicBezTo>
                <a:cubicBezTo>
                  <a:pt x="18147" y="2312"/>
                  <a:pt x="18202" y="2393"/>
                  <a:pt x="18272" y="2457"/>
                </a:cubicBezTo>
                <a:cubicBezTo>
                  <a:pt x="18339" y="2519"/>
                  <a:pt x="18419" y="2565"/>
                  <a:pt x="18512" y="2597"/>
                </a:cubicBezTo>
                <a:cubicBezTo>
                  <a:pt x="18604" y="2628"/>
                  <a:pt x="18706" y="2643"/>
                  <a:pt x="18817" y="2643"/>
                </a:cubicBezTo>
                <a:cubicBezTo>
                  <a:pt x="18965" y="2643"/>
                  <a:pt x="19113" y="2614"/>
                  <a:pt x="19263" y="2554"/>
                </a:cubicBezTo>
                <a:cubicBezTo>
                  <a:pt x="19412" y="2495"/>
                  <a:pt x="19518" y="2437"/>
                  <a:pt x="19582" y="2379"/>
                </a:cubicBezTo>
                <a:lnTo>
                  <a:pt x="19601" y="2379"/>
                </a:lnTo>
                <a:lnTo>
                  <a:pt x="19601" y="2779"/>
                </a:lnTo>
                <a:cubicBezTo>
                  <a:pt x="19478" y="2830"/>
                  <a:pt x="19353" y="2874"/>
                  <a:pt x="19225" y="2909"/>
                </a:cubicBezTo>
                <a:cubicBezTo>
                  <a:pt x="19097" y="2944"/>
                  <a:pt x="18962" y="2962"/>
                  <a:pt x="18821" y="2962"/>
                </a:cubicBezTo>
                <a:cubicBezTo>
                  <a:pt x="18461" y="2962"/>
                  <a:pt x="18181" y="2864"/>
                  <a:pt x="17979" y="2669"/>
                </a:cubicBezTo>
                <a:cubicBezTo>
                  <a:pt x="17777" y="2474"/>
                  <a:pt x="17676" y="2197"/>
                  <a:pt x="17676" y="1838"/>
                </a:cubicBezTo>
                <a:cubicBezTo>
                  <a:pt x="17676" y="1483"/>
                  <a:pt x="17773" y="1201"/>
                  <a:pt x="17966" y="992"/>
                </a:cubicBezTo>
                <a:cubicBezTo>
                  <a:pt x="18160" y="784"/>
                  <a:pt x="18414" y="679"/>
                  <a:pt x="18730" y="679"/>
                </a:cubicBezTo>
                <a:cubicBezTo>
                  <a:pt x="19022" y="679"/>
                  <a:pt x="19248" y="765"/>
                  <a:pt x="19406" y="936"/>
                </a:cubicBezTo>
                <a:cubicBezTo>
                  <a:pt x="19565" y="1107"/>
                  <a:pt x="19644" y="1350"/>
                  <a:pt x="19644" y="1665"/>
                </a:cubicBezTo>
                <a:lnTo>
                  <a:pt x="19644" y="1863"/>
                </a:lnTo>
                <a:moveTo>
                  <a:pt x="19289" y="1584"/>
                </a:moveTo>
                <a:cubicBezTo>
                  <a:pt x="19288" y="1392"/>
                  <a:pt x="19239" y="1244"/>
                  <a:pt x="19144" y="1139"/>
                </a:cubicBezTo>
                <a:cubicBezTo>
                  <a:pt x="19049" y="1034"/>
                  <a:pt x="18905" y="982"/>
                  <a:pt x="18710" y="982"/>
                </a:cubicBezTo>
                <a:cubicBezTo>
                  <a:pt x="18515" y="982"/>
                  <a:pt x="18359" y="1040"/>
                  <a:pt x="18244" y="1155"/>
                </a:cubicBezTo>
                <a:cubicBezTo>
                  <a:pt x="18128" y="1270"/>
                  <a:pt x="18062" y="1413"/>
                  <a:pt x="18047" y="1584"/>
                </a:cubicBezTo>
                <a:lnTo>
                  <a:pt x="19289" y="1584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03AA2B-8CD8-4036-98E2-192E87BC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288" y="1124646"/>
            <a:ext cx="64751" cy="23086"/>
          </a:xfrm>
          <a:custGeom xmlns:a="http://schemas.openxmlformats.org/drawingml/2006/main">
            <a:pathLst>
              <a:path w="64751" h="23086">
                <a:moveTo>
                  <a:pt x="0" y="0"/>
                </a:moveTo>
                <a:lnTo>
                  <a:pt x="64751" y="0"/>
                </a:lnTo>
                <a:lnTo>
                  <a:pt x="64751" y="23086"/>
                </a:lnTo>
                <a:lnTo>
                  <a:pt x="0" y="230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2B88916-378F-430A-B490-98C0CA2CC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4289" y="1124649"/>
            <a:ext cx="64749" cy="23086"/>
          </a:xfrm>
          <a:custGeom xmlns:a="http://schemas.openxmlformats.org/drawingml/2006/main">
            <a:pathLst>
              <a:path w="64749" h="23086" fill="none">
                <a:moveTo>
                  <a:pt x="0" y="0"/>
                </a:moveTo>
                <a:lnTo>
                  <a:pt x="64749" y="0"/>
                </a:lnTo>
                <a:lnTo>
                  <a:pt x="64749" y="23086"/>
                </a:lnTo>
                <a:lnTo>
                  <a:pt x="0" y="2308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88" name="Text Droseraceae">
            <a:extLst xmlns:a="http://schemas.openxmlformats.org/drawingml/2006/main">
              <a:ext uri="{FF2B5EF4-FFF2-40B4-BE49-F238E27FC236}">
                <a16:creationId xmlns:a16="http://schemas.microsoft.com/office/drawing/2014/main" id="{47C760BE-E97F-477C-B1B4-2DE430E79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7791" y="1127513"/>
            <a:ext cx="62824" cy="7635"/>
          </a:xfrm>
          <a:custGeom xmlns:a="http://schemas.openxmlformats.org/drawingml/2006/main">
            <a:pathLst>
              <a:path w="62824" h="7635">
                <a:moveTo>
                  <a:pt x="6311" y="3745"/>
                </a:moveTo>
                <a:cubicBezTo>
                  <a:pt x="6311" y="4424"/>
                  <a:pt x="6163" y="5040"/>
                  <a:pt x="5867" y="5592"/>
                </a:cubicBezTo>
                <a:cubicBezTo>
                  <a:pt x="5571" y="6145"/>
                  <a:pt x="5177" y="6573"/>
                  <a:pt x="4686" y="6877"/>
                </a:cubicBezTo>
                <a:cubicBezTo>
                  <a:pt x="4344" y="7088"/>
                  <a:pt x="3964" y="7241"/>
                  <a:pt x="3544" y="7334"/>
                </a:cubicBezTo>
                <a:cubicBezTo>
                  <a:pt x="3125" y="7428"/>
                  <a:pt x="2572" y="7475"/>
                  <a:pt x="1886" y="7475"/>
                </a:cubicBezTo>
                <a:lnTo>
                  <a:pt x="0" y="7475"/>
                </a:lnTo>
                <a:lnTo>
                  <a:pt x="0" y="0"/>
                </a:lnTo>
                <a:lnTo>
                  <a:pt x="1866" y="0"/>
                </a:lnTo>
                <a:cubicBezTo>
                  <a:pt x="2595" y="0"/>
                  <a:pt x="3175" y="53"/>
                  <a:pt x="3605" y="158"/>
                </a:cubicBezTo>
                <a:cubicBezTo>
                  <a:pt x="4034" y="264"/>
                  <a:pt x="4398" y="408"/>
                  <a:pt x="4696" y="592"/>
                </a:cubicBezTo>
                <a:cubicBezTo>
                  <a:pt x="5204" y="910"/>
                  <a:pt x="5600" y="1334"/>
                  <a:pt x="5885" y="1862"/>
                </a:cubicBezTo>
                <a:cubicBezTo>
                  <a:pt x="6169" y="2391"/>
                  <a:pt x="6311" y="3019"/>
                  <a:pt x="6311" y="3745"/>
                </a:cubicBezTo>
                <a:moveTo>
                  <a:pt x="5273" y="3730"/>
                </a:moveTo>
                <a:cubicBezTo>
                  <a:pt x="5273" y="3146"/>
                  <a:pt x="5171" y="2654"/>
                  <a:pt x="4967" y="2254"/>
                </a:cubicBezTo>
                <a:cubicBezTo>
                  <a:pt x="4763" y="1854"/>
                  <a:pt x="4458" y="1538"/>
                  <a:pt x="4054" y="1308"/>
                </a:cubicBezTo>
                <a:cubicBezTo>
                  <a:pt x="3759" y="1141"/>
                  <a:pt x="3446" y="1026"/>
                  <a:pt x="3115" y="961"/>
                </a:cubicBezTo>
                <a:cubicBezTo>
                  <a:pt x="2784" y="895"/>
                  <a:pt x="2388" y="863"/>
                  <a:pt x="1926" y="863"/>
                </a:cubicBezTo>
                <a:lnTo>
                  <a:pt x="993" y="863"/>
                </a:lnTo>
                <a:lnTo>
                  <a:pt x="993" y="6612"/>
                </a:lnTo>
                <a:lnTo>
                  <a:pt x="1926" y="6612"/>
                </a:lnTo>
                <a:cubicBezTo>
                  <a:pt x="2405" y="6612"/>
                  <a:pt x="2822" y="6577"/>
                  <a:pt x="3178" y="6507"/>
                </a:cubicBezTo>
                <a:cubicBezTo>
                  <a:pt x="3534" y="6437"/>
                  <a:pt x="3861" y="6307"/>
                  <a:pt x="4159" y="6117"/>
                </a:cubicBezTo>
                <a:cubicBezTo>
                  <a:pt x="4530" y="5880"/>
                  <a:pt x="4809" y="5568"/>
                  <a:pt x="4994" y="5181"/>
                </a:cubicBezTo>
                <a:cubicBezTo>
                  <a:pt x="5180" y="4794"/>
                  <a:pt x="5273" y="4310"/>
                  <a:pt x="5273" y="3730"/>
                </a:cubicBezTo>
                <a:close/>
                <a:moveTo>
                  <a:pt x="11338" y="2890"/>
                </a:moveTo>
                <a:lnTo>
                  <a:pt x="11288" y="2890"/>
                </a:lnTo>
                <a:cubicBezTo>
                  <a:pt x="11147" y="2858"/>
                  <a:pt x="11011" y="2835"/>
                  <a:pt x="10879" y="2821"/>
                </a:cubicBezTo>
                <a:cubicBezTo>
                  <a:pt x="10747" y="2806"/>
                  <a:pt x="10590" y="2799"/>
                  <a:pt x="10410" y="2799"/>
                </a:cubicBezTo>
                <a:cubicBezTo>
                  <a:pt x="10119" y="2799"/>
                  <a:pt x="9838" y="2864"/>
                  <a:pt x="9567" y="2993"/>
                </a:cubicBezTo>
                <a:cubicBezTo>
                  <a:pt x="9296" y="3122"/>
                  <a:pt x="9035" y="3288"/>
                  <a:pt x="8784" y="3492"/>
                </a:cubicBezTo>
                <a:lnTo>
                  <a:pt x="8784" y="7475"/>
                </a:lnTo>
                <a:lnTo>
                  <a:pt x="7841" y="7475"/>
                </a:lnTo>
                <a:lnTo>
                  <a:pt x="7841" y="1866"/>
                </a:lnTo>
                <a:lnTo>
                  <a:pt x="8784" y="1866"/>
                </a:lnTo>
                <a:lnTo>
                  <a:pt x="8784" y="2695"/>
                </a:lnTo>
                <a:cubicBezTo>
                  <a:pt x="9159" y="2393"/>
                  <a:pt x="9489" y="2180"/>
                  <a:pt x="9775" y="2055"/>
                </a:cubicBezTo>
                <a:cubicBezTo>
                  <a:pt x="10061" y="1929"/>
                  <a:pt x="10353" y="1866"/>
                  <a:pt x="10651" y="1866"/>
                </a:cubicBezTo>
                <a:cubicBezTo>
                  <a:pt x="10814" y="1866"/>
                  <a:pt x="10933" y="1870"/>
                  <a:pt x="11007" y="1879"/>
                </a:cubicBezTo>
                <a:cubicBezTo>
                  <a:pt x="11080" y="1887"/>
                  <a:pt x="11191" y="1903"/>
                  <a:pt x="11338" y="1926"/>
                </a:cubicBezTo>
                <a:lnTo>
                  <a:pt x="11338" y="2890"/>
                </a:lnTo>
                <a:close/>
                <a:moveTo>
                  <a:pt x="17002" y="4673"/>
                </a:moveTo>
                <a:cubicBezTo>
                  <a:pt x="17002" y="5588"/>
                  <a:pt x="16768" y="6311"/>
                  <a:pt x="16299" y="6841"/>
                </a:cubicBezTo>
                <a:cubicBezTo>
                  <a:pt x="15831" y="7371"/>
                  <a:pt x="15204" y="7635"/>
                  <a:pt x="14418" y="7635"/>
                </a:cubicBezTo>
                <a:cubicBezTo>
                  <a:pt x="13625" y="7635"/>
                  <a:pt x="12996" y="7371"/>
                  <a:pt x="12529" y="6841"/>
                </a:cubicBezTo>
                <a:cubicBezTo>
                  <a:pt x="12063" y="6311"/>
                  <a:pt x="11829" y="5588"/>
                  <a:pt x="11829" y="4673"/>
                </a:cubicBezTo>
                <a:cubicBezTo>
                  <a:pt x="11829" y="3758"/>
                  <a:pt x="12063" y="3034"/>
                  <a:pt x="12529" y="2503"/>
                </a:cubicBezTo>
                <a:cubicBezTo>
                  <a:pt x="12996" y="1971"/>
                  <a:pt x="13625" y="1706"/>
                  <a:pt x="14418" y="1706"/>
                </a:cubicBezTo>
                <a:cubicBezTo>
                  <a:pt x="15204" y="1706"/>
                  <a:pt x="15831" y="1971"/>
                  <a:pt x="16299" y="2503"/>
                </a:cubicBezTo>
                <a:cubicBezTo>
                  <a:pt x="16768" y="3034"/>
                  <a:pt x="17002" y="3758"/>
                  <a:pt x="17002" y="4673"/>
                </a:cubicBezTo>
                <a:moveTo>
                  <a:pt x="16028" y="4673"/>
                </a:moveTo>
                <a:cubicBezTo>
                  <a:pt x="16028" y="3948"/>
                  <a:pt x="15886" y="3409"/>
                  <a:pt x="15602" y="3057"/>
                </a:cubicBezTo>
                <a:cubicBezTo>
                  <a:pt x="15318" y="2705"/>
                  <a:pt x="14923" y="2528"/>
                  <a:pt x="14418" y="2528"/>
                </a:cubicBezTo>
                <a:cubicBezTo>
                  <a:pt x="13906" y="2528"/>
                  <a:pt x="13509" y="2705"/>
                  <a:pt x="13227" y="3057"/>
                </a:cubicBezTo>
                <a:cubicBezTo>
                  <a:pt x="12944" y="3409"/>
                  <a:pt x="12803" y="3948"/>
                  <a:pt x="12803" y="4673"/>
                </a:cubicBezTo>
                <a:cubicBezTo>
                  <a:pt x="12803" y="5375"/>
                  <a:pt x="12945" y="5907"/>
                  <a:pt x="13229" y="6269"/>
                </a:cubicBezTo>
                <a:cubicBezTo>
                  <a:pt x="13513" y="6631"/>
                  <a:pt x="13910" y="6813"/>
                  <a:pt x="14418" y="6813"/>
                </a:cubicBezTo>
                <a:cubicBezTo>
                  <a:pt x="14920" y="6813"/>
                  <a:pt x="15314" y="6633"/>
                  <a:pt x="15599" y="6274"/>
                </a:cubicBezTo>
                <a:cubicBezTo>
                  <a:pt x="15885" y="5915"/>
                  <a:pt x="16028" y="5381"/>
                  <a:pt x="16028" y="4673"/>
                </a:cubicBezTo>
                <a:close/>
                <a:moveTo>
                  <a:pt x="22465" y="5856"/>
                </a:moveTo>
                <a:cubicBezTo>
                  <a:pt x="22465" y="6367"/>
                  <a:pt x="22253" y="6787"/>
                  <a:pt x="21830" y="7114"/>
                </a:cubicBezTo>
                <a:cubicBezTo>
                  <a:pt x="21407" y="7442"/>
                  <a:pt x="20829" y="7605"/>
                  <a:pt x="20097" y="7605"/>
                </a:cubicBezTo>
                <a:cubicBezTo>
                  <a:pt x="19682" y="7605"/>
                  <a:pt x="19302" y="7556"/>
                  <a:pt x="18955" y="7457"/>
                </a:cubicBezTo>
                <a:cubicBezTo>
                  <a:pt x="18609" y="7358"/>
                  <a:pt x="18319" y="7250"/>
                  <a:pt x="18085" y="7132"/>
                </a:cubicBezTo>
                <a:lnTo>
                  <a:pt x="18085" y="6070"/>
                </a:lnTo>
                <a:lnTo>
                  <a:pt x="18135" y="6070"/>
                </a:lnTo>
                <a:cubicBezTo>
                  <a:pt x="18433" y="6297"/>
                  <a:pt x="18764" y="6478"/>
                  <a:pt x="19129" y="6612"/>
                </a:cubicBezTo>
                <a:cubicBezTo>
                  <a:pt x="19493" y="6746"/>
                  <a:pt x="19843" y="6813"/>
                  <a:pt x="20177" y="6813"/>
                </a:cubicBezTo>
                <a:cubicBezTo>
                  <a:pt x="20592" y="6813"/>
                  <a:pt x="20916" y="6746"/>
                  <a:pt x="21150" y="6611"/>
                </a:cubicBezTo>
                <a:cubicBezTo>
                  <a:pt x="21384" y="6477"/>
                  <a:pt x="21501" y="6265"/>
                  <a:pt x="21501" y="5976"/>
                </a:cubicBezTo>
                <a:cubicBezTo>
                  <a:pt x="21501" y="5756"/>
                  <a:pt x="21438" y="5589"/>
                  <a:pt x="21311" y="5475"/>
                </a:cubicBezTo>
                <a:cubicBezTo>
                  <a:pt x="21184" y="5362"/>
                  <a:pt x="20940" y="5265"/>
                  <a:pt x="20578" y="5184"/>
                </a:cubicBezTo>
                <a:cubicBezTo>
                  <a:pt x="20445" y="5154"/>
                  <a:pt x="20270" y="5119"/>
                  <a:pt x="20054" y="5079"/>
                </a:cubicBezTo>
                <a:cubicBezTo>
                  <a:pt x="19838" y="5039"/>
                  <a:pt x="19642" y="4996"/>
                  <a:pt x="19465" y="4949"/>
                </a:cubicBezTo>
                <a:cubicBezTo>
                  <a:pt x="18973" y="4819"/>
                  <a:pt x="18624" y="4627"/>
                  <a:pt x="18419" y="4375"/>
                </a:cubicBezTo>
                <a:cubicBezTo>
                  <a:pt x="18213" y="4123"/>
                  <a:pt x="18110" y="3813"/>
                  <a:pt x="18110" y="3445"/>
                </a:cubicBezTo>
                <a:cubicBezTo>
                  <a:pt x="18110" y="3215"/>
                  <a:pt x="18158" y="2997"/>
                  <a:pt x="18253" y="2794"/>
                </a:cubicBezTo>
                <a:cubicBezTo>
                  <a:pt x="18348" y="2590"/>
                  <a:pt x="18493" y="2407"/>
                  <a:pt x="18687" y="2247"/>
                </a:cubicBezTo>
                <a:cubicBezTo>
                  <a:pt x="18874" y="2090"/>
                  <a:pt x="19113" y="1966"/>
                  <a:pt x="19402" y="1874"/>
                </a:cubicBezTo>
                <a:cubicBezTo>
                  <a:pt x="19691" y="1782"/>
                  <a:pt x="20015" y="1736"/>
                  <a:pt x="20373" y="1736"/>
                </a:cubicBezTo>
                <a:cubicBezTo>
                  <a:pt x="20707" y="1736"/>
                  <a:pt x="21046" y="1777"/>
                  <a:pt x="21389" y="1858"/>
                </a:cubicBezTo>
                <a:cubicBezTo>
                  <a:pt x="21731" y="1940"/>
                  <a:pt x="22017" y="2039"/>
                  <a:pt x="22244" y="2156"/>
                </a:cubicBezTo>
                <a:lnTo>
                  <a:pt x="22244" y="3161"/>
                </a:lnTo>
                <a:lnTo>
                  <a:pt x="22194" y="3161"/>
                </a:lnTo>
                <a:cubicBezTo>
                  <a:pt x="21953" y="2983"/>
                  <a:pt x="21660" y="2834"/>
                  <a:pt x="21316" y="2712"/>
                </a:cubicBezTo>
                <a:cubicBezTo>
                  <a:pt x="20971" y="2589"/>
                  <a:pt x="20634" y="2528"/>
                  <a:pt x="20302" y="2528"/>
                </a:cubicBezTo>
                <a:cubicBezTo>
                  <a:pt x="19958" y="2528"/>
                  <a:pt x="19667" y="2595"/>
                  <a:pt x="19430" y="2728"/>
                </a:cubicBezTo>
                <a:cubicBezTo>
                  <a:pt x="19192" y="2860"/>
                  <a:pt x="19073" y="3058"/>
                  <a:pt x="19073" y="3320"/>
                </a:cubicBezTo>
                <a:cubicBezTo>
                  <a:pt x="19073" y="3550"/>
                  <a:pt x="19145" y="3724"/>
                  <a:pt x="19289" y="3841"/>
                </a:cubicBezTo>
                <a:cubicBezTo>
                  <a:pt x="19430" y="3958"/>
                  <a:pt x="19657" y="4053"/>
                  <a:pt x="19971" y="4127"/>
                </a:cubicBezTo>
                <a:cubicBezTo>
                  <a:pt x="20145" y="4167"/>
                  <a:pt x="20340" y="4207"/>
                  <a:pt x="20556" y="4247"/>
                </a:cubicBezTo>
                <a:cubicBezTo>
                  <a:pt x="20772" y="4287"/>
                  <a:pt x="20951" y="4324"/>
                  <a:pt x="21095" y="4357"/>
                </a:cubicBezTo>
                <a:cubicBezTo>
                  <a:pt x="21533" y="4458"/>
                  <a:pt x="21871" y="4630"/>
                  <a:pt x="22109" y="4874"/>
                </a:cubicBezTo>
                <a:cubicBezTo>
                  <a:pt x="22346" y="5121"/>
                  <a:pt x="22465" y="5448"/>
                  <a:pt x="22465" y="5856"/>
                </a:cubicBezTo>
                <a:close/>
                <a:moveTo>
                  <a:pt x="28505" y="4766"/>
                </a:moveTo>
                <a:lnTo>
                  <a:pt x="24376" y="4766"/>
                </a:lnTo>
                <a:cubicBezTo>
                  <a:pt x="24376" y="5111"/>
                  <a:pt x="24428" y="5412"/>
                  <a:pt x="24532" y="5669"/>
                </a:cubicBezTo>
                <a:cubicBezTo>
                  <a:pt x="24635" y="5925"/>
                  <a:pt x="24778" y="6135"/>
                  <a:pt x="24958" y="6300"/>
                </a:cubicBezTo>
                <a:cubicBezTo>
                  <a:pt x="25132" y="6461"/>
                  <a:pt x="25339" y="6581"/>
                  <a:pt x="25578" y="6662"/>
                </a:cubicBezTo>
                <a:cubicBezTo>
                  <a:pt x="25817" y="6742"/>
                  <a:pt x="26080" y="6783"/>
                  <a:pt x="26368" y="6783"/>
                </a:cubicBezTo>
                <a:cubicBezTo>
                  <a:pt x="26749" y="6783"/>
                  <a:pt x="27133" y="6706"/>
                  <a:pt x="27519" y="6553"/>
                </a:cubicBezTo>
                <a:cubicBezTo>
                  <a:pt x="27905" y="6399"/>
                  <a:pt x="28181" y="6249"/>
                  <a:pt x="28344" y="6100"/>
                </a:cubicBezTo>
                <a:lnTo>
                  <a:pt x="28395" y="6100"/>
                </a:lnTo>
                <a:lnTo>
                  <a:pt x="28395" y="7132"/>
                </a:lnTo>
                <a:cubicBezTo>
                  <a:pt x="28077" y="7266"/>
                  <a:pt x="27752" y="7379"/>
                  <a:pt x="27421" y="7469"/>
                </a:cubicBezTo>
                <a:cubicBezTo>
                  <a:pt x="27090" y="7560"/>
                  <a:pt x="26742" y="7605"/>
                  <a:pt x="26378" y="7605"/>
                </a:cubicBezTo>
                <a:cubicBezTo>
                  <a:pt x="25448" y="7605"/>
                  <a:pt x="24722" y="7353"/>
                  <a:pt x="24201" y="6849"/>
                </a:cubicBezTo>
                <a:cubicBezTo>
                  <a:pt x="23679" y="6345"/>
                  <a:pt x="23418" y="5629"/>
                  <a:pt x="23418" y="4701"/>
                </a:cubicBezTo>
                <a:cubicBezTo>
                  <a:pt x="23418" y="3783"/>
                  <a:pt x="23668" y="3054"/>
                  <a:pt x="24168" y="2515"/>
                </a:cubicBezTo>
                <a:cubicBezTo>
                  <a:pt x="24668" y="1975"/>
                  <a:pt x="25326" y="1706"/>
                  <a:pt x="26142" y="1706"/>
                </a:cubicBezTo>
                <a:cubicBezTo>
                  <a:pt x="26898" y="1706"/>
                  <a:pt x="27481" y="1927"/>
                  <a:pt x="27890" y="2369"/>
                </a:cubicBezTo>
                <a:cubicBezTo>
                  <a:pt x="28300" y="2811"/>
                  <a:pt x="28505" y="3439"/>
                  <a:pt x="28505" y="4253"/>
                </a:cubicBezTo>
                <a:lnTo>
                  <a:pt x="28505" y="4766"/>
                </a:lnTo>
                <a:moveTo>
                  <a:pt x="27587" y="4043"/>
                </a:moveTo>
                <a:cubicBezTo>
                  <a:pt x="27584" y="3548"/>
                  <a:pt x="27459" y="3166"/>
                  <a:pt x="27213" y="2895"/>
                </a:cubicBezTo>
                <a:cubicBezTo>
                  <a:pt x="26967" y="2624"/>
                  <a:pt x="26594" y="2488"/>
                  <a:pt x="26092" y="2488"/>
                </a:cubicBezTo>
                <a:cubicBezTo>
                  <a:pt x="25587" y="2488"/>
                  <a:pt x="25185" y="2637"/>
                  <a:pt x="24885" y="2935"/>
                </a:cubicBezTo>
                <a:cubicBezTo>
                  <a:pt x="24586" y="3232"/>
                  <a:pt x="24416" y="3602"/>
                  <a:pt x="24376" y="4043"/>
                </a:cubicBezTo>
                <a:lnTo>
                  <a:pt x="27587" y="4043"/>
                </a:lnTo>
                <a:close/>
                <a:moveTo>
                  <a:pt x="33431" y="2890"/>
                </a:moveTo>
                <a:lnTo>
                  <a:pt x="33381" y="2890"/>
                </a:lnTo>
                <a:cubicBezTo>
                  <a:pt x="33241" y="2858"/>
                  <a:pt x="33104" y="2835"/>
                  <a:pt x="32972" y="2821"/>
                </a:cubicBezTo>
                <a:cubicBezTo>
                  <a:pt x="32840" y="2806"/>
                  <a:pt x="32684" y="2799"/>
                  <a:pt x="32503" y="2799"/>
                </a:cubicBezTo>
                <a:cubicBezTo>
                  <a:pt x="32212" y="2799"/>
                  <a:pt x="31931" y="2864"/>
                  <a:pt x="31660" y="2993"/>
                </a:cubicBezTo>
                <a:cubicBezTo>
                  <a:pt x="31389" y="3122"/>
                  <a:pt x="31128" y="3288"/>
                  <a:pt x="30878" y="3492"/>
                </a:cubicBezTo>
                <a:lnTo>
                  <a:pt x="30878" y="7475"/>
                </a:lnTo>
                <a:lnTo>
                  <a:pt x="29935" y="7475"/>
                </a:lnTo>
                <a:lnTo>
                  <a:pt x="29935" y="1866"/>
                </a:lnTo>
                <a:lnTo>
                  <a:pt x="30878" y="1866"/>
                </a:lnTo>
                <a:lnTo>
                  <a:pt x="30878" y="2695"/>
                </a:lnTo>
                <a:cubicBezTo>
                  <a:pt x="31252" y="2393"/>
                  <a:pt x="31582" y="2180"/>
                  <a:pt x="31868" y="2055"/>
                </a:cubicBezTo>
                <a:cubicBezTo>
                  <a:pt x="32154" y="1929"/>
                  <a:pt x="32446" y="1866"/>
                  <a:pt x="32744" y="1866"/>
                </a:cubicBezTo>
                <a:cubicBezTo>
                  <a:pt x="32908" y="1866"/>
                  <a:pt x="33026" y="1870"/>
                  <a:pt x="33100" y="1879"/>
                </a:cubicBezTo>
                <a:cubicBezTo>
                  <a:pt x="33174" y="1887"/>
                  <a:pt x="33284" y="1903"/>
                  <a:pt x="33431" y="1926"/>
                </a:cubicBezTo>
                <a:lnTo>
                  <a:pt x="33431" y="2890"/>
                </a:lnTo>
                <a:close/>
                <a:moveTo>
                  <a:pt x="38674" y="7475"/>
                </a:moveTo>
                <a:lnTo>
                  <a:pt x="37736" y="7475"/>
                </a:lnTo>
                <a:lnTo>
                  <a:pt x="37736" y="6882"/>
                </a:lnTo>
                <a:cubicBezTo>
                  <a:pt x="37652" y="6939"/>
                  <a:pt x="37539" y="7018"/>
                  <a:pt x="37397" y="7121"/>
                </a:cubicBezTo>
                <a:cubicBezTo>
                  <a:pt x="37255" y="7223"/>
                  <a:pt x="37117" y="7304"/>
                  <a:pt x="36983" y="7364"/>
                </a:cubicBezTo>
                <a:cubicBezTo>
                  <a:pt x="36826" y="7441"/>
                  <a:pt x="36645" y="7506"/>
                  <a:pt x="36441" y="7558"/>
                </a:cubicBezTo>
                <a:cubicBezTo>
                  <a:pt x="36237" y="7609"/>
                  <a:pt x="35998" y="7635"/>
                  <a:pt x="35724" y="7635"/>
                </a:cubicBezTo>
                <a:cubicBezTo>
                  <a:pt x="35219" y="7635"/>
                  <a:pt x="34791" y="7468"/>
                  <a:pt x="34440" y="7133"/>
                </a:cubicBezTo>
                <a:cubicBezTo>
                  <a:pt x="34089" y="6798"/>
                  <a:pt x="33913" y="6371"/>
                  <a:pt x="33913" y="5852"/>
                </a:cubicBezTo>
                <a:cubicBezTo>
                  <a:pt x="33913" y="5427"/>
                  <a:pt x="34004" y="5083"/>
                  <a:pt x="34186" y="4820"/>
                </a:cubicBezTo>
                <a:cubicBezTo>
                  <a:pt x="34369" y="4557"/>
                  <a:pt x="34629" y="4350"/>
                  <a:pt x="34966" y="4200"/>
                </a:cubicBezTo>
                <a:cubicBezTo>
                  <a:pt x="35308" y="4049"/>
                  <a:pt x="35717" y="3947"/>
                  <a:pt x="36196" y="3893"/>
                </a:cubicBezTo>
                <a:cubicBezTo>
                  <a:pt x="36674" y="3840"/>
                  <a:pt x="37187" y="3799"/>
                  <a:pt x="37736" y="3773"/>
                </a:cubicBezTo>
                <a:lnTo>
                  <a:pt x="37736" y="3626"/>
                </a:lnTo>
                <a:cubicBezTo>
                  <a:pt x="37736" y="3410"/>
                  <a:pt x="37698" y="3231"/>
                  <a:pt x="37623" y="3090"/>
                </a:cubicBezTo>
                <a:cubicBezTo>
                  <a:pt x="37548" y="2948"/>
                  <a:pt x="37440" y="2837"/>
                  <a:pt x="37299" y="2756"/>
                </a:cubicBezTo>
                <a:cubicBezTo>
                  <a:pt x="37165" y="2678"/>
                  <a:pt x="37005" y="2626"/>
                  <a:pt x="36818" y="2599"/>
                </a:cubicBezTo>
                <a:cubicBezTo>
                  <a:pt x="36630" y="2572"/>
                  <a:pt x="36435" y="2559"/>
                  <a:pt x="36231" y="2559"/>
                </a:cubicBezTo>
                <a:cubicBezTo>
                  <a:pt x="35983" y="2559"/>
                  <a:pt x="35707" y="2592"/>
                  <a:pt x="35403" y="2659"/>
                </a:cubicBezTo>
                <a:cubicBezTo>
                  <a:pt x="35099" y="2726"/>
                  <a:pt x="34784" y="2823"/>
                  <a:pt x="34460" y="2950"/>
                </a:cubicBezTo>
                <a:lnTo>
                  <a:pt x="34410" y="2950"/>
                </a:lnTo>
                <a:lnTo>
                  <a:pt x="34410" y="1992"/>
                </a:lnTo>
                <a:cubicBezTo>
                  <a:pt x="34594" y="1941"/>
                  <a:pt x="34859" y="1886"/>
                  <a:pt x="35207" y="1826"/>
                </a:cubicBezTo>
                <a:cubicBezTo>
                  <a:pt x="35555" y="1766"/>
                  <a:pt x="35898" y="1736"/>
                  <a:pt x="36236" y="1736"/>
                </a:cubicBezTo>
                <a:cubicBezTo>
                  <a:pt x="36630" y="1736"/>
                  <a:pt x="36974" y="1768"/>
                  <a:pt x="37267" y="1834"/>
                </a:cubicBezTo>
                <a:cubicBezTo>
                  <a:pt x="37559" y="1899"/>
                  <a:pt x="37813" y="2010"/>
                  <a:pt x="38027" y="2167"/>
                </a:cubicBezTo>
                <a:cubicBezTo>
                  <a:pt x="38237" y="2321"/>
                  <a:pt x="38398" y="2520"/>
                  <a:pt x="38508" y="2764"/>
                </a:cubicBezTo>
                <a:cubicBezTo>
                  <a:pt x="38619" y="3008"/>
                  <a:pt x="38674" y="3311"/>
                  <a:pt x="38674" y="3672"/>
                </a:cubicBezTo>
                <a:lnTo>
                  <a:pt x="38674" y="7475"/>
                </a:lnTo>
                <a:moveTo>
                  <a:pt x="37736" y="6102"/>
                </a:moveTo>
                <a:lnTo>
                  <a:pt x="37736" y="4535"/>
                </a:lnTo>
                <a:cubicBezTo>
                  <a:pt x="37448" y="4552"/>
                  <a:pt x="37109" y="4577"/>
                  <a:pt x="36720" y="4611"/>
                </a:cubicBezTo>
                <a:cubicBezTo>
                  <a:pt x="36330" y="4644"/>
                  <a:pt x="36022" y="4693"/>
                  <a:pt x="35794" y="4757"/>
                </a:cubicBezTo>
                <a:cubicBezTo>
                  <a:pt x="35523" y="4834"/>
                  <a:pt x="35304" y="4954"/>
                  <a:pt x="35137" y="5117"/>
                </a:cubicBezTo>
                <a:cubicBezTo>
                  <a:pt x="34970" y="5280"/>
                  <a:pt x="34886" y="5504"/>
                  <a:pt x="34886" y="5790"/>
                </a:cubicBezTo>
                <a:cubicBezTo>
                  <a:pt x="34886" y="6112"/>
                  <a:pt x="34983" y="6355"/>
                  <a:pt x="35177" y="6518"/>
                </a:cubicBezTo>
                <a:cubicBezTo>
                  <a:pt x="35371" y="6681"/>
                  <a:pt x="35667" y="6763"/>
                  <a:pt x="36065" y="6763"/>
                </a:cubicBezTo>
                <a:cubicBezTo>
                  <a:pt x="36396" y="6763"/>
                  <a:pt x="36699" y="6698"/>
                  <a:pt x="36973" y="6569"/>
                </a:cubicBezTo>
                <a:cubicBezTo>
                  <a:pt x="37247" y="6439"/>
                  <a:pt x="37502" y="6284"/>
                  <a:pt x="37736" y="6102"/>
                </a:cubicBezTo>
                <a:close/>
                <a:moveTo>
                  <a:pt x="44633" y="7129"/>
                </a:moveTo>
                <a:cubicBezTo>
                  <a:pt x="44319" y="7279"/>
                  <a:pt x="44020" y="7396"/>
                  <a:pt x="43738" y="7480"/>
                </a:cubicBezTo>
                <a:cubicBezTo>
                  <a:pt x="43455" y="7564"/>
                  <a:pt x="43155" y="7605"/>
                  <a:pt x="42837" y="7605"/>
                </a:cubicBezTo>
                <a:cubicBezTo>
                  <a:pt x="42433" y="7605"/>
                  <a:pt x="42061" y="7546"/>
                  <a:pt x="41724" y="7427"/>
                </a:cubicBezTo>
                <a:cubicBezTo>
                  <a:pt x="41386" y="7308"/>
                  <a:pt x="41097" y="7128"/>
                  <a:pt x="40856" y="6887"/>
                </a:cubicBezTo>
                <a:cubicBezTo>
                  <a:pt x="40612" y="6645"/>
                  <a:pt x="40423" y="6341"/>
                  <a:pt x="40289" y="5972"/>
                </a:cubicBezTo>
                <a:cubicBezTo>
                  <a:pt x="40155" y="5604"/>
                  <a:pt x="40088" y="5173"/>
                  <a:pt x="40088" y="4681"/>
                </a:cubicBezTo>
                <a:cubicBezTo>
                  <a:pt x="40088" y="3763"/>
                  <a:pt x="40340" y="3042"/>
                  <a:pt x="40843" y="2520"/>
                </a:cubicBezTo>
                <a:cubicBezTo>
                  <a:pt x="41347" y="1997"/>
                  <a:pt x="42011" y="1736"/>
                  <a:pt x="42837" y="1736"/>
                </a:cubicBezTo>
                <a:cubicBezTo>
                  <a:pt x="43158" y="1736"/>
                  <a:pt x="43474" y="1781"/>
                  <a:pt x="43783" y="1871"/>
                </a:cubicBezTo>
                <a:cubicBezTo>
                  <a:pt x="44092" y="1962"/>
                  <a:pt x="44376" y="2072"/>
                  <a:pt x="44633" y="2202"/>
                </a:cubicBezTo>
                <a:lnTo>
                  <a:pt x="44633" y="3251"/>
                </a:lnTo>
                <a:lnTo>
                  <a:pt x="44583" y="3251"/>
                </a:lnTo>
                <a:cubicBezTo>
                  <a:pt x="44296" y="3028"/>
                  <a:pt x="43999" y="2857"/>
                  <a:pt x="43693" y="2738"/>
                </a:cubicBezTo>
                <a:cubicBezTo>
                  <a:pt x="43387" y="2618"/>
                  <a:pt x="43088" y="2559"/>
                  <a:pt x="42797" y="2559"/>
                </a:cubicBezTo>
                <a:cubicBezTo>
                  <a:pt x="42262" y="2559"/>
                  <a:pt x="41840" y="2738"/>
                  <a:pt x="41531" y="3098"/>
                </a:cubicBezTo>
                <a:cubicBezTo>
                  <a:pt x="41221" y="3457"/>
                  <a:pt x="41066" y="3985"/>
                  <a:pt x="41066" y="4681"/>
                </a:cubicBezTo>
                <a:cubicBezTo>
                  <a:pt x="41066" y="5356"/>
                  <a:pt x="41218" y="5875"/>
                  <a:pt x="41520" y="6238"/>
                </a:cubicBezTo>
                <a:cubicBezTo>
                  <a:pt x="41823" y="6601"/>
                  <a:pt x="42249" y="6783"/>
                  <a:pt x="42797" y="6783"/>
                </a:cubicBezTo>
                <a:cubicBezTo>
                  <a:pt x="42988" y="6783"/>
                  <a:pt x="43182" y="6758"/>
                  <a:pt x="43379" y="6708"/>
                </a:cubicBezTo>
                <a:cubicBezTo>
                  <a:pt x="43576" y="6658"/>
                  <a:pt x="43754" y="6593"/>
                  <a:pt x="43911" y="6514"/>
                </a:cubicBezTo>
                <a:cubicBezTo>
                  <a:pt x="44048" y="6444"/>
                  <a:pt x="44177" y="6370"/>
                  <a:pt x="44297" y="6292"/>
                </a:cubicBezTo>
                <a:cubicBezTo>
                  <a:pt x="44418" y="6214"/>
                  <a:pt x="44513" y="6147"/>
                  <a:pt x="44583" y="6090"/>
                </a:cubicBezTo>
                <a:lnTo>
                  <a:pt x="44633" y="6090"/>
                </a:lnTo>
                <a:lnTo>
                  <a:pt x="44633" y="7129"/>
                </a:lnTo>
                <a:close/>
                <a:moveTo>
                  <a:pt x="50533" y="4766"/>
                </a:moveTo>
                <a:lnTo>
                  <a:pt x="46404" y="4766"/>
                </a:lnTo>
                <a:cubicBezTo>
                  <a:pt x="46404" y="5111"/>
                  <a:pt x="46456" y="5412"/>
                  <a:pt x="46560" y="5669"/>
                </a:cubicBezTo>
                <a:cubicBezTo>
                  <a:pt x="46664" y="5925"/>
                  <a:pt x="46806" y="6135"/>
                  <a:pt x="46986" y="6300"/>
                </a:cubicBezTo>
                <a:cubicBezTo>
                  <a:pt x="47160" y="6461"/>
                  <a:pt x="47367" y="6581"/>
                  <a:pt x="47606" y="6662"/>
                </a:cubicBezTo>
                <a:cubicBezTo>
                  <a:pt x="47845" y="6742"/>
                  <a:pt x="48108" y="6783"/>
                  <a:pt x="48396" y="6783"/>
                </a:cubicBezTo>
                <a:cubicBezTo>
                  <a:pt x="48777" y="6783"/>
                  <a:pt x="49161" y="6706"/>
                  <a:pt x="49547" y="6553"/>
                </a:cubicBezTo>
                <a:cubicBezTo>
                  <a:pt x="49934" y="6399"/>
                  <a:pt x="50209" y="6249"/>
                  <a:pt x="50373" y="6100"/>
                </a:cubicBezTo>
                <a:lnTo>
                  <a:pt x="50423" y="6100"/>
                </a:lnTo>
                <a:lnTo>
                  <a:pt x="50423" y="7132"/>
                </a:lnTo>
                <a:cubicBezTo>
                  <a:pt x="50105" y="7266"/>
                  <a:pt x="49781" y="7379"/>
                  <a:pt x="49450" y="7469"/>
                </a:cubicBezTo>
                <a:cubicBezTo>
                  <a:pt x="49118" y="7560"/>
                  <a:pt x="48771" y="7605"/>
                  <a:pt x="48406" y="7605"/>
                </a:cubicBezTo>
                <a:cubicBezTo>
                  <a:pt x="47476" y="7605"/>
                  <a:pt x="46751" y="7353"/>
                  <a:pt x="46229" y="6849"/>
                </a:cubicBezTo>
                <a:cubicBezTo>
                  <a:pt x="45707" y="6345"/>
                  <a:pt x="45446" y="5629"/>
                  <a:pt x="45446" y="4701"/>
                </a:cubicBezTo>
                <a:cubicBezTo>
                  <a:pt x="45446" y="3783"/>
                  <a:pt x="45696" y="3054"/>
                  <a:pt x="46196" y="2515"/>
                </a:cubicBezTo>
                <a:cubicBezTo>
                  <a:pt x="46696" y="1975"/>
                  <a:pt x="47354" y="1706"/>
                  <a:pt x="48170" y="1706"/>
                </a:cubicBezTo>
                <a:cubicBezTo>
                  <a:pt x="48926" y="1706"/>
                  <a:pt x="49509" y="1927"/>
                  <a:pt x="49919" y="2369"/>
                </a:cubicBezTo>
                <a:cubicBezTo>
                  <a:pt x="50328" y="2811"/>
                  <a:pt x="50533" y="3439"/>
                  <a:pt x="50533" y="4253"/>
                </a:cubicBezTo>
                <a:lnTo>
                  <a:pt x="50533" y="4766"/>
                </a:lnTo>
                <a:moveTo>
                  <a:pt x="49615" y="4043"/>
                </a:moveTo>
                <a:cubicBezTo>
                  <a:pt x="49612" y="3548"/>
                  <a:pt x="49487" y="3166"/>
                  <a:pt x="49241" y="2895"/>
                </a:cubicBezTo>
                <a:cubicBezTo>
                  <a:pt x="48995" y="2624"/>
                  <a:pt x="48622" y="2488"/>
                  <a:pt x="48120" y="2488"/>
                </a:cubicBezTo>
                <a:cubicBezTo>
                  <a:pt x="47615" y="2488"/>
                  <a:pt x="47213" y="2637"/>
                  <a:pt x="46914" y="2935"/>
                </a:cubicBezTo>
                <a:cubicBezTo>
                  <a:pt x="46614" y="3232"/>
                  <a:pt x="46444" y="3602"/>
                  <a:pt x="46404" y="4043"/>
                </a:cubicBezTo>
                <a:lnTo>
                  <a:pt x="49615" y="4043"/>
                </a:lnTo>
                <a:close/>
                <a:moveTo>
                  <a:pt x="56317" y="7475"/>
                </a:moveTo>
                <a:lnTo>
                  <a:pt x="55379" y="7475"/>
                </a:lnTo>
                <a:lnTo>
                  <a:pt x="55379" y="6882"/>
                </a:lnTo>
                <a:cubicBezTo>
                  <a:pt x="55296" y="6939"/>
                  <a:pt x="55183" y="7018"/>
                  <a:pt x="55041" y="7121"/>
                </a:cubicBezTo>
                <a:cubicBezTo>
                  <a:pt x="54899" y="7223"/>
                  <a:pt x="54761" y="7304"/>
                  <a:pt x="54627" y="7364"/>
                </a:cubicBezTo>
                <a:cubicBezTo>
                  <a:pt x="54470" y="7441"/>
                  <a:pt x="54289" y="7506"/>
                  <a:pt x="54085" y="7558"/>
                </a:cubicBezTo>
                <a:cubicBezTo>
                  <a:pt x="53881" y="7609"/>
                  <a:pt x="53642" y="7635"/>
                  <a:pt x="53368" y="7635"/>
                </a:cubicBezTo>
                <a:cubicBezTo>
                  <a:pt x="52863" y="7635"/>
                  <a:pt x="52435" y="7468"/>
                  <a:pt x="52083" y="7133"/>
                </a:cubicBezTo>
                <a:cubicBezTo>
                  <a:pt x="51732" y="6798"/>
                  <a:pt x="51557" y="6371"/>
                  <a:pt x="51557" y="5852"/>
                </a:cubicBezTo>
                <a:cubicBezTo>
                  <a:pt x="51557" y="5427"/>
                  <a:pt x="51648" y="5083"/>
                  <a:pt x="51830" y="4820"/>
                </a:cubicBezTo>
                <a:cubicBezTo>
                  <a:pt x="52012" y="4557"/>
                  <a:pt x="52272" y="4350"/>
                  <a:pt x="52610" y="4200"/>
                </a:cubicBezTo>
                <a:cubicBezTo>
                  <a:pt x="52951" y="4049"/>
                  <a:pt x="53361" y="3947"/>
                  <a:pt x="53839" y="3893"/>
                </a:cubicBezTo>
                <a:cubicBezTo>
                  <a:pt x="54317" y="3840"/>
                  <a:pt x="54831" y="3799"/>
                  <a:pt x="55379" y="3773"/>
                </a:cubicBezTo>
                <a:lnTo>
                  <a:pt x="55379" y="3626"/>
                </a:lnTo>
                <a:cubicBezTo>
                  <a:pt x="55379" y="3410"/>
                  <a:pt x="55342" y="3231"/>
                  <a:pt x="55266" y="3090"/>
                </a:cubicBezTo>
                <a:cubicBezTo>
                  <a:pt x="55191" y="2948"/>
                  <a:pt x="55083" y="2837"/>
                  <a:pt x="54943" y="2756"/>
                </a:cubicBezTo>
                <a:cubicBezTo>
                  <a:pt x="54809" y="2678"/>
                  <a:pt x="54649" y="2626"/>
                  <a:pt x="54461" y="2599"/>
                </a:cubicBezTo>
                <a:cubicBezTo>
                  <a:pt x="54274" y="2572"/>
                  <a:pt x="54078" y="2559"/>
                  <a:pt x="53874" y="2559"/>
                </a:cubicBezTo>
                <a:cubicBezTo>
                  <a:pt x="53627" y="2559"/>
                  <a:pt x="53351" y="2592"/>
                  <a:pt x="53047" y="2659"/>
                </a:cubicBezTo>
                <a:cubicBezTo>
                  <a:pt x="52742" y="2726"/>
                  <a:pt x="52428" y="2823"/>
                  <a:pt x="52103" y="2950"/>
                </a:cubicBezTo>
                <a:lnTo>
                  <a:pt x="52053" y="2950"/>
                </a:lnTo>
                <a:lnTo>
                  <a:pt x="52053" y="1992"/>
                </a:lnTo>
                <a:cubicBezTo>
                  <a:pt x="52237" y="1941"/>
                  <a:pt x="52503" y="1886"/>
                  <a:pt x="52851" y="1826"/>
                </a:cubicBezTo>
                <a:cubicBezTo>
                  <a:pt x="53199" y="1766"/>
                  <a:pt x="53542" y="1736"/>
                  <a:pt x="53879" y="1736"/>
                </a:cubicBezTo>
                <a:cubicBezTo>
                  <a:pt x="54274" y="1736"/>
                  <a:pt x="54618" y="1768"/>
                  <a:pt x="54910" y="1834"/>
                </a:cubicBezTo>
                <a:cubicBezTo>
                  <a:pt x="55203" y="1899"/>
                  <a:pt x="55456" y="2010"/>
                  <a:pt x="55670" y="2167"/>
                </a:cubicBezTo>
                <a:cubicBezTo>
                  <a:pt x="55881" y="2321"/>
                  <a:pt x="56042" y="2520"/>
                  <a:pt x="56152" y="2764"/>
                </a:cubicBezTo>
                <a:cubicBezTo>
                  <a:pt x="56262" y="3008"/>
                  <a:pt x="56317" y="3311"/>
                  <a:pt x="56317" y="3672"/>
                </a:cubicBezTo>
                <a:lnTo>
                  <a:pt x="56317" y="7475"/>
                </a:lnTo>
                <a:moveTo>
                  <a:pt x="55379" y="6102"/>
                </a:moveTo>
                <a:lnTo>
                  <a:pt x="55379" y="4535"/>
                </a:lnTo>
                <a:cubicBezTo>
                  <a:pt x="55092" y="4552"/>
                  <a:pt x="54753" y="4577"/>
                  <a:pt x="54363" y="4611"/>
                </a:cubicBezTo>
                <a:cubicBezTo>
                  <a:pt x="53974" y="4644"/>
                  <a:pt x="53665" y="4693"/>
                  <a:pt x="53438" y="4757"/>
                </a:cubicBezTo>
                <a:cubicBezTo>
                  <a:pt x="53167" y="4834"/>
                  <a:pt x="52948" y="4954"/>
                  <a:pt x="52781" y="5117"/>
                </a:cubicBezTo>
                <a:cubicBezTo>
                  <a:pt x="52613" y="5280"/>
                  <a:pt x="52530" y="5504"/>
                  <a:pt x="52530" y="5790"/>
                </a:cubicBezTo>
                <a:cubicBezTo>
                  <a:pt x="52530" y="6112"/>
                  <a:pt x="52627" y="6355"/>
                  <a:pt x="52821" y="6518"/>
                </a:cubicBezTo>
                <a:cubicBezTo>
                  <a:pt x="53015" y="6681"/>
                  <a:pt x="53311" y="6763"/>
                  <a:pt x="53709" y="6763"/>
                </a:cubicBezTo>
                <a:cubicBezTo>
                  <a:pt x="54040" y="6763"/>
                  <a:pt x="54343" y="6698"/>
                  <a:pt x="54617" y="6569"/>
                </a:cubicBezTo>
                <a:cubicBezTo>
                  <a:pt x="54891" y="6439"/>
                  <a:pt x="55145" y="6284"/>
                  <a:pt x="55379" y="6102"/>
                </a:cubicBezTo>
                <a:close/>
                <a:moveTo>
                  <a:pt x="62824" y="4766"/>
                </a:moveTo>
                <a:lnTo>
                  <a:pt x="58695" y="4766"/>
                </a:lnTo>
                <a:cubicBezTo>
                  <a:pt x="58695" y="5111"/>
                  <a:pt x="58747" y="5412"/>
                  <a:pt x="58851" y="5669"/>
                </a:cubicBezTo>
                <a:cubicBezTo>
                  <a:pt x="58955" y="5925"/>
                  <a:pt x="59097" y="6135"/>
                  <a:pt x="59277" y="6300"/>
                </a:cubicBezTo>
                <a:cubicBezTo>
                  <a:pt x="59451" y="6461"/>
                  <a:pt x="59658" y="6581"/>
                  <a:pt x="59897" y="6662"/>
                </a:cubicBezTo>
                <a:cubicBezTo>
                  <a:pt x="60136" y="6742"/>
                  <a:pt x="60399" y="6783"/>
                  <a:pt x="60687" y="6783"/>
                </a:cubicBezTo>
                <a:cubicBezTo>
                  <a:pt x="61068" y="6783"/>
                  <a:pt x="61452" y="6706"/>
                  <a:pt x="61838" y="6553"/>
                </a:cubicBezTo>
                <a:cubicBezTo>
                  <a:pt x="62225" y="6399"/>
                  <a:pt x="62500" y="6249"/>
                  <a:pt x="62664" y="6100"/>
                </a:cubicBezTo>
                <a:lnTo>
                  <a:pt x="62714" y="6100"/>
                </a:lnTo>
                <a:lnTo>
                  <a:pt x="62714" y="7132"/>
                </a:lnTo>
                <a:cubicBezTo>
                  <a:pt x="62396" y="7266"/>
                  <a:pt x="62072" y="7379"/>
                  <a:pt x="61740" y="7469"/>
                </a:cubicBezTo>
                <a:cubicBezTo>
                  <a:pt x="61409" y="7560"/>
                  <a:pt x="61062" y="7605"/>
                  <a:pt x="60697" y="7605"/>
                </a:cubicBezTo>
                <a:cubicBezTo>
                  <a:pt x="59767" y="7605"/>
                  <a:pt x="59041" y="7353"/>
                  <a:pt x="58520" y="6849"/>
                </a:cubicBezTo>
                <a:cubicBezTo>
                  <a:pt x="57998" y="6345"/>
                  <a:pt x="57737" y="5629"/>
                  <a:pt x="57737" y="4701"/>
                </a:cubicBezTo>
                <a:cubicBezTo>
                  <a:pt x="57737" y="3783"/>
                  <a:pt x="57987" y="3054"/>
                  <a:pt x="58487" y="2515"/>
                </a:cubicBezTo>
                <a:cubicBezTo>
                  <a:pt x="58987" y="1975"/>
                  <a:pt x="59645" y="1706"/>
                  <a:pt x="60461" y="1706"/>
                </a:cubicBezTo>
                <a:cubicBezTo>
                  <a:pt x="61217" y="1706"/>
                  <a:pt x="61800" y="1927"/>
                  <a:pt x="62210" y="2369"/>
                </a:cubicBezTo>
                <a:cubicBezTo>
                  <a:pt x="62619" y="2811"/>
                  <a:pt x="62824" y="3439"/>
                  <a:pt x="62824" y="4253"/>
                </a:cubicBezTo>
                <a:lnTo>
                  <a:pt x="62824" y="4766"/>
                </a:lnTo>
                <a:moveTo>
                  <a:pt x="61906" y="4043"/>
                </a:moveTo>
                <a:cubicBezTo>
                  <a:pt x="61903" y="3548"/>
                  <a:pt x="61778" y="3166"/>
                  <a:pt x="61532" y="2895"/>
                </a:cubicBezTo>
                <a:cubicBezTo>
                  <a:pt x="61286" y="2624"/>
                  <a:pt x="60913" y="2488"/>
                  <a:pt x="60411" y="2488"/>
                </a:cubicBezTo>
                <a:cubicBezTo>
                  <a:pt x="59906" y="2488"/>
                  <a:pt x="59504" y="2637"/>
                  <a:pt x="59205" y="2935"/>
                </a:cubicBezTo>
                <a:cubicBezTo>
                  <a:pt x="58905" y="3232"/>
                  <a:pt x="58735" y="3602"/>
                  <a:pt x="58695" y="4043"/>
                </a:cubicBezTo>
                <a:lnTo>
                  <a:pt x="61906" y="4043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7CF3FB4-40E2-40E8-B618-585D5D64F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536" y="1034552"/>
            <a:ext cx="37928" cy="40154"/>
          </a:xfrm>
          <a:custGeom xmlns:a="http://schemas.openxmlformats.org/drawingml/2006/main">
            <a:pathLst>
              <a:path w="37928" h="40154">
                <a:moveTo>
                  <a:pt x="0" y="0"/>
                </a:moveTo>
                <a:lnTo>
                  <a:pt x="37928" y="0"/>
                </a:lnTo>
                <a:lnTo>
                  <a:pt x="37928" y="40154"/>
                </a:lnTo>
                <a:lnTo>
                  <a:pt x="0" y="401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8496156-9D72-4662-AF81-39C2E722B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536" y="1034555"/>
            <a:ext cx="37928" cy="40152"/>
          </a:xfrm>
          <a:custGeom xmlns:a="http://schemas.openxmlformats.org/drawingml/2006/main">
            <a:pathLst>
              <a:path w="37928" h="40152" fill="none">
                <a:moveTo>
                  <a:pt x="0" y="0"/>
                </a:moveTo>
                <a:lnTo>
                  <a:pt x="37928" y="0"/>
                </a:lnTo>
                <a:lnTo>
                  <a:pt x="37928" y="40152"/>
                </a:lnTo>
                <a:lnTo>
                  <a:pt x="0" y="401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91" name="Text Nyctaginaceae">
            <a:extLst xmlns:a="http://schemas.openxmlformats.org/drawingml/2006/main">
              <a:ext uri="{FF2B5EF4-FFF2-40B4-BE49-F238E27FC236}">
                <a16:creationId xmlns:a16="http://schemas.microsoft.com/office/drawing/2014/main" id="{16C380FF-495E-49FB-A346-442E34C29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4539" y="1035961"/>
            <a:ext cx="37013" cy="4861"/>
          </a:xfrm>
          <a:custGeom xmlns:a="http://schemas.openxmlformats.org/drawingml/2006/main">
            <a:pathLst>
              <a:path w="37013" h="4861">
                <a:moveTo>
                  <a:pt x="2870" y="3790"/>
                </a:moveTo>
                <a:lnTo>
                  <a:pt x="2251" y="3790"/>
                </a:lnTo>
                <a:lnTo>
                  <a:pt x="467" y="422"/>
                </a:lnTo>
                <a:lnTo>
                  <a:pt x="467" y="3790"/>
                </a:lnTo>
                <a:lnTo>
                  <a:pt x="0" y="3790"/>
                </a:lnTo>
                <a:lnTo>
                  <a:pt x="0" y="25"/>
                </a:lnTo>
                <a:lnTo>
                  <a:pt x="776" y="25"/>
                </a:lnTo>
                <a:lnTo>
                  <a:pt x="2403" y="3100"/>
                </a:lnTo>
                <a:lnTo>
                  <a:pt x="2403" y="25"/>
                </a:lnTo>
                <a:lnTo>
                  <a:pt x="2870" y="25"/>
                </a:lnTo>
                <a:lnTo>
                  <a:pt x="2870" y="3790"/>
                </a:lnTo>
                <a:close/>
                <a:moveTo>
                  <a:pt x="6274" y="965"/>
                </a:moveTo>
                <a:lnTo>
                  <a:pt x="4627" y="4831"/>
                </a:lnTo>
                <a:lnTo>
                  <a:pt x="4119" y="4831"/>
                </a:lnTo>
                <a:lnTo>
                  <a:pt x="4644" y="3653"/>
                </a:lnTo>
                <a:lnTo>
                  <a:pt x="3520" y="965"/>
                </a:lnTo>
                <a:lnTo>
                  <a:pt x="4035" y="965"/>
                </a:lnTo>
                <a:lnTo>
                  <a:pt x="4902" y="3057"/>
                </a:lnTo>
                <a:lnTo>
                  <a:pt x="5776" y="965"/>
                </a:lnTo>
                <a:lnTo>
                  <a:pt x="6274" y="965"/>
                </a:lnTo>
                <a:close/>
                <a:moveTo>
                  <a:pt x="8982" y="3616"/>
                </a:moveTo>
                <a:cubicBezTo>
                  <a:pt x="8824" y="3691"/>
                  <a:pt x="8674" y="3750"/>
                  <a:pt x="8531" y="3793"/>
                </a:cubicBezTo>
                <a:cubicBezTo>
                  <a:pt x="8389" y="3835"/>
                  <a:pt x="8238" y="3856"/>
                  <a:pt x="8078" y="3856"/>
                </a:cubicBezTo>
                <a:cubicBezTo>
                  <a:pt x="7874" y="3856"/>
                  <a:pt x="7687" y="3826"/>
                  <a:pt x="7517" y="3766"/>
                </a:cubicBezTo>
                <a:cubicBezTo>
                  <a:pt x="7347" y="3706"/>
                  <a:pt x="7201" y="3615"/>
                  <a:pt x="7080" y="3494"/>
                </a:cubicBezTo>
                <a:cubicBezTo>
                  <a:pt x="6957" y="3372"/>
                  <a:pt x="6862" y="3219"/>
                  <a:pt x="6794" y="3033"/>
                </a:cubicBezTo>
                <a:cubicBezTo>
                  <a:pt x="6727" y="2847"/>
                  <a:pt x="6693" y="2631"/>
                  <a:pt x="6693" y="2383"/>
                </a:cubicBezTo>
                <a:cubicBezTo>
                  <a:pt x="6693" y="1920"/>
                  <a:pt x="6820" y="1558"/>
                  <a:pt x="7073" y="1294"/>
                </a:cubicBezTo>
                <a:cubicBezTo>
                  <a:pt x="7327" y="1031"/>
                  <a:pt x="7662" y="899"/>
                  <a:pt x="8078" y="899"/>
                </a:cubicBezTo>
                <a:cubicBezTo>
                  <a:pt x="8239" y="899"/>
                  <a:pt x="8398" y="922"/>
                  <a:pt x="8554" y="968"/>
                </a:cubicBezTo>
                <a:cubicBezTo>
                  <a:pt x="8710" y="1013"/>
                  <a:pt x="8853" y="1069"/>
                  <a:pt x="8982" y="1134"/>
                </a:cubicBezTo>
                <a:lnTo>
                  <a:pt x="8982" y="1663"/>
                </a:lnTo>
                <a:lnTo>
                  <a:pt x="8957" y="1663"/>
                </a:lnTo>
                <a:cubicBezTo>
                  <a:pt x="8812" y="1550"/>
                  <a:pt x="8663" y="1464"/>
                  <a:pt x="8509" y="1404"/>
                </a:cubicBezTo>
                <a:cubicBezTo>
                  <a:pt x="8354" y="1344"/>
                  <a:pt x="8204" y="1314"/>
                  <a:pt x="8058" y="1314"/>
                </a:cubicBezTo>
                <a:cubicBezTo>
                  <a:pt x="7788" y="1314"/>
                  <a:pt x="7575" y="1404"/>
                  <a:pt x="7420" y="1585"/>
                </a:cubicBezTo>
                <a:cubicBezTo>
                  <a:pt x="7264" y="1767"/>
                  <a:pt x="7186" y="2032"/>
                  <a:pt x="7186" y="2383"/>
                </a:cubicBezTo>
                <a:cubicBezTo>
                  <a:pt x="7186" y="2723"/>
                  <a:pt x="7262" y="2984"/>
                  <a:pt x="7414" y="3167"/>
                </a:cubicBezTo>
                <a:cubicBezTo>
                  <a:pt x="7567" y="3350"/>
                  <a:pt x="7781" y="3441"/>
                  <a:pt x="8058" y="3441"/>
                </a:cubicBezTo>
                <a:cubicBezTo>
                  <a:pt x="8154" y="3441"/>
                  <a:pt x="8251" y="3429"/>
                  <a:pt x="8351" y="3404"/>
                </a:cubicBezTo>
                <a:cubicBezTo>
                  <a:pt x="8450" y="3379"/>
                  <a:pt x="8539" y="3346"/>
                  <a:pt x="8618" y="3306"/>
                </a:cubicBezTo>
                <a:cubicBezTo>
                  <a:pt x="8688" y="3271"/>
                  <a:pt x="8752" y="3234"/>
                  <a:pt x="8813" y="3194"/>
                </a:cubicBezTo>
                <a:cubicBezTo>
                  <a:pt x="8874" y="3155"/>
                  <a:pt x="8922" y="3121"/>
                  <a:pt x="8957" y="3093"/>
                </a:cubicBezTo>
                <a:lnTo>
                  <a:pt x="8982" y="3093"/>
                </a:lnTo>
                <a:lnTo>
                  <a:pt x="8982" y="3616"/>
                </a:lnTo>
                <a:close/>
                <a:moveTo>
                  <a:pt x="11057" y="3765"/>
                </a:moveTo>
                <a:cubicBezTo>
                  <a:pt x="10967" y="3789"/>
                  <a:pt x="10870" y="3808"/>
                  <a:pt x="10765" y="3823"/>
                </a:cubicBezTo>
                <a:cubicBezTo>
                  <a:pt x="10660" y="3838"/>
                  <a:pt x="10566" y="3846"/>
                  <a:pt x="10483" y="3846"/>
                </a:cubicBezTo>
                <a:cubicBezTo>
                  <a:pt x="10195" y="3846"/>
                  <a:pt x="9976" y="3768"/>
                  <a:pt x="9826" y="3613"/>
                </a:cubicBezTo>
                <a:cubicBezTo>
                  <a:pt x="9676" y="3458"/>
                  <a:pt x="9601" y="3209"/>
                  <a:pt x="9601" y="2867"/>
                </a:cubicBezTo>
                <a:lnTo>
                  <a:pt x="9601" y="1364"/>
                </a:lnTo>
                <a:lnTo>
                  <a:pt x="9281" y="1364"/>
                </a:lnTo>
                <a:lnTo>
                  <a:pt x="9281" y="965"/>
                </a:lnTo>
                <a:lnTo>
                  <a:pt x="9601" y="965"/>
                </a:lnTo>
                <a:lnTo>
                  <a:pt x="9601" y="152"/>
                </a:lnTo>
                <a:lnTo>
                  <a:pt x="10076" y="152"/>
                </a:lnTo>
                <a:lnTo>
                  <a:pt x="10076" y="965"/>
                </a:lnTo>
                <a:lnTo>
                  <a:pt x="11057" y="965"/>
                </a:lnTo>
                <a:lnTo>
                  <a:pt x="11057" y="1364"/>
                </a:lnTo>
                <a:lnTo>
                  <a:pt x="10076" y="1364"/>
                </a:lnTo>
                <a:lnTo>
                  <a:pt x="10076" y="2654"/>
                </a:lnTo>
                <a:cubicBezTo>
                  <a:pt x="10076" y="2802"/>
                  <a:pt x="10080" y="2918"/>
                  <a:pt x="10087" y="3002"/>
                </a:cubicBezTo>
                <a:cubicBezTo>
                  <a:pt x="10093" y="3086"/>
                  <a:pt x="10117" y="3164"/>
                  <a:pt x="10157" y="3236"/>
                </a:cubicBezTo>
                <a:cubicBezTo>
                  <a:pt x="10194" y="3304"/>
                  <a:pt x="10245" y="3353"/>
                  <a:pt x="10310" y="3384"/>
                </a:cubicBezTo>
                <a:cubicBezTo>
                  <a:pt x="10375" y="3416"/>
                  <a:pt x="10474" y="3431"/>
                  <a:pt x="10607" y="3431"/>
                </a:cubicBezTo>
                <a:cubicBezTo>
                  <a:pt x="10685" y="3431"/>
                  <a:pt x="10765" y="3420"/>
                  <a:pt x="10850" y="3397"/>
                </a:cubicBezTo>
                <a:cubicBezTo>
                  <a:pt x="10934" y="3374"/>
                  <a:pt x="10994" y="3355"/>
                  <a:pt x="11032" y="3340"/>
                </a:cubicBezTo>
                <a:lnTo>
                  <a:pt x="11057" y="3340"/>
                </a:lnTo>
                <a:lnTo>
                  <a:pt x="11057" y="3765"/>
                </a:lnTo>
                <a:close/>
                <a:moveTo>
                  <a:pt x="13823" y="3790"/>
                </a:moveTo>
                <a:lnTo>
                  <a:pt x="13351" y="3790"/>
                </a:lnTo>
                <a:lnTo>
                  <a:pt x="13351" y="3491"/>
                </a:lnTo>
                <a:cubicBezTo>
                  <a:pt x="13309" y="3520"/>
                  <a:pt x="13252" y="3560"/>
                  <a:pt x="13180" y="3612"/>
                </a:cubicBezTo>
                <a:cubicBezTo>
                  <a:pt x="13109" y="3663"/>
                  <a:pt x="13039" y="3704"/>
                  <a:pt x="12972" y="3734"/>
                </a:cubicBezTo>
                <a:cubicBezTo>
                  <a:pt x="12893" y="3773"/>
                  <a:pt x="12802" y="3806"/>
                  <a:pt x="12699" y="3832"/>
                </a:cubicBezTo>
                <a:cubicBezTo>
                  <a:pt x="12596" y="3858"/>
                  <a:pt x="12476" y="3871"/>
                  <a:pt x="12338" y="3871"/>
                </a:cubicBezTo>
                <a:cubicBezTo>
                  <a:pt x="12083" y="3871"/>
                  <a:pt x="11868" y="3787"/>
                  <a:pt x="11691" y="3618"/>
                </a:cubicBezTo>
                <a:cubicBezTo>
                  <a:pt x="11514" y="3449"/>
                  <a:pt x="11425" y="3234"/>
                  <a:pt x="11425" y="2973"/>
                </a:cubicBezTo>
                <a:cubicBezTo>
                  <a:pt x="11425" y="2759"/>
                  <a:pt x="11471" y="2585"/>
                  <a:pt x="11563" y="2453"/>
                </a:cubicBezTo>
                <a:cubicBezTo>
                  <a:pt x="11655" y="2320"/>
                  <a:pt x="11786" y="2216"/>
                  <a:pt x="11956" y="2140"/>
                </a:cubicBezTo>
                <a:cubicBezTo>
                  <a:pt x="12128" y="2064"/>
                  <a:pt x="12334" y="2013"/>
                  <a:pt x="12575" y="1986"/>
                </a:cubicBezTo>
                <a:cubicBezTo>
                  <a:pt x="12816" y="1959"/>
                  <a:pt x="13075" y="1939"/>
                  <a:pt x="13351" y="1925"/>
                </a:cubicBezTo>
                <a:lnTo>
                  <a:pt x="13351" y="1851"/>
                </a:lnTo>
                <a:cubicBezTo>
                  <a:pt x="13351" y="1743"/>
                  <a:pt x="13332" y="1653"/>
                  <a:pt x="13294" y="1581"/>
                </a:cubicBezTo>
                <a:cubicBezTo>
                  <a:pt x="13256" y="1510"/>
                  <a:pt x="13202" y="1454"/>
                  <a:pt x="13131" y="1413"/>
                </a:cubicBezTo>
                <a:cubicBezTo>
                  <a:pt x="13064" y="1374"/>
                  <a:pt x="12983" y="1348"/>
                  <a:pt x="12888" y="1334"/>
                </a:cubicBezTo>
                <a:cubicBezTo>
                  <a:pt x="12794" y="1321"/>
                  <a:pt x="12696" y="1314"/>
                  <a:pt x="12593" y="1314"/>
                </a:cubicBezTo>
                <a:cubicBezTo>
                  <a:pt x="12468" y="1314"/>
                  <a:pt x="12329" y="1331"/>
                  <a:pt x="12176" y="1364"/>
                </a:cubicBezTo>
                <a:cubicBezTo>
                  <a:pt x="12023" y="1398"/>
                  <a:pt x="11864" y="1447"/>
                  <a:pt x="11701" y="1511"/>
                </a:cubicBezTo>
                <a:lnTo>
                  <a:pt x="11676" y="1511"/>
                </a:lnTo>
                <a:lnTo>
                  <a:pt x="11676" y="1028"/>
                </a:lnTo>
                <a:cubicBezTo>
                  <a:pt x="11768" y="1003"/>
                  <a:pt x="11902" y="975"/>
                  <a:pt x="12077" y="945"/>
                </a:cubicBezTo>
                <a:cubicBezTo>
                  <a:pt x="12253" y="915"/>
                  <a:pt x="12425" y="899"/>
                  <a:pt x="12595" y="899"/>
                </a:cubicBezTo>
                <a:cubicBezTo>
                  <a:pt x="12794" y="899"/>
                  <a:pt x="12967" y="916"/>
                  <a:pt x="13115" y="949"/>
                </a:cubicBezTo>
                <a:cubicBezTo>
                  <a:pt x="13262" y="982"/>
                  <a:pt x="13390" y="1038"/>
                  <a:pt x="13497" y="1117"/>
                </a:cubicBezTo>
                <a:cubicBezTo>
                  <a:pt x="13603" y="1194"/>
                  <a:pt x="13684" y="1294"/>
                  <a:pt x="13740" y="1417"/>
                </a:cubicBezTo>
                <a:cubicBezTo>
                  <a:pt x="13795" y="1540"/>
                  <a:pt x="13823" y="1693"/>
                  <a:pt x="13823" y="1875"/>
                </a:cubicBezTo>
                <a:lnTo>
                  <a:pt x="13823" y="3790"/>
                </a:lnTo>
                <a:moveTo>
                  <a:pt x="13351" y="3099"/>
                </a:moveTo>
                <a:lnTo>
                  <a:pt x="13351" y="2309"/>
                </a:lnTo>
                <a:cubicBezTo>
                  <a:pt x="13206" y="2318"/>
                  <a:pt x="13035" y="2331"/>
                  <a:pt x="12839" y="2348"/>
                </a:cubicBezTo>
                <a:cubicBezTo>
                  <a:pt x="12643" y="2364"/>
                  <a:pt x="12488" y="2389"/>
                  <a:pt x="12373" y="2421"/>
                </a:cubicBezTo>
                <a:cubicBezTo>
                  <a:pt x="12237" y="2460"/>
                  <a:pt x="12126" y="2520"/>
                  <a:pt x="12042" y="2603"/>
                </a:cubicBezTo>
                <a:cubicBezTo>
                  <a:pt x="11958" y="2685"/>
                  <a:pt x="11916" y="2798"/>
                  <a:pt x="11916" y="2941"/>
                </a:cubicBezTo>
                <a:cubicBezTo>
                  <a:pt x="11916" y="3104"/>
                  <a:pt x="11964" y="3226"/>
                  <a:pt x="12062" y="3308"/>
                </a:cubicBezTo>
                <a:cubicBezTo>
                  <a:pt x="12160" y="3390"/>
                  <a:pt x="12309" y="3431"/>
                  <a:pt x="12509" y="3431"/>
                </a:cubicBezTo>
                <a:cubicBezTo>
                  <a:pt x="12676" y="3431"/>
                  <a:pt x="12829" y="3399"/>
                  <a:pt x="12967" y="3334"/>
                </a:cubicBezTo>
                <a:cubicBezTo>
                  <a:pt x="13105" y="3268"/>
                  <a:pt x="13233" y="3190"/>
                  <a:pt x="13351" y="3099"/>
                </a:cubicBezTo>
                <a:close/>
                <a:moveTo>
                  <a:pt x="17027" y="3470"/>
                </a:moveTo>
                <a:cubicBezTo>
                  <a:pt x="17027" y="3949"/>
                  <a:pt x="16918" y="4300"/>
                  <a:pt x="16701" y="4525"/>
                </a:cubicBezTo>
                <a:cubicBezTo>
                  <a:pt x="16484" y="4749"/>
                  <a:pt x="16149" y="4861"/>
                  <a:pt x="15698" y="4861"/>
                </a:cubicBezTo>
                <a:cubicBezTo>
                  <a:pt x="15548" y="4861"/>
                  <a:pt x="15402" y="4851"/>
                  <a:pt x="15259" y="4830"/>
                </a:cubicBezTo>
                <a:cubicBezTo>
                  <a:pt x="15117" y="4809"/>
                  <a:pt x="14977" y="4779"/>
                  <a:pt x="14839" y="4740"/>
                </a:cubicBezTo>
                <a:lnTo>
                  <a:pt x="14839" y="4255"/>
                </a:lnTo>
                <a:lnTo>
                  <a:pt x="14864" y="4255"/>
                </a:lnTo>
                <a:cubicBezTo>
                  <a:pt x="14941" y="4285"/>
                  <a:pt x="15064" y="4322"/>
                  <a:pt x="15233" y="4366"/>
                </a:cubicBezTo>
                <a:cubicBezTo>
                  <a:pt x="15401" y="4410"/>
                  <a:pt x="15570" y="4432"/>
                  <a:pt x="15738" y="4432"/>
                </a:cubicBezTo>
                <a:cubicBezTo>
                  <a:pt x="15900" y="4432"/>
                  <a:pt x="16034" y="4412"/>
                  <a:pt x="16140" y="4374"/>
                </a:cubicBezTo>
                <a:cubicBezTo>
                  <a:pt x="16246" y="4335"/>
                  <a:pt x="16329" y="4281"/>
                  <a:pt x="16388" y="4212"/>
                </a:cubicBezTo>
                <a:cubicBezTo>
                  <a:pt x="16447" y="4147"/>
                  <a:pt x="16489" y="4068"/>
                  <a:pt x="16514" y="3975"/>
                </a:cubicBezTo>
                <a:cubicBezTo>
                  <a:pt x="16539" y="3883"/>
                  <a:pt x="16552" y="3779"/>
                  <a:pt x="16552" y="3665"/>
                </a:cubicBezTo>
                <a:lnTo>
                  <a:pt x="16552" y="3408"/>
                </a:lnTo>
                <a:cubicBezTo>
                  <a:pt x="16409" y="3522"/>
                  <a:pt x="16272" y="3608"/>
                  <a:pt x="16141" y="3665"/>
                </a:cubicBezTo>
                <a:cubicBezTo>
                  <a:pt x="16011" y="3721"/>
                  <a:pt x="15844" y="3750"/>
                  <a:pt x="15642" y="3750"/>
                </a:cubicBezTo>
                <a:cubicBezTo>
                  <a:pt x="15305" y="3750"/>
                  <a:pt x="15038" y="3628"/>
                  <a:pt x="14840" y="3384"/>
                </a:cubicBezTo>
                <a:cubicBezTo>
                  <a:pt x="14642" y="3139"/>
                  <a:pt x="14543" y="2795"/>
                  <a:pt x="14543" y="2351"/>
                </a:cubicBezTo>
                <a:cubicBezTo>
                  <a:pt x="14543" y="2108"/>
                  <a:pt x="14577" y="1898"/>
                  <a:pt x="14645" y="1722"/>
                </a:cubicBezTo>
                <a:cubicBezTo>
                  <a:pt x="14714" y="1545"/>
                  <a:pt x="14807" y="1393"/>
                  <a:pt x="14925" y="1264"/>
                </a:cubicBezTo>
                <a:cubicBezTo>
                  <a:pt x="15034" y="1144"/>
                  <a:pt x="15167" y="1051"/>
                  <a:pt x="15324" y="984"/>
                </a:cubicBezTo>
                <a:cubicBezTo>
                  <a:pt x="15481" y="918"/>
                  <a:pt x="15636" y="884"/>
                  <a:pt x="15791" y="884"/>
                </a:cubicBezTo>
                <a:cubicBezTo>
                  <a:pt x="15955" y="884"/>
                  <a:pt x="16092" y="901"/>
                  <a:pt x="16202" y="934"/>
                </a:cubicBezTo>
                <a:cubicBezTo>
                  <a:pt x="16312" y="967"/>
                  <a:pt x="16429" y="1017"/>
                  <a:pt x="16552" y="1084"/>
                </a:cubicBezTo>
                <a:lnTo>
                  <a:pt x="16582" y="965"/>
                </a:lnTo>
                <a:lnTo>
                  <a:pt x="17027" y="965"/>
                </a:lnTo>
                <a:lnTo>
                  <a:pt x="17027" y="3470"/>
                </a:lnTo>
                <a:moveTo>
                  <a:pt x="16552" y="3016"/>
                </a:moveTo>
                <a:lnTo>
                  <a:pt x="16552" y="1473"/>
                </a:lnTo>
                <a:cubicBezTo>
                  <a:pt x="16425" y="1416"/>
                  <a:pt x="16308" y="1375"/>
                  <a:pt x="16199" y="1351"/>
                </a:cubicBezTo>
                <a:cubicBezTo>
                  <a:pt x="16091" y="1326"/>
                  <a:pt x="15982" y="1314"/>
                  <a:pt x="15875" y="1314"/>
                </a:cubicBezTo>
                <a:cubicBezTo>
                  <a:pt x="15614" y="1314"/>
                  <a:pt x="15408" y="1402"/>
                  <a:pt x="15258" y="1577"/>
                </a:cubicBezTo>
                <a:cubicBezTo>
                  <a:pt x="15108" y="1753"/>
                  <a:pt x="15033" y="2008"/>
                  <a:pt x="15033" y="2342"/>
                </a:cubicBezTo>
                <a:cubicBezTo>
                  <a:pt x="15033" y="2660"/>
                  <a:pt x="15089" y="2900"/>
                  <a:pt x="15200" y="3064"/>
                </a:cubicBezTo>
                <a:cubicBezTo>
                  <a:pt x="15311" y="3228"/>
                  <a:pt x="15496" y="3310"/>
                  <a:pt x="15753" y="3310"/>
                </a:cubicBezTo>
                <a:cubicBezTo>
                  <a:pt x="15892" y="3310"/>
                  <a:pt x="16030" y="3283"/>
                  <a:pt x="16169" y="3230"/>
                </a:cubicBezTo>
                <a:cubicBezTo>
                  <a:pt x="16308" y="3177"/>
                  <a:pt x="16436" y="3106"/>
                  <a:pt x="16552" y="3016"/>
                </a:cubicBezTo>
                <a:close/>
                <a:moveTo>
                  <a:pt x="18472" y="495"/>
                </a:moveTo>
                <a:lnTo>
                  <a:pt x="17937" y="495"/>
                </a:lnTo>
                <a:lnTo>
                  <a:pt x="17937" y="0"/>
                </a:lnTo>
                <a:lnTo>
                  <a:pt x="18472" y="0"/>
                </a:lnTo>
                <a:lnTo>
                  <a:pt x="18472" y="495"/>
                </a:lnTo>
                <a:moveTo>
                  <a:pt x="18442" y="3790"/>
                </a:moveTo>
                <a:lnTo>
                  <a:pt x="17967" y="3790"/>
                </a:lnTo>
                <a:lnTo>
                  <a:pt x="17967" y="965"/>
                </a:lnTo>
                <a:lnTo>
                  <a:pt x="18442" y="965"/>
                </a:lnTo>
                <a:lnTo>
                  <a:pt x="18442" y="3790"/>
                </a:lnTo>
                <a:close/>
                <a:moveTo>
                  <a:pt x="21742" y="3790"/>
                </a:moveTo>
                <a:lnTo>
                  <a:pt x="21267" y="3790"/>
                </a:lnTo>
                <a:lnTo>
                  <a:pt x="21267" y="2181"/>
                </a:lnTo>
                <a:cubicBezTo>
                  <a:pt x="21267" y="2052"/>
                  <a:pt x="21259" y="1930"/>
                  <a:pt x="21244" y="1816"/>
                </a:cubicBezTo>
                <a:cubicBezTo>
                  <a:pt x="21229" y="1702"/>
                  <a:pt x="21201" y="1613"/>
                  <a:pt x="21160" y="1549"/>
                </a:cubicBezTo>
                <a:cubicBezTo>
                  <a:pt x="21118" y="1478"/>
                  <a:pt x="21058" y="1426"/>
                  <a:pt x="20979" y="1391"/>
                </a:cubicBezTo>
                <a:cubicBezTo>
                  <a:pt x="20899" y="1356"/>
                  <a:pt x="20797" y="1339"/>
                  <a:pt x="20670" y="1339"/>
                </a:cubicBezTo>
                <a:cubicBezTo>
                  <a:pt x="20541" y="1339"/>
                  <a:pt x="20405" y="1371"/>
                  <a:pt x="20263" y="1435"/>
                </a:cubicBezTo>
                <a:cubicBezTo>
                  <a:pt x="20122" y="1499"/>
                  <a:pt x="19986" y="1581"/>
                  <a:pt x="19857" y="1681"/>
                </a:cubicBezTo>
                <a:lnTo>
                  <a:pt x="19857" y="3790"/>
                </a:lnTo>
                <a:lnTo>
                  <a:pt x="19382" y="3790"/>
                </a:lnTo>
                <a:lnTo>
                  <a:pt x="19382" y="965"/>
                </a:lnTo>
                <a:lnTo>
                  <a:pt x="19857" y="965"/>
                </a:lnTo>
                <a:lnTo>
                  <a:pt x="19857" y="1277"/>
                </a:lnTo>
                <a:cubicBezTo>
                  <a:pt x="20005" y="1154"/>
                  <a:pt x="20158" y="1057"/>
                  <a:pt x="20317" y="988"/>
                </a:cubicBezTo>
                <a:cubicBezTo>
                  <a:pt x="20475" y="919"/>
                  <a:pt x="20637" y="884"/>
                  <a:pt x="20804" y="884"/>
                </a:cubicBezTo>
                <a:cubicBezTo>
                  <a:pt x="21109" y="884"/>
                  <a:pt x="21342" y="976"/>
                  <a:pt x="21502" y="1160"/>
                </a:cubicBezTo>
                <a:cubicBezTo>
                  <a:pt x="21662" y="1344"/>
                  <a:pt x="21742" y="1609"/>
                  <a:pt x="21742" y="1955"/>
                </a:cubicBezTo>
                <a:lnTo>
                  <a:pt x="21742" y="3790"/>
                </a:lnTo>
                <a:close/>
                <a:moveTo>
                  <a:pt x="24849" y="3790"/>
                </a:moveTo>
                <a:lnTo>
                  <a:pt x="24377" y="3790"/>
                </a:lnTo>
                <a:lnTo>
                  <a:pt x="24377" y="3491"/>
                </a:lnTo>
                <a:cubicBezTo>
                  <a:pt x="24335" y="3520"/>
                  <a:pt x="24278" y="3560"/>
                  <a:pt x="24206" y="3612"/>
                </a:cubicBezTo>
                <a:cubicBezTo>
                  <a:pt x="24135" y="3663"/>
                  <a:pt x="24065" y="3704"/>
                  <a:pt x="23998" y="3734"/>
                </a:cubicBezTo>
                <a:cubicBezTo>
                  <a:pt x="23919" y="3773"/>
                  <a:pt x="23828" y="3806"/>
                  <a:pt x="23725" y="3832"/>
                </a:cubicBezTo>
                <a:cubicBezTo>
                  <a:pt x="23622" y="3858"/>
                  <a:pt x="23502" y="3871"/>
                  <a:pt x="23364" y="3871"/>
                </a:cubicBezTo>
                <a:cubicBezTo>
                  <a:pt x="23109" y="3871"/>
                  <a:pt x="22894" y="3787"/>
                  <a:pt x="22717" y="3618"/>
                </a:cubicBezTo>
                <a:cubicBezTo>
                  <a:pt x="22540" y="3449"/>
                  <a:pt x="22451" y="3234"/>
                  <a:pt x="22451" y="2973"/>
                </a:cubicBezTo>
                <a:cubicBezTo>
                  <a:pt x="22451" y="2759"/>
                  <a:pt x="22497" y="2585"/>
                  <a:pt x="22589" y="2453"/>
                </a:cubicBezTo>
                <a:cubicBezTo>
                  <a:pt x="22681" y="2320"/>
                  <a:pt x="22812" y="2216"/>
                  <a:pt x="22982" y="2140"/>
                </a:cubicBezTo>
                <a:cubicBezTo>
                  <a:pt x="23154" y="2064"/>
                  <a:pt x="23360" y="2013"/>
                  <a:pt x="23601" y="1986"/>
                </a:cubicBezTo>
                <a:cubicBezTo>
                  <a:pt x="23842" y="1959"/>
                  <a:pt x="24100" y="1939"/>
                  <a:pt x="24377" y="1925"/>
                </a:cubicBezTo>
                <a:lnTo>
                  <a:pt x="24377" y="1851"/>
                </a:lnTo>
                <a:cubicBezTo>
                  <a:pt x="24377" y="1743"/>
                  <a:pt x="24358" y="1653"/>
                  <a:pt x="24320" y="1581"/>
                </a:cubicBezTo>
                <a:cubicBezTo>
                  <a:pt x="24282" y="1510"/>
                  <a:pt x="24228" y="1454"/>
                  <a:pt x="24157" y="1413"/>
                </a:cubicBezTo>
                <a:cubicBezTo>
                  <a:pt x="24090" y="1374"/>
                  <a:pt x="24009" y="1348"/>
                  <a:pt x="23914" y="1334"/>
                </a:cubicBezTo>
                <a:cubicBezTo>
                  <a:pt x="23820" y="1321"/>
                  <a:pt x="23721" y="1314"/>
                  <a:pt x="23619" y="1314"/>
                </a:cubicBezTo>
                <a:cubicBezTo>
                  <a:pt x="23494" y="1314"/>
                  <a:pt x="23355" y="1331"/>
                  <a:pt x="23202" y="1364"/>
                </a:cubicBezTo>
                <a:cubicBezTo>
                  <a:pt x="23049" y="1398"/>
                  <a:pt x="22890" y="1447"/>
                  <a:pt x="22727" y="1511"/>
                </a:cubicBezTo>
                <a:lnTo>
                  <a:pt x="22702" y="1511"/>
                </a:lnTo>
                <a:lnTo>
                  <a:pt x="22702" y="1028"/>
                </a:lnTo>
                <a:cubicBezTo>
                  <a:pt x="22794" y="1003"/>
                  <a:pt x="22928" y="975"/>
                  <a:pt x="23103" y="945"/>
                </a:cubicBezTo>
                <a:cubicBezTo>
                  <a:pt x="23278" y="915"/>
                  <a:pt x="23451" y="899"/>
                  <a:pt x="23621" y="899"/>
                </a:cubicBezTo>
                <a:cubicBezTo>
                  <a:pt x="23820" y="899"/>
                  <a:pt x="23993" y="916"/>
                  <a:pt x="24140" y="949"/>
                </a:cubicBezTo>
                <a:cubicBezTo>
                  <a:pt x="24288" y="982"/>
                  <a:pt x="24415" y="1038"/>
                  <a:pt x="24523" y="1117"/>
                </a:cubicBezTo>
                <a:cubicBezTo>
                  <a:pt x="24629" y="1194"/>
                  <a:pt x="24710" y="1294"/>
                  <a:pt x="24766" y="1417"/>
                </a:cubicBezTo>
                <a:cubicBezTo>
                  <a:pt x="24821" y="1540"/>
                  <a:pt x="24849" y="1693"/>
                  <a:pt x="24849" y="1875"/>
                </a:cubicBezTo>
                <a:lnTo>
                  <a:pt x="24849" y="3790"/>
                </a:lnTo>
                <a:moveTo>
                  <a:pt x="24377" y="3099"/>
                </a:moveTo>
                <a:lnTo>
                  <a:pt x="24377" y="2309"/>
                </a:lnTo>
                <a:cubicBezTo>
                  <a:pt x="24232" y="2318"/>
                  <a:pt x="24061" y="2331"/>
                  <a:pt x="23865" y="2348"/>
                </a:cubicBezTo>
                <a:cubicBezTo>
                  <a:pt x="23669" y="2364"/>
                  <a:pt x="23513" y="2389"/>
                  <a:pt x="23399" y="2421"/>
                </a:cubicBezTo>
                <a:cubicBezTo>
                  <a:pt x="23262" y="2460"/>
                  <a:pt x="23152" y="2520"/>
                  <a:pt x="23068" y="2603"/>
                </a:cubicBezTo>
                <a:cubicBezTo>
                  <a:pt x="22984" y="2685"/>
                  <a:pt x="22942" y="2798"/>
                  <a:pt x="22942" y="2941"/>
                </a:cubicBezTo>
                <a:cubicBezTo>
                  <a:pt x="22942" y="3104"/>
                  <a:pt x="22990" y="3226"/>
                  <a:pt x="23088" y="3308"/>
                </a:cubicBezTo>
                <a:cubicBezTo>
                  <a:pt x="23186" y="3390"/>
                  <a:pt x="23335" y="3431"/>
                  <a:pt x="23535" y="3431"/>
                </a:cubicBezTo>
                <a:cubicBezTo>
                  <a:pt x="23702" y="3431"/>
                  <a:pt x="23855" y="3399"/>
                  <a:pt x="23993" y="3334"/>
                </a:cubicBezTo>
                <a:cubicBezTo>
                  <a:pt x="24131" y="3268"/>
                  <a:pt x="24259" y="3190"/>
                  <a:pt x="24377" y="3099"/>
                </a:cubicBezTo>
                <a:close/>
                <a:moveTo>
                  <a:pt x="27851" y="3616"/>
                </a:moveTo>
                <a:cubicBezTo>
                  <a:pt x="27693" y="3691"/>
                  <a:pt x="27543" y="3750"/>
                  <a:pt x="27400" y="3793"/>
                </a:cubicBezTo>
                <a:cubicBezTo>
                  <a:pt x="27258" y="3835"/>
                  <a:pt x="27107" y="3856"/>
                  <a:pt x="26947" y="3856"/>
                </a:cubicBezTo>
                <a:cubicBezTo>
                  <a:pt x="26743" y="3856"/>
                  <a:pt x="26556" y="3826"/>
                  <a:pt x="26386" y="3766"/>
                </a:cubicBezTo>
                <a:cubicBezTo>
                  <a:pt x="26216" y="3706"/>
                  <a:pt x="26070" y="3615"/>
                  <a:pt x="25949" y="3494"/>
                </a:cubicBezTo>
                <a:cubicBezTo>
                  <a:pt x="25826" y="3372"/>
                  <a:pt x="25730" y="3219"/>
                  <a:pt x="25663" y="3033"/>
                </a:cubicBezTo>
                <a:cubicBezTo>
                  <a:pt x="25596" y="2847"/>
                  <a:pt x="25562" y="2631"/>
                  <a:pt x="25562" y="2383"/>
                </a:cubicBezTo>
                <a:cubicBezTo>
                  <a:pt x="25562" y="1920"/>
                  <a:pt x="25689" y="1558"/>
                  <a:pt x="25942" y="1294"/>
                </a:cubicBezTo>
                <a:cubicBezTo>
                  <a:pt x="26196" y="1031"/>
                  <a:pt x="26531" y="899"/>
                  <a:pt x="26947" y="899"/>
                </a:cubicBezTo>
                <a:cubicBezTo>
                  <a:pt x="27108" y="899"/>
                  <a:pt x="27267" y="922"/>
                  <a:pt x="27423" y="968"/>
                </a:cubicBezTo>
                <a:cubicBezTo>
                  <a:pt x="27579" y="1013"/>
                  <a:pt x="27722" y="1069"/>
                  <a:pt x="27851" y="1134"/>
                </a:cubicBezTo>
                <a:lnTo>
                  <a:pt x="27851" y="1663"/>
                </a:lnTo>
                <a:lnTo>
                  <a:pt x="27826" y="1663"/>
                </a:lnTo>
                <a:cubicBezTo>
                  <a:pt x="27681" y="1550"/>
                  <a:pt x="27532" y="1464"/>
                  <a:pt x="27377" y="1404"/>
                </a:cubicBezTo>
                <a:cubicBezTo>
                  <a:pt x="27223" y="1344"/>
                  <a:pt x="27073" y="1314"/>
                  <a:pt x="26926" y="1314"/>
                </a:cubicBezTo>
                <a:cubicBezTo>
                  <a:pt x="26657" y="1314"/>
                  <a:pt x="26444" y="1404"/>
                  <a:pt x="26288" y="1585"/>
                </a:cubicBezTo>
                <a:cubicBezTo>
                  <a:pt x="26133" y="1767"/>
                  <a:pt x="26055" y="2032"/>
                  <a:pt x="26055" y="2383"/>
                </a:cubicBezTo>
                <a:cubicBezTo>
                  <a:pt x="26055" y="2723"/>
                  <a:pt x="26131" y="2984"/>
                  <a:pt x="26283" y="3167"/>
                </a:cubicBezTo>
                <a:cubicBezTo>
                  <a:pt x="26436" y="3350"/>
                  <a:pt x="26650" y="3441"/>
                  <a:pt x="26926" y="3441"/>
                </a:cubicBezTo>
                <a:cubicBezTo>
                  <a:pt x="27022" y="3441"/>
                  <a:pt x="27120" y="3429"/>
                  <a:pt x="27220" y="3404"/>
                </a:cubicBezTo>
                <a:cubicBezTo>
                  <a:pt x="27319" y="3379"/>
                  <a:pt x="27408" y="3346"/>
                  <a:pt x="27487" y="3306"/>
                </a:cubicBezTo>
                <a:cubicBezTo>
                  <a:pt x="27556" y="3271"/>
                  <a:pt x="27621" y="3234"/>
                  <a:pt x="27682" y="3194"/>
                </a:cubicBezTo>
                <a:cubicBezTo>
                  <a:pt x="27743" y="3155"/>
                  <a:pt x="27791" y="3121"/>
                  <a:pt x="27826" y="3093"/>
                </a:cubicBezTo>
                <a:lnTo>
                  <a:pt x="27851" y="3093"/>
                </a:lnTo>
                <a:lnTo>
                  <a:pt x="27851" y="3616"/>
                </a:lnTo>
                <a:close/>
                <a:moveTo>
                  <a:pt x="30822" y="2426"/>
                </a:moveTo>
                <a:lnTo>
                  <a:pt x="28743" y="2426"/>
                </a:lnTo>
                <a:cubicBezTo>
                  <a:pt x="28743" y="2600"/>
                  <a:pt x="28769" y="2751"/>
                  <a:pt x="28821" y="2880"/>
                </a:cubicBezTo>
                <a:cubicBezTo>
                  <a:pt x="28873" y="3009"/>
                  <a:pt x="28945" y="3115"/>
                  <a:pt x="29036" y="3198"/>
                </a:cubicBezTo>
                <a:cubicBezTo>
                  <a:pt x="29124" y="3279"/>
                  <a:pt x="29228" y="3340"/>
                  <a:pt x="29348" y="3381"/>
                </a:cubicBezTo>
                <a:cubicBezTo>
                  <a:pt x="29469" y="3421"/>
                  <a:pt x="29601" y="3441"/>
                  <a:pt x="29746" y="3441"/>
                </a:cubicBezTo>
                <a:cubicBezTo>
                  <a:pt x="29938" y="3441"/>
                  <a:pt x="30131" y="3403"/>
                  <a:pt x="30326" y="3325"/>
                </a:cubicBezTo>
                <a:cubicBezTo>
                  <a:pt x="30520" y="3248"/>
                  <a:pt x="30659" y="3172"/>
                  <a:pt x="30742" y="3098"/>
                </a:cubicBezTo>
                <a:lnTo>
                  <a:pt x="30767" y="3098"/>
                </a:lnTo>
                <a:lnTo>
                  <a:pt x="30767" y="3617"/>
                </a:lnTo>
                <a:cubicBezTo>
                  <a:pt x="30607" y="3685"/>
                  <a:pt x="30443" y="3742"/>
                  <a:pt x="30277" y="3787"/>
                </a:cubicBezTo>
                <a:cubicBezTo>
                  <a:pt x="30110" y="3833"/>
                  <a:pt x="29935" y="3856"/>
                  <a:pt x="29751" y="3856"/>
                </a:cubicBezTo>
                <a:cubicBezTo>
                  <a:pt x="29283" y="3856"/>
                  <a:pt x="28917" y="3729"/>
                  <a:pt x="28655" y="3475"/>
                </a:cubicBezTo>
                <a:cubicBezTo>
                  <a:pt x="28392" y="3221"/>
                  <a:pt x="28260" y="2860"/>
                  <a:pt x="28260" y="2393"/>
                </a:cubicBezTo>
                <a:cubicBezTo>
                  <a:pt x="28260" y="1930"/>
                  <a:pt x="28386" y="1564"/>
                  <a:pt x="28638" y="1292"/>
                </a:cubicBezTo>
                <a:cubicBezTo>
                  <a:pt x="28890" y="1020"/>
                  <a:pt x="29221" y="884"/>
                  <a:pt x="29632" y="884"/>
                </a:cubicBezTo>
                <a:cubicBezTo>
                  <a:pt x="30013" y="884"/>
                  <a:pt x="30307" y="996"/>
                  <a:pt x="30513" y="1218"/>
                </a:cubicBezTo>
                <a:cubicBezTo>
                  <a:pt x="30719" y="1441"/>
                  <a:pt x="30822" y="1757"/>
                  <a:pt x="30822" y="2167"/>
                </a:cubicBezTo>
                <a:lnTo>
                  <a:pt x="30822" y="2426"/>
                </a:lnTo>
                <a:moveTo>
                  <a:pt x="30360" y="2062"/>
                </a:moveTo>
                <a:cubicBezTo>
                  <a:pt x="30358" y="1812"/>
                  <a:pt x="30296" y="1620"/>
                  <a:pt x="30172" y="1483"/>
                </a:cubicBezTo>
                <a:cubicBezTo>
                  <a:pt x="30048" y="1347"/>
                  <a:pt x="29860" y="1278"/>
                  <a:pt x="29607" y="1278"/>
                </a:cubicBezTo>
                <a:cubicBezTo>
                  <a:pt x="29353" y="1278"/>
                  <a:pt x="29150" y="1353"/>
                  <a:pt x="28999" y="1503"/>
                </a:cubicBezTo>
                <a:cubicBezTo>
                  <a:pt x="28849" y="1653"/>
                  <a:pt x="28763" y="1839"/>
                  <a:pt x="28743" y="2062"/>
                </a:cubicBezTo>
                <a:lnTo>
                  <a:pt x="30360" y="2062"/>
                </a:lnTo>
                <a:close/>
                <a:moveTo>
                  <a:pt x="33735" y="3790"/>
                </a:moveTo>
                <a:lnTo>
                  <a:pt x="33263" y="3790"/>
                </a:lnTo>
                <a:lnTo>
                  <a:pt x="33263" y="3491"/>
                </a:lnTo>
                <a:cubicBezTo>
                  <a:pt x="33221" y="3520"/>
                  <a:pt x="33164" y="3560"/>
                  <a:pt x="33092" y="3612"/>
                </a:cubicBezTo>
                <a:cubicBezTo>
                  <a:pt x="33021" y="3663"/>
                  <a:pt x="32951" y="3704"/>
                  <a:pt x="32884" y="3734"/>
                </a:cubicBezTo>
                <a:cubicBezTo>
                  <a:pt x="32805" y="3773"/>
                  <a:pt x="32714" y="3806"/>
                  <a:pt x="32611" y="3832"/>
                </a:cubicBezTo>
                <a:cubicBezTo>
                  <a:pt x="32508" y="3858"/>
                  <a:pt x="32388" y="3871"/>
                  <a:pt x="32250" y="3871"/>
                </a:cubicBezTo>
                <a:cubicBezTo>
                  <a:pt x="31995" y="3871"/>
                  <a:pt x="31780" y="3787"/>
                  <a:pt x="31603" y="3618"/>
                </a:cubicBezTo>
                <a:cubicBezTo>
                  <a:pt x="31426" y="3449"/>
                  <a:pt x="31338" y="3234"/>
                  <a:pt x="31338" y="2973"/>
                </a:cubicBezTo>
                <a:cubicBezTo>
                  <a:pt x="31338" y="2759"/>
                  <a:pt x="31384" y="2585"/>
                  <a:pt x="31475" y="2453"/>
                </a:cubicBezTo>
                <a:cubicBezTo>
                  <a:pt x="31567" y="2320"/>
                  <a:pt x="31698" y="2216"/>
                  <a:pt x="31868" y="2140"/>
                </a:cubicBezTo>
                <a:cubicBezTo>
                  <a:pt x="32040" y="2064"/>
                  <a:pt x="32246" y="2013"/>
                  <a:pt x="32487" y="1986"/>
                </a:cubicBezTo>
                <a:cubicBezTo>
                  <a:pt x="32728" y="1959"/>
                  <a:pt x="32987" y="1939"/>
                  <a:pt x="33263" y="1925"/>
                </a:cubicBezTo>
                <a:lnTo>
                  <a:pt x="33263" y="1851"/>
                </a:lnTo>
                <a:cubicBezTo>
                  <a:pt x="33263" y="1743"/>
                  <a:pt x="33244" y="1653"/>
                  <a:pt x="33206" y="1581"/>
                </a:cubicBezTo>
                <a:cubicBezTo>
                  <a:pt x="33168" y="1510"/>
                  <a:pt x="33114" y="1454"/>
                  <a:pt x="33043" y="1413"/>
                </a:cubicBezTo>
                <a:cubicBezTo>
                  <a:pt x="32976" y="1374"/>
                  <a:pt x="32895" y="1348"/>
                  <a:pt x="32801" y="1334"/>
                </a:cubicBezTo>
                <a:cubicBezTo>
                  <a:pt x="32706" y="1321"/>
                  <a:pt x="32608" y="1314"/>
                  <a:pt x="32505" y="1314"/>
                </a:cubicBezTo>
                <a:cubicBezTo>
                  <a:pt x="32380" y="1314"/>
                  <a:pt x="32241" y="1331"/>
                  <a:pt x="32088" y="1364"/>
                </a:cubicBezTo>
                <a:cubicBezTo>
                  <a:pt x="31935" y="1398"/>
                  <a:pt x="31776" y="1447"/>
                  <a:pt x="31613" y="1511"/>
                </a:cubicBezTo>
                <a:lnTo>
                  <a:pt x="31588" y="1511"/>
                </a:lnTo>
                <a:lnTo>
                  <a:pt x="31588" y="1028"/>
                </a:lnTo>
                <a:cubicBezTo>
                  <a:pt x="31680" y="1003"/>
                  <a:pt x="31814" y="975"/>
                  <a:pt x="31990" y="945"/>
                </a:cubicBezTo>
                <a:cubicBezTo>
                  <a:pt x="32165" y="915"/>
                  <a:pt x="32337" y="899"/>
                  <a:pt x="32508" y="899"/>
                </a:cubicBezTo>
                <a:cubicBezTo>
                  <a:pt x="32706" y="899"/>
                  <a:pt x="32879" y="916"/>
                  <a:pt x="33027" y="949"/>
                </a:cubicBezTo>
                <a:cubicBezTo>
                  <a:pt x="33174" y="982"/>
                  <a:pt x="33302" y="1038"/>
                  <a:pt x="33410" y="1117"/>
                </a:cubicBezTo>
                <a:cubicBezTo>
                  <a:pt x="33516" y="1194"/>
                  <a:pt x="33597" y="1294"/>
                  <a:pt x="33652" y="1417"/>
                </a:cubicBezTo>
                <a:cubicBezTo>
                  <a:pt x="33708" y="1540"/>
                  <a:pt x="33735" y="1693"/>
                  <a:pt x="33735" y="1875"/>
                </a:cubicBezTo>
                <a:lnTo>
                  <a:pt x="33735" y="3790"/>
                </a:lnTo>
                <a:moveTo>
                  <a:pt x="33263" y="3099"/>
                </a:moveTo>
                <a:lnTo>
                  <a:pt x="33263" y="2309"/>
                </a:lnTo>
                <a:cubicBezTo>
                  <a:pt x="33118" y="2318"/>
                  <a:pt x="32948" y="2331"/>
                  <a:pt x="32751" y="2348"/>
                </a:cubicBezTo>
                <a:cubicBezTo>
                  <a:pt x="32555" y="2364"/>
                  <a:pt x="32400" y="2389"/>
                  <a:pt x="32285" y="2421"/>
                </a:cubicBezTo>
                <a:cubicBezTo>
                  <a:pt x="32149" y="2460"/>
                  <a:pt x="32038" y="2520"/>
                  <a:pt x="31954" y="2603"/>
                </a:cubicBezTo>
                <a:cubicBezTo>
                  <a:pt x="31870" y="2685"/>
                  <a:pt x="31828" y="2798"/>
                  <a:pt x="31828" y="2941"/>
                </a:cubicBezTo>
                <a:cubicBezTo>
                  <a:pt x="31828" y="3104"/>
                  <a:pt x="31877" y="3226"/>
                  <a:pt x="31974" y="3308"/>
                </a:cubicBezTo>
                <a:cubicBezTo>
                  <a:pt x="32072" y="3390"/>
                  <a:pt x="32221" y="3431"/>
                  <a:pt x="32422" y="3431"/>
                </a:cubicBezTo>
                <a:cubicBezTo>
                  <a:pt x="32588" y="3431"/>
                  <a:pt x="32741" y="3399"/>
                  <a:pt x="32879" y="3334"/>
                </a:cubicBezTo>
                <a:cubicBezTo>
                  <a:pt x="33017" y="3268"/>
                  <a:pt x="33145" y="3190"/>
                  <a:pt x="33263" y="3099"/>
                </a:cubicBezTo>
                <a:close/>
                <a:moveTo>
                  <a:pt x="37013" y="2426"/>
                </a:moveTo>
                <a:lnTo>
                  <a:pt x="34933" y="2426"/>
                </a:lnTo>
                <a:cubicBezTo>
                  <a:pt x="34933" y="2600"/>
                  <a:pt x="34959" y="2751"/>
                  <a:pt x="35011" y="2880"/>
                </a:cubicBezTo>
                <a:cubicBezTo>
                  <a:pt x="35064" y="3009"/>
                  <a:pt x="35135" y="3115"/>
                  <a:pt x="35226" y="3198"/>
                </a:cubicBezTo>
                <a:cubicBezTo>
                  <a:pt x="35314" y="3279"/>
                  <a:pt x="35418" y="3340"/>
                  <a:pt x="35538" y="3381"/>
                </a:cubicBezTo>
                <a:cubicBezTo>
                  <a:pt x="35659" y="3421"/>
                  <a:pt x="35791" y="3441"/>
                  <a:pt x="35936" y="3441"/>
                </a:cubicBezTo>
                <a:cubicBezTo>
                  <a:pt x="36128" y="3441"/>
                  <a:pt x="36322" y="3403"/>
                  <a:pt x="36516" y="3325"/>
                </a:cubicBezTo>
                <a:cubicBezTo>
                  <a:pt x="36711" y="3248"/>
                  <a:pt x="36849" y="3172"/>
                  <a:pt x="36932" y="3098"/>
                </a:cubicBezTo>
                <a:lnTo>
                  <a:pt x="36957" y="3098"/>
                </a:lnTo>
                <a:lnTo>
                  <a:pt x="36957" y="3617"/>
                </a:lnTo>
                <a:cubicBezTo>
                  <a:pt x="36797" y="3685"/>
                  <a:pt x="36634" y="3742"/>
                  <a:pt x="36467" y="3787"/>
                </a:cubicBezTo>
                <a:cubicBezTo>
                  <a:pt x="36300" y="3833"/>
                  <a:pt x="36125" y="3856"/>
                  <a:pt x="35941" y="3856"/>
                </a:cubicBezTo>
                <a:cubicBezTo>
                  <a:pt x="35473" y="3856"/>
                  <a:pt x="35107" y="3729"/>
                  <a:pt x="34845" y="3475"/>
                </a:cubicBezTo>
                <a:cubicBezTo>
                  <a:pt x="34582" y="3221"/>
                  <a:pt x="34451" y="2860"/>
                  <a:pt x="34451" y="2393"/>
                </a:cubicBezTo>
                <a:cubicBezTo>
                  <a:pt x="34451" y="1930"/>
                  <a:pt x="34576" y="1564"/>
                  <a:pt x="34828" y="1292"/>
                </a:cubicBezTo>
                <a:cubicBezTo>
                  <a:pt x="35080" y="1020"/>
                  <a:pt x="35412" y="884"/>
                  <a:pt x="35823" y="884"/>
                </a:cubicBezTo>
                <a:cubicBezTo>
                  <a:pt x="36203" y="884"/>
                  <a:pt x="36497" y="996"/>
                  <a:pt x="36703" y="1218"/>
                </a:cubicBezTo>
                <a:cubicBezTo>
                  <a:pt x="36909" y="1441"/>
                  <a:pt x="37013" y="1757"/>
                  <a:pt x="37013" y="2167"/>
                </a:cubicBezTo>
                <a:lnTo>
                  <a:pt x="37013" y="2426"/>
                </a:lnTo>
                <a:moveTo>
                  <a:pt x="36550" y="2062"/>
                </a:moveTo>
                <a:cubicBezTo>
                  <a:pt x="36549" y="1812"/>
                  <a:pt x="36486" y="1620"/>
                  <a:pt x="36362" y="1483"/>
                </a:cubicBezTo>
                <a:cubicBezTo>
                  <a:pt x="36238" y="1347"/>
                  <a:pt x="36050" y="1278"/>
                  <a:pt x="35797" y="1278"/>
                </a:cubicBezTo>
                <a:cubicBezTo>
                  <a:pt x="35543" y="1278"/>
                  <a:pt x="35340" y="1353"/>
                  <a:pt x="35190" y="1503"/>
                </a:cubicBezTo>
                <a:cubicBezTo>
                  <a:pt x="35039" y="1653"/>
                  <a:pt x="34953" y="1839"/>
                  <a:pt x="34933" y="2062"/>
                </a:cubicBezTo>
                <a:lnTo>
                  <a:pt x="36550" y="2062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DF01D-2E6F-4D5F-AFAC-B697C74F7A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963" y="1034552"/>
            <a:ext cx="37350" cy="40154"/>
          </a:xfrm>
          <a:custGeom xmlns:a="http://schemas.openxmlformats.org/drawingml/2006/main">
            <a:pathLst>
              <a:path w="37350" h="40154">
                <a:moveTo>
                  <a:pt x="0" y="0"/>
                </a:moveTo>
                <a:lnTo>
                  <a:pt x="37350" y="0"/>
                </a:lnTo>
                <a:lnTo>
                  <a:pt x="37350" y="40154"/>
                </a:lnTo>
                <a:lnTo>
                  <a:pt x="0" y="401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32031DB-32A6-4B9B-A999-D15817916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962" y="1034555"/>
            <a:ext cx="37352" cy="40152"/>
          </a:xfrm>
          <a:custGeom xmlns:a="http://schemas.openxmlformats.org/drawingml/2006/main">
            <a:pathLst>
              <a:path w="37352" h="40152" fill="none">
                <a:moveTo>
                  <a:pt x="0" y="0"/>
                </a:moveTo>
                <a:lnTo>
                  <a:pt x="37352" y="0"/>
                </a:lnTo>
                <a:lnTo>
                  <a:pt x="37352" y="40152"/>
                </a:lnTo>
                <a:lnTo>
                  <a:pt x="0" y="4015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94" name="Text Montiaceae">
            <a:extLst xmlns:a="http://schemas.openxmlformats.org/drawingml/2006/main">
              <a:ext uri="{FF2B5EF4-FFF2-40B4-BE49-F238E27FC236}">
                <a16:creationId xmlns:a16="http://schemas.microsoft.com/office/drawing/2014/main" id="{947C6579-5BE0-4542-8701-3183581B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5098" y="1036369"/>
            <a:ext cx="36002" cy="4881"/>
          </a:xfrm>
          <a:custGeom xmlns:a="http://schemas.openxmlformats.org/drawingml/2006/main">
            <a:pathLst>
              <a:path w="36002" h="4881">
                <a:moveTo>
                  <a:pt x="4224" y="4779"/>
                </a:moveTo>
                <a:lnTo>
                  <a:pt x="3594" y="4779"/>
                </a:lnTo>
                <a:lnTo>
                  <a:pt x="3594" y="689"/>
                </a:lnTo>
                <a:lnTo>
                  <a:pt x="2275" y="3473"/>
                </a:lnTo>
                <a:lnTo>
                  <a:pt x="1899" y="3473"/>
                </a:lnTo>
                <a:lnTo>
                  <a:pt x="589" y="689"/>
                </a:lnTo>
                <a:lnTo>
                  <a:pt x="589" y="4779"/>
                </a:lnTo>
                <a:lnTo>
                  <a:pt x="0" y="4779"/>
                </a:lnTo>
                <a:lnTo>
                  <a:pt x="0" y="32"/>
                </a:lnTo>
                <a:lnTo>
                  <a:pt x="860" y="32"/>
                </a:lnTo>
                <a:lnTo>
                  <a:pt x="2125" y="2675"/>
                </a:lnTo>
                <a:lnTo>
                  <a:pt x="3348" y="32"/>
                </a:lnTo>
                <a:lnTo>
                  <a:pt x="4224" y="32"/>
                </a:lnTo>
                <a:lnTo>
                  <a:pt x="4224" y="4779"/>
                </a:lnTo>
                <a:close/>
                <a:moveTo>
                  <a:pt x="8484" y="2999"/>
                </a:moveTo>
                <a:cubicBezTo>
                  <a:pt x="8484" y="3581"/>
                  <a:pt x="8335" y="4040"/>
                  <a:pt x="8038" y="4376"/>
                </a:cubicBezTo>
                <a:cubicBezTo>
                  <a:pt x="7740" y="4712"/>
                  <a:pt x="7342" y="4881"/>
                  <a:pt x="6843" y="4881"/>
                </a:cubicBezTo>
                <a:cubicBezTo>
                  <a:pt x="6340" y="4881"/>
                  <a:pt x="5940" y="4712"/>
                  <a:pt x="5644" y="4376"/>
                </a:cubicBezTo>
                <a:cubicBezTo>
                  <a:pt x="5347" y="4040"/>
                  <a:pt x="5199" y="3581"/>
                  <a:pt x="5199" y="2999"/>
                </a:cubicBezTo>
                <a:cubicBezTo>
                  <a:pt x="5199" y="2418"/>
                  <a:pt x="5347" y="1959"/>
                  <a:pt x="5644" y="1621"/>
                </a:cubicBezTo>
                <a:cubicBezTo>
                  <a:pt x="5940" y="1284"/>
                  <a:pt x="6340" y="1115"/>
                  <a:pt x="6843" y="1115"/>
                </a:cubicBezTo>
                <a:cubicBezTo>
                  <a:pt x="7342" y="1115"/>
                  <a:pt x="7740" y="1284"/>
                  <a:pt x="8038" y="1621"/>
                </a:cubicBezTo>
                <a:cubicBezTo>
                  <a:pt x="8335" y="1959"/>
                  <a:pt x="8484" y="2418"/>
                  <a:pt x="8484" y="2999"/>
                </a:cubicBezTo>
                <a:moveTo>
                  <a:pt x="7866" y="2999"/>
                </a:moveTo>
                <a:cubicBezTo>
                  <a:pt x="7866" y="2539"/>
                  <a:pt x="7775" y="2197"/>
                  <a:pt x="7595" y="1973"/>
                </a:cubicBezTo>
                <a:cubicBezTo>
                  <a:pt x="7414" y="1749"/>
                  <a:pt x="7164" y="1637"/>
                  <a:pt x="6843" y="1637"/>
                </a:cubicBezTo>
                <a:cubicBezTo>
                  <a:pt x="6518" y="1637"/>
                  <a:pt x="6266" y="1749"/>
                  <a:pt x="6086" y="1973"/>
                </a:cubicBezTo>
                <a:cubicBezTo>
                  <a:pt x="5907" y="2197"/>
                  <a:pt x="5817" y="2539"/>
                  <a:pt x="5817" y="2999"/>
                </a:cubicBezTo>
                <a:cubicBezTo>
                  <a:pt x="5817" y="3445"/>
                  <a:pt x="5908" y="3783"/>
                  <a:pt x="6088" y="4013"/>
                </a:cubicBezTo>
                <a:cubicBezTo>
                  <a:pt x="6269" y="4243"/>
                  <a:pt x="6520" y="4358"/>
                  <a:pt x="6843" y="4358"/>
                </a:cubicBezTo>
                <a:cubicBezTo>
                  <a:pt x="7162" y="4358"/>
                  <a:pt x="7412" y="4244"/>
                  <a:pt x="7593" y="4016"/>
                </a:cubicBezTo>
                <a:cubicBezTo>
                  <a:pt x="7775" y="3788"/>
                  <a:pt x="7866" y="3449"/>
                  <a:pt x="7866" y="2999"/>
                </a:cubicBezTo>
                <a:close/>
                <a:moveTo>
                  <a:pt x="12386" y="4779"/>
                </a:moveTo>
                <a:lnTo>
                  <a:pt x="11787" y="4779"/>
                </a:lnTo>
                <a:lnTo>
                  <a:pt x="11787" y="2750"/>
                </a:lnTo>
                <a:cubicBezTo>
                  <a:pt x="11787" y="2587"/>
                  <a:pt x="11778" y="2433"/>
                  <a:pt x="11758" y="2290"/>
                </a:cubicBezTo>
                <a:cubicBezTo>
                  <a:pt x="11739" y="2146"/>
                  <a:pt x="11704" y="2034"/>
                  <a:pt x="11653" y="1953"/>
                </a:cubicBezTo>
                <a:cubicBezTo>
                  <a:pt x="11600" y="1864"/>
                  <a:pt x="11524" y="1797"/>
                  <a:pt x="11424" y="1754"/>
                </a:cubicBezTo>
                <a:cubicBezTo>
                  <a:pt x="11324" y="1710"/>
                  <a:pt x="11195" y="1688"/>
                  <a:pt x="11035" y="1688"/>
                </a:cubicBezTo>
                <a:cubicBezTo>
                  <a:pt x="10872" y="1688"/>
                  <a:pt x="10701" y="1729"/>
                  <a:pt x="10522" y="1810"/>
                </a:cubicBezTo>
                <a:cubicBezTo>
                  <a:pt x="10344" y="1891"/>
                  <a:pt x="10173" y="1994"/>
                  <a:pt x="10009" y="2119"/>
                </a:cubicBezTo>
                <a:lnTo>
                  <a:pt x="10009" y="4779"/>
                </a:lnTo>
                <a:lnTo>
                  <a:pt x="9411" y="4779"/>
                </a:lnTo>
                <a:lnTo>
                  <a:pt x="9411" y="1217"/>
                </a:lnTo>
                <a:lnTo>
                  <a:pt x="10009" y="1217"/>
                </a:lnTo>
                <a:lnTo>
                  <a:pt x="10009" y="1610"/>
                </a:lnTo>
                <a:cubicBezTo>
                  <a:pt x="10196" y="1454"/>
                  <a:pt x="10390" y="1333"/>
                  <a:pt x="10589" y="1246"/>
                </a:cubicBezTo>
                <a:cubicBezTo>
                  <a:pt x="10789" y="1159"/>
                  <a:pt x="10994" y="1115"/>
                  <a:pt x="11204" y="1115"/>
                </a:cubicBezTo>
                <a:cubicBezTo>
                  <a:pt x="11589" y="1115"/>
                  <a:pt x="11882" y="1231"/>
                  <a:pt x="12083" y="1463"/>
                </a:cubicBezTo>
                <a:cubicBezTo>
                  <a:pt x="12285" y="1695"/>
                  <a:pt x="12386" y="2029"/>
                  <a:pt x="12386" y="2465"/>
                </a:cubicBezTo>
                <a:lnTo>
                  <a:pt x="12386" y="4779"/>
                </a:lnTo>
                <a:close/>
                <a:moveTo>
                  <a:pt x="15387" y="4747"/>
                </a:moveTo>
                <a:cubicBezTo>
                  <a:pt x="15275" y="4777"/>
                  <a:pt x="15152" y="4801"/>
                  <a:pt x="15019" y="4820"/>
                </a:cubicBezTo>
                <a:cubicBezTo>
                  <a:pt x="14886" y="4839"/>
                  <a:pt x="14768" y="4849"/>
                  <a:pt x="14664" y="4849"/>
                </a:cubicBezTo>
                <a:cubicBezTo>
                  <a:pt x="14301" y="4849"/>
                  <a:pt x="14025" y="4751"/>
                  <a:pt x="13836" y="4555"/>
                </a:cubicBezTo>
                <a:cubicBezTo>
                  <a:pt x="13647" y="4360"/>
                  <a:pt x="13552" y="4046"/>
                  <a:pt x="13552" y="3615"/>
                </a:cubicBezTo>
                <a:lnTo>
                  <a:pt x="13552" y="1720"/>
                </a:lnTo>
                <a:lnTo>
                  <a:pt x="13147" y="1720"/>
                </a:lnTo>
                <a:lnTo>
                  <a:pt x="13147" y="1217"/>
                </a:lnTo>
                <a:lnTo>
                  <a:pt x="13552" y="1217"/>
                </a:lnTo>
                <a:lnTo>
                  <a:pt x="13552" y="191"/>
                </a:lnTo>
                <a:lnTo>
                  <a:pt x="14151" y="191"/>
                </a:lnTo>
                <a:lnTo>
                  <a:pt x="14151" y="1217"/>
                </a:lnTo>
                <a:lnTo>
                  <a:pt x="15387" y="1217"/>
                </a:lnTo>
                <a:lnTo>
                  <a:pt x="15387" y="1720"/>
                </a:lnTo>
                <a:lnTo>
                  <a:pt x="14151" y="1720"/>
                </a:lnTo>
                <a:lnTo>
                  <a:pt x="14151" y="3346"/>
                </a:lnTo>
                <a:cubicBezTo>
                  <a:pt x="14151" y="3533"/>
                  <a:pt x="14155" y="3680"/>
                  <a:pt x="14164" y="3785"/>
                </a:cubicBezTo>
                <a:cubicBezTo>
                  <a:pt x="14172" y="3890"/>
                  <a:pt x="14202" y="3989"/>
                  <a:pt x="14253" y="4080"/>
                </a:cubicBezTo>
                <a:cubicBezTo>
                  <a:pt x="14300" y="4166"/>
                  <a:pt x="14364" y="4228"/>
                  <a:pt x="14446" y="4267"/>
                </a:cubicBezTo>
                <a:cubicBezTo>
                  <a:pt x="14527" y="4307"/>
                  <a:pt x="14652" y="4326"/>
                  <a:pt x="14820" y="4326"/>
                </a:cubicBezTo>
                <a:cubicBezTo>
                  <a:pt x="14918" y="4326"/>
                  <a:pt x="15020" y="4312"/>
                  <a:pt x="15126" y="4283"/>
                </a:cubicBezTo>
                <a:cubicBezTo>
                  <a:pt x="15232" y="4255"/>
                  <a:pt x="15309" y="4231"/>
                  <a:pt x="15355" y="4212"/>
                </a:cubicBezTo>
                <a:lnTo>
                  <a:pt x="15387" y="4212"/>
                </a:lnTo>
                <a:lnTo>
                  <a:pt x="15387" y="4747"/>
                </a:lnTo>
                <a:close/>
                <a:moveTo>
                  <a:pt x="16754" y="624"/>
                </a:moveTo>
                <a:lnTo>
                  <a:pt x="16078" y="624"/>
                </a:lnTo>
                <a:lnTo>
                  <a:pt x="16078" y="0"/>
                </a:lnTo>
                <a:lnTo>
                  <a:pt x="16754" y="0"/>
                </a:lnTo>
                <a:lnTo>
                  <a:pt x="16754" y="624"/>
                </a:lnTo>
                <a:moveTo>
                  <a:pt x="16716" y="4779"/>
                </a:moveTo>
                <a:lnTo>
                  <a:pt x="16117" y="4779"/>
                </a:lnTo>
                <a:lnTo>
                  <a:pt x="16117" y="1217"/>
                </a:lnTo>
                <a:lnTo>
                  <a:pt x="16716" y="1217"/>
                </a:lnTo>
                <a:lnTo>
                  <a:pt x="16716" y="4779"/>
                </a:lnTo>
                <a:close/>
                <a:moveTo>
                  <a:pt x="20666" y="4779"/>
                </a:moveTo>
                <a:lnTo>
                  <a:pt x="20070" y="4779"/>
                </a:lnTo>
                <a:lnTo>
                  <a:pt x="20070" y="4402"/>
                </a:lnTo>
                <a:cubicBezTo>
                  <a:pt x="20017" y="4438"/>
                  <a:pt x="19945" y="4489"/>
                  <a:pt x="19855" y="4554"/>
                </a:cubicBezTo>
                <a:cubicBezTo>
                  <a:pt x="19765" y="4619"/>
                  <a:pt x="19677" y="4670"/>
                  <a:pt x="19592" y="4708"/>
                </a:cubicBezTo>
                <a:cubicBezTo>
                  <a:pt x="19492" y="4757"/>
                  <a:pt x="19378" y="4798"/>
                  <a:pt x="19248" y="4831"/>
                </a:cubicBezTo>
                <a:cubicBezTo>
                  <a:pt x="19118" y="4864"/>
                  <a:pt x="18967" y="4881"/>
                  <a:pt x="18792" y="4881"/>
                </a:cubicBezTo>
                <a:cubicBezTo>
                  <a:pt x="18472" y="4881"/>
                  <a:pt x="18200" y="4774"/>
                  <a:pt x="17977" y="4562"/>
                </a:cubicBezTo>
                <a:cubicBezTo>
                  <a:pt x="17754" y="4349"/>
                  <a:pt x="17642" y="4078"/>
                  <a:pt x="17642" y="3748"/>
                </a:cubicBezTo>
                <a:cubicBezTo>
                  <a:pt x="17642" y="3478"/>
                  <a:pt x="17700" y="3260"/>
                  <a:pt x="17816" y="3093"/>
                </a:cubicBezTo>
                <a:cubicBezTo>
                  <a:pt x="17932" y="2926"/>
                  <a:pt x="18097" y="2794"/>
                  <a:pt x="18311" y="2699"/>
                </a:cubicBezTo>
                <a:cubicBezTo>
                  <a:pt x="18528" y="2603"/>
                  <a:pt x="18788" y="2538"/>
                  <a:pt x="19092" y="2504"/>
                </a:cubicBezTo>
                <a:cubicBezTo>
                  <a:pt x="19396" y="2470"/>
                  <a:pt x="19722" y="2445"/>
                  <a:pt x="20070" y="2428"/>
                </a:cubicBezTo>
                <a:lnTo>
                  <a:pt x="20070" y="2334"/>
                </a:lnTo>
                <a:cubicBezTo>
                  <a:pt x="20070" y="2197"/>
                  <a:pt x="20046" y="2084"/>
                  <a:pt x="19998" y="1994"/>
                </a:cubicBezTo>
                <a:cubicBezTo>
                  <a:pt x="19951" y="1904"/>
                  <a:pt x="19882" y="1833"/>
                  <a:pt x="19793" y="1782"/>
                </a:cubicBezTo>
                <a:cubicBezTo>
                  <a:pt x="19708" y="1733"/>
                  <a:pt x="19606" y="1699"/>
                  <a:pt x="19487" y="1682"/>
                </a:cubicBezTo>
                <a:cubicBezTo>
                  <a:pt x="19368" y="1665"/>
                  <a:pt x="19244" y="1657"/>
                  <a:pt x="19114" y="1657"/>
                </a:cubicBezTo>
                <a:cubicBezTo>
                  <a:pt x="18957" y="1657"/>
                  <a:pt x="18782" y="1678"/>
                  <a:pt x="18589" y="1720"/>
                </a:cubicBezTo>
                <a:cubicBezTo>
                  <a:pt x="18395" y="1763"/>
                  <a:pt x="18196" y="1824"/>
                  <a:pt x="17990" y="1905"/>
                </a:cubicBezTo>
                <a:lnTo>
                  <a:pt x="17958" y="1905"/>
                </a:lnTo>
                <a:lnTo>
                  <a:pt x="17958" y="1297"/>
                </a:lnTo>
                <a:cubicBezTo>
                  <a:pt x="18075" y="1265"/>
                  <a:pt x="18243" y="1230"/>
                  <a:pt x="18464" y="1191"/>
                </a:cubicBezTo>
                <a:cubicBezTo>
                  <a:pt x="18685" y="1153"/>
                  <a:pt x="18903" y="1134"/>
                  <a:pt x="19117" y="1134"/>
                </a:cubicBezTo>
                <a:cubicBezTo>
                  <a:pt x="19368" y="1134"/>
                  <a:pt x="19586" y="1155"/>
                  <a:pt x="19772" y="1196"/>
                </a:cubicBezTo>
                <a:cubicBezTo>
                  <a:pt x="19958" y="1238"/>
                  <a:pt x="20119" y="1308"/>
                  <a:pt x="20255" y="1408"/>
                </a:cubicBezTo>
                <a:cubicBezTo>
                  <a:pt x="20389" y="1506"/>
                  <a:pt x="20491" y="1632"/>
                  <a:pt x="20561" y="1787"/>
                </a:cubicBezTo>
                <a:cubicBezTo>
                  <a:pt x="20631" y="1942"/>
                  <a:pt x="20666" y="2134"/>
                  <a:pt x="20666" y="2364"/>
                </a:cubicBezTo>
                <a:lnTo>
                  <a:pt x="20666" y="4779"/>
                </a:lnTo>
                <a:moveTo>
                  <a:pt x="20070" y="3907"/>
                </a:moveTo>
                <a:lnTo>
                  <a:pt x="20070" y="2912"/>
                </a:lnTo>
                <a:cubicBezTo>
                  <a:pt x="19887" y="2923"/>
                  <a:pt x="19672" y="2939"/>
                  <a:pt x="19425" y="2960"/>
                </a:cubicBezTo>
                <a:cubicBezTo>
                  <a:pt x="19177" y="2981"/>
                  <a:pt x="18982" y="3012"/>
                  <a:pt x="18837" y="3053"/>
                </a:cubicBezTo>
                <a:cubicBezTo>
                  <a:pt x="18665" y="3102"/>
                  <a:pt x="18526" y="3178"/>
                  <a:pt x="18420" y="3281"/>
                </a:cubicBezTo>
                <a:cubicBezTo>
                  <a:pt x="18314" y="3385"/>
                  <a:pt x="18260" y="3527"/>
                  <a:pt x="18260" y="3709"/>
                </a:cubicBezTo>
                <a:cubicBezTo>
                  <a:pt x="18260" y="3913"/>
                  <a:pt x="18322" y="4068"/>
                  <a:pt x="18445" y="4171"/>
                </a:cubicBezTo>
                <a:cubicBezTo>
                  <a:pt x="18568" y="4275"/>
                  <a:pt x="18756" y="4326"/>
                  <a:pt x="19009" y="4326"/>
                </a:cubicBezTo>
                <a:cubicBezTo>
                  <a:pt x="19219" y="4326"/>
                  <a:pt x="19412" y="4285"/>
                  <a:pt x="19586" y="4203"/>
                </a:cubicBezTo>
                <a:cubicBezTo>
                  <a:pt x="19760" y="4121"/>
                  <a:pt x="19921" y="4022"/>
                  <a:pt x="20070" y="3907"/>
                </a:cubicBezTo>
                <a:close/>
                <a:moveTo>
                  <a:pt x="24450" y="4559"/>
                </a:moveTo>
                <a:cubicBezTo>
                  <a:pt x="24251" y="4654"/>
                  <a:pt x="24061" y="4729"/>
                  <a:pt x="23882" y="4782"/>
                </a:cubicBezTo>
                <a:cubicBezTo>
                  <a:pt x="23702" y="4835"/>
                  <a:pt x="23512" y="4862"/>
                  <a:pt x="23310" y="4862"/>
                </a:cubicBezTo>
                <a:cubicBezTo>
                  <a:pt x="23053" y="4862"/>
                  <a:pt x="22817" y="4824"/>
                  <a:pt x="22603" y="4748"/>
                </a:cubicBezTo>
                <a:cubicBezTo>
                  <a:pt x="22388" y="4673"/>
                  <a:pt x="22204" y="4558"/>
                  <a:pt x="22052" y="4405"/>
                </a:cubicBezTo>
                <a:cubicBezTo>
                  <a:pt x="21896" y="4252"/>
                  <a:pt x="21776" y="4058"/>
                  <a:pt x="21692" y="3824"/>
                </a:cubicBezTo>
                <a:cubicBezTo>
                  <a:pt x="21607" y="3590"/>
                  <a:pt x="21564" y="3317"/>
                  <a:pt x="21564" y="3004"/>
                </a:cubicBezTo>
                <a:cubicBezTo>
                  <a:pt x="21564" y="2421"/>
                  <a:pt x="21724" y="1964"/>
                  <a:pt x="22044" y="1632"/>
                </a:cubicBezTo>
                <a:cubicBezTo>
                  <a:pt x="22363" y="1300"/>
                  <a:pt x="22785" y="1134"/>
                  <a:pt x="23310" y="1134"/>
                </a:cubicBezTo>
                <a:cubicBezTo>
                  <a:pt x="23514" y="1134"/>
                  <a:pt x="23714" y="1163"/>
                  <a:pt x="23910" y="1220"/>
                </a:cubicBezTo>
                <a:cubicBezTo>
                  <a:pt x="24107" y="1278"/>
                  <a:pt x="24287" y="1348"/>
                  <a:pt x="24450" y="1430"/>
                </a:cubicBezTo>
                <a:lnTo>
                  <a:pt x="24450" y="2096"/>
                </a:lnTo>
                <a:lnTo>
                  <a:pt x="24419" y="2096"/>
                </a:lnTo>
                <a:cubicBezTo>
                  <a:pt x="24236" y="1955"/>
                  <a:pt x="24047" y="1846"/>
                  <a:pt x="23853" y="1771"/>
                </a:cubicBezTo>
                <a:cubicBezTo>
                  <a:pt x="23659" y="1695"/>
                  <a:pt x="23469" y="1657"/>
                  <a:pt x="23284" y="1657"/>
                </a:cubicBezTo>
                <a:cubicBezTo>
                  <a:pt x="22945" y="1657"/>
                  <a:pt x="22676" y="1771"/>
                  <a:pt x="22480" y="1999"/>
                </a:cubicBezTo>
                <a:cubicBezTo>
                  <a:pt x="22284" y="2227"/>
                  <a:pt x="22185" y="2562"/>
                  <a:pt x="22185" y="3004"/>
                </a:cubicBezTo>
                <a:cubicBezTo>
                  <a:pt x="22185" y="3433"/>
                  <a:pt x="22281" y="3763"/>
                  <a:pt x="22474" y="3993"/>
                </a:cubicBezTo>
                <a:cubicBezTo>
                  <a:pt x="22666" y="4224"/>
                  <a:pt x="22936" y="4339"/>
                  <a:pt x="23284" y="4339"/>
                </a:cubicBezTo>
                <a:cubicBezTo>
                  <a:pt x="23405" y="4339"/>
                  <a:pt x="23529" y="4323"/>
                  <a:pt x="23654" y="4292"/>
                </a:cubicBezTo>
                <a:cubicBezTo>
                  <a:pt x="23779" y="4260"/>
                  <a:pt x="23892" y="4219"/>
                  <a:pt x="23992" y="4168"/>
                </a:cubicBezTo>
                <a:cubicBezTo>
                  <a:pt x="24079" y="4124"/>
                  <a:pt x="24161" y="4077"/>
                  <a:pt x="24237" y="4028"/>
                </a:cubicBezTo>
                <a:cubicBezTo>
                  <a:pt x="24313" y="3978"/>
                  <a:pt x="24374" y="3935"/>
                  <a:pt x="24419" y="3899"/>
                </a:cubicBezTo>
                <a:lnTo>
                  <a:pt x="24450" y="3899"/>
                </a:lnTo>
                <a:lnTo>
                  <a:pt x="24450" y="4559"/>
                </a:lnTo>
                <a:close/>
                <a:moveTo>
                  <a:pt x="28197" y="3058"/>
                </a:moveTo>
                <a:lnTo>
                  <a:pt x="25575" y="3058"/>
                </a:lnTo>
                <a:cubicBezTo>
                  <a:pt x="25575" y="3278"/>
                  <a:pt x="25608" y="3469"/>
                  <a:pt x="25674" y="3632"/>
                </a:cubicBezTo>
                <a:cubicBezTo>
                  <a:pt x="25740" y="3794"/>
                  <a:pt x="25830" y="3928"/>
                  <a:pt x="25945" y="4032"/>
                </a:cubicBezTo>
                <a:cubicBezTo>
                  <a:pt x="26055" y="4135"/>
                  <a:pt x="26186" y="4211"/>
                  <a:pt x="26338" y="4262"/>
                </a:cubicBezTo>
                <a:cubicBezTo>
                  <a:pt x="26490" y="4314"/>
                  <a:pt x="26657" y="4339"/>
                  <a:pt x="26840" y="4339"/>
                </a:cubicBezTo>
                <a:cubicBezTo>
                  <a:pt x="27082" y="4339"/>
                  <a:pt x="27326" y="4290"/>
                  <a:pt x="27571" y="4193"/>
                </a:cubicBezTo>
                <a:cubicBezTo>
                  <a:pt x="27816" y="4096"/>
                  <a:pt x="27991" y="4000"/>
                  <a:pt x="28095" y="3906"/>
                </a:cubicBezTo>
                <a:lnTo>
                  <a:pt x="28127" y="3906"/>
                </a:lnTo>
                <a:lnTo>
                  <a:pt x="28127" y="4561"/>
                </a:lnTo>
                <a:cubicBezTo>
                  <a:pt x="27925" y="4646"/>
                  <a:pt x="27719" y="4718"/>
                  <a:pt x="27509" y="4775"/>
                </a:cubicBezTo>
                <a:cubicBezTo>
                  <a:pt x="27299" y="4833"/>
                  <a:pt x="27078" y="4862"/>
                  <a:pt x="26846" y="4862"/>
                </a:cubicBezTo>
                <a:cubicBezTo>
                  <a:pt x="26256" y="4862"/>
                  <a:pt x="25795" y="4701"/>
                  <a:pt x="25464" y="4381"/>
                </a:cubicBezTo>
                <a:cubicBezTo>
                  <a:pt x="25132" y="4061"/>
                  <a:pt x="24967" y="3606"/>
                  <a:pt x="24967" y="3017"/>
                </a:cubicBezTo>
                <a:cubicBezTo>
                  <a:pt x="24967" y="2434"/>
                  <a:pt x="25125" y="1971"/>
                  <a:pt x="25443" y="1629"/>
                </a:cubicBezTo>
                <a:cubicBezTo>
                  <a:pt x="25760" y="1286"/>
                  <a:pt x="26178" y="1115"/>
                  <a:pt x="26696" y="1115"/>
                </a:cubicBezTo>
                <a:cubicBezTo>
                  <a:pt x="27176" y="1115"/>
                  <a:pt x="27547" y="1255"/>
                  <a:pt x="27807" y="1536"/>
                </a:cubicBezTo>
                <a:cubicBezTo>
                  <a:pt x="28067" y="1817"/>
                  <a:pt x="28197" y="2216"/>
                  <a:pt x="28197" y="2733"/>
                </a:cubicBezTo>
                <a:lnTo>
                  <a:pt x="28197" y="3058"/>
                </a:lnTo>
                <a:moveTo>
                  <a:pt x="27614" y="2600"/>
                </a:moveTo>
                <a:cubicBezTo>
                  <a:pt x="27612" y="2285"/>
                  <a:pt x="27533" y="2042"/>
                  <a:pt x="27377" y="1870"/>
                </a:cubicBezTo>
                <a:cubicBezTo>
                  <a:pt x="27221" y="1698"/>
                  <a:pt x="26983" y="1612"/>
                  <a:pt x="26665" y="1612"/>
                </a:cubicBezTo>
                <a:cubicBezTo>
                  <a:pt x="26344" y="1612"/>
                  <a:pt x="26088" y="1707"/>
                  <a:pt x="25898" y="1896"/>
                </a:cubicBezTo>
                <a:cubicBezTo>
                  <a:pt x="25708" y="2085"/>
                  <a:pt x="25601" y="2319"/>
                  <a:pt x="25575" y="2600"/>
                </a:cubicBezTo>
                <a:lnTo>
                  <a:pt x="27614" y="2600"/>
                </a:lnTo>
                <a:close/>
                <a:moveTo>
                  <a:pt x="31870" y="4779"/>
                </a:moveTo>
                <a:lnTo>
                  <a:pt x="31275" y="4779"/>
                </a:lnTo>
                <a:lnTo>
                  <a:pt x="31275" y="4402"/>
                </a:lnTo>
                <a:cubicBezTo>
                  <a:pt x="31221" y="4438"/>
                  <a:pt x="31150" y="4489"/>
                  <a:pt x="31059" y="4554"/>
                </a:cubicBezTo>
                <a:cubicBezTo>
                  <a:pt x="30969" y="4619"/>
                  <a:pt x="30882" y="4670"/>
                  <a:pt x="30797" y="4708"/>
                </a:cubicBezTo>
                <a:cubicBezTo>
                  <a:pt x="30697" y="4757"/>
                  <a:pt x="30582" y="4798"/>
                  <a:pt x="30453" y="4831"/>
                </a:cubicBezTo>
                <a:cubicBezTo>
                  <a:pt x="30323" y="4864"/>
                  <a:pt x="30171" y="4881"/>
                  <a:pt x="29997" y="4881"/>
                </a:cubicBezTo>
                <a:cubicBezTo>
                  <a:pt x="29676" y="4881"/>
                  <a:pt x="29404" y="4774"/>
                  <a:pt x="29181" y="4562"/>
                </a:cubicBezTo>
                <a:cubicBezTo>
                  <a:pt x="28958" y="4349"/>
                  <a:pt x="28847" y="4078"/>
                  <a:pt x="28847" y="3748"/>
                </a:cubicBezTo>
                <a:cubicBezTo>
                  <a:pt x="28847" y="3478"/>
                  <a:pt x="28905" y="3260"/>
                  <a:pt x="29021" y="3093"/>
                </a:cubicBezTo>
                <a:cubicBezTo>
                  <a:pt x="29136" y="2926"/>
                  <a:pt x="29301" y="2794"/>
                  <a:pt x="29516" y="2699"/>
                </a:cubicBezTo>
                <a:cubicBezTo>
                  <a:pt x="29733" y="2603"/>
                  <a:pt x="29993" y="2538"/>
                  <a:pt x="30296" y="2504"/>
                </a:cubicBezTo>
                <a:cubicBezTo>
                  <a:pt x="30600" y="2470"/>
                  <a:pt x="30926" y="2445"/>
                  <a:pt x="31275" y="2428"/>
                </a:cubicBezTo>
                <a:lnTo>
                  <a:pt x="31275" y="2334"/>
                </a:lnTo>
                <a:cubicBezTo>
                  <a:pt x="31275" y="2197"/>
                  <a:pt x="31251" y="2084"/>
                  <a:pt x="31203" y="1994"/>
                </a:cubicBezTo>
                <a:cubicBezTo>
                  <a:pt x="31155" y="1904"/>
                  <a:pt x="31087" y="1833"/>
                  <a:pt x="30997" y="1782"/>
                </a:cubicBezTo>
                <a:cubicBezTo>
                  <a:pt x="30912" y="1733"/>
                  <a:pt x="30810" y="1699"/>
                  <a:pt x="30692" y="1682"/>
                </a:cubicBezTo>
                <a:cubicBezTo>
                  <a:pt x="30573" y="1665"/>
                  <a:pt x="30448" y="1657"/>
                  <a:pt x="30319" y="1657"/>
                </a:cubicBezTo>
                <a:cubicBezTo>
                  <a:pt x="30162" y="1657"/>
                  <a:pt x="29986" y="1678"/>
                  <a:pt x="29793" y="1720"/>
                </a:cubicBezTo>
                <a:cubicBezTo>
                  <a:pt x="29600" y="1763"/>
                  <a:pt x="29400" y="1824"/>
                  <a:pt x="29194" y="1905"/>
                </a:cubicBezTo>
                <a:lnTo>
                  <a:pt x="29162" y="1905"/>
                </a:lnTo>
                <a:lnTo>
                  <a:pt x="29162" y="1297"/>
                </a:lnTo>
                <a:cubicBezTo>
                  <a:pt x="29279" y="1265"/>
                  <a:pt x="29448" y="1230"/>
                  <a:pt x="29669" y="1191"/>
                </a:cubicBezTo>
                <a:cubicBezTo>
                  <a:pt x="29890" y="1153"/>
                  <a:pt x="30107" y="1134"/>
                  <a:pt x="30322" y="1134"/>
                </a:cubicBezTo>
                <a:cubicBezTo>
                  <a:pt x="30573" y="1134"/>
                  <a:pt x="30791" y="1155"/>
                  <a:pt x="30977" y="1196"/>
                </a:cubicBezTo>
                <a:cubicBezTo>
                  <a:pt x="31162" y="1238"/>
                  <a:pt x="31323" y="1308"/>
                  <a:pt x="31459" y="1408"/>
                </a:cubicBezTo>
                <a:cubicBezTo>
                  <a:pt x="31593" y="1506"/>
                  <a:pt x="31695" y="1632"/>
                  <a:pt x="31765" y="1787"/>
                </a:cubicBezTo>
                <a:cubicBezTo>
                  <a:pt x="31835" y="1942"/>
                  <a:pt x="31870" y="2134"/>
                  <a:pt x="31870" y="2364"/>
                </a:cubicBezTo>
                <a:lnTo>
                  <a:pt x="31870" y="4779"/>
                </a:lnTo>
                <a:moveTo>
                  <a:pt x="31275" y="3907"/>
                </a:moveTo>
                <a:lnTo>
                  <a:pt x="31275" y="2912"/>
                </a:lnTo>
                <a:cubicBezTo>
                  <a:pt x="31092" y="2923"/>
                  <a:pt x="30877" y="2939"/>
                  <a:pt x="30629" y="2960"/>
                </a:cubicBezTo>
                <a:cubicBezTo>
                  <a:pt x="30382" y="2981"/>
                  <a:pt x="30186" y="3012"/>
                  <a:pt x="30042" y="3053"/>
                </a:cubicBezTo>
                <a:cubicBezTo>
                  <a:pt x="29870" y="3102"/>
                  <a:pt x="29730" y="3178"/>
                  <a:pt x="29624" y="3281"/>
                </a:cubicBezTo>
                <a:cubicBezTo>
                  <a:pt x="29518" y="3385"/>
                  <a:pt x="29465" y="3527"/>
                  <a:pt x="29465" y="3709"/>
                </a:cubicBezTo>
                <a:cubicBezTo>
                  <a:pt x="29465" y="3913"/>
                  <a:pt x="29527" y="4068"/>
                  <a:pt x="29650" y="4171"/>
                </a:cubicBezTo>
                <a:cubicBezTo>
                  <a:pt x="29773" y="4275"/>
                  <a:pt x="29961" y="4326"/>
                  <a:pt x="30214" y="4326"/>
                </a:cubicBezTo>
                <a:cubicBezTo>
                  <a:pt x="30424" y="4326"/>
                  <a:pt x="30616" y="4285"/>
                  <a:pt x="30790" y="4203"/>
                </a:cubicBezTo>
                <a:cubicBezTo>
                  <a:pt x="30964" y="4121"/>
                  <a:pt x="31126" y="4022"/>
                  <a:pt x="31275" y="3907"/>
                </a:cubicBezTo>
                <a:close/>
                <a:moveTo>
                  <a:pt x="36002" y="3058"/>
                </a:moveTo>
                <a:lnTo>
                  <a:pt x="33380" y="3058"/>
                </a:lnTo>
                <a:cubicBezTo>
                  <a:pt x="33380" y="3278"/>
                  <a:pt x="33413" y="3469"/>
                  <a:pt x="33479" y="3632"/>
                </a:cubicBezTo>
                <a:cubicBezTo>
                  <a:pt x="33545" y="3794"/>
                  <a:pt x="33635" y="3928"/>
                  <a:pt x="33750" y="4032"/>
                </a:cubicBezTo>
                <a:cubicBezTo>
                  <a:pt x="33860" y="4135"/>
                  <a:pt x="33991" y="4211"/>
                  <a:pt x="34143" y="4262"/>
                </a:cubicBezTo>
                <a:cubicBezTo>
                  <a:pt x="34295" y="4314"/>
                  <a:pt x="34462" y="4339"/>
                  <a:pt x="34645" y="4339"/>
                </a:cubicBezTo>
                <a:cubicBezTo>
                  <a:pt x="34887" y="4339"/>
                  <a:pt x="35131" y="4290"/>
                  <a:pt x="35376" y="4193"/>
                </a:cubicBezTo>
                <a:cubicBezTo>
                  <a:pt x="35622" y="4096"/>
                  <a:pt x="35796" y="4000"/>
                  <a:pt x="35900" y="3906"/>
                </a:cubicBezTo>
                <a:lnTo>
                  <a:pt x="35932" y="3906"/>
                </a:lnTo>
                <a:lnTo>
                  <a:pt x="35932" y="4561"/>
                </a:lnTo>
                <a:cubicBezTo>
                  <a:pt x="35730" y="4646"/>
                  <a:pt x="35524" y="4718"/>
                  <a:pt x="35314" y="4775"/>
                </a:cubicBezTo>
                <a:cubicBezTo>
                  <a:pt x="35104" y="4833"/>
                  <a:pt x="34883" y="4862"/>
                  <a:pt x="34651" y="4862"/>
                </a:cubicBezTo>
                <a:cubicBezTo>
                  <a:pt x="34061" y="4862"/>
                  <a:pt x="33600" y="4701"/>
                  <a:pt x="33269" y="4381"/>
                </a:cubicBezTo>
                <a:cubicBezTo>
                  <a:pt x="32937" y="4061"/>
                  <a:pt x="32772" y="3606"/>
                  <a:pt x="32772" y="3017"/>
                </a:cubicBezTo>
                <a:cubicBezTo>
                  <a:pt x="32772" y="2434"/>
                  <a:pt x="32931" y="1971"/>
                  <a:pt x="33248" y="1629"/>
                </a:cubicBezTo>
                <a:cubicBezTo>
                  <a:pt x="33566" y="1286"/>
                  <a:pt x="33983" y="1115"/>
                  <a:pt x="34502" y="1115"/>
                </a:cubicBezTo>
                <a:cubicBezTo>
                  <a:pt x="34982" y="1115"/>
                  <a:pt x="35352" y="1255"/>
                  <a:pt x="35612" y="1536"/>
                </a:cubicBezTo>
                <a:cubicBezTo>
                  <a:pt x="35872" y="1817"/>
                  <a:pt x="36002" y="2216"/>
                  <a:pt x="36002" y="2733"/>
                </a:cubicBezTo>
                <a:lnTo>
                  <a:pt x="36002" y="3058"/>
                </a:lnTo>
                <a:moveTo>
                  <a:pt x="35419" y="2600"/>
                </a:moveTo>
                <a:cubicBezTo>
                  <a:pt x="35417" y="2285"/>
                  <a:pt x="35338" y="2042"/>
                  <a:pt x="35182" y="1870"/>
                </a:cubicBezTo>
                <a:cubicBezTo>
                  <a:pt x="35026" y="1698"/>
                  <a:pt x="34788" y="1612"/>
                  <a:pt x="34470" y="1612"/>
                </a:cubicBezTo>
                <a:cubicBezTo>
                  <a:pt x="34149" y="1612"/>
                  <a:pt x="33894" y="1707"/>
                  <a:pt x="33704" y="1896"/>
                </a:cubicBezTo>
                <a:cubicBezTo>
                  <a:pt x="33514" y="2085"/>
                  <a:pt x="33406" y="2319"/>
                  <a:pt x="33380" y="2600"/>
                </a:cubicBezTo>
                <a:lnTo>
                  <a:pt x="35419" y="260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1259D30-EC03-459F-A1E3-06CD5277C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536" y="1097203"/>
            <a:ext cx="24866" cy="28198"/>
          </a:xfrm>
          <a:custGeom xmlns:a="http://schemas.openxmlformats.org/drawingml/2006/main">
            <a:pathLst>
              <a:path w="24866" h="28198">
                <a:moveTo>
                  <a:pt x="0" y="0"/>
                </a:moveTo>
                <a:lnTo>
                  <a:pt x="24866" y="0"/>
                </a:lnTo>
                <a:lnTo>
                  <a:pt x="24866" y="28198"/>
                </a:lnTo>
                <a:lnTo>
                  <a:pt x="0" y="281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96AE07-22C7-43D2-A396-0E42A3C3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1536" y="1097205"/>
            <a:ext cx="24867" cy="28199"/>
          </a:xfrm>
          <a:custGeom xmlns:a="http://schemas.openxmlformats.org/drawingml/2006/main">
            <a:pathLst>
              <a:path w="24867" h="28199" fill="none">
                <a:moveTo>
                  <a:pt x="0" y="0"/>
                </a:moveTo>
                <a:lnTo>
                  <a:pt x="24867" y="0"/>
                </a:lnTo>
                <a:lnTo>
                  <a:pt x="24867" y="28199"/>
                </a:lnTo>
                <a:lnTo>
                  <a:pt x="0" y="2819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DAAEDA7-3FAA-4AB9-9D17-8E4EE8CD0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02" y="1097203"/>
            <a:ext cx="14630" cy="4032"/>
          </a:xfrm>
          <a:custGeom xmlns:a="http://schemas.openxmlformats.org/drawingml/2006/main">
            <a:pathLst>
              <a:path w="14630" h="4032">
                <a:moveTo>
                  <a:pt x="0" y="0"/>
                </a:moveTo>
                <a:lnTo>
                  <a:pt x="14630" y="0"/>
                </a:lnTo>
                <a:lnTo>
                  <a:pt x="14630" y="4032"/>
                </a:lnTo>
                <a:lnTo>
                  <a:pt x="0" y="4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1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AB4650-BA50-404E-B9B2-798F41FC0C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01" y="1097205"/>
            <a:ext cx="14630" cy="4032"/>
          </a:xfrm>
          <a:custGeom xmlns:a="http://schemas.openxmlformats.org/drawingml/2006/main">
            <a:pathLst>
              <a:path w="14630" h="4032" fill="none">
                <a:moveTo>
                  <a:pt x="0" y="0"/>
                </a:moveTo>
                <a:lnTo>
                  <a:pt x="14630" y="0"/>
                </a:lnTo>
                <a:lnTo>
                  <a:pt x="14630" y="4032"/>
                </a:lnTo>
                <a:lnTo>
                  <a:pt x="0" y="40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1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D17DD-E05C-4078-BA6F-728DC911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029" y="1097203"/>
            <a:ext cx="13285" cy="4032"/>
          </a:xfrm>
          <a:custGeom xmlns:a="http://schemas.openxmlformats.org/drawingml/2006/main">
            <a:pathLst>
              <a:path w="13285" h="4032">
                <a:moveTo>
                  <a:pt x="0" y="0"/>
                </a:moveTo>
                <a:lnTo>
                  <a:pt x="13285" y="0"/>
                </a:lnTo>
                <a:lnTo>
                  <a:pt x="13285" y="4032"/>
                </a:lnTo>
                <a:lnTo>
                  <a:pt x="0" y="4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2A7C15E-2C13-4BE5-AF33-46002A7075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6029" y="1097205"/>
            <a:ext cx="13285" cy="4032"/>
          </a:xfrm>
          <a:custGeom xmlns:a="http://schemas.openxmlformats.org/drawingml/2006/main">
            <a:pathLst>
              <a:path w="13285" h="4032" fill="none">
                <a:moveTo>
                  <a:pt x="0" y="0"/>
                </a:moveTo>
                <a:lnTo>
                  <a:pt x="13285" y="0"/>
                </a:lnTo>
                <a:lnTo>
                  <a:pt x="13285" y="4032"/>
                </a:lnTo>
                <a:lnTo>
                  <a:pt x="0" y="40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DB5889-C3E6-4C42-AB85-15FB06AC7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02" y="1123732"/>
            <a:ext cx="331" cy="3246"/>
          </a:xfrm>
          <a:custGeom xmlns:a="http://schemas.openxmlformats.org/drawingml/2006/main">
            <a:pathLst>
              <a:path w="331" h="3246">
                <a:moveTo>
                  <a:pt x="0" y="0"/>
                </a:moveTo>
                <a:lnTo>
                  <a:pt x="331" y="0"/>
                </a:lnTo>
                <a:lnTo>
                  <a:pt x="331" y="3246"/>
                </a:lnTo>
                <a:lnTo>
                  <a:pt x="0" y="32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8B056B2-91F0-4E9C-A2E2-8CA9F7504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8901" y="1123735"/>
            <a:ext cx="332" cy="3246"/>
          </a:xfrm>
          <a:custGeom xmlns:a="http://schemas.openxmlformats.org/drawingml/2006/main">
            <a:pathLst>
              <a:path w="332" h="3246" fill="none">
                <a:moveTo>
                  <a:pt x="0" y="0"/>
                </a:moveTo>
                <a:lnTo>
                  <a:pt x="332" y="0"/>
                </a:lnTo>
                <a:lnTo>
                  <a:pt x="332" y="3246"/>
                </a:lnTo>
                <a:lnTo>
                  <a:pt x="0" y="324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841BFC8-1E9A-48BE-9D61-DC1CBFB39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81" y="1507706"/>
            <a:ext cx="349038" cy="207746"/>
          </a:xfrm>
          <a:custGeom xmlns:a="http://schemas.openxmlformats.org/drawingml/2006/main">
            <a:pathLst>
              <a:path w="349038" h="207746">
                <a:moveTo>
                  <a:pt x="0" y="0"/>
                </a:moveTo>
                <a:lnTo>
                  <a:pt x="349038" y="0"/>
                </a:lnTo>
                <a:lnTo>
                  <a:pt x="349038" y="207746"/>
                </a:lnTo>
                <a:lnTo>
                  <a:pt x="0" y="20774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FCAA53E-111A-4F19-A2B4-DE54731A0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82" y="1507707"/>
            <a:ext cx="349037" cy="207747"/>
          </a:xfrm>
          <a:custGeom xmlns:a="http://schemas.openxmlformats.org/drawingml/2006/main">
            <a:pathLst>
              <a:path w="349037" h="207747" fill="none">
                <a:moveTo>
                  <a:pt x="0" y="0"/>
                </a:moveTo>
                <a:lnTo>
                  <a:pt x="349037" y="0"/>
                </a:lnTo>
                <a:lnTo>
                  <a:pt x="349037" y="207747"/>
                </a:lnTo>
                <a:lnTo>
                  <a:pt x="0" y="2077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05" name="Text Fabaceae">
            <a:extLst xmlns:a="http://schemas.openxmlformats.org/drawingml/2006/main">
              <a:ext uri="{FF2B5EF4-FFF2-40B4-BE49-F238E27FC236}">
                <a16:creationId xmlns:a16="http://schemas.microsoft.com/office/drawing/2014/main" id="{29FE35D5-8064-4494-AD9A-2BCA86A6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7279" y="1545719"/>
            <a:ext cx="294455" cy="50009"/>
          </a:xfrm>
          <a:custGeom xmlns:a="http://schemas.openxmlformats.org/drawingml/2006/main">
            <a:pathLst>
              <a:path w="294455" h="50009">
                <a:moveTo>
                  <a:pt x="29949" y="7621"/>
                </a:moveTo>
                <a:lnTo>
                  <a:pt x="6235" y="7621"/>
                </a:lnTo>
                <a:lnTo>
                  <a:pt x="6235" y="20848"/>
                </a:lnTo>
                <a:lnTo>
                  <a:pt x="26611" y="20848"/>
                </a:lnTo>
                <a:lnTo>
                  <a:pt x="26611" y="26390"/>
                </a:lnTo>
                <a:lnTo>
                  <a:pt x="6235" y="26390"/>
                </a:lnTo>
                <a:lnTo>
                  <a:pt x="6235" y="49001"/>
                </a:lnTo>
                <a:lnTo>
                  <a:pt x="0" y="49001"/>
                </a:lnTo>
                <a:lnTo>
                  <a:pt x="0" y="2078"/>
                </a:lnTo>
                <a:lnTo>
                  <a:pt x="29949" y="2078"/>
                </a:lnTo>
                <a:lnTo>
                  <a:pt x="29949" y="7621"/>
                </a:lnTo>
                <a:close/>
                <a:moveTo>
                  <a:pt x="63928" y="49001"/>
                </a:moveTo>
                <a:lnTo>
                  <a:pt x="58040" y="49001"/>
                </a:lnTo>
                <a:lnTo>
                  <a:pt x="58040" y="45279"/>
                </a:lnTo>
                <a:cubicBezTo>
                  <a:pt x="57515" y="45637"/>
                  <a:pt x="56806" y="46136"/>
                  <a:pt x="55914" y="46777"/>
                </a:cubicBezTo>
                <a:cubicBezTo>
                  <a:pt x="55022" y="47418"/>
                  <a:pt x="54156" y="47928"/>
                  <a:pt x="53316" y="48306"/>
                </a:cubicBezTo>
                <a:cubicBezTo>
                  <a:pt x="52329" y="48790"/>
                  <a:pt x="51195" y="49194"/>
                  <a:pt x="49915" y="49520"/>
                </a:cubicBezTo>
                <a:cubicBezTo>
                  <a:pt x="48634" y="49846"/>
                  <a:pt x="47133" y="50009"/>
                  <a:pt x="45411" y="50009"/>
                </a:cubicBezTo>
                <a:cubicBezTo>
                  <a:pt x="42241" y="50009"/>
                  <a:pt x="39554" y="48958"/>
                  <a:pt x="37349" y="46856"/>
                </a:cubicBezTo>
                <a:cubicBezTo>
                  <a:pt x="35145" y="44754"/>
                  <a:pt x="34043" y="42073"/>
                  <a:pt x="34043" y="38815"/>
                </a:cubicBezTo>
                <a:cubicBezTo>
                  <a:pt x="34043" y="36145"/>
                  <a:pt x="34615" y="33985"/>
                  <a:pt x="35759" y="32335"/>
                </a:cubicBezTo>
                <a:cubicBezTo>
                  <a:pt x="36903" y="30684"/>
                  <a:pt x="38536" y="29386"/>
                  <a:pt x="40656" y="28441"/>
                </a:cubicBezTo>
                <a:cubicBezTo>
                  <a:pt x="42797" y="27495"/>
                  <a:pt x="45369" y="26854"/>
                  <a:pt x="48372" y="26517"/>
                </a:cubicBezTo>
                <a:cubicBezTo>
                  <a:pt x="51374" y="26180"/>
                  <a:pt x="54596" y="25928"/>
                  <a:pt x="58040" y="25760"/>
                </a:cubicBezTo>
                <a:lnTo>
                  <a:pt x="58040" y="24839"/>
                </a:lnTo>
                <a:cubicBezTo>
                  <a:pt x="58040" y="23484"/>
                  <a:pt x="57803" y="22362"/>
                  <a:pt x="57331" y="21473"/>
                </a:cubicBezTo>
                <a:cubicBezTo>
                  <a:pt x="56859" y="20584"/>
                  <a:pt x="56181" y="19886"/>
                  <a:pt x="55300" y="19377"/>
                </a:cubicBezTo>
                <a:cubicBezTo>
                  <a:pt x="54460" y="18890"/>
                  <a:pt x="53452" y="18562"/>
                  <a:pt x="52277" y="18393"/>
                </a:cubicBezTo>
                <a:cubicBezTo>
                  <a:pt x="51101" y="18224"/>
                  <a:pt x="49873" y="18139"/>
                  <a:pt x="48592" y="18139"/>
                </a:cubicBezTo>
                <a:cubicBezTo>
                  <a:pt x="47038" y="18139"/>
                  <a:pt x="45306" y="18350"/>
                  <a:pt x="43396" y="18770"/>
                </a:cubicBezTo>
                <a:cubicBezTo>
                  <a:pt x="41485" y="19190"/>
                  <a:pt x="39512" y="19798"/>
                  <a:pt x="37475" y="20596"/>
                </a:cubicBezTo>
                <a:lnTo>
                  <a:pt x="37160" y="20596"/>
                </a:lnTo>
                <a:lnTo>
                  <a:pt x="37160" y="14581"/>
                </a:lnTo>
                <a:cubicBezTo>
                  <a:pt x="38315" y="14266"/>
                  <a:pt x="39984" y="13919"/>
                  <a:pt x="42168" y="13541"/>
                </a:cubicBezTo>
                <a:cubicBezTo>
                  <a:pt x="44351" y="13164"/>
                  <a:pt x="46503" y="12975"/>
                  <a:pt x="48623" y="12975"/>
                </a:cubicBezTo>
                <a:cubicBezTo>
                  <a:pt x="51101" y="12975"/>
                  <a:pt x="53258" y="13179"/>
                  <a:pt x="55095" y="13589"/>
                </a:cubicBezTo>
                <a:cubicBezTo>
                  <a:pt x="56932" y="13998"/>
                  <a:pt x="58522" y="14696"/>
                  <a:pt x="59866" y="15683"/>
                </a:cubicBezTo>
                <a:cubicBezTo>
                  <a:pt x="61189" y="16649"/>
                  <a:pt x="62196" y="17898"/>
                  <a:pt x="62889" y="19430"/>
                </a:cubicBezTo>
                <a:cubicBezTo>
                  <a:pt x="63582" y="20963"/>
                  <a:pt x="63928" y="22863"/>
                  <a:pt x="63928" y="25130"/>
                </a:cubicBezTo>
                <a:lnTo>
                  <a:pt x="63928" y="49001"/>
                </a:lnTo>
                <a:moveTo>
                  <a:pt x="58040" y="40385"/>
                </a:moveTo>
                <a:lnTo>
                  <a:pt x="58040" y="30547"/>
                </a:lnTo>
                <a:cubicBezTo>
                  <a:pt x="56234" y="30653"/>
                  <a:pt x="54108" y="30811"/>
                  <a:pt x="51662" y="31022"/>
                </a:cubicBezTo>
                <a:cubicBezTo>
                  <a:pt x="49217" y="31233"/>
                  <a:pt x="47280" y="31538"/>
                  <a:pt x="45852" y="31939"/>
                </a:cubicBezTo>
                <a:cubicBezTo>
                  <a:pt x="44152" y="32424"/>
                  <a:pt x="42776" y="33178"/>
                  <a:pt x="41727" y="34201"/>
                </a:cubicBezTo>
                <a:cubicBezTo>
                  <a:pt x="40677" y="35224"/>
                  <a:pt x="40152" y="36632"/>
                  <a:pt x="40152" y="38424"/>
                </a:cubicBezTo>
                <a:cubicBezTo>
                  <a:pt x="40152" y="40449"/>
                  <a:pt x="40761" y="41972"/>
                  <a:pt x="41979" y="42995"/>
                </a:cubicBezTo>
                <a:cubicBezTo>
                  <a:pt x="43196" y="44018"/>
                  <a:pt x="45054" y="44529"/>
                  <a:pt x="47553" y="44529"/>
                </a:cubicBezTo>
                <a:cubicBezTo>
                  <a:pt x="49631" y="44529"/>
                  <a:pt x="51531" y="44124"/>
                  <a:pt x="53253" y="43312"/>
                </a:cubicBezTo>
                <a:cubicBezTo>
                  <a:pt x="54974" y="42500"/>
                  <a:pt x="56570" y="41524"/>
                  <a:pt x="58040" y="40385"/>
                </a:cubicBezTo>
                <a:close/>
                <a:moveTo>
                  <a:pt x="106286" y="31129"/>
                </a:moveTo>
                <a:cubicBezTo>
                  <a:pt x="106286" y="34076"/>
                  <a:pt x="105871" y="36728"/>
                  <a:pt x="105042" y="39085"/>
                </a:cubicBezTo>
                <a:cubicBezTo>
                  <a:pt x="104213" y="41443"/>
                  <a:pt x="103095" y="43421"/>
                  <a:pt x="101688" y="45020"/>
                </a:cubicBezTo>
                <a:cubicBezTo>
                  <a:pt x="100197" y="46684"/>
                  <a:pt x="98560" y="47931"/>
                  <a:pt x="96775" y="48762"/>
                </a:cubicBezTo>
                <a:cubicBezTo>
                  <a:pt x="94991" y="49593"/>
                  <a:pt x="93028" y="50009"/>
                  <a:pt x="90886" y="50009"/>
                </a:cubicBezTo>
                <a:cubicBezTo>
                  <a:pt x="88892" y="50009"/>
                  <a:pt x="87149" y="49772"/>
                  <a:pt x="85659" y="49298"/>
                </a:cubicBezTo>
                <a:cubicBezTo>
                  <a:pt x="84168" y="48825"/>
                  <a:pt x="82698" y="48188"/>
                  <a:pt x="81250" y="47388"/>
                </a:cubicBezTo>
                <a:lnTo>
                  <a:pt x="80872" y="49001"/>
                </a:lnTo>
                <a:lnTo>
                  <a:pt x="75329" y="49001"/>
                </a:lnTo>
                <a:lnTo>
                  <a:pt x="75329" y="0"/>
                </a:lnTo>
                <a:lnTo>
                  <a:pt x="81250" y="0"/>
                </a:lnTo>
                <a:lnTo>
                  <a:pt x="81250" y="17458"/>
                </a:lnTo>
                <a:cubicBezTo>
                  <a:pt x="82908" y="16090"/>
                  <a:pt x="84672" y="14970"/>
                  <a:pt x="86540" y="14097"/>
                </a:cubicBezTo>
                <a:cubicBezTo>
                  <a:pt x="88409" y="13223"/>
                  <a:pt x="90508" y="12786"/>
                  <a:pt x="92839" y="12786"/>
                </a:cubicBezTo>
                <a:cubicBezTo>
                  <a:pt x="96996" y="12786"/>
                  <a:pt x="100276" y="14386"/>
                  <a:pt x="102680" y="17585"/>
                </a:cubicBezTo>
                <a:cubicBezTo>
                  <a:pt x="105084" y="20784"/>
                  <a:pt x="106286" y="25299"/>
                  <a:pt x="106286" y="31129"/>
                </a:cubicBezTo>
                <a:moveTo>
                  <a:pt x="100176" y="31287"/>
                </a:moveTo>
                <a:cubicBezTo>
                  <a:pt x="100176" y="27083"/>
                  <a:pt x="99484" y="23893"/>
                  <a:pt x="98098" y="21718"/>
                </a:cubicBezTo>
                <a:cubicBezTo>
                  <a:pt x="96712" y="19542"/>
                  <a:pt x="94476" y="18454"/>
                  <a:pt x="91390" y="18454"/>
                </a:cubicBezTo>
                <a:cubicBezTo>
                  <a:pt x="89669" y="18454"/>
                  <a:pt x="87926" y="18827"/>
                  <a:pt x="86163" y="19574"/>
                </a:cubicBezTo>
                <a:cubicBezTo>
                  <a:pt x="84399" y="20320"/>
                  <a:pt x="82761" y="21282"/>
                  <a:pt x="81250" y="22459"/>
                </a:cubicBezTo>
                <a:lnTo>
                  <a:pt x="81250" y="42638"/>
                </a:lnTo>
                <a:cubicBezTo>
                  <a:pt x="82929" y="43394"/>
                  <a:pt x="84373" y="43920"/>
                  <a:pt x="85580" y="44214"/>
                </a:cubicBezTo>
                <a:cubicBezTo>
                  <a:pt x="86787" y="44508"/>
                  <a:pt x="88157" y="44655"/>
                  <a:pt x="89690" y="44655"/>
                </a:cubicBezTo>
                <a:cubicBezTo>
                  <a:pt x="92965" y="44655"/>
                  <a:pt x="95531" y="43578"/>
                  <a:pt x="97389" y="41423"/>
                </a:cubicBezTo>
                <a:cubicBezTo>
                  <a:pt x="99247" y="39269"/>
                  <a:pt x="100176" y="35890"/>
                  <a:pt x="100176" y="31287"/>
                </a:cubicBezTo>
                <a:close/>
                <a:moveTo>
                  <a:pt x="142847" y="49001"/>
                </a:moveTo>
                <a:lnTo>
                  <a:pt x="136958" y="49001"/>
                </a:lnTo>
                <a:lnTo>
                  <a:pt x="136958" y="45279"/>
                </a:lnTo>
                <a:cubicBezTo>
                  <a:pt x="136433" y="45637"/>
                  <a:pt x="135724" y="46136"/>
                  <a:pt x="134832" y="46777"/>
                </a:cubicBezTo>
                <a:cubicBezTo>
                  <a:pt x="133940" y="47418"/>
                  <a:pt x="133074" y="47928"/>
                  <a:pt x="132234" y="48306"/>
                </a:cubicBezTo>
                <a:cubicBezTo>
                  <a:pt x="131247" y="48790"/>
                  <a:pt x="130114" y="49194"/>
                  <a:pt x="128833" y="49520"/>
                </a:cubicBezTo>
                <a:cubicBezTo>
                  <a:pt x="127552" y="49846"/>
                  <a:pt x="126051" y="50009"/>
                  <a:pt x="124330" y="50009"/>
                </a:cubicBezTo>
                <a:cubicBezTo>
                  <a:pt x="121159" y="50009"/>
                  <a:pt x="118472" y="48958"/>
                  <a:pt x="116268" y="46856"/>
                </a:cubicBezTo>
                <a:cubicBezTo>
                  <a:pt x="114063" y="44754"/>
                  <a:pt x="112961" y="42073"/>
                  <a:pt x="112961" y="38815"/>
                </a:cubicBezTo>
                <a:cubicBezTo>
                  <a:pt x="112961" y="36145"/>
                  <a:pt x="113533" y="33985"/>
                  <a:pt x="114677" y="32335"/>
                </a:cubicBezTo>
                <a:cubicBezTo>
                  <a:pt x="115822" y="30684"/>
                  <a:pt x="117454" y="29386"/>
                  <a:pt x="119574" y="28441"/>
                </a:cubicBezTo>
                <a:cubicBezTo>
                  <a:pt x="121716" y="27495"/>
                  <a:pt x="124288" y="26854"/>
                  <a:pt x="127290" y="26517"/>
                </a:cubicBezTo>
                <a:cubicBezTo>
                  <a:pt x="130292" y="26180"/>
                  <a:pt x="133515" y="25928"/>
                  <a:pt x="136958" y="25760"/>
                </a:cubicBezTo>
                <a:lnTo>
                  <a:pt x="136958" y="24839"/>
                </a:lnTo>
                <a:cubicBezTo>
                  <a:pt x="136958" y="23484"/>
                  <a:pt x="136722" y="22362"/>
                  <a:pt x="136249" y="21473"/>
                </a:cubicBezTo>
                <a:cubicBezTo>
                  <a:pt x="135777" y="20584"/>
                  <a:pt x="135100" y="19886"/>
                  <a:pt x="134218" y="19377"/>
                </a:cubicBezTo>
                <a:cubicBezTo>
                  <a:pt x="133378" y="18890"/>
                  <a:pt x="132370" y="18562"/>
                  <a:pt x="131195" y="18393"/>
                </a:cubicBezTo>
                <a:cubicBezTo>
                  <a:pt x="130019" y="18224"/>
                  <a:pt x="128791" y="18139"/>
                  <a:pt x="127510" y="18139"/>
                </a:cubicBezTo>
                <a:cubicBezTo>
                  <a:pt x="125957" y="18139"/>
                  <a:pt x="124225" y="18350"/>
                  <a:pt x="122314" y="18770"/>
                </a:cubicBezTo>
                <a:cubicBezTo>
                  <a:pt x="120404" y="19190"/>
                  <a:pt x="118430" y="19798"/>
                  <a:pt x="116394" y="20596"/>
                </a:cubicBezTo>
                <a:lnTo>
                  <a:pt x="116079" y="20596"/>
                </a:lnTo>
                <a:lnTo>
                  <a:pt x="116079" y="14581"/>
                </a:lnTo>
                <a:cubicBezTo>
                  <a:pt x="117233" y="14266"/>
                  <a:pt x="118902" y="13919"/>
                  <a:pt x="121086" y="13541"/>
                </a:cubicBezTo>
                <a:cubicBezTo>
                  <a:pt x="123269" y="13164"/>
                  <a:pt x="125421" y="12975"/>
                  <a:pt x="127542" y="12975"/>
                </a:cubicBezTo>
                <a:cubicBezTo>
                  <a:pt x="130019" y="12975"/>
                  <a:pt x="132176" y="13179"/>
                  <a:pt x="134013" y="13589"/>
                </a:cubicBezTo>
                <a:cubicBezTo>
                  <a:pt x="135850" y="13998"/>
                  <a:pt x="137441" y="14696"/>
                  <a:pt x="138784" y="15683"/>
                </a:cubicBezTo>
                <a:cubicBezTo>
                  <a:pt x="140107" y="16649"/>
                  <a:pt x="141115" y="17898"/>
                  <a:pt x="141807" y="19430"/>
                </a:cubicBezTo>
                <a:cubicBezTo>
                  <a:pt x="142500" y="20963"/>
                  <a:pt x="142847" y="22863"/>
                  <a:pt x="142847" y="25130"/>
                </a:cubicBezTo>
                <a:lnTo>
                  <a:pt x="142847" y="49001"/>
                </a:lnTo>
                <a:moveTo>
                  <a:pt x="136958" y="40385"/>
                </a:moveTo>
                <a:lnTo>
                  <a:pt x="136958" y="30547"/>
                </a:lnTo>
                <a:cubicBezTo>
                  <a:pt x="135152" y="30653"/>
                  <a:pt x="133027" y="30811"/>
                  <a:pt x="130581" y="31022"/>
                </a:cubicBezTo>
                <a:cubicBezTo>
                  <a:pt x="128135" y="31233"/>
                  <a:pt x="126198" y="31538"/>
                  <a:pt x="124770" y="31939"/>
                </a:cubicBezTo>
                <a:cubicBezTo>
                  <a:pt x="123070" y="32424"/>
                  <a:pt x="121695" y="33178"/>
                  <a:pt x="120645" y="34201"/>
                </a:cubicBezTo>
                <a:cubicBezTo>
                  <a:pt x="119595" y="35224"/>
                  <a:pt x="119070" y="36632"/>
                  <a:pt x="119070" y="38424"/>
                </a:cubicBezTo>
                <a:cubicBezTo>
                  <a:pt x="119070" y="40449"/>
                  <a:pt x="119679" y="41972"/>
                  <a:pt x="120897" y="42995"/>
                </a:cubicBezTo>
                <a:cubicBezTo>
                  <a:pt x="122115" y="44018"/>
                  <a:pt x="123973" y="44529"/>
                  <a:pt x="126471" y="44529"/>
                </a:cubicBezTo>
                <a:cubicBezTo>
                  <a:pt x="128549" y="44529"/>
                  <a:pt x="130449" y="44124"/>
                  <a:pt x="132171" y="43312"/>
                </a:cubicBezTo>
                <a:cubicBezTo>
                  <a:pt x="133893" y="42500"/>
                  <a:pt x="135488" y="41524"/>
                  <a:pt x="136958" y="40385"/>
                </a:cubicBezTo>
                <a:close/>
                <a:moveTo>
                  <a:pt x="180260" y="46828"/>
                </a:moveTo>
                <a:cubicBezTo>
                  <a:pt x="178286" y="47773"/>
                  <a:pt x="176412" y="48508"/>
                  <a:pt x="174638" y="49033"/>
                </a:cubicBezTo>
                <a:cubicBezTo>
                  <a:pt x="172864" y="49558"/>
                  <a:pt x="170980" y="49820"/>
                  <a:pt x="168986" y="49820"/>
                </a:cubicBezTo>
                <a:cubicBezTo>
                  <a:pt x="166445" y="49820"/>
                  <a:pt x="164115" y="49447"/>
                  <a:pt x="161995" y="48700"/>
                </a:cubicBezTo>
                <a:cubicBezTo>
                  <a:pt x="159874" y="47953"/>
                  <a:pt x="158058" y="46823"/>
                  <a:pt x="156546" y="45309"/>
                </a:cubicBezTo>
                <a:cubicBezTo>
                  <a:pt x="155014" y="43795"/>
                  <a:pt x="153828" y="41881"/>
                  <a:pt x="152988" y="39567"/>
                </a:cubicBezTo>
                <a:cubicBezTo>
                  <a:pt x="152148" y="37254"/>
                  <a:pt x="151728" y="34552"/>
                  <a:pt x="151728" y="31460"/>
                </a:cubicBezTo>
                <a:cubicBezTo>
                  <a:pt x="151728" y="25698"/>
                  <a:pt x="153308" y="21177"/>
                  <a:pt x="156468" y="17896"/>
                </a:cubicBezTo>
                <a:cubicBezTo>
                  <a:pt x="159627" y="14615"/>
                  <a:pt x="163800" y="12975"/>
                  <a:pt x="168986" y="12975"/>
                </a:cubicBezTo>
                <a:cubicBezTo>
                  <a:pt x="171001" y="12975"/>
                  <a:pt x="172980" y="13258"/>
                  <a:pt x="174922" y="13825"/>
                </a:cubicBezTo>
                <a:cubicBezTo>
                  <a:pt x="176864" y="14392"/>
                  <a:pt x="178643" y="15085"/>
                  <a:pt x="180260" y="15903"/>
                </a:cubicBezTo>
                <a:lnTo>
                  <a:pt x="180260" y="22485"/>
                </a:lnTo>
                <a:lnTo>
                  <a:pt x="179945" y="22485"/>
                </a:lnTo>
                <a:cubicBezTo>
                  <a:pt x="178139" y="21088"/>
                  <a:pt x="176276" y="20015"/>
                  <a:pt x="174355" y="19265"/>
                </a:cubicBezTo>
                <a:cubicBezTo>
                  <a:pt x="172434" y="18515"/>
                  <a:pt x="170560" y="18139"/>
                  <a:pt x="168734" y="18139"/>
                </a:cubicBezTo>
                <a:cubicBezTo>
                  <a:pt x="165375" y="18139"/>
                  <a:pt x="162724" y="19268"/>
                  <a:pt x="160782" y="21525"/>
                </a:cubicBezTo>
                <a:cubicBezTo>
                  <a:pt x="158840" y="23782"/>
                  <a:pt x="157869" y="27093"/>
                  <a:pt x="157869" y="31460"/>
                </a:cubicBezTo>
                <a:cubicBezTo>
                  <a:pt x="157869" y="35701"/>
                  <a:pt x="158819" y="38961"/>
                  <a:pt x="160719" y="41238"/>
                </a:cubicBezTo>
                <a:cubicBezTo>
                  <a:pt x="162619" y="43516"/>
                  <a:pt x="165291" y="44655"/>
                  <a:pt x="168734" y="44655"/>
                </a:cubicBezTo>
                <a:cubicBezTo>
                  <a:pt x="169930" y="44655"/>
                  <a:pt x="171148" y="44499"/>
                  <a:pt x="172387" y="44187"/>
                </a:cubicBezTo>
                <a:cubicBezTo>
                  <a:pt x="173625" y="43874"/>
                  <a:pt x="174738" y="43467"/>
                  <a:pt x="175725" y="42967"/>
                </a:cubicBezTo>
                <a:cubicBezTo>
                  <a:pt x="176586" y="42529"/>
                  <a:pt x="177394" y="42065"/>
                  <a:pt x="178150" y="41576"/>
                </a:cubicBezTo>
                <a:cubicBezTo>
                  <a:pt x="178906" y="41086"/>
                  <a:pt x="179504" y="40664"/>
                  <a:pt x="179945" y="40309"/>
                </a:cubicBezTo>
                <a:lnTo>
                  <a:pt x="180260" y="40309"/>
                </a:lnTo>
                <a:lnTo>
                  <a:pt x="180260" y="46828"/>
                </a:lnTo>
                <a:close/>
                <a:moveTo>
                  <a:pt x="217293" y="31996"/>
                </a:moveTo>
                <a:lnTo>
                  <a:pt x="191375" y="31996"/>
                </a:lnTo>
                <a:cubicBezTo>
                  <a:pt x="191375" y="34163"/>
                  <a:pt x="191701" y="36052"/>
                  <a:pt x="192352" y="37662"/>
                </a:cubicBezTo>
                <a:cubicBezTo>
                  <a:pt x="193002" y="39272"/>
                  <a:pt x="193895" y="40593"/>
                  <a:pt x="195028" y="41624"/>
                </a:cubicBezTo>
                <a:cubicBezTo>
                  <a:pt x="196120" y="42635"/>
                  <a:pt x="197417" y="43392"/>
                  <a:pt x="198918" y="43898"/>
                </a:cubicBezTo>
                <a:cubicBezTo>
                  <a:pt x="200419" y="44403"/>
                  <a:pt x="202072" y="44655"/>
                  <a:pt x="203878" y="44655"/>
                </a:cubicBezTo>
                <a:cubicBezTo>
                  <a:pt x="206271" y="44655"/>
                  <a:pt x="208680" y="44174"/>
                  <a:pt x="211105" y="43212"/>
                </a:cubicBezTo>
                <a:cubicBezTo>
                  <a:pt x="213530" y="42249"/>
                  <a:pt x="215257" y="41303"/>
                  <a:pt x="216285" y="40372"/>
                </a:cubicBezTo>
                <a:lnTo>
                  <a:pt x="216600" y="40372"/>
                </a:lnTo>
                <a:lnTo>
                  <a:pt x="216600" y="46850"/>
                </a:lnTo>
                <a:cubicBezTo>
                  <a:pt x="214606" y="47692"/>
                  <a:pt x="212569" y="48398"/>
                  <a:pt x="210491" y="48967"/>
                </a:cubicBezTo>
                <a:cubicBezTo>
                  <a:pt x="208412" y="49536"/>
                  <a:pt x="206229" y="49820"/>
                  <a:pt x="203941" y="49820"/>
                </a:cubicBezTo>
                <a:cubicBezTo>
                  <a:pt x="198104" y="49820"/>
                  <a:pt x="193548" y="48238"/>
                  <a:pt x="190273" y="45073"/>
                </a:cubicBezTo>
                <a:cubicBezTo>
                  <a:pt x="186998" y="41908"/>
                  <a:pt x="185360" y="37412"/>
                  <a:pt x="185360" y="31586"/>
                </a:cubicBezTo>
                <a:cubicBezTo>
                  <a:pt x="185360" y="25825"/>
                  <a:pt x="186930" y="21251"/>
                  <a:pt x="190068" y="17865"/>
                </a:cubicBezTo>
                <a:cubicBezTo>
                  <a:pt x="193207" y="14479"/>
                  <a:pt x="197338" y="12786"/>
                  <a:pt x="202460" y="12786"/>
                </a:cubicBezTo>
                <a:cubicBezTo>
                  <a:pt x="207205" y="12786"/>
                  <a:pt x="210864" y="14174"/>
                  <a:pt x="213435" y="16949"/>
                </a:cubicBezTo>
                <a:cubicBezTo>
                  <a:pt x="216007" y="19725"/>
                  <a:pt x="217293" y="23668"/>
                  <a:pt x="217293" y="28779"/>
                </a:cubicBezTo>
                <a:lnTo>
                  <a:pt x="217293" y="31996"/>
                </a:lnTo>
                <a:moveTo>
                  <a:pt x="211530" y="27461"/>
                </a:moveTo>
                <a:cubicBezTo>
                  <a:pt x="211509" y="24354"/>
                  <a:pt x="210727" y="21950"/>
                  <a:pt x="209184" y="20249"/>
                </a:cubicBezTo>
                <a:cubicBezTo>
                  <a:pt x="207641" y="18549"/>
                  <a:pt x="205295" y="17698"/>
                  <a:pt x="202146" y="17698"/>
                </a:cubicBezTo>
                <a:cubicBezTo>
                  <a:pt x="198975" y="17698"/>
                  <a:pt x="196451" y="18633"/>
                  <a:pt x="194572" y="20501"/>
                </a:cubicBezTo>
                <a:cubicBezTo>
                  <a:pt x="192693" y="22370"/>
                  <a:pt x="191627" y="24690"/>
                  <a:pt x="191375" y="27461"/>
                </a:cubicBezTo>
                <a:lnTo>
                  <a:pt x="211530" y="27461"/>
                </a:lnTo>
                <a:close/>
                <a:moveTo>
                  <a:pt x="253603" y="49001"/>
                </a:moveTo>
                <a:lnTo>
                  <a:pt x="247714" y="49001"/>
                </a:lnTo>
                <a:lnTo>
                  <a:pt x="247714" y="45279"/>
                </a:lnTo>
                <a:cubicBezTo>
                  <a:pt x="247189" y="45637"/>
                  <a:pt x="246480" y="46136"/>
                  <a:pt x="245588" y="46777"/>
                </a:cubicBezTo>
                <a:cubicBezTo>
                  <a:pt x="244696" y="47418"/>
                  <a:pt x="243830" y="47928"/>
                  <a:pt x="242990" y="48306"/>
                </a:cubicBezTo>
                <a:cubicBezTo>
                  <a:pt x="242003" y="48790"/>
                  <a:pt x="240870" y="49194"/>
                  <a:pt x="239589" y="49520"/>
                </a:cubicBezTo>
                <a:cubicBezTo>
                  <a:pt x="238308" y="49846"/>
                  <a:pt x="236807" y="50009"/>
                  <a:pt x="235086" y="50009"/>
                </a:cubicBezTo>
                <a:cubicBezTo>
                  <a:pt x="231915" y="50009"/>
                  <a:pt x="229228" y="48958"/>
                  <a:pt x="227024" y="46856"/>
                </a:cubicBezTo>
                <a:cubicBezTo>
                  <a:pt x="224819" y="44754"/>
                  <a:pt x="223717" y="42073"/>
                  <a:pt x="223717" y="38815"/>
                </a:cubicBezTo>
                <a:cubicBezTo>
                  <a:pt x="223717" y="36145"/>
                  <a:pt x="224289" y="33985"/>
                  <a:pt x="225433" y="32335"/>
                </a:cubicBezTo>
                <a:cubicBezTo>
                  <a:pt x="226578" y="30684"/>
                  <a:pt x="228210" y="29386"/>
                  <a:pt x="230330" y="28441"/>
                </a:cubicBezTo>
                <a:cubicBezTo>
                  <a:pt x="232472" y="27495"/>
                  <a:pt x="235044" y="26854"/>
                  <a:pt x="238046" y="26517"/>
                </a:cubicBezTo>
                <a:cubicBezTo>
                  <a:pt x="241048" y="26180"/>
                  <a:pt x="244271" y="25928"/>
                  <a:pt x="247714" y="25760"/>
                </a:cubicBezTo>
                <a:lnTo>
                  <a:pt x="247714" y="24839"/>
                </a:lnTo>
                <a:cubicBezTo>
                  <a:pt x="247714" y="23484"/>
                  <a:pt x="247478" y="22362"/>
                  <a:pt x="247005" y="21473"/>
                </a:cubicBezTo>
                <a:cubicBezTo>
                  <a:pt x="246533" y="20584"/>
                  <a:pt x="245856" y="19886"/>
                  <a:pt x="244974" y="19377"/>
                </a:cubicBezTo>
                <a:cubicBezTo>
                  <a:pt x="244134" y="18890"/>
                  <a:pt x="243127" y="18562"/>
                  <a:pt x="241951" y="18393"/>
                </a:cubicBezTo>
                <a:cubicBezTo>
                  <a:pt x="240775" y="18224"/>
                  <a:pt x="239547" y="18139"/>
                  <a:pt x="238266" y="18139"/>
                </a:cubicBezTo>
                <a:cubicBezTo>
                  <a:pt x="236713" y="18139"/>
                  <a:pt x="234981" y="18350"/>
                  <a:pt x="233070" y="18770"/>
                </a:cubicBezTo>
                <a:cubicBezTo>
                  <a:pt x="231160" y="19190"/>
                  <a:pt x="229186" y="19798"/>
                  <a:pt x="227150" y="20596"/>
                </a:cubicBezTo>
                <a:lnTo>
                  <a:pt x="226835" y="20596"/>
                </a:lnTo>
                <a:lnTo>
                  <a:pt x="226835" y="14581"/>
                </a:lnTo>
                <a:cubicBezTo>
                  <a:pt x="227990" y="14266"/>
                  <a:pt x="229659" y="13919"/>
                  <a:pt x="231842" y="13541"/>
                </a:cubicBezTo>
                <a:cubicBezTo>
                  <a:pt x="234025" y="13164"/>
                  <a:pt x="236177" y="12975"/>
                  <a:pt x="238298" y="12975"/>
                </a:cubicBezTo>
                <a:cubicBezTo>
                  <a:pt x="240775" y="12975"/>
                  <a:pt x="242932" y="13179"/>
                  <a:pt x="244769" y="13589"/>
                </a:cubicBezTo>
                <a:cubicBezTo>
                  <a:pt x="246606" y="13998"/>
                  <a:pt x="248197" y="14696"/>
                  <a:pt x="249540" y="15683"/>
                </a:cubicBezTo>
                <a:cubicBezTo>
                  <a:pt x="250863" y="16649"/>
                  <a:pt x="251871" y="17898"/>
                  <a:pt x="252564" y="19430"/>
                </a:cubicBezTo>
                <a:cubicBezTo>
                  <a:pt x="253256" y="20963"/>
                  <a:pt x="253603" y="22863"/>
                  <a:pt x="253603" y="25130"/>
                </a:cubicBezTo>
                <a:lnTo>
                  <a:pt x="253603" y="49001"/>
                </a:lnTo>
                <a:moveTo>
                  <a:pt x="247714" y="40385"/>
                </a:moveTo>
                <a:lnTo>
                  <a:pt x="247714" y="30547"/>
                </a:lnTo>
                <a:cubicBezTo>
                  <a:pt x="245908" y="30653"/>
                  <a:pt x="243783" y="30811"/>
                  <a:pt x="241337" y="31022"/>
                </a:cubicBezTo>
                <a:cubicBezTo>
                  <a:pt x="238891" y="31233"/>
                  <a:pt x="236954" y="31538"/>
                  <a:pt x="235527" y="31939"/>
                </a:cubicBezTo>
                <a:cubicBezTo>
                  <a:pt x="233826" y="32424"/>
                  <a:pt x="232451" y="33178"/>
                  <a:pt x="231401" y="34201"/>
                </a:cubicBezTo>
                <a:cubicBezTo>
                  <a:pt x="230351" y="35224"/>
                  <a:pt x="229827" y="36632"/>
                  <a:pt x="229827" y="38424"/>
                </a:cubicBezTo>
                <a:cubicBezTo>
                  <a:pt x="229827" y="40449"/>
                  <a:pt x="230435" y="41972"/>
                  <a:pt x="231653" y="42995"/>
                </a:cubicBezTo>
                <a:cubicBezTo>
                  <a:pt x="232871" y="44018"/>
                  <a:pt x="234729" y="44529"/>
                  <a:pt x="237227" y="44529"/>
                </a:cubicBezTo>
                <a:cubicBezTo>
                  <a:pt x="239306" y="44529"/>
                  <a:pt x="241206" y="44124"/>
                  <a:pt x="242927" y="43312"/>
                </a:cubicBezTo>
                <a:cubicBezTo>
                  <a:pt x="244649" y="42500"/>
                  <a:pt x="246244" y="41524"/>
                  <a:pt x="247714" y="40385"/>
                </a:cubicBezTo>
                <a:close/>
                <a:moveTo>
                  <a:pt x="294455" y="31996"/>
                </a:moveTo>
                <a:lnTo>
                  <a:pt x="268538" y="31996"/>
                </a:lnTo>
                <a:cubicBezTo>
                  <a:pt x="268538" y="34163"/>
                  <a:pt x="268863" y="36052"/>
                  <a:pt x="269514" y="37662"/>
                </a:cubicBezTo>
                <a:cubicBezTo>
                  <a:pt x="270165" y="39272"/>
                  <a:pt x="271057" y="40593"/>
                  <a:pt x="272191" y="41624"/>
                </a:cubicBezTo>
                <a:cubicBezTo>
                  <a:pt x="273282" y="42635"/>
                  <a:pt x="274579" y="43392"/>
                  <a:pt x="276080" y="43898"/>
                </a:cubicBezTo>
                <a:cubicBezTo>
                  <a:pt x="277581" y="44403"/>
                  <a:pt x="279234" y="44655"/>
                  <a:pt x="281040" y="44655"/>
                </a:cubicBezTo>
                <a:cubicBezTo>
                  <a:pt x="283433" y="44655"/>
                  <a:pt x="285842" y="44174"/>
                  <a:pt x="288267" y="43212"/>
                </a:cubicBezTo>
                <a:cubicBezTo>
                  <a:pt x="290692" y="42249"/>
                  <a:pt x="292419" y="41303"/>
                  <a:pt x="293448" y="40372"/>
                </a:cubicBezTo>
                <a:lnTo>
                  <a:pt x="293762" y="40372"/>
                </a:lnTo>
                <a:lnTo>
                  <a:pt x="293762" y="46850"/>
                </a:lnTo>
                <a:cubicBezTo>
                  <a:pt x="291768" y="47692"/>
                  <a:pt x="289732" y="48398"/>
                  <a:pt x="287653" y="48967"/>
                </a:cubicBezTo>
                <a:cubicBezTo>
                  <a:pt x="285575" y="49536"/>
                  <a:pt x="283391" y="49820"/>
                  <a:pt x="281103" y="49820"/>
                </a:cubicBezTo>
                <a:cubicBezTo>
                  <a:pt x="275266" y="49820"/>
                  <a:pt x="270711" y="48238"/>
                  <a:pt x="267435" y="45073"/>
                </a:cubicBezTo>
                <a:cubicBezTo>
                  <a:pt x="264160" y="41908"/>
                  <a:pt x="262523" y="37412"/>
                  <a:pt x="262523" y="31586"/>
                </a:cubicBezTo>
                <a:cubicBezTo>
                  <a:pt x="262523" y="25825"/>
                  <a:pt x="264092" y="21251"/>
                  <a:pt x="267231" y="17865"/>
                </a:cubicBezTo>
                <a:cubicBezTo>
                  <a:pt x="270369" y="14479"/>
                  <a:pt x="274500" y="12786"/>
                  <a:pt x="279623" y="12786"/>
                </a:cubicBezTo>
                <a:cubicBezTo>
                  <a:pt x="284367" y="12786"/>
                  <a:pt x="288026" y="14174"/>
                  <a:pt x="290598" y="16949"/>
                </a:cubicBezTo>
                <a:cubicBezTo>
                  <a:pt x="293169" y="19725"/>
                  <a:pt x="294455" y="23668"/>
                  <a:pt x="294455" y="28779"/>
                </a:cubicBezTo>
                <a:lnTo>
                  <a:pt x="294455" y="31996"/>
                </a:lnTo>
                <a:moveTo>
                  <a:pt x="288692" y="27461"/>
                </a:moveTo>
                <a:cubicBezTo>
                  <a:pt x="288671" y="24354"/>
                  <a:pt x="287889" y="21950"/>
                  <a:pt x="286346" y="20249"/>
                </a:cubicBezTo>
                <a:cubicBezTo>
                  <a:pt x="284803" y="18549"/>
                  <a:pt x="282457" y="17698"/>
                  <a:pt x="279308" y="17698"/>
                </a:cubicBezTo>
                <a:cubicBezTo>
                  <a:pt x="276138" y="17698"/>
                  <a:pt x="273613" y="18633"/>
                  <a:pt x="271734" y="20501"/>
                </a:cubicBezTo>
                <a:cubicBezTo>
                  <a:pt x="269855" y="22370"/>
                  <a:pt x="268790" y="24690"/>
                  <a:pt x="268538" y="27461"/>
                </a:cubicBezTo>
                <a:lnTo>
                  <a:pt x="288692" y="27461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20E796-F83C-4FFF-BC12-4C9FB69D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81" y="2075425"/>
            <a:ext cx="162135" cy="150316"/>
          </a:xfrm>
          <a:custGeom xmlns:a="http://schemas.openxmlformats.org/drawingml/2006/main">
            <a:pathLst>
              <a:path w="162135" h="150316">
                <a:moveTo>
                  <a:pt x="0" y="0"/>
                </a:moveTo>
                <a:lnTo>
                  <a:pt x="162135" y="0"/>
                </a:lnTo>
                <a:lnTo>
                  <a:pt x="162135" y="150316"/>
                </a:lnTo>
                <a:lnTo>
                  <a:pt x="0" y="15031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AC7402-36E2-4A13-9B83-0E76D7D5F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82" y="2075427"/>
            <a:ext cx="162134" cy="150316"/>
          </a:xfrm>
          <a:custGeom xmlns:a="http://schemas.openxmlformats.org/drawingml/2006/main">
            <a:pathLst>
              <a:path w="162134" h="150316" fill="none">
                <a:moveTo>
                  <a:pt x="0" y="0"/>
                </a:moveTo>
                <a:lnTo>
                  <a:pt x="162134" y="0"/>
                </a:lnTo>
                <a:lnTo>
                  <a:pt x="162134" y="150316"/>
                </a:lnTo>
                <a:lnTo>
                  <a:pt x="0" y="1503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08" name="Text Orchidaceae">
            <a:extLst xmlns:a="http://schemas.openxmlformats.org/drawingml/2006/main">
              <a:ext uri="{FF2B5EF4-FFF2-40B4-BE49-F238E27FC236}">
                <a16:creationId xmlns:a16="http://schemas.microsoft.com/office/drawing/2014/main" id="{699F1738-78A6-42C4-9E1D-70AD00901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2042" y="2102523"/>
            <a:ext cx="114784" cy="14654"/>
          </a:xfrm>
          <a:custGeom xmlns:a="http://schemas.openxmlformats.org/drawingml/2006/main">
            <a:pathLst>
              <a:path w="114784" h="14654">
                <a:moveTo>
                  <a:pt x="11027" y="2182"/>
                </a:moveTo>
                <a:cubicBezTo>
                  <a:pt x="11587" y="2798"/>
                  <a:pt x="12016" y="3553"/>
                  <a:pt x="12315" y="4447"/>
                </a:cubicBezTo>
                <a:cubicBezTo>
                  <a:pt x="12613" y="5340"/>
                  <a:pt x="12762" y="6354"/>
                  <a:pt x="12762" y="7488"/>
                </a:cubicBezTo>
                <a:cubicBezTo>
                  <a:pt x="12762" y="8622"/>
                  <a:pt x="12610" y="9638"/>
                  <a:pt x="12305" y="10535"/>
                </a:cubicBezTo>
                <a:cubicBezTo>
                  <a:pt x="12001" y="11432"/>
                  <a:pt x="11575" y="12179"/>
                  <a:pt x="11027" y="12777"/>
                </a:cubicBezTo>
                <a:cubicBezTo>
                  <a:pt x="10461" y="13399"/>
                  <a:pt x="9792" y="13868"/>
                  <a:pt x="9020" y="14182"/>
                </a:cubicBezTo>
                <a:cubicBezTo>
                  <a:pt x="8248" y="14497"/>
                  <a:pt x="7367" y="14654"/>
                  <a:pt x="6376" y="14654"/>
                </a:cubicBezTo>
                <a:cubicBezTo>
                  <a:pt x="5411" y="14654"/>
                  <a:pt x="4532" y="14494"/>
                  <a:pt x="3742" y="14173"/>
                </a:cubicBezTo>
                <a:cubicBezTo>
                  <a:pt x="2951" y="13853"/>
                  <a:pt x="2279" y="13387"/>
                  <a:pt x="1726" y="12777"/>
                </a:cubicBezTo>
                <a:cubicBezTo>
                  <a:pt x="1172" y="12167"/>
                  <a:pt x="746" y="11418"/>
                  <a:pt x="448" y="10530"/>
                </a:cubicBezTo>
                <a:cubicBezTo>
                  <a:pt x="149" y="9642"/>
                  <a:pt x="0" y="8629"/>
                  <a:pt x="0" y="7488"/>
                </a:cubicBezTo>
                <a:cubicBezTo>
                  <a:pt x="0" y="6367"/>
                  <a:pt x="148" y="5360"/>
                  <a:pt x="443" y="4470"/>
                </a:cubicBezTo>
                <a:cubicBezTo>
                  <a:pt x="738" y="3579"/>
                  <a:pt x="1169" y="2816"/>
                  <a:pt x="1735" y="2182"/>
                </a:cubicBezTo>
                <a:cubicBezTo>
                  <a:pt x="2276" y="1577"/>
                  <a:pt x="2948" y="1115"/>
                  <a:pt x="3751" y="794"/>
                </a:cubicBezTo>
                <a:cubicBezTo>
                  <a:pt x="4554" y="474"/>
                  <a:pt x="5429" y="314"/>
                  <a:pt x="6376" y="314"/>
                </a:cubicBezTo>
                <a:cubicBezTo>
                  <a:pt x="7361" y="314"/>
                  <a:pt x="8245" y="476"/>
                  <a:pt x="9029" y="799"/>
                </a:cubicBezTo>
                <a:cubicBezTo>
                  <a:pt x="9814" y="1123"/>
                  <a:pt x="10480" y="1584"/>
                  <a:pt x="11027" y="2182"/>
                </a:cubicBezTo>
                <a:moveTo>
                  <a:pt x="10861" y="7488"/>
                </a:moveTo>
                <a:cubicBezTo>
                  <a:pt x="10861" y="5703"/>
                  <a:pt x="10461" y="4325"/>
                  <a:pt x="9662" y="3355"/>
                </a:cubicBezTo>
                <a:cubicBezTo>
                  <a:pt x="8862" y="2386"/>
                  <a:pt x="7770" y="1901"/>
                  <a:pt x="6386" y="1901"/>
                </a:cubicBezTo>
                <a:cubicBezTo>
                  <a:pt x="4989" y="1901"/>
                  <a:pt x="3893" y="2386"/>
                  <a:pt x="3096" y="3355"/>
                </a:cubicBezTo>
                <a:cubicBezTo>
                  <a:pt x="2299" y="4325"/>
                  <a:pt x="1901" y="5703"/>
                  <a:pt x="1901" y="7488"/>
                </a:cubicBezTo>
                <a:cubicBezTo>
                  <a:pt x="1901" y="9292"/>
                  <a:pt x="2307" y="10673"/>
                  <a:pt x="3119" y="11631"/>
                </a:cubicBezTo>
                <a:cubicBezTo>
                  <a:pt x="3931" y="12588"/>
                  <a:pt x="5020" y="13067"/>
                  <a:pt x="6386" y="13067"/>
                </a:cubicBezTo>
                <a:cubicBezTo>
                  <a:pt x="7751" y="13067"/>
                  <a:pt x="8839" y="12588"/>
                  <a:pt x="9648" y="11631"/>
                </a:cubicBezTo>
                <a:cubicBezTo>
                  <a:pt x="10457" y="10673"/>
                  <a:pt x="10861" y="9292"/>
                  <a:pt x="10861" y="7488"/>
                </a:cubicBezTo>
                <a:close/>
                <a:moveTo>
                  <a:pt x="21953" y="5924"/>
                </a:moveTo>
                <a:lnTo>
                  <a:pt x="21861" y="5924"/>
                </a:lnTo>
                <a:cubicBezTo>
                  <a:pt x="21602" y="5866"/>
                  <a:pt x="21352" y="5824"/>
                  <a:pt x="21109" y="5798"/>
                </a:cubicBezTo>
                <a:cubicBezTo>
                  <a:pt x="20866" y="5771"/>
                  <a:pt x="20578" y="5758"/>
                  <a:pt x="20246" y="5758"/>
                </a:cubicBezTo>
                <a:cubicBezTo>
                  <a:pt x="19711" y="5758"/>
                  <a:pt x="19194" y="5877"/>
                  <a:pt x="18696" y="6114"/>
                </a:cubicBezTo>
                <a:cubicBezTo>
                  <a:pt x="18197" y="6351"/>
                  <a:pt x="17717" y="6657"/>
                  <a:pt x="17256" y="7033"/>
                </a:cubicBezTo>
                <a:lnTo>
                  <a:pt x="17256" y="14358"/>
                </a:lnTo>
                <a:lnTo>
                  <a:pt x="15521" y="14358"/>
                </a:lnTo>
                <a:lnTo>
                  <a:pt x="15521" y="4042"/>
                </a:lnTo>
                <a:lnTo>
                  <a:pt x="17256" y="4042"/>
                </a:lnTo>
                <a:lnTo>
                  <a:pt x="17256" y="5566"/>
                </a:lnTo>
                <a:cubicBezTo>
                  <a:pt x="17945" y="5012"/>
                  <a:pt x="18553" y="4619"/>
                  <a:pt x="19079" y="4388"/>
                </a:cubicBezTo>
                <a:cubicBezTo>
                  <a:pt x="19605" y="4157"/>
                  <a:pt x="20141" y="4042"/>
                  <a:pt x="20689" y="4042"/>
                </a:cubicBezTo>
                <a:cubicBezTo>
                  <a:pt x="20990" y="4042"/>
                  <a:pt x="21209" y="4049"/>
                  <a:pt x="21344" y="4065"/>
                </a:cubicBezTo>
                <a:cubicBezTo>
                  <a:pt x="21479" y="4080"/>
                  <a:pt x="21682" y="4109"/>
                  <a:pt x="21953" y="4152"/>
                </a:cubicBezTo>
                <a:lnTo>
                  <a:pt x="21953" y="5924"/>
                </a:lnTo>
                <a:close/>
                <a:moveTo>
                  <a:pt x="31208" y="13722"/>
                </a:moveTo>
                <a:cubicBezTo>
                  <a:pt x="30630" y="13999"/>
                  <a:pt x="30081" y="14214"/>
                  <a:pt x="29561" y="14368"/>
                </a:cubicBezTo>
                <a:cubicBezTo>
                  <a:pt x="29041" y="14522"/>
                  <a:pt x="28489" y="14598"/>
                  <a:pt x="27905" y="14598"/>
                </a:cubicBezTo>
                <a:cubicBezTo>
                  <a:pt x="27160" y="14598"/>
                  <a:pt x="26478" y="14489"/>
                  <a:pt x="25856" y="14270"/>
                </a:cubicBezTo>
                <a:cubicBezTo>
                  <a:pt x="25235" y="14051"/>
                  <a:pt x="24703" y="13720"/>
                  <a:pt x="24260" y="13277"/>
                </a:cubicBezTo>
                <a:cubicBezTo>
                  <a:pt x="23811" y="12833"/>
                  <a:pt x="23463" y="12272"/>
                  <a:pt x="23217" y="11594"/>
                </a:cubicBezTo>
                <a:cubicBezTo>
                  <a:pt x="22971" y="10916"/>
                  <a:pt x="22848" y="10124"/>
                  <a:pt x="22848" y="9219"/>
                </a:cubicBezTo>
                <a:cubicBezTo>
                  <a:pt x="22848" y="7530"/>
                  <a:pt x="23311" y="6205"/>
                  <a:pt x="24237" y="5244"/>
                </a:cubicBezTo>
                <a:cubicBezTo>
                  <a:pt x="25163" y="4283"/>
                  <a:pt x="26385" y="3802"/>
                  <a:pt x="27905" y="3802"/>
                </a:cubicBezTo>
                <a:cubicBezTo>
                  <a:pt x="28495" y="3802"/>
                  <a:pt x="29075" y="3885"/>
                  <a:pt x="29644" y="4051"/>
                </a:cubicBezTo>
                <a:cubicBezTo>
                  <a:pt x="30213" y="4217"/>
                  <a:pt x="30735" y="4420"/>
                  <a:pt x="31208" y="4660"/>
                </a:cubicBezTo>
                <a:lnTo>
                  <a:pt x="31208" y="6589"/>
                </a:lnTo>
                <a:lnTo>
                  <a:pt x="31116" y="6589"/>
                </a:lnTo>
                <a:cubicBezTo>
                  <a:pt x="30587" y="6179"/>
                  <a:pt x="30041" y="5865"/>
                  <a:pt x="29478" y="5645"/>
                </a:cubicBezTo>
                <a:cubicBezTo>
                  <a:pt x="28915" y="5425"/>
                  <a:pt x="28366" y="5315"/>
                  <a:pt x="27831" y="5315"/>
                </a:cubicBezTo>
                <a:cubicBezTo>
                  <a:pt x="26847" y="5315"/>
                  <a:pt x="26070" y="5646"/>
                  <a:pt x="25501" y="6307"/>
                </a:cubicBezTo>
                <a:cubicBezTo>
                  <a:pt x="24932" y="6969"/>
                  <a:pt x="24647" y="7939"/>
                  <a:pt x="24647" y="9219"/>
                </a:cubicBezTo>
                <a:cubicBezTo>
                  <a:pt x="24647" y="10461"/>
                  <a:pt x="24926" y="11416"/>
                  <a:pt x="25483" y="12084"/>
                </a:cubicBezTo>
                <a:cubicBezTo>
                  <a:pt x="26039" y="12751"/>
                  <a:pt x="26822" y="13085"/>
                  <a:pt x="27831" y="13085"/>
                </a:cubicBezTo>
                <a:cubicBezTo>
                  <a:pt x="28182" y="13085"/>
                  <a:pt x="28539" y="13039"/>
                  <a:pt x="28901" y="12948"/>
                </a:cubicBezTo>
                <a:cubicBezTo>
                  <a:pt x="29264" y="12856"/>
                  <a:pt x="29590" y="12737"/>
                  <a:pt x="29880" y="12590"/>
                </a:cubicBezTo>
                <a:cubicBezTo>
                  <a:pt x="30132" y="12462"/>
                  <a:pt x="30369" y="12326"/>
                  <a:pt x="30590" y="12183"/>
                </a:cubicBezTo>
                <a:cubicBezTo>
                  <a:pt x="30812" y="12039"/>
                  <a:pt x="30987" y="11915"/>
                  <a:pt x="31116" y="11812"/>
                </a:cubicBezTo>
                <a:lnTo>
                  <a:pt x="31208" y="11812"/>
                </a:lnTo>
                <a:lnTo>
                  <a:pt x="31208" y="13722"/>
                </a:lnTo>
                <a:close/>
                <a:moveTo>
                  <a:pt x="42051" y="14358"/>
                </a:moveTo>
                <a:lnTo>
                  <a:pt x="40316" y="14358"/>
                </a:lnTo>
                <a:lnTo>
                  <a:pt x="40316" y="8484"/>
                </a:lnTo>
                <a:cubicBezTo>
                  <a:pt x="40316" y="8009"/>
                  <a:pt x="40289" y="7564"/>
                  <a:pt x="40233" y="7149"/>
                </a:cubicBezTo>
                <a:cubicBezTo>
                  <a:pt x="40178" y="6733"/>
                  <a:pt x="40076" y="6408"/>
                  <a:pt x="39929" y="6174"/>
                </a:cubicBezTo>
                <a:cubicBezTo>
                  <a:pt x="39775" y="5916"/>
                  <a:pt x="39553" y="5723"/>
                  <a:pt x="39264" y="5597"/>
                </a:cubicBezTo>
                <a:cubicBezTo>
                  <a:pt x="38975" y="5471"/>
                  <a:pt x="38600" y="5408"/>
                  <a:pt x="38139" y="5408"/>
                </a:cubicBezTo>
                <a:cubicBezTo>
                  <a:pt x="37665" y="5408"/>
                  <a:pt x="37170" y="5525"/>
                  <a:pt x="36653" y="5759"/>
                </a:cubicBezTo>
                <a:cubicBezTo>
                  <a:pt x="36136" y="5993"/>
                  <a:pt x="35641" y="6291"/>
                  <a:pt x="35167" y="6654"/>
                </a:cubicBezTo>
                <a:lnTo>
                  <a:pt x="35167" y="14358"/>
                </a:lnTo>
                <a:lnTo>
                  <a:pt x="33432" y="14358"/>
                </a:lnTo>
                <a:lnTo>
                  <a:pt x="33432" y="0"/>
                </a:lnTo>
                <a:lnTo>
                  <a:pt x="35167" y="0"/>
                </a:lnTo>
                <a:lnTo>
                  <a:pt x="35167" y="5179"/>
                </a:lnTo>
                <a:cubicBezTo>
                  <a:pt x="35709" y="4730"/>
                  <a:pt x="36268" y="4378"/>
                  <a:pt x="36847" y="4126"/>
                </a:cubicBezTo>
                <a:cubicBezTo>
                  <a:pt x="37425" y="3873"/>
                  <a:pt x="38019" y="3746"/>
                  <a:pt x="38628" y="3746"/>
                </a:cubicBezTo>
                <a:cubicBezTo>
                  <a:pt x="39741" y="3746"/>
                  <a:pt x="40590" y="4082"/>
                  <a:pt x="41174" y="4754"/>
                </a:cubicBezTo>
                <a:cubicBezTo>
                  <a:pt x="41759" y="5426"/>
                  <a:pt x="42051" y="6393"/>
                  <a:pt x="42051" y="7657"/>
                </a:cubicBezTo>
                <a:lnTo>
                  <a:pt x="42051" y="14358"/>
                </a:lnTo>
                <a:close/>
                <a:moveTo>
                  <a:pt x="47256" y="2325"/>
                </a:moveTo>
                <a:lnTo>
                  <a:pt x="45299" y="2325"/>
                </a:lnTo>
                <a:lnTo>
                  <a:pt x="45299" y="517"/>
                </a:lnTo>
                <a:lnTo>
                  <a:pt x="47256" y="517"/>
                </a:lnTo>
                <a:lnTo>
                  <a:pt x="47256" y="2325"/>
                </a:lnTo>
                <a:moveTo>
                  <a:pt x="47145" y="14358"/>
                </a:moveTo>
                <a:lnTo>
                  <a:pt x="45410" y="14358"/>
                </a:lnTo>
                <a:lnTo>
                  <a:pt x="45410" y="4042"/>
                </a:lnTo>
                <a:lnTo>
                  <a:pt x="47145" y="4042"/>
                </a:lnTo>
                <a:lnTo>
                  <a:pt x="47145" y="14358"/>
                </a:lnTo>
                <a:close/>
                <a:moveTo>
                  <a:pt x="58938" y="14358"/>
                </a:moveTo>
                <a:lnTo>
                  <a:pt x="57203" y="14358"/>
                </a:lnTo>
                <a:lnTo>
                  <a:pt x="57203" y="13285"/>
                </a:lnTo>
                <a:cubicBezTo>
                  <a:pt x="56705" y="13716"/>
                  <a:pt x="56185" y="14053"/>
                  <a:pt x="55644" y="14293"/>
                </a:cubicBezTo>
                <a:cubicBezTo>
                  <a:pt x="55102" y="14534"/>
                  <a:pt x="54515" y="14654"/>
                  <a:pt x="53881" y="14654"/>
                </a:cubicBezTo>
                <a:cubicBezTo>
                  <a:pt x="52651" y="14654"/>
                  <a:pt x="51674" y="14179"/>
                  <a:pt x="50951" y="13229"/>
                </a:cubicBezTo>
                <a:cubicBezTo>
                  <a:pt x="50228" y="12279"/>
                  <a:pt x="49867" y="10963"/>
                  <a:pt x="49867" y="9279"/>
                </a:cubicBezTo>
                <a:cubicBezTo>
                  <a:pt x="49867" y="8403"/>
                  <a:pt x="49992" y="7623"/>
                  <a:pt x="50241" y="6938"/>
                </a:cubicBezTo>
                <a:cubicBezTo>
                  <a:pt x="50490" y="6254"/>
                  <a:pt x="50827" y="5671"/>
                  <a:pt x="51251" y="5190"/>
                </a:cubicBezTo>
                <a:cubicBezTo>
                  <a:pt x="51670" y="4721"/>
                  <a:pt x="52157" y="4363"/>
                  <a:pt x="52714" y="4117"/>
                </a:cubicBezTo>
                <a:cubicBezTo>
                  <a:pt x="53271" y="3870"/>
                  <a:pt x="53847" y="3746"/>
                  <a:pt x="54444" y="3746"/>
                </a:cubicBezTo>
                <a:cubicBezTo>
                  <a:pt x="54985" y="3746"/>
                  <a:pt x="55465" y="3804"/>
                  <a:pt x="55884" y="3918"/>
                </a:cubicBezTo>
                <a:cubicBezTo>
                  <a:pt x="56302" y="4032"/>
                  <a:pt x="56742" y="4209"/>
                  <a:pt x="57203" y="4450"/>
                </a:cubicBezTo>
                <a:lnTo>
                  <a:pt x="57203" y="0"/>
                </a:lnTo>
                <a:lnTo>
                  <a:pt x="58938" y="0"/>
                </a:lnTo>
                <a:lnTo>
                  <a:pt x="58938" y="14358"/>
                </a:lnTo>
                <a:moveTo>
                  <a:pt x="57203" y="11821"/>
                </a:moveTo>
                <a:lnTo>
                  <a:pt x="57203" y="5906"/>
                </a:lnTo>
                <a:cubicBezTo>
                  <a:pt x="56736" y="5697"/>
                  <a:pt x="56317" y="5552"/>
                  <a:pt x="55948" y="5472"/>
                </a:cubicBezTo>
                <a:cubicBezTo>
                  <a:pt x="55579" y="5392"/>
                  <a:pt x="55176" y="5352"/>
                  <a:pt x="54739" y="5352"/>
                </a:cubicBezTo>
                <a:cubicBezTo>
                  <a:pt x="53767" y="5352"/>
                  <a:pt x="53011" y="5690"/>
                  <a:pt x="52469" y="6367"/>
                </a:cubicBezTo>
                <a:cubicBezTo>
                  <a:pt x="51928" y="7044"/>
                  <a:pt x="51657" y="8004"/>
                  <a:pt x="51657" y="9246"/>
                </a:cubicBezTo>
                <a:cubicBezTo>
                  <a:pt x="51657" y="10471"/>
                  <a:pt x="51866" y="11401"/>
                  <a:pt x="52285" y="12038"/>
                </a:cubicBezTo>
                <a:cubicBezTo>
                  <a:pt x="52703" y="12674"/>
                  <a:pt x="53374" y="12993"/>
                  <a:pt x="54296" y="12993"/>
                </a:cubicBezTo>
                <a:cubicBezTo>
                  <a:pt x="54789" y="12993"/>
                  <a:pt x="55287" y="12884"/>
                  <a:pt x="55791" y="12665"/>
                </a:cubicBezTo>
                <a:cubicBezTo>
                  <a:pt x="56296" y="12447"/>
                  <a:pt x="56766" y="12165"/>
                  <a:pt x="57203" y="11821"/>
                </a:cubicBezTo>
                <a:close/>
                <a:moveTo>
                  <a:pt x="70362" y="14358"/>
                </a:moveTo>
                <a:lnTo>
                  <a:pt x="68636" y="14358"/>
                </a:lnTo>
                <a:lnTo>
                  <a:pt x="68636" y="13268"/>
                </a:lnTo>
                <a:cubicBezTo>
                  <a:pt x="68482" y="13373"/>
                  <a:pt x="68275" y="13519"/>
                  <a:pt x="68013" y="13707"/>
                </a:cubicBezTo>
                <a:cubicBezTo>
                  <a:pt x="67752" y="13895"/>
                  <a:pt x="67498" y="14044"/>
                  <a:pt x="67252" y="14155"/>
                </a:cubicBezTo>
                <a:cubicBezTo>
                  <a:pt x="66963" y="14297"/>
                  <a:pt x="66631" y="14415"/>
                  <a:pt x="66255" y="14510"/>
                </a:cubicBezTo>
                <a:cubicBezTo>
                  <a:pt x="65880" y="14606"/>
                  <a:pt x="65440" y="14654"/>
                  <a:pt x="64936" y="14654"/>
                </a:cubicBezTo>
                <a:cubicBezTo>
                  <a:pt x="64007" y="14654"/>
                  <a:pt x="63219" y="14346"/>
                  <a:pt x="62573" y="13730"/>
                </a:cubicBezTo>
                <a:cubicBezTo>
                  <a:pt x="61927" y="13114"/>
                  <a:pt x="61604" y="12328"/>
                  <a:pt x="61604" y="11374"/>
                </a:cubicBezTo>
                <a:cubicBezTo>
                  <a:pt x="61604" y="10591"/>
                  <a:pt x="61772" y="9958"/>
                  <a:pt x="62107" y="9475"/>
                </a:cubicBezTo>
                <a:cubicBezTo>
                  <a:pt x="62443" y="8991"/>
                  <a:pt x="62921" y="8611"/>
                  <a:pt x="63542" y="8334"/>
                </a:cubicBezTo>
                <a:cubicBezTo>
                  <a:pt x="64170" y="8057"/>
                  <a:pt x="64923" y="7869"/>
                  <a:pt x="65803" y="7770"/>
                </a:cubicBezTo>
                <a:cubicBezTo>
                  <a:pt x="66683" y="7671"/>
                  <a:pt x="67627" y="7598"/>
                  <a:pt x="68636" y="7548"/>
                </a:cubicBezTo>
                <a:lnTo>
                  <a:pt x="68636" y="7278"/>
                </a:lnTo>
                <a:cubicBezTo>
                  <a:pt x="68636" y="6881"/>
                  <a:pt x="68567" y="6553"/>
                  <a:pt x="68428" y="6292"/>
                </a:cubicBezTo>
                <a:cubicBezTo>
                  <a:pt x="68290" y="6032"/>
                  <a:pt x="68092" y="5827"/>
                  <a:pt x="67833" y="5678"/>
                </a:cubicBezTo>
                <a:cubicBezTo>
                  <a:pt x="67587" y="5535"/>
                  <a:pt x="67292" y="5439"/>
                  <a:pt x="66947" y="5390"/>
                </a:cubicBezTo>
                <a:cubicBezTo>
                  <a:pt x="66603" y="5340"/>
                  <a:pt x="66243" y="5315"/>
                  <a:pt x="65868" y="5315"/>
                </a:cubicBezTo>
                <a:cubicBezTo>
                  <a:pt x="65413" y="5315"/>
                  <a:pt x="64905" y="5377"/>
                  <a:pt x="64345" y="5500"/>
                </a:cubicBezTo>
                <a:cubicBezTo>
                  <a:pt x="63785" y="5623"/>
                  <a:pt x="63207" y="5801"/>
                  <a:pt x="62610" y="6035"/>
                </a:cubicBezTo>
                <a:lnTo>
                  <a:pt x="62518" y="6035"/>
                </a:lnTo>
                <a:lnTo>
                  <a:pt x="62518" y="4272"/>
                </a:lnTo>
                <a:cubicBezTo>
                  <a:pt x="62856" y="4180"/>
                  <a:pt x="63345" y="4079"/>
                  <a:pt x="63985" y="3968"/>
                </a:cubicBezTo>
                <a:cubicBezTo>
                  <a:pt x="64625" y="3857"/>
                  <a:pt x="65256" y="3802"/>
                  <a:pt x="65877" y="3802"/>
                </a:cubicBezTo>
                <a:cubicBezTo>
                  <a:pt x="66603" y="3802"/>
                  <a:pt x="67235" y="3862"/>
                  <a:pt x="67773" y="3982"/>
                </a:cubicBezTo>
                <a:cubicBezTo>
                  <a:pt x="68312" y="4102"/>
                  <a:pt x="68778" y="4306"/>
                  <a:pt x="69171" y="4595"/>
                </a:cubicBezTo>
                <a:cubicBezTo>
                  <a:pt x="69559" y="4878"/>
                  <a:pt x="69854" y="5244"/>
                  <a:pt x="70057" y="5694"/>
                </a:cubicBezTo>
                <a:cubicBezTo>
                  <a:pt x="70260" y="6143"/>
                  <a:pt x="70362" y="6699"/>
                  <a:pt x="70362" y="7364"/>
                </a:cubicBezTo>
                <a:lnTo>
                  <a:pt x="70362" y="14358"/>
                </a:lnTo>
                <a:moveTo>
                  <a:pt x="68636" y="11834"/>
                </a:moveTo>
                <a:lnTo>
                  <a:pt x="68636" y="8951"/>
                </a:lnTo>
                <a:cubicBezTo>
                  <a:pt x="68107" y="8982"/>
                  <a:pt x="67484" y="9028"/>
                  <a:pt x="66767" y="9090"/>
                </a:cubicBezTo>
                <a:cubicBezTo>
                  <a:pt x="66051" y="9152"/>
                  <a:pt x="65483" y="9241"/>
                  <a:pt x="65065" y="9359"/>
                </a:cubicBezTo>
                <a:cubicBezTo>
                  <a:pt x="64567" y="9501"/>
                  <a:pt x="64164" y="9722"/>
                  <a:pt x="63856" y="10022"/>
                </a:cubicBezTo>
                <a:cubicBezTo>
                  <a:pt x="63548" y="10321"/>
                  <a:pt x="63395" y="10734"/>
                  <a:pt x="63395" y="11259"/>
                </a:cubicBezTo>
                <a:cubicBezTo>
                  <a:pt x="63395" y="11852"/>
                  <a:pt x="63573" y="12299"/>
                  <a:pt x="63930" y="12599"/>
                </a:cubicBezTo>
                <a:cubicBezTo>
                  <a:pt x="64287" y="12898"/>
                  <a:pt x="64831" y="13048"/>
                  <a:pt x="65563" y="13048"/>
                </a:cubicBezTo>
                <a:cubicBezTo>
                  <a:pt x="66172" y="13048"/>
                  <a:pt x="66729" y="12929"/>
                  <a:pt x="67233" y="12691"/>
                </a:cubicBezTo>
                <a:cubicBezTo>
                  <a:pt x="67738" y="12453"/>
                  <a:pt x="68205" y="12168"/>
                  <a:pt x="68636" y="11834"/>
                </a:cubicBezTo>
                <a:close/>
                <a:moveTo>
                  <a:pt x="81324" y="13722"/>
                </a:moveTo>
                <a:cubicBezTo>
                  <a:pt x="80746" y="13999"/>
                  <a:pt x="80197" y="14214"/>
                  <a:pt x="79677" y="14368"/>
                </a:cubicBezTo>
                <a:cubicBezTo>
                  <a:pt x="79157" y="14522"/>
                  <a:pt x="78605" y="14598"/>
                  <a:pt x="78021" y="14598"/>
                </a:cubicBezTo>
                <a:cubicBezTo>
                  <a:pt x="77276" y="14598"/>
                  <a:pt x="76594" y="14489"/>
                  <a:pt x="75972" y="14270"/>
                </a:cubicBezTo>
                <a:cubicBezTo>
                  <a:pt x="75351" y="14051"/>
                  <a:pt x="74819" y="13720"/>
                  <a:pt x="74376" y="13277"/>
                </a:cubicBezTo>
                <a:cubicBezTo>
                  <a:pt x="73927" y="12833"/>
                  <a:pt x="73579" y="12272"/>
                  <a:pt x="73333" y="11594"/>
                </a:cubicBezTo>
                <a:cubicBezTo>
                  <a:pt x="73087" y="10916"/>
                  <a:pt x="72964" y="10124"/>
                  <a:pt x="72964" y="9219"/>
                </a:cubicBezTo>
                <a:cubicBezTo>
                  <a:pt x="72964" y="7530"/>
                  <a:pt x="73427" y="6205"/>
                  <a:pt x="74353" y="5244"/>
                </a:cubicBezTo>
                <a:cubicBezTo>
                  <a:pt x="75279" y="4283"/>
                  <a:pt x="76501" y="3802"/>
                  <a:pt x="78021" y="3802"/>
                </a:cubicBezTo>
                <a:cubicBezTo>
                  <a:pt x="78611" y="3802"/>
                  <a:pt x="79191" y="3885"/>
                  <a:pt x="79760" y="4051"/>
                </a:cubicBezTo>
                <a:cubicBezTo>
                  <a:pt x="80329" y="4217"/>
                  <a:pt x="80851" y="4420"/>
                  <a:pt x="81324" y="4660"/>
                </a:cubicBezTo>
                <a:lnTo>
                  <a:pt x="81324" y="6589"/>
                </a:lnTo>
                <a:lnTo>
                  <a:pt x="81232" y="6589"/>
                </a:lnTo>
                <a:cubicBezTo>
                  <a:pt x="80703" y="6179"/>
                  <a:pt x="80157" y="5865"/>
                  <a:pt x="79594" y="5645"/>
                </a:cubicBezTo>
                <a:cubicBezTo>
                  <a:pt x="79031" y="5425"/>
                  <a:pt x="78482" y="5315"/>
                  <a:pt x="77947" y="5315"/>
                </a:cubicBezTo>
                <a:cubicBezTo>
                  <a:pt x="76963" y="5315"/>
                  <a:pt x="76186" y="5646"/>
                  <a:pt x="75617" y="6307"/>
                </a:cubicBezTo>
                <a:cubicBezTo>
                  <a:pt x="75048" y="6969"/>
                  <a:pt x="74763" y="7939"/>
                  <a:pt x="74763" y="9219"/>
                </a:cubicBezTo>
                <a:cubicBezTo>
                  <a:pt x="74763" y="10461"/>
                  <a:pt x="75042" y="11416"/>
                  <a:pt x="75599" y="12084"/>
                </a:cubicBezTo>
                <a:cubicBezTo>
                  <a:pt x="76155" y="12751"/>
                  <a:pt x="76938" y="13085"/>
                  <a:pt x="77947" y="13085"/>
                </a:cubicBezTo>
                <a:cubicBezTo>
                  <a:pt x="78298" y="13085"/>
                  <a:pt x="78654" y="13039"/>
                  <a:pt x="79017" y="12948"/>
                </a:cubicBezTo>
                <a:cubicBezTo>
                  <a:pt x="79380" y="12856"/>
                  <a:pt x="79706" y="12737"/>
                  <a:pt x="79996" y="12590"/>
                </a:cubicBezTo>
                <a:cubicBezTo>
                  <a:pt x="80248" y="12462"/>
                  <a:pt x="80485" y="12326"/>
                  <a:pt x="80706" y="12183"/>
                </a:cubicBezTo>
                <a:cubicBezTo>
                  <a:pt x="80928" y="12039"/>
                  <a:pt x="81103" y="11915"/>
                  <a:pt x="81232" y="11812"/>
                </a:cubicBezTo>
                <a:lnTo>
                  <a:pt x="81324" y="11812"/>
                </a:lnTo>
                <a:lnTo>
                  <a:pt x="81324" y="13722"/>
                </a:lnTo>
                <a:close/>
                <a:moveTo>
                  <a:pt x="92176" y="9375"/>
                </a:moveTo>
                <a:lnTo>
                  <a:pt x="84582" y="9375"/>
                </a:lnTo>
                <a:cubicBezTo>
                  <a:pt x="84582" y="10011"/>
                  <a:pt x="84677" y="10564"/>
                  <a:pt x="84868" y="11036"/>
                </a:cubicBezTo>
                <a:cubicBezTo>
                  <a:pt x="85059" y="11508"/>
                  <a:pt x="85320" y="11895"/>
                  <a:pt x="85652" y="12197"/>
                </a:cubicBezTo>
                <a:cubicBezTo>
                  <a:pt x="85972" y="12493"/>
                  <a:pt x="86352" y="12715"/>
                  <a:pt x="86792" y="12863"/>
                </a:cubicBezTo>
                <a:cubicBezTo>
                  <a:pt x="87232" y="13011"/>
                  <a:pt x="87716" y="13085"/>
                  <a:pt x="88245" y="13085"/>
                </a:cubicBezTo>
                <a:cubicBezTo>
                  <a:pt x="88947" y="13085"/>
                  <a:pt x="89653" y="12944"/>
                  <a:pt x="90363" y="12662"/>
                </a:cubicBezTo>
                <a:cubicBezTo>
                  <a:pt x="91074" y="12380"/>
                  <a:pt x="91580" y="12103"/>
                  <a:pt x="91881" y="11830"/>
                </a:cubicBezTo>
                <a:lnTo>
                  <a:pt x="91973" y="11830"/>
                </a:lnTo>
                <a:lnTo>
                  <a:pt x="91973" y="13728"/>
                </a:lnTo>
                <a:cubicBezTo>
                  <a:pt x="91389" y="13975"/>
                  <a:pt x="90792" y="14182"/>
                  <a:pt x="90183" y="14348"/>
                </a:cubicBezTo>
                <a:cubicBezTo>
                  <a:pt x="89574" y="14515"/>
                  <a:pt x="88934" y="14598"/>
                  <a:pt x="88264" y="14598"/>
                </a:cubicBezTo>
                <a:cubicBezTo>
                  <a:pt x="86554" y="14598"/>
                  <a:pt x="85219" y="14135"/>
                  <a:pt x="84259" y="13207"/>
                </a:cubicBezTo>
                <a:cubicBezTo>
                  <a:pt x="83299" y="12280"/>
                  <a:pt x="82819" y="10963"/>
                  <a:pt x="82819" y="9256"/>
                </a:cubicBezTo>
                <a:cubicBezTo>
                  <a:pt x="82819" y="7567"/>
                  <a:pt x="83279" y="6227"/>
                  <a:pt x="84199" y="5235"/>
                </a:cubicBezTo>
                <a:cubicBezTo>
                  <a:pt x="85119" y="4243"/>
                  <a:pt x="86329" y="3746"/>
                  <a:pt x="87830" y="3746"/>
                </a:cubicBezTo>
                <a:cubicBezTo>
                  <a:pt x="89220" y="3746"/>
                  <a:pt x="90292" y="4153"/>
                  <a:pt x="91046" y="4967"/>
                </a:cubicBezTo>
                <a:cubicBezTo>
                  <a:pt x="91800" y="5780"/>
                  <a:pt x="92176" y="6935"/>
                  <a:pt x="92176" y="8433"/>
                </a:cubicBezTo>
                <a:lnTo>
                  <a:pt x="92176" y="9375"/>
                </a:lnTo>
                <a:moveTo>
                  <a:pt x="90488" y="8047"/>
                </a:moveTo>
                <a:cubicBezTo>
                  <a:pt x="90481" y="7136"/>
                  <a:pt x="90252" y="6432"/>
                  <a:pt x="89800" y="5933"/>
                </a:cubicBezTo>
                <a:cubicBezTo>
                  <a:pt x="89348" y="5435"/>
                  <a:pt x="88661" y="5186"/>
                  <a:pt x="87738" y="5186"/>
                </a:cubicBezTo>
                <a:cubicBezTo>
                  <a:pt x="86809" y="5186"/>
                  <a:pt x="86069" y="5460"/>
                  <a:pt x="85518" y="6007"/>
                </a:cubicBezTo>
                <a:cubicBezTo>
                  <a:pt x="84968" y="6555"/>
                  <a:pt x="84656" y="7235"/>
                  <a:pt x="84582" y="8047"/>
                </a:cubicBezTo>
                <a:lnTo>
                  <a:pt x="90488" y="8047"/>
                </a:lnTo>
                <a:close/>
                <a:moveTo>
                  <a:pt x="102816" y="14358"/>
                </a:moveTo>
                <a:lnTo>
                  <a:pt x="101090" y="14358"/>
                </a:lnTo>
                <a:lnTo>
                  <a:pt x="101090" y="13268"/>
                </a:lnTo>
                <a:cubicBezTo>
                  <a:pt x="100936" y="13373"/>
                  <a:pt x="100729" y="13519"/>
                  <a:pt x="100467" y="13707"/>
                </a:cubicBezTo>
                <a:cubicBezTo>
                  <a:pt x="100206" y="13895"/>
                  <a:pt x="99952" y="14044"/>
                  <a:pt x="99706" y="14155"/>
                </a:cubicBezTo>
                <a:cubicBezTo>
                  <a:pt x="99417" y="14297"/>
                  <a:pt x="99085" y="14415"/>
                  <a:pt x="98709" y="14510"/>
                </a:cubicBezTo>
                <a:cubicBezTo>
                  <a:pt x="98334" y="14606"/>
                  <a:pt x="97894" y="14654"/>
                  <a:pt x="97390" y="14654"/>
                </a:cubicBezTo>
                <a:cubicBezTo>
                  <a:pt x="96461" y="14654"/>
                  <a:pt x="95673" y="14346"/>
                  <a:pt x="95027" y="13730"/>
                </a:cubicBezTo>
                <a:cubicBezTo>
                  <a:pt x="94382" y="13114"/>
                  <a:pt x="94059" y="12328"/>
                  <a:pt x="94059" y="11374"/>
                </a:cubicBezTo>
                <a:cubicBezTo>
                  <a:pt x="94059" y="10591"/>
                  <a:pt x="94226" y="9958"/>
                  <a:pt x="94561" y="9475"/>
                </a:cubicBezTo>
                <a:cubicBezTo>
                  <a:pt x="94897" y="8991"/>
                  <a:pt x="95375" y="8611"/>
                  <a:pt x="95996" y="8334"/>
                </a:cubicBezTo>
                <a:cubicBezTo>
                  <a:pt x="96624" y="8057"/>
                  <a:pt x="97377" y="7869"/>
                  <a:pt x="98257" y="7770"/>
                </a:cubicBezTo>
                <a:cubicBezTo>
                  <a:pt x="99137" y="7671"/>
                  <a:pt x="100081" y="7598"/>
                  <a:pt x="101090" y="7548"/>
                </a:cubicBezTo>
                <a:lnTo>
                  <a:pt x="101090" y="7278"/>
                </a:lnTo>
                <a:cubicBezTo>
                  <a:pt x="101090" y="6881"/>
                  <a:pt x="101021" y="6553"/>
                  <a:pt x="100883" y="6292"/>
                </a:cubicBezTo>
                <a:cubicBezTo>
                  <a:pt x="100744" y="6032"/>
                  <a:pt x="100546" y="5827"/>
                  <a:pt x="100287" y="5678"/>
                </a:cubicBezTo>
                <a:cubicBezTo>
                  <a:pt x="100041" y="5535"/>
                  <a:pt x="99746" y="5439"/>
                  <a:pt x="99401" y="5390"/>
                </a:cubicBezTo>
                <a:cubicBezTo>
                  <a:pt x="99057" y="5340"/>
                  <a:pt x="98697" y="5315"/>
                  <a:pt x="98322" y="5315"/>
                </a:cubicBezTo>
                <a:cubicBezTo>
                  <a:pt x="97867" y="5315"/>
                  <a:pt x="97359" y="5377"/>
                  <a:pt x="96799" y="5500"/>
                </a:cubicBezTo>
                <a:cubicBezTo>
                  <a:pt x="96239" y="5623"/>
                  <a:pt x="95661" y="5801"/>
                  <a:pt x="95064" y="6035"/>
                </a:cubicBezTo>
                <a:lnTo>
                  <a:pt x="94972" y="6035"/>
                </a:lnTo>
                <a:lnTo>
                  <a:pt x="94972" y="4272"/>
                </a:lnTo>
                <a:cubicBezTo>
                  <a:pt x="95310" y="4180"/>
                  <a:pt x="95800" y="4079"/>
                  <a:pt x="96439" y="3968"/>
                </a:cubicBezTo>
                <a:cubicBezTo>
                  <a:pt x="97079" y="3857"/>
                  <a:pt x="97710" y="3802"/>
                  <a:pt x="98331" y="3802"/>
                </a:cubicBezTo>
                <a:cubicBezTo>
                  <a:pt x="99057" y="3802"/>
                  <a:pt x="99689" y="3862"/>
                  <a:pt x="100227" y="3982"/>
                </a:cubicBezTo>
                <a:cubicBezTo>
                  <a:pt x="100766" y="4102"/>
                  <a:pt x="101232" y="4306"/>
                  <a:pt x="101625" y="4595"/>
                </a:cubicBezTo>
                <a:cubicBezTo>
                  <a:pt x="102013" y="4878"/>
                  <a:pt x="102308" y="5244"/>
                  <a:pt x="102511" y="5694"/>
                </a:cubicBezTo>
                <a:cubicBezTo>
                  <a:pt x="102714" y="6143"/>
                  <a:pt x="102816" y="6699"/>
                  <a:pt x="102816" y="7364"/>
                </a:cubicBezTo>
                <a:lnTo>
                  <a:pt x="102816" y="14358"/>
                </a:lnTo>
                <a:moveTo>
                  <a:pt x="101090" y="11834"/>
                </a:moveTo>
                <a:lnTo>
                  <a:pt x="101090" y="8951"/>
                </a:lnTo>
                <a:cubicBezTo>
                  <a:pt x="100561" y="8982"/>
                  <a:pt x="99938" y="9028"/>
                  <a:pt x="99222" y="9090"/>
                </a:cubicBezTo>
                <a:cubicBezTo>
                  <a:pt x="98505" y="9152"/>
                  <a:pt x="97937" y="9241"/>
                  <a:pt x="97519" y="9359"/>
                </a:cubicBezTo>
                <a:cubicBezTo>
                  <a:pt x="97021" y="9501"/>
                  <a:pt x="96618" y="9722"/>
                  <a:pt x="96310" y="10022"/>
                </a:cubicBezTo>
                <a:cubicBezTo>
                  <a:pt x="96003" y="10321"/>
                  <a:pt x="95849" y="10734"/>
                  <a:pt x="95849" y="11259"/>
                </a:cubicBezTo>
                <a:cubicBezTo>
                  <a:pt x="95849" y="11852"/>
                  <a:pt x="96027" y="12299"/>
                  <a:pt x="96384" y="12599"/>
                </a:cubicBezTo>
                <a:cubicBezTo>
                  <a:pt x="96741" y="12898"/>
                  <a:pt x="97285" y="13048"/>
                  <a:pt x="98017" y="13048"/>
                </a:cubicBezTo>
                <a:cubicBezTo>
                  <a:pt x="98626" y="13048"/>
                  <a:pt x="99183" y="12929"/>
                  <a:pt x="99688" y="12691"/>
                </a:cubicBezTo>
                <a:cubicBezTo>
                  <a:pt x="100192" y="12453"/>
                  <a:pt x="100660" y="12168"/>
                  <a:pt x="101090" y="11834"/>
                </a:cubicBezTo>
                <a:close/>
                <a:moveTo>
                  <a:pt x="114784" y="9375"/>
                </a:moveTo>
                <a:lnTo>
                  <a:pt x="107190" y="9375"/>
                </a:lnTo>
                <a:cubicBezTo>
                  <a:pt x="107190" y="10011"/>
                  <a:pt x="107285" y="10564"/>
                  <a:pt x="107476" y="11036"/>
                </a:cubicBezTo>
                <a:cubicBezTo>
                  <a:pt x="107667" y="11508"/>
                  <a:pt x="107928" y="11895"/>
                  <a:pt x="108260" y="12197"/>
                </a:cubicBezTo>
                <a:cubicBezTo>
                  <a:pt x="108580" y="12493"/>
                  <a:pt x="108960" y="12715"/>
                  <a:pt x="109400" y="12863"/>
                </a:cubicBezTo>
                <a:cubicBezTo>
                  <a:pt x="109840" y="13011"/>
                  <a:pt x="110324" y="13085"/>
                  <a:pt x="110853" y="13085"/>
                </a:cubicBezTo>
                <a:cubicBezTo>
                  <a:pt x="111555" y="13085"/>
                  <a:pt x="112260" y="12944"/>
                  <a:pt x="112971" y="12662"/>
                </a:cubicBezTo>
                <a:cubicBezTo>
                  <a:pt x="113682" y="12380"/>
                  <a:pt x="114188" y="12103"/>
                  <a:pt x="114489" y="11830"/>
                </a:cubicBezTo>
                <a:lnTo>
                  <a:pt x="114581" y="11830"/>
                </a:lnTo>
                <a:lnTo>
                  <a:pt x="114581" y="13728"/>
                </a:lnTo>
                <a:cubicBezTo>
                  <a:pt x="113997" y="13975"/>
                  <a:pt x="113400" y="14182"/>
                  <a:pt x="112791" y="14348"/>
                </a:cubicBezTo>
                <a:cubicBezTo>
                  <a:pt x="112182" y="14515"/>
                  <a:pt x="111542" y="14598"/>
                  <a:pt x="110872" y="14598"/>
                </a:cubicBezTo>
                <a:cubicBezTo>
                  <a:pt x="109161" y="14598"/>
                  <a:pt x="107827" y="14135"/>
                  <a:pt x="106867" y="13207"/>
                </a:cubicBezTo>
                <a:cubicBezTo>
                  <a:pt x="105907" y="12280"/>
                  <a:pt x="105427" y="10963"/>
                  <a:pt x="105427" y="9256"/>
                </a:cubicBezTo>
                <a:cubicBezTo>
                  <a:pt x="105427" y="7567"/>
                  <a:pt x="105887" y="6227"/>
                  <a:pt x="106807" y="5235"/>
                </a:cubicBezTo>
                <a:cubicBezTo>
                  <a:pt x="107727" y="4243"/>
                  <a:pt x="108937" y="3746"/>
                  <a:pt x="110438" y="3746"/>
                </a:cubicBezTo>
                <a:cubicBezTo>
                  <a:pt x="111828" y="3746"/>
                  <a:pt x="112900" y="4153"/>
                  <a:pt x="113654" y="4967"/>
                </a:cubicBezTo>
                <a:cubicBezTo>
                  <a:pt x="114407" y="5780"/>
                  <a:pt x="114784" y="6935"/>
                  <a:pt x="114784" y="8433"/>
                </a:cubicBezTo>
                <a:lnTo>
                  <a:pt x="114784" y="9375"/>
                </a:lnTo>
                <a:moveTo>
                  <a:pt x="113096" y="8047"/>
                </a:moveTo>
                <a:cubicBezTo>
                  <a:pt x="113089" y="7136"/>
                  <a:pt x="112860" y="6432"/>
                  <a:pt x="112408" y="5933"/>
                </a:cubicBezTo>
                <a:cubicBezTo>
                  <a:pt x="111956" y="5435"/>
                  <a:pt x="111268" y="5186"/>
                  <a:pt x="110346" y="5186"/>
                </a:cubicBezTo>
                <a:cubicBezTo>
                  <a:pt x="109417" y="5186"/>
                  <a:pt x="108677" y="5460"/>
                  <a:pt x="108126" y="6007"/>
                </a:cubicBezTo>
                <a:cubicBezTo>
                  <a:pt x="107576" y="6555"/>
                  <a:pt x="107264" y="7235"/>
                  <a:pt x="107190" y="8047"/>
                </a:cubicBezTo>
                <a:lnTo>
                  <a:pt x="113096" y="8047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D37D91-52DF-42F5-A56A-B334DE0CE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116" y="2075425"/>
            <a:ext cx="104556" cy="72815"/>
          </a:xfrm>
          <a:custGeom xmlns:a="http://schemas.openxmlformats.org/drawingml/2006/main">
            <a:pathLst>
              <a:path w="104556" h="72815">
                <a:moveTo>
                  <a:pt x="0" y="0"/>
                </a:moveTo>
                <a:lnTo>
                  <a:pt x="104556" y="0"/>
                </a:lnTo>
                <a:lnTo>
                  <a:pt x="104556" y="72815"/>
                </a:lnTo>
                <a:lnTo>
                  <a:pt x="0" y="728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21C179E-4C40-4F54-8950-11CFC8FD86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115" y="2075427"/>
            <a:ext cx="104557" cy="72816"/>
          </a:xfrm>
          <a:custGeom xmlns:a="http://schemas.openxmlformats.org/drawingml/2006/main">
            <a:pathLst>
              <a:path w="104557" h="72816" fill="none">
                <a:moveTo>
                  <a:pt x="0" y="0"/>
                </a:moveTo>
                <a:lnTo>
                  <a:pt x="104557" y="0"/>
                </a:lnTo>
                <a:lnTo>
                  <a:pt x="104557" y="72816"/>
                </a:lnTo>
                <a:lnTo>
                  <a:pt x="0" y="7281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11" name="Text Asparagaceae">
            <a:extLst xmlns:a="http://schemas.openxmlformats.org/drawingml/2006/main">
              <a:ext uri="{FF2B5EF4-FFF2-40B4-BE49-F238E27FC236}">
                <a16:creationId xmlns:a16="http://schemas.microsoft.com/office/drawing/2014/main" id="{822D9E95-2CF9-432E-9D7A-51538C6B5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5721" y="2100275"/>
            <a:ext cx="58732" cy="7920"/>
          </a:xfrm>
          <a:custGeom xmlns:a="http://schemas.openxmlformats.org/drawingml/2006/main">
            <a:pathLst>
              <a:path w="58732" h="7920">
                <a:moveTo>
                  <a:pt x="5578" y="6165"/>
                </a:moveTo>
                <a:lnTo>
                  <a:pt x="4705" y="6165"/>
                </a:lnTo>
                <a:lnTo>
                  <a:pt x="4101" y="4452"/>
                </a:lnTo>
                <a:lnTo>
                  <a:pt x="1436" y="4452"/>
                </a:lnTo>
                <a:lnTo>
                  <a:pt x="832" y="6165"/>
                </a:lnTo>
                <a:lnTo>
                  <a:pt x="0" y="6165"/>
                </a:lnTo>
                <a:lnTo>
                  <a:pt x="2243" y="0"/>
                </a:lnTo>
                <a:lnTo>
                  <a:pt x="3335" y="0"/>
                </a:lnTo>
                <a:lnTo>
                  <a:pt x="5578" y="6165"/>
                </a:lnTo>
                <a:moveTo>
                  <a:pt x="3848" y="3741"/>
                </a:moveTo>
                <a:lnTo>
                  <a:pt x="2768" y="716"/>
                </a:lnTo>
                <a:lnTo>
                  <a:pt x="1684" y="3741"/>
                </a:lnTo>
                <a:lnTo>
                  <a:pt x="3848" y="3741"/>
                </a:lnTo>
                <a:close/>
                <a:moveTo>
                  <a:pt x="9753" y="4830"/>
                </a:moveTo>
                <a:cubicBezTo>
                  <a:pt x="9753" y="5252"/>
                  <a:pt x="9579" y="5598"/>
                  <a:pt x="9230" y="5868"/>
                </a:cubicBezTo>
                <a:cubicBezTo>
                  <a:pt x="8881" y="6138"/>
                  <a:pt x="8404" y="6273"/>
                  <a:pt x="7800" y="6273"/>
                </a:cubicBezTo>
                <a:cubicBezTo>
                  <a:pt x="7458" y="6273"/>
                  <a:pt x="7144" y="6232"/>
                  <a:pt x="6859" y="6151"/>
                </a:cubicBezTo>
                <a:cubicBezTo>
                  <a:pt x="6573" y="6069"/>
                  <a:pt x="6334" y="5980"/>
                  <a:pt x="6141" y="5883"/>
                </a:cubicBezTo>
                <a:lnTo>
                  <a:pt x="6141" y="5007"/>
                </a:lnTo>
                <a:lnTo>
                  <a:pt x="6182" y="5007"/>
                </a:lnTo>
                <a:cubicBezTo>
                  <a:pt x="6428" y="5194"/>
                  <a:pt x="6701" y="5343"/>
                  <a:pt x="7001" y="5454"/>
                </a:cubicBezTo>
                <a:cubicBezTo>
                  <a:pt x="7302" y="5564"/>
                  <a:pt x="7590" y="5619"/>
                  <a:pt x="7866" y="5619"/>
                </a:cubicBezTo>
                <a:cubicBezTo>
                  <a:pt x="8208" y="5619"/>
                  <a:pt x="8476" y="5564"/>
                  <a:pt x="8669" y="5453"/>
                </a:cubicBezTo>
                <a:cubicBezTo>
                  <a:pt x="8862" y="5342"/>
                  <a:pt x="8959" y="5168"/>
                  <a:pt x="8959" y="4929"/>
                </a:cubicBezTo>
                <a:cubicBezTo>
                  <a:pt x="8959" y="4747"/>
                  <a:pt x="8906" y="4610"/>
                  <a:pt x="8801" y="4516"/>
                </a:cubicBezTo>
                <a:cubicBezTo>
                  <a:pt x="8696" y="4422"/>
                  <a:pt x="8495" y="4342"/>
                  <a:pt x="8197" y="4276"/>
                </a:cubicBezTo>
                <a:cubicBezTo>
                  <a:pt x="8087" y="4251"/>
                  <a:pt x="7943" y="4222"/>
                  <a:pt x="7765" y="4189"/>
                </a:cubicBezTo>
                <a:cubicBezTo>
                  <a:pt x="7587" y="4156"/>
                  <a:pt x="7425" y="4120"/>
                  <a:pt x="7279" y="4082"/>
                </a:cubicBezTo>
                <a:cubicBezTo>
                  <a:pt x="6873" y="3974"/>
                  <a:pt x="6585" y="3817"/>
                  <a:pt x="6416" y="3608"/>
                </a:cubicBezTo>
                <a:cubicBezTo>
                  <a:pt x="6246" y="3400"/>
                  <a:pt x="6161" y="3145"/>
                  <a:pt x="6161" y="2842"/>
                </a:cubicBezTo>
                <a:cubicBezTo>
                  <a:pt x="6161" y="2651"/>
                  <a:pt x="6201" y="2472"/>
                  <a:pt x="6279" y="2304"/>
                </a:cubicBezTo>
                <a:cubicBezTo>
                  <a:pt x="6358" y="2136"/>
                  <a:pt x="6477" y="1986"/>
                  <a:pt x="6637" y="1853"/>
                </a:cubicBezTo>
                <a:cubicBezTo>
                  <a:pt x="6792" y="1724"/>
                  <a:pt x="6988" y="1621"/>
                  <a:pt x="7227" y="1545"/>
                </a:cubicBezTo>
                <a:cubicBezTo>
                  <a:pt x="7465" y="1470"/>
                  <a:pt x="7732" y="1432"/>
                  <a:pt x="8027" y="1432"/>
                </a:cubicBezTo>
                <a:cubicBezTo>
                  <a:pt x="8303" y="1432"/>
                  <a:pt x="8583" y="1465"/>
                  <a:pt x="8865" y="1533"/>
                </a:cubicBezTo>
                <a:cubicBezTo>
                  <a:pt x="9148" y="1600"/>
                  <a:pt x="9383" y="1682"/>
                  <a:pt x="9571" y="1778"/>
                </a:cubicBezTo>
                <a:lnTo>
                  <a:pt x="9571" y="2607"/>
                </a:lnTo>
                <a:lnTo>
                  <a:pt x="9530" y="2607"/>
                </a:lnTo>
                <a:cubicBezTo>
                  <a:pt x="9331" y="2461"/>
                  <a:pt x="9090" y="2337"/>
                  <a:pt x="8805" y="2237"/>
                </a:cubicBezTo>
                <a:cubicBezTo>
                  <a:pt x="8521" y="2136"/>
                  <a:pt x="8243" y="2085"/>
                  <a:pt x="7970" y="2085"/>
                </a:cubicBezTo>
                <a:cubicBezTo>
                  <a:pt x="7685" y="2085"/>
                  <a:pt x="7445" y="2140"/>
                  <a:pt x="7250" y="2250"/>
                </a:cubicBezTo>
                <a:cubicBezTo>
                  <a:pt x="7054" y="2359"/>
                  <a:pt x="6956" y="2522"/>
                  <a:pt x="6956" y="2738"/>
                </a:cubicBezTo>
                <a:cubicBezTo>
                  <a:pt x="6956" y="2928"/>
                  <a:pt x="7015" y="3072"/>
                  <a:pt x="7134" y="3168"/>
                </a:cubicBezTo>
                <a:cubicBezTo>
                  <a:pt x="7250" y="3265"/>
                  <a:pt x="7437" y="3343"/>
                  <a:pt x="7696" y="3404"/>
                </a:cubicBezTo>
                <a:cubicBezTo>
                  <a:pt x="7840" y="3437"/>
                  <a:pt x="8001" y="3470"/>
                  <a:pt x="8179" y="3503"/>
                </a:cubicBezTo>
                <a:cubicBezTo>
                  <a:pt x="8356" y="3536"/>
                  <a:pt x="8505" y="3566"/>
                  <a:pt x="8623" y="3594"/>
                </a:cubicBezTo>
                <a:cubicBezTo>
                  <a:pt x="8985" y="3677"/>
                  <a:pt x="9263" y="3819"/>
                  <a:pt x="9459" y="4020"/>
                </a:cubicBezTo>
                <a:cubicBezTo>
                  <a:pt x="9655" y="4224"/>
                  <a:pt x="9753" y="4494"/>
                  <a:pt x="9753" y="4830"/>
                </a:cubicBezTo>
                <a:close/>
                <a:moveTo>
                  <a:pt x="14934" y="3794"/>
                </a:moveTo>
                <a:cubicBezTo>
                  <a:pt x="14934" y="4170"/>
                  <a:pt x="14880" y="4514"/>
                  <a:pt x="14772" y="4824"/>
                </a:cubicBezTo>
                <a:cubicBezTo>
                  <a:pt x="14665" y="5135"/>
                  <a:pt x="14513" y="5398"/>
                  <a:pt x="14317" y="5614"/>
                </a:cubicBezTo>
                <a:cubicBezTo>
                  <a:pt x="14135" y="5819"/>
                  <a:pt x="13920" y="5977"/>
                  <a:pt x="13674" y="6089"/>
                </a:cubicBezTo>
                <a:cubicBezTo>
                  <a:pt x="13427" y="6201"/>
                  <a:pt x="13165" y="6256"/>
                  <a:pt x="12889" y="6256"/>
                </a:cubicBezTo>
                <a:cubicBezTo>
                  <a:pt x="12649" y="6256"/>
                  <a:pt x="12432" y="6230"/>
                  <a:pt x="12238" y="6178"/>
                </a:cubicBezTo>
                <a:cubicBezTo>
                  <a:pt x="12043" y="6125"/>
                  <a:pt x="11845" y="6044"/>
                  <a:pt x="11644" y="5933"/>
                </a:cubicBezTo>
                <a:lnTo>
                  <a:pt x="11644" y="7870"/>
                </a:lnTo>
                <a:lnTo>
                  <a:pt x="10866" y="7870"/>
                </a:lnTo>
                <a:lnTo>
                  <a:pt x="10866" y="1539"/>
                </a:lnTo>
                <a:lnTo>
                  <a:pt x="11644" y="1539"/>
                </a:lnTo>
                <a:lnTo>
                  <a:pt x="11644" y="2020"/>
                </a:lnTo>
                <a:cubicBezTo>
                  <a:pt x="11851" y="1846"/>
                  <a:pt x="12083" y="1701"/>
                  <a:pt x="12341" y="1583"/>
                </a:cubicBezTo>
                <a:cubicBezTo>
                  <a:pt x="12599" y="1466"/>
                  <a:pt x="12874" y="1407"/>
                  <a:pt x="13167" y="1407"/>
                </a:cubicBezTo>
                <a:cubicBezTo>
                  <a:pt x="13724" y="1407"/>
                  <a:pt x="14158" y="1618"/>
                  <a:pt x="14468" y="2039"/>
                </a:cubicBezTo>
                <a:cubicBezTo>
                  <a:pt x="14778" y="2460"/>
                  <a:pt x="14934" y="3046"/>
                  <a:pt x="14934" y="3794"/>
                </a:cubicBezTo>
                <a:moveTo>
                  <a:pt x="14131" y="3815"/>
                </a:moveTo>
                <a:cubicBezTo>
                  <a:pt x="14131" y="3258"/>
                  <a:pt x="14036" y="2841"/>
                  <a:pt x="13845" y="2565"/>
                </a:cubicBezTo>
                <a:cubicBezTo>
                  <a:pt x="13655" y="2290"/>
                  <a:pt x="13363" y="2152"/>
                  <a:pt x="12968" y="2152"/>
                </a:cubicBezTo>
                <a:cubicBezTo>
                  <a:pt x="12745" y="2152"/>
                  <a:pt x="12520" y="2200"/>
                  <a:pt x="12294" y="2297"/>
                </a:cubicBezTo>
                <a:cubicBezTo>
                  <a:pt x="12067" y="2393"/>
                  <a:pt x="11851" y="2520"/>
                  <a:pt x="11644" y="2677"/>
                </a:cubicBezTo>
                <a:lnTo>
                  <a:pt x="11644" y="5296"/>
                </a:lnTo>
                <a:cubicBezTo>
                  <a:pt x="11865" y="5396"/>
                  <a:pt x="12054" y="5463"/>
                  <a:pt x="12213" y="5499"/>
                </a:cubicBezTo>
                <a:cubicBezTo>
                  <a:pt x="12372" y="5535"/>
                  <a:pt x="12552" y="5553"/>
                  <a:pt x="12753" y="5553"/>
                </a:cubicBezTo>
                <a:cubicBezTo>
                  <a:pt x="13186" y="5553"/>
                  <a:pt x="13524" y="5407"/>
                  <a:pt x="13767" y="5114"/>
                </a:cubicBezTo>
                <a:cubicBezTo>
                  <a:pt x="14009" y="4822"/>
                  <a:pt x="14131" y="4389"/>
                  <a:pt x="14131" y="3815"/>
                </a:cubicBezTo>
                <a:close/>
                <a:moveTo>
                  <a:pt x="19737" y="6165"/>
                </a:moveTo>
                <a:lnTo>
                  <a:pt x="18963" y="6165"/>
                </a:lnTo>
                <a:lnTo>
                  <a:pt x="18963" y="5676"/>
                </a:lnTo>
                <a:cubicBezTo>
                  <a:pt x="18895" y="5723"/>
                  <a:pt x="18801" y="5789"/>
                  <a:pt x="18684" y="5873"/>
                </a:cubicBezTo>
                <a:cubicBezTo>
                  <a:pt x="18567" y="5957"/>
                  <a:pt x="18453" y="6024"/>
                  <a:pt x="18343" y="6074"/>
                </a:cubicBezTo>
                <a:cubicBezTo>
                  <a:pt x="18213" y="6138"/>
                  <a:pt x="18064" y="6191"/>
                  <a:pt x="17896" y="6234"/>
                </a:cubicBezTo>
                <a:cubicBezTo>
                  <a:pt x="17728" y="6276"/>
                  <a:pt x="17530" y="6298"/>
                  <a:pt x="17304" y="6298"/>
                </a:cubicBezTo>
                <a:cubicBezTo>
                  <a:pt x="16888" y="6298"/>
                  <a:pt x="16535" y="6160"/>
                  <a:pt x="16245" y="5884"/>
                </a:cubicBezTo>
                <a:cubicBezTo>
                  <a:pt x="15955" y="5607"/>
                  <a:pt x="15810" y="5255"/>
                  <a:pt x="15810" y="4827"/>
                </a:cubicBezTo>
                <a:cubicBezTo>
                  <a:pt x="15810" y="4476"/>
                  <a:pt x="15886" y="4192"/>
                  <a:pt x="16036" y="3976"/>
                </a:cubicBezTo>
                <a:cubicBezTo>
                  <a:pt x="16186" y="3759"/>
                  <a:pt x="16401" y="3588"/>
                  <a:pt x="16679" y="3464"/>
                </a:cubicBezTo>
                <a:cubicBezTo>
                  <a:pt x="16961" y="3340"/>
                  <a:pt x="17299" y="3255"/>
                  <a:pt x="17693" y="3211"/>
                </a:cubicBezTo>
                <a:cubicBezTo>
                  <a:pt x="18088" y="3167"/>
                  <a:pt x="18511" y="3134"/>
                  <a:pt x="18963" y="3112"/>
                </a:cubicBezTo>
                <a:lnTo>
                  <a:pt x="18963" y="2991"/>
                </a:lnTo>
                <a:cubicBezTo>
                  <a:pt x="18963" y="2813"/>
                  <a:pt x="18932" y="2665"/>
                  <a:pt x="18870" y="2548"/>
                </a:cubicBezTo>
                <a:cubicBezTo>
                  <a:pt x="18808" y="2432"/>
                  <a:pt x="18719" y="2340"/>
                  <a:pt x="18603" y="2273"/>
                </a:cubicBezTo>
                <a:cubicBezTo>
                  <a:pt x="18493" y="2209"/>
                  <a:pt x="18361" y="2166"/>
                  <a:pt x="18206" y="2144"/>
                </a:cubicBezTo>
                <a:cubicBezTo>
                  <a:pt x="18052" y="2121"/>
                  <a:pt x="17890" y="2110"/>
                  <a:pt x="17722" y="2110"/>
                </a:cubicBezTo>
                <a:cubicBezTo>
                  <a:pt x="17518" y="2110"/>
                  <a:pt x="17290" y="2138"/>
                  <a:pt x="17039" y="2193"/>
                </a:cubicBezTo>
                <a:cubicBezTo>
                  <a:pt x="16788" y="2248"/>
                  <a:pt x="16529" y="2328"/>
                  <a:pt x="16261" y="2433"/>
                </a:cubicBezTo>
                <a:lnTo>
                  <a:pt x="16220" y="2433"/>
                </a:lnTo>
                <a:lnTo>
                  <a:pt x="16220" y="1643"/>
                </a:lnTo>
                <a:cubicBezTo>
                  <a:pt x="16372" y="1601"/>
                  <a:pt x="16591" y="1556"/>
                  <a:pt x="16878" y="1506"/>
                </a:cubicBezTo>
                <a:cubicBezTo>
                  <a:pt x="17165" y="1457"/>
                  <a:pt x="17448" y="1432"/>
                  <a:pt x="17726" y="1432"/>
                </a:cubicBezTo>
                <a:cubicBezTo>
                  <a:pt x="18052" y="1432"/>
                  <a:pt x="18335" y="1459"/>
                  <a:pt x="18577" y="1512"/>
                </a:cubicBezTo>
                <a:cubicBezTo>
                  <a:pt x="18818" y="1566"/>
                  <a:pt x="19027" y="1658"/>
                  <a:pt x="19203" y="1788"/>
                </a:cubicBezTo>
                <a:cubicBezTo>
                  <a:pt x="19377" y="1914"/>
                  <a:pt x="19510" y="2079"/>
                  <a:pt x="19601" y="2280"/>
                </a:cubicBezTo>
                <a:cubicBezTo>
                  <a:pt x="19692" y="2481"/>
                  <a:pt x="19737" y="2731"/>
                  <a:pt x="19737" y="3029"/>
                </a:cubicBezTo>
                <a:lnTo>
                  <a:pt x="19737" y="6165"/>
                </a:lnTo>
                <a:moveTo>
                  <a:pt x="18963" y="5033"/>
                </a:moveTo>
                <a:lnTo>
                  <a:pt x="18963" y="3741"/>
                </a:lnTo>
                <a:cubicBezTo>
                  <a:pt x="18726" y="3755"/>
                  <a:pt x="18447" y="3775"/>
                  <a:pt x="18126" y="3803"/>
                </a:cubicBezTo>
                <a:cubicBezTo>
                  <a:pt x="17804" y="3831"/>
                  <a:pt x="17550" y="3871"/>
                  <a:pt x="17362" y="3923"/>
                </a:cubicBezTo>
                <a:cubicBezTo>
                  <a:pt x="17139" y="3987"/>
                  <a:pt x="16958" y="4086"/>
                  <a:pt x="16820" y="4221"/>
                </a:cubicBezTo>
                <a:cubicBezTo>
                  <a:pt x="16682" y="4355"/>
                  <a:pt x="16613" y="4540"/>
                  <a:pt x="16613" y="4776"/>
                </a:cubicBezTo>
                <a:cubicBezTo>
                  <a:pt x="16613" y="5042"/>
                  <a:pt x="16693" y="5242"/>
                  <a:pt x="16853" y="5376"/>
                </a:cubicBezTo>
                <a:cubicBezTo>
                  <a:pt x="17013" y="5511"/>
                  <a:pt x="17257" y="5578"/>
                  <a:pt x="17586" y="5578"/>
                </a:cubicBezTo>
                <a:cubicBezTo>
                  <a:pt x="17859" y="5578"/>
                  <a:pt x="18108" y="5525"/>
                  <a:pt x="18335" y="5418"/>
                </a:cubicBezTo>
                <a:cubicBezTo>
                  <a:pt x="18561" y="5311"/>
                  <a:pt x="18770" y="5183"/>
                  <a:pt x="18963" y="5033"/>
                </a:cubicBezTo>
                <a:close/>
                <a:moveTo>
                  <a:pt x="24119" y="2383"/>
                </a:moveTo>
                <a:lnTo>
                  <a:pt x="24078" y="2383"/>
                </a:lnTo>
                <a:cubicBezTo>
                  <a:pt x="23962" y="2357"/>
                  <a:pt x="23850" y="2338"/>
                  <a:pt x="23741" y="2327"/>
                </a:cubicBezTo>
                <a:cubicBezTo>
                  <a:pt x="23632" y="2315"/>
                  <a:pt x="23503" y="2309"/>
                  <a:pt x="23354" y="2309"/>
                </a:cubicBezTo>
                <a:cubicBezTo>
                  <a:pt x="23114" y="2309"/>
                  <a:pt x="22882" y="2362"/>
                  <a:pt x="22659" y="2469"/>
                </a:cubicBezTo>
                <a:cubicBezTo>
                  <a:pt x="22435" y="2575"/>
                  <a:pt x="22220" y="2712"/>
                  <a:pt x="22013" y="2881"/>
                </a:cubicBezTo>
                <a:lnTo>
                  <a:pt x="22013" y="6165"/>
                </a:lnTo>
                <a:lnTo>
                  <a:pt x="21235" y="6165"/>
                </a:lnTo>
                <a:lnTo>
                  <a:pt x="21235" y="1539"/>
                </a:lnTo>
                <a:lnTo>
                  <a:pt x="22013" y="1539"/>
                </a:lnTo>
                <a:lnTo>
                  <a:pt x="22013" y="2223"/>
                </a:lnTo>
                <a:cubicBezTo>
                  <a:pt x="22322" y="1974"/>
                  <a:pt x="22595" y="1798"/>
                  <a:pt x="22831" y="1695"/>
                </a:cubicBezTo>
                <a:cubicBezTo>
                  <a:pt x="23066" y="1591"/>
                  <a:pt x="23307" y="1539"/>
                  <a:pt x="23553" y="1539"/>
                </a:cubicBezTo>
                <a:cubicBezTo>
                  <a:pt x="23688" y="1539"/>
                  <a:pt x="23786" y="1543"/>
                  <a:pt x="23846" y="1550"/>
                </a:cubicBezTo>
                <a:cubicBezTo>
                  <a:pt x="23907" y="1556"/>
                  <a:pt x="23998" y="1569"/>
                  <a:pt x="24119" y="1589"/>
                </a:cubicBezTo>
                <a:lnTo>
                  <a:pt x="24119" y="2383"/>
                </a:lnTo>
                <a:close/>
                <a:moveTo>
                  <a:pt x="28443" y="6165"/>
                </a:moveTo>
                <a:lnTo>
                  <a:pt x="27670" y="6165"/>
                </a:lnTo>
                <a:lnTo>
                  <a:pt x="27670" y="5676"/>
                </a:lnTo>
                <a:cubicBezTo>
                  <a:pt x="27601" y="5723"/>
                  <a:pt x="27508" y="5789"/>
                  <a:pt x="27390" y="5873"/>
                </a:cubicBezTo>
                <a:cubicBezTo>
                  <a:pt x="27273" y="5957"/>
                  <a:pt x="27159" y="6024"/>
                  <a:pt x="27049" y="6074"/>
                </a:cubicBezTo>
                <a:cubicBezTo>
                  <a:pt x="26919" y="6138"/>
                  <a:pt x="26770" y="6191"/>
                  <a:pt x="26602" y="6234"/>
                </a:cubicBezTo>
                <a:cubicBezTo>
                  <a:pt x="26434" y="6276"/>
                  <a:pt x="26237" y="6298"/>
                  <a:pt x="26010" y="6298"/>
                </a:cubicBezTo>
                <a:cubicBezTo>
                  <a:pt x="25594" y="6298"/>
                  <a:pt x="25241" y="6160"/>
                  <a:pt x="24951" y="5884"/>
                </a:cubicBezTo>
                <a:cubicBezTo>
                  <a:pt x="24661" y="5607"/>
                  <a:pt x="24517" y="5255"/>
                  <a:pt x="24517" y="4827"/>
                </a:cubicBezTo>
                <a:cubicBezTo>
                  <a:pt x="24517" y="4476"/>
                  <a:pt x="24592" y="4192"/>
                  <a:pt x="24742" y="3976"/>
                </a:cubicBezTo>
                <a:cubicBezTo>
                  <a:pt x="24892" y="3759"/>
                  <a:pt x="25107" y="3588"/>
                  <a:pt x="25386" y="3464"/>
                </a:cubicBezTo>
                <a:cubicBezTo>
                  <a:pt x="25667" y="3340"/>
                  <a:pt x="26005" y="3255"/>
                  <a:pt x="26399" y="3211"/>
                </a:cubicBezTo>
                <a:cubicBezTo>
                  <a:pt x="26794" y="3167"/>
                  <a:pt x="27217" y="3134"/>
                  <a:pt x="27670" y="3112"/>
                </a:cubicBezTo>
                <a:lnTo>
                  <a:pt x="27670" y="2991"/>
                </a:lnTo>
                <a:cubicBezTo>
                  <a:pt x="27670" y="2813"/>
                  <a:pt x="27639" y="2665"/>
                  <a:pt x="27577" y="2548"/>
                </a:cubicBezTo>
                <a:cubicBezTo>
                  <a:pt x="27515" y="2432"/>
                  <a:pt x="27426" y="2340"/>
                  <a:pt x="27310" y="2273"/>
                </a:cubicBezTo>
                <a:cubicBezTo>
                  <a:pt x="27199" y="2209"/>
                  <a:pt x="27067" y="2166"/>
                  <a:pt x="26912" y="2144"/>
                </a:cubicBezTo>
                <a:cubicBezTo>
                  <a:pt x="26758" y="2121"/>
                  <a:pt x="26597" y="2110"/>
                  <a:pt x="26428" y="2110"/>
                </a:cubicBezTo>
                <a:cubicBezTo>
                  <a:pt x="26224" y="2110"/>
                  <a:pt x="25997" y="2138"/>
                  <a:pt x="25746" y="2193"/>
                </a:cubicBezTo>
                <a:cubicBezTo>
                  <a:pt x="25495" y="2248"/>
                  <a:pt x="25235" y="2328"/>
                  <a:pt x="24968" y="2433"/>
                </a:cubicBezTo>
                <a:lnTo>
                  <a:pt x="24926" y="2433"/>
                </a:lnTo>
                <a:lnTo>
                  <a:pt x="24926" y="1643"/>
                </a:lnTo>
                <a:cubicBezTo>
                  <a:pt x="25078" y="1601"/>
                  <a:pt x="25297" y="1556"/>
                  <a:pt x="25584" y="1506"/>
                </a:cubicBezTo>
                <a:cubicBezTo>
                  <a:pt x="25871" y="1457"/>
                  <a:pt x="26154" y="1432"/>
                  <a:pt x="26432" y="1432"/>
                </a:cubicBezTo>
                <a:cubicBezTo>
                  <a:pt x="26758" y="1432"/>
                  <a:pt x="27041" y="1459"/>
                  <a:pt x="27283" y="1512"/>
                </a:cubicBezTo>
                <a:cubicBezTo>
                  <a:pt x="27524" y="1566"/>
                  <a:pt x="27733" y="1658"/>
                  <a:pt x="27910" y="1788"/>
                </a:cubicBezTo>
                <a:cubicBezTo>
                  <a:pt x="28083" y="1914"/>
                  <a:pt x="28216" y="2079"/>
                  <a:pt x="28307" y="2280"/>
                </a:cubicBezTo>
                <a:cubicBezTo>
                  <a:pt x="28398" y="2481"/>
                  <a:pt x="28443" y="2731"/>
                  <a:pt x="28443" y="3029"/>
                </a:cubicBezTo>
                <a:lnTo>
                  <a:pt x="28443" y="6165"/>
                </a:lnTo>
                <a:moveTo>
                  <a:pt x="27670" y="5033"/>
                </a:moveTo>
                <a:lnTo>
                  <a:pt x="27670" y="3741"/>
                </a:lnTo>
                <a:cubicBezTo>
                  <a:pt x="27432" y="3755"/>
                  <a:pt x="27153" y="3775"/>
                  <a:pt x="26832" y="3803"/>
                </a:cubicBezTo>
                <a:cubicBezTo>
                  <a:pt x="26510" y="3831"/>
                  <a:pt x="26256" y="3871"/>
                  <a:pt x="26068" y="3923"/>
                </a:cubicBezTo>
                <a:cubicBezTo>
                  <a:pt x="25845" y="3987"/>
                  <a:pt x="25664" y="4086"/>
                  <a:pt x="25526" y="4221"/>
                </a:cubicBezTo>
                <a:cubicBezTo>
                  <a:pt x="25388" y="4355"/>
                  <a:pt x="25319" y="4540"/>
                  <a:pt x="25319" y="4776"/>
                </a:cubicBezTo>
                <a:cubicBezTo>
                  <a:pt x="25319" y="5042"/>
                  <a:pt x="25399" y="5242"/>
                  <a:pt x="25559" y="5376"/>
                </a:cubicBezTo>
                <a:cubicBezTo>
                  <a:pt x="25719" y="5511"/>
                  <a:pt x="25964" y="5578"/>
                  <a:pt x="26292" y="5578"/>
                </a:cubicBezTo>
                <a:cubicBezTo>
                  <a:pt x="26565" y="5578"/>
                  <a:pt x="26815" y="5525"/>
                  <a:pt x="27041" y="5418"/>
                </a:cubicBezTo>
                <a:cubicBezTo>
                  <a:pt x="27267" y="5311"/>
                  <a:pt x="27477" y="5183"/>
                  <a:pt x="27670" y="5033"/>
                </a:cubicBezTo>
                <a:close/>
                <a:moveTo>
                  <a:pt x="33690" y="5641"/>
                </a:moveTo>
                <a:cubicBezTo>
                  <a:pt x="33690" y="6426"/>
                  <a:pt x="33512" y="7001"/>
                  <a:pt x="33156" y="7369"/>
                </a:cubicBezTo>
                <a:cubicBezTo>
                  <a:pt x="32800" y="7736"/>
                  <a:pt x="32253" y="7920"/>
                  <a:pt x="31513" y="7920"/>
                </a:cubicBezTo>
                <a:cubicBezTo>
                  <a:pt x="31268" y="7920"/>
                  <a:pt x="31029" y="7903"/>
                  <a:pt x="30796" y="7868"/>
                </a:cubicBezTo>
                <a:cubicBezTo>
                  <a:pt x="30562" y="7834"/>
                  <a:pt x="30333" y="7785"/>
                  <a:pt x="30107" y="7721"/>
                </a:cubicBezTo>
                <a:lnTo>
                  <a:pt x="30107" y="6927"/>
                </a:lnTo>
                <a:lnTo>
                  <a:pt x="30148" y="6927"/>
                </a:lnTo>
                <a:cubicBezTo>
                  <a:pt x="30275" y="6976"/>
                  <a:pt x="30476" y="7036"/>
                  <a:pt x="30752" y="7108"/>
                </a:cubicBezTo>
                <a:cubicBezTo>
                  <a:pt x="31028" y="7180"/>
                  <a:pt x="31304" y="7216"/>
                  <a:pt x="31580" y="7216"/>
                </a:cubicBezTo>
                <a:cubicBezTo>
                  <a:pt x="31844" y="7216"/>
                  <a:pt x="32064" y="7185"/>
                  <a:pt x="32238" y="7121"/>
                </a:cubicBezTo>
                <a:cubicBezTo>
                  <a:pt x="32411" y="7058"/>
                  <a:pt x="32547" y="6970"/>
                  <a:pt x="32643" y="6857"/>
                </a:cubicBezTo>
                <a:cubicBezTo>
                  <a:pt x="32740" y="6750"/>
                  <a:pt x="32809" y="6620"/>
                  <a:pt x="32850" y="6469"/>
                </a:cubicBezTo>
                <a:cubicBezTo>
                  <a:pt x="32891" y="6317"/>
                  <a:pt x="32912" y="6148"/>
                  <a:pt x="32912" y="5961"/>
                </a:cubicBezTo>
                <a:lnTo>
                  <a:pt x="32912" y="5539"/>
                </a:lnTo>
                <a:cubicBezTo>
                  <a:pt x="32678" y="5727"/>
                  <a:pt x="32453" y="5868"/>
                  <a:pt x="32240" y="5960"/>
                </a:cubicBezTo>
                <a:cubicBezTo>
                  <a:pt x="32026" y="6053"/>
                  <a:pt x="31753" y="6099"/>
                  <a:pt x="31422" y="6099"/>
                </a:cubicBezTo>
                <a:cubicBezTo>
                  <a:pt x="30871" y="6099"/>
                  <a:pt x="30433" y="5899"/>
                  <a:pt x="30109" y="5500"/>
                </a:cubicBezTo>
                <a:cubicBezTo>
                  <a:pt x="29784" y="5100"/>
                  <a:pt x="29622" y="4536"/>
                  <a:pt x="29622" y="3809"/>
                </a:cubicBezTo>
                <a:cubicBezTo>
                  <a:pt x="29622" y="3411"/>
                  <a:pt x="29678" y="3067"/>
                  <a:pt x="29790" y="2778"/>
                </a:cubicBezTo>
                <a:cubicBezTo>
                  <a:pt x="29902" y="2489"/>
                  <a:pt x="30054" y="2239"/>
                  <a:pt x="30247" y="2029"/>
                </a:cubicBezTo>
                <a:cubicBezTo>
                  <a:pt x="30427" y="1833"/>
                  <a:pt x="30644" y="1680"/>
                  <a:pt x="30901" y="1571"/>
                </a:cubicBezTo>
                <a:cubicBezTo>
                  <a:pt x="31158" y="1462"/>
                  <a:pt x="31413" y="1407"/>
                  <a:pt x="31667" y="1407"/>
                </a:cubicBezTo>
                <a:cubicBezTo>
                  <a:pt x="31934" y="1407"/>
                  <a:pt x="32158" y="1434"/>
                  <a:pt x="32339" y="1488"/>
                </a:cubicBezTo>
                <a:cubicBezTo>
                  <a:pt x="32520" y="1542"/>
                  <a:pt x="32711" y="1624"/>
                  <a:pt x="32912" y="1735"/>
                </a:cubicBezTo>
                <a:lnTo>
                  <a:pt x="32962" y="1539"/>
                </a:lnTo>
                <a:lnTo>
                  <a:pt x="33690" y="1539"/>
                </a:lnTo>
                <a:lnTo>
                  <a:pt x="33690" y="5641"/>
                </a:lnTo>
                <a:moveTo>
                  <a:pt x="32912" y="4898"/>
                </a:moveTo>
                <a:lnTo>
                  <a:pt x="32912" y="2372"/>
                </a:lnTo>
                <a:cubicBezTo>
                  <a:pt x="32705" y="2278"/>
                  <a:pt x="32513" y="2211"/>
                  <a:pt x="32335" y="2170"/>
                </a:cubicBezTo>
                <a:cubicBezTo>
                  <a:pt x="32157" y="2130"/>
                  <a:pt x="31980" y="2110"/>
                  <a:pt x="31803" y="2110"/>
                </a:cubicBezTo>
                <a:cubicBezTo>
                  <a:pt x="31376" y="2110"/>
                  <a:pt x="31039" y="2254"/>
                  <a:pt x="30793" y="2542"/>
                </a:cubicBezTo>
                <a:cubicBezTo>
                  <a:pt x="30548" y="2829"/>
                  <a:pt x="30425" y="3247"/>
                  <a:pt x="30425" y="3795"/>
                </a:cubicBezTo>
                <a:cubicBezTo>
                  <a:pt x="30425" y="4314"/>
                  <a:pt x="30516" y="4709"/>
                  <a:pt x="30698" y="4977"/>
                </a:cubicBezTo>
                <a:cubicBezTo>
                  <a:pt x="30880" y="5245"/>
                  <a:pt x="31182" y="5379"/>
                  <a:pt x="31604" y="5379"/>
                </a:cubicBezTo>
                <a:cubicBezTo>
                  <a:pt x="31831" y="5379"/>
                  <a:pt x="32058" y="5336"/>
                  <a:pt x="32285" y="5249"/>
                </a:cubicBezTo>
                <a:cubicBezTo>
                  <a:pt x="32513" y="5161"/>
                  <a:pt x="32722" y="5045"/>
                  <a:pt x="32912" y="4898"/>
                </a:cubicBezTo>
                <a:close/>
                <a:moveTo>
                  <a:pt x="38813" y="6165"/>
                </a:moveTo>
                <a:lnTo>
                  <a:pt x="38039" y="6165"/>
                </a:lnTo>
                <a:lnTo>
                  <a:pt x="38039" y="5676"/>
                </a:lnTo>
                <a:cubicBezTo>
                  <a:pt x="37970" y="5723"/>
                  <a:pt x="37877" y="5789"/>
                  <a:pt x="37760" y="5873"/>
                </a:cubicBezTo>
                <a:cubicBezTo>
                  <a:pt x="37642" y="5957"/>
                  <a:pt x="37529" y="6024"/>
                  <a:pt x="37418" y="6074"/>
                </a:cubicBezTo>
                <a:cubicBezTo>
                  <a:pt x="37289" y="6138"/>
                  <a:pt x="37140" y="6191"/>
                  <a:pt x="36971" y="6234"/>
                </a:cubicBezTo>
                <a:cubicBezTo>
                  <a:pt x="36803" y="6276"/>
                  <a:pt x="36606" y="6298"/>
                  <a:pt x="36380" y="6298"/>
                </a:cubicBezTo>
                <a:cubicBezTo>
                  <a:pt x="35963" y="6298"/>
                  <a:pt x="35610" y="6160"/>
                  <a:pt x="35320" y="5884"/>
                </a:cubicBezTo>
                <a:cubicBezTo>
                  <a:pt x="35031" y="5607"/>
                  <a:pt x="34886" y="5255"/>
                  <a:pt x="34886" y="4827"/>
                </a:cubicBezTo>
                <a:cubicBezTo>
                  <a:pt x="34886" y="4476"/>
                  <a:pt x="34961" y="4192"/>
                  <a:pt x="35111" y="3976"/>
                </a:cubicBezTo>
                <a:cubicBezTo>
                  <a:pt x="35262" y="3759"/>
                  <a:pt x="35476" y="3588"/>
                  <a:pt x="35755" y="3464"/>
                </a:cubicBezTo>
                <a:cubicBezTo>
                  <a:pt x="36036" y="3340"/>
                  <a:pt x="36374" y="3255"/>
                  <a:pt x="36769" y="3211"/>
                </a:cubicBezTo>
                <a:cubicBezTo>
                  <a:pt x="37163" y="3167"/>
                  <a:pt x="37587" y="3134"/>
                  <a:pt x="38039" y="3112"/>
                </a:cubicBezTo>
                <a:lnTo>
                  <a:pt x="38039" y="2991"/>
                </a:lnTo>
                <a:cubicBezTo>
                  <a:pt x="38039" y="2813"/>
                  <a:pt x="38008" y="2665"/>
                  <a:pt x="37946" y="2548"/>
                </a:cubicBezTo>
                <a:cubicBezTo>
                  <a:pt x="37884" y="2432"/>
                  <a:pt x="37795" y="2340"/>
                  <a:pt x="37679" y="2273"/>
                </a:cubicBezTo>
                <a:cubicBezTo>
                  <a:pt x="37569" y="2209"/>
                  <a:pt x="37436" y="2166"/>
                  <a:pt x="37282" y="2144"/>
                </a:cubicBezTo>
                <a:cubicBezTo>
                  <a:pt x="37127" y="2121"/>
                  <a:pt x="36966" y="2110"/>
                  <a:pt x="36798" y="2110"/>
                </a:cubicBezTo>
                <a:cubicBezTo>
                  <a:pt x="36594" y="2110"/>
                  <a:pt x="36366" y="2138"/>
                  <a:pt x="36115" y="2193"/>
                </a:cubicBezTo>
                <a:cubicBezTo>
                  <a:pt x="35864" y="2248"/>
                  <a:pt x="35605" y="2328"/>
                  <a:pt x="35337" y="2433"/>
                </a:cubicBezTo>
                <a:lnTo>
                  <a:pt x="35296" y="2433"/>
                </a:lnTo>
                <a:lnTo>
                  <a:pt x="35296" y="1643"/>
                </a:lnTo>
                <a:cubicBezTo>
                  <a:pt x="35447" y="1601"/>
                  <a:pt x="35667" y="1556"/>
                  <a:pt x="35954" y="1506"/>
                </a:cubicBezTo>
                <a:cubicBezTo>
                  <a:pt x="36240" y="1457"/>
                  <a:pt x="36523" y="1432"/>
                  <a:pt x="36802" y="1432"/>
                </a:cubicBezTo>
                <a:cubicBezTo>
                  <a:pt x="37127" y="1432"/>
                  <a:pt x="37411" y="1459"/>
                  <a:pt x="37652" y="1512"/>
                </a:cubicBezTo>
                <a:cubicBezTo>
                  <a:pt x="37894" y="1566"/>
                  <a:pt x="38102" y="1658"/>
                  <a:pt x="38279" y="1788"/>
                </a:cubicBezTo>
                <a:cubicBezTo>
                  <a:pt x="38453" y="1914"/>
                  <a:pt x="38585" y="2079"/>
                  <a:pt x="38676" y="2280"/>
                </a:cubicBezTo>
                <a:cubicBezTo>
                  <a:pt x="38767" y="2481"/>
                  <a:pt x="38813" y="2731"/>
                  <a:pt x="38813" y="3029"/>
                </a:cubicBezTo>
                <a:lnTo>
                  <a:pt x="38813" y="6165"/>
                </a:lnTo>
                <a:moveTo>
                  <a:pt x="38039" y="5033"/>
                </a:moveTo>
                <a:lnTo>
                  <a:pt x="38039" y="3741"/>
                </a:lnTo>
                <a:cubicBezTo>
                  <a:pt x="37802" y="3755"/>
                  <a:pt x="37522" y="3775"/>
                  <a:pt x="37201" y="3803"/>
                </a:cubicBezTo>
                <a:cubicBezTo>
                  <a:pt x="36880" y="3831"/>
                  <a:pt x="36625" y="3871"/>
                  <a:pt x="36438" y="3923"/>
                </a:cubicBezTo>
                <a:cubicBezTo>
                  <a:pt x="36214" y="3987"/>
                  <a:pt x="36034" y="4086"/>
                  <a:pt x="35896" y="4221"/>
                </a:cubicBezTo>
                <a:cubicBezTo>
                  <a:pt x="35758" y="4355"/>
                  <a:pt x="35689" y="4540"/>
                  <a:pt x="35689" y="4776"/>
                </a:cubicBezTo>
                <a:cubicBezTo>
                  <a:pt x="35689" y="5042"/>
                  <a:pt x="35769" y="5242"/>
                  <a:pt x="35929" y="5376"/>
                </a:cubicBezTo>
                <a:cubicBezTo>
                  <a:pt x="36089" y="5511"/>
                  <a:pt x="36333" y="5578"/>
                  <a:pt x="36661" y="5578"/>
                </a:cubicBezTo>
                <a:cubicBezTo>
                  <a:pt x="36934" y="5578"/>
                  <a:pt x="37184" y="5525"/>
                  <a:pt x="37410" y="5418"/>
                </a:cubicBezTo>
                <a:cubicBezTo>
                  <a:pt x="37636" y="5311"/>
                  <a:pt x="37846" y="5183"/>
                  <a:pt x="38039" y="5033"/>
                </a:cubicBezTo>
                <a:close/>
                <a:moveTo>
                  <a:pt x="43729" y="5880"/>
                </a:moveTo>
                <a:cubicBezTo>
                  <a:pt x="43469" y="6004"/>
                  <a:pt x="43223" y="6101"/>
                  <a:pt x="42990" y="6170"/>
                </a:cubicBezTo>
                <a:cubicBezTo>
                  <a:pt x="42757" y="6239"/>
                  <a:pt x="42509" y="6273"/>
                  <a:pt x="42247" y="6273"/>
                </a:cubicBezTo>
                <a:cubicBezTo>
                  <a:pt x="41913" y="6273"/>
                  <a:pt x="41607" y="6224"/>
                  <a:pt x="41329" y="6126"/>
                </a:cubicBezTo>
                <a:cubicBezTo>
                  <a:pt x="41050" y="6028"/>
                  <a:pt x="40811" y="5879"/>
                  <a:pt x="40613" y="5680"/>
                </a:cubicBezTo>
                <a:cubicBezTo>
                  <a:pt x="40411" y="5481"/>
                  <a:pt x="40255" y="5230"/>
                  <a:pt x="40145" y="4926"/>
                </a:cubicBezTo>
                <a:cubicBezTo>
                  <a:pt x="40035" y="4622"/>
                  <a:pt x="39980" y="4267"/>
                  <a:pt x="39980" y="3861"/>
                </a:cubicBezTo>
                <a:cubicBezTo>
                  <a:pt x="39980" y="3103"/>
                  <a:pt x="40187" y="2509"/>
                  <a:pt x="40602" y="2078"/>
                </a:cubicBezTo>
                <a:cubicBezTo>
                  <a:pt x="41018" y="1647"/>
                  <a:pt x="41566" y="1432"/>
                  <a:pt x="42247" y="1432"/>
                </a:cubicBezTo>
                <a:cubicBezTo>
                  <a:pt x="42512" y="1432"/>
                  <a:pt x="42772" y="1469"/>
                  <a:pt x="43027" y="1543"/>
                </a:cubicBezTo>
                <a:cubicBezTo>
                  <a:pt x="43282" y="1618"/>
                  <a:pt x="43516" y="1709"/>
                  <a:pt x="43729" y="1817"/>
                </a:cubicBezTo>
                <a:lnTo>
                  <a:pt x="43729" y="2681"/>
                </a:lnTo>
                <a:lnTo>
                  <a:pt x="43687" y="2681"/>
                </a:lnTo>
                <a:cubicBezTo>
                  <a:pt x="43450" y="2498"/>
                  <a:pt x="43205" y="2357"/>
                  <a:pt x="42953" y="2258"/>
                </a:cubicBezTo>
                <a:cubicBezTo>
                  <a:pt x="42700" y="2160"/>
                  <a:pt x="42454" y="2110"/>
                  <a:pt x="42214" y="2110"/>
                </a:cubicBezTo>
                <a:cubicBezTo>
                  <a:pt x="41773" y="2110"/>
                  <a:pt x="41424" y="2259"/>
                  <a:pt x="41169" y="2555"/>
                </a:cubicBezTo>
                <a:cubicBezTo>
                  <a:pt x="40914" y="2852"/>
                  <a:pt x="40786" y="3287"/>
                  <a:pt x="40786" y="3861"/>
                </a:cubicBezTo>
                <a:cubicBezTo>
                  <a:pt x="40786" y="4418"/>
                  <a:pt x="40911" y="4846"/>
                  <a:pt x="41161" y="5145"/>
                </a:cubicBezTo>
                <a:cubicBezTo>
                  <a:pt x="41411" y="5445"/>
                  <a:pt x="41762" y="5594"/>
                  <a:pt x="42214" y="5594"/>
                </a:cubicBezTo>
                <a:cubicBezTo>
                  <a:pt x="42371" y="5594"/>
                  <a:pt x="42531" y="5574"/>
                  <a:pt x="42694" y="5533"/>
                </a:cubicBezTo>
                <a:cubicBezTo>
                  <a:pt x="42857" y="5492"/>
                  <a:pt x="43003" y="5438"/>
                  <a:pt x="43133" y="5373"/>
                </a:cubicBezTo>
                <a:cubicBezTo>
                  <a:pt x="43246" y="5315"/>
                  <a:pt x="43352" y="5254"/>
                  <a:pt x="43451" y="5190"/>
                </a:cubicBezTo>
                <a:cubicBezTo>
                  <a:pt x="43551" y="5125"/>
                  <a:pt x="43629" y="5070"/>
                  <a:pt x="43687" y="5023"/>
                </a:cubicBezTo>
                <a:lnTo>
                  <a:pt x="43729" y="5023"/>
                </a:lnTo>
                <a:lnTo>
                  <a:pt x="43729" y="5880"/>
                </a:lnTo>
                <a:close/>
                <a:moveTo>
                  <a:pt x="48595" y="3931"/>
                </a:moveTo>
                <a:lnTo>
                  <a:pt x="45189" y="3931"/>
                </a:lnTo>
                <a:cubicBezTo>
                  <a:pt x="45189" y="4216"/>
                  <a:pt x="45232" y="4464"/>
                  <a:pt x="45317" y="4676"/>
                </a:cubicBezTo>
                <a:cubicBezTo>
                  <a:pt x="45403" y="4887"/>
                  <a:pt x="45520" y="5061"/>
                  <a:pt x="45669" y="5196"/>
                </a:cubicBezTo>
                <a:cubicBezTo>
                  <a:pt x="45813" y="5329"/>
                  <a:pt x="45983" y="5428"/>
                  <a:pt x="46180" y="5495"/>
                </a:cubicBezTo>
                <a:cubicBezTo>
                  <a:pt x="46377" y="5561"/>
                  <a:pt x="46595" y="5594"/>
                  <a:pt x="46832" y="5594"/>
                </a:cubicBezTo>
                <a:cubicBezTo>
                  <a:pt x="47146" y="5594"/>
                  <a:pt x="47463" y="5531"/>
                  <a:pt x="47782" y="5405"/>
                </a:cubicBezTo>
                <a:cubicBezTo>
                  <a:pt x="48100" y="5278"/>
                  <a:pt x="48327" y="5154"/>
                  <a:pt x="48462" y="5032"/>
                </a:cubicBezTo>
                <a:lnTo>
                  <a:pt x="48504" y="5032"/>
                </a:lnTo>
                <a:lnTo>
                  <a:pt x="48504" y="5883"/>
                </a:lnTo>
                <a:cubicBezTo>
                  <a:pt x="48242" y="5993"/>
                  <a:pt x="47974" y="6086"/>
                  <a:pt x="47701" y="6161"/>
                </a:cubicBezTo>
                <a:cubicBezTo>
                  <a:pt x="47428" y="6236"/>
                  <a:pt x="47141" y="6273"/>
                  <a:pt x="46840" y="6273"/>
                </a:cubicBezTo>
                <a:cubicBezTo>
                  <a:pt x="46073" y="6273"/>
                  <a:pt x="45475" y="6065"/>
                  <a:pt x="45044" y="5649"/>
                </a:cubicBezTo>
                <a:cubicBezTo>
                  <a:pt x="44614" y="5233"/>
                  <a:pt x="44399" y="4643"/>
                  <a:pt x="44399" y="3877"/>
                </a:cubicBezTo>
                <a:cubicBezTo>
                  <a:pt x="44399" y="3120"/>
                  <a:pt x="44605" y="2519"/>
                  <a:pt x="45017" y="2074"/>
                </a:cubicBezTo>
                <a:cubicBezTo>
                  <a:pt x="45430" y="1629"/>
                  <a:pt x="45973" y="1407"/>
                  <a:pt x="46646" y="1407"/>
                </a:cubicBezTo>
                <a:cubicBezTo>
                  <a:pt x="47269" y="1407"/>
                  <a:pt x="47750" y="1589"/>
                  <a:pt x="48088" y="1954"/>
                </a:cubicBezTo>
                <a:cubicBezTo>
                  <a:pt x="48426" y="2319"/>
                  <a:pt x="48595" y="2837"/>
                  <a:pt x="48595" y="3508"/>
                </a:cubicBezTo>
                <a:lnTo>
                  <a:pt x="48595" y="3931"/>
                </a:lnTo>
                <a:moveTo>
                  <a:pt x="47837" y="3335"/>
                </a:moveTo>
                <a:cubicBezTo>
                  <a:pt x="47835" y="2927"/>
                  <a:pt x="47732" y="2611"/>
                  <a:pt x="47529" y="2388"/>
                </a:cubicBezTo>
                <a:cubicBezTo>
                  <a:pt x="47326" y="2164"/>
                  <a:pt x="47018" y="2052"/>
                  <a:pt x="46604" y="2052"/>
                </a:cubicBezTo>
                <a:cubicBezTo>
                  <a:pt x="46188" y="2052"/>
                  <a:pt x="45856" y="2175"/>
                  <a:pt x="45609" y="2421"/>
                </a:cubicBezTo>
                <a:cubicBezTo>
                  <a:pt x="45362" y="2666"/>
                  <a:pt x="45222" y="2971"/>
                  <a:pt x="45189" y="3335"/>
                </a:cubicBezTo>
                <a:lnTo>
                  <a:pt x="47837" y="3335"/>
                </a:lnTo>
                <a:close/>
                <a:moveTo>
                  <a:pt x="53365" y="6165"/>
                </a:moveTo>
                <a:lnTo>
                  <a:pt x="52592" y="6165"/>
                </a:lnTo>
                <a:lnTo>
                  <a:pt x="52592" y="5676"/>
                </a:lnTo>
                <a:cubicBezTo>
                  <a:pt x="52523" y="5723"/>
                  <a:pt x="52430" y="5789"/>
                  <a:pt x="52312" y="5873"/>
                </a:cubicBezTo>
                <a:cubicBezTo>
                  <a:pt x="52195" y="5957"/>
                  <a:pt x="52081" y="6024"/>
                  <a:pt x="51971" y="6074"/>
                </a:cubicBezTo>
                <a:cubicBezTo>
                  <a:pt x="51841" y="6138"/>
                  <a:pt x="51692" y="6191"/>
                  <a:pt x="51524" y="6234"/>
                </a:cubicBezTo>
                <a:cubicBezTo>
                  <a:pt x="51356" y="6276"/>
                  <a:pt x="51159" y="6298"/>
                  <a:pt x="50932" y="6298"/>
                </a:cubicBezTo>
                <a:cubicBezTo>
                  <a:pt x="50516" y="6298"/>
                  <a:pt x="50163" y="6160"/>
                  <a:pt x="49873" y="5884"/>
                </a:cubicBezTo>
                <a:cubicBezTo>
                  <a:pt x="49583" y="5607"/>
                  <a:pt x="49439" y="5255"/>
                  <a:pt x="49439" y="4827"/>
                </a:cubicBezTo>
                <a:cubicBezTo>
                  <a:pt x="49439" y="4476"/>
                  <a:pt x="49514" y="4192"/>
                  <a:pt x="49664" y="3976"/>
                </a:cubicBezTo>
                <a:cubicBezTo>
                  <a:pt x="49814" y="3759"/>
                  <a:pt x="50029" y="3588"/>
                  <a:pt x="50308" y="3464"/>
                </a:cubicBezTo>
                <a:cubicBezTo>
                  <a:pt x="50589" y="3340"/>
                  <a:pt x="50927" y="3255"/>
                  <a:pt x="51321" y="3211"/>
                </a:cubicBezTo>
                <a:cubicBezTo>
                  <a:pt x="51716" y="3167"/>
                  <a:pt x="52139" y="3134"/>
                  <a:pt x="52592" y="3112"/>
                </a:cubicBezTo>
                <a:lnTo>
                  <a:pt x="52592" y="2991"/>
                </a:lnTo>
                <a:cubicBezTo>
                  <a:pt x="52592" y="2813"/>
                  <a:pt x="52561" y="2665"/>
                  <a:pt x="52499" y="2548"/>
                </a:cubicBezTo>
                <a:cubicBezTo>
                  <a:pt x="52437" y="2432"/>
                  <a:pt x="52348" y="2340"/>
                  <a:pt x="52232" y="2273"/>
                </a:cubicBezTo>
                <a:cubicBezTo>
                  <a:pt x="52121" y="2209"/>
                  <a:pt x="51989" y="2166"/>
                  <a:pt x="51834" y="2144"/>
                </a:cubicBezTo>
                <a:cubicBezTo>
                  <a:pt x="51680" y="2121"/>
                  <a:pt x="51519" y="2110"/>
                  <a:pt x="51350" y="2110"/>
                </a:cubicBezTo>
                <a:cubicBezTo>
                  <a:pt x="51146" y="2110"/>
                  <a:pt x="50919" y="2138"/>
                  <a:pt x="50668" y="2193"/>
                </a:cubicBezTo>
                <a:cubicBezTo>
                  <a:pt x="50417" y="2248"/>
                  <a:pt x="50157" y="2328"/>
                  <a:pt x="49890" y="2433"/>
                </a:cubicBezTo>
                <a:lnTo>
                  <a:pt x="49848" y="2433"/>
                </a:lnTo>
                <a:lnTo>
                  <a:pt x="49848" y="1643"/>
                </a:lnTo>
                <a:cubicBezTo>
                  <a:pt x="50000" y="1601"/>
                  <a:pt x="50219" y="1556"/>
                  <a:pt x="50506" y="1506"/>
                </a:cubicBezTo>
                <a:cubicBezTo>
                  <a:pt x="50793" y="1457"/>
                  <a:pt x="51076" y="1432"/>
                  <a:pt x="51354" y="1432"/>
                </a:cubicBezTo>
                <a:cubicBezTo>
                  <a:pt x="51680" y="1432"/>
                  <a:pt x="51963" y="1459"/>
                  <a:pt x="52205" y="1512"/>
                </a:cubicBezTo>
                <a:cubicBezTo>
                  <a:pt x="52446" y="1566"/>
                  <a:pt x="52655" y="1658"/>
                  <a:pt x="52832" y="1788"/>
                </a:cubicBezTo>
                <a:cubicBezTo>
                  <a:pt x="53005" y="1914"/>
                  <a:pt x="53138" y="2079"/>
                  <a:pt x="53229" y="2280"/>
                </a:cubicBezTo>
                <a:cubicBezTo>
                  <a:pt x="53320" y="2481"/>
                  <a:pt x="53365" y="2731"/>
                  <a:pt x="53365" y="3029"/>
                </a:cubicBezTo>
                <a:lnTo>
                  <a:pt x="53365" y="6165"/>
                </a:lnTo>
                <a:moveTo>
                  <a:pt x="52592" y="5033"/>
                </a:moveTo>
                <a:lnTo>
                  <a:pt x="52592" y="3741"/>
                </a:lnTo>
                <a:cubicBezTo>
                  <a:pt x="52354" y="3755"/>
                  <a:pt x="52075" y="3775"/>
                  <a:pt x="51754" y="3803"/>
                </a:cubicBezTo>
                <a:cubicBezTo>
                  <a:pt x="51432" y="3831"/>
                  <a:pt x="51178" y="3871"/>
                  <a:pt x="50990" y="3923"/>
                </a:cubicBezTo>
                <a:cubicBezTo>
                  <a:pt x="50767" y="3987"/>
                  <a:pt x="50586" y="4086"/>
                  <a:pt x="50448" y="4221"/>
                </a:cubicBezTo>
                <a:cubicBezTo>
                  <a:pt x="50310" y="4355"/>
                  <a:pt x="50241" y="4540"/>
                  <a:pt x="50241" y="4776"/>
                </a:cubicBezTo>
                <a:cubicBezTo>
                  <a:pt x="50241" y="5042"/>
                  <a:pt x="50321" y="5242"/>
                  <a:pt x="50481" y="5376"/>
                </a:cubicBezTo>
                <a:cubicBezTo>
                  <a:pt x="50641" y="5511"/>
                  <a:pt x="50886" y="5578"/>
                  <a:pt x="51214" y="5578"/>
                </a:cubicBezTo>
                <a:cubicBezTo>
                  <a:pt x="51487" y="5578"/>
                  <a:pt x="51737" y="5525"/>
                  <a:pt x="51963" y="5418"/>
                </a:cubicBezTo>
                <a:cubicBezTo>
                  <a:pt x="52189" y="5311"/>
                  <a:pt x="52399" y="5183"/>
                  <a:pt x="52592" y="5033"/>
                </a:cubicBezTo>
                <a:close/>
                <a:moveTo>
                  <a:pt x="58732" y="3931"/>
                </a:moveTo>
                <a:lnTo>
                  <a:pt x="55327" y="3931"/>
                </a:lnTo>
                <a:cubicBezTo>
                  <a:pt x="55327" y="4216"/>
                  <a:pt x="55369" y="4464"/>
                  <a:pt x="55455" y="4676"/>
                </a:cubicBezTo>
                <a:cubicBezTo>
                  <a:pt x="55541" y="4887"/>
                  <a:pt x="55658" y="5061"/>
                  <a:pt x="55807" y="5196"/>
                </a:cubicBezTo>
                <a:cubicBezTo>
                  <a:pt x="55950" y="5329"/>
                  <a:pt x="56121" y="5428"/>
                  <a:pt x="56318" y="5495"/>
                </a:cubicBezTo>
                <a:cubicBezTo>
                  <a:pt x="56515" y="5561"/>
                  <a:pt x="56732" y="5594"/>
                  <a:pt x="56969" y="5594"/>
                </a:cubicBezTo>
                <a:cubicBezTo>
                  <a:pt x="57284" y="5594"/>
                  <a:pt x="57600" y="5531"/>
                  <a:pt x="57919" y="5405"/>
                </a:cubicBezTo>
                <a:cubicBezTo>
                  <a:pt x="58238" y="5278"/>
                  <a:pt x="58465" y="5154"/>
                  <a:pt x="58600" y="5032"/>
                </a:cubicBezTo>
                <a:lnTo>
                  <a:pt x="58641" y="5032"/>
                </a:lnTo>
                <a:lnTo>
                  <a:pt x="58641" y="5883"/>
                </a:lnTo>
                <a:cubicBezTo>
                  <a:pt x="58379" y="5993"/>
                  <a:pt x="58112" y="6086"/>
                  <a:pt x="57838" y="6161"/>
                </a:cubicBezTo>
                <a:cubicBezTo>
                  <a:pt x="57565" y="6236"/>
                  <a:pt x="57278" y="6273"/>
                  <a:pt x="56978" y="6273"/>
                </a:cubicBezTo>
                <a:cubicBezTo>
                  <a:pt x="56211" y="6273"/>
                  <a:pt x="55612" y="6065"/>
                  <a:pt x="55182" y="5649"/>
                </a:cubicBezTo>
                <a:cubicBezTo>
                  <a:pt x="54752" y="5233"/>
                  <a:pt x="54536" y="4643"/>
                  <a:pt x="54536" y="3877"/>
                </a:cubicBezTo>
                <a:cubicBezTo>
                  <a:pt x="54536" y="3120"/>
                  <a:pt x="54743" y="2519"/>
                  <a:pt x="55155" y="2074"/>
                </a:cubicBezTo>
                <a:cubicBezTo>
                  <a:pt x="55567" y="1629"/>
                  <a:pt x="56110" y="1407"/>
                  <a:pt x="56783" y="1407"/>
                </a:cubicBezTo>
                <a:cubicBezTo>
                  <a:pt x="57407" y="1407"/>
                  <a:pt x="57887" y="1589"/>
                  <a:pt x="58225" y="1954"/>
                </a:cubicBezTo>
                <a:cubicBezTo>
                  <a:pt x="58563" y="2319"/>
                  <a:pt x="58732" y="2837"/>
                  <a:pt x="58732" y="3508"/>
                </a:cubicBezTo>
                <a:lnTo>
                  <a:pt x="58732" y="3931"/>
                </a:lnTo>
                <a:moveTo>
                  <a:pt x="57975" y="3335"/>
                </a:moveTo>
                <a:cubicBezTo>
                  <a:pt x="57972" y="2927"/>
                  <a:pt x="57869" y="2611"/>
                  <a:pt x="57667" y="2388"/>
                </a:cubicBezTo>
                <a:cubicBezTo>
                  <a:pt x="57464" y="2164"/>
                  <a:pt x="57156" y="2052"/>
                  <a:pt x="56742" y="2052"/>
                </a:cubicBezTo>
                <a:cubicBezTo>
                  <a:pt x="56325" y="2052"/>
                  <a:pt x="55994" y="2175"/>
                  <a:pt x="55747" y="2421"/>
                </a:cubicBezTo>
                <a:cubicBezTo>
                  <a:pt x="55500" y="2666"/>
                  <a:pt x="55360" y="2971"/>
                  <a:pt x="55327" y="3335"/>
                </a:cubicBezTo>
                <a:lnTo>
                  <a:pt x="57975" y="3335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E031A0B-1FAE-4C92-9902-0C72C3787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116" y="2170740"/>
            <a:ext cx="104556" cy="55001"/>
          </a:xfrm>
          <a:custGeom xmlns:a="http://schemas.openxmlformats.org/drawingml/2006/main">
            <a:pathLst>
              <a:path w="104556" h="55001">
                <a:moveTo>
                  <a:pt x="0" y="0"/>
                </a:moveTo>
                <a:lnTo>
                  <a:pt x="104556" y="0"/>
                </a:lnTo>
                <a:lnTo>
                  <a:pt x="104556" y="55001"/>
                </a:lnTo>
                <a:lnTo>
                  <a:pt x="0" y="550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C66A7E5-3FF4-4799-A513-3B0DA69D8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3115" y="2170741"/>
            <a:ext cx="104557" cy="55002"/>
          </a:xfrm>
          <a:custGeom xmlns:a="http://schemas.openxmlformats.org/drawingml/2006/main">
            <a:pathLst>
              <a:path w="104557" h="55002" fill="none">
                <a:moveTo>
                  <a:pt x="0" y="0"/>
                </a:moveTo>
                <a:lnTo>
                  <a:pt x="104557" y="0"/>
                </a:lnTo>
                <a:lnTo>
                  <a:pt x="104557" y="55002"/>
                </a:lnTo>
                <a:lnTo>
                  <a:pt x="0" y="550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14" name="Text Iridaceae">
            <a:extLst xmlns:a="http://schemas.openxmlformats.org/drawingml/2006/main">
              <a:ext uri="{FF2B5EF4-FFF2-40B4-BE49-F238E27FC236}">
                <a16:creationId xmlns:a16="http://schemas.microsoft.com/office/drawing/2014/main" id="{590382D5-F049-4E6C-A9D5-D1F7AAE2E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160" y="2195214"/>
            <a:ext cx="37135" cy="6338"/>
          </a:xfrm>
          <a:custGeom xmlns:a="http://schemas.openxmlformats.org/drawingml/2006/main">
            <a:pathLst>
              <a:path w="37135" h="6338">
                <a:moveTo>
                  <a:pt x="2347" y="6211"/>
                </a:moveTo>
                <a:lnTo>
                  <a:pt x="0" y="6211"/>
                </a:lnTo>
                <a:lnTo>
                  <a:pt x="0" y="5604"/>
                </a:lnTo>
                <a:lnTo>
                  <a:pt x="778" y="5604"/>
                </a:lnTo>
                <a:lnTo>
                  <a:pt x="778" y="870"/>
                </a:lnTo>
                <a:lnTo>
                  <a:pt x="0" y="870"/>
                </a:lnTo>
                <a:lnTo>
                  <a:pt x="0" y="263"/>
                </a:lnTo>
                <a:lnTo>
                  <a:pt x="2347" y="263"/>
                </a:lnTo>
                <a:lnTo>
                  <a:pt x="2347" y="870"/>
                </a:lnTo>
                <a:lnTo>
                  <a:pt x="1569" y="870"/>
                </a:lnTo>
                <a:lnTo>
                  <a:pt x="1569" y="5604"/>
                </a:lnTo>
                <a:lnTo>
                  <a:pt x="2347" y="5604"/>
                </a:lnTo>
                <a:lnTo>
                  <a:pt x="2347" y="6211"/>
                </a:lnTo>
                <a:close/>
                <a:moveTo>
                  <a:pt x="6414" y="2562"/>
                </a:moveTo>
                <a:lnTo>
                  <a:pt x="6374" y="2562"/>
                </a:lnTo>
                <a:cubicBezTo>
                  <a:pt x="6262" y="2537"/>
                  <a:pt x="6154" y="2519"/>
                  <a:pt x="6049" y="2508"/>
                </a:cubicBezTo>
                <a:cubicBezTo>
                  <a:pt x="5944" y="2496"/>
                  <a:pt x="5819" y="2491"/>
                  <a:pt x="5676" y="2491"/>
                </a:cubicBezTo>
                <a:cubicBezTo>
                  <a:pt x="5444" y="2491"/>
                  <a:pt x="5221" y="2542"/>
                  <a:pt x="5005" y="2645"/>
                </a:cubicBezTo>
                <a:cubicBezTo>
                  <a:pt x="4789" y="2747"/>
                  <a:pt x="4582" y="2880"/>
                  <a:pt x="4382" y="3042"/>
                </a:cubicBezTo>
                <a:lnTo>
                  <a:pt x="4382" y="6211"/>
                </a:lnTo>
                <a:lnTo>
                  <a:pt x="3632" y="6211"/>
                </a:lnTo>
                <a:lnTo>
                  <a:pt x="3632" y="1748"/>
                </a:lnTo>
                <a:lnTo>
                  <a:pt x="4382" y="1748"/>
                </a:lnTo>
                <a:lnTo>
                  <a:pt x="4382" y="2407"/>
                </a:lnTo>
                <a:cubicBezTo>
                  <a:pt x="4680" y="2168"/>
                  <a:pt x="4943" y="1998"/>
                  <a:pt x="5171" y="1898"/>
                </a:cubicBezTo>
                <a:cubicBezTo>
                  <a:pt x="5398" y="1798"/>
                  <a:pt x="5630" y="1748"/>
                  <a:pt x="5867" y="1748"/>
                </a:cubicBezTo>
                <a:cubicBezTo>
                  <a:pt x="5998" y="1748"/>
                  <a:pt x="6092" y="1752"/>
                  <a:pt x="6151" y="1758"/>
                </a:cubicBezTo>
                <a:cubicBezTo>
                  <a:pt x="6209" y="1765"/>
                  <a:pt x="6297" y="1777"/>
                  <a:pt x="6414" y="1796"/>
                </a:cubicBezTo>
                <a:lnTo>
                  <a:pt x="6414" y="2562"/>
                </a:lnTo>
                <a:close/>
                <a:moveTo>
                  <a:pt x="7927" y="1006"/>
                </a:moveTo>
                <a:lnTo>
                  <a:pt x="7081" y="1006"/>
                </a:lnTo>
                <a:lnTo>
                  <a:pt x="7081" y="224"/>
                </a:lnTo>
                <a:lnTo>
                  <a:pt x="7927" y="224"/>
                </a:lnTo>
                <a:lnTo>
                  <a:pt x="7927" y="1006"/>
                </a:lnTo>
                <a:moveTo>
                  <a:pt x="7879" y="6211"/>
                </a:moveTo>
                <a:lnTo>
                  <a:pt x="7128" y="6211"/>
                </a:lnTo>
                <a:lnTo>
                  <a:pt x="7128" y="1748"/>
                </a:lnTo>
                <a:lnTo>
                  <a:pt x="7879" y="1748"/>
                </a:lnTo>
                <a:lnTo>
                  <a:pt x="7879" y="6211"/>
                </a:lnTo>
                <a:close/>
                <a:moveTo>
                  <a:pt x="12980" y="6211"/>
                </a:moveTo>
                <a:lnTo>
                  <a:pt x="12229" y="6211"/>
                </a:lnTo>
                <a:lnTo>
                  <a:pt x="12229" y="5746"/>
                </a:lnTo>
                <a:cubicBezTo>
                  <a:pt x="12014" y="5933"/>
                  <a:pt x="11789" y="6078"/>
                  <a:pt x="11555" y="6182"/>
                </a:cubicBezTo>
                <a:cubicBezTo>
                  <a:pt x="11321" y="6286"/>
                  <a:pt x="11067" y="6338"/>
                  <a:pt x="10793" y="6338"/>
                </a:cubicBezTo>
                <a:cubicBezTo>
                  <a:pt x="10260" y="6338"/>
                  <a:pt x="9838" y="6133"/>
                  <a:pt x="9525" y="5722"/>
                </a:cubicBezTo>
                <a:cubicBezTo>
                  <a:pt x="9213" y="5311"/>
                  <a:pt x="9056" y="4742"/>
                  <a:pt x="9056" y="4013"/>
                </a:cubicBezTo>
                <a:cubicBezTo>
                  <a:pt x="9056" y="3635"/>
                  <a:pt x="9110" y="3297"/>
                  <a:pt x="9218" y="3001"/>
                </a:cubicBezTo>
                <a:cubicBezTo>
                  <a:pt x="9326" y="2705"/>
                  <a:pt x="9471" y="2453"/>
                  <a:pt x="9655" y="2245"/>
                </a:cubicBezTo>
                <a:cubicBezTo>
                  <a:pt x="9836" y="2042"/>
                  <a:pt x="10047" y="1887"/>
                  <a:pt x="10288" y="1781"/>
                </a:cubicBezTo>
                <a:cubicBezTo>
                  <a:pt x="10528" y="1674"/>
                  <a:pt x="10778" y="1621"/>
                  <a:pt x="11036" y="1621"/>
                </a:cubicBezTo>
                <a:cubicBezTo>
                  <a:pt x="11270" y="1621"/>
                  <a:pt x="11478" y="1645"/>
                  <a:pt x="11659" y="1695"/>
                </a:cubicBezTo>
                <a:cubicBezTo>
                  <a:pt x="11840" y="1744"/>
                  <a:pt x="12030" y="1821"/>
                  <a:pt x="12229" y="1925"/>
                </a:cubicBezTo>
                <a:lnTo>
                  <a:pt x="12229" y="0"/>
                </a:lnTo>
                <a:lnTo>
                  <a:pt x="12980" y="0"/>
                </a:lnTo>
                <a:lnTo>
                  <a:pt x="12980" y="6211"/>
                </a:lnTo>
                <a:moveTo>
                  <a:pt x="12229" y="5113"/>
                </a:moveTo>
                <a:lnTo>
                  <a:pt x="12229" y="2554"/>
                </a:lnTo>
                <a:cubicBezTo>
                  <a:pt x="12027" y="2464"/>
                  <a:pt x="11846" y="2401"/>
                  <a:pt x="11687" y="2367"/>
                </a:cubicBezTo>
                <a:cubicBezTo>
                  <a:pt x="11527" y="2332"/>
                  <a:pt x="11353" y="2315"/>
                  <a:pt x="11164" y="2315"/>
                </a:cubicBezTo>
                <a:cubicBezTo>
                  <a:pt x="10743" y="2315"/>
                  <a:pt x="10416" y="2461"/>
                  <a:pt x="10182" y="2754"/>
                </a:cubicBezTo>
                <a:cubicBezTo>
                  <a:pt x="9948" y="3047"/>
                  <a:pt x="9831" y="3462"/>
                  <a:pt x="9831" y="3999"/>
                </a:cubicBezTo>
                <a:cubicBezTo>
                  <a:pt x="9831" y="4529"/>
                  <a:pt x="9921" y="4931"/>
                  <a:pt x="10102" y="5207"/>
                </a:cubicBezTo>
                <a:cubicBezTo>
                  <a:pt x="10283" y="5482"/>
                  <a:pt x="10573" y="5620"/>
                  <a:pt x="10972" y="5620"/>
                </a:cubicBezTo>
                <a:cubicBezTo>
                  <a:pt x="11185" y="5620"/>
                  <a:pt x="11401" y="5573"/>
                  <a:pt x="11619" y="5478"/>
                </a:cubicBezTo>
                <a:cubicBezTo>
                  <a:pt x="11837" y="5384"/>
                  <a:pt x="12041" y="5262"/>
                  <a:pt x="12229" y="5113"/>
                </a:cubicBezTo>
                <a:close/>
                <a:moveTo>
                  <a:pt x="17921" y="6211"/>
                </a:moveTo>
                <a:lnTo>
                  <a:pt x="17175" y="6211"/>
                </a:lnTo>
                <a:lnTo>
                  <a:pt x="17175" y="5739"/>
                </a:lnTo>
                <a:cubicBezTo>
                  <a:pt x="17108" y="5784"/>
                  <a:pt x="17018" y="5847"/>
                  <a:pt x="16905" y="5929"/>
                </a:cubicBezTo>
                <a:cubicBezTo>
                  <a:pt x="16792" y="6010"/>
                  <a:pt x="16682" y="6075"/>
                  <a:pt x="16576" y="6123"/>
                </a:cubicBezTo>
                <a:cubicBezTo>
                  <a:pt x="16451" y="6184"/>
                  <a:pt x="16307" y="6235"/>
                  <a:pt x="16145" y="6276"/>
                </a:cubicBezTo>
                <a:cubicBezTo>
                  <a:pt x="15983" y="6318"/>
                  <a:pt x="15792" y="6338"/>
                  <a:pt x="15574" y="6338"/>
                </a:cubicBezTo>
                <a:cubicBezTo>
                  <a:pt x="15172" y="6338"/>
                  <a:pt x="14832" y="6205"/>
                  <a:pt x="14552" y="5939"/>
                </a:cubicBezTo>
                <a:cubicBezTo>
                  <a:pt x="14273" y="5672"/>
                  <a:pt x="14133" y="5333"/>
                  <a:pt x="14133" y="4920"/>
                </a:cubicBezTo>
                <a:cubicBezTo>
                  <a:pt x="14133" y="4581"/>
                  <a:pt x="14206" y="4307"/>
                  <a:pt x="14351" y="4098"/>
                </a:cubicBezTo>
                <a:cubicBezTo>
                  <a:pt x="14496" y="3889"/>
                  <a:pt x="14703" y="3725"/>
                  <a:pt x="14971" y="3605"/>
                </a:cubicBezTo>
                <a:cubicBezTo>
                  <a:pt x="15243" y="3485"/>
                  <a:pt x="15569" y="3404"/>
                  <a:pt x="15949" y="3361"/>
                </a:cubicBezTo>
                <a:cubicBezTo>
                  <a:pt x="16330" y="3318"/>
                  <a:pt x="16738" y="3286"/>
                  <a:pt x="17175" y="3265"/>
                </a:cubicBezTo>
                <a:lnTo>
                  <a:pt x="17175" y="3148"/>
                </a:lnTo>
                <a:cubicBezTo>
                  <a:pt x="17175" y="2977"/>
                  <a:pt x="17145" y="2834"/>
                  <a:pt x="17085" y="2722"/>
                </a:cubicBezTo>
                <a:cubicBezTo>
                  <a:pt x="17025" y="2609"/>
                  <a:pt x="16939" y="2520"/>
                  <a:pt x="16827" y="2456"/>
                </a:cubicBezTo>
                <a:cubicBezTo>
                  <a:pt x="16721" y="2394"/>
                  <a:pt x="16593" y="2353"/>
                  <a:pt x="16444" y="2331"/>
                </a:cubicBezTo>
                <a:cubicBezTo>
                  <a:pt x="16295" y="2310"/>
                  <a:pt x="16140" y="2299"/>
                  <a:pt x="15977" y="2299"/>
                </a:cubicBezTo>
                <a:cubicBezTo>
                  <a:pt x="15780" y="2299"/>
                  <a:pt x="15561" y="2326"/>
                  <a:pt x="15319" y="2379"/>
                </a:cubicBezTo>
                <a:cubicBezTo>
                  <a:pt x="15077" y="2432"/>
                  <a:pt x="14826" y="2509"/>
                  <a:pt x="14568" y="2610"/>
                </a:cubicBezTo>
                <a:lnTo>
                  <a:pt x="14528" y="2610"/>
                </a:lnTo>
                <a:lnTo>
                  <a:pt x="14528" y="1848"/>
                </a:lnTo>
                <a:cubicBezTo>
                  <a:pt x="14675" y="1808"/>
                  <a:pt x="14886" y="1764"/>
                  <a:pt x="15163" y="1716"/>
                </a:cubicBezTo>
                <a:cubicBezTo>
                  <a:pt x="15440" y="1668"/>
                  <a:pt x="15713" y="1644"/>
                  <a:pt x="15981" y="1644"/>
                </a:cubicBezTo>
                <a:cubicBezTo>
                  <a:pt x="16295" y="1644"/>
                  <a:pt x="16569" y="1670"/>
                  <a:pt x="16801" y="1722"/>
                </a:cubicBezTo>
                <a:cubicBezTo>
                  <a:pt x="17034" y="1774"/>
                  <a:pt x="17236" y="1863"/>
                  <a:pt x="17406" y="1988"/>
                </a:cubicBezTo>
                <a:cubicBezTo>
                  <a:pt x="17574" y="2110"/>
                  <a:pt x="17702" y="2268"/>
                  <a:pt x="17789" y="2463"/>
                </a:cubicBezTo>
                <a:cubicBezTo>
                  <a:pt x="17877" y="2657"/>
                  <a:pt x="17921" y="2898"/>
                  <a:pt x="17921" y="3185"/>
                </a:cubicBezTo>
                <a:lnTo>
                  <a:pt x="17921" y="6211"/>
                </a:lnTo>
                <a:moveTo>
                  <a:pt x="17175" y="5119"/>
                </a:moveTo>
                <a:lnTo>
                  <a:pt x="17175" y="3872"/>
                </a:lnTo>
                <a:cubicBezTo>
                  <a:pt x="16946" y="3885"/>
                  <a:pt x="16676" y="3905"/>
                  <a:pt x="16366" y="3932"/>
                </a:cubicBezTo>
                <a:cubicBezTo>
                  <a:pt x="16056" y="3959"/>
                  <a:pt x="15811" y="3997"/>
                  <a:pt x="15630" y="4048"/>
                </a:cubicBezTo>
                <a:cubicBezTo>
                  <a:pt x="15414" y="4110"/>
                  <a:pt x="15240" y="4205"/>
                  <a:pt x="15107" y="4335"/>
                </a:cubicBezTo>
                <a:cubicBezTo>
                  <a:pt x="14974" y="4464"/>
                  <a:pt x="14908" y="4643"/>
                  <a:pt x="14908" y="4870"/>
                </a:cubicBezTo>
                <a:cubicBezTo>
                  <a:pt x="14908" y="5127"/>
                  <a:pt x="14985" y="5320"/>
                  <a:pt x="15139" y="5449"/>
                </a:cubicBezTo>
                <a:cubicBezTo>
                  <a:pt x="15293" y="5579"/>
                  <a:pt x="15529" y="5644"/>
                  <a:pt x="15846" y="5644"/>
                </a:cubicBezTo>
                <a:cubicBezTo>
                  <a:pt x="16109" y="5644"/>
                  <a:pt x="16350" y="5592"/>
                  <a:pt x="16568" y="5490"/>
                </a:cubicBezTo>
                <a:cubicBezTo>
                  <a:pt x="16786" y="5387"/>
                  <a:pt x="16988" y="5263"/>
                  <a:pt x="17175" y="5119"/>
                </a:cubicBezTo>
                <a:close/>
                <a:moveTo>
                  <a:pt x="22663" y="5935"/>
                </a:moveTo>
                <a:cubicBezTo>
                  <a:pt x="22413" y="6055"/>
                  <a:pt x="22175" y="6148"/>
                  <a:pt x="21950" y="6215"/>
                </a:cubicBezTo>
                <a:cubicBezTo>
                  <a:pt x="21726" y="6281"/>
                  <a:pt x="21487" y="6314"/>
                  <a:pt x="21234" y="6314"/>
                </a:cubicBezTo>
                <a:cubicBezTo>
                  <a:pt x="20912" y="6314"/>
                  <a:pt x="20617" y="6267"/>
                  <a:pt x="20348" y="6172"/>
                </a:cubicBezTo>
                <a:cubicBezTo>
                  <a:pt x="20079" y="6078"/>
                  <a:pt x="19849" y="5935"/>
                  <a:pt x="19657" y="5743"/>
                </a:cubicBezTo>
                <a:cubicBezTo>
                  <a:pt x="19463" y="5551"/>
                  <a:pt x="19313" y="5308"/>
                  <a:pt x="19206" y="5015"/>
                </a:cubicBezTo>
                <a:cubicBezTo>
                  <a:pt x="19100" y="4722"/>
                  <a:pt x="19047" y="4379"/>
                  <a:pt x="19047" y="3987"/>
                </a:cubicBezTo>
                <a:cubicBezTo>
                  <a:pt x="19047" y="3257"/>
                  <a:pt x="19247" y="2684"/>
                  <a:pt x="19647" y="2268"/>
                </a:cubicBezTo>
                <a:cubicBezTo>
                  <a:pt x="20048" y="1852"/>
                  <a:pt x="20577" y="1644"/>
                  <a:pt x="21234" y="1644"/>
                </a:cubicBezTo>
                <a:cubicBezTo>
                  <a:pt x="21489" y="1644"/>
                  <a:pt x="21740" y="1680"/>
                  <a:pt x="21986" y="1752"/>
                </a:cubicBezTo>
                <a:cubicBezTo>
                  <a:pt x="22232" y="1824"/>
                  <a:pt x="22458" y="1912"/>
                  <a:pt x="22663" y="2016"/>
                </a:cubicBezTo>
                <a:lnTo>
                  <a:pt x="22663" y="2850"/>
                </a:lnTo>
                <a:lnTo>
                  <a:pt x="22623" y="2850"/>
                </a:lnTo>
                <a:cubicBezTo>
                  <a:pt x="22394" y="2673"/>
                  <a:pt x="22158" y="2537"/>
                  <a:pt x="21914" y="2442"/>
                </a:cubicBezTo>
                <a:cubicBezTo>
                  <a:pt x="21671" y="2347"/>
                  <a:pt x="21434" y="2299"/>
                  <a:pt x="21202" y="2299"/>
                </a:cubicBezTo>
                <a:cubicBezTo>
                  <a:pt x="20776" y="2299"/>
                  <a:pt x="20440" y="2442"/>
                  <a:pt x="20194" y="2728"/>
                </a:cubicBezTo>
                <a:cubicBezTo>
                  <a:pt x="19948" y="3014"/>
                  <a:pt x="19825" y="3434"/>
                  <a:pt x="19825" y="3987"/>
                </a:cubicBezTo>
                <a:cubicBezTo>
                  <a:pt x="19825" y="4525"/>
                  <a:pt x="19945" y="4938"/>
                  <a:pt x="20186" y="5227"/>
                </a:cubicBezTo>
                <a:cubicBezTo>
                  <a:pt x="20427" y="5515"/>
                  <a:pt x="20766" y="5660"/>
                  <a:pt x="21202" y="5660"/>
                </a:cubicBezTo>
                <a:cubicBezTo>
                  <a:pt x="21354" y="5660"/>
                  <a:pt x="21508" y="5640"/>
                  <a:pt x="21665" y="5600"/>
                </a:cubicBezTo>
                <a:cubicBezTo>
                  <a:pt x="21822" y="5561"/>
                  <a:pt x="21963" y="5509"/>
                  <a:pt x="22088" y="5446"/>
                </a:cubicBezTo>
                <a:cubicBezTo>
                  <a:pt x="22197" y="5390"/>
                  <a:pt x="22300" y="5332"/>
                  <a:pt x="22395" y="5270"/>
                </a:cubicBezTo>
                <a:cubicBezTo>
                  <a:pt x="22491" y="5207"/>
                  <a:pt x="22567" y="5154"/>
                  <a:pt x="22623" y="5109"/>
                </a:cubicBezTo>
                <a:lnTo>
                  <a:pt x="22663" y="5109"/>
                </a:lnTo>
                <a:lnTo>
                  <a:pt x="22663" y="5935"/>
                </a:lnTo>
                <a:close/>
                <a:moveTo>
                  <a:pt x="27357" y="4055"/>
                </a:moveTo>
                <a:lnTo>
                  <a:pt x="24072" y="4055"/>
                </a:lnTo>
                <a:cubicBezTo>
                  <a:pt x="24072" y="4330"/>
                  <a:pt x="24113" y="4569"/>
                  <a:pt x="24195" y="4773"/>
                </a:cubicBezTo>
                <a:cubicBezTo>
                  <a:pt x="24278" y="4978"/>
                  <a:pt x="24391" y="5145"/>
                  <a:pt x="24535" y="5276"/>
                </a:cubicBezTo>
                <a:cubicBezTo>
                  <a:pt x="24673" y="5404"/>
                  <a:pt x="24837" y="5500"/>
                  <a:pt x="25028" y="5564"/>
                </a:cubicBezTo>
                <a:cubicBezTo>
                  <a:pt x="25218" y="5628"/>
                  <a:pt x="25427" y="5660"/>
                  <a:pt x="25656" y="5660"/>
                </a:cubicBezTo>
                <a:cubicBezTo>
                  <a:pt x="25960" y="5660"/>
                  <a:pt x="26265" y="5599"/>
                  <a:pt x="26572" y="5477"/>
                </a:cubicBezTo>
                <a:cubicBezTo>
                  <a:pt x="26880" y="5355"/>
                  <a:pt x="27098" y="5235"/>
                  <a:pt x="27229" y="5117"/>
                </a:cubicBezTo>
                <a:lnTo>
                  <a:pt x="27269" y="5117"/>
                </a:lnTo>
                <a:lnTo>
                  <a:pt x="27269" y="5938"/>
                </a:lnTo>
                <a:cubicBezTo>
                  <a:pt x="27016" y="6045"/>
                  <a:pt x="26758" y="6134"/>
                  <a:pt x="26494" y="6206"/>
                </a:cubicBezTo>
                <a:cubicBezTo>
                  <a:pt x="26231" y="6278"/>
                  <a:pt x="25954" y="6314"/>
                  <a:pt x="25664" y="6314"/>
                </a:cubicBezTo>
                <a:cubicBezTo>
                  <a:pt x="24924" y="6314"/>
                  <a:pt x="24347" y="6114"/>
                  <a:pt x="23932" y="5713"/>
                </a:cubicBezTo>
                <a:cubicBezTo>
                  <a:pt x="23517" y="5312"/>
                  <a:pt x="23309" y="4742"/>
                  <a:pt x="23309" y="4003"/>
                </a:cubicBezTo>
                <a:cubicBezTo>
                  <a:pt x="23309" y="3273"/>
                  <a:pt x="23508" y="2693"/>
                  <a:pt x="23906" y="2264"/>
                </a:cubicBezTo>
                <a:cubicBezTo>
                  <a:pt x="24304" y="1835"/>
                  <a:pt x="24827" y="1621"/>
                  <a:pt x="25477" y="1621"/>
                </a:cubicBezTo>
                <a:cubicBezTo>
                  <a:pt x="26078" y="1621"/>
                  <a:pt x="26542" y="1796"/>
                  <a:pt x="26868" y="2148"/>
                </a:cubicBezTo>
                <a:cubicBezTo>
                  <a:pt x="27194" y="2500"/>
                  <a:pt x="27357" y="3000"/>
                  <a:pt x="27357" y="3648"/>
                </a:cubicBezTo>
                <a:lnTo>
                  <a:pt x="27357" y="4055"/>
                </a:lnTo>
                <a:moveTo>
                  <a:pt x="26626" y="3481"/>
                </a:moveTo>
                <a:cubicBezTo>
                  <a:pt x="26623" y="3087"/>
                  <a:pt x="26524" y="2782"/>
                  <a:pt x="26329" y="2566"/>
                </a:cubicBezTo>
                <a:cubicBezTo>
                  <a:pt x="26133" y="2351"/>
                  <a:pt x="25836" y="2243"/>
                  <a:pt x="25437" y="2243"/>
                </a:cubicBezTo>
                <a:cubicBezTo>
                  <a:pt x="25035" y="2243"/>
                  <a:pt x="24715" y="2362"/>
                  <a:pt x="24477" y="2598"/>
                </a:cubicBezTo>
                <a:cubicBezTo>
                  <a:pt x="24239" y="2835"/>
                  <a:pt x="24104" y="3129"/>
                  <a:pt x="24072" y="3481"/>
                </a:cubicBezTo>
                <a:lnTo>
                  <a:pt x="26626" y="3481"/>
                </a:lnTo>
                <a:close/>
                <a:moveTo>
                  <a:pt x="31959" y="6211"/>
                </a:moveTo>
                <a:lnTo>
                  <a:pt x="31212" y="6211"/>
                </a:lnTo>
                <a:lnTo>
                  <a:pt x="31212" y="5739"/>
                </a:lnTo>
                <a:cubicBezTo>
                  <a:pt x="31146" y="5784"/>
                  <a:pt x="31056" y="5847"/>
                  <a:pt x="30943" y="5929"/>
                </a:cubicBezTo>
                <a:cubicBezTo>
                  <a:pt x="30830" y="6010"/>
                  <a:pt x="30720" y="6075"/>
                  <a:pt x="30613" y="6123"/>
                </a:cubicBezTo>
                <a:cubicBezTo>
                  <a:pt x="30488" y="6184"/>
                  <a:pt x="30345" y="6235"/>
                  <a:pt x="30182" y="6276"/>
                </a:cubicBezTo>
                <a:cubicBezTo>
                  <a:pt x="30020" y="6318"/>
                  <a:pt x="29830" y="6338"/>
                  <a:pt x="29612" y="6338"/>
                </a:cubicBezTo>
                <a:cubicBezTo>
                  <a:pt x="29210" y="6338"/>
                  <a:pt x="28869" y="6205"/>
                  <a:pt x="28590" y="5939"/>
                </a:cubicBezTo>
                <a:cubicBezTo>
                  <a:pt x="28310" y="5672"/>
                  <a:pt x="28171" y="5333"/>
                  <a:pt x="28171" y="4920"/>
                </a:cubicBezTo>
                <a:cubicBezTo>
                  <a:pt x="28171" y="4581"/>
                  <a:pt x="28243" y="4307"/>
                  <a:pt x="28388" y="4098"/>
                </a:cubicBezTo>
                <a:cubicBezTo>
                  <a:pt x="28533" y="3889"/>
                  <a:pt x="28740" y="3725"/>
                  <a:pt x="29009" y="3605"/>
                </a:cubicBezTo>
                <a:cubicBezTo>
                  <a:pt x="29280" y="3485"/>
                  <a:pt x="29606" y="3404"/>
                  <a:pt x="29987" y="3361"/>
                </a:cubicBezTo>
                <a:cubicBezTo>
                  <a:pt x="30367" y="3318"/>
                  <a:pt x="30776" y="3286"/>
                  <a:pt x="31212" y="3265"/>
                </a:cubicBezTo>
                <a:lnTo>
                  <a:pt x="31212" y="3148"/>
                </a:lnTo>
                <a:cubicBezTo>
                  <a:pt x="31212" y="2977"/>
                  <a:pt x="31182" y="2834"/>
                  <a:pt x="31122" y="2722"/>
                </a:cubicBezTo>
                <a:cubicBezTo>
                  <a:pt x="31062" y="2609"/>
                  <a:pt x="30977" y="2520"/>
                  <a:pt x="30865" y="2456"/>
                </a:cubicBezTo>
                <a:cubicBezTo>
                  <a:pt x="30758" y="2394"/>
                  <a:pt x="30631" y="2353"/>
                  <a:pt x="30482" y="2331"/>
                </a:cubicBezTo>
                <a:cubicBezTo>
                  <a:pt x="30333" y="2310"/>
                  <a:pt x="30177" y="2299"/>
                  <a:pt x="30015" y="2299"/>
                </a:cubicBezTo>
                <a:cubicBezTo>
                  <a:pt x="29818" y="2299"/>
                  <a:pt x="29598" y="2326"/>
                  <a:pt x="29356" y="2379"/>
                </a:cubicBezTo>
                <a:cubicBezTo>
                  <a:pt x="29114" y="2432"/>
                  <a:pt x="28864" y="2509"/>
                  <a:pt x="28606" y="2610"/>
                </a:cubicBezTo>
                <a:lnTo>
                  <a:pt x="28566" y="2610"/>
                </a:lnTo>
                <a:lnTo>
                  <a:pt x="28566" y="1848"/>
                </a:lnTo>
                <a:cubicBezTo>
                  <a:pt x="28712" y="1808"/>
                  <a:pt x="28924" y="1764"/>
                  <a:pt x="29200" y="1716"/>
                </a:cubicBezTo>
                <a:cubicBezTo>
                  <a:pt x="29477" y="1668"/>
                  <a:pt x="29750" y="1644"/>
                  <a:pt x="30019" y="1644"/>
                </a:cubicBezTo>
                <a:cubicBezTo>
                  <a:pt x="30333" y="1644"/>
                  <a:pt x="30606" y="1670"/>
                  <a:pt x="30839" y="1722"/>
                </a:cubicBezTo>
                <a:cubicBezTo>
                  <a:pt x="31072" y="1774"/>
                  <a:pt x="31273" y="1863"/>
                  <a:pt x="31444" y="1988"/>
                </a:cubicBezTo>
                <a:cubicBezTo>
                  <a:pt x="31611" y="2110"/>
                  <a:pt x="31739" y="2268"/>
                  <a:pt x="31827" y="2463"/>
                </a:cubicBezTo>
                <a:cubicBezTo>
                  <a:pt x="31915" y="2657"/>
                  <a:pt x="31959" y="2898"/>
                  <a:pt x="31959" y="3185"/>
                </a:cubicBezTo>
                <a:lnTo>
                  <a:pt x="31959" y="6211"/>
                </a:lnTo>
                <a:moveTo>
                  <a:pt x="31212" y="5119"/>
                </a:moveTo>
                <a:lnTo>
                  <a:pt x="31212" y="3872"/>
                </a:lnTo>
                <a:cubicBezTo>
                  <a:pt x="30983" y="3885"/>
                  <a:pt x="30714" y="3905"/>
                  <a:pt x="30404" y="3932"/>
                </a:cubicBezTo>
                <a:cubicBezTo>
                  <a:pt x="30094" y="3959"/>
                  <a:pt x="29848" y="3997"/>
                  <a:pt x="29667" y="4048"/>
                </a:cubicBezTo>
                <a:cubicBezTo>
                  <a:pt x="29452" y="4110"/>
                  <a:pt x="29278" y="4205"/>
                  <a:pt x="29145" y="4335"/>
                </a:cubicBezTo>
                <a:cubicBezTo>
                  <a:pt x="29012" y="4464"/>
                  <a:pt x="28945" y="4643"/>
                  <a:pt x="28945" y="4870"/>
                </a:cubicBezTo>
                <a:cubicBezTo>
                  <a:pt x="28945" y="5127"/>
                  <a:pt x="29022" y="5320"/>
                  <a:pt x="29177" y="5449"/>
                </a:cubicBezTo>
                <a:cubicBezTo>
                  <a:pt x="29331" y="5579"/>
                  <a:pt x="29566" y="5644"/>
                  <a:pt x="29883" y="5644"/>
                </a:cubicBezTo>
                <a:cubicBezTo>
                  <a:pt x="30146" y="5644"/>
                  <a:pt x="30387" y="5592"/>
                  <a:pt x="30605" y="5490"/>
                </a:cubicBezTo>
                <a:cubicBezTo>
                  <a:pt x="30824" y="5387"/>
                  <a:pt x="31026" y="5263"/>
                  <a:pt x="31212" y="5119"/>
                </a:cubicBezTo>
                <a:close/>
                <a:moveTo>
                  <a:pt x="37135" y="4055"/>
                </a:moveTo>
                <a:lnTo>
                  <a:pt x="33850" y="4055"/>
                </a:lnTo>
                <a:cubicBezTo>
                  <a:pt x="33850" y="4330"/>
                  <a:pt x="33892" y="4569"/>
                  <a:pt x="33974" y="4773"/>
                </a:cubicBezTo>
                <a:cubicBezTo>
                  <a:pt x="34057" y="4978"/>
                  <a:pt x="34170" y="5145"/>
                  <a:pt x="34313" y="5276"/>
                </a:cubicBezTo>
                <a:cubicBezTo>
                  <a:pt x="34452" y="5404"/>
                  <a:pt x="34616" y="5500"/>
                  <a:pt x="34806" y="5564"/>
                </a:cubicBezTo>
                <a:cubicBezTo>
                  <a:pt x="34997" y="5628"/>
                  <a:pt x="35206" y="5660"/>
                  <a:pt x="35435" y="5660"/>
                </a:cubicBezTo>
                <a:cubicBezTo>
                  <a:pt x="35738" y="5660"/>
                  <a:pt x="36044" y="5599"/>
                  <a:pt x="36351" y="5477"/>
                </a:cubicBezTo>
                <a:cubicBezTo>
                  <a:pt x="36658" y="5355"/>
                  <a:pt x="36877" y="5235"/>
                  <a:pt x="37008" y="5117"/>
                </a:cubicBezTo>
                <a:lnTo>
                  <a:pt x="37048" y="5117"/>
                </a:lnTo>
                <a:lnTo>
                  <a:pt x="37048" y="5938"/>
                </a:lnTo>
                <a:cubicBezTo>
                  <a:pt x="36795" y="6045"/>
                  <a:pt x="36537" y="6134"/>
                  <a:pt x="36273" y="6206"/>
                </a:cubicBezTo>
                <a:cubicBezTo>
                  <a:pt x="36010" y="6278"/>
                  <a:pt x="35733" y="6314"/>
                  <a:pt x="35443" y="6314"/>
                </a:cubicBezTo>
                <a:cubicBezTo>
                  <a:pt x="34703" y="6314"/>
                  <a:pt x="34126" y="6114"/>
                  <a:pt x="33711" y="5713"/>
                </a:cubicBezTo>
                <a:cubicBezTo>
                  <a:pt x="33296" y="5312"/>
                  <a:pt x="33088" y="4742"/>
                  <a:pt x="33088" y="4003"/>
                </a:cubicBezTo>
                <a:cubicBezTo>
                  <a:pt x="33088" y="3273"/>
                  <a:pt x="33287" y="2693"/>
                  <a:pt x="33685" y="2264"/>
                </a:cubicBezTo>
                <a:cubicBezTo>
                  <a:pt x="34083" y="1835"/>
                  <a:pt x="34606" y="1621"/>
                  <a:pt x="35255" y="1621"/>
                </a:cubicBezTo>
                <a:cubicBezTo>
                  <a:pt x="35857" y="1621"/>
                  <a:pt x="36321" y="1796"/>
                  <a:pt x="36646" y="2148"/>
                </a:cubicBezTo>
                <a:cubicBezTo>
                  <a:pt x="36972" y="2500"/>
                  <a:pt x="37135" y="3000"/>
                  <a:pt x="37135" y="3648"/>
                </a:cubicBezTo>
                <a:lnTo>
                  <a:pt x="37135" y="4055"/>
                </a:lnTo>
                <a:moveTo>
                  <a:pt x="36405" y="3481"/>
                </a:moveTo>
                <a:cubicBezTo>
                  <a:pt x="36402" y="3087"/>
                  <a:pt x="36303" y="2782"/>
                  <a:pt x="36108" y="2566"/>
                </a:cubicBezTo>
                <a:cubicBezTo>
                  <a:pt x="35912" y="2351"/>
                  <a:pt x="35615" y="2243"/>
                  <a:pt x="35216" y="2243"/>
                </a:cubicBezTo>
                <a:cubicBezTo>
                  <a:pt x="34814" y="2243"/>
                  <a:pt x="34494" y="2362"/>
                  <a:pt x="34256" y="2598"/>
                </a:cubicBezTo>
                <a:cubicBezTo>
                  <a:pt x="34017" y="2835"/>
                  <a:pt x="33882" y="3129"/>
                  <a:pt x="33850" y="3481"/>
                </a:cubicBezTo>
                <a:lnTo>
                  <a:pt x="36405" y="3481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35D3FCC-F0F8-498A-914E-8E57123B3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169" y="2075425"/>
            <a:ext cx="54473" cy="71915"/>
          </a:xfrm>
          <a:custGeom xmlns:a="http://schemas.openxmlformats.org/drawingml/2006/main">
            <a:pathLst>
              <a:path w="54473" h="71915">
                <a:moveTo>
                  <a:pt x="0" y="0"/>
                </a:moveTo>
                <a:lnTo>
                  <a:pt x="54473" y="0"/>
                </a:lnTo>
                <a:lnTo>
                  <a:pt x="54473" y="71915"/>
                </a:lnTo>
                <a:lnTo>
                  <a:pt x="0" y="7191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3BC8DF-C29E-499B-B5CF-31F81C3E0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170" y="2075427"/>
            <a:ext cx="54471" cy="71914"/>
          </a:xfrm>
          <a:custGeom xmlns:a="http://schemas.openxmlformats.org/drawingml/2006/main">
            <a:pathLst>
              <a:path w="54471" h="71914" fill="none">
                <a:moveTo>
                  <a:pt x="0" y="0"/>
                </a:moveTo>
                <a:lnTo>
                  <a:pt x="54471" y="0"/>
                </a:lnTo>
                <a:lnTo>
                  <a:pt x="54471" y="71914"/>
                </a:lnTo>
                <a:lnTo>
                  <a:pt x="0" y="7191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3201A04-B618-4AAB-8188-19E839B8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169" y="2169837"/>
            <a:ext cx="54473" cy="42057"/>
          </a:xfrm>
          <a:custGeom xmlns:a="http://schemas.openxmlformats.org/drawingml/2006/main">
            <a:pathLst>
              <a:path w="54473" h="42057">
                <a:moveTo>
                  <a:pt x="0" y="0"/>
                </a:moveTo>
                <a:lnTo>
                  <a:pt x="54473" y="0"/>
                </a:lnTo>
                <a:lnTo>
                  <a:pt x="54473" y="42057"/>
                </a:lnTo>
                <a:lnTo>
                  <a:pt x="0" y="420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532272-9F0C-470B-853D-07D422CB4D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0170" y="2169840"/>
            <a:ext cx="54471" cy="42056"/>
          </a:xfrm>
          <a:custGeom xmlns:a="http://schemas.openxmlformats.org/drawingml/2006/main">
            <a:pathLst>
              <a:path w="54471" h="42056" fill="none">
                <a:moveTo>
                  <a:pt x="0" y="0"/>
                </a:moveTo>
                <a:lnTo>
                  <a:pt x="54471" y="0"/>
                </a:lnTo>
                <a:lnTo>
                  <a:pt x="54471" y="42056"/>
                </a:lnTo>
                <a:lnTo>
                  <a:pt x="0" y="420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19" name="Text Asphodelaceae">
            <a:extLst xmlns:a="http://schemas.openxmlformats.org/drawingml/2006/main">
              <a:ext uri="{FF2B5EF4-FFF2-40B4-BE49-F238E27FC236}">
                <a16:creationId xmlns:a16="http://schemas.microsoft.com/office/drawing/2014/main" id="{1F76EA51-941D-40B0-935E-00B844ADB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2761" y="2171599"/>
            <a:ext cx="53922" cy="6990"/>
          </a:xfrm>
          <a:custGeom xmlns:a="http://schemas.openxmlformats.org/drawingml/2006/main">
            <a:pathLst>
              <a:path w="53922" h="6990">
                <a:moveTo>
                  <a:pt x="4788" y="5527"/>
                </a:moveTo>
                <a:lnTo>
                  <a:pt x="4039" y="5527"/>
                </a:lnTo>
                <a:lnTo>
                  <a:pt x="3520" y="4056"/>
                </a:lnTo>
                <a:lnTo>
                  <a:pt x="1233" y="4056"/>
                </a:lnTo>
                <a:lnTo>
                  <a:pt x="714" y="5527"/>
                </a:lnTo>
                <a:lnTo>
                  <a:pt x="0" y="5527"/>
                </a:lnTo>
                <a:lnTo>
                  <a:pt x="1925" y="234"/>
                </a:lnTo>
                <a:lnTo>
                  <a:pt x="2863" y="234"/>
                </a:lnTo>
                <a:lnTo>
                  <a:pt x="4788" y="5527"/>
                </a:lnTo>
                <a:moveTo>
                  <a:pt x="3303" y="3445"/>
                </a:moveTo>
                <a:lnTo>
                  <a:pt x="2376" y="849"/>
                </a:lnTo>
                <a:lnTo>
                  <a:pt x="1446" y="3445"/>
                </a:lnTo>
                <a:lnTo>
                  <a:pt x="3303" y="3445"/>
                </a:lnTo>
                <a:close/>
                <a:moveTo>
                  <a:pt x="8372" y="4381"/>
                </a:moveTo>
                <a:cubicBezTo>
                  <a:pt x="8372" y="4743"/>
                  <a:pt x="8222" y="5040"/>
                  <a:pt x="7923" y="5271"/>
                </a:cubicBezTo>
                <a:cubicBezTo>
                  <a:pt x="7623" y="5503"/>
                  <a:pt x="7214" y="5619"/>
                  <a:pt x="6695" y="5619"/>
                </a:cubicBezTo>
                <a:cubicBezTo>
                  <a:pt x="6402" y="5619"/>
                  <a:pt x="6132" y="5584"/>
                  <a:pt x="5887" y="5514"/>
                </a:cubicBezTo>
                <a:cubicBezTo>
                  <a:pt x="5642" y="5444"/>
                  <a:pt x="5437" y="5367"/>
                  <a:pt x="5271" y="5284"/>
                </a:cubicBezTo>
                <a:lnTo>
                  <a:pt x="5271" y="4532"/>
                </a:lnTo>
                <a:lnTo>
                  <a:pt x="5307" y="4532"/>
                </a:lnTo>
                <a:cubicBezTo>
                  <a:pt x="5517" y="4693"/>
                  <a:pt x="5752" y="4821"/>
                  <a:pt x="6010" y="4916"/>
                </a:cubicBezTo>
                <a:cubicBezTo>
                  <a:pt x="6268" y="5011"/>
                  <a:pt x="6515" y="5058"/>
                  <a:pt x="6752" y="5058"/>
                </a:cubicBezTo>
                <a:cubicBezTo>
                  <a:pt x="7046" y="5058"/>
                  <a:pt x="7275" y="5010"/>
                  <a:pt x="7441" y="4915"/>
                </a:cubicBezTo>
                <a:cubicBezTo>
                  <a:pt x="7607" y="4820"/>
                  <a:pt x="7690" y="4670"/>
                  <a:pt x="7690" y="4466"/>
                </a:cubicBezTo>
                <a:cubicBezTo>
                  <a:pt x="7690" y="4310"/>
                  <a:pt x="7645" y="4191"/>
                  <a:pt x="7555" y="4111"/>
                </a:cubicBezTo>
                <a:cubicBezTo>
                  <a:pt x="7465" y="4031"/>
                  <a:pt x="7292" y="3962"/>
                  <a:pt x="7036" y="3905"/>
                </a:cubicBezTo>
                <a:cubicBezTo>
                  <a:pt x="6942" y="3884"/>
                  <a:pt x="6818" y="3859"/>
                  <a:pt x="6665" y="3831"/>
                </a:cubicBezTo>
                <a:cubicBezTo>
                  <a:pt x="6512" y="3802"/>
                  <a:pt x="6373" y="3771"/>
                  <a:pt x="6248" y="3738"/>
                </a:cubicBezTo>
                <a:cubicBezTo>
                  <a:pt x="5900" y="3646"/>
                  <a:pt x="5653" y="3511"/>
                  <a:pt x="5507" y="3332"/>
                </a:cubicBezTo>
                <a:cubicBezTo>
                  <a:pt x="5362" y="3153"/>
                  <a:pt x="5289" y="2934"/>
                  <a:pt x="5289" y="2674"/>
                </a:cubicBezTo>
                <a:cubicBezTo>
                  <a:pt x="5289" y="2510"/>
                  <a:pt x="5322" y="2357"/>
                  <a:pt x="5390" y="2212"/>
                </a:cubicBezTo>
                <a:cubicBezTo>
                  <a:pt x="5457" y="2068"/>
                  <a:pt x="5560" y="1939"/>
                  <a:pt x="5697" y="1825"/>
                </a:cubicBezTo>
                <a:cubicBezTo>
                  <a:pt x="5830" y="1714"/>
                  <a:pt x="5999" y="1626"/>
                  <a:pt x="6203" y="1561"/>
                </a:cubicBezTo>
                <a:cubicBezTo>
                  <a:pt x="6408" y="1496"/>
                  <a:pt x="6637" y="1463"/>
                  <a:pt x="6891" y="1463"/>
                </a:cubicBezTo>
                <a:cubicBezTo>
                  <a:pt x="7127" y="1463"/>
                  <a:pt x="7367" y="1492"/>
                  <a:pt x="7610" y="1550"/>
                </a:cubicBezTo>
                <a:cubicBezTo>
                  <a:pt x="7853" y="1608"/>
                  <a:pt x="8055" y="1678"/>
                  <a:pt x="8216" y="1761"/>
                </a:cubicBezTo>
                <a:lnTo>
                  <a:pt x="8216" y="2472"/>
                </a:lnTo>
                <a:lnTo>
                  <a:pt x="8180" y="2472"/>
                </a:lnTo>
                <a:cubicBezTo>
                  <a:pt x="8010" y="2347"/>
                  <a:pt x="7802" y="2241"/>
                  <a:pt x="7558" y="2154"/>
                </a:cubicBezTo>
                <a:cubicBezTo>
                  <a:pt x="7315" y="2068"/>
                  <a:pt x="7075" y="2025"/>
                  <a:pt x="6841" y="2025"/>
                </a:cubicBezTo>
                <a:cubicBezTo>
                  <a:pt x="6597" y="2025"/>
                  <a:pt x="6391" y="2072"/>
                  <a:pt x="6223" y="2166"/>
                </a:cubicBezTo>
                <a:cubicBezTo>
                  <a:pt x="6055" y="2260"/>
                  <a:pt x="5971" y="2399"/>
                  <a:pt x="5971" y="2585"/>
                </a:cubicBezTo>
                <a:cubicBezTo>
                  <a:pt x="5971" y="2748"/>
                  <a:pt x="6022" y="2871"/>
                  <a:pt x="6123" y="2954"/>
                </a:cubicBezTo>
                <a:cubicBezTo>
                  <a:pt x="6223" y="3037"/>
                  <a:pt x="6384" y="3104"/>
                  <a:pt x="6607" y="3156"/>
                </a:cubicBezTo>
                <a:cubicBezTo>
                  <a:pt x="6730" y="3185"/>
                  <a:pt x="6868" y="3213"/>
                  <a:pt x="7020" y="3242"/>
                </a:cubicBezTo>
                <a:cubicBezTo>
                  <a:pt x="7173" y="3270"/>
                  <a:pt x="7300" y="3296"/>
                  <a:pt x="7402" y="3320"/>
                </a:cubicBezTo>
                <a:cubicBezTo>
                  <a:pt x="7712" y="3391"/>
                  <a:pt x="7952" y="3512"/>
                  <a:pt x="8120" y="3685"/>
                </a:cubicBezTo>
                <a:cubicBezTo>
                  <a:pt x="8288" y="3860"/>
                  <a:pt x="8372" y="4092"/>
                  <a:pt x="8372" y="4381"/>
                </a:cubicBezTo>
                <a:close/>
                <a:moveTo>
                  <a:pt x="12819" y="3492"/>
                </a:moveTo>
                <a:cubicBezTo>
                  <a:pt x="12819" y="3814"/>
                  <a:pt x="12773" y="4109"/>
                  <a:pt x="12680" y="4376"/>
                </a:cubicBezTo>
                <a:cubicBezTo>
                  <a:pt x="12588" y="4643"/>
                  <a:pt x="12458" y="4869"/>
                  <a:pt x="12290" y="5054"/>
                </a:cubicBezTo>
                <a:cubicBezTo>
                  <a:pt x="12133" y="5229"/>
                  <a:pt x="11949" y="5365"/>
                  <a:pt x="11737" y="5461"/>
                </a:cubicBezTo>
                <a:cubicBezTo>
                  <a:pt x="11525" y="5557"/>
                  <a:pt x="11301" y="5605"/>
                  <a:pt x="11064" y="5605"/>
                </a:cubicBezTo>
                <a:cubicBezTo>
                  <a:pt x="10858" y="5605"/>
                  <a:pt x="10672" y="5582"/>
                  <a:pt x="10505" y="5537"/>
                </a:cubicBezTo>
                <a:cubicBezTo>
                  <a:pt x="10338" y="5492"/>
                  <a:pt x="10168" y="5422"/>
                  <a:pt x="9995" y="5328"/>
                </a:cubicBezTo>
                <a:lnTo>
                  <a:pt x="9995" y="6990"/>
                </a:lnTo>
                <a:lnTo>
                  <a:pt x="9327" y="6990"/>
                </a:lnTo>
                <a:lnTo>
                  <a:pt x="9327" y="1556"/>
                </a:lnTo>
                <a:lnTo>
                  <a:pt x="9995" y="1556"/>
                </a:lnTo>
                <a:lnTo>
                  <a:pt x="9995" y="1969"/>
                </a:lnTo>
                <a:cubicBezTo>
                  <a:pt x="10173" y="1819"/>
                  <a:pt x="10372" y="1694"/>
                  <a:pt x="10594" y="1593"/>
                </a:cubicBezTo>
                <a:cubicBezTo>
                  <a:pt x="10815" y="1493"/>
                  <a:pt x="11051" y="1442"/>
                  <a:pt x="11302" y="1442"/>
                </a:cubicBezTo>
                <a:cubicBezTo>
                  <a:pt x="11781" y="1442"/>
                  <a:pt x="12153" y="1623"/>
                  <a:pt x="12419" y="1985"/>
                </a:cubicBezTo>
                <a:cubicBezTo>
                  <a:pt x="12686" y="2346"/>
                  <a:pt x="12819" y="2849"/>
                  <a:pt x="12819" y="3492"/>
                </a:cubicBezTo>
                <a:moveTo>
                  <a:pt x="12130" y="3509"/>
                </a:moveTo>
                <a:cubicBezTo>
                  <a:pt x="12130" y="3031"/>
                  <a:pt x="12048" y="2673"/>
                  <a:pt x="11885" y="2437"/>
                </a:cubicBezTo>
                <a:cubicBezTo>
                  <a:pt x="11721" y="2200"/>
                  <a:pt x="11470" y="2081"/>
                  <a:pt x="11132" y="2081"/>
                </a:cubicBezTo>
                <a:cubicBezTo>
                  <a:pt x="10940" y="2081"/>
                  <a:pt x="10747" y="2123"/>
                  <a:pt x="10553" y="2206"/>
                </a:cubicBezTo>
                <a:cubicBezTo>
                  <a:pt x="10359" y="2289"/>
                  <a:pt x="10173" y="2398"/>
                  <a:pt x="9995" y="2533"/>
                </a:cubicBezTo>
                <a:lnTo>
                  <a:pt x="9995" y="4781"/>
                </a:lnTo>
                <a:cubicBezTo>
                  <a:pt x="10184" y="4866"/>
                  <a:pt x="10347" y="4924"/>
                  <a:pt x="10483" y="4955"/>
                </a:cubicBezTo>
                <a:cubicBezTo>
                  <a:pt x="10620" y="4986"/>
                  <a:pt x="10774" y="5001"/>
                  <a:pt x="10947" y="5001"/>
                </a:cubicBezTo>
                <a:cubicBezTo>
                  <a:pt x="11319" y="5001"/>
                  <a:pt x="11609" y="4876"/>
                  <a:pt x="11817" y="4625"/>
                </a:cubicBezTo>
                <a:cubicBezTo>
                  <a:pt x="12026" y="4374"/>
                  <a:pt x="12130" y="4002"/>
                  <a:pt x="12130" y="3509"/>
                </a:cubicBezTo>
                <a:close/>
                <a:moveTo>
                  <a:pt x="17177" y="5527"/>
                </a:moveTo>
                <a:lnTo>
                  <a:pt x="16509" y="5527"/>
                </a:lnTo>
                <a:lnTo>
                  <a:pt x="16509" y="3265"/>
                </a:lnTo>
                <a:cubicBezTo>
                  <a:pt x="16509" y="3083"/>
                  <a:pt x="16499" y="2912"/>
                  <a:pt x="16477" y="2752"/>
                </a:cubicBezTo>
                <a:cubicBezTo>
                  <a:pt x="16456" y="2592"/>
                  <a:pt x="16417" y="2467"/>
                  <a:pt x="16360" y="2377"/>
                </a:cubicBezTo>
                <a:cubicBezTo>
                  <a:pt x="16301" y="2277"/>
                  <a:pt x="16216" y="2203"/>
                  <a:pt x="16104" y="2154"/>
                </a:cubicBezTo>
                <a:cubicBezTo>
                  <a:pt x="15993" y="2106"/>
                  <a:pt x="15849" y="2081"/>
                  <a:pt x="15671" y="2081"/>
                </a:cubicBezTo>
                <a:cubicBezTo>
                  <a:pt x="15489" y="2081"/>
                  <a:pt x="15298" y="2127"/>
                  <a:pt x="15099" y="2217"/>
                </a:cubicBezTo>
                <a:cubicBezTo>
                  <a:pt x="14900" y="2307"/>
                  <a:pt x="14710" y="2422"/>
                  <a:pt x="14527" y="2561"/>
                </a:cubicBezTo>
                <a:lnTo>
                  <a:pt x="14527" y="5527"/>
                </a:lnTo>
                <a:lnTo>
                  <a:pt x="13860" y="5527"/>
                </a:lnTo>
                <a:lnTo>
                  <a:pt x="13860" y="0"/>
                </a:lnTo>
                <a:lnTo>
                  <a:pt x="14527" y="0"/>
                </a:lnTo>
                <a:lnTo>
                  <a:pt x="14527" y="1994"/>
                </a:lnTo>
                <a:cubicBezTo>
                  <a:pt x="14736" y="1821"/>
                  <a:pt x="14951" y="1685"/>
                  <a:pt x="15174" y="1588"/>
                </a:cubicBezTo>
                <a:cubicBezTo>
                  <a:pt x="15396" y="1491"/>
                  <a:pt x="15625" y="1442"/>
                  <a:pt x="15859" y="1442"/>
                </a:cubicBezTo>
                <a:cubicBezTo>
                  <a:pt x="16288" y="1442"/>
                  <a:pt x="16615" y="1571"/>
                  <a:pt x="16840" y="1830"/>
                </a:cubicBezTo>
                <a:cubicBezTo>
                  <a:pt x="17065" y="2088"/>
                  <a:pt x="17177" y="2461"/>
                  <a:pt x="17177" y="2947"/>
                </a:cubicBezTo>
                <a:lnTo>
                  <a:pt x="17177" y="5527"/>
                </a:lnTo>
                <a:close/>
                <a:moveTo>
                  <a:pt x="21844" y="3543"/>
                </a:moveTo>
                <a:cubicBezTo>
                  <a:pt x="21844" y="4191"/>
                  <a:pt x="21679" y="4703"/>
                  <a:pt x="21347" y="5078"/>
                </a:cubicBezTo>
                <a:cubicBezTo>
                  <a:pt x="21016" y="5453"/>
                  <a:pt x="20572" y="5641"/>
                  <a:pt x="20015" y="5641"/>
                </a:cubicBezTo>
                <a:cubicBezTo>
                  <a:pt x="19454" y="5641"/>
                  <a:pt x="19008" y="5453"/>
                  <a:pt x="18678" y="5078"/>
                </a:cubicBezTo>
                <a:cubicBezTo>
                  <a:pt x="18348" y="4703"/>
                  <a:pt x="18182" y="4191"/>
                  <a:pt x="18182" y="3543"/>
                </a:cubicBezTo>
                <a:cubicBezTo>
                  <a:pt x="18182" y="2895"/>
                  <a:pt x="18348" y="2383"/>
                  <a:pt x="18678" y="2007"/>
                </a:cubicBezTo>
                <a:cubicBezTo>
                  <a:pt x="19008" y="1630"/>
                  <a:pt x="19454" y="1442"/>
                  <a:pt x="20015" y="1442"/>
                </a:cubicBezTo>
                <a:cubicBezTo>
                  <a:pt x="20572" y="1442"/>
                  <a:pt x="21016" y="1630"/>
                  <a:pt x="21347" y="2007"/>
                </a:cubicBezTo>
                <a:cubicBezTo>
                  <a:pt x="21679" y="2383"/>
                  <a:pt x="21844" y="2895"/>
                  <a:pt x="21844" y="3543"/>
                </a:cubicBezTo>
                <a:moveTo>
                  <a:pt x="21155" y="3543"/>
                </a:moveTo>
                <a:cubicBezTo>
                  <a:pt x="21155" y="3030"/>
                  <a:pt x="21055" y="2648"/>
                  <a:pt x="20853" y="2399"/>
                </a:cubicBezTo>
                <a:cubicBezTo>
                  <a:pt x="20652" y="2149"/>
                  <a:pt x="20373" y="2025"/>
                  <a:pt x="20015" y="2025"/>
                </a:cubicBezTo>
                <a:cubicBezTo>
                  <a:pt x="19653" y="2025"/>
                  <a:pt x="19372" y="2149"/>
                  <a:pt x="19172" y="2399"/>
                </a:cubicBezTo>
                <a:cubicBezTo>
                  <a:pt x="18971" y="2648"/>
                  <a:pt x="18871" y="3030"/>
                  <a:pt x="18871" y="3543"/>
                </a:cubicBezTo>
                <a:cubicBezTo>
                  <a:pt x="18871" y="4040"/>
                  <a:pt x="18972" y="4416"/>
                  <a:pt x="19173" y="4673"/>
                </a:cubicBezTo>
                <a:cubicBezTo>
                  <a:pt x="19375" y="4930"/>
                  <a:pt x="19655" y="5058"/>
                  <a:pt x="20015" y="5058"/>
                </a:cubicBezTo>
                <a:cubicBezTo>
                  <a:pt x="20370" y="5058"/>
                  <a:pt x="20649" y="4931"/>
                  <a:pt x="20852" y="4677"/>
                </a:cubicBezTo>
                <a:cubicBezTo>
                  <a:pt x="21054" y="4422"/>
                  <a:pt x="21155" y="4045"/>
                  <a:pt x="21155" y="3543"/>
                </a:cubicBezTo>
                <a:close/>
                <a:moveTo>
                  <a:pt x="26096" y="5527"/>
                </a:moveTo>
                <a:lnTo>
                  <a:pt x="25428" y="5527"/>
                </a:lnTo>
                <a:lnTo>
                  <a:pt x="25428" y="5114"/>
                </a:lnTo>
                <a:cubicBezTo>
                  <a:pt x="25237" y="5280"/>
                  <a:pt x="25037" y="5409"/>
                  <a:pt x="24828" y="5502"/>
                </a:cubicBezTo>
                <a:cubicBezTo>
                  <a:pt x="24620" y="5594"/>
                  <a:pt x="24394" y="5641"/>
                  <a:pt x="24150" y="5641"/>
                </a:cubicBezTo>
                <a:cubicBezTo>
                  <a:pt x="23676" y="5641"/>
                  <a:pt x="23300" y="5458"/>
                  <a:pt x="23022" y="5092"/>
                </a:cubicBezTo>
                <a:cubicBezTo>
                  <a:pt x="22744" y="4727"/>
                  <a:pt x="22605" y="4220"/>
                  <a:pt x="22605" y="3572"/>
                </a:cubicBezTo>
                <a:cubicBezTo>
                  <a:pt x="22605" y="3234"/>
                  <a:pt x="22653" y="2934"/>
                  <a:pt x="22748" y="2671"/>
                </a:cubicBezTo>
                <a:cubicBezTo>
                  <a:pt x="22844" y="2407"/>
                  <a:pt x="22974" y="2183"/>
                  <a:pt x="23137" y="1998"/>
                </a:cubicBezTo>
                <a:cubicBezTo>
                  <a:pt x="23298" y="1817"/>
                  <a:pt x="23486" y="1680"/>
                  <a:pt x="23700" y="1585"/>
                </a:cubicBezTo>
                <a:cubicBezTo>
                  <a:pt x="23915" y="1490"/>
                  <a:pt x="24137" y="1442"/>
                  <a:pt x="24366" y="1442"/>
                </a:cubicBezTo>
                <a:cubicBezTo>
                  <a:pt x="24575" y="1442"/>
                  <a:pt x="24759" y="1464"/>
                  <a:pt x="24920" y="1508"/>
                </a:cubicBezTo>
                <a:cubicBezTo>
                  <a:pt x="25082" y="1552"/>
                  <a:pt x="25251" y="1620"/>
                  <a:pt x="25428" y="1713"/>
                </a:cubicBezTo>
                <a:lnTo>
                  <a:pt x="25428" y="0"/>
                </a:lnTo>
                <a:lnTo>
                  <a:pt x="26096" y="0"/>
                </a:lnTo>
                <a:lnTo>
                  <a:pt x="26096" y="5527"/>
                </a:lnTo>
                <a:moveTo>
                  <a:pt x="25428" y="4550"/>
                </a:moveTo>
                <a:lnTo>
                  <a:pt x="25428" y="2273"/>
                </a:lnTo>
                <a:cubicBezTo>
                  <a:pt x="25248" y="2193"/>
                  <a:pt x="25087" y="2137"/>
                  <a:pt x="24945" y="2106"/>
                </a:cubicBezTo>
                <a:cubicBezTo>
                  <a:pt x="24803" y="2076"/>
                  <a:pt x="24648" y="2060"/>
                  <a:pt x="24480" y="2060"/>
                </a:cubicBezTo>
                <a:cubicBezTo>
                  <a:pt x="24106" y="2060"/>
                  <a:pt x="23815" y="2190"/>
                  <a:pt x="23606" y="2451"/>
                </a:cubicBezTo>
                <a:cubicBezTo>
                  <a:pt x="23398" y="2711"/>
                  <a:pt x="23294" y="3081"/>
                  <a:pt x="23294" y="3559"/>
                </a:cubicBezTo>
                <a:cubicBezTo>
                  <a:pt x="23294" y="4030"/>
                  <a:pt x="23374" y="4388"/>
                  <a:pt x="23535" y="4634"/>
                </a:cubicBezTo>
                <a:cubicBezTo>
                  <a:pt x="23696" y="4879"/>
                  <a:pt x="23954" y="5001"/>
                  <a:pt x="24310" y="5001"/>
                </a:cubicBezTo>
                <a:cubicBezTo>
                  <a:pt x="24499" y="5001"/>
                  <a:pt x="24691" y="4959"/>
                  <a:pt x="24885" y="4875"/>
                </a:cubicBezTo>
                <a:cubicBezTo>
                  <a:pt x="25079" y="4791"/>
                  <a:pt x="25260" y="4683"/>
                  <a:pt x="25428" y="4550"/>
                </a:cubicBezTo>
                <a:close/>
                <a:moveTo>
                  <a:pt x="30731" y="3609"/>
                </a:moveTo>
                <a:lnTo>
                  <a:pt x="27808" y="3609"/>
                </a:lnTo>
                <a:cubicBezTo>
                  <a:pt x="27808" y="3853"/>
                  <a:pt x="27845" y="4066"/>
                  <a:pt x="27918" y="4248"/>
                </a:cubicBezTo>
                <a:cubicBezTo>
                  <a:pt x="27991" y="4430"/>
                  <a:pt x="28092" y="4579"/>
                  <a:pt x="28220" y="4695"/>
                </a:cubicBezTo>
                <a:cubicBezTo>
                  <a:pt x="28343" y="4809"/>
                  <a:pt x="28489" y="4894"/>
                  <a:pt x="28659" y="4951"/>
                </a:cubicBezTo>
                <a:cubicBezTo>
                  <a:pt x="28828" y="5008"/>
                  <a:pt x="29014" y="5037"/>
                  <a:pt x="29218" y="5037"/>
                </a:cubicBezTo>
                <a:cubicBezTo>
                  <a:pt x="29488" y="5037"/>
                  <a:pt x="29760" y="4982"/>
                  <a:pt x="30033" y="4874"/>
                </a:cubicBezTo>
                <a:cubicBezTo>
                  <a:pt x="30307" y="4765"/>
                  <a:pt x="30502" y="4659"/>
                  <a:pt x="30618" y="4554"/>
                </a:cubicBezTo>
                <a:lnTo>
                  <a:pt x="30653" y="4554"/>
                </a:lnTo>
                <a:lnTo>
                  <a:pt x="30653" y="5284"/>
                </a:lnTo>
                <a:cubicBezTo>
                  <a:pt x="30428" y="5379"/>
                  <a:pt x="30198" y="5459"/>
                  <a:pt x="29964" y="5523"/>
                </a:cubicBezTo>
                <a:cubicBezTo>
                  <a:pt x="29730" y="5587"/>
                  <a:pt x="29483" y="5619"/>
                  <a:pt x="29225" y="5619"/>
                </a:cubicBezTo>
                <a:cubicBezTo>
                  <a:pt x="28567" y="5619"/>
                  <a:pt x="28053" y="5441"/>
                  <a:pt x="27684" y="5084"/>
                </a:cubicBezTo>
                <a:cubicBezTo>
                  <a:pt x="27314" y="4727"/>
                  <a:pt x="27130" y="4220"/>
                  <a:pt x="27130" y="3563"/>
                </a:cubicBezTo>
                <a:cubicBezTo>
                  <a:pt x="27130" y="2913"/>
                  <a:pt x="27307" y="2397"/>
                  <a:pt x="27661" y="2015"/>
                </a:cubicBezTo>
                <a:cubicBezTo>
                  <a:pt x="28015" y="1633"/>
                  <a:pt x="28480" y="1442"/>
                  <a:pt x="29058" y="1442"/>
                </a:cubicBezTo>
                <a:cubicBezTo>
                  <a:pt x="29593" y="1442"/>
                  <a:pt x="30006" y="1599"/>
                  <a:pt x="30296" y="1912"/>
                </a:cubicBezTo>
                <a:cubicBezTo>
                  <a:pt x="30586" y="2225"/>
                  <a:pt x="30731" y="2670"/>
                  <a:pt x="30731" y="3246"/>
                </a:cubicBezTo>
                <a:lnTo>
                  <a:pt x="30731" y="3609"/>
                </a:lnTo>
                <a:moveTo>
                  <a:pt x="30081" y="3097"/>
                </a:moveTo>
                <a:cubicBezTo>
                  <a:pt x="30079" y="2747"/>
                  <a:pt x="29991" y="2476"/>
                  <a:pt x="29817" y="2284"/>
                </a:cubicBezTo>
                <a:cubicBezTo>
                  <a:pt x="29643" y="2092"/>
                  <a:pt x="29378" y="1996"/>
                  <a:pt x="29023" y="1996"/>
                </a:cubicBezTo>
                <a:cubicBezTo>
                  <a:pt x="28665" y="1996"/>
                  <a:pt x="28380" y="2102"/>
                  <a:pt x="28168" y="2312"/>
                </a:cubicBezTo>
                <a:cubicBezTo>
                  <a:pt x="27957" y="2523"/>
                  <a:pt x="27836" y="2785"/>
                  <a:pt x="27808" y="3097"/>
                </a:cubicBezTo>
                <a:lnTo>
                  <a:pt x="30081" y="3097"/>
                </a:lnTo>
                <a:close/>
                <a:moveTo>
                  <a:pt x="32418" y="5527"/>
                </a:moveTo>
                <a:lnTo>
                  <a:pt x="31751" y="5527"/>
                </a:lnTo>
                <a:lnTo>
                  <a:pt x="31751" y="0"/>
                </a:lnTo>
                <a:lnTo>
                  <a:pt x="32418" y="0"/>
                </a:lnTo>
                <a:lnTo>
                  <a:pt x="32418" y="5527"/>
                </a:lnTo>
                <a:close/>
                <a:moveTo>
                  <a:pt x="36823" y="5527"/>
                </a:moveTo>
                <a:lnTo>
                  <a:pt x="36159" y="5527"/>
                </a:lnTo>
                <a:lnTo>
                  <a:pt x="36159" y="5107"/>
                </a:lnTo>
                <a:cubicBezTo>
                  <a:pt x="36099" y="5147"/>
                  <a:pt x="36020" y="5204"/>
                  <a:pt x="35919" y="5276"/>
                </a:cubicBezTo>
                <a:cubicBezTo>
                  <a:pt x="35818" y="5348"/>
                  <a:pt x="35721" y="5406"/>
                  <a:pt x="35626" y="5449"/>
                </a:cubicBezTo>
                <a:cubicBezTo>
                  <a:pt x="35515" y="5503"/>
                  <a:pt x="35387" y="5549"/>
                  <a:pt x="35242" y="5585"/>
                </a:cubicBezTo>
                <a:cubicBezTo>
                  <a:pt x="35098" y="5622"/>
                  <a:pt x="34928" y="5641"/>
                  <a:pt x="34734" y="5641"/>
                </a:cubicBezTo>
                <a:cubicBezTo>
                  <a:pt x="34377" y="5641"/>
                  <a:pt x="34074" y="5522"/>
                  <a:pt x="33825" y="5285"/>
                </a:cubicBezTo>
                <a:cubicBezTo>
                  <a:pt x="33576" y="5048"/>
                  <a:pt x="33452" y="4745"/>
                  <a:pt x="33452" y="4378"/>
                </a:cubicBezTo>
                <a:cubicBezTo>
                  <a:pt x="33452" y="4077"/>
                  <a:pt x="33517" y="3833"/>
                  <a:pt x="33646" y="3647"/>
                </a:cubicBezTo>
                <a:cubicBezTo>
                  <a:pt x="33775" y="3461"/>
                  <a:pt x="33959" y="3315"/>
                  <a:pt x="34198" y="3208"/>
                </a:cubicBezTo>
                <a:cubicBezTo>
                  <a:pt x="34440" y="3101"/>
                  <a:pt x="34730" y="3029"/>
                  <a:pt x="35068" y="2991"/>
                </a:cubicBezTo>
                <a:cubicBezTo>
                  <a:pt x="35407" y="2953"/>
                  <a:pt x="35770" y="2924"/>
                  <a:pt x="36159" y="2906"/>
                </a:cubicBezTo>
                <a:lnTo>
                  <a:pt x="36159" y="2802"/>
                </a:lnTo>
                <a:cubicBezTo>
                  <a:pt x="36159" y="2649"/>
                  <a:pt x="36132" y="2522"/>
                  <a:pt x="36079" y="2422"/>
                </a:cubicBezTo>
                <a:cubicBezTo>
                  <a:pt x="36025" y="2322"/>
                  <a:pt x="35949" y="2243"/>
                  <a:pt x="35850" y="2186"/>
                </a:cubicBezTo>
                <a:cubicBezTo>
                  <a:pt x="35755" y="2131"/>
                  <a:pt x="35641" y="2094"/>
                  <a:pt x="35509" y="2075"/>
                </a:cubicBezTo>
                <a:cubicBezTo>
                  <a:pt x="35376" y="2055"/>
                  <a:pt x="35238" y="2046"/>
                  <a:pt x="35093" y="2046"/>
                </a:cubicBezTo>
                <a:cubicBezTo>
                  <a:pt x="34918" y="2046"/>
                  <a:pt x="34722" y="2070"/>
                  <a:pt x="34507" y="2117"/>
                </a:cubicBezTo>
                <a:cubicBezTo>
                  <a:pt x="34292" y="2164"/>
                  <a:pt x="34069" y="2233"/>
                  <a:pt x="33839" y="2323"/>
                </a:cubicBezTo>
                <a:lnTo>
                  <a:pt x="33804" y="2323"/>
                </a:lnTo>
                <a:lnTo>
                  <a:pt x="33804" y="1645"/>
                </a:lnTo>
                <a:cubicBezTo>
                  <a:pt x="33934" y="1609"/>
                  <a:pt x="34122" y="1570"/>
                  <a:pt x="34368" y="1527"/>
                </a:cubicBezTo>
                <a:cubicBezTo>
                  <a:pt x="34615" y="1485"/>
                  <a:pt x="34857" y="1463"/>
                  <a:pt x="35097" y="1463"/>
                </a:cubicBezTo>
                <a:cubicBezTo>
                  <a:pt x="35376" y="1463"/>
                  <a:pt x="35619" y="1487"/>
                  <a:pt x="35827" y="1533"/>
                </a:cubicBezTo>
                <a:cubicBezTo>
                  <a:pt x="36034" y="1579"/>
                  <a:pt x="36213" y="1658"/>
                  <a:pt x="36365" y="1769"/>
                </a:cubicBezTo>
                <a:cubicBezTo>
                  <a:pt x="36514" y="1878"/>
                  <a:pt x="36628" y="2019"/>
                  <a:pt x="36706" y="2192"/>
                </a:cubicBezTo>
                <a:cubicBezTo>
                  <a:pt x="36784" y="2364"/>
                  <a:pt x="36823" y="2579"/>
                  <a:pt x="36823" y="2834"/>
                </a:cubicBezTo>
                <a:lnTo>
                  <a:pt x="36823" y="5527"/>
                </a:lnTo>
                <a:moveTo>
                  <a:pt x="36159" y="4555"/>
                </a:moveTo>
                <a:lnTo>
                  <a:pt x="36159" y="3445"/>
                </a:lnTo>
                <a:cubicBezTo>
                  <a:pt x="35955" y="3457"/>
                  <a:pt x="35715" y="3475"/>
                  <a:pt x="35439" y="3499"/>
                </a:cubicBezTo>
                <a:cubicBezTo>
                  <a:pt x="35164" y="3523"/>
                  <a:pt x="34945" y="3557"/>
                  <a:pt x="34784" y="3602"/>
                </a:cubicBezTo>
                <a:cubicBezTo>
                  <a:pt x="34592" y="3657"/>
                  <a:pt x="34437" y="3742"/>
                  <a:pt x="34319" y="3858"/>
                </a:cubicBezTo>
                <a:cubicBezTo>
                  <a:pt x="34200" y="3973"/>
                  <a:pt x="34141" y="4132"/>
                  <a:pt x="34141" y="4334"/>
                </a:cubicBezTo>
                <a:cubicBezTo>
                  <a:pt x="34141" y="4562"/>
                  <a:pt x="34210" y="4734"/>
                  <a:pt x="34347" y="4849"/>
                </a:cubicBezTo>
                <a:cubicBezTo>
                  <a:pt x="34485" y="4965"/>
                  <a:pt x="34694" y="5022"/>
                  <a:pt x="34976" y="5022"/>
                </a:cubicBezTo>
                <a:cubicBezTo>
                  <a:pt x="35210" y="5022"/>
                  <a:pt x="35425" y="4977"/>
                  <a:pt x="35619" y="4885"/>
                </a:cubicBezTo>
                <a:cubicBezTo>
                  <a:pt x="35813" y="4794"/>
                  <a:pt x="35993" y="4684"/>
                  <a:pt x="36159" y="4555"/>
                </a:cubicBezTo>
                <a:close/>
                <a:moveTo>
                  <a:pt x="41043" y="5282"/>
                </a:moveTo>
                <a:cubicBezTo>
                  <a:pt x="40820" y="5388"/>
                  <a:pt x="40609" y="5471"/>
                  <a:pt x="40409" y="5530"/>
                </a:cubicBezTo>
                <a:cubicBezTo>
                  <a:pt x="40208" y="5590"/>
                  <a:pt x="39996" y="5619"/>
                  <a:pt x="39771" y="5619"/>
                </a:cubicBezTo>
                <a:cubicBezTo>
                  <a:pt x="39484" y="5619"/>
                  <a:pt x="39222" y="5577"/>
                  <a:pt x="38982" y="5493"/>
                </a:cubicBezTo>
                <a:cubicBezTo>
                  <a:pt x="38743" y="5409"/>
                  <a:pt x="38538" y="5281"/>
                  <a:pt x="38368" y="5110"/>
                </a:cubicBezTo>
                <a:cubicBezTo>
                  <a:pt x="38195" y="4940"/>
                  <a:pt x="38061" y="4724"/>
                  <a:pt x="37967" y="4463"/>
                </a:cubicBezTo>
                <a:cubicBezTo>
                  <a:pt x="37872" y="4202"/>
                  <a:pt x="37824" y="3897"/>
                  <a:pt x="37824" y="3548"/>
                </a:cubicBezTo>
                <a:cubicBezTo>
                  <a:pt x="37824" y="2898"/>
                  <a:pt x="38003" y="2389"/>
                  <a:pt x="38359" y="2019"/>
                </a:cubicBezTo>
                <a:cubicBezTo>
                  <a:pt x="38715" y="1648"/>
                  <a:pt x="39186" y="1463"/>
                  <a:pt x="39771" y="1463"/>
                </a:cubicBezTo>
                <a:cubicBezTo>
                  <a:pt x="39998" y="1463"/>
                  <a:pt x="40221" y="1495"/>
                  <a:pt x="40440" y="1559"/>
                </a:cubicBezTo>
                <a:cubicBezTo>
                  <a:pt x="40660" y="1623"/>
                  <a:pt x="40860" y="1701"/>
                  <a:pt x="41043" y="1794"/>
                </a:cubicBezTo>
                <a:lnTo>
                  <a:pt x="41043" y="2536"/>
                </a:lnTo>
                <a:lnTo>
                  <a:pt x="41007" y="2536"/>
                </a:lnTo>
                <a:cubicBezTo>
                  <a:pt x="40803" y="2379"/>
                  <a:pt x="40593" y="2258"/>
                  <a:pt x="40377" y="2173"/>
                </a:cubicBezTo>
                <a:cubicBezTo>
                  <a:pt x="40160" y="2088"/>
                  <a:pt x="39949" y="2046"/>
                  <a:pt x="39743" y="2046"/>
                </a:cubicBezTo>
                <a:cubicBezTo>
                  <a:pt x="39364" y="2046"/>
                  <a:pt x="39065" y="2173"/>
                  <a:pt x="38846" y="2428"/>
                </a:cubicBezTo>
                <a:cubicBezTo>
                  <a:pt x="38627" y="2682"/>
                  <a:pt x="38517" y="3056"/>
                  <a:pt x="38517" y="3548"/>
                </a:cubicBezTo>
                <a:cubicBezTo>
                  <a:pt x="38517" y="4027"/>
                  <a:pt x="38624" y="4394"/>
                  <a:pt x="38839" y="4651"/>
                </a:cubicBezTo>
                <a:cubicBezTo>
                  <a:pt x="39053" y="4908"/>
                  <a:pt x="39354" y="5037"/>
                  <a:pt x="39743" y="5037"/>
                </a:cubicBezTo>
                <a:cubicBezTo>
                  <a:pt x="39877" y="5037"/>
                  <a:pt x="40015" y="5019"/>
                  <a:pt x="40155" y="4984"/>
                </a:cubicBezTo>
                <a:cubicBezTo>
                  <a:pt x="40294" y="4949"/>
                  <a:pt x="40420" y="4903"/>
                  <a:pt x="40531" y="4846"/>
                </a:cubicBezTo>
                <a:cubicBezTo>
                  <a:pt x="40628" y="4797"/>
                  <a:pt x="40719" y="4745"/>
                  <a:pt x="40805" y="4689"/>
                </a:cubicBezTo>
                <a:cubicBezTo>
                  <a:pt x="40890" y="4634"/>
                  <a:pt x="40957" y="4586"/>
                  <a:pt x="41007" y="4547"/>
                </a:cubicBezTo>
                <a:lnTo>
                  <a:pt x="41043" y="4547"/>
                </a:lnTo>
                <a:lnTo>
                  <a:pt x="41043" y="5282"/>
                </a:lnTo>
                <a:close/>
                <a:moveTo>
                  <a:pt x="45220" y="3609"/>
                </a:moveTo>
                <a:lnTo>
                  <a:pt x="42296" y="3609"/>
                </a:lnTo>
                <a:cubicBezTo>
                  <a:pt x="42296" y="3853"/>
                  <a:pt x="42333" y="4066"/>
                  <a:pt x="42406" y="4248"/>
                </a:cubicBezTo>
                <a:cubicBezTo>
                  <a:pt x="42480" y="4430"/>
                  <a:pt x="42580" y="4579"/>
                  <a:pt x="42708" y="4695"/>
                </a:cubicBezTo>
                <a:cubicBezTo>
                  <a:pt x="42831" y="4809"/>
                  <a:pt x="42978" y="4894"/>
                  <a:pt x="43147" y="4951"/>
                </a:cubicBezTo>
                <a:cubicBezTo>
                  <a:pt x="43316" y="5008"/>
                  <a:pt x="43503" y="5037"/>
                  <a:pt x="43706" y="5037"/>
                </a:cubicBezTo>
                <a:cubicBezTo>
                  <a:pt x="43976" y="5037"/>
                  <a:pt x="44248" y="4982"/>
                  <a:pt x="44522" y="4874"/>
                </a:cubicBezTo>
                <a:cubicBezTo>
                  <a:pt x="44795" y="4765"/>
                  <a:pt x="44990" y="4659"/>
                  <a:pt x="45106" y="4554"/>
                </a:cubicBezTo>
                <a:lnTo>
                  <a:pt x="45141" y="4554"/>
                </a:lnTo>
                <a:lnTo>
                  <a:pt x="45141" y="5284"/>
                </a:lnTo>
                <a:cubicBezTo>
                  <a:pt x="44917" y="5379"/>
                  <a:pt x="44687" y="5459"/>
                  <a:pt x="44452" y="5523"/>
                </a:cubicBezTo>
                <a:cubicBezTo>
                  <a:pt x="44218" y="5587"/>
                  <a:pt x="43972" y="5619"/>
                  <a:pt x="43714" y="5619"/>
                </a:cubicBezTo>
                <a:cubicBezTo>
                  <a:pt x="43055" y="5619"/>
                  <a:pt x="42541" y="5441"/>
                  <a:pt x="42172" y="5084"/>
                </a:cubicBezTo>
                <a:cubicBezTo>
                  <a:pt x="41803" y="4727"/>
                  <a:pt x="41618" y="4220"/>
                  <a:pt x="41618" y="3563"/>
                </a:cubicBezTo>
                <a:cubicBezTo>
                  <a:pt x="41618" y="2913"/>
                  <a:pt x="41795" y="2397"/>
                  <a:pt x="42149" y="2015"/>
                </a:cubicBezTo>
                <a:cubicBezTo>
                  <a:pt x="42503" y="1633"/>
                  <a:pt x="42969" y="1442"/>
                  <a:pt x="43547" y="1442"/>
                </a:cubicBezTo>
                <a:cubicBezTo>
                  <a:pt x="44082" y="1442"/>
                  <a:pt x="44494" y="1599"/>
                  <a:pt x="44784" y="1912"/>
                </a:cubicBezTo>
                <a:cubicBezTo>
                  <a:pt x="45075" y="2225"/>
                  <a:pt x="45220" y="2670"/>
                  <a:pt x="45220" y="3246"/>
                </a:cubicBezTo>
                <a:lnTo>
                  <a:pt x="45220" y="3609"/>
                </a:lnTo>
                <a:moveTo>
                  <a:pt x="44570" y="3097"/>
                </a:moveTo>
                <a:cubicBezTo>
                  <a:pt x="44567" y="2747"/>
                  <a:pt x="44479" y="2476"/>
                  <a:pt x="44305" y="2284"/>
                </a:cubicBezTo>
                <a:cubicBezTo>
                  <a:pt x="44131" y="2092"/>
                  <a:pt x="43866" y="1996"/>
                  <a:pt x="43511" y="1996"/>
                </a:cubicBezTo>
                <a:cubicBezTo>
                  <a:pt x="43154" y="1996"/>
                  <a:pt x="42869" y="2102"/>
                  <a:pt x="42657" y="2312"/>
                </a:cubicBezTo>
                <a:cubicBezTo>
                  <a:pt x="42445" y="2523"/>
                  <a:pt x="42325" y="2785"/>
                  <a:pt x="42296" y="3097"/>
                </a:cubicBezTo>
                <a:lnTo>
                  <a:pt x="44570" y="3097"/>
                </a:lnTo>
                <a:close/>
                <a:moveTo>
                  <a:pt x="49315" y="5527"/>
                </a:moveTo>
                <a:lnTo>
                  <a:pt x="48651" y="5527"/>
                </a:lnTo>
                <a:lnTo>
                  <a:pt x="48651" y="5107"/>
                </a:lnTo>
                <a:cubicBezTo>
                  <a:pt x="48592" y="5147"/>
                  <a:pt x="48512" y="5204"/>
                  <a:pt x="48411" y="5276"/>
                </a:cubicBezTo>
                <a:cubicBezTo>
                  <a:pt x="48310" y="5348"/>
                  <a:pt x="48213" y="5406"/>
                  <a:pt x="48118" y="5449"/>
                </a:cubicBezTo>
                <a:cubicBezTo>
                  <a:pt x="48007" y="5503"/>
                  <a:pt x="47879" y="5549"/>
                  <a:pt x="47734" y="5585"/>
                </a:cubicBezTo>
                <a:cubicBezTo>
                  <a:pt x="47590" y="5622"/>
                  <a:pt x="47421" y="5641"/>
                  <a:pt x="47226" y="5641"/>
                </a:cubicBezTo>
                <a:cubicBezTo>
                  <a:pt x="46869" y="5641"/>
                  <a:pt x="46566" y="5522"/>
                  <a:pt x="46317" y="5285"/>
                </a:cubicBezTo>
                <a:cubicBezTo>
                  <a:pt x="46069" y="5048"/>
                  <a:pt x="45944" y="4745"/>
                  <a:pt x="45944" y="4378"/>
                </a:cubicBezTo>
                <a:cubicBezTo>
                  <a:pt x="45944" y="4077"/>
                  <a:pt x="46009" y="3833"/>
                  <a:pt x="46138" y="3647"/>
                </a:cubicBezTo>
                <a:cubicBezTo>
                  <a:pt x="46267" y="3461"/>
                  <a:pt x="46451" y="3315"/>
                  <a:pt x="46690" y="3208"/>
                </a:cubicBezTo>
                <a:cubicBezTo>
                  <a:pt x="46932" y="3101"/>
                  <a:pt x="47222" y="3029"/>
                  <a:pt x="47560" y="2991"/>
                </a:cubicBezTo>
                <a:cubicBezTo>
                  <a:pt x="47899" y="2953"/>
                  <a:pt x="48262" y="2924"/>
                  <a:pt x="48651" y="2906"/>
                </a:cubicBezTo>
                <a:lnTo>
                  <a:pt x="48651" y="2802"/>
                </a:lnTo>
                <a:cubicBezTo>
                  <a:pt x="48651" y="2649"/>
                  <a:pt x="48624" y="2522"/>
                  <a:pt x="48571" y="2422"/>
                </a:cubicBezTo>
                <a:cubicBezTo>
                  <a:pt x="48518" y="2322"/>
                  <a:pt x="48441" y="2243"/>
                  <a:pt x="48342" y="2186"/>
                </a:cubicBezTo>
                <a:cubicBezTo>
                  <a:pt x="48247" y="2131"/>
                  <a:pt x="48133" y="2094"/>
                  <a:pt x="48001" y="2075"/>
                </a:cubicBezTo>
                <a:cubicBezTo>
                  <a:pt x="47868" y="2055"/>
                  <a:pt x="47730" y="2046"/>
                  <a:pt x="47585" y="2046"/>
                </a:cubicBezTo>
                <a:cubicBezTo>
                  <a:pt x="47410" y="2046"/>
                  <a:pt x="47215" y="2070"/>
                  <a:pt x="46999" y="2117"/>
                </a:cubicBezTo>
                <a:cubicBezTo>
                  <a:pt x="46784" y="2164"/>
                  <a:pt x="46561" y="2233"/>
                  <a:pt x="46331" y="2323"/>
                </a:cubicBezTo>
                <a:lnTo>
                  <a:pt x="46296" y="2323"/>
                </a:lnTo>
                <a:lnTo>
                  <a:pt x="46296" y="1645"/>
                </a:lnTo>
                <a:cubicBezTo>
                  <a:pt x="46426" y="1609"/>
                  <a:pt x="46614" y="1570"/>
                  <a:pt x="46861" y="1527"/>
                </a:cubicBezTo>
                <a:cubicBezTo>
                  <a:pt x="47107" y="1485"/>
                  <a:pt x="47350" y="1463"/>
                  <a:pt x="47589" y="1463"/>
                </a:cubicBezTo>
                <a:cubicBezTo>
                  <a:pt x="47868" y="1463"/>
                  <a:pt x="48111" y="1487"/>
                  <a:pt x="48319" y="1533"/>
                </a:cubicBezTo>
                <a:cubicBezTo>
                  <a:pt x="48526" y="1579"/>
                  <a:pt x="48705" y="1658"/>
                  <a:pt x="48857" y="1769"/>
                </a:cubicBezTo>
                <a:cubicBezTo>
                  <a:pt x="49006" y="1878"/>
                  <a:pt x="49120" y="2019"/>
                  <a:pt x="49198" y="2192"/>
                </a:cubicBezTo>
                <a:cubicBezTo>
                  <a:pt x="49276" y="2364"/>
                  <a:pt x="49315" y="2579"/>
                  <a:pt x="49315" y="2834"/>
                </a:cubicBezTo>
                <a:lnTo>
                  <a:pt x="49315" y="5527"/>
                </a:lnTo>
                <a:moveTo>
                  <a:pt x="48651" y="4555"/>
                </a:moveTo>
                <a:lnTo>
                  <a:pt x="48651" y="3445"/>
                </a:lnTo>
                <a:cubicBezTo>
                  <a:pt x="48447" y="3457"/>
                  <a:pt x="48207" y="3475"/>
                  <a:pt x="47932" y="3499"/>
                </a:cubicBezTo>
                <a:cubicBezTo>
                  <a:pt x="47656" y="3523"/>
                  <a:pt x="47437" y="3557"/>
                  <a:pt x="47276" y="3602"/>
                </a:cubicBezTo>
                <a:cubicBezTo>
                  <a:pt x="47084" y="3657"/>
                  <a:pt x="46929" y="3742"/>
                  <a:pt x="46811" y="3858"/>
                </a:cubicBezTo>
                <a:cubicBezTo>
                  <a:pt x="46692" y="3973"/>
                  <a:pt x="46633" y="4132"/>
                  <a:pt x="46633" y="4334"/>
                </a:cubicBezTo>
                <a:cubicBezTo>
                  <a:pt x="46633" y="4562"/>
                  <a:pt x="46702" y="4734"/>
                  <a:pt x="46839" y="4849"/>
                </a:cubicBezTo>
                <a:cubicBezTo>
                  <a:pt x="46977" y="4965"/>
                  <a:pt x="47186" y="5022"/>
                  <a:pt x="47468" y="5022"/>
                </a:cubicBezTo>
                <a:cubicBezTo>
                  <a:pt x="47702" y="5022"/>
                  <a:pt x="47917" y="4977"/>
                  <a:pt x="48111" y="4885"/>
                </a:cubicBezTo>
                <a:cubicBezTo>
                  <a:pt x="48305" y="4794"/>
                  <a:pt x="48485" y="4684"/>
                  <a:pt x="48651" y="4555"/>
                </a:cubicBezTo>
                <a:close/>
                <a:moveTo>
                  <a:pt x="53922" y="3609"/>
                </a:moveTo>
                <a:lnTo>
                  <a:pt x="50999" y="3609"/>
                </a:lnTo>
                <a:cubicBezTo>
                  <a:pt x="50999" y="3853"/>
                  <a:pt x="51035" y="4066"/>
                  <a:pt x="51109" y="4248"/>
                </a:cubicBezTo>
                <a:cubicBezTo>
                  <a:pt x="51182" y="4430"/>
                  <a:pt x="51283" y="4579"/>
                  <a:pt x="51411" y="4695"/>
                </a:cubicBezTo>
                <a:cubicBezTo>
                  <a:pt x="51534" y="4809"/>
                  <a:pt x="51680" y="4894"/>
                  <a:pt x="51849" y="4951"/>
                </a:cubicBezTo>
                <a:cubicBezTo>
                  <a:pt x="52019" y="5008"/>
                  <a:pt x="52205" y="5037"/>
                  <a:pt x="52409" y="5037"/>
                </a:cubicBezTo>
                <a:cubicBezTo>
                  <a:pt x="52679" y="5037"/>
                  <a:pt x="52950" y="4982"/>
                  <a:pt x="53224" y="4874"/>
                </a:cubicBezTo>
                <a:cubicBezTo>
                  <a:pt x="53497" y="4765"/>
                  <a:pt x="53692" y="4659"/>
                  <a:pt x="53808" y="4554"/>
                </a:cubicBezTo>
                <a:lnTo>
                  <a:pt x="53844" y="4554"/>
                </a:lnTo>
                <a:lnTo>
                  <a:pt x="53844" y="5284"/>
                </a:lnTo>
                <a:cubicBezTo>
                  <a:pt x="53619" y="5379"/>
                  <a:pt x="53389" y="5459"/>
                  <a:pt x="53155" y="5523"/>
                </a:cubicBezTo>
                <a:cubicBezTo>
                  <a:pt x="52920" y="5587"/>
                  <a:pt x="52674" y="5619"/>
                  <a:pt x="52416" y="5619"/>
                </a:cubicBezTo>
                <a:cubicBezTo>
                  <a:pt x="51757" y="5619"/>
                  <a:pt x="51244" y="5441"/>
                  <a:pt x="50874" y="5084"/>
                </a:cubicBezTo>
                <a:cubicBezTo>
                  <a:pt x="50505" y="4727"/>
                  <a:pt x="50320" y="4220"/>
                  <a:pt x="50320" y="3563"/>
                </a:cubicBezTo>
                <a:cubicBezTo>
                  <a:pt x="50320" y="2913"/>
                  <a:pt x="50497" y="2397"/>
                  <a:pt x="50851" y="2015"/>
                </a:cubicBezTo>
                <a:cubicBezTo>
                  <a:pt x="51205" y="1633"/>
                  <a:pt x="51671" y="1442"/>
                  <a:pt x="52249" y="1442"/>
                </a:cubicBezTo>
                <a:cubicBezTo>
                  <a:pt x="52784" y="1442"/>
                  <a:pt x="53197" y="1599"/>
                  <a:pt x="53487" y="1912"/>
                </a:cubicBezTo>
                <a:cubicBezTo>
                  <a:pt x="53777" y="2225"/>
                  <a:pt x="53922" y="2670"/>
                  <a:pt x="53922" y="3246"/>
                </a:cubicBezTo>
                <a:lnTo>
                  <a:pt x="53922" y="3609"/>
                </a:lnTo>
                <a:moveTo>
                  <a:pt x="53272" y="3097"/>
                </a:moveTo>
                <a:cubicBezTo>
                  <a:pt x="53269" y="2747"/>
                  <a:pt x="53181" y="2476"/>
                  <a:pt x="53007" y="2284"/>
                </a:cubicBezTo>
                <a:cubicBezTo>
                  <a:pt x="52833" y="2092"/>
                  <a:pt x="52569" y="1996"/>
                  <a:pt x="52213" y="1996"/>
                </a:cubicBezTo>
                <a:cubicBezTo>
                  <a:pt x="51856" y="1996"/>
                  <a:pt x="51571" y="2102"/>
                  <a:pt x="51359" y="2312"/>
                </a:cubicBezTo>
                <a:cubicBezTo>
                  <a:pt x="51147" y="2523"/>
                  <a:pt x="51027" y="2785"/>
                  <a:pt x="50999" y="3097"/>
                </a:cubicBezTo>
                <a:lnTo>
                  <a:pt x="53272" y="3097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51E412A-A87B-462D-A7D9-6C1457566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81" y="2585715"/>
            <a:ext cx="223431" cy="41457"/>
          </a:xfrm>
          <a:custGeom xmlns:a="http://schemas.openxmlformats.org/drawingml/2006/main">
            <a:pathLst>
              <a:path w="223431" h="41457">
                <a:moveTo>
                  <a:pt x="0" y="0"/>
                </a:moveTo>
                <a:lnTo>
                  <a:pt x="223431" y="0"/>
                </a:lnTo>
                <a:lnTo>
                  <a:pt x="223431" y="41457"/>
                </a:lnTo>
                <a:lnTo>
                  <a:pt x="0" y="414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40E399C-8FF8-4FF6-B808-3B7E33EFA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68482" y="2585717"/>
            <a:ext cx="223429" cy="41458"/>
          </a:xfrm>
          <a:custGeom xmlns:a="http://schemas.openxmlformats.org/drawingml/2006/main">
            <a:pathLst>
              <a:path w="223429" h="41458" fill="none">
                <a:moveTo>
                  <a:pt x="0" y="0"/>
                </a:moveTo>
                <a:lnTo>
                  <a:pt x="223429" y="0"/>
                </a:lnTo>
                <a:lnTo>
                  <a:pt x="223429" y="41458"/>
                </a:lnTo>
                <a:lnTo>
                  <a:pt x="0" y="4145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22" name="Text Rosaceae">
            <a:extLst xmlns:a="http://schemas.openxmlformats.org/drawingml/2006/main">
              <a:ext uri="{FF2B5EF4-FFF2-40B4-BE49-F238E27FC236}">
                <a16:creationId xmlns:a16="http://schemas.microsoft.com/office/drawing/2014/main" id="{792B4108-E529-4C1D-9999-93EF4D8B7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4291" y="2594972"/>
            <a:ext cx="155600" cy="25191"/>
          </a:xfrm>
          <a:custGeom xmlns:a="http://schemas.openxmlformats.org/drawingml/2006/main">
            <a:pathLst>
              <a:path w="155600" h="25191">
                <a:moveTo>
                  <a:pt x="20391" y="24662"/>
                </a:moveTo>
                <a:lnTo>
                  <a:pt x="16138" y="24662"/>
                </a:lnTo>
                <a:lnTo>
                  <a:pt x="7895" y="14863"/>
                </a:lnTo>
                <a:lnTo>
                  <a:pt x="3277" y="14863"/>
                </a:lnTo>
                <a:lnTo>
                  <a:pt x="3277" y="24662"/>
                </a:lnTo>
                <a:lnTo>
                  <a:pt x="0" y="24662"/>
                </a:lnTo>
                <a:lnTo>
                  <a:pt x="0" y="0"/>
                </a:lnTo>
                <a:lnTo>
                  <a:pt x="6902" y="0"/>
                </a:lnTo>
                <a:cubicBezTo>
                  <a:pt x="8392" y="0"/>
                  <a:pt x="9633" y="97"/>
                  <a:pt x="10626" y="290"/>
                </a:cubicBezTo>
                <a:cubicBezTo>
                  <a:pt x="11619" y="483"/>
                  <a:pt x="12513" y="828"/>
                  <a:pt x="13307" y="1326"/>
                </a:cubicBezTo>
                <a:cubicBezTo>
                  <a:pt x="14201" y="1889"/>
                  <a:pt x="14899" y="2599"/>
                  <a:pt x="15401" y="3455"/>
                </a:cubicBezTo>
                <a:cubicBezTo>
                  <a:pt x="15903" y="4311"/>
                  <a:pt x="16154" y="5396"/>
                  <a:pt x="16154" y="6711"/>
                </a:cubicBezTo>
                <a:cubicBezTo>
                  <a:pt x="16154" y="8489"/>
                  <a:pt x="15707" y="9978"/>
                  <a:pt x="14814" y="11176"/>
                </a:cubicBezTo>
                <a:cubicBezTo>
                  <a:pt x="13920" y="12375"/>
                  <a:pt x="12689" y="13278"/>
                  <a:pt x="11123" y="13886"/>
                </a:cubicBezTo>
                <a:lnTo>
                  <a:pt x="20391" y="24662"/>
                </a:lnTo>
                <a:moveTo>
                  <a:pt x="12728" y="6954"/>
                </a:moveTo>
                <a:cubicBezTo>
                  <a:pt x="12728" y="6250"/>
                  <a:pt x="12604" y="5626"/>
                  <a:pt x="12356" y="5082"/>
                </a:cubicBezTo>
                <a:cubicBezTo>
                  <a:pt x="12107" y="4537"/>
                  <a:pt x="11696" y="4078"/>
                  <a:pt x="11123" y="3704"/>
                </a:cubicBezTo>
                <a:cubicBezTo>
                  <a:pt x="10648" y="3385"/>
                  <a:pt x="10085" y="3163"/>
                  <a:pt x="9434" y="3037"/>
                </a:cubicBezTo>
                <a:cubicBezTo>
                  <a:pt x="8783" y="2910"/>
                  <a:pt x="8016" y="2847"/>
                  <a:pt x="7134" y="2847"/>
                </a:cubicBezTo>
                <a:lnTo>
                  <a:pt x="3277" y="2847"/>
                </a:lnTo>
                <a:lnTo>
                  <a:pt x="3277" y="12116"/>
                </a:lnTo>
                <a:lnTo>
                  <a:pt x="6587" y="12116"/>
                </a:lnTo>
                <a:cubicBezTo>
                  <a:pt x="7625" y="12116"/>
                  <a:pt x="8530" y="12025"/>
                  <a:pt x="9302" y="11844"/>
                </a:cubicBezTo>
                <a:cubicBezTo>
                  <a:pt x="10074" y="11662"/>
                  <a:pt x="10731" y="11324"/>
                  <a:pt x="11272" y="10829"/>
                </a:cubicBezTo>
                <a:cubicBezTo>
                  <a:pt x="11768" y="10368"/>
                  <a:pt x="12135" y="9837"/>
                  <a:pt x="12372" y="9238"/>
                </a:cubicBezTo>
                <a:cubicBezTo>
                  <a:pt x="12609" y="8639"/>
                  <a:pt x="12728" y="7877"/>
                  <a:pt x="12728" y="6954"/>
                </a:cubicBezTo>
                <a:close/>
                <a:moveTo>
                  <a:pt x="39078" y="15418"/>
                </a:moveTo>
                <a:cubicBezTo>
                  <a:pt x="39078" y="18438"/>
                  <a:pt x="38306" y="20822"/>
                  <a:pt x="36761" y="22570"/>
                </a:cubicBezTo>
                <a:cubicBezTo>
                  <a:pt x="35216" y="24317"/>
                  <a:pt x="33147" y="25191"/>
                  <a:pt x="30554" y="25191"/>
                </a:cubicBezTo>
                <a:cubicBezTo>
                  <a:pt x="27939" y="25191"/>
                  <a:pt x="25862" y="24317"/>
                  <a:pt x="24322" y="22570"/>
                </a:cubicBezTo>
                <a:cubicBezTo>
                  <a:pt x="22783" y="20822"/>
                  <a:pt x="22013" y="18438"/>
                  <a:pt x="22013" y="15418"/>
                </a:cubicBezTo>
                <a:cubicBezTo>
                  <a:pt x="22013" y="12398"/>
                  <a:pt x="22783" y="10011"/>
                  <a:pt x="24322" y="8258"/>
                </a:cubicBezTo>
                <a:cubicBezTo>
                  <a:pt x="25862" y="6504"/>
                  <a:pt x="27939" y="5628"/>
                  <a:pt x="30554" y="5628"/>
                </a:cubicBezTo>
                <a:cubicBezTo>
                  <a:pt x="33147" y="5628"/>
                  <a:pt x="35216" y="6504"/>
                  <a:pt x="36761" y="8258"/>
                </a:cubicBezTo>
                <a:cubicBezTo>
                  <a:pt x="38306" y="10011"/>
                  <a:pt x="39078" y="12398"/>
                  <a:pt x="39078" y="15418"/>
                </a:cubicBezTo>
                <a:moveTo>
                  <a:pt x="35867" y="15418"/>
                </a:moveTo>
                <a:cubicBezTo>
                  <a:pt x="35867" y="13026"/>
                  <a:pt x="35398" y="11249"/>
                  <a:pt x="34460" y="10086"/>
                </a:cubicBezTo>
                <a:cubicBezTo>
                  <a:pt x="33522" y="8923"/>
                  <a:pt x="32220" y="8342"/>
                  <a:pt x="30554" y="8342"/>
                </a:cubicBezTo>
                <a:cubicBezTo>
                  <a:pt x="28866" y="8342"/>
                  <a:pt x="27555" y="8923"/>
                  <a:pt x="26623" y="10086"/>
                </a:cubicBezTo>
                <a:cubicBezTo>
                  <a:pt x="25691" y="11249"/>
                  <a:pt x="25224" y="13026"/>
                  <a:pt x="25224" y="15418"/>
                </a:cubicBezTo>
                <a:cubicBezTo>
                  <a:pt x="25224" y="17732"/>
                  <a:pt x="25693" y="19487"/>
                  <a:pt x="26631" y="20683"/>
                </a:cubicBezTo>
                <a:cubicBezTo>
                  <a:pt x="27569" y="21879"/>
                  <a:pt x="28877" y="22477"/>
                  <a:pt x="30554" y="22477"/>
                </a:cubicBezTo>
                <a:cubicBezTo>
                  <a:pt x="32209" y="22477"/>
                  <a:pt x="33508" y="21885"/>
                  <a:pt x="34452" y="20700"/>
                </a:cubicBezTo>
                <a:cubicBezTo>
                  <a:pt x="35395" y="19515"/>
                  <a:pt x="35867" y="17754"/>
                  <a:pt x="35867" y="15418"/>
                </a:cubicBezTo>
                <a:close/>
                <a:moveTo>
                  <a:pt x="57102" y="19321"/>
                </a:moveTo>
                <a:cubicBezTo>
                  <a:pt x="57102" y="21008"/>
                  <a:pt x="56405" y="22391"/>
                  <a:pt x="55009" y="23472"/>
                </a:cubicBezTo>
                <a:cubicBezTo>
                  <a:pt x="53613" y="24552"/>
                  <a:pt x="51707" y="25092"/>
                  <a:pt x="49290" y="25092"/>
                </a:cubicBezTo>
                <a:cubicBezTo>
                  <a:pt x="47922" y="25092"/>
                  <a:pt x="46667" y="24929"/>
                  <a:pt x="45525" y="24602"/>
                </a:cubicBezTo>
                <a:cubicBezTo>
                  <a:pt x="44383" y="24276"/>
                  <a:pt x="43425" y="23919"/>
                  <a:pt x="42653" y="23531"/>
                </a:cubicBezTo>
                <a:lnTo>
                  <a:pt x="42653" y="20027"/>
                </a:lnTo>
                <a:lnTo>
                  <a:pt x="42819" y="20027"/>
                </a:lnTo>
                <a:cubicBezTo>
                  <a:pt x="43801" y="20777"/>
                  <a:pt x="44893" y="21372"/>
                  <a:pt x="46096" y="21814"/>
                </a:cubicBezTo>
                <a:cubicBezTo>
                  <a:pt x="47298" y="22256"/>
                  <a:pt x="48452" y="22477"/>
                  <a:pt x="49555" y="22477"/>
                </a:cubicBezTo>
                <a:cubicBezTo>
                  <a:pt x="50923" y="22477"/>
                  <a:pt x="51994" y="22255"/>
                  <a:pt x="52766" y="21812"/>
                </a:cubicBezTo>
                <a:cubicBezTo>
                  <a:pt x="53538" y="21369"/>
                  <a:pt x="53925" y="20671"/>
                  <a:pt x="53925" y="19717"/>
                </a:cubicBezTo>
                <a:cubicBezTo>
                  <a:pt x="53925" y="18990"/>
                  <a:pt x="53715" y="18439"/>
                  <a:pt x="53296" y="18064"/>
                </a:cubicBezTo>
                <a:cubicBezTo>
                  <a:pt x="52876" y="17689"/>
                  <a:pt x="52071" y="17369"/>
                  <a:pt x="50879" y="17104"/>
                </a:cubicBezTo>
                <a:cubicBezTo>
                  <a:pt x="50438" y="17005"/>
                  <a:pt x="49861" y="16890"/>
                  <a:pt x="49149" y="16757"/>
                </a:cubicBezTo>
                <a:cubicBezTo>
                  <a:pt x="48438" y="16625"/>
                  <a:pt x="47790" y="16482"/>
                  <a:pt x="47205" y="16328"/>
                </a:cubicBezTo>
                <a:cubicBezTo>
                  <a:pt x="45583" y="15898"/>
                  <a:pt x="44432" y="15266"/>
                  <a:pt x="43754" y="14434"/>
                </a:cubicBezTo>
                <a:cubicBezTo>
                  <a:pt x="43075" y="13602"/>
                  <a:pt x="42736" y="12579"/>
                  <a:pt x="42736" y="11366"/>
                </a:cubicBezTo>
                <a:cubicBezTo>
                  <a:pt x="42736" y="10606"/>
                  <a:pt x="42893" y="9889"/>
                  <a:pt x="43208" y="9217"/>
                </a:cubicBezTo>
                <a:cubicBezTo>
                  <a:pt x="43522" y="8544"/>
                  <a:pt x="43999" y="7943"/>
                  <a:pt x="44639" y="7414"/>
                </a:cubicBezTo>
                <a:cubicBezTo>
                  <a:pt x="45257" y="6896"/>
                  <a:pt x="46043" y="6485"/>
                  <a:pt x="46998" y="6182"/>
                </a:cubicBezTo>
                <a:cubicBezTo>
                  <a:pt x="47952" y="5879"/>
                  <a:pt x="49020" y="5727"/>
                  <a:pt x="50201" y="5727"/>
                </a:cubicBezTo>
                <a:cubicBezTo>
                  <a:pt x="51304" y="5727"/>
                  <a:pt x="52421" y="5861"/>
                  <a:pt x="53552" y="6131"/>
                </a:cubicBezTo>
                <a:cubicBezTo>
                  <a:pt x="54683" y="6400"/>
                  <a:pt x="55624" y="6727"/>
                  <a:pt x="56374" y="7112"/>
                </a:cubicBezTo>
                <a:lnTo>
                  <a:pt x="56374" y="10427"/>
                </a:lnTo>
                <a:lnTo>
                  <a:pt x="56209" y="10427"/>
                </a:lnTo>
                <a:cubicBezTo>
                  <a:pt x="55414" y="9843"/>
                  <a:pt x="54449" y="9349"/>
                  <a:pt x="53312" y="8946"/>
                </a:cubicBezTo>
                <a:cubicBezTo>
                  <a:pt x="52176" y="8543"/>
                  <a:pt x="51061" y="8342"/>
                  <a:pt x="49969" y="8342"/>
                </a:cubicBezTo>
                <a:cubicBezTo>
                  <a:pt x="48832" y="8342"/>
                  <a:pt x="47872" y="8561"/>
                  <a:pt x="47089" y="8999"/>
                </a:cubicBezTo>
                <a:cubicBezTo>
                  <a:pt x="46305" y="9437"/>
                  <a:pt x="45914" y="10088"/>
                  <a:pt x="45914" y="10952"/>
                </a:cubicBezTo>
                <a:cubicBezTo>
                  <a:pt x="45914" y="11713"/>
                  <a:pt x="46151" y="12286"/>
                  <a:pt x="46625" y="12672"/>
                </a:cubicBezTo>
                <a:cubicBezTo>
                  <a:pt x="47089" y="13058"/>
                  <a:pt x="47839" y="13372"/>
                  <a:pt x="48876" y="13615"/>
                </a:cubicBezTo>
                <a:cubicBezTo>
                  <a:pt x="49450" y="13748"/>
                  <a:pt x="50093" y="13880"/>
                  <a:pt x="50805" y="14012"/>
                </a:cubicBezTo>
                <a:cubicBezTo>
                  <a:pt x="51516" y="14144"/>
                  <a:pt x="52109" y="14266"/>
                  <a:pt x="52584" y="14376"/>
                </a:cubicBezTo>
                <a:cubicBezTo>
                  <a:pt x="54029" y="14707"/>
                  <a:pt x="55144" y="15274"/>
                  <a:pt x="55927" y="16079"/>
                </a:cubicBezTo>
                <a:cubicBezTo>
                  <a:pt x="56711" y="16895"/>
                  <a:pt x="57102" y="17976"/>
                  <a:pt x="57102" y="19321"/>
                </a:cubicBezTo>
                <a:close/>
                <a:moveTo>
                  <a:pt x="75922" y="24662"/>
                </a:moveTo>
                <a:lnTo>
                  <a:pt x="72826" y="24662"/>
                </a:lnTo>
                <a:lnTo>
                  <a:pt x="72826" y="22706"/>
                </a:lnTo>
                <a:cubicBezTo>
                  <a:pt x="72551" y="22893"/>
                  <a:pt x="72178" y="23156"/>
                  <a:pt x="71709" y="23493"/>
                </a:cubicBezTo>
                <a:cubicBezTo>
                  <a:pt x="71240" y="23830"/>
                  <a:pt x="70785" y="24098"/>
                  <a:pt x="70344" y="24297"/>
                </a:cubicBezTo>
                <a:cubicBezTo>
                  <a:pt x="69825" y="24551"/>
                  <a:pt x="69229" y="24763"/>
                  <a:pt x="68556" y="24934"/>
                </a:cubicBezTo>
                <a:cubicBezTo>
                  <a:pt x="67883" y="25106"/>
                  <a:pt x="67094" y="25191"/>
                  <a:pt x="66189" y="25191"/>
                </a:cubicBezTo>
                <a:cubicBezTo>
                  <a:pt x="64523" y="25191"/>
                  <a:pt x="63111" y="24639"/>
                  <a:pt x="61952" y="23534"/>
                </a:cubicBezTo>
                <a:cubicBezTo>
                  <a:pt x="60793" y="22429"/>
                  <a:pt x="60214" y="21021"/>
                  <a:pt x="60214" y="19308"/>
                </a:cubicBezTo>
                <a:cubicBezTo>
                  <a:pt x="60214" y="17905"/>
                  <a:pt x="60515" y="16770"/>
                  <a:pt x="61116" y="15902"/>
                </a:cubicBezTo>
                <a:cubicBezTo>
                  <a:pt x="61718" y="15035"/>
                  <a:pt x="62576" y="14353"/>
                  <a:pt x="63690" y="13856"/>
                </a:cubicBezTo>
                <a:cubicBezTo>
                  <a:pt x="64815" y="13358"/>
                  <a:pt x="66167" y="13021"/>
                  <a:pt x="67745" y="12844"/>
                </a:cubicBezTo>
                <a:cubicBezTo>
                  <a:pt x="69323" y="12668"/>
                  <a:pt x="71017" y="12535"/>
                  <a:pt x="72826" y="12447"/>
                </a:cubicBezTo>
                <a:lnTo>
                  <a:pt x="72826" y="11963"/>
                </a:lnTo>
                <a:cubicBezTo>
                  <a:pt x="72826" y="11251"/>
                  <a:pt x="72702" y="10661"/>
                  <a:pt x="72454" y="10194"/>
                </a:cubicBezTo>
                <a:cubicBezTo>
                  <a:pt x="72206" y="9726"/>
                  <a:pt x="71850" y="9359"/>
                  <a:pt x="71386" y="9092"/>
                </a:cubicBezTo>
                <a:cubicBezTo>
                  <a:pt x="70945" y="8836"/>
                  <a:pt x="70415" y="8664"/>
                  <a:pt x="69797" y="8575"/>
                </a:cubicBezTo>
                <a:cubicBezTo>
                  <a:pt x="69180" y="8486"/>
                  <a:pt x="68534" y="8441"/>
                  <a:pt x="67861" y="8441"/>
                </a:cubicBezTo>
                <a:cubicBezTo>
                  <a:pt x="67044" y="8441"/>
                  <a:pt x="66134" y="8552"/>
                  <a:pt x="65130" y="8773"/>
                </a:cubicBezTo>
                <a:cubicBezTo>
                  <a:pt x="64126" y="8993"/>
                  <a:pt x="63089" y="9313"/>
                  <a:pt x="62018" y="9732"/>
                </a:cubicBezTo>
                <a:lnTo>
                  <a:pt x="61853" y="9732"/>
                </a:lnTo>
                <a:lnTo>
                  <a:pt x="61853" y="6571"/>
                </a:lnTo>
                <a:cubicBezTo>
                  <a:pt x="62460" y="6405"/>
                  <a:pt x="63337" y="6223"/>
                  <a:pt x="64484" y="6025"/>
                </a:cubicBezTo>
                <a:cubicBezTo>
                  <a:pt x="65632" y="5826"/>
                  <a:pt x="66763" y="5727"/>
                  <a:pt x="67878" y="5727"/>
                </a:cubicBezTo>
                <a:cubicBezTo>
                  <a:pt x="69180" y="5727"/>
                  <a:pt x="70313" y="5834"/>
                  <a:pt x="71279" y="6050"/>
                </a:cubicBezTo>
                <a:cubicBezTo>
                  <a:pt x="72244" y="6265"/>
                  <a:pt x="73080" y="6632"/>
                  <a:pt x="73786" y="7150"/>
                </a:cubicBezTo>
                <a:cubicBezTo>
                  <a:pt x="74482" y="7658"/>
                  <a:pt x="75011" y="8314"/>
                  <a:pt x="75375" y="9120"/>
                </a:cubicBezTo>
                <a:cubicBezTo>
                  <a:pt x="75739" y="9925"/>
                  <a:pt x="75922" y="10924"/>
                  <a:pt x="75922" y="12116"/>
                </a:cubicBezTo>
                <a:lnTo>
                  <a:pt x="75922" y="24662"/>
                </a:lnTo>
                <a:moveTo>
                  <a:pt x="72826" y="20133"/>
                </a:moveTo>
                <a:lnTo>
                  <a:pt x="72826" y="14963"/>
                </a:lnTo>
                <a:cubicBezTo>
                  <a:pt x="71877" y="15018"/>
                  <a:pt x="70760" y="15101"/>
                  <a:pt x="69475" y="15212"/>
                </a:cubicBezTo>
                <a:cubicBezTo>
                  <a:pt x="68189" y="15323"/>
                  <a:pt x="67171" y="15484"/>
                  <a:pt x="66421" y="15694"/>
                </a:cubicBezTo>
                <a:cubicBezTo>
                  <a:pt x="65527" y="15949"/>
                  <a:pt x="64804" y="16345"/>
                  <a:pt x="64253" y="16883"/>
                </a:cubicBezTo>
                <a:cubicBezTo>
                  <a:pt x="63701" y="17421"/>
                  <a:pt x="63425" y="18160"/>
                  <a:pt x="63425" y="19102"/>
                </a:cubicBezTo>
                <a:cubicBezTo>
                  <a:pt x="63425" y="20167"/>
                  <a:pt x="63745" y="20967"/>
                  <a:pt x="64385" y="21505"/>
                </a:cubicBezTo>
                <a:cubicBezTo>
                  <a:pt x="65025" y="22043"/>
                  <a:pt x="66002" y="22311"/>
                  <a:pt x="67315" y="22311"/>
                </a:cubicBezTo>
                <a:cubicBezTo>
                  <a:pt x="68407" y="22311"/>
                  <a:pt x="69406" y="22098"/>
                  <a:pt x="70311" y="21672"/>
                </a:cubicBezTo>
                <a:cubicBezTo>
                  <a:pt x="71215" y="21245"/>
                  <a:pt x="72054" y="20732"/>
                  <a:pt x="72826" y="20133"/>
                </a:cubicBezTo>
                <a:close/>
                <a:moveTo>
                  <a:pt x="95585" y="23520"/>
                </a:moveTo>
                <a:cubicBezTo>
                  <a:pt x="94547" y="24016"/>
                  <a:pt x="93563" y="24402"/>
                  <a:pt x="92630" y="24678"/>
                </a:cubicBezTo>
                <a:cubicBezTo>
                  <a:pt x="91698" y="24954"/>
                  <a:pt x="90707" y="25092"/>
                  <a:pt x="89659" y="25092"/>
                </a:cubicBezTo>
                <a:cubicBezTo>
                  <a:pt x="88324" y="25092"/>
                  <a:pt x="87099" y="24896"/>
                  <a:pt x="85985" y="24503"/>
                </a:cubicBezTo>
                <a:cubicBezTo>
                  <a:pt x="84870" y="24111"/>
                  <a:pt x="83916" y="23517"/>
                  <a:pt x="83121" y="22721"/>
                </a:cubicBezTo>
                <a:cubicBezTo>
                  <a:pt x="82316" y="21925"/>
                  <a:pt x="81692" y="20919"/>
                  <a:pt x="81251" y="19704"/>
                </a:cubicBezTo>
                <a:cubicBezTo>
                  <a:pt x="80810" y="18488"/>
                  <a:pt x="80589" y="17067"/>
                  <a:pt x="80589" y="15443"/>
                </a:cubicBezTo>
                <a:cubicBezTo>
                  <a:pt x="80589" y="12414"/>
                  <a:pt x="81419" y="10038"/>
                  <a:pt x="83080" y="8314"/>
                </a:cubicBezTo>
                <a:cubicBezTo>
                  <a:pt x="84741" y="6589"/>
                  <a:pt x="86934" y="5727"/>
                  <a:pt x="89659" y="5727"/>
                </a:cubicBezTo>
                <a:cubicBezTo>
                  <a:pt x="90719" y="5727"/>
                  <a:pt x="91759" y="5876"/>
                  <a:pt x="92779" y="6174"/>
                </a:cubicBezTo>
                <a:cubicBezTo>
                  <a:pt x="93800" y="6472"/>
                  <a:pt x="94735" y="6836"/>
                  <a:pt x="95585" y="7266"/>
                </a:cubicBezTo>
                <a:lnTo>
                  <a:pt x="95585" y="10725"/>
                </a:lnTo>
                <a:lnTo>
                  <a:pt x="95419" y="10725"/>
                </a:lnTo>
                <a:cubicBezTo>
                  <a:pt x="94470" y="9991"/>
                  <a:pt x="93491" y="9427"/>
                  <a:pt x="92481" y="9033"/>
                </a:cubicBezTo>
                <a:cubicBezTo>
                  <a:pt x="91472" y="8639"/>
                  <a:pt x="90487" y="8441"/>
                  <a:pt x="89527" y="8441"/>
                </a:cubicBezTo>
                <a:cubicBezTo>
                  <a:pt x="87761" y="8441"/>
                  <a:pt x="86368" y="9034"/>
                  <a:pt x="85348" y="10221"/>
                </a:cubicBezTo>
                <a:cubicBezTo>
                  <a:pt x="84327" y="11407"/>
                  <a:pt x="83817" y="13147"/>
                  <a:pt x="83817" y="15443"/>
                </a:cubicBezTo>
                <a:cubicBezTo>
                  <a:pt x="83817" y="17671"/>
                  <a:pt x="84316" y="19385"/>
                  <a:pt x="85314" y="20582"/>
                </a:cubicBezTo>
                <a:cubicBezTo>
                  <a:pt x="86313" y="21779"/>
                  <a:pt x="87717" y="22378"/>
                  <a:pt x="89527" y="22378"/>
                </a:cubicBezTo>
                <a:cubicBezTo>
                  <a:pt x="90156" y="22378"/>
                  <a:pt x="90796" y="22296"/>
                  <a:pt x="91447" y="22131"/>
                </a:cubicBezTo>
                <a:cubicBezTo>
                  <a:pt x="92098" y="21967"/>
                  <a:pt x="92683" y="21753"/>
                  <a:pt x="93201" y="21490"/>
                </a:cubicBezTo>
                <a:cubicBezTo>
                  <a:pt x="93654" y="21260"/>
                  <a:pt x="94078" y="21016"/>
                  <a:pt x="94476" y="20759"/>
                </a:cubicBezTo>
                <a:cubicBezTo>
                  <a:pt x="94873" y="20502"/>
                  <a:pt x="95187" y="20280"/>
                  <a:pt x="95419" y="20094"/>
                </a:cubicBezTo>
                <a:lnTo>
                  <a:pt x="95585" y="20094"/>
                </a:lnTo>
                <a:lnTo>
                  <a:pt x="95585" y="23520"/>
                </a:lnTo>
                <a:close/>
                <a:moveTo>
                  <a:pt x="115049" y="15724"/>
                </a:moveTo>
                <a:lnTo>
                  <a:pt x="101427" y="15724"/>
                </a:lnTo>
                <a:cubicBezTo>
                  <a:pt x="101427" y="16863"/>
                  <a:pt x="101598" y="17856"/>
                  <a:pt x="101940" y="18702"/>
                </a:cubicBezTo>
                <a:cubicBezTo>
                  <a:pt x="102283" y="19548"/>
                  <a:pt x="102751" y="20242"/>
                  <a:pt x="103347" y="20785"/>
                </a:cubicBezTo>
                <a:cubicBezTo>
                  <a:pt x="103921" y="21316"/>
                  <a:pt x="104602" y="21714"/>
                  <a:pt x="105391" y="21979"/>
                </a:cubicBezTo>
                <a:cubicBezTo>
                  <a:pt x="106180" y="22245"/>
                  <a:pt x="107049" y="22378"/>
                  <a:pt x="107998" y="22378"/>
                </a:cubicBezTo>
                <a:cubicBezTo>
                  <a:pt x="109256" y="22378"/>
                  <a:pt x="110522" y="22125"/>
                  <a:pt x="111797" y="21619"/>
                </a:cubicBezTo>
                <a:cubicBezTo>
                  <a:pt x="113071" y="21113"/>
                  <a:pt x="113979" y="20616"/>
                  <a:pt x="114520" y="20127"/>
                </a:cubicBezTo>
                <a:lnTo>
                  <a:pt x="114685" y="20127"/>
                </a:lnTo>
                <a:lnTo>
                  <a:pt x="114685" y="23531"/>
                </a:lnTo>
                <a:cubicBezTo>
                  <a:pt x="113637" y="23974"/>
                  <a:pt x="112567" y="24345"/>
                  <a:pt x="111474" y="24644"/>
                </a:cubicBezTo>
                <a:cubicBezTo>
                  <a:pt x="110382" y="24943"/>
                  <a:pt x="109234" y="25092"/>
                  <a:pt x="108031" y="25092"/>
                </a:cubicBezTo>
                <a:cubicBezTo>
                  <a:pt x="104964" y="25092"/>
                  <a:pt x="102569" y="24260"/>
                  <a:pt x="100848" y="22597"/>
                </a:cubicBezTo>
                <a:cubicBezTo>
                  <a:pt x="99127" y="20934"/>
                  <a:pt x="98266" y="18571"/>
                  <a:pt x="98266" y="15509"/>
                </a:cubicBezTo>
                <a:cubicBezTo>
                  <a:pt x="98266" y="12481"/>
                  <a:pt x="99091" y="10077"/>
                  <a:pt x="100740" y="8297"/>
                </a:cubicBezTo>
                <a:cubicBezTo>
                  <a:pt x="102390" y="6517"/>
                  <a:pt x="104561" y="5628"/>
                  <a:pt x="107253" y="5628"/>
                </a:cubicBezTo>
                <a:cubicBezTo>
                  <a:pt x="109747" y="5628"/>
                  <a:pt x="111670" y="6357"/>
                  <a:pt x="113022" y="7816"/>
                </a:cubicBezTo>
                <a:cubicBezTo>
                  <a:pt x="114373" y="9275"/>
                  <a:pt x="115049" y="11347"/>
                  <a:pt x="115049" y="14033"/>
                </a:cubicBezTo>
                <a:lnTo>
                  <a:pt x="115049" y="15724"/>
                </a:lnTo>
                <a:moveTo>
                  <a:pt x="112020" y="13341"/>
                </a:moveTo>
                <a:cubicBezTo>
                  <a:pt x="112009" y="11707"/>
                  <a:pt x="111598" y="10444"/>
                  <a:pt x="110787" y="9550"/>
                </a:cubicBezTo>
                <a:cubicBezTo>
                  <a:pt x="109976" y="8656"/>
                  <a:pt x="108743" y="8210"/>
                  <a:pt x="107088" y="8210"/>
                </a:cubicBezTo>
                <a:cubicBezTo>
                  <a:pt x="105422" y="8210"/>
                  <a:pt x="104095" y="8701"/>
                  <a:pt x="103107" y="9683"/>
                </a:cubicBezTo>
                <a:cubicBezTo>
                  <a:pt x="102120" y="10665"/>
                  <a:pt x="101560" y="11884"/>
                  <a:pt x="101427" y="13341"/>
                </a:cubicBezTo>
                <a:lnTo>
                  <a:pt x="112020" y="13341"/>
                </a:lnTo>
                <a:close/>
                <a:moveTo>
                  <a:pt x="134133" y="24662"/>
                </a:moveTo>
                <a:lnTo>
                  <a:pt x="131038" y="24662"/>
                </a:lnTo>
                <a:lnTo>
                  <a:pt x="131038" y="22706"/>
                </a:lnTo>
                <a:cubicBezTo>
                  <a:pt x="130762" y="22893"/>
                  <a:pt x="130389" y="23156"/>
                  <a:pt x="129920" y="23493"/>
                </a:cubicBezTo>
                <a:cubicBezTo>
                  <a:pt x="129452" y="23830"/>
                  <a:pt x="128996" y="24098"/>
                  <a:pt x="128555" y="24297"/>
                </a:cubicBezTo>
                <a:cubicBezTo>
                  <a:pt x="128036" y="24551"/>
                  <a:pt x="127441" y="24763"/>
                  <a:pt x="126767" y="24934"/>
                </a:cubicBezTo>
                <a:cubicBezTo>
                  <a:pt x="126094" y="25106"/>
                  <a:pt x="125305" y="25191"/>
                  <a:pt x="124401" y="25191"/>
                </a:cubicBezTo>
                <a:cubicBezTo>
                  <a:pt x="122734" y="25191"/>
                  <a:pt x="121322" y="24639"/>
                  <a:pt x="120163" y="23534"/>
                </a:cubicBezTo>
                <a:cubicBezTo>
                  <a:pt x="119005" y="22429"/>
                  <a:pt x="118425" y="21021"/>
                  <a:pt x="118425" y="19308"/>
                </a:cubicBezTo>
                <a:cubicBezTo>
                  <a:pt x="118425" y="17905"/>
                  <a:pt x="118726" y="16770"/>
                  <a:pt x="119328" y="15902"/>
                </a:cubicBezTo>
                <a:cubicBezTo>
                  <a:pt x="119929" y="15035"/>
                  <a:pt x="120787" y="14353"/>
                  <a:pt x="121901" y="13856"/>
                </a:cubicBezTo>
                <a:cubicBezTo>
                  <a:pt x="123027" y="13358"/>
                  <a:pt x="124379" y="13021"/>
                  <a:pt x="125956" y="12844"/>
                </a:cubicBezTo>
                <a:cubicBezTo>
                  <a:pt x="127534" y="12668"/>
                  <a:pt x="129228" y="12535"/>
                  <a:pt x="131038" y="12447"/>
                </a:cubicBezTo>
                <a:lnTo>
                  <a:pt x="131038" y="11963"/>
                </a:lnTo>
                <a:cubicBezTo>
                  <a:pt x="131038" y="11251"/>
                  <a:pt x="130914" y="10661"/>
                  <a:pt x="130665" y="10194"/>
                </a:cubicBezTo>
                <a:cubicBezTo>
                  <a:pt x="130417" y="9726"/>
                  <a:pt x="130061" y="9359"/>
                  <a:pt x="129598" y="9092"/>
                </a:cubicBezTo>
                <a:cubicBezTo>
                  <a:pt x="129156" y="8836"/>
                  <a:pt x="128627" y="8664"/>
                  <a:pt x="128009" y="8575"/>
                </a:cubicBezTo>
                <a:cubicBezTo>
                  <a:pt x="127391" y="8486"/>
                  <a:pt x="126745" y="8441"/>
                  <a:pt x="126072" y="8441"/>
                </a:cubicBezTo>
                <a:cubicBezTo>
                  <a:pt x="125256" y="8441"/>
                  <a:pt x="124345" y="8552"/>
                  <a:pt x="123341" y="8773"/>
                </a:cubicBezTo>
                <a:cubicBezTo>
                  <a:pt x="122337" y="8993"/>
                  <a:pt x="121300" y="9313"/>
                  <a:pt x="120230" y="9732"/>
                </a:cubicBezTo>
                <a:lnTo>
                  <a:pt x="120064" y="9732"/>
                </a:lnTo>
                <a:lnTo>
                  <a:pt x="120064" y="6571"/>
                </a:lnTo>
                <a:cubicBezTo>
                  <a:pt x="120671" y="6405"/>
                  <a:pt x="121548" y="6223"/>
                  <a:pt x="122696" y="6025"/>
                </a:cubicBezTo>
                <a:cubicBezTo>
                  <a:pt x="123843" y="5826"/>
                  <a:pt x="124974" y="5727"/>
                  <a:pt x="126089" y="5727"/>
                </a:cubicBezTo>
                <a:cubicBezTo>
                  <a:pt x="127391" y="5727"/>
                  <a:pt x="128525" y="5834"/>
                  <a:pt x="129490" y="6050"/>
                </a:cubicBezTo>
                <a:cubicBezTo>
                  <a:pt x="130456" y="6265"/>
                  <a:pt x="131292" y="6632"/>
                  <a:pt x="131998" y="7150"/>
                </a:cubicBezTo>
                <a:cubicBezTo>
                  <a:pt x="132693" y="7658"/>
                  <a:pt x="133223" y="8314"/>
                  <a:pt x="133587" y="9120"/>
                </a:cubicBezTo>
                <a:cubicBezTo>
                  <a:pt x="133951" y="9925"/>
                  <a:pt x="134133" y="10924"/>
                  <a:pt x="134133" y="12116"/>
                </a:cubicBezTo>
                <a:lnTo>
                  <a:pt x="134133" y="24662"/>
                </a:lnTo>
                <a:moveTo>
                  <a:pt x="131038" y="20133"/>
                </a:moveTo>
                <a:lnTo>
                  <a:pt x="131038" y="14963"/>
                </a:lnTo>
                <a:cubicBezTo>
                  <a:pt x="130089" y="15018"/>
                  <a:pt x="128972" y="15101"/>
                  <a:pt x="127686" y="15212"/>
                </a:cubicBezTo>
                <a:cubicBezTo>
                  <a:pt x="126401" y="15323"/>
                  <a:pt x="125383" y="15484"/>
                  <a:pt x="124632" y="15694"/>
                </a:cubicBezTo>
                <a:cubicBezTo>
                  <a:pt x="123739" y="15949"/>
                  <a:pt x="123016" y="16345"/>
                  <a:pt x="122464" y="16883"/>
                </a:cubicBezTo>
                <a:cubicBezTo>
                  <a:pt x="121912" y="17421"/>
                  <a:pt x="121636" y="18160"/>
                  <a:pt x="121636" y="19102"/>
                </a:cubicBezTo>
                <a:cubicBezTo>
                  <a:pt x="121636" y="20167"/>
                  <a:pt x="121956" y="20967"/>
                  <a:pt x="122596" y="21505"/>
                </a:cubicBezTo>
                <a:cubicBezTo>
                  <a:pt x="123236" y="22043"/>
                  <a:pt x="124213" y="22311"/>
                  <a:pt x="125526" y="22311"/>
                </a:cubicBezTo>
                <a:cubicBezTo>
                  <a:pt x="126618" y="22311"/>
                  <a:pt x="127617" y="22098"/>
                  <a:pt x="128522" y="21672"/>
                </a:cubicBezTo>
                <a:cubicBezTo>
                  <a:pt x="129427" y="21245"/>
                  <a:pt x="130265" y="20732"/>
                  <a:pt x="131038" y="20133"/>
                </a:cubicBezTo>
                <a:close/>
                <a:moveTo>
                  <a:pt x="155600" y="15724"/>
                </a:moveTo>
                <a:lnTo>
                  <a:pt x="141978" y="15724"/>
                </a:lnTo>
                <a:cubicBezTo>
                  <a:pt x="141978" y="16863"/>
                  <a:pt x="142149" y="17856"/>
                  <a:pt x="142491" y="18702"/>
                </a:cubicBezTo>
                <a:cubicBezTo>
                  <a:pt x="142833" y="19548"/>
                  <a:pt x="143302" y="20242"/>
                  <a:pt x="143898" y="20785"/>
                </a:cubicBezTo>
                <a:cubicBezTo>
                  <a:pt x="144472" y="21316"/>
                  <a:pt x="145153" y="21714"/>
                  <a:pt x="145942" y="21979"/>
                </a:cubicBezTo>
                <a:cubicBezTo>
                  <a:pt x="146731" y="22245"/>
                  <a:pt x="147600" y="22378"/>
                  <a:pt x="148549" y="22378"/>
                </a:cubicBezTo>
                <a:cubicBezTo>
                  <a:pt x="149807" y="22378"/>
                  <a:pt x="151073" y="22125"/>
                  <a:pt x="152348" y="21619"/>
                </a:cubicBezTo>
                <a:cubicBezTo>
                  <a:pt x="153622" y="21113"/>
                  <a:pt x="154530" y="20616"/>
                  <a:pt x="155070" y="20127"/>
                </a:cubicBezTo>
                <a:lnTo>
                  <a:pt x="155236" y="20127"/>
                </a:lnTo>
                <a:lnTo>
                  <a:pt x="155236" y="23531"/>
                </a:lnTo>
                <a:cubicBezTo>
                  <a:pt x="154188" y="23974"/>
                  <a:pt x="153117" y="24345"/>
                  <a:pt x="152025" y="24644"/>
                </a:cubicBezTo>
                <a:cubicBezTo>
                  <a:pt x="150933" y="24943"/>
                  <a:pt x="149785" y="25092"/>
                  <a:pt x="148582" y="25092"/>
                </a:cubicBezTo>
                <a:cubicBezTo>
                  <a:pt x="145515" y="25092"/>
                  <a:pt x="143120" y="24260"/>
                  <a:pt x="141399" y="22597"/>
                </a:cubicBezTo>
                <a:cubicBezTo>
                  <a:pt x="139678" y="20934"/>
                  <a:pt x="138817" y="18571"/>
                  <a:pt x="138817" y="15509"/>
                </a:cubicBezTo>
                <a:cubicBezTo>
                  <a:pt x="138817" y="12481"/>
                  <a:pt x="139642" y="10077"/>
                  <a:pt x="141291" y="8297"/>
                </a:cubicBezTo>
                <a:cubicBezTo>
                  <a:pt x="142941" y="6517"/>
                  <a:pt x="145112" y="5628"/>
                  <a:pt x="147804" y="5628"/>
                </a:cubicBezTo>
                <a:cubicBezTo>
                  <a:pt x="150298" y="5628"/>
                  <a:pt x="152221" y="6357"/>
                  <a:pt x="153573" y="7816"/>
                </a:cubicBezTo>
                <a:cubicBezTo>
                  <a:pt x="154924" y="9275"/>
                  <a:pt x="155600" y="11347"/>
                  <a:pt x="155600" y="14033"/>
                </a:cubicBezTo>
                <a:lnTo>
                  <a:pt x="155600" y="15724"/>
                </a:lnTo>
                <a:moveTo>
                  <a:pt x="152571" y="13341"/>
                </a:moveTo>
                <a:cubicBezTo>
                  <a:pt x="152560" y="11707"/>
                  <a:pt x="152149" y="10444"/>
                  <a:pt x="151338" y="9550"/>
                </a:cubicBezTo>
                <a:cubicBezTo>
                  <a:pt x="150527" y="8656"/>
                  <a:pt x="149294" y="8210"/>
                  <a:pt x="147639" y="8210"/>
                </a:cubicBezTo>
                <a:cubicBezTo>
                  <a:pt x="145973" y="8210"/>
                  <a:pt x="144646" y="8701"/>
                  <a:pt x="143658" y="9683"/>
                </a:cubicBezTo>
                <a:cubicBezTo>
                  <a:pt x="142671" y="10665"/>
                  <a:pt x="142111" y="11884"/>
                  <a:pt x="141978" y="13341"/>
                </a:cubicBezTo>
                <a:lnTo>
                  <a:pt x="152571" y="13341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CB3627-05DA-476B-B383-C1858F30FA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409" y="2585715"/>
            <a:ext cx="27489" cy="41457"/>
          </a:xfrm>
          <a:custGeom xmlns:a="http://schemas.openxmlformats.org/drawingml/2006/main">
            <a:pathLst>
              <a:path w="27489" h="41457">
                <a:moveTo>
                  <a:pt x="0" y="0"/>
                </a:moveTo>
                <a:lnTo>
                  <a:pt x="27489" y="0"/>
                </a:lnTo>
                <a:lnTo>
                  <a:pt x="27489" y="41457"/>
                </a:lnTo>
                <a:lnTo>
                  <a:pt x="0" y="414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1BADD00-7400-46D5-8ED3-A22B486DE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410" y="2585717"/>
            <a:ext cx="27488" cy="41458"/>
          </a:xfrm>
          <a:custGeom xmlns:a="http://schemas.openxmlformats.org/drawingml/2006/main">
            <a:pathLst>
              <a:path w="27488" h="41458" fill="none">
                <a:moveTo>
                  <a:pt x="0" y="0"/>
                </a:moveTo>
                <a:lnTo>
                  <a:pt x="27488" y="0"/>
                </a:lnTo>
                <a:lnTo>
                  <a:pt x="27488" y="41458"/>
                </a:lnTo>
                <a:lnTo>
                  <a:pt x="0" y="4145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25" name="Text Rhamnaceae">
            <a:extLst xmlns:a="http://schemas.openxmlformats.org/drawingml/2006/main">
              <a:ext uri="{FF2B5EF4-FFF2-40B4-BE49-F238E27FC236}">
                <a16:creationId xmlns:a16="http://schemas.microsoft.com/office/drawing/2014/main" id="{CD68BECF-ADB6-45A2-8E2D-F84FC0AB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7320" y="2586787"/>
            <a:ext cx="26463" cy="3256"/>
          </a:xfrm>
          <a:custGeom xmlns:a="http://schemas.openxmlformats.org/drawingml/2006/main">
            <a:pathLst>
              <a:path w="26463" h="3256">
                <a:moveTo>
                  <a:pt x="2526" y="3191"/>
                </a:moveTo>
                <a:lnTo>
                  <a:pt x="1999" y="3191"/>
                </a:lnTo>
                <a:lnTo>
                  <a:pt x="978" y="1977"/>
                </a:lnTo>
                <a:lnTo>
                  <a:pt x="406" y="1977"/>
                </a:lnTo>
                <a:lnTo>
                  <a:pt x="406" y="3191"/>
                </a:lnTo>
                <a:lnTo>
                  <a:pt x="0" y="3191"/>
                </a:lnTo>
                <a:lnTo>
                  <a:pt x="0" y="135"/>
                </a:lnTo>
                <a:lnTo>
                  <a:pt x="855" y="135"/>
                </a:lnTo>
                <a:cubicBezTo>
                  <a:pt x="1040" y="135"/>
                  <a:pt x="1193" y="147"/>
                  <a:pt x="1317" y="171"/>
                </a:cubicBezTo>
                <a:cubicBezTo>
                  <a:pt x="1440" y="195"/>
                  <a:pt x="1550" y="238"/>
                  <a:pt x="1649" y="300"/>
                </a:cubicBezTo>
                <a:cubicBezTo>
                  <a:pt x="1759" y="369"/>
                  <a:pt x="1846" y="457"/>
                  <a:pt x="1908" y="563"/>
                </a:cubicBezTo>
                <a:cubicBezTo>
                  <a:pt x="1970" y="669"/>
                  <a:pt x="2001" y="804"/>
                  <a:pt x="2001" y="967"/>
                </a:cubicBezTo>
                <a:cubicBezTo>
                  <a:pt x="2001" y="1187"/>
                  <a:pt x="1946" y="1372"/>
                  <a:pt x="1835" y="1520"/>
                </a:cubicBezTo>
                <a:cubicBezTo>
                  <a:pt x="1725" y="1669"/>
                  <a:pt x="1572" y="1780"/>
                  <a:pt x="1378" y="1856"/>
                </a:cubicBezTo>
                <a:lnTo>
                  <a:pt x="2526" y="3191"/>
                </a:lnTo>
                <a:moveTo>
                  <a:pt x="1577" y="997"/>
                </a:moveTo>
                <a:cubicBezTo>
                  <a:pt x="1577" y="910"/>
                  <a:pt x="1562" y="832"/>
                  <a:pt x="1531" y="765"/>
                </a:cubicBezTo>
                <a:cubicBezTo>
                  <a:pt x="1500" y="697"/>
                  <a:pt x="1449" y="641"/>
                  <a:pt x="1378" y="594"/>
                </a:cubicBezTo>
                <a:cubicBezTo>
                  <a:pt x="1319" y="555"/>
                  <a:pt x="1250" y="527"/>
                  <a:pt x="1169" y="512"/>
                </a:cubicBezTo>
                <a:cubicBezTo>
                  <a:pt x="1088" y="496"/>
                  <a:pt x="993" y="488"/>
                  <a:pt x="884" y="488"/>
                </a:cubicBezTo>
                <a:lnTo>
                  <a:pt x="406" y="488"/>
                </a:lnTo>
                <a:lnTo>
                  <a:pt x="406" y="1636"/>
                </a:lnTo>
                <a:lnTo>
                  <a:pt x="816" y="1636"/>
                </a:lnTo>
                <a:cubicBezTo>
                  <a:pt x="945" y="1636"/>
                  <a:pt x="1057" y="1625"/>
                  <a:pt x="1152" y="1603"/>
                </a:cubicBezTo>
                <a:cubicBezTo>
                  <a:pt x="1248" y="1580"/>
                  <a:pt x="1329" y="1538"/>
                  <a:pt x="1396" y="1477"/>
                </a:cubicBezTo>
                <a:cubicBezTo>
                  <a:pt x="1458" y="1420"/>
                  <a:pt x="1503" y="1354"/>
                  <a:pt x="1533" y="1280"/>
                </a:cubicBezTo>
                <a:cubicBezTo>
                  <a:pt x="1562" y="1206"/>
                  <a:pt x="1577" y="1111"/>
                  <a:pt x="1577" y="997"/>
                </a:cubicBezTo>
                <a:close/>
                <a:moveTo>
                  <a:pt x="4805" y="3191"/>
                </a:moveTo>
                <a:lnTo>
                  <a:pt x="4419" y="3191"/>
                </a:lnTo>
                <a:lnTo>
                  <a:pt x="4419" y="1885"/>
                </a:lnTo>
                <a:cubicBezTo>
                  <a:pt x="4419" y="1780"/>
                  <a:pt x="4413" y="1681"/>
                  <a:pt x="4401" y="1589"/>
                </a:cubicBezTo>
                <a:cubicBezTo>
                  <a:pt x="4388" y="1496"/>
                  <a:pt x="4366" y="1424"/>
                  <a:pt x="4333" y="1372"/>
                </a:cubicBezTo>
                <a:cubicBezTo>
                  <a:pt x="4299" y="1315"/>
                  <a:pt x="4250" y="1272"/>
                  <a:pt x="4185" y="1244"/>
                </a:cubicBezTo>
                <a:cubicBezTo>
                  <a:pt x="4121" y="1216"/>
                  <a:pt x="4038" y="1202"/>
                  <a:pt x="3935" y="1202"/>
                </a:cubicBezTo>
                <a:cubicBezTo>
                  <a:pt x="3830" y="1202"/>
                  <a:pt x="3720" y="1228"/>
                  <a:pt x="3605" y="1280"/>
                </a:cubicBezTo>
                <a:cubicBezTo>
                  <a:pt x="3490" y="1332"/>
                  <a:pt x="3380" y="1398"/>
                  <a:pt x="3275" y="1479"/>
                </a:cubicBezTo>
                <a:lnTo>
                  <a:pt x="3275" y="3191"/>
                </a:lnTo>
                <a:lnTo>
                  <a:pt x="2889" y="3191"/>
                </a:lnTo>
                <a:lnTo>
                  <a:pt x="2889" y="0"/>
                </a:lnTo>
                <a:lnTo>
                  <a:pt x="3275" y="0"/>
                </a:lnTo>
                <a:lnTo>
                  <a:pt x="3275" y="1151"/>
                </a:lnTo>
                <a:cubicBezTo>
                  <a:pt x="3395" y="1051"/>
                  <a:pt x="3519" y="973"/>
                  <a:pt x="3648" y="917"/>
                </a:cubicBezTo>
                <a:cubicBezTo>
                  <a:pt x="3777" y="861"/>
                  <a:pt x="3908" y="833"/>
                  <a:pt x="4044" y="833"/>
                </a:cubicBezTo>
                <a:cubicBezTo>
                  <a:pt x="4291" y="833"/>
                  <a:pt x="4480" y="907"/>
                  <a:pt x="4610" y="1056"/>
                </a:cubicBezTo>
                <a:cubicBezTo>
                  <a:pt x="4740" y="1206"/>
                  <a:pt x="4805" y="1421"/>
                  <a:pt x="4805" y="1702"/>
                </a:cubicBezTo>
                <a:lnTo>
                  <a:pt x="4805" y="3191"/>
                </a:lnTo>
                <a:close/>
                <a:moveTo>
                  <a:pt x="7327" y="3191"/>
                </a:moveTo>
                <a:lnTo>
                  <a:pt x="6943" y="3191"/>
                </a:lnTo>
                <a:lnTo>
                  <a:pt x="6943" y="2948"/>
                </a:lnTo>
                <a:cubicBezTo>
                  <a:pt x="6909" y="2972"/>
                  <a:pt x="6863" y="3004"/>
                  <a:pt x="6805" y="3046"/>
                </a:cubicBezTo>
                <a:cubicBezTo>
                  <a:pt x="6747" y="3088"/>
                  <a:pt x="6690" y="3121"/>
                  <a:pt x="6636" y="3146"/>
                </a:cubicBezTo>
                <a:cubicBezTo>
                  <a:pt x="6571" y="3177"/>
                  <a:pt x="6498" y="3203"/>
                  <a:pt x="6414" y="3225"/>
                </a:cubicBezTo>
                <a:cubicBezTo>
                  <a:pt x="6331" y="3246"/>
                  <a:pt x="6233" y="3256"/>
                  <a:pt x="6121" y="3256"/>
                </a:cubicBezTo>
                <a:cubicBezTo>
                  <a:pt x="5915" y="3256"/>
                  <a:pt x="5740" y="3188"/>
                  <a:pt x="5596" y="3051"/>
                </a:cubicBezTo>
                <a:cubicBezTo>
                  <a:pt x="5452" y="2914"/>
                  <a:pt x="5381" y="2740"/>
                  <a:pt x="5381" y="2527"/>
                </a:cubicBezTo>
                <a:cubicBezTo>
                  <a:pt x="5381" y="2354"/>
                  <a:pt x="5418" y="2213"/>
                  <a:pt x="5492" y="2106"/>
                </a:cubicBezTo>
                <a:cubicBezTo>
                  <a:pt x="5567" y="1998"/>
                  <a:pt x="5673" y="1914"/>
                  <a:pt x="5811" y="1852"/>
                </a:cubicBezTo>
                <a:cubicBezTo>
                  <a:pt x="5951" y="1790"/>
                  <a:pt x="6118" y="1749"/>
                  <a:pt x="6314" y="1727"/>
                </a:cubicBezTo>
                <a:cubicBezTo>
                  <a:pt x="6509" y="1705"/>
                  <a:pt x="6719" y="1688"/>
                  <a:pt x="6943" y="1677"/>
                </a:cubicBezTo>
                <a:lnTo>
                  <a:pt x="6943" y="1617"/>
                </a:lnTo>
                <a:cubicBezTo>
                  <a:pt x="6943" y="1529"/>
                  <a:pt x="6928" y="1456"/>
                  <a:pt x="6897" y="1398"/>
                </a:cubicBezTo>
                <a:cubicBezTo>
                  <a:pt x="6866" y="1340"/>
                  <a:pt x="6822" y="1295"/>
                  <a:pt x="6765" y="1262"/>
                </a:cubicBezTo>
                <a:cubicBezTo>
                  <a:pt x="6710" y="1230"/>
                  <a:pt x="6645" y="1209"/>
                  <a:pt x="6568" y="1198"/>
                </a:cubicBezTo>
                <a:cubicBezTo>
                  <a:pt x="6491" y="1187"/>
                  <a:pt x="6411" y="1181"/>
                  <a:pt x="6328" y="1181"/>
                </a:cubicBezTo>
                <a:cubicBezTo>
                  <a:pt x="6227" y="1181"/>
                  <a:pt x="6114" y="1195"/>
                  <a:pt x="5990" y="1222"/>
                </a:cubicBezTo>
                <a:cubicBezTo>
                  <a:pt x="5865" y="1250"/>
                  <a:pt x="5737" y="1289"/>
                  <a:pt x="5604" y="1341"/>
                </a:cubicBezTo>
                <a:lnTo>
                  <a:pt x="5584" y="1341"/>
                </a:lnTo>
                <a:lnTo>
                  <a:pt x="5584" y="949"/>
                </a:lnTo>
                <a:cubicBezTo>
                  <a:pt x="5659" y="929"/>
                  <a:pt x="5768" y="906"/>
                  <a:pt x="5910" y="882"/>
                </a:cubicBezTo>
                <a:cubicBezTo>
                  <a:pt x="6052" y="857"/>
                  <a:pt x="6192" y="845"/>
                  <a:pt x="6330" y="845"/>
                </a:cubicBezTo>
                <a:cubicBezTo>
                  <a:pt x="6491" y="845"/>
                  <a:pt x="6632" y="858"/>
                  <a:pt x="6752" y="885"/>
                </a:cubicBezTo>
                <a:cubicBezTo>
                  <a:pt x="6871" y="912"/>
                  <a:pt x="6975" y="957"/>
                  <a:pt x="7062" y="1021"/>
                </a:cubicBezTo>
                <a:cubicBezTo>
                  <a:pt x="7148" y="1084"/>
                  <a:pt x="7214" y="1165"/>
                  <a:pt x="7259" y="1265"/>
                </a:cubicBezTo>
                <a:cubicBezTo>
                  <a:pt x="7304" y="1365"/>
                  <a:pt x="7327" y="1489"/>
                  <a:pt x="7327" y="1636"/>
                </a:cubicBezTo>
                <a:lnTo>
                  <a:pt x="7327" y="3191"/>
                </a:lnTo>
                <a:moveTo>
                  <a:pt x="6943" y="2630"/>
                </a:moveTo>
                <a:lnTo>
                  <a:pt x="6943" y="1989"/>
                </a:lnTo>
                <a:cubicBezTo>
                  <a:pt x="6826" y="1996"/>
                  <a:pt x="6687" y="2006"/>
                  <a:pt x="6528" y="2020"/>
                </a:cubicBezTo>
                <a:cubicBezTo>
                  <a:pt x="6369" y="2034"/>
                  <a:pt x="6243" y="2054"/>
                  <a:pt x="6150" y="2080"/>
                </a:cubicBezTo>
                <a:cubicBezTo>
                  <a:pt x="6039" y="2111"/>
                  <a:pt x="5949" y="2160"/>
                  <a:pt x="5881" y="2227"/>
                </a:cubicBezTo>
                <a:cubicBezTo>
                  <a:pt x="5813" y="2294"/>
                  <a:pt x="5779" y="2385"/>
                  <a:pt x="5779" y="2502"/>
                </a:cubicBezTo>
                <a:cubicBezTo>
                  <a:pt x="5779" y="2634"/>
                  <a:pt x="5818" y="2733"/>
                  <a:pt x="5897" y="2800"/>
                </a:cubicBezTo>
                <a:cubicBezTo>
                  <a:pt x="5977" y="2866"/>
                  <a:pt x="6098" y="2900"/>
                  <a:pt x="6260" y="2900"/>
                </a:cubicBezTo>
                <a:cubicBezTo>
                  <a:pt x="6396" y="2900"/>
                  <a:pt x="6519" y="2873"/>
                  <a:pt x="6632" y="2820"/>
                </a:cubicBezTo>
                <a:cubicBezTo>
                  <a:pt x="6744" y="2767"/>
                  <a:pt x="6848" y="2704"/>
                  <a:pt x="6943" y="2630"/>
                </a:cubicBezTo>
                <a:close/>
                <a:moveTo>
                  <a:pt x="11412" y="3191"/>
                </a:moveTo>
                <a:lnTo>
                  <a:pt x="11026" y="3191"/>
                </a:lnTo>
                <a:lnTo>
                  <a:pt x="11026" y="1885"/>
                </a:lnTo>
                <a:cubicBezTo>
                  <a:pt x="11026" y="1787"/>
                  <a:pt x="11022" y="1692"/>
                  <a:pt x="11013" y="1600"/>
                </a:cubicBezTo>
                <a:cubicBezTo>
                  <a:pt x="11004" y="1508"/>
                  <a:pt x="10985" y="1435"/>
                  <a:pt x="10956" y="1380"/>
                </a:cubicBezTo>
                <a:cubicBezTo>
                  <a:pt x="10925" y="1321"/>
                  <a:pt x="10880" y="1277"/>
                  <a:pt x="10821" y="1247"/>
                </a:cubicBezTo>
                <a:cubicBezTo>
                  <a:pt x="10762" y="1217"/>
                  <a:pt x="10678" y="1202"/>
                  <a:pt x="10567" y="1202"/>
                </a:cubicBezTo>
                <a:cubicBezTo>
                  <a:pt x="10459" y="1202"/>
                  <a:pt x="10351" y="1229"/>
                  <a:pt x="10243" y="1283"/>
                </a:cubicBezTo>
                <a:cubicBezTo>
                  <a:pt x="10135" y="1337"/>
                  <a:pt x="10027" y="1406"/>
                  <a:pt x="9919" y="1489"/>
                </a:cubicBezTo>
                <a:cubicBezTo>
                  <a:pt x="9923" y="1521"/>
                  <a:pt x="9926" y="1557"/>
                  <a:pt x="9929" y="1599"/>
                </a:cubicBezTo>
                <a:cubicBezTo>
                  <a:pt x="9932" y="1641"/>
                  <a:pt x="9933" y="1682"/>
                  <a:pt x="9933" y="1723"/>
                </a:cubicBezTo>
                <a:lnTo>
                  <a:pt x="9933" y="3191"/>
                </a:lnTo>
                <a:lnTo>
                  <a:pt x="9548" y="3191"/>
                </a:lnTo>
                <a:lnTo>
                  <a:pt x="9548" y="1885"/>
                </a:lnTo>
                <a:cubicBezTo>
                  <a:pt x="9548" y="1784"/>
                  <a:pt x="9543" y="1688"/>
                  <a:pt x="9534" y="1597"/>
                </a:cubicBezTo>
                <a:cubicBezTo>
                  <a:pt x="9525" y="1506"/>
                  <a:pt x="9507" y="1433"/>
                  <a:pt x="9478" y="1378"/>
                </a:cubicBezTo>
                <a:cubicBezTo>
                  <a:pt x="9446" y="1319"/>
                  <a:pt x="9401" y="1275"/>
                  <a:pt x="9343" y="1246"/>
                </a:cubicBezTo>
                <a:cubicBezTo>
                  <a:pt x="9284" y="1216"/>
                  <a:pt x="9199" y="1202"/>
                  <a:pt x="9088" y="1202"/>
                </a:cubicBezTo>
                <a:cubicBezTo>
                  <a:pt x="8983" y="1202"/>
                  <a:pt x="8877" y="1228"/>
                  <a:pt x="8771" y="1280"/>
                </a:cubicBezTo>
                <a:cubicBezTo>
                  <a:pt x="8666" y="1332"/>
                  <a:pt x="8560" y="1398"/>
                  <a:pt x="8455" y="1479"/>
                </a:cubicBezTo>
                <a:lnTo>
                  <a:pt x="8455" y="3191"/>
                </a:lnTo>
                <a:lnTo>
                  <a:pt x="8069" y="3191"/>
                </a:lnTo>
                <a:lnTo>
                  <a:pt x="8069" y="898"/>
                </a:lnTo>
                <a:lnTo>
                  <a:pt x="8455" y="898"/>
                </a:lnTo>
                <a:lnTo>
                  <a:pt x="8455" y="1153"/>
                </a:lnTo>
                <a:cubicBezTo>
                  <a:pt x="8575" y="1052"/>
                  <a:pt x="8695" y="974"/>
                  <a:pt x="8815" y="917"/>
                </a:cubicBezTo>
                <a:cubicBezTo>
                  <a:pt x="8934" y="861"/>
                  <a:pt x="9062" y="833"/>
                  <a:pt x="9197" y="833"/>
                </a:cubicBezTo>
                <a:cubicBezTo>
                  <a:pt x="9353" y="833"/>
                  <a:pt x="9485" y="866"/>
                  <a:pt x="9594" y="932"/>
                </a:cubicBezTo>
                <a:cubicBezTo>
                  <a:pt x="9702" y="998"/>
                  <a:pt x="9783" y="1089"/>
                  <a:pt x="9837" y="1206"/>
                </a:cubicBezTo>
                <a:cubicBezTo>
                  <a:pt x="9993" y="1074"/>
                  <a:pt x="10135" y="979"/>
                  <a:pt x="10263" y="920"/>
                </a:cubicBezTo>
                <a:cubicBezTo>
                  <a:pt x="10392" y="862"/>
                  <a:pt x="10529" y="833"/>
                  <a:pt x="10675" y="833"/>
                </a:cubicBezTo>
                <a:cubicBezTo>
                  <a:pt x="10927" y="833"/>
                  <a:pt x="11113" y="909"/>
                  <a:pt x="11232" y="1062"/>
                </a:cubicBezTo>
                <a:cubicBezTo>
                  <a:pt x="11352" y="1214"/>
                  <a:pt x="11412" y="1428"/>
                  <a:pt x="11412" y="1702"/>
                </a:cubicBezTo>
                <a:lnTo>
                  <a:pt x="11412" y="3191"/>
                </a:lnTo>
                <a:close/>
                <a:moveTo>
                  <a:pt x="14069" y="3191"/>
                </a:moveTo>
                <a:lnTo>
                  <a:pt x="13683" y="3191"/>
                </a:lnTo>
                <a:lnTo>
                  <a:pt x="13683" y="1885"/>
                </a:lnTo>
                <a:cubicBezTo>
                  <a:pt x="13683" y="1780"/>
                  <a:pt x="13677" y="1681"/>
                  <a:pt x="13665" y="1589"/>
                </a:cubicBezTo>
                <a:cubicBezTo>
                  <a:pt x="13653" y="1496"/>
                  <a:pt x="13630" y="1424"/>
                  <a:pt x="13597" y="1372"/>
                </a:cubicBezTo>
                <a:cubicBezTo>
                  <a:pt x="13563" y="1315"/>
                  <a:pt x="13514" y="1272"/>
                  <a:pt x="13450" y="1244"/>
                </a:cubicBezTo>
                <a:cubicBezTo>
                  <a:pt x="13385" y="1216"/>
                  <a:pt x="13302" y="1202"/>
                  <a:pt x="13199" y="1202"/>
                </a:cubicBezTo>
                <a:cubicBezTo>
                  <a:pt x="13094" y="1202"/>
                  <a:pt x="12984" y="1228"/>
                  <a:pt x="12869" y="1280"/>
                </a:cubicBezTo>
                <a:cubicBezTo>
                  <a:pt x="12754" y="1332"/>
                  <a:pt x="12644" y="1398"/>
                  <a:pt x="12539" y="1479"/>
                </a:cubicBezTo>
                <a:lnTo>
                  <a:pt x="12539" y="3191"/>
                </a:lnTo>
                <a:lnTo>
                  <a:pt x="12154" y="3191"/>
                </a:lnTo>
                <a:lnTo>
                  <a:pt x="12154" y="898"/>
                </a:lnTo>
                <a:lnTo>
                  <a:pt x="12539" y="898"/>
                </a:lnTo>
                <a:lnTo>
                  <a:pt x="12539" y="1151"/>
                </a:lnTo>
                <a:cubicBezTo>
                  <a:pt x="12659" y="1051"/>
                  <a:pt x="12784" y="973"/>
                  <a:pt x="12912" y="917"/>
                </a:cubicBezTo>
                <a:cubicBezTo>
                  <a:pt x="13041" y="861"/>
                  <a:pt x="13173" y="833"/>
                  <a:pt x="13308" y="833"/>
                </a:cubicBezTo>
                <a:cubicBezTo>
                  <a:pt x="13556" y="833"/>
                  <a:pt x="13744" y="907"/>
                  <a:pt x="13874" y="1056"/>
                </a:cubicBezTo>
                <a:cubicBezTo>
                  <a:pt x="14004" y="1206"/>
                  <a:pt x="14069" y="1421"/>
                  <a:pt x="14069" y="1702"/>
                </a:cubicBezTo>
                <a:lnTo>
                  <a:pt x="14069" y="3191"/>
                </a:lnTo>
                <a:close/>
                <a:moveTo>
                  <a:pt x="16591" y="3191"/>
                </a:moveTo>
                <a:lnTo>
                  <a:pt x="16208" y="3191"/>
                </a:lnTo>
                <a:lnTo>
                  <a:pt x="16208" y="2948"/>
                </a:lnTo>
                <a:cubicBezTo>
                  <a:pt x="16174" y="2972"/>
                  <a:pt x="16128" y="3004"/>
                  <a:pt x="16069" y="3046"/>
                </a:cubicBezTo>
                <a:cubicBezTo>
                  <a:pt x="16011" y="3088"/>
                  <a:pt x="15955" y="3121"/>
                  <a:pt x="15900" y="3146"/>
                </a:cubicBezTo>
                <a:cubicBezTo>
                  <a:pt x="15836" y="3177"/>
                  <a:pt x="15762" y="3203"/>
                  <a:pt x="15679" y="3225"/>
                </a:cubicBezTo>
                <a:cubicBezTo>
                  <a:pt x="15595" y="3246"/>
                  <a:pt x="15498" y="3256"/>
                  <a:pt x="15386" y="3256"/>
                </a:cubicBezTo>
                <a:cubicBezTo>
                  <a:pt x="15179" y="3256"/>
                  <a:pt x="15004" y="3188"/>
                  <a:pt x="14861" y="3051"/>
                </a:cubicBezTo>
                <a:cubicBezTo>
                  <a:pt x="14717" y="2914"/>
                  <a:pt x="14645" y="2740"/>
                  <a:pt x="14645" y="2527"/>
                </a:cubicBezTo>
                <a:cubicBezTo>
                  <a:pt x="14645" y="2354"/>
                  <a:pt x="14683" y="2213"/>
                  <a:pt x="14757" y="2106"/>
                </a:cubicBezTo>
                <a:cubicBezTo>
                  <a:pt x="14832" y="1998"/>
                  <a:pt x="14938" y="1914"/>
                  <a:pt x="15076" y="1852"/>
                </a:cubicBezTo>
                <a:cubicBezTo>
                  <a:pt x="15215" y="1790"/>
                  <a:pt x="15383" y="1749"/>
                  <a:pt x="15578" y="1727"/>
                </a:cubicBezTo>
                <a:cubicBezTo>
                  <a:pt x="15774" y="1705"/>
                  <a:pt x="15984" y="1688"/>
                  <a:pt x="16208" y="1677"/>
                </a:cubicBezTo>
                <a:lnTo>
                  <a:pt x="16208" y="1617"/>
                </a:lnTo>
                <a:cubicBezTo>
                  <a:pt x="16208" y="1529"/>
                  <a:pt x="16192" y="1456"/>
                  <a:pt x="16162" y="1398"/>
                </a:cubicBezTo>
                <a:cubicBezTo>
                  <a:pt x="16131" y="1340"/>
                  <a:pt x="16087" y="1295"/>
                  <a:pt x="16029" y="1262"/>
                </a:cubicBezTo>
                <a:cubicBezTo>
                  <a:pt x="15975" y="1230"/>
                  <a:pt x="15909" y="1209"/>
                  <a:pt x="15833" y="1198"/>
                </a:cubicBezTo>
                <a:cubicBezTo>
                  <a:pt x="15756" y="1187"/>
                  <a:pt x="15676" y="1181"/>
                  <a:pt x="15593" y="1181"/>
                </a:cubicBezTo>
                <a:cubicBezTo>
                  <a:pt x="15491" y="1181"/>
                  <a:pt x="15379" y="1195"/>
                  <a:pt x="15254" y="1222"/>
                </a:cubicBezTo>
                <a:cubicBezTo>
                  <a:pt x="15130" y="1250"/>
                  <a:pt x="15001" y="1289"/>
                  <a:pt x="14869" y="1341"/>
                </a:cubicBezTo>
                <a:lnTo>
                  <a:pt x="14848" y="1341"/>
                </a:lnTo>
                <a:lnTo>
                  <a:pt x="14848" y="949"/>
                </a:lnTo>
                <a:cubicBezTo>
                  <a:pt x="14923" y="929"/>
                  <a:pt x="15032" y="906"/>
                  <a:pt x="15174" y="882"/>
                </a:cubicBezTo>
                <a:cubicBezTo>
                  <a:pt x="15316" y="857"/>
                  <a:pt x="15457" y="845"/>
                  <a:pt x="15595" y="845"/>
                </a:cubicBezTo>
                <a:cubicBezTo>
                  <a:pt x="15756" y="845"/>
                  <a:pt x="15896" y="858"/>
                  <a:pt x="16016" y="885"/>
                </a:cubicBezTo>
                <a:cubicBezTo>
                  <a:pt x="16136" y="912"/>
                  <a:pt x="16239" y="957"/>
                  <a:pt x="16327" y="1021"/>
                </a:cubicBezTo>
                <a:cubicBezTo>
                  <a:pt x="16413" y="1084"/>
                  <a:pt x="16479" y="1165"/>
                  <a:pt x="16524" y="1265"/>
                </a:cubicBezTo>
                <a:cubicBezTo>
                  <a:pt x="16569" y="1365"/>
                  <a:pt x="16591" y="1489"/>
                  <a:pt x="16591" y="1636"/>
                </a:cubicBezTo>
                <a:lnTo>
                  <a:pt x="16591" y="3191"/>
                </a:lnTo>
                <a:moveTo>
                  <a:pt x="16208" y="2630"/>
                </a:moveTo>
                <a:lnTo>
                  <a:pt x="16208" y="1989"/>
                </a:lnTo>
                <a:cubicBezTo>
                  <a:pt x="16090" y="1996"/>
                  <a:pt x="15952" y="2006"/>
                  <a:pt x="15793" y="2020"/>
                </a:cubicBezTo>
                <a:cubicBezTo>
                  <a:pt x="15633" y="2034"/>
                  <a:pt x="15507" y="2054"/>
                  <a:pt x="15414" y="2080"/>
                </a:cubicBezTo>
                <a:cubicBezTo>
                  <a:pt x="15304" y="2111"/>
                  <a:pt x="15214" y="2160"/>
                  <a:pt x="15146" y="2227"/>
                </a:cubicBezTo>
                <a:cubicBezTo>
                  <a:pt x="15077" y="2294"/>
                  <a:pt x="15043" y="2385"/>
                  <a:pt x="15043" y="2502"/>
                </a:cubicBezTo>
                <a:cubicBezTo>
                  <a:pt x="15043" y="2634"/>
                  <a:pt x="15083" y="2733"/>
                  <a:pt x="15162" y="2800"/>
                </a:cubicBezTo>
                <a:cubicBezTo>
                  <a:pt x="15241" y="2866"/>
                  <a:pt x="15362" y="2900"/>
                  <a:pt x="15525" y="2900"/>
                </a:cubicBezTo>
                <a:cubicBezTo>
                  <a:pt x="15660" y="2900"/>
                  <a:pt x="15784" y="2873"/>
                  <a:pt x="15896" y="2820"/>
                </a:cubicBezTo>
                <a:cubicBezTo>
                  <a:pt x="16008" y="2767"/>
                  <a:pt x="16112" y="2704"/>
                  <a:pt x="16208" y="2630"/>
                </a:cubicBezTo>
                <a:close/>
                <a:moveTo>
                  <a:pt x="19028" y="3049"/>
                </a:moveTo>
                <a:cubicBezTo>
                  <a:pt x="18899" y="3111"/>
                  <a:pt x="18777" y="3159"/>
                  <a:pt x="18661" y="3193"/>
                </a:cubicBezTo>
                <a:cubicBezTo>
                  <a:pt x="18546" y="3227"/>
                  <a:pt x="18423" y="3244"/>
                  <a:pt x="18293" y="3244"/>
                </a:cubicBezTo>
                <a:cubicBezTo>
                  <a:pt x="18128" y="3244"/>
                  <a:pt x="17976" y="3220"/>
                  <a:pt x="17838" y="3171"/>
                </a:cubicBezTo>
                <a:cubicBezTo>
                  <a:pt x="17700" y="3123"/>
                  <a:pt x="17582" y="3049"/>
                  <a:pt x="17483" y="2950"/>
                </a:cubicBezTo>
                <a:cubicBezTo>
                  <a:pt x="17384" y="2852"/>
                  <a:pt x="17306" y="2727"/>
                  <a:pt x="17252" y="2576"/>
                </a:cubicBezTo>
                <a:cubicBezTo>
                  <a:pt x="17197" y="2426"/>
                  <a:pt x="17170" y="2250"/>
                  <a:pt x="17170" y="2049"/>
                </a:cubicBezTo>
                <a:cubicBezTo>
                  <a:pt x="17170" y="1673"/>
                  <a:pt x="17273" y="1379"/>
                  <a:pt x="17478" y="1165"/>
                </a:cubicBezTo>
                <a:cubicBezTo>
                  <a:pt x="17684" y="952"/>
                  <a:pt x="17956" y="845"/>
                  <a:pt x="18293" y="845"/>
                </a:cubicBezTo>
                <a:cubicBezTo>
                  <a:pt x="18425" y="845"/>
                  <a:pt x="18553" y="863"/>
                  <a:pt x="18680" y="900"/>
                </a:cubicBezTo>
                <a:cubicBezTo>
                  <a:pt x="18806" y="937"/>
                  <a:pt x="18922" y="982"/>
                  <a:pt x="19028" y="1036"/>
                </a:cubicBezTo>
                <a:lnTo>
                  <a:pt x="19028" y="1464"/>
                </a:lnTo>
                <a:lnTo>
                  <a:pt x="19007" y="1464"/>
                </a:lnTo>
                <a:cubicBezTo>
                  <a:pt x="18889" y="1373"/>
                  <a:pt x="18768" y="1303"/>
                  <a:pt x="18643" y="1254"/>
                </a:cubicBezTo>
                <a:cubicBezTo>
                  <a:pt x="18518" y="1206"/>
                  <a:pt x="18396" y="1181"/>
                  <a:pt x="18277" y="1181"/>
                </a:cubicBezTo>
                <a:cubicBezTo>
                  <a:pt x="18058" y="1181"/>
                  <a:pt x="17886" y="1255"/>
                  <a:pt x="17759" y="1402"/>
                </a:cubicBezTo>
                <a:cubicBezTo>
                  <a:pt x="17633" y="1549"/>
                  <a:pt x="17570" y="1764"/>
                  <a:pt x="17570" y="2049"/>
                </a:cubicBezTo>
                <a:cubicBezTo>
                  <a:pt x="17570" y="2325"/>
                  <a:pt x="17631" y="2537"/>
                  <a:pt x="17755" y="2685"/>
                </a:cubicBezTo>
                <a:cubicBezTo>
                  <a:pt x="17879" y="2834"/>
                  <a:pt x="18053" y="2908"/>
                  <a:pt x="18277" y="2908"/>
                </a:cubicBezTo>
                <a:cubicBezTo>
                  <a:pt x="18355" y="2908"/>
                  <a:pt x="18434" y="2898"/>
                  <a:pt x="18515" y="2877"/>
                </a:cubicBezTo>
                <a:cubicBezTo>
                  <a:pt x="18596" y="2857"/>
                  <a:pt x="18668" y="2830"/>
                  <a:pt x="18732" y="2798"/>
                </a:cubicBezTo>
                <a:cubicBezTo>
                  <a:pt x="18788" y="2769"/>
                  <a:pt x="18841" y="2739"/>
                  <a:pt x="18890" y="2707"/>
                </a:cubicBezTo>
                <a:cubicBezTo>
                  <a:pt x="18939" y="2675"/>
                  <a:pt x="18978" y="2648"/>
                  <a:pt x="19007" y="2625"/>
                </a:cubicBezTo>
                <a:lnTo>
                  <a:pt x="19028" y="2625"/>
                </a:lnTo>
                <a:lnTo>
                  <a:pt x="19028" y="3049"/>
                </a:lnTo>
                <a:close/>
                <a:moveTo>
                  <a:pt x="21439" y="2083"/>
                </a:moveTo>
                <a:lnTo>
                  <a:pt x="19751" y="2083"/>
                </a:lnTo>
                <a:cubicBezTo>
                  <a:pt x="19751" y="2225"/>
                  <a:pt x="19773" y="2348"/>
                  <a:pt x="19815" y="2452"/>
                </a:cubicBezTo>
                <a:cubicBezTo>
                  <a:pt x="19857" y="2557"/>
                  <a:pt x="19915" y="2643"/>
                  <a:pt x="19989" y="2710"/>
                </a:cubicBezTo>
                <a:cubicBezTo>
                  <a:pt x="20060" y="2776"/>
                  <a:pt x="20145" y="2826"/>
                  <a:pt x="20242" y="2858"/>
                </a:cubicBezTo>
                <a:cubicBezTo>
                  <a:pt x="20340" y="2891"/>
                  <a:pt x="20448" y="2908"/>
                  <a:pt x="20565" y="2908"/>
                </a:cubicBezTo>
                <a:cubicBezTo>
                  <a:pt x="20721" y="2908"/>
                  <a:pt x="20878" y="2876"/>
                  <a:pt x="21036" y="2814"/>
                </a:cubicBezTo>
                <a:cubicBezTo>
                  <a:pt x="21194" y="2751"/>
                  <a:pt x="21306" y="2689"/>
                  <a:pt x="21373" y="2629"/>
                </a:cubicBezTo>
                <a:lnTo>
                  <a:pt x="21394" y="2629"/>
                </a:lnTo>
                <a:lnTo>
                  <a:pt x="21394" y="3051"/>
                </a:lnTo>
                <a:cubicBezTo>
                  <a:pt x="21264" y="3106"/>
                  <a:pt x="21131" y="3151"/>
                  <a:pt x="20996" y="3189"/>
                </a:cubicBezTo>
                <a:cubicBezTo>
                  <a:pt x="20861" y="3226"/>
                  <a:pt x="20719" y="3244"/>
                  <a:pt x="20570" y="3244"/>
                </a:cubicBezTo>
                <a:cubicBezTo>
                  <a:pt x="20190" y="3244"/>
                  <a:pt x="19893" y="3141"/>
                  <a:pt x="19680" y="2935"/>
                </a:cubicBezTo>
                <a:cubicBezTo>
                  <a:pt x="19466" y="2729"/>
                  <a:pt x="19360" y="2436"/>
                  <a:pt x="19360" y="2057"/>
                </a:cubicBezTo>
                <a:cubicBezTo>
                  <a:pt x="19360" y="1682"/>
                  <a:pt x="19462" y="1384"/>
                  <a:pt x="19666" y="1163"/>
                </a:cubicBezTo>
                <a:cubicBezTo>
                  <a:pt x="19871" y="943"/>
                  <a:pt x="20140" y="833"/>
                  <a:pt x="20473" y="833"/>
                </a:cubicBezTo>
                <a:cubicBezTo>
                  <a:pt x="20782" y="833"/>
                  <a:pt x="21020" y="923"/>
                  <a:pt x="21188" y="1104"/>
                </a:cubicBezTo>
                <a:cubicBezTo>
                  <a:pt x="21355" y="1284"/>
                  <a:pt x="21439" y="1541"/>
                  <a:pt x="21439" y="1874"/>
                </a:cubicBezTo>
                <a:lnTo>
                  <a:pt x="21439" y="2083"/>
                </a:lnTo>
                <a:moveTo>
                  <a:pt x="21064" y="1788"/>
                </a:moveTo>
                <a:cubicBezTo>
                  <a:pt x="21062" y="1586"/>
                  <a:pt x="21011" y="1429"/>
                  <a:pt x="20911" y="1319"/>
                </a:cubicBezTo>
                <a:cubicBezTo>
                  <a:pt x="20811" y="1208"/>
                  <a:pt x="20658" y="1152"/>
                  <a:pt x="20453" y="1152"/>
                </a:cubicBezTo>
                <a:cubicBezTo>
                  <a:pt x="20246" y="1152"/>
                  <a:pt x="20082" y="1213"/>
                  <a:pt x="19959" y="1335"/>
                </a:cubicBezTo>
                <a:cubicBezTo>
                  <a:pt x="19837" y="1457"/>
                  <a:pt x="19768" y="1608"/>
                  <a:pt x="19751" y="1788"/>
                </a:cubicBezTo>
                <a:lnTo>
                  <a:pt x="21064" y="1788"/>
                </a:lnTo>
                <a:close/>
                <a:moveTo>
                  <a:pt x="23803" y="3191"/>
                </a:moveTo>
                <a:lnTo>
                  <a:pt x="23420" y="3191"/>
                </a:lnTo>
                <a:lnTo>
                  <a:pt x="23420" y="2948"/>
                </a:lnTo>
                <a:cubicBezTo>
                  <a:pt x="23386" y="2972"/>
                  <a:pt x="23340" y="3004"/>
                  <a:pt x="23281" y="3046"/>
                </a:cubicBezTo>
                <a:cubicBezTo>
                  <a:pt x="23223" y="3088"/>
                  <a:pt x="23167" y="3121"/>
                  <a:pt x="23112" y="3146"/>
                </a:cubicBezTo>
                <a:cubicBezTo>
                  <a:pt x="23048" y="3177"/>
                  <a:pt x="22974" y="3203"/>
                  <a:pt x="22891" y="3225"/>
                </a:cubicBezTo>
                <a:cubicBezTo>
                  <a:pt x="22807" y="3246"/>
                  <a:pt x="22710" y="3256"/>
                  <a:pt x="22598" y="3256"/>
                </a:cubicBezTo>
                <a:cubicBezTo>
                  <a:pt x="22391" y="3256"/>
                  <a:pt x="22216" y="3188"/>
                  <a:pt x="22073" y="3051"/>
                </a:cubicBezTo>
                <a:cubicBezTo>
                  <a:pt x="21929" y="2914"/>
                  <a:pt x="21857" y="2740"/>
                  <a:pt x="21857" y="2527"/>
                </a:cubicBezTo>
                <a:cubicBezTo>
                  <a:pt x="21857" y="2354"/>
                  <a:pt x="21894" y="2213"/>
                  <a:pt x="21969" y="2106"/>
                </a:cubicBezTo>
                <a:cubicBezTo>
                  <a:pt x="22044" y="1998"/>
                  <a:pt x="22150" y="1914"/>
                  <a:pt x="22288" y="1852"/>
                </a:cubicBezTo>
                <a:cubicBezTo>
                  <a:pt x="22427" y="1790"/>
                  <a:pt x="22595" y="1749"/>
                  <a:pt x="22790" y="1727"/>
                </a:cubicBezTo>
                <a:cubicBezTo>
                  <a:pt x="22986" y="1705"/>
                  <a:pt x="23196" y="1688"/>
                  <a:pt x="23420" y="1677"/>
                </a:cubicBezTo>
                <a:lnTo>
                  <a:pt x="23420" y="1617"/>
                </a:lnTo>
                <a:cubicBezTo>
                  <a:pt x="23420" y="1529"/>
                  <a:pt x="23404" y="1456"/>
                  <a:pt x="23374" y="1398"/>
                </a:cubicBezTo>
                <a:cubicBezTo>
                  <a:pt x="23343" y="1340"/>
                  <a:pt x="23299" y="1295"/>
                  <a:pt x="23241" y="1262"/>
                </a:cubicBezTo>
                <a:cubicBezTo>
                  <a:pt x="23187" y="1230"/>
                  <a:pt x="23121" y="1209"/>
                  <a:pt x="23045" y="1198"/>
                </a:cubicBezTo>
                <a:cubicBezTo>
                  <a:pt x="22968" y="1187"/>
                  <a:pt x="22888" y="1181"/>
                  <a:pt x="22805" y="1181"/>
                </a:cubicBezTo>
                <a:cubicBezTo>
                  <a:pt x="22703" y="1181"/>
                  <a:pt x="22591" y="1195"/>
                  <a:pt x="22466" y="1222"/>
                </a:cubicBezTo>
                <a:cubicBezTo>
                  <a:pt x="22342" y="1250"/>
                  <a:pt x="22213" y="1289"/>
                  <a:pt x="22081" y="1341"/>
                </a:cubicBezTo>
                <a:lnTo>
                  <a:pt x="22060" y="1341"/>
                </a:lnTo>
                <a:lnTo>
                  <a:pt x="22060" y="949"/>
                </a:lnTo>
                <a:cubicBezTo>
                  <a:pt x="22135" y="929"/>
                  <a:pt x="22244" y="906"/>
                  <a:pt x="22386" y="882"/>
                </a:cubicBezTo>
                <a:cubicBezTo>
                  <a:pt x="22528" y="857"/>
                  <a:pt x="22669" y="845"/>
                  <a:pt x="22807" y="845"/>
                </a:cubicBezTo>
                <a:cubicBezTo>
                  <a:pt x="22968" y="845"/>
                  <a:pt x="23108" y="858"/>
                  <a:pt x="23228" y="885"/>
                </a:cubicBezTo>
                <a:cubicBezTo>
                  <a:pt x="23348" y="912"/>
                  <a:pt x="23451" y="957"/>
                  <a:pt x="23539" y="1021"/>
                </a:cubicBezTo>
                <a:cubicBezTo>
                  <a:pt x="23625" y="1084"/>
                  <a:pt x="23690" y="1165"/>
                  <a:pt x="23736" y="1265"/>
                </a:cubicBezTo>
                <a:cubicBezTo>
                  <a:pt x="23781" y="1365"/>
                  <a:pt x="23803" y="1489"/>
                  <a:pt x="23803" y="1636"/>
                </a:cubicBezTo>
                <a:lnTo>
                  <a:pt x="23803" y="3191"/>
                </a:lnTo>
                <a:moveTo>
                  <a:pt x="23420" y="2630"/>
                </a:moveTo>
                <a:lnTo>
                  <a:pt x="23420" y="1989"/>
                </a:lnTo>
                <a:cubicBezTo>
                  <a:pt x="23302" y="1996"/>
                  <a:pt x="23164" y="2006"/>
                  <a:pt x="23005" y="2020"/>
                </a:cubicBezTo>
                <a:cubicBezTo>
                  <a:pt x="22845" y="2034"/>
                  <a:pt x="22719" y="2054"/>
                  <a:pt x="22626" y="2080"/>
                </a:cubicBezTo>
                <a:cubicBezTo>
                  <a:pt x="22515" y="2111"/>
                  <a:pt x="22426" y="2160"/>
                  <a:pt x="22358" y="2227"/>
                </a:cubicBezTo>
                <a:cubicBezTo>
                  <a:pt x="22289" y="2294"/>
                  <a:pt x="22255" y="2385"/>
                  <a:pt x="22255" y="2502"/>
                </a:cubicBezTo>
                <a:cubicBezTo>
                  <a:pt x="22255" y="2634"/>
                  <a:pt x="22295" y="2733"/>
                  <a:pt x="22374" y="2800"/>
                </a:cubicBezTo>
                <a:cubicBezTo>
                  <a:pt x="22453" y="2866"/>
                  <a:pt x="22574" y="2900"/>
                  <a:pt x="22737" y="2900"/>
                </a:cubicBezTo>
                <a:cubicBezTo>
                  <a:pt x="22872" y="2900"/>
                  <a:pt x="22996" y="2873"/>
                  <a:pt x="23108" y="2820"/>
                </a:cubicBezTo>
                <a:cubicBezTo>
                  <a:pt x="23220" y="2767"/>
                  <a:pt x="23324" y="2704"/>
                  <a:pt x="23420" y="2630"/>
                </a:cubicBezTo>
                <a:close/>
                <a:moveTo>
                  <a:pt x="26463" y="2083"/>
                </a:moveTo>
                <a:lnTo>
                  <a:pt x="24775" y="2083"/>
                </a:lnTo>
                <a:cubicBezTo>
                  <a:pt x="24775" y="2225"/>
                  <a:pt x="24796" y="2348"/>
                  <a:pt x="24839" y="2452"/>
                </a:cubicBezTo>
                <a:cubicBezTo>
                  <a:pt x="24881" y="2557"/>
                  <a:pt x="24939" y="2643"/>
                  <a:pt x="25013" y="2710"/>
                </a:cubicBezTo>
                <a:cubicBezTo>
                  <a:pt x="25084" y="2776"/>
                  <a:pt x="25169" y="2826"/>
                  <a:pt x="25266" y="2858"/>
                </a:cubicBezTo>
                <a:cubicBezTo>
                  <a:pt x="25364" y="2891"/>
                  <a:pt x="25472" y="2908"/>
                  <a:pt x="25589" y="2908"/>
                </a:cubicBezTo>
                <a:cubicBezTo>
                  <a:pt x="25745" y="2908"/>
                  <a:pt x="25902" y="2876"/>
                  <a:pt x="26060" y="2814"/>
                </a:cubicBezTo>
                <a:cubicBezTo>
                  <a:pt x="26218" y="2751"/>
                  <a:pt x="26330" y="2689"/>
                  <a:pt x="26397" y="2629"/>
                </a:cubicBezTo>
                <a:lnTo>
                  <a:pt x="26418" y="2629"/>
                </a:lnTo>
                <a:lnTo>
                  <a:pt x="26418" y="3051"/>
                </a:lnTo>
                <a:cubicBezTo>
                  <a:pt x="26288" y="3106"/>
                  <a:pt x="26155" y="3151"/>
                  <a:pt x="26020" y="3189"/>
                </a:cubicBezTo>
                <a:cubicBezTo>
                  <a:pt x="25885" y="3226"/>
                  <a:pt x="25742" y="3244"/>
                  <a:pt x="25593" y="3244"/>
                </a:cubicBezTo>
                <a:cubicBezTo>
                  <a:pt x="25213" y="3244"/>
                  <a:pt x="24917" y="3141"/>
                  <a:pt x="24703" y="2935"/>
                </a:cubicBezTo>
                <a:cubicBezTo>
                  <a:pt x="24490" y="2729"/>
                  <a:pt x="24383" y="2436"/>
                  <a:pt x="24383" y="2057"/>
                </a:cubicBezTo>
                <a:cubicBezTo>
                  <a:pt x="24383" y="1682"/>
                  <a:pt x="24486" y="1384"/>
                  <a:pt x="24690" y="1163"/>
                </a:cubicBezTo>
                <a:cubicBezTo>
                  <a:pt x="24894" y="943"/>
                  <a:pt x="25163" y="833"/>
                  <a:pt x="25497" y="833"/>
                </a:cubicBezTo>
                <a:cubicBezTo>
                  <a:pt x="25806" y="833"/>
                  <a:pt x="26044" y="923"/>
                  <a:pt x="26212" y="1104"/>
                </a:cubicBezTo>
                <a:cubicBezTo>
                  <a:pt x="26379" y="1284"/>
                  <a:pt x="26463" y="1541"/>
                  <a:pt x="26463" y="1874"/>
                </a:cubicBezTo>
                <a:lnTo>
                  <a:pt x="26463" y="2083"/>
                </a:lnTo>
                <a:moveTo>
                  <a:pt x="26088" y="1788"/>
                </a:moveTo>
                <a:cubicBezTo>
                  <a:pt x="26086" y="1586"/>
                  <a:pt x="26035" y="1429"/>
                  <a:pt x="25935" y="1319"/>
                </a:cubicBezTo>
                <a:cubicBezTo>
                  <a:pt x="25834" y="1208"/>
                  <a:pt x="25682" y="1152"/>
                  <a:pt x="25476" y="1152"/>
                </a:cubicBezTo>
                <a:cubicBezTo>
                  <a:pt x="25270" y="1152"/>
                  <a:pt x="25106" y="1213"/>
                  <a:pt x="24983" y="1335"/>
                </a:cubicBezTo>
                <a:cubicBezTo>
                  <a:pt x="24861" y="1457"/>
                  <a:pt x="24792" y="1608"/>
                  <a:pt x="24775" y="1788"/>
                </a:cubicBezTo>
                <a:lnTo>
                  <a:pt x="26088" y="1788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2DB7B-A6BD-4122-AFA3-A97B49139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396" y="2585715"/>
            <a:ext cx="14473" cy="41457"/>
          </a:xfrm>
          <a:custGeom xmlns:a="http://schemas.openxmlformats.org/drawingml/2006/main">
            <a:pathLst>
              <a:path w="14473" h="41457">
                <a:moveTo>
                  <a:pt x="0" y="0"/>
                </a:moveTo>
                <a:lnTo>
                  <a:pt x="14473" y="0"/>
                </a:lnTo>
                <a:lnTo>
                  <a:pt x="14473" y="41457"/>
                </a:lnTo>
                <a:lnTo>
                  <a:pt x="0" y="414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E6D4AAF-784C-4F35-ACE2-3E906B5240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64396" y="2585717"/>
            <a:ext cx="14472" cy="41458"/>
          </a:xfrm>
          <a:custGeom xmlns:a="http://schemas.openxmlformats.org/drawingml/2006/main">
            <a:pathLst>
              <a:path w="14472" h="41458" fill="none">
                <a:moveTo>
                  <a:pt x="0" y="0"/>
                </a:moveTo>
                <a:lnTo>
                  <a:pt x="14472" y="0"/>
                </a:lnTo>
                <a:lnTo>
                  <a:pt x="14472" y="41458"/>
                </a:lnTo>
                <a:lnTo>
                  <a:pt x="0" y="4145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2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79E1173-CCEF-49C2-9923-07E6FB2ADD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366" y="2585715"/>
            <a:ext cx="33276" cy="5001"/>
          </a:xfrm>
          <a:custGeom xmlns:a="http://schemas.openxmlformats.org/drawingml/2006/main">
            <a:pathLst>
              <a:path w="33276" h="5001">
                <a:moveTo>
                  <a:pt x="0" y="0"/>
                </a:moveTo>
                <a:lnTo>
                  <a:pt x="33276" y="0"/>
                </a:lnTo>
                <a:lnTo>
                  <a:pt x="33276" y="5001"/>
                </a:lnTo>
                <a:lnTo>
                  <a:pt x="0" y="500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BA552C8-7503-4E96-B24F-59EE0EAA2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1366" y="2585717"/>
            <a:ext cx="33275" cy="5002"/>
          </a:xfrm>
          <a:custGeom xmlns:a="http://schemas.openxmlformats.org/drawingml/2006/main">
            <a:pathLst>
              <a:path w="33275" h="5002" fill="none">
                <a:moveTo>
                  <a:pt x="0" y="0"/>
                </a:moveTo>
                <a:lnTo>
                  <a:pt x="33275" y="0"/>
                </a:lnTo>
                <a:lnTo>
                  <a:pt x="33275" y="5002"/>
                </a:lnTo>
                <a:lnTo>
                  <a:pt x="0" y="500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30" name="Text Urticaceae">
            <a:extLst xmlns:a="http://schemas.openxmlformats.org/drawingml/2006/main">
              <a:ext uri="{FF2B5EF4-FFF2-40B4-BE49-F238E27FC236}">
                <a16:creationId xmlns:a16="http://schemas.microsoft.com/office/drawing/2014/main" id="{D1C30BD9-474A-4CB6-82F1-B0809879E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4218" y="2586840"/>
            <a:ext cx="20758" cy="3029"/>
          </a:xfrm>
          <a:custGeom xmlns:a="http://schemas.openxmlformats.org/drawingml/2006/main">
            <a:pathLst>
              <a:path w="20758" h="3029">
                <a:moveTo>
                  <a:pt x="2260" y="1784"/>
                </a:moveTo>
                <a:cubicBezTo>
                  <a:pt x="2260" y="1998"/>
                  <a:pt x="2237" y="2184"/>
                  <a:pt x="2190" y="2343"/>
                </a:cubicBezTo>
                <a:cubicBezTo>
                  <a:pt x="2143" y="2502"/>
                  <a:pt x="2066" y="2635"/>
                  <a:pt x="1960" y="2740"/>
                </a:cubicBezTo>
                <a:cubicBezTo>
                  <a:pt x="1858" y="2841"/>
                  <a:pt x="1739" y="2914"/>
                  <a:pt x="1604" y="2960"/>
                </a:cubicBezTo>
                <a:cubicBezTo>
                  <a:pt x="1468" y="3006"/>
                  <a:pt x="1310" y="3029"/>
                  <a:pt x="1129" y="3029"/>
                </a:cubicBezTo>
                <a:cubicBezTo>
                  <a:pt x="945" y="3029"/>
                  <a:pt x="784" y="3005"/>
                  <a:pt x="647" y="2956"/>
                </a:cubicBezTo>
                <a:cubicBezTo>
                  <a:pt x="510" y="2907"/>
                  <a:pt x="394" y="2835"/>
                  <a:pt x="301" y="2740"/>
                </a:cubicBezTo>
                <a:cubicBezTo>
                  <a:pt x="194" y="2632"/>
                  <a:pt x="117" y="2501"/>
                  <a:pt x="70" y="2348"/>
                </a:cubicBezTo>
                <a:cubicBezTo>
                  <a:pt x="23" y="2195"/>
                  <a:pt x="0" y="2007"/>
                  <a:pt x="0" y="1784"/>
                </a:cubicBezTo>
                <a:lnTo>
                  <a:pt x="0" y="20"/>
                </a:lnTo>
                <a:lnTo>
                  <a:pt x="392" y="20"/>
                </a:lnTo>
                <a:lnTo>
                  <a:pt x="392" y="1801"/>
                </a:lnTo>
                <a:cubicBezTo>
                  <a:pt x="392" y="1961"/>
                  <a:pt x="402" y="2087"/>
                  <a:pt x="424" y="2179"/>
                </a:cubicBezTo>
                <a:cubicBezTo>
                  <a:pt x="446" y="2271"/>
                  <a:pt x="482" y="2355"/>
                  <a:pt x="534" y="2430"/>
                </a:cubicBezTo>
                <a:cubicBezTo>
                  <a:pt x="592" y="2516"/>
                  <a:pt x="671" y="2580"/>
                  <a:pt x="770" y="2624"/>
                </a:cubicBezTo>
                <a:cubicBezTo>
                  <a:pt x="870" y="2668"/>
                  <a:pt x="989" y="2689"/>
                  <a:pt x="1129" y="2689"/>
                </a:cubicBezTo>
                <a:cubicBezTo>
                  <a:pt x="1270" y="2689"/>
                  <a:pt x="1390" y="2668"/>
                  <a:pt x="1489" y="2625"/>
                </a:cubicBezTo>
                <a:cubicBezTo>
                  <a:pt x="1588" y="2582"/>
                  <a:pt x="1667" y="2517"/>
                  <a:pt x="1726" y="2430"/>
                </a:cubicBezTo>
                <a:cubicBezTo>
                  <a:pt x="1778" y="2355"/>
                  <a:pt x="1814" y="2269"/>
                  <a:pt x="1836" y="2172"/>
                </a:cubicBezTo>
                <a:cubicBezTo>
                  <a:pt x="1858" y="2075"/>
                  <a:pt x="1869" y="1955"/>
                  <a:pt x="1869" y="1811"/>
                </a:cubicBezTo>
                <a:lnTo>
                  <a:pt x="1869" y="20"/>
                </a:lnTo>
                <a:lnTo>
                  <a:pt x="2260" y="20"/>
                </a:lnTo>
                <a:lnTo>
                  <a:pt x="2260" y="1784"/>
                </a:lnTo>
                <a:close/>
                <a:moveTo>
                  <a:pt x="4356" y="1159"/>
                </a:moveTo>
                <a:lnTo>
                  <a:pt x="4336" y="1159"/>
                </a:lnTo>
                <a:cubicBezTo>
                  <a:pt x="4281" y="1146"/>
                  <a:pt x="4227" y="1137"/>
                  <a:pt x="4175" y="1132"/>
                </a:cubicBezTo>
                <a:cubicBezTo>
                  <a:pt x="4123" y="1126"/>
                  <a:pt x="4062" y="1123"/>
                  <a:pt x="3990" y="1123"/>
                </a:cubicBezTo>
                <a:cubicBezTo>
                  <a:pt x="3876" y="1123"/>
                  <a:pt x="3765" y="1149"/>
                  <a:pt x="3658" y="1199"/>
                </a:cubicBezTo>
                <a:cubicBezTo>
                  <a:pt x="3551" y="1250"/>
                  <a:pt x="3449" y="1316"/>
                  <a:pt x="3350" y="1396"/>
                </a:cubicBezTo>
                <a:lnTo>
                  <a:pt x="3350" y="2966"/>
                </a:lnTo>
                <a:lnTo>
                  <a:pt x="2978" y="2966"/>
                </a:lnTo>
                <a:lnTo>
                  <a:pt x="2978" y="755"/>
                </a:lnTo>
                <a:lnTo>
                  <a:pt x="3350" y="755"/>
                </a:lnTo>
                <a:lnTo>
                  <a:pt x="3350" y="1082"/>
                </a:lnTo>
                <a:cubicBezTo>
                  <a:pt x="3497" y="963"/>
                  <a:pt x="3627" y="879"/>
                  <a:pt x="3740" y="830"/>
                </a:cubicBezTo>
                <a:cubicBezTo>
                  <a:pt x="3853" y="780"/>
                  <a:pt x="3968" y="755"/>
                  <a:pt x="4085" y="755"/>
                </a:cubicBezTo>
                <a:cubicBezTo>
                  <a:pt x="4150" y="755"/>
                  <a:pt x="4197" y="757"/>
                  <a:pt x="4226" y="760"/>
                </a:cubicBezTo>
                <a:cubicBezTo>
                  <a:pt x="4255" y="764"/>
                  <a:pt x="4298" y="770"/>
                  <a:pt x="4356" y="779"/>
                </a:cubicBezTo>
                <a:lnTo>
                  <a:pt x="4356" y="1159"/>
                </a:lnTo>
                <a:close/>
                <a:moveTo>
                  <a:pt x="5853" y="2947"/>
                </a:moveTo>
                <a:cubicBezTo>
                  <a:pt x="5783" y="2965"/>
                  <a:pt x="5707" y="2980"/>
                  <a:pt x="5625" y="2992"/>
                </a:cubicBezTo>
                <a:cubicBezTo>
                  <a:pt x="5542" y="3004"/>
                  <a:pt x="5469" y="3010"/>
                  <a:pt x="5404" y="3010"/>
                </a:cubicBezTo>
                <a:cubicBezTo>
                  <a:pt x="5179" y="3010"/>
                  <a:pt x="5007" y="2949"/>
                  <a:pt x="4890" y="2827"/>
                </a:cubicBezTo>
                <a:cubicBezTo>
                  <a:pt x="4773" y="2706"/>
                  <a:pt x="4714" y="2511"/>
                  <a:pt x="4714" y="2244"/>
                </a:cubicBezTo>
                <a:lnTo>
                  <a:pt x="4714" y="1068"/>
                </a:lnTo>
                <a:lnTo>
                  <a:pt x="4463" y="1068"/>
                </a:lnTo>
                <a:lnTo>
                  <a:pt x="4463" y="755"/>
                </a:lnTo>
                <a:lnTo>
                  <a:pt x="4714" y="755"/>
                </a:lnTo>
                <a:lnTo>
                  <a:pt x="4714" y="119"/>
                </a:lnTo>
                <a:lnTo>
                  <a:pt x="5086" y="119"/>
                </a:lnTo>
                <a:lnTo>
                  <a:pt x="5086" y="755"/>
                </a:lnTo>
                <a:lnTo>
                  <a:pt x="5853" y="755"/>
                </a:lnTo>
                <a:lnTo>
                  <a:pt x="5853" y="1068"/>
                </a:lnTo>
                <a:lnTo>
                  <a:pt x="5086" y="1068"/>
                </a:lnTo>
                <a:lnTo>
                  <a:pt x="5086" y="2077"/>
                </a:lnTo>
                <a:cubicBezTo>
                  <a:pt x="5086" y="2193"/>
                  <a:pt x="5088" y="2284"/>
                  <a:pt x="5094" y="2349"/>
                </a:cubicBezTo>
                <a:cubicBezTo>
                  <a:pt x="5099" y="2415"/>
                  <a:pt x="5117" y="2476"/>
                  <a:pt x="5149" y="2533"/>
                </a:cubicBezTo>
                <a:cubicBezTo>
                  <a:pt x="5178" y="2586"/>
                  <a:pt x="5218" y="2624"/>
                  <a:pt x="5269" y="2649"/>
                </a:cubicBezTo>
                <a:cubicBezTo>
                  <a:pt x="5319" y="2673"/>
                  <a:pt x="5397" y="2685"/>
                  <a:pt x="5501" y="2685"/>
                </a:cubicBezTo>
                <a:cubicBezTo>
                  <a:pt x="5562" y="2685"/>
                  <a:pt x="5625" y="2676"/>
                  <a:pt x="5691" y="2659"/>
                </a:cubicBezTo>
                <a:cubicBezTo>
                  <a:pt x="5757" y="2641"/>
                  <a:pt x="5804" y="2626"/>
                  <a:pt x="5833" y="2614"/>
                </a:cubicBezTo>
                <a:lnTo>
                  <a:pt x="5853" y="2614"/>
                </a:lnTo>
                <a:lnTo>
                  <a:pt x="5853" y="2947"/>
                </a:lnTo>
                <a:close/>
                <a:moveTo>
                  <a:pt x="6701" y="388"/>
                </a:moveTo>
                <a:lnTo>
                  <a:pt x="6282" y="388"/>
                </a:lnTo>
                <a:lnTo>
                  <a:pt x="6282" y="0"/>
                </a:lnTo>
                <a:lnTo>
                  <a:pt x="6701" y="0"/>
                </a:lnTo>
                <a:lnTo>
                  <a:pt x="6701" y="388"/>
                </a:lnTo>
                <a:moveTo>
                  <a:pt x="6677" y="2966"/>
                </a:moveTo>
                <a:lnTo>
                  <a:pt x="6306" y="2966"/>
                </a:lnTo>
                <a:lnTo>
                  <a:pt x="6306" y="755"/>
                </a:lnTo>
                <a:lnTo>
                  <a:pt x="6677" y="755"/>
                </a:lnTo>
                <a:lnTo>
                  <a:pt x="6677" y="2966"/>
                </a:lnTo>
                <a:close/>
                <a:moveTo>
                  <a:pt x="9046" y="2830"/>
                </a:moveTo>
                <a:cubicBezTo>
                  <a:pt x="8922" y="2889"/>
                  <a:pt x="8805" y="2935"/>
                  <a:pt x="8693" y="2968"/>
                </a:cubicBezTo>
                <a:cubicBezTo>
                  <a:pt x="8582" y="3001"/>
                  <a:pt x="8463" y="3017"/>
                  <a:pt x="8338" y="3017"/>
                </a:cubicBezTo>
                <a:cubicBezTo>
                  <a:pt x="8179" y="3017"/>
                  <a:pt x="8032" y="2994"/>
                  <a:pt x="7899" y="2947"/>
                </a:cubicBezTo>
                <a:cubicBezTo>
                  <a:pt x="7766" y="2900"/>
                  <a:pt x="7652" y="2829"/>
                  <a:pt x="7557" y="2734"/>
                </a:cubicBezTo>
                <a:cubicBezTo>
                  <a:pt x="7461" y="2639"/>
                  <a:pt x="7386" y="2519"/>
                  <a:pt x="7334" y="2374"/>
                </a:cubicBezTo>
                <a:cubicBezTo>
                  <a:pt x="7281" y="2228"/>
                  <a:pt x="7255" y="2059"/>
                  <a:pt x="7255" y="1865"/>
                </a:cubicBezTo>
                <a:cubicBezTo>
                  <a:pt x="7255" y="1503"/>
                  <a:pt x="7354" y="1219"/>
                  <a:pt x="7552" y="1013"/>
                </a:cubicBezTo>
                <a:cubicBezTo>
                  <a:pt x="7751" y="807"/>
                  <a:pt x="8013" y="704"/>
                  <a:pt x="8338" y="704"/>
                </a:cubicBezTo>
                <a:cubicBezTo>
                  <a:pt x="8465" y="704"/>
                  <a:pt x="8589" y="722"/>
                  <a:pt x="8711" y="757"/>
                </a:cubicBezTo>
                <a:cubicBezTo>
                  <a:pt x="8833" y="793"/>
                  <a:pt x="8945" y="836"/>
                  <a:pt x="9046" y="888"/>
                </a:cubicBezTo>
                <a:lnTo>
                  <a:pt x="9046" y="1301"/>
                </a:lnTo>
                <a:lnTo>
                  <a:pt x="9026" y="1301"/>
                </a:lnTo>
                <a:cubicBezTo>
                  <a:pt x="8913" y="1213"/>
                  <a:pt x="8796" y="1146"/>
                  <a:pt x="8675" y="1099"/>
                </a:cubicBezTo>
                <a:cubicBezTo>
                  <a:pt x="8555" y="1052"/>
                  <a:pt x="8437" y="1028"/>
                  <a:pt x="8322" y="1028"/>
                </a:cubicBezTo>
                <a:cubicBezTo>
                  <a:pt x="8111" y="1028"/>
                  <a:pt x="7945" y="1099"/>
                  <a:pt x="7823" y="1241"/>
                </a:cubicBezTo>
                <a:cubicBezTo>
                  <a:pt x="7701" y="1383"/>
                  <a:pt x="7640" y="1590"/>
                  <a:pt x="7640" y="1865"/>
                </a:cubicBezTo>
                <a:cubicBezTo>
                  <a:pt x="7640" y="2131"/>
                  <a:pt x="7700" y="2336"/>
                  <a:pt x="7819" y="2479"/>
                </a:cubicBezTo>
                <a:cubicBezTo>
                  <a:pt x="7938" y="2622"/>
                  <a:pt x="8106" y="2693"/>
                  <a:pt x="8322" y="2693"/>
                </a:cubicBezTo>
                <a:cubicBezTo>
                  <a:pt x="8398" y="2693"/>
                  <a:pt x="8474" y="2683"/>
                  <a:pt x="8552" y="2664"/>
                </a:cubicBezTo>
                <a:cubicBezTo>
                  <a:pt x="8630" y="2644"/>
                  <a:pt x="8699" y="2619"/>
                  <a:pt x="8761" y="2587"/>
                </a:cubicBezTo>
                <a:cubicBezTo>
                  <a:pt x="8815" y="2560"/>
                  <a:pt x="8866" y="2531"/>
                  <a:pt x="8914" y="2500"/>
                </a:cubicBezTo>
                <a:cubicBezTo>
                  <a:pt x="8961" y="2469"/>
                  <a:pt x="8999" y="2443"/>
                  <a:pt x="9026" y="2420"/>
                </a:cubicBezTo>
                <a:lnTo>
                  <a:pt x="9046" y="2420"/>
                </a:lnTo>
                <a:lnTo>
                  <a:pt x="9046" y="2830"/>
                </a:lnTo>
                <a:close/>
                <a:moveTo>
                  <a:pt x="11239" y="2966"/>
                </a:moveTo>
                <a:lnTo>
                  <a:pt x="10869" y="2966"/>
                </a:lnTo>
                <a:lnTo>
                  <a:pt x="10869" y="2732"/>
                </a:lnTo>
                <a:cubicBezTo>
                  <a:pt x="10836" y="2755"/>
                  <a:pt x="10792" y="2786"/>
                  <a:pt x="10736" y="2826"/>
                </a:cubicBezTo>
                <a:cubicBezTo>
                  <a:pt x="10680" y="2867"/>
                  <a:pt x="10625" y="2899"/>
                  <a:pt x="10573" y="2922"/>
                </a:cubicBezTo>
                <a:cubicBezTo>
                  <a:pt x="10511" y="2953"/>
                  <a:pt x="10440" y="2978"/>
                  <a:pt x="10359" y="2999"/>
                </a:cubicBezTo>
                <a:cubicBezTo>
                  <a:pt x="10279" y="3019"/>
                  <a:pt x="10185" y="3029"/>
                  <a:pt x="10076" y="3029"/>
                </a:cubicBezTo>
                <a:cubicBezTo>
                  <a:pt x="9877" y="3029"/>
                  <a:pt x="9709" y="2963"/>
                  <a:pt x="9570" y="2831"/>
                </a:cubicBezTo>
                <a:cubicBezTo>
                  <a:pt x="9432" y="2699"/>
                  <a:pt x="9363" y="2531"/>
                  <a:pt x="9363" y="2326"/>
                </a:cubicBezTo>
                <a:cubicBezTo>
                  <a:pt x="9363" y="2159"/>
                  <a:pt x="9398" y="2023"/>
                  <a:pt x="9470" y="1920"/>
                </a:cubicBezTo>
                <a:cubicBezTo>
                  <a:pt x="9542" y="1816"/>
                  <a:pt x="9645" y="1734"/>
                  <a:pt x="9778" y="1675"/>
                </a:cubicBezTo>
                <a:cubicBezTo>
                  <a:pt x="9912" y="1616"/>
                  <a:pt x="10074" y="1575"/>
                  <a:pt x="10262" y="1554"/>
                </a:cubicBezTo>
                <a:cubicBezTo>
                  <a:pt x="10451" y="1533"/>
                  <a:pt x="10653" y="1517"/>
                  <a:pt x="10869" y="1507"/>
                </a:cubicBezTo>
                <a:lnTo>
                  <a:pt x="10869" y="1449"/>
                </a:lnTo>
                <a:cubicBezTo>
                  <a:pt x="10869" y="1364"/>
                  <a:pt x="10855" y="1293"/>
                  <a:pt x="10825" y="1238"/>
                </a:cubicBezTo>
                <a:cubicBezTo>
                  <a:pt x="10795" y="1182"/>
                  <a:pt x="10753" y="1138"/>
                  <a:pt x="10697" y="1106"/>
                </a:cubicBezTo>
                <a:cubicBezTo>
                  <a:pt x="10645" y="1075"/>
                  <a:pt x="10581" y="1055"/>
                  <a:pt x="10507" y="1044"/>
                </a:cubicBezTo>
                <a:cubicBezTo>
                  <a:pt x="10434" y="1034"/>
                  <a:pt x="10357" y="1028"/>
                  <a:pt x="10276" y="1028"/>
                </a:cubicBezTo>
                <a:cubicBezTo>
                  <a:pt x="10179" y="1028"/>
                  <a:pt x="10070" y="1041"/>
                  <a:pt x="9950" y="1068"/>
                </a:cubicBezTo>
                <a:cubicBezTo>
                  <a:pt x="9830" y="1094"/>
                  <a:pt x="9706" y="1132"/>
                  <a:pt x="9578" y="1182"/>
                </a:cubicBezTo>
                <a:lnTo>
                  <a:pt x="9558" y="1182"/>
                </a:lnTo>
                <a:lnTo>
                  <a:pt x="9558" y="805"/>
                </a:lnTo>
                <a:cubicBezTo>
                  <a:pt x="9631" y="785"/>
                  <a:pt x="9736" y="763"/>
                  <a:pt x="9873" y="740"/>
                </a:cubicBezTo>
                <a:cubicBezTo>
                  <a:pt x="10010" y="716"/>
                  <a:pt x="10145" y="704"/>
                  <a:pt x="10278" y="704"/>
                </a:cubicBezTo>
                <a:cubicBezTo>
                  <a:pt x="10434" y="704"/>
                  <a:pt x="10569" y="717"/>
                  <a:pt x="10684" y="743"/>
                </a:cubicBezTo>
                <a:cubicBezTo>
                  <a:pt x="10800" y="768"/>
                  <a:pt x="10900" y="812"/>
                  <a:pt x="10984" y="874"/>
                </a:cubicBezTo>
                <a:cubicBezTo>
                  <a:pt x="11067" y="935"/>
                  <a:pt x="11130" y="1013"/>
                  <a:pt x="11174" y="1109"/>
                </a:cubicBezTo>
                <a:cubicBezTo>
                  <a:pt x="11217" y="1206"/>
                  <a:pt x="11239" y="1325"/>
                  <a:pt x="11239" y="1467"/>
                </a:cubicBezTo>
                <a:lnTo>
                  <a:pt x="11239" y="2966"/>
                </a:lnTo>
                <a:moveTo>
                  <a:pt x="10869" y="2425"/>
                </a:moveTo>
                <a:lnTo>
                  <a:pt x="10869" y="1807"/>
                </a:lnTo>
                <a:cubicBezTo>
                  <a:pt x="10756" y="1814"/>
                  <a:pt x="10623" y="1824"/>
                  <a:pt x="10469" y="1837"/>
                </a:cubicBezTo>
                <a:cubicBezTo>
                  <a:pt x="10315" y="1850"/>
                  <a:pt x="10194" y="1870"/>
                  <a:pt x="10104" y="1895"/>
                </a:cubicBezTo>
                <a:cubicBezTo>
                  <a:pt x="9997" y="1925"/>
                  <a:pt x="9911" y="1973"/>
                  <a:pt x="9845" y="2037"/>
                </a:cubicBezTo>
                <a:cubicBezTo>
                  <a:pt x="9779" y="2101"/>
                  <a:pt x="9746" y="2189"/>
                  <a:pt x="9746" y="2302"/>
                </a:cubicBezTo>
                <a:cubicBezTo>
                  <a:pt x="9746" y="2429"/>
                  <a:pt x="9784" y="2525"/>
                  <a:pt x="9861" y="2589"/>
                </a:cubicBezTo>
                <a:cubicBezTo>
                  <a:pt x="9937" y="2653"/>
                  <a:pt x="10054" y="2685"/>
                  <a:pt x="10211" y="2685"/>
                </a:cubicBezTo>
                <a:cubicBezTo>
                  <a:pt x="10341" y="2685"/>
                  <a:pt x="10461" y="2660"/>
                  <a:pt x="10569" y="2609"/>
                </a:cubicBezTo>
                <a:cubicBezTo>
                  <a:pt x="10677" y="2558"/>
                  <a:pt x="10777" y="2497"/>
                  <a:pt x="10869" y="2425"/>
                </a:cubicBezTo>
                <a:close/>
                <a:moveTo>
                  <a:pt x="13588" y="2830"/>
                </a:moveTo>
                <a:cubicBezTo>
                  <a:pt x="13464" y="2889"/>
                  <a:pt x="13347" y="2935"/>
                  <a:pt x="13235" y="2968"/>
                </a:cubicBezTo>
                <a:cubicBezTo>
                  <a:pt x="13124" y="3001"/>
                  <a:pt x="13005" y="3017"/>
                  <a:pt x="12880" y="3017"/>
                </a:cubicBezTo>
                <a:cubicBezTo>
                  <a:pt x="12721" y="3017"/>
                  <a:pt x="12574" y="2994"/>
                  <a:pt x="12441" y="2947"/>
                </a:cubicBezTo>
                <a:cubicBezTo>
                  <a:pt x="12308" y="2900"/>
                  <a:pt x="12194" y="2829"/>
                  <a:pt x="12099" y="2734"/>
                </a:cubicBezTo>
                <a:cubicBezTo>
                  <a:pt x="12003" y="2639"/>
                  <a:pt x="11928" y="2519"/>
                  <a:pt x="11876" y="2374"/>
                </a:cubicBezTo>
                <a:cubicBezTo>
                  <a:pt x="11823" y="2228"/>
                  <a:pt x="11797" y="2059"/>
                  <a:pt x="11797" y="1865"/>
                </a:cubicBezTo>
                <a:cubicBezTo>
                  <a:pt x="11797" y="1503"/>
                  <a:pt x="11896" y="1219"/>
                  <a:pt x="12094" y="1013"/>
                </a:cubicBezTo>
                <a:cubicBezTo>
                  <a:pt x="12293" y="807"/>
                  <a:pt x="12555" y="704"/>
                  <a:pt x="12880" y="704"/>
                </a:cubicBezTo>
                <a:cubicBezTo>
                  <a:pt x="13007" y="704"/>
                  <a:pt x="13131" y="722"/>
                  <a:pt x="13253" y="757"/>
                </a:cubicBezTo>
                <a:cubicBezTo>
                  <a:pt x="13375" y="793"/>
                  <a:pt x="13487" y="836"/>
                  <a:pt x="13588" y="888"/>
                </a:cubicBezTo>
                <a:lnTo>
                  <a:pt x="13588" y="1301"/>
                </a:lnTo>
                <a:lnTo>
                  <a:pt x="13568" y="1301"/>
                </a:lnTo>
                <a:cubicBezTo>
                  <a:pt x="13455" y="1213"/>
                  <a:pt x="13338" y="1146"/>
                  <a:pt x="13217" y="1099"/>
                </a:cubicBezTo>
                <a:cubicBezTo>
                  <a:pt x="13097" y="1052"/>
                  <a:pt x="12979" y="1028"/>
                  <a:pt x="12864" y="1028"/>
                </a:cubicBezTo>
                <a:cubicBezTo>
                  <a:pt x="12653" y="1028"/>
                  <a:pt x="12487" y="1099"/>
                  <a:pt x="12365" y="1241"/>
                </a:cubicBezTo>
                <a:cubicBezTo>
                  <a:pt x="12243" y="1383"/>
                  <a:pt x="12182" y="1590"/>
                  <a:pt x="12182" y="1865"/>
                </a:cubicBezTo>
                <a:cubicBezTo>
                  <a:pt x="12182" y="2131"/>
                  <a:pt x="12242" y="2336"/>
                  <a:pt x="12361" y="2479"/>
                </a:cubicBezTo>
                <a:cubicBezTo>
                  <a:pt x="12480" y="2622"/>
                  <a:pt x="12648" y="2693"/>
                  <a:pt x="12864" y="2693"/>
                </a:cubicBezTo>
                <a:cubicBezTo>
                  <a:pt x="12940" y="2693"/>
                  <a:pt x="13016" y="2683"/>
                  <a:pt x="13094" y="2664"/>
                </a:cubicBezTo>
                <a:cubicBezTo>
                  <a:pt x="13172" y="2644"/>
                  <a:pt x="13241" y="2619"/>
                  <a:pt x="13303" y="2587"/>
                </a:cubicBezTo>
                <a:cubicBezTo>
                  <a:pt x="13357" y="2560"/>
                  <a:pt x="13408" y="2531"/>
                  <a:pt x="13456" y="2500"/>
                </a:cubicBezTo>
                <a:cubicBezTo>
                  <a:pt x="13503" y="2469"/>
                  <a:pt x="13541" y="2443"/>
                  <a:pt x="13568" y="2420"/>
                </a:cubicBezTo>
                <a:lnTo>
                  <a:pt x="13588" y="2420"/>
                </a:lnTo>
                <a:lnTo>
                  <a:pt x="13588" y="2830"/>
                </a:lnTo>
                <a:close/>
                <a:moveTo>
                  <a:pt x="15913" y="1898"/>
                </a:moveTo>
                <a:lnTo>
                  <a:pt x="14286" y="1898"/>
                </a:lnTo>
                <a:cubicBezTo>
                  <a:pt x="14286" y="2034"/>
                  <a:pt x="14306" y="2153"/>
                  <a:pt x="14347" y="2254"/>
                </a:cubicBezTo>
                <a:cubicBezTo>
                  <a:pt x="14388" y="2355"/>
                  <a:pt x="14444" y="2438"/>
                  <a:pt x="14515" y="2503"/>
                </a:cubicBezTo>
                <a:cubicBezTo>
                  <a:pt x="14584" y="2566"/>
                  <a:pt x="14665" y="2614"/>
                  <a:pt x="14760" y="2646"/>
                </a:cubicBezTo>
                <a:cubicBezTo>
                  <a:pt x="14854" y="2677"/>
                  <a:pt x="14958" y="2693"/>
                  <a:pt x="15071" y="2693"/>
                </a:cubicBezTo>
                <a:cubicBezTo>
                  <a:pt x="15221" y="2693"/>
                  <a:pt x="15372" y="2663"/>
                  <a:pt x="15525" y="2603"/>
                </a:cubicBezTo>
                <a:cubicBezTo>
                  <a:pt x="15677" y="2542"/>
                  <a:pt x="15785" y="2483"/>
                  <a:pt x="15850" y="2424"/>
                </a:cubicBezTo>
                <a:lnTo>
                  <a:pt x="15870" y="2424"/>
                </a:lnTo>
                <a:lnTo>
                  <a:pt x="15870" y="2831"/>
                </a:lnTo>
                <a:cubicBezTo>
                  <a:pt x="15745" y="2884"/>
                  <a:pt x="15617" y="2928"/>
                  <a:pt x="15486" y="2964"/>
                </a:cubicBezTo>
                <a:cubicBezTo>
                  <a:pt x="15356" y="3000"/>
                  <a:pt x="15219" y="3017"/>
                  <a:pt x="15075" y="3017"/>
                </a:cubicBezTo>
                <a:cubicBezTo>
                  <a:pt x="14708" y="3017"/>
                  <a:pt x="14422" y="2918"/>
                  <a:pt x="14217" y="2719"/>
                </a:cubicBezTo>
                <a:cubicBezTo>
                  <a:pt x="14011" y="2521"/>
                  <a:pt x="13908" y="2238"/>
                  <a:pt x="13908" y="1873"/>
                </a:cubicBezTo>
                <a:cubicBezTo>
                  <a:pt x="13908" y="1511"/>
                  <a:pt x="14007" y="1224"/>
                  <a:pt x="14204" y="1011"/>
                </a:cubicBezTo>
                <a:cubicBezTo>
                  <a:pt x="14401" y="798"/>
                  <a:pt x="14660" y="692"/>
                  <a:pt x="14982" y="692"/>
                </a:cubicBezTo>
                <a:cubicBezTo>
                  <a:pt x="15280" y="692"/>
                  <a:pt x="15510" y="779"/>
                  <a:pt x="15671" y="954"/>
                </a:cubicBezTo>
                <a:cubicBezTo>
                  <a:pt x="15833" y="1128"/>
                  <a:pt x="15913" y="1375"/>
                  <a:pt x="15913" y="1696"/>
                </a:cubicBezTo>
                <a:lnTo>
                  <a:pt x="15913" y="1898"/>
                </a:lnTo>
                <a:moveTo>
                  <a:pt x="15551" y="1614"/>
                </a:moveTo>
                <a:cubicBezTo>
                  <a:pt x="15550" y="1418"/>
                  <a:pt x="15501" y="1268"/>
                  <a:pt x="15404" y="1161"/>
                </a:cubicBezTo>
                <a:cubicBezTo>
                  <a:pt x="15307" y="1054"/>
                  <a:pt x="15160" y="1001"/>
                  <a:pt x="14962" y="1001"/>
                </a:cubicBezTo>
                <a:cubicBezTo>
                  <a:pt x="14763" y="1001"/>
                  <a:pt x="14605" y="1059"/>
                  <a:pt x="14487" y="1177"/>
                </a:cubicBezTo>
                <a:cubicBezTo>
                  <a:pt x="14369" y="1294"/>
                  <a:pt x="14302" y="1440"/>
                  <a:pt x="14286" y="1614"/>
                </a:cubicBezTo>
                <a:lnTo>
                  <a:pt x="15551" y="1614"/>
                </a:lnTo>
                <a:close/>
                <a:moveTo>
                  <a:pt x="18193" y="2966"/>
                </a:moveTo>
                <a:lnTo>
                  <a:pt x="17824" y="2966"/>
                </a:lnTo>
                <a:lnTo>
                  <a:pt x="17824" y="2732"/>
                </a:lnTo>
                <a:cubicBezTo>
                  <a:pt x="17791" y="2755"/>
                  <a:pt x="17746" y="2786"/>
                  <a:pt x="17690" y="2826"/>
                </a:cubicBezTo>
                <a:cubicBezTo>
                  <a:pt x="17634" y="2867"/>
                  <a:pt x="17580" y="2899"/>
                  <a:pt x="17527" y="2922"/>
                </a:cubicBezTo>
                <a:cubicBezTo>
                  <a:pt x="17465" y="2953"/>
                  <a:pt x="17394" y="2978"/>
                  <a:pt x="17313" y="2999"/>
                </a:cubicBezTo>
                <a:cubicBezTo>
                  <a:pt x="17233" y="3019"/>
                  <a:pt x="17139" y="3029"/>
                  <a:pt x="17031" y="3029"/>
                </a:cubicBezTo>
                <a:cubicBezTo>
                  <a:pt x="16832" y="3029"/>
                  <a:pt x="16663" y="2963"/>
                  <a:pt x="16524" y="2831"/>
                </a:cubicBezTo>
                <a:cubicBezTo>
                  <a:pt x="16386" y="2699"/>
                  <a:pt x="16317" y="2531"/>
                  <a:pt x="16317" y="2326"/>
                </a:cubicBezTo>
                <a:cubicBezTo>
                  <a:pt x="16317" y="2159"/>
                  <a:pt x="16353" y="2023"/>
                  <a:pt x="16425" y="1920"/>
                </a:cubicBezTo>
                <a:cubicBezTo>
                  <a:pt x="16496" y="1816"/>
                  <a:pt x="16599" y="1734"/>
                  <a:pt x="16732" y="1675"/>
                </a:cubicBezTo>
                <a:cubicBezTo>
                  <a:pt x="16867" y="1616"/>
                  <a:pt x="17028" y="1575"/>
                  <a:pt x="17217" y="1554"/>
                </a:cubicBezTo>
                <a:cubicBezTo>
                  <a:pt x="17405" y="1533"/>
                  <a:pt x="17607" y="1517"/>
                  <a:pt x="17824" y="1507"/>
                </a:cubicBezTo>
                <a:lnTo>
                  <a:pt x="17824" y="1449"/>
                </a:lnTo>
                <a:cubicBezTo>
                  <a:pt x="17824" y="1364"/>
                  <a:pt x="17809" y="1293"/>
                  <a:pt x="17779" y="1238"/>
                </a:cubicBezTo>
                <a:cubicBezTo>
                  <a:pt x="17749" y="1182"/>
                  <a:pt x="17707" y="1138"/>
                  <a:pt x="17652" y="1106"/>
                </a:cubicBezTo>
                <a:cubicBezTo>
                  <a:pt x="17599" y="1075"/>
                  <a:pt x="17536" y="1055"/>
                  <a:pt x="17462" y="1044"/>
                </a:cubicBezTo>
                <a:cubicBezTo>
                  <a:pt x="17388" y="1034"/>
                  <a:pt x="17311" y="1028"/>
                  <a:pt x="17230" y="1028"/>
                </a:cubicBezTo>
                <a:cubicBezTo>
                  <a:pt x="17133" y="1028"/>
                  <a:pt x="17024" y="1041"/>
                  <a:pt x="16904" y="1068"/>
                </a:cubicBezTo>
                <a:cubicBezTo>
                  <a:pt x="16784" y="1094"/>
                  <a:pt x="16660" y="1132"/>
                  <a:pt x="16532" y="1182"/>
                </a:cubicBezTo>
                <a:lnTo>
                  <a:pt x="16513" y="1182"/>
                </a:lnTo>
                <a:lnTo>
                  <a:pt x="16513" y="805"/>
                </a:lnTo>
                <a:cubicBezTo>
                  <a:pt x="16585" y="785"/>
                  <a:pt x="16690" y="763"/>
                  <a:pt x="16827" y="740"/>
                </a:cubicBezTo>
                <a:cubicBezTo>
                  <a:pt x="16964" y="716"/>
                  <a:pt x="17099" y="704"/>
                  <a:pt x="17232" y="704"/>
                </a:cubicBezTo>
                <a:cubicBezTo>
                  <a:pt x="17388" y="704"/>
                  <a:pt x="17523" y="717"/>
                  <a:pt x="17639" y="743"/>
                </a:cubicBezTo>
                <a:cubicBezTo>
                  <a:pt x="17754" y="768"/>
                  <a:pt x="17854" y="812"/>
                  <a:pt x="17938" y="874"/>
                </a:cubicBezTo>
                <a:cubicBezTo>
                  <a:pt x="18021" y="935"/>
                  <a:pt x="18085" y="1013"/>
                  <a:pt x="18128" y="1109"/>
                </a:cubicBezTo>
                <a:cubicBezTo>
                  <a:pt x="18172" y="1206"/>
                  <a:pt x="18193" y="1325"/>
                  <a:pt x="18193" y="1467"/>
                </a:cubicBezTo>
                <a:lnTo>
                  <a:pt x="18193" y="2966"/>
                </a:lnTo>
                <a:moveTo>
                  <a:pt x="17824" y="2425"/>
                </a:moveTo>
                <a:lnTo>
                  <a:pt x="17824" y="1807"/>
                </a:lnTo>
                <a:cubicBezTo>
                  <a:pt x="17710" y="1814"/>
                  <a:pt x="17577" y="1824"/>
                  <a:pt x="17423" y="1837"/>
                </a:cubicBezTo>
                <a:cubicBezTo>
                  <a:pt x="17270" y="1850"/>
                  <a:pt x="17148" y="1870"/>
                  <a:pt x="17058" y="1895"/>
                </a:cubicBezTo>
                <a:cubicBezTo>
                  <a:pt x="16952" y="1925"/>
                  <a:pt x="16865" y="1973"/>
                  <a:pt x="16799" y="2037"/>
                </a:cubicBezTo>
                <a:cubicBezTo>
                  <a:pt x="16733" y="2101"/>
                  <a:pt x="16700" y="2189"/>
                  <a:pt x="16700" y="2302"/>
                </a:cubicBezTo>
                <a:cubicBezTo>
                  <a:pt x="16700" y="2429"/>
                  <a:pt x="16739" y="2525"/>
                  <a:pt x="16815" y="2589"/>
                </a:cubicBezTo>
                <a:cubicBezTo>
                  <a:pt x="16892" y="2653"/>
                  <a:pt x="17008" y="2685"/>
                  <a:pt x="17165" y="2685"/>
                </a:cubicBezTo>
                <a:cubicBezTo>
                  <a:pt x="17296" y="2685"/>
                  <a:pt x="17415" y="2660"/>
                  <a:pt x="17523" y="2609"/>
                </a:cubicBezTo>
                <a:cubicBezTo>
                  <a:pt x="17631" y="2558"/>
                  <a:pt x="17731" y="2497"/>
                  <a:pt x="17824" y="2425"/>
                </a:cubicBezTo>
                <a:close/>
                <a:moveTo>
                  <a:pt x="20758" y="1898"/>
                </a:moveTo>
                <a:lnTo>
                  <a:pt x="19131" y="1898"/>
                </a:lnTo>
                <a:cubicBezTo>
                  <a:pt x="19131" y="2034"/>
                  <a:pt x="19151" y="2153"/>
                  <a:pt x="19192" y="2254"/>
                </a:cubicBezTo>
                <a:cubicBezTo>
                  <a:pt x="19233" y="2355"/>
                  <a:pt x="19289" y="2438"/>
                  <a:pt x="19360" y="2503"/>
                </a:cubicBezTo>
                <a:cubicBezTo>
                  <a:pt x="19428" y="2566"/>
                  <a:pt x="19510" y="2614"/>
                  <a:pt x="19604" y="2646"/>
                </a:cubicBezTo>
                <a:cubicBezTo>
                  <a:pt x="19698" y="2677"/>
                  <a:pt x="19802" y="2693"/>
                  <a:pt x="19916" y="2693"/>
                </a:cubicBezTo>
                <a:cubicBezTo>
                  <a:pt x="20066" y="2693"/>
                  <a:pt x="20217" y="2663"/>
                  <a:pt x="20369" y="2603"/>
                </a:cubicBezTo>
                <a:cubicBezTo>
                  <a:pt x="20522" y="2542"/>
                  <a:pt x="20630" y="2483"/>
                  <a:pt x="20695" y="2424"/>
                </a:cubicBezTo>
                <a:lnTo>
                  <a:pt x="20714" y="2424"/>
                </a:lnTo>
                <a:lnTo>
                  <a:pt x="20714" y="2831"/>
                </a:lnTo>
                <a:cubicBezTo>
                  <a:pt x="20589" y="2884"/>
                  <a:pt x="20461" y="2928"/>
                  <a:pt x="20331" y="2964"/>
                </a:cubicBezTo>
                <a:cubicBezTo>
                  <a:pt x="20200" y="3000"/>
                  <a:pt x="20063" y="3017"/>
                  <a:pt x="19920" y="3017"/>
                </a:cubicBezTo>
                <a:cubicBezTo>
                  <a:pt x="19553" y="3017"/>
                  <a:pt x="19267" y="2918"/>
                  <a:pt x="19061" y="2719"/>
                </a:cubicBezTo>
                <a:cubicBezTo>
                  <a:pt x="18856" y="2521"/>
                  <a:pt x="18753" y="2238"/>
                  <a:pt x="18753" y="1873"/>
                </a:cubicBezTo>
                <a:cubicBezTo>
                  <a:pt x="18753" y="1511"/>
                  <a:pt x="18851" y="1224"/>
                  <a:pt x="19048" y="1011"/>
                </a:cubicBezTo>
                <a:cubicBezTo>
                  <a:pt x="19246" y="798"/>
                  <a:pt x="19505" y="692"/>
                  <a:pt x="19827" y="692"/>
                </a:cubicBezTo>
                <a:cubicBezTo>
                  <a:pt x="20124" y="692"/>
                  <a:pt x="20354" y="779"/>
                  <a:pt x="20516" y="954"/>
                </a:cubicBezTo>
                <a:cubicBezTo>
                  <a:pt x="20677" y="1128"/>
                  <a:pt x="20758" y="1375"/>
                  <a:pt x="20758" y="1696"/>
                </a:cubicBezTo>
                <a:lnTo>
                  <a:pt x="20758" y="1898"/>
                </a:lnTo>
                <a:moveTo>
                  <a:pt x="20396" y="1614"/>
                </a:moveTo>
                <a:cubicBezTo>
                  <a:pt x="20395" y="1418"/>
                  <a:pt x="20346" y="1268"/>
                  <a:pt x="20249" y="1161"/>
                </a:cubicBezTo>
                <a:cubicBezTo>
                  <a:pt x="20152" y="1054"/>
                  <a:pt x="20005" y="1001"/>
                  <a:pt x="19807" y="1001"/>
                </a:cubicBezTo>
                <a:cubicBezTo>
                  <a:pt x="19608" y="1001"/>
                  <a:pt x="19449" y="1059"/>
                  <a:pt x="19331" y="1177"/>
                </a:cubicBezTo>
                <a:cubicBezTo>
                  <a:pt x="19213" y="1294"/>
                  <a:pt x="19146" y="1440"/>
                  <a:pt x="19131" y="1614"/>
                </a:cubicBezTo>
                <a:lnTo>
                  <a:pt x="20396" y="1614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ADAD2D3-0B32-4064-833F-9E42A4B9D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130" y="1507706"/>
            <a:ext cx="163515" cy="46543"/>
          </a:xfrm>
          <a:custGeom xmlns:a="http://schemas.openxmlformats.org/drawingml/2006/main">
            <a:pathLst>
              <a:path w="163515" h="46543">
                <a:moveTo>
                  <a:pt x="0" y="0"/>
                </a:moveTo>
                <a:lnTo>
                  <a:pt x="163515" y="0"/>
                </a:lnTo>
                <a:lnTo>
                  <a:pt x="163515" y="46543"/>
                </a:lnTo>
                <a:lnTo>
                  <a:pt x="0" y="465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59B0FD-AE36-48E0-A832-86872D9D8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130" y="1507707"/>
            <a:ext cx="163514" cy="46542"/>
          </a:xfrm>
          <a:custGeom xmlns:a="http://schemas.openxmlformats.org/drawingml/2006/main">
            <a:pathLst>
              <a:path w="163514" h="46542" fill="none">
                <a:moveTo>
                  <a:pt x="0" y="0"/>
                </a:moveTo>
                <a:lnTo>
                  <a:pt x="163514" y="0"/>
                </a:lnTo>
                <a:lnTo>
                  <a:pt x="163514" y="46542"/>
                </a:lnTo>
                <a:lnTo>
                  <a:pt x="0" y="46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8F022B-A52C-40DB-888C-BC8A988C6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141" y="1507706"/>
            <a:ext cx="87279" cy="46543"/>
          </a:xfrm>
          <a:custGeom xmlns:a="http://schemas.openxmlformats.org/drawingml/2006/main">
            <a:pathLst>
              <a:path w="87279" h="46543">
                <a:moveTo>
                  <a:pt x="0" y="0"/>
                </a:moveTo>
                <a:lnTo>
                  <a:pt x="87279" y="0"/>
                </a:lnTo>
                <a:lnTo>
                  <a:pt x="87279" y="46543"/>
                </a:lnTo>
                <a:lnTo>
                  <a:pt x="0" y="465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789B60-6579-4EBC-AA2D-78B068607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78142" y="1507707"/>
            <a:ext cx="87278" cy="46542"/>
          </a:xfrm>
          <a:custGeom xmlns:a="http://schemas.openxmlformats.org/drawingml/2006/main">
            <a:pathLst>
              <a:path w="87278" h="46542" fill="none">
                <a:moveTo>
                  <a:pt x="0" y="0"/>
                </a:moveTo>
                <a:lnTo>
                  <a:pt x="87278" y="0"/>
                </a:lnTo>
                <a:lnTo>
                  <a:pt x="87278" y="46542"/>
                </a:lnTo>
                <a:lnTo>
                  <a:pt x="0" y="46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2274C4-BB3B-4B2A-A153-FC9626180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918" y="1507706"/>
            <a:ext cx="45306" cy="10970"/>
          </a:xfrm>
          <a:custGeom xmlns:a="http://schemas.openxmlformats.org/drawingml/2006/main">
            <a:pathLst>
              <a:path w="45306" h="10970">
                <a:moveTo>
                  <a:pt x="0" y="0"/>
                </a:moveTo>
                <a:lnTo>
                  <a:pt x="45306" y="0"/>
                </a:lnTo>
                <a:lnTo>
                  <a:pt x="45306" y="10970"/>
                </a:lnTo>
                <a:lnTo>
                  <a:pt x="0" y="109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8D38F2-46E7-44EF-ADF0-D707B5DC5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919" y="1507707"/>
            <a:ext cx="45305" cy="10972"/>
          </a:xfrm>
          <a:custGeom xmlns:a="http://schemas.openxmlformats.org/drawingml/2006/main">
            <a:pathLst>
              <a:path w="45305" h="10972" fill="none">
                <a:moveTo>
                  <a:pt x="0" y="0"/>
                </a:moveTo>
                <a:lnTo>
                  <a:pt x="45305" y="0"/>
                </a:lnTo>
                <a:lnTo>
                  <a:pt x="45305" y="10972"/>
                </a:lnTo>
                <a:lnTo>
                  <a:pt x="0" y="109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37" name="Text Bromeliaceae">
            <a:extLst xmlns:a="http://schemas.openxmlformats.org/drawingml/2006/main">
              <a:ext uri="{FF2B5EF4-FFF2-40B4-BE49-F238E27FC236}">
                <a16:creationId xmlns:a16="http://schemas.microsoft.com/office/drawing/2014/main" id="{72C4D7FC-0902-4C6F-A148-F6CA04751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1070" y="1509346"/>
            <a:ext cx="44075" cy="5175"/>
          </a:xfrm>
          <a:custGeom xmlns:a="http://schemas.openxmlformats.org/drawingml/2006/main">
            <a:pathLst>
              <a:path w="44075" h="5175">
                <a:moveTo>
                  <a:pt x="3660" y="3579"/>
                </a:moveTo>
                <a:cubicBezTo>
                  <a:pt x="3660" y="3820"/>
                  <a:pt x="3614" y="4033"/>
                  <a:pt x="3523" y="4217"/>
                </a:cubicBezTo>
                <a:cubicBezTo>
                  <a:pt x="3432" y="4402"/>
                  <a:pt x="3309" y="4554"/>
                  <a:pt x="3155" y="4674"/>
                </a:cubicBezTo>
                <a:cubicBezTo>
                  <a:pt x="2972" y="4817"/>
                  <a:pt x="2772" y="4919"/>
                  <a:pt x="2553" y="4980"/>
                </a:cubicBezTo>
                <a:cubicBezTo>
                  <a:pt x="2335" y="5041"/>
                  <a:pt x="2058" y="5071"/>
                  <a:pt x="1721" y="5071"/>
                </a:cubicBezTo>
                <a:lnTo>
                  <a:pt x="0" y="5071"/>
                </a:lnTo>
                <a:lnTo>
                  <a:pt x="0" y="215"/>
                </a:lnTo>
                <a:lnTo>
                  <a:pt x="1437" y="215"/>
                </a:lnTo>
                <a:cubicBezTo>
                  <a:pt x="1791" y="215"/>
                  <a:pt x="2056" y="228"/>
                  <a:pt x="2232" y="254"/>
                </a:cubicBezTo>
                <a:cubicBezTo>
                  <a:pt x="2408" y="280"/>
                  <a:pt x="2577" y="335"/>
                  <a:pt x="2738" y="417"/>
                </a:cubicBezTo>
                <a:cubicBezTo>
                  <a:pt x="2916" y="511"/>
                  <a:pt x="3045" y="631"/>
                  <a:pt x="3125" y="778"/>
                </a:cubicBezTo>
                <a:cubicBezTo>
                  <a:pt x="3206" y="925"/>
                  <a:pt x="3246" y="1101"/>
                  <a:pt x="3246" y="1305"/>
                </a:cubicBezTo>
                <a:cubicBezTo>
                  <a:pt x="3246" y="1536"/>
                  <a:pt x="3187" y="1732"/>
                  <a:pt x="3070" y="1895"/>
                </a:cubicBezTo>
                <a:cubicBezTo>
                  <a:pt x="2953" y="2057"/>
                  <a:pt x="2796" y="2187"/>
                  <a:pt x="2601" y="2285"/>
                </a:cubicBezTo>
                <a:lnTo>
                  <a:pt x="2601" y="2311"/>
                </a:lnTo>
                <a:cubicBezTo>
                  <a:pt x="2929" y="2379"/>
                  <a:pt x="3187" y="2523"/>
                  <a:pt x="3376" y="2743"/>
                </a:cubicBezTo>
                <a:cubicBezTo>
                  <a:pt x="3565" y="2964"/>
                  <a:pt x="3660" y="3242"/>
                  <a:pt x="3660" y="3579"/>
                </a:cubicBezTo>
                <a:moveTo>
                  <a:pt x="2575" y="1395"/>
                </a:moveTo>
                <a:cubicBezTo>
                  <a:pt x="2575" y="1278"/>
                  <a:pt x="2555" y="1180"/>
                  <a:pt x="2516" y="1100"/>
                </a:cubicBezTo>
                <a:cubicBezTo>
                  <a:pt x="2477" y="1020"/>
                  <a:pt x="2414" y="955"/>
                  <a:pt x="2327" y="905"/>
                </a:cubicBezTo>
                <a:cubicBezTo>
                  <a:pt x="2225" y="847"/>
                  <a:pt x="2101" y="811"/>
                  <a:pt x="1955" y="797"/>
                </a:cubicBezTo>
                <a:cubicBezTo>
                  <a:pt x="1810" y="783"/>
                  <a:pt x="1630" y="776"/>
                  <a:pt x="1414" y="776"/>
                </a:cubicBezTo>
                <a:lnTo>
                  <a:pt x="645" y="776"/>
                </a:lnTo>
                <a:lnTo>
                  <a:pt x="645" y="2171"/>
                </a:lnTo>
                <a:lnTo>
                  <a:pt x="1480" y="2171"/>
                </a:lnTo>
                <a:cubicBezTo>
                  <a:pt x="1682" y="2171"/>
                  <a:pt x="1842" y="2160"/>
                  <a:pt x="1962" y="2140"/>
                </a:cubicBezTo>
                <a:cubicBezTo>
                  <a:pt x="2081" y="2119"/>
                  <a:pt x="2192" y="2076"/>
                  <a:pt x="2294" y="2012"/>
                </a:cubicBezTo>
                <a:cubicBezTo>
                  <a:pt x="2396" y="1947"/>
                  <a:pt x="2469" y="1863"/>
                  <a:pt x="2511" y="1760"/>
                </a:cubicBezTo>
                <a:cubicBezTo>
                  <a:pt x="2553" y="1657"/>
                  <a:pt x="2575" y="1536"/>
                  <a:pt x="2575" y="1395"/>
                </a:cubicBezTo>
                <a:moveTo>
                  <a:pt x="2989" y="3601"/>
                </a:moveTo>
                <a:cubicBezTo>
                  <a:pt x="2989" y="3407"/>
                  <a:pt x="2959" y="3253"/>
                  <a:pt x="2901" y="3139"/>
                </a:cubicBezTo>
                <a:cubicBezTo>
                  <a:pt x="2842" y="3024"/>
                  <a:pt x="2735" y="2927"/>
                  <a:pt x="2581" y="2847"/>
                </a:cubicBezTo>
                <a:cubicBezTo>
                  <a:pt x="2477" y="2794"/>
                  <a:pt x="2350" y="2759"/>
                  <a:pt x="2201" y="2742"/>
                </a:cubicBezTo>
                <a:cubicBezTo>
                  <a:pt x="2053" y="2726"/>
                  <a:pt x="1872" y="2718"/>
                  <a:pt x="1659" y="2718"/>
                </a:cubicBezTo>
                <a:lnTo>
                  <a:pt x="645" y="2718"/>
                </a:lnTo>
                <a:lnTo>
                  <a:pt x="645" y="4511"/>
                </a:lnTo>
                <a:lnTo>
                  <a:pt x="1499" y="4511"/>
                </a:lnTo>
                <a:cubicBezTo>
                  <a:pt x="1782" y="4511"/>
                  <a:pt x="2013" y="4496"/>
                  <a:pt x="2193" y="4467"/>
                </a:cubicBezTo>
                <a:cubicBezTo>
                  <a:pt x="2374" y="4438"/>
                  <a:pt x="2521" y="4384"/>
                  <a:pt x="2637" y="4307"/>
                </a:cubicBezTo>
                <a:cubicBezTo>
                  <a:pt x="2758" y="4223"/>
                  <a:pt x="2847" y="4127"/>
                  <a:pt x="2904" y="4019"/>
                </a:cubicBezTo>
                <a:cubicBezTo>
                  <a:pt x="2960" y="3911"/>
                  <a:pt x="2989" y="3772"/>
                  <a:pt x="2989" y="3601"/>
                </a:cubicBezTo>
                <a:close/>
                <a:moveTo>
                  <a:pt x="6798" y="2092"/>
                </a:moveTo>
                <a:lnTo>
                  <a:pt x="6766" y="2092"/>
                </a:lnTo>
                <a:cubicBezTo>
                  <a:pt x="6675" y="2072"/>
                  <a:pt x="6586" y="2057"/>
                  <a:pt x="6500" y="2048"/>
                </a:cubicBezTo>
                <a:cubicBezTo>
                  <a:pt x="6414" y="2038"/>
                  <a:pt x="6313" y="2034"/>
                  <a:pt x="6195" y="2034"/>
                </a:cubicBezTo>
                <a:cubicBezTo>
                  <a:pt x="6006" y="2034"/>
                  <a:pt x="5824" y="2076"/>
                  <a:pt x="5648" y="2159"/>
                </a:cubicBezTo>
                <a:cubicBezTo>
                  <a:pt x="5472" y="2243"/>
                  <a:pt x="5302" y="2351"/>
                  <a:pt x="5140" y="2484"/>
                </a:cubicBezTo>
                <a:lnTo>
                  <a:pt x="5140" y="5071"/>
                </a:lnTo>
                <a:lnTo>
                  <a:pt x="4527" y="5071"/>
                </a:lnTo>
                <a:lnTo>
                  <a:pt x="4527" y="1427"/>
                </a:lnTo>
                <a:lnTo>
                  <a:pt x="5140" y="1427"/>
                </a:lnTo>
                <a:lnTo>
                  <a:pt x="5140" y="1966"/>
                </a:lnTo>
                <a:cubicBezTo>
                  <a:pt x="5383" y="1770"/>
                  <a:pt x="5597" y="1631"/>
                  <a:pt x="5783" y="1550"/>
                </a:cubicBezTo>
                <a:cubicBezTo>
                  <a:pt x="5969" y="1468"/>
                  <a:pt x="6159" y="1427"/>
                  <a:pt x="6352" y="1427"/>
                </a:cubicBezTo>
                <a:cubicBezTo>
                  <a:pt x="6458" y="1427"/>
                  <a:pt x="6535" y="1430"/>
                  <a:pt x="6583" y="1436"/>
                </a:cubicBezTo>
                <a:cubicBezTo>
                  <a:pt x="6631" y="1441"/>
                  <a:pt x="6703" y="1451"/>
                  <a:pt x="6798" y="1466"/>
                </a:cubicBezTo>
                <a:lnTo>
                  <a:pt x="6798" y="2092"/>
                </a:lnTo>
                <a:close/>
                <a:moveTo>
                  <a:pt x="10478" y="3251"/>
                </a:moveTo>
                <a:cubicBezTo>
                  <a:pt x="10478" y="3846"/>
                  <a:pt x="10326" y="4315"/>
                  <a:pt x="10022" y="4659"/>
                </a:cubicBezTo>
                <a:cubicBezTo>
                  <a:pt x="9717" y="5003"/>
                  <a:pt x="9310" y="5175"/>
                  <a:pt x="8799" y="5175"/>
                </a:cubicBezTo>
                <a:cubicBezTo>
                  <a:pt x="8284" y="5175"/>
                  <a:pt x="7875" y="5003"/>
                  <a:pt x="7572" y="4659"/>
                </a:cubicBezTo>
                <a:cubicBezTo>
                  <a:pt x="7269" y="4315"/>
                  <a:pt x="7118" y="3846"/>
                  <a:pt x="7118" y="3251"/>
                </a:cubicBezTo>
                <a:cubicBezTo>
                  <a:pt x="7118" y="2656"/>
                  <a:pt x="7269" y="2186"/>
                  <a:pt x="7572" y="1841"/>
                </a:cubicBezTo>
                <a:cubicBezTo>
                  <a:pt x="7875" y="1496"/>
                  <a:pt x="8284" y="1323"/>
                  <a:pt x="8799" y="1323"/>
                </a:cubicBezTo>
                <a:cubicBezTo>
                  <a:pt x="9310" y="1323"/>
                  <a:pt x="9717" y="1496"/>
                  <a:pt x="10022" y="1841"/>
                </a:cubicBezTo>
                <a:cubicBezTo>
                  <a:pt x="10326" y="2186"/>
                  <a:pt x="10478" y="2656"/>
                  <a:pt x="10478" y="3251"/>
                </a:cubicBezTo>
                <a:moveTo>
                  <a:pt x="9846" y="3251"/>
                </a:moveTo>
                <a:cubicBezTo>
                  <a:pt x="9846" y="2780"/>
                  <a:pt x="9753" y="2430"/>
                  <a:pt x="9569" y="2201"/>
                </a:cubicBezTo>
                <a:cubicBezTo>
                  <a:pt x="9384" y="1972"/>
                  <a:pt x="9127" y="1858"/>
                  <a:pt x="8799" y="1858"/>
                </a:cubicBezTo>
                <a:cubicBezTo>
                  <a:pt x="8467" y="1858"/>
                  <a:pt x="8209" y="1972"/>
                  <a:pt x="8025" y="2201"/>
                </a:cubicBezTo>
                <a:cubicBezTo>
                  <a:pt x="7842" y="2430"/>
                  <a:pt x="7750" y="2780"/>
                  <a:pt x="7750" y="3251"/>
                </a:cubicBezTo>
                <a:cubicBezTo>
                  <a:pt x="7750" y="3707"/>
                  <a:pt x="7842" y="4052"/>
                  <a:pt x="8027" y="4288"/>
                </a:cubicBezTo>
                <a:cubicBezTo>
                  <a:pt x="8212" y="4523"/>
                  <a:pt x="8469" y="4641"/>
                  <a:pt x="8799" y="4641"/>
                </a:cubicBezTo>
                <a:cubicBezTo>
                  <a:pt x="9125" y="4641"/>
                  <a:pt x="9381" y="4524"/>
                  <a:pt x="9567" y="4291"/>
                </a:cubicBezTo>
                <a:cubicBezTo>
                  <a:pt x="9753" y="4058"/>
                  <a:pt x="9846" y="3711"/>
                  <a:pt x="9846" y="3251"/>
                </a:cubicBezTo>
                <a:close/>
                <a:moveTo>
                  <a:pt x="16738" y="5071"/>
                </a:moveTo>
                <a:lnTo>
                  <a:pt x="16126" y="5071"/>
                </a:lnTo>
                <a:lnTo>
                  <a:pt x="16126" y="2996"/>
                </a:lnTo>
                <a:cubicBezTo>
                  <a:pt x="16126" y="2840"/>
                  <a:pt x="16118" y="2688"/>
                  <a:pt x="16104" y="2543"/>
                </a:cubicBezTo>
                <a:cubicBezTo>
                  <a:pt x="16090" y="2397"/>
                  <a:pt x="16060" y="2281"/>
                  <a:pt x="16015" y="2194"/>
                </a:cubicBezTo>
                <a:cubicBezTo>
                  <a:pt x="15965" y="2100"/>
                  <a:pt x="15893" y="2029"/>
                  <a:pt x="15800" y="1982"/>
                </a:cubicBezTo>
                <a:cubicBezTo>
                  <a:pt x="15706" y="1934"/>
                  <a:pt x="15571" y="1910"/>
                  <a:pt x="15395" y="1910"/>
                </a:cubicBezTo>
                <a:cubicBezTo>
                  <a:pt x="15224" y="1910"/>
                  <a:pt x="15052" y="1953"/>
                  <a:pt x="14881" y="2039"/>
                </a:cubicBezTo>
                <a:cubicBezTo>
                  <a:pt x="14709" y="2125"/>
                  <a:pt x="14537" y="2234"/>
                  <a:pt x="14366" y="2367"/>
                </a:cubicBezTo>
                <a:cubicBezTo>
                  <a:pt x="14372" y="2417"/>
                  <a:pt x="14378" y="2475"/>
                  <a:pt x="14382" y="2541"/>
                </a:cubicBezTo>
                <a:cubicBezTo>
                  <a:pt x="14386" y="2607"/>
                  <a:pt x="14388" y="2673"/>
                  <a:pt x="14388" y="2738"/>
                </a:cubicBezTo>
                <a:lnTo>
                  <a:pt x="14388" y="5071"/>
                </a:lnTo>
                <a:lnTo>
                  <a:pt x="13776" y="5071"/>
                </a:lnTo>
                <a:lnTo>
                  <a:pt x="13776" y="2996"/>
                </a:lnTo>
                <a:cubicBezTo>
                  <a:pt x="13776" y="2835"/>
                  <a:pt x="13769" y="2682"/>
                  <a:pt x="13755" y="2538"/>
                </a:cubicBezTo>
                <a:cubicBezTo>
                  <a:pt x="13740" y="2393"/>
                  <a:pt x="13711" y="2277"/>
                  <a:pt x="13665" y="2190"/>
                </a:cubicBezTo>
                <a:cubicBezTo>
                  <a:pt x="13615" y="2097"/>
                  <a:pt x="13543" y="2027"/>
                  <a:pt x="13450" y="1980"/>
                </a:cubicBezTo>
                <a:cubicBezTo>
                  <a:pt x="13356" y="1933"/>
                  <a:pt x="13222" y="1910"/>
                  <a:pt x="13046" y="1910"/>
                </a:cubicBezTo>
                <a:cubicBezTo>
                  <a:pt x="12878" y="1910"/>
                  <a:pt x="12711" y="1951"/>
                  <a:pt x="12542" y="2034"/>
                </a:cubicBezTo>
                <a:cubicBezTo>
                  <a:pt x="12374" y="2116"/>
                  <a:pt x="12206" y="2222"/>
                  <a:pt x="12039" y="2350"/>
                </a:cubicBezTo>
                <a:lnTo>
                  <a:pt x="12039" y="5071"/>
                </a:lnTo>
                <a:lnTo>
                  <a:pt x="11426" y="5071"/>
                </a:lnTo>
                <a:lnTo>
                  <a:pt x="11426" y="1427"/>
                </a:lnTo>
                <a:lnTo>
                  <a:pt x="12039" y="1427"/>
                </a:lnTo>
                <a:lnTo>
                  <a:pt x="12039" y="1832"/>
                </a:lnTo>
                <a:cubicBezTo>
                  <a:pt x="12230" y="1672"/>
                  <a:pt x="12421" y="1547"/>
                  <a:pt x="12611" y="1458"/>
                </a:cubicBezTo>
                <a:cubicBezTo>
                  <a:pt x="12801" y="1368"/>
                  <a:pt x="13003" y="1323"/>
                  <a:pt x="13218" y="1323"/>
                </a:cubicBezTo>
                <a:cubicBezTo>
                  <a:pt x="13466" y="1323"/>
                  <a:pt x="13676" y="1376"/>
                  <a:pt x="13849" y="1481"/>
                </a:cubicBezTo>
                <a:cubicBezTo>
                  <a:pt x="14022" y="1586"/>
                  <a:pt x="14151" y="1731"/>
                  <a:pt x="14235" y="1917"/>
                </a:cubicBezTo>
                <a:cubicBezTo>
                  <a:pt x="14483" y="1707"/>
                  <a:pt x="14709" y="1555"/>
                  <a:pt x="14913" y="1463"/>
                </a:cubicBezTo>
                <a:cubicBezTo>
                  <a:pt x="15117" y="1370"/>
                  <a:pt x="15336" y="1323"/>
                  <a:pt x="15568" y="1323"/>
                </a:cubicBezTo>
                <a:cubicBezTo>
                  <a:pt x="15968" y="1323"/>
                  <a:pt x="16263" y="1444"/>
                  <a:pt x="16453" y="1687"/>
                </a:cubicBezTo>
                <a:cubicBezTo>
                  <a:pt x="16643" y="1930"/>
                  <a:pt x="16738" y="2269"/>
                  <a:pt x="16738" y="2704"/>
                </a:cubicBezTo>
                <a:lnTo>
                  <a:pt x="16738" y="5071"/>
                </a:lnTo>
                <a:close/>
                <a:moveTo>
                  <a:pt x="20965" y="3311"/>
                </a:moveTo>
                <a:lnTo>
                  <a:pt x="18283" y="3311"/>
                </a:lnTo>
                <a:cubicBezTo>
                  <a:pt x="18283" y="3536"/>
                  <a:pt x="18316" y="3731"/>
                  <a:pt x="18384" y="3898"/>
                </a:cubicBezTo>
                <a:cubicBezTo>
                  <a:pt x="18451" y="4064"/>
                  <a:pt x="18543" y="4201"/>
                  <a:pt x="18661" y="4308"/>
                </a:cubicBezTo>
                <a:cubicBezTo>
                  <a:pt x="18774" y="4412"/>
                  <a:pt x="18908" y="4491"/>
                  <a:pt x="19063" y="4543"/>
                </a:cubicBezTo>
                <a:cubicBezTo>
                  <a:pt x="19219" y="4595"/>
                  <a:pt x="19390" y="4621"/>
                  <a:pt x="19576" y="4621"/>
                </a:cubicBezTo>
                <a:cubicBezTo>
                  <a:pt x="19824" y="4621"/>
                  <a:pt x="20073" y="4572"/>
                  <a:pt x="20324" y="4472"/>
                </a:cubicBezTo>
                <a:cubicBezTo>
                  <a:pt x="20575" y="4372"/>
                  <a:pt x="20754" y="4274"/>
                  <a:pt x="20861" y="4178"/>
                </a:cubicBezTo>
                <a:lnTo>
                  <a:pt x="20893" y="4178"/>
                </a:lnTo>
                <a:lnTo>
                  <a:pt x="20893" y="4848"/>
                </a:lnTo>
                <a:cubicBezTo>
                  <a:pt x="20687" y="4936"/>
                  <a:pt x="20476" y="5009"/>
                  <a:pt x="20261" y="5067"/>
                </a:cubicBezTo>
                <a:cubicBezTo>
                  <a:pt x="20046" y="5126"/>
                  <a:pt x="19820" y="5156"/>
                  <a:pt x="19583" y="5156"/>
                </a:cubicBezTo>
                <a:cubicBezTo>
                  <a:pt x="18979" y="5156"/>
                  <a:pt x="18508" y="4992"/>
                  <a:pt x="18169" y="4664"/>
                </a:cubicBezTo>
                <a:cubicBezTo>
                  <a:pt x="17830" y="4337"/>
                  <a:pt x="17660" y="3872"/>
                  <a:pt x="17660" y="3269"/>
                </a:cubicBezTo>
                <a:cubicBezTo>
                  <a:pt x="17660" y="2673"/>
                  <a:pt x="17823" y="2199"/>
                  <a:pt x="18147" y="1849"/>
                </a:cubicBezTo>
                <a:cubicBezTo>
                  <a:pt x="18472" y="1498"/>
                  <a:pt x="18900" y="1323"/>
                  <a:pt x="19430" y="1323"/>
                </a:cubicBezTo>
                <a:cubicBezTo>
                  <a:pt x="19921" y="1323"/>
                  <a:pt x="20299" y="1467"/>
                  <a:pt x="20566" y="1754"/>
                </a:cubicBezTo>
                <a:cubicBezTo>
                  <a:pt x="20832" y="2041"/>
                  <a:pt x="20965" y="2449"/>
                  <a:pt x="20965" y="2978"/>
                </a:cubicBezTo>
                <a:lnTo>
                  <a:pt x="20965" y="3311"/>
                </a:lnTo>
                <a:moveTo>
                  <a:pt x="20368" y="2842"/>
                </a:moveTo>
                <a:cubicBezTo>
                  <a:pt x="20366" y="2520"/>
                  <a:pt x="20285" y="2272"/>
                  <a:pt x="20126" y="2096"/>
                </a:cubicBezTo>
                <a:cubicBezTo>
                  <a:pt x="19966" y="1920"/>
                  <a:pt x="19723" y="1832"/>
                  <a:pt x="19397" y="1832"/>
                </a:cubicBezTo>
                <a:cubicBezTo>
                  <a:pt x="19069" y="1832"/>
                  <a:pt x="18808" y="1928"/>
                  <a:pt x="18613" y="2122"/>
                </a:cubicBezTo>
                <a:cubicBezTo>
                  <a:pt x="18419" y="2315"/>
                  <a:pt x="18309" y="2555"/>
                  <a:pt x="18283" y="2842"/>
                </a:cubicBezTo>
                <a:lnTo>
                  <a:pt x="20368" y="2842"/>
                </a:lnTo>
                <a:close/>
                <a:moveTo>
                  <a:pt x="22513" y="5071"/>
                </a:moveTo>
                <a:lnTo>
                  <a:pt x="21900" y="5071"/>
                </a:lnTo>
                <a:lnTo>
                  <a:pt x="21900" y="0"/>
                </a:lnTo>
                <a:lnTo>
                  <a:pt x="22513" y="0"/>
                </a:lnTo>
                <a:lnTo>
                  <a:pt x="22513" y="5071"/>
                </a:lnTo>
                <a:close/>
                <a:moveTo>
                  <a:pt x="24384" y="821"/>
                </a:moveTo>
                <a:lnTo>
                  <a:pt x="23693" y="821"/>
                </a:lnTo>
                <a:lnTo>
                  <a:pt x="23693" y="183"/>
                </a:lnTo>
                <a:lnTo>
                  <a:pt x="24384" y="183"/>
                </a:lnTo>
                <a:lnTo>
                  <a:pt x="24384" y="821"/>
                </a:lnTo>
                <a:moveTo>
                  <a:pt x="24345" y="5071"/>
                </a:moveTo>
                <a:lnTo>
                  <a:pt x="23732" y="5071"/>
                </a:lnTo>
                <a:lnTo>
                  <a:pt x="23732" y="1427"/>
                </a:lnTo>
                <a:lnTo>
                  <a:pt x="24345" y="1427"/>
                </a:lnTo>
                <a:lnTo>
                  <a:pt x="24345" y="5071"/>
                </a:lnTo>
                <a:close/>
                <a:moveTo>
                  <a:pt x="28386" y="5071"/>
                </a:moveTo>
                <a:lnTo>
                  <a:pt x="27776" y="5071"/>
                </a:lnTo>
                <a:lnTo>
                  <a:pt x="27776" y="4686"/>
                </a:lnTo>
                <a:cubicBezTo>
                  <a:pt x="27722" y="4723"/>
                  <a:pt x="27649" y="4775"/>
                  <a:pt x="27556" y="4841"/>
                </a:cubicBezTo>
                <a:cubicBezTo>
                  <a:pt x="27464" y="4907"/>
                  <a:pt x="27374" y="4960"/>
                  <a:pt x="27287" y="4999"/>
                </a:cubicBezTo>
                <a:cubicBezTo>
                  <a:pt x="27185" y="5049"/>
                  <a:pt x="27068" y="5091"/>
                  <a:pt x="26935" y="5125"/>
                </a:cubicBezTo>
                <a:cubicBezTo>
                  <a:pt x="26803" y="5158"/>
                  <a:pt x="26648" y="5175"/>
                  <a:pt x="26469" y="5175"/>
                </a:cubicBezTo>
                <a:cubicBezTo>
                  <a:pt x="26141" y="5175"/>
                  <a:pt x="25863" y="5067"/>
                  <a:pt x="25635" y="4849"/>
                </a:cubicBezTo>
                <a:cubicBezTo>
                  <a:pt x="25407" y="4631"/>
                  <a:pt x="25293" y="4354"/>
                  <a:pt x="25293" y="4017"/>
                </a:cubicBezTo>
                <a:cubicBezTo>
                  <a:pt x="25293" y="3741"/>
                  <a:pt x="25352" y="3517"/>
                  <a:pt x="25471" y="3346"/>
                </a:cubicBezTo>
                <a:cubicBezTo>
                  <a:pt x="25589" y="3175"/>
                  <a:pt x="25758" y="3041"/>
                  <a:pt x="25977" y="2943"/>
                </a:cubicBezTo>
                <a:cubicBezTo>
                  <a:pt x="26199" y="2845"/>
                  <a:pt x="26465" y="2779"/>
                  <a:pt x="26776" y="2744"/>
                </a:cubicBezTo>
                <a:cubicBezTo>
                  <a:pt x="27086" y="2709"/>
                  <a:pt x="27420" y="2683"/>
                  <a:pt x="27776" y="2666"/>
                </a:cubicBezTo>
                <a:lnTo>
                  <a:pt x="27776" y="2571"/>
                </a:lnTo>
                <a:cubicBezTo>
                  <a:pt x="27776" y="2430"/>
                  <a:pt x="27752" y="2314"/>
                  <a:pt x="27703" y="2222"/>
                </a:cubicBezTo>
                <a:cubicBezTo>
                  <a:pt x="27654" y="2130"/>
                  <a:pt x="27584" y="2058"/>
                  <a:pt x="27493" y="2005"/>
                </a:cubicBezTo>
                <a:cubicBezTo>
                  <a:pt x="27406" y="1955"/>
                  <a:pt x="27302" y="1921"/>
                  <a:pt x="27180" y="1903"/>
                </a:cubicBezTo>
                <a:cubicBezTo>
                  <a:pt x="27058" y="1886"/>
                  <a:pt x="26931" y="1877"/>
                  <a:pt x="26799" y="1877"/>
                </a:cubicBezTo>
                <a:cubicBezTo>
                  <a:pt x="26638" y="1877"/>
                  <a:pt x="26459" y="1899"/>
                  <a:pt x="26261" y="1942"/>
                </a:cubicBezTo>
                <a:cubicBezTo>
                  <a:pt x="26063" y="1986"/>
                  <a:pt x="25859" y="2049"/>
                  <a:pt x="25648" y="2131"/>
                </a:cubicBezTo>
                <a:lnTo>
                  <a:pt x="25616" y="2131"/>
                </a:lnTo>
                <a:lnTo>
                  <a:pt x="25616" y="1509"/>
                </a:lnTo>
                <a:cubicBezTo>
                  <a:pt x="25735" y="1476"/>
                  <a:pt x="25908" y="1440"/>
                  <a:pt x="26134" y="1401"/>
                </a:cubicBezTo>
                <a:cubicBezTo>
                  <a:pt x="26360" y="1362"/>
                  <a:pt x="26582" y="1343"/>
                  <a:pt x="26802" y="1343"/>
                </a:cubicBezTo>
                <a:cubicBezTo>
                  <a:pt x="27058" y="1343"/>
                  <a:pt x="27281" y="1364"/>
                  <a:pt x="27472" y="1406"/>
                </a:cubicBezTo>
                <a:cubicBezTo>
                  <a:pt x="27662" y="1449"/>
                  <a:pt x="27826" y="1521"/>
                  <a:pt x="27965" y="1623"/>
                </a:cubicBezTo>
                <a:cubicBezTo>
                  <a:pt x="28102" y="1723"/>
                  <a:pt x="28206" y="1852"/>
                  <a:pt x="28278" y="2011"/>
                </a:cubicBezTo>
                <a:cubicBezTo>
                  <a:pt x="28350" y="2169"/>
                  <a:pt x="28386" y="2366"/>
                  <a:pt x="28386" y="2601"/>
                </a:cubicBezTo>
                <a:lnTo>
                  <a:pt x="28386" y="5071"/>
                </a:lnTo>
                <a:moveTo>
                  <a:pt x="27776" y="4179"/>
                </a:moveTo>
                <a:lnTo>
                  <a:pt x="27776" y="3161"/>
                </a:lnTo>
                <a:cubicBezTo>
                  <a:pt x="27589" y="3172"/>
                  <a:pt x="27369" y="3189"/>
                  <a:pt x="27116" y="3210"/>
                </a:cubicBezTo>
                <a:cubicBezTo>
                  <a:pt x="26863" y="3232"/>
                  <a:pt x="26663" y="3264"/>
                  <a:pt x="26515" y="3305"/>
                </a:cubicBezTo>
                <a:cubicBezTo>
                  <a:pt x="26339" y="3356"/>
                  <a:pt x="26197" y="3434"/>
                  <a:pt x="26088" y="3539"/>
                </a:cubicBezTo>
                <a:cubicBezTo>
                  <a:pt x="25979" y="3645"/>
                  <a:pt x="25925" y="3791"/>
                  <a:pt x="25925" y="3976"/>
                </a:cubicBezTo>
                <a:cubicBezTo>
                  <a:pt x="25925" y="4186"/>
                  <a:pt x="25988" y="4344"/>
                  <a:pt x="26114" y="4449"/>
                </a:cubicBezTo>
                <a:cubicBezTo>
                  <a:pt x="26240" y="4555"/>
                  <a:pt x="26432" y="4608"/>
                  <a:pt x="26691" y="4608"/>
                </a:cubicBezTo>
                <a:cubicBezTo>
                  <a:pt x="26906" y="4608"/>
                  <a:pt x="27103" y="4566"/>
                  <a:pt x="27281" y="4482"/>
                </a:cubicBezTo>
                <a:cubicBezTo>
                  <a:pt x="27459" y="4398"/>
                  <a:pt x="27624" y="4297"/>
                  <a:pt x="27776" y="4179"/>
                </a:cubicBezTo>
                <a:close/>
                <a:moveTo>
                  <a:pt x="32258" y="4846"/>
                </a:moveTo>
                <a:cubicBezTo>
                  <a:pt x="32053" y="4944"/>
                  <a:pt x="31859" y="5020"/>
                  <a:pt x="31676" y="5074"/>
                </a:cubicBezTo>
                <a:cubicBezTo>
                  <a:pt x="31492" y="5129"/>
                  <a:pt x="31297" y="5156"/>
                  <a:pt x="31091" y="5156"/>
                </a:cubicBezTo>
                <a:cubicBezTo>
                  <a:pt x="30828" y="5156"/>
                  <a:pt x="30587" y="5117"/>
                  <a:pt x="30367" y="5040"/>
                </a:cubicBezTo>
                <a:cubicBezTo>
                  <a:pt x="30148" y="4963"/>
                  <a:pt x="29960" y="4846"/>
                  <a:pt x="29804" y="4689"/>
                </a:cubicBezTo>
                <a:cubicBezTo>
                  <a:pt x="29645" y="4532"/>
                  <a:pt x="29522" y="4334"/>
                  <a:pt x="29435" y="4095"/>
                </a:cubicBezTo>
                <a:cubicBezTo>
                  <a:pt x="29348" y="3855"/>
                  <a:pt x="29305" y="3576"/>
                  <a:pt x="29305" y="3256"/>
                </a:cubicBezTo>
                <a:cubicBezTo>
                  <a:pt x="29305" y="2659"/>
                  <a:pt x="29468" y="2192"/>
                  <a:pt x="29795" y="1852"/>
                </a:cubicBezTo>
                <a:cubicBezTo>
                  <a:pt x="30122" y="1512"/>
                  <a:pt x="30554" y="1343"/>
                  <a:pt x="31091" y="1343"/>
                </a:cubicBezTo>
                <a:cubicBezTo>
                  <a:pt x="31299" y="1343"/>
                  <a:pt x="31504" y="1372"/>
                  <a:pt x="31705" y="1431"/>
                </a:cubicBezTo>
                <a:cubicBezTo>
                  <a:pt x="31906" y="1489"/>
                  <a:pt x="32090" y="1561"/>
                  <a:pt x="32258" y="1646"/>
                </a:cubicBezTo>
                <a:lnTo>
                  <a:pt x="32258" y="2327"/>
                </a:lnTo>
                <a:lnTo>
                  <a:pt x="32225" y="2327"/>
                </a:lnTo>
                <a:cubicBezTo>
                  <a:pt x="32038" y="2182"/>
                  <a:pt x="31845" y="2071"/>
                  <a:pt x="31647" y="1994"/>
                </a:cubicBezTo>
                <a:cubicBezTo>
                  <a:pt x="31448" y="1916"/>
                  <a:pt x="31254" y="1877"/>
                  <a:pt x="31065" y="1877"/>
                </a:cubicBezTo>
                <a:cubicBezTo>
                  <a:pt x="30717" y="1877"/>
                  <a:pt x="30443" y="1994"/>
                  <a:pt x="30242" y="2228"/>
                </a:cubicBezTo>
                <a:cubicBezTo>
                  <a:pt x="30041" y="2461"/>
                  <a:pt x="29940" y="2804"/>
                  <a:pt x="29940" y="3256"/>
                </a:cubicBezTo>
                <a:cubicBezTo>
                  <a:pt x="29940" y="3695"/>
                  <a:pt x="30039" y="4032"/>
                  <a:pt x="30235" y="4268"/>
                </a:cubicBezTo>
                <a:cubicBezTo>
                  <a:pt x="30432" y="4503"/>
                  <a:pt x="30709" y="4621"/>
                  <a:pt x="31065" y="4621"/>
                </a:cubicBezTo>
                <a:cubicBezTo>
                  <a:pt x="31189" y="4621"/>
                  <a:pt x="31315" y="4605"/>
                  <a:pt x="31443" y="4573"/>
                </a:cubicBezTo>
                <a:cubicBezTo>
                  <a:pt x="31571" y="4540"/>
                  <a:pt x="31686" y="4498"/>
                  <a:pt x="31788" y="4447"/>
                </a:cubicBezTo>
                <a:cubicBezTo>
                  <a:pt x="31877" y="4401"/>
                  <a:pt x="31961" y="4353"/>
                  <a:pt x="32039" y="4303"/>
                </a:cubicBezTo>
                <a:cubicBezTo>
                  <a:pt x="32117" y="4252"/>
                  <a:pt x="32179" y="4208"/>
                  <a:pt x="32225" y="4172"/>
                </a:cubicBezTo>
                <a:lnTo>
                  <a:pt x="32258" y="4172"/>
                </a:lnTo>
                <a:lnTo>
                  <a:pt x="32258" y="4846"/>
                </a:lnTo>
                <a:close/>
                <a:moveTo>
                  <a:pt x="36090" y="3311"/>
                </a:moveTo>
                <a:lnTo>
                  <a:pt x="33408" y="3311"/>
                </a:lnTo>
                <a:cubicBezTo>
                  <a:pt x="33408" y="3536"/>
                  <a:pt x="33442" y="3731"/>
                  <a:pt x="33509" y="3898"/>
                </a:cubicBezTo>
                <a:cubicBezTo>
                  <a:pt x="33576" y="4064"/>
                  <a:pt x="33669" y="4201"/>
                  <a:pt x="33786" y="4308"/>
                </a:cubicBezTo>
                <a:cubicBezTo>
                  <a:pt x="33899" y="4412"/>
                  <a:pt x="34033" y="4491"/>
                  <a:pt x="34189" y="4543"/>
                </a:cubicBezTo>
                <a:cubicBezTo>
                  <a:pt x="34344" y="4595"/>
                  <a:pt x="34515" y="4621"/>
                  <a:pt x="34702" y="4621"/>
                </a:cubicBezTo>
                <a:cubicBezTo>
                  <a:pt x="34949" y="4621"/>
                  <a:pt x="35199" y="4572"/>
                  <a:pt x="35450" y="4472"/>
                </a:cubicBezTo>
                <a:cubicBezTo>
                  <a:pt x="35701" y="4372"/>
                  <a:pt x="35879" y="4274"/>
                  <a:pt x="35986" y="4178"/>
                </a:cubicBezTo>
                <a:lnTo>
                  <a:pt x="36018" y="4178"/>
                </a:lnTo>
                <a:lnTo>
                  <a:pt x="36018" y="4848"/>
                </a:lnTo>
                <a:cubicBezTo>
                  <a:pt x="35812" y="4936"/>
                  <a:pt x="35601" y="5009"/>
                  <a:pt x="35386" y="5067"/>
                </a:cubicBezTo>
                <a:cubicBezTo>
                  <a:pt x="35171" y="5126"/>
                  <a:pt x="34945" y="5156"/>
                  <a:pt x="34708" y="5156"/>
                </a:cubicBezTo>
                <a:cubicBezTo>
                  <a:pt x="34104" y="5156"/>
                  <a:pt x="33633" y="4992"/>
                  <a:pt x="33294" y="4664"/>
                </a:cubicBezTo>
                <a:cubicBezTo>
                  <a:pt x="32955" y="4337"/>
                  <a:pt x="32786" y="3872"/>
                  <a:pt x="32786" y="3269"/>
                </a:cubicBezTo>
                <a:cubicBezTo>
                  <a:pt x="32786" y="2673"/>
                  <a:pt x="32948" y="2199"/>
                  <a:pt x="33273" y="1849"/>
                </a:cubicBezTo>
                <a:cubicBezTo>
                  <a:pt x="33598" y="1498"/>
                  <a:pt x="34025" y="1323"/>
                  <a:pt x="34555" y="1323"/>
                </a:cubicBezTo>
                <a:cubicBezTo>
                  <a:pt x="35046" y="1323"/>
                  <a:pt x="35425" y="1467"/>
                  <a:pt x="35691" y="1754"/>
                </a:cubicBezTo>
                <a:cubicBezTo>
                  <a:pt x="35957" y="2041"/>
                  <a:pt x="36090" y="2449"/>
                  <a:pt x="36090" y="2978"/>
                </a:cubicBezTo>
                <a:lnTo>
                  <a:pt x="36090" y="3311"/>
                </a:lnTo>
                <a:moveTo>
                  <a:pt x="35494" y="2842"/>
                </a:moveTo>
                <a:cubicBezTo>
                  <a:pt x="35492" y="2520"/>
                  <a:pt x="35411" y="2272"/>
                  <a:pt x="35251" y="2096"/>
                </a:cubicBezTo>
                <a:cubicBezTo>
                  <a:pt x="35091" y="1920"/>
                  <a:pt x="34848" y="1832"/>
                  <a:pt x="34523" y="1832"/>
                </a:cubicBezTo>
                <a:cubicBezTo>
                  <a:pt x="34194" y="1832"/>
                  <a:pt x="33933" y="1928"/>
                  <a:pt x="33739" y="2122"/>
                </a:cubicBezTo>
                <a:cubicBezTo>
                  <a:pt x="33544" y="2315"/>
                  <a:pt x="33434" y="2555"/>
                  <a:pt x="33408" y="2842"/>
                </a:cubicBezTo>
                <a:lnTo>
                  <a:pt x="35494" y="2842"/>
                </a:lnTo>
                <a:close/>
                <a:moveTo>
                  <a:pt x="39848" y="5071"/>
                </a:moveTo>
                <a:lnTo>
                  <a:pt x="39238" y="5071"/>
                </a:lnTo>
                <a:lnTo>
                  <a:pt x="39238" y="4686"/>
                </a:lnTo>
                <a:cubicBezTo>
                  <a:pt x="39184" y="4723"/>
                  <a:pt x="39111" y="4775"/>
                  <a:pt x="39018" y="4841"/>
                </a:cubicBezTo>
                <a:cubicBezTo>
                  <a:pt x="38926" y="4907"/>
                  <a:pt x="38836" y="4960"/>
                  <a:pt x="38749" y="4999"/>
                </a:cubicBezTo>
                <a:cubicBezTo>
                  <a:pt x="38647" y="5049"/>
                  <a:pt x="38530" y="5091"/>
                  <a:pt x="38397" y="5125"/>
                </a:cubicBezTo>
                <a:cubicBezTo>
                  <a:pt x="38265" y="5158"/>
                  <a:pt x="38110" y="5175"/>
                  <a:pt x="37931" y="5175"/>
                </a:cubicBezTo>
                <a:cubicBezTo>
                  <a:pt x="37603" y="5175"/>
                  <a:pt x="37325" y="5067"/>
                  <a:pt x="37097" y="4849"/>
                </a:cubicBezTo>
                <a:cubicBezTo>
                  <a:pt x="36869" y="4631"/>
                  <a:pt x="36755" y="4354"/>
                  <a:pt x="36755" y="4017"/>
                </a:cubicBezTo>
                <a:cubicBezTo>
                  <a:pt x="36755" y="3741"/>
                  <a:pt x="36814" y="3517"/>
                  <a:pt x="36933" y="3346"/>
                </a:cubicBezTo>
                <a:cubicBezTo>
                  <a:pt x="37051" y="3175"/>
                  <a:pt x="37220" y="3041"/>
                  <a:pt x="37439" y="2943"/>
                </a:cubicBezTo>
                <a:cubicBezTo>
                  <a:pt x="37661" y="2845"/>
                  <a:pt x="37927" y="2779"/>
                  <a:pt x="38238" y="2744"/>
                </a:cubicBezTo>
                <a:cubicBezTo>
                  <a:pt x="38548" y="2709"/>
                  <a:pt x="38882" y="2683"/>
                  <a:pt x="39238" y="2666"/>
                </a:cubicBezTo>
                <a:lnTo>
                  <a:pt x="39238" y="2571"/>
                </a:lnTo>
                <a:cubicBezTo>
                  <a:pt x="39238" y="2430"/>
                  <a:pt x="39214" y="2314"/>
                  <a:pt x="39165" y="2222"/>
                </a:cubicBezTo>
                <a:cubicBezTo>
                  <a:pt x="39116" y="2130"/>
                  <a:pt x="39046" y="2058"/>
                  <a:pt x="38955" y="2005"/>
                </a:cubicBezTo>
                <a:cubicBezTo>
                  <a:pt x="38868" y="1955"/>
                  <a:pt x="38764" y="1921"/>
                  <a:pt x="38642" y="1903"/>
                </a:cubicBezTo>
                <a:cubicBezTo>
                  <a:pt x="38520" y="1886"/>
                  <a:pt x="38393" y="1877"/>
                  <a:pt x="38261" y="1877"/>
                </a:cubicBezTo>
                <a:cubicBezTo>
                  <a:pt x="38100" y="1877"/>
                  <a:pt x="37921" y="1899"/>
                  <a:pt x="37723" y="1942"/>
                </a:cubicBezTo>
                <a:cubicBezTo>
                  <a:pt x="37525" y="1986"/>
                  <a:pt x="37321" y="2049"/>
                  <a:pt x="37110" y="2131"/>
                </a:cubicBezTo>
                <a:lnTo>
                  <a:pt x="37078" y="2131"/>
                </a:lnTo>
                <a:lnTo>
                  <a:pt x="37078" y="1509"/>
                </a:lnTo>
                <a:cubicBezTo>
                  <a:pt x="37197" y="1476"/>
                  <a:pt x="37370" y="1440"/>
                  <a:pt x="37596" y="1401"/>
                </a:cubicBezTo>
                <a:cubicBezTo>
                  <a:pt x="37822" y="1362"/>
                  <a:pt x="38044" y="1343"/>
                  <a:pt x="38264" y="1343"/>
                </a:cubicBezTo>
                <a:cubicBezTo>
                  <a:pt x="38520" y="1343"/>
                  <a:pt x="38743" y="1364"/>
                  <a:pt x="38934" y="1406"/>
                </a:cubicBezTo>
                <a:cubicBezTo>
                  <a:pt x="39124" y="1449"/>
                  <a:pt x="39288" y="1521"/>
                  <a:pt x="39427" y="1623"/>
                </a:cubicBezTo>
                <a:cubicBezTo>
                  <a:pt x="39564" y="1723"/>
                  <a:pt x="39668" y="1852"/>
                  <a:pt x="39740" y="2011"/>
                </a:cubicBezTo>
                <a:cubicBezTo>
                  <a:pt x="39812" y="2169"/>
                  <a:pt x="39848" y="2366"/>
                  <a:pt x="39848" y="2601"/>
                </a:cubicBezTo>
                <a:lnTo>
                  <a:pt x="39848" y="5071"/>
                </a:lnTo>
                <a:moveTo>
                  <a:pt x="39238" y="4179"/>
                </a:moveTo>
                <a:lnTo>
                  <a:pt x="39238" y="3161"/>
                </a:lnTo>
                <a:cubicBezTo>
                  <a:pt x="39051" y="3172"/>
                  <a:pt x="38831" y="3189"/>
                  <a:pt x="38578" y="3210"/>
                </a:cubicBezTo>
                <a:cubicBezTo>
                  <a:pt x="38325" y="3232"/>
                  <a:pt x="38125" y="3264"/>
                  <a:pt x="37977" y="3305"/>
                </a:cubicBezTo>
                <a:cubicBezTo>
                  <a:pt x="37801" y="3356"/>
                  <a:pt x="37659" y="3434"/>
                  <a:pt x="37550" y="3539"/>
                </a:cubicBezTo>
                <a:cubicBezTo>
                  <a:pt x="37441" y="3645"/>
                  <a:pt x="37387" y="3791"/>
                  <a:pt x="37387" y="3976"/>
                </a:cubicBezTo>
                <a:cubicBezTo>
                  <a:pt x="37387" y="4186"/>
                  <a:pt x="37450" y="4344"/>
                  <a:pt x="37576" y="4449"/>
                </a:cubicBezTo>
                <a:cubicBezTo>
                  <a:pt x="37702" y="4555"/>
                  <a:pt x="37894" y="4608"/>
                  <a:pt x="38153" y="4608"/>
                </a:cubicBezTo>
                <a:cubicBezTo>
                  <a:pt x="38368" y="4608"/>
                  <a:pt x="38565" y="4566"/>
                  <a:pt x="38743" y="4482"/>
                </a:cubicBezTo>
                <a:cubicBezTo>
                  <a:pt x="38921" y="4398"/>
                  <a:pt x="39086" y="4297"/>
                  <a:pt x="39238" y="4179"/>
                </a:cubicBezTo>
                <a:close/>
                <a:moveTo>
                  <a:pt x="44075" y="3311"/>
                </a:moveTo>
                <a:lnTo>
                  <a:pt x="41392" y="3311"/>
                </a:lnTo>
                <a:cubicBezTo>
                  <a:pt x="41392" y="3536"/>
                  <a:pt x="41426" y="3731"/>
                  <a:pt x="41493" y="3898"/>
                </a:cubicBezTo>
                <a:cubicBezTo>
                  <a:pt x="41561" y="4064"/>
                  <a:pt x="41653" y="4201"/>
                  <a:pt x="41770" y="4308"/>
                </a:cubicBezTo>
                <a:cubicBezTo>
                  <a:pt x="41883" y="4412"/>
                  <a:pt x="42018" y="4491"/>
                  <a:pt x="42173" y="4543"/>
                </a:cubicBezTo>
                <a:cubicBezTo>
                  <a:pt x="42328" y="4595"/>
                  <a:pt x="42499" y="4621"/>
                  <a:pt x="42686" y="4621"/>
                </a:cubicBezTo>
                <a:cubicBezTo>
                  <a:pt x="42934" y="4621"/>
                  <a:pt x="43183" y="4572"/>
                  <a:pt x="43434" y="4472"/>
                </a:cubicBezTo>
                <a:cubicBezTo>
                  <a:pt x="43685" y="4372"/>
                  <a:pt x="43864" y="4274"/>
                  <a:pt x="43970" y="4178"/>
                </a:cubicBezTo>
                <a:lnTo>
                  <a:pt x="44003" y="4178"/>
                </a:lnTo>
                <a:lnTo>
                  <a:pt x="44003" y="4848"/>
                </a:lnTo>
                <a:cubicBezTo>
                  <a:pt x="43796" y="4936"/>
                  <a:pt x="43586" y="5009"/>
                  <a:pt x="43371" y="5067"/>
                </a:cubicBezTo>
                <a:cubicBezTo>
                  <a:pt x="43156" y="5126"/>
                  <a:pt x="42930" y="5156"/>
                  <a:pt x="42693" y="5156"/>
                </a:cubicBezTo>
                <a:cubicBezTo>
                  <a:pt x="42089" y="5156"/>
                  <a:pt x="41617" y="4992"/>
                  <a:pt x="41278" y="4664"/>
                </a:cubicBezTo>
                <a:cubicBezTo>
                  <a:pt x="40939" y="4337"/>
                  <a:pt x="40770" y="3872"/>
                  <a:pt x="40770" y="3269"/>
                </a:cubicBezTo>
                <a:cubicBezTo>
                  <a:pt x="40770" y="2673"/>
                  <a:pt x="40932" y="2199"/>
                  <a:pt x="41257" y="1849"/>
                </a:cubicBezTo>
                <a:cubicBezTo>
                  <a:pt x="41582" y="1498"/>
                  <a:pt x="42009" y="1323"/>
                  <a:pt x="42540" y="1323"/>
                </a:cubicBezTo>
                <a:cubicBezTo>
                  <a:pt x="43031" y="1323"/>
                  <a:pt x="43409" y="1467"/>
                  <a:pt x="43675" y="1754"/>
                </a:cubicBezTo>
                <a:cubicBezTo>
                  <a:pt x="43942" y="2041"/>
                  <a:pt x="44075" y="2449"/>
                  <a:pt x="44075" y="2978"/>
                </a:cubicBezTo>
                <a:lnTo>
                  <a:pt x="44075" y="3311"/>
                </a:lnTo>
                <a:moveTo>
                  <a:pt x="43478" y="2842"/>
                </a:moveTo>
                <a:cubicBezTo>
                  <a:pt x="43476" y="2520"/>
                  <a:pt x="43395" y="2272"/>
                  <a:pt x="43235" y="2096"/>
                </a:cubicBezTo>
                <a:cubicBezTo>
                  <a:pt x="43076" y="1920"/>
                  <a:pt x="42833" y="1832"/>
                  <a:pt x="42507" y="1832"/>
                </a:cubicBezTo>
                <a:cubicBezTo>
                  <a:pt x="42179" y="1832"/>
                  <a:pt x="41918" y="1928"/>
                  <a:pt x="41723" y="2122"/>
                </a:cubicBezTo>
                <a:cubicBezTo>
                  <a:pt x="41529" y="2315"/>
                  <a:pt x="41418" y="2555"/>
                  <a:pt x="41392" y="2842"/>
                </a:cubicBezTo>
                <a:lnTo>
                  <a:pt x="43478" y="2842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C5D823-F84E-45B8-A745-FE95ADEE8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918" y="1541175"/>
            <a:ext cx="14087" cy="13073"/>
          </a:xfrm>
          <a:custGeom xmlns:a="http://schemas.openxmlformats.org/drawingml/2006/main">
            <a:pathLst>
              <a:path w="14087" h="13073">
                <a:moveTo>
                  <a:pt x="0" y="0"/>
                </a:moveTo>
                <a:lnTo>
                  <a:pt x="14087" y="0"/>
                </a:lnTo>
                <a:lnTo>
                  <a:pt x="14087" y="13073"/>
                </a:lnTo>
                <a:lnTo>
                  <a:pt x="0" y="1307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493EE5D-07F5-41B0-AF5D-4DAA3A4F5A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87919" y="1541177"/>
            <a:ext cx="14086" cy="13072"/>
          </a:xfrm>
          <a:custGeom xmlns:a="http://schemas.openxmlformats.org/drawingml/2006/main">
            <a:pathLst>
              <a:path w="14086" h="13072" fill="none">
                <a:moveTo>
                  <a:pt x="0" y="0"/>
                </a:moveTo>
                <a:lnTo>
                  <a:pt x="14086" y="0"/>
                </a:lnTo>
                <a:lnTo>
                  <a:pt x="14086" y="13072"/>
                </a:lnTo>
                <a:lnTo>
                  <a:pt x="0" y="1307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4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328972-B63A-42CE-BA47-54D999C5D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712" y="1507706"/>
            <a:ext cx="134791" cy="46543"/>
          </a:xfrm>
          <a:custGeom xmlns:a="http://schemas.openxmlformats.org/drawingml/2006/main">
            <a:pathLst>
              <a:path w="134791" h="46543">
                <a:moveTo>
                  <a:pt x="0" y="0"/>
                </a:moveTo>
                <a:lnTo>
                  <a:pt x="134791" y="0"/>
                </a:lnTo>
                <a:lnTo>
                  <a:pt x="134791" y="46543"/>
                </a:lnTo>
                <a:lnTo>
                  <a:pt x="0" y="465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235699-2701-4248-A3B7-207275F10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90712" y="1507707"/>
            <a:ext cx="134792" cy="46542"/>
          </a:xfrm>
          <a:custGeom xmlns:a="http://schemas.openxmlformats.org/drawingml/2006/main">
            <a:pathLst>
              <a:path w="134792" h="46542" fill="none">
                <a:moveTo>
                  <a:pt x="0" y="0"/>
                </a:moveTo>
                <a:lnTo>
                  <a:pt x="134792" y="0"/>
                </a:lnTo>
                <a:lnTo>
                  <a:pt x="134792" y="46542"/>
                </a:lnTo>
                <a:lnTo>
                  <a:pt x="0" y="46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B80E5F-0919-4515-A31B-9A503446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000" y="1507706"/>
            <a:ext cx="36073" cy="46543"/>
          </a:xfrm>
          <a:custGeom xmlns:a="http://schemas.openxmlformats.org/drawingml/2006/main">
            <a:pathLst>
              <a:path w="36073" h="46543">
                <a:moveTo>
                  <a:pt x="0" y="0"/>
                </a:moveTo>
                <a:lnTo>
                  <a:pt x="36073" y="0"/>
                </a:lnTo>
                <a:lnTo>
                  <a:pt x="36073" y="46543"/>
                </a:lnTo>
                <a:lnTo>
                  <a:pt x="0" y="465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1DBC76-A6C4-4510-BCA8-24B8F0228B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002" y="1507707"/>
            <a:ext cx="36073" cy="46542"/>
          </a:xfrm>
          <a:custGeom xmlns:a="http://schemas.openxmlformats.org/drawingml/2006/main">
            <a:pathLst>
              <a:path w="36073" h="46542" fill="none">
                <a:moveTo>
                  <a:pt x="0" y="0"/>
                </a:moveTo>
                <a:lnTo>
                  <a:pt x="36073" y="0"/>
                </a:lnTo>
                <a:lnTo>
                  <a:pt x="36073" y="46542"/>
                </a:lnTo>
                <a:lnTo>
                  <a:pt x="0" y="46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44" name="Text Primulaceae">
            <a:extLst xmlns:a="http://schemas.openxmlformats.org/drawingml/2006/main">
              <a:ext uri="{FF2B5EF4-FFF2-40B4-BE49-F238E27FC236}">
                <a16:creationId xmlns:a16="http://schemas.microsoft.com/office/drawing/2014/main" id="{A3D944F1-D3E3-4B17-A304-E235DEA2D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1071" y="1509176"/>
            <a:ext cx="34811" cy="4536"/>
          </a:xfrm>
          <a:custGeom xmlns:a="http://schemas.openxmlformats.org/drawingml/2006/main">
            <a:pathLst>
              <a:path w="34811" h="4536">
                <a:moveTo>
                  <a:pt x="2782" y="1474"/>
                </a:moveTo>
                <a:cubicBezTo>
                  <a:pt x="2782" y="1662"/>
                  <a:pt x="2749" y="1837"/>
                  <a:pt x="2683" y="1998"/>
                </a:cubicBezTo>
                <a:cubicBezTo>
                  <a:pt x="2618" y="2159"/>
                  <a:pt x="2526" y="2298"/>
                  <a:pt x="2408" y="2416"/>
                </a:cubicBezTo>
                <a:cubicBezTo>
                  <a:pt x="2261" y="2563"/>
                  <a:pt x="2088" y="2673"/>
                  <a:pt x="1888" y="2746"/>
                </a:cubicBezTo>
                <a:cubicBezTo>
                  <a:pt x="1688" y="2820"/>
                  <a:pt x="1436" y="2856"/>
                  <a:pt x="1131" y="2856"/>
                </a:cubicBezTo>
                <a:lnTo>
                  <a:pt x="566" y="2856"/>
                </a:lnTo>
                <a:lnTo>
                  <a:pt x="566" y="4444"/>
                </a:lnTo>
                <a:lnTo>
                  <a:pt x="0" y="4444"/>
                </a:lnTo>
                <a:lnTo>
                  <a:pt x="0" y="189"/>
                </a:lnTo>
                <a:lnTo>
                  <a:pt x="1154" y="189"/>
                </a:lnTo>
                <a:cubicBezTo>
                  <a:pt x="1409" y="189"/>
                  <a:pt x="1625" y="210"/>
                  <a:pt x="1802" y="253"/>
                </a:cubicBezTo>
                <a:cubicBezTo>
                  <a:pt x="1979" y="296"/>
                  <a:pt x="2136" y="363"/>
                  <a:pt x="2274" y="454"/>
                </a:cubicBezTo>
                <a:cubicBezTo>
                  <a:pt x="2435" y="563"/>
                  <a:pt x="2561" y="698"/>
                  <a:pt x="2649" y="860"/>
                </a:cubicBezTo>
                <a:cubicBezTo>
                  <a:pt x="2738" y="1022"/>
                  <a:pt x="2782" y="1226"/>
                  <a:pt x="2782" y="1474"/>
                </a:cubicBezTo>
                <a:moveTo>
                  <a:pt x="2194" y="1487"/>
                </a:moveTo>
                <a:cubicBezTo>
                  <a:pt x="2194" y="1342"/>
                  <a:pt x="2168" y="1215"/>
                  <a:pt x="2116" y="1108"/>
                </a:cubicBezTo>
                <a:cubicBezTo>
                  <a:pt x="2065" y="1000"/>
                  <a:pt x="1987" y="912"/>
                  <a:pt x="1882" y="844"/>
                </a:cubicBezTo>
                <a:cubicBezTo>
                  <a:pt x="1791" y="786"/>
                  <a:pt x="1687" y="744"/>
                  <a:pt x="1569" y="718"/>
                </a:cubicBezTo>
                <a:cubicBezTo>
                  <a:pt x="1452" y="693"/>
                  <a:pt x="1304" y="680"/>
                  <a:pt x="1125" y="680"/>
                </a:cubicBezTo>
                <a:lnTo>
                  <a:pt x="566" y="680"/>
                </a:lnTo>
                <a:lnTo>
                  <a:pt x="566" y="2365"/>
                </a:lnTo>
                <a:lnTo>
                  <a:pt x="1043" y="2365"/>
                </a:lnTo>
                <a:cubicBezTo>
                  <a:pt x="1271" y="2365"/>
                  <a:pt x="1457" y="2345"/>
                  <a:pt x="1599" y="2304"/>
                </a:cubicBezTo>
                <a:cubicBezTo>
                  <a:pt x="1742" y="2264"/>
                  <a:pt x="1858" y="2199"/>
                  <a:pt x="1948" y="2110"/>
                </a:cubicBezTo>
                <a:cubicBezTo>
                  <a:pt x="2037" y="2019"/>
                  <a:pt x="2101" y="1924"/>
                  <a:pt x="2138" y="1824"/>
                </a:cubicBezTo>
                <a:cubicBezTo>
                  <a:pt x="2175" y="1724"/>
                  <a:pt x="2194" y="1612"/>
                  <a:pt x="2194" y="1487"/>
                </a:cubicBezTo>
                <a:close/>
                <a:moveTo>
                  <a:pt x="5476" y="1834"/>
                </a:moveTo>
                <a:lnTo>
                  <a:pt x="5447" y="1834"/>
                </a:lnTo>
                <a:cubicBezTo>
                  <a:pt x="5367" y="1816"/>
                  <a:pt x="5289" y="1803"/>
                  <a:pt x="5214" y="1795"/>
                </a:cubicBezTo>
                <a:cubicBezTo>
                  <a:pt x="5139" y="1786"/>
                  <a:pt x="5050" y="1782"/>
                  <a:pt x="4947" y="1782"/>
                </a:cubicBezTo>
                <a:cubicBezTo>
                  <a:pt x="4781" y="1782"/>
                  <a:pt x="4622" y="1819"/>
                  <a:pt x="4467" y="1892"/>
                </a:cubicBezTo>
                <a:cubicBezTo>
                  <a:pt x="4313" y="1966"/>
                  <a:pt x="4165" y="2061"/>
                  <a:pt x="4022" y="2177"/>
                </a:cubicBezTo>
                <a:lnTo>
                  <a:pt x="4022" y="4444"/>
                </a:lnTo>
                <a:lnTo>
                  <a:pt x="3485" y="4444"/>
                </a:lnTo>
                <a:lnTo>
                  <a:pt x="3485" y="1251"/>
                </a:lnTo>
                <a:lnTo>
                  <a:pt x="4022" y="1251"/>
                </a:lnTo>
                <a:lnTo>
                  <a:pt x="4022" y="1723"/>
                </a:lnTo>
                <a:cubicBezTo>
                  <a:pt x="4235" y="1551"/>
                  <a:pt x="4423" y="1430"/>
                  <a:pt x="4586" y="1358"/>
                </a:cubicBezTo>
                <a:cubicBezTo>
                  <a:pt x="4749" y="1287"/>
                  <a:pt x="4915" y="1251"/>
                  <a:pt x="5084" y="1251"/>
                </a:cubicBezTo>
                <a:cubicBezTo>
                  <a:pt x="5178" y="1251"/>
                  <a:pt x="5245" y="1253"/>
                  <a:pt x="5287" y="1258"/>
                </a:cubicBezTo>
                <a:cubicBezTo>
                  <a:pt x="5329" y="1263"/>
                  <a:pt x="5392" y="1272"/>
                  <a:pt x="5476" y="1285"/>
                </a:cubicBezTo>
                <a:lnTo>
                  <a:pt x="5476" y="1834"/>
                </a:lnTo>
                <a:close/>
                <a:moveTo>
                  <a:pt x="6558" y="720"/>
                </a:moveTo>
                <a:lnTo>
                  <a:pt x="5952" y="720"/>
                </a:lnTo>
                <a:lnTo>
                  <a:pt x="5952" y="160"/>
                </a:lnTo>
                <a:lnTo>
                  <a:pt x="6558" y="160"/>
                </a:lnTo>
                <a:lnTo>
                  <a:pt x="6558" y="720"/>
                </a:lnTo>
                <a:moveTo>
                  <a:pt x="6523" y="4444"/>
                </a:moveTo>
                <a:lnTo>
                  <a:pt x="5986" y="4444"/>
                </a:lnTo>
                <a:lnTo>
                  <a:pt x="5986" y="1251"/>
                </a:lnTo>
                <a:lnTo>
                  <a:pt x="6523" y="1251"/>
                </a:lnTo>
                <a:lnTo>
                  <a:pt x="6523" y="4444"/>
                </a:lnTo>
                <a:close/>
                <a:moveTo>
                  <a:pt x="12242" y="4444"/>
                </a:moveTo>
                <a:lnTo>
                  <a:pt x="11705" y="4444"/>
                </a:lnTo>
                <a:lnTo>
                  <a:pt x="11705" y="2626"/>
                </a:lnTo>
                <a:cubicBezTo>
                  <a:pt x="11705" y="2489"/>
                  <a:pt x="11699" y="2356"/>
                  <a:pt x="11687" y="2228"/>
                </a:cubicBezTo>
                <a:cubicBezTo>
                  <a:pt x="11674" y="2101"/>
                  <a:pt x="11648" y="1999"/>
                  <a:pt x="11608" y="1923"/>
                </a:cubicBezTo>
                <a:cubicBezTo>
                  <a:pt x="11564" y="1841"/>
                  <a:pt x="11501" y="1779"/>
                  <a:pt x="11419" y="1737"/>
                </a:cubicBezTo>
                <a:cubicBezTo>
                  <a:pt x="11338" y="1695"/>
                  <a:pt x="11220" y="1674"/>
                  <a:pt x="11065" y="1674"/>
                </a:cubicBezTo>
                <a:cubicBezTo>
                  <a:pt x="10915" y="1674"/>
                  <a:pt x="10764" y="1711"/>
                  <a:pt x="10614" y="1787"/>
                </a:cubicBezTo>
                <a:cubicBezTo>
                  <a:pt x="10464" y="1862"/>
                  <a:pt x="10313" y="1958"/>
                  <a:pt x="10163" y="2074"/>
                </a:cubicBezTo>
                <a:cubicBezTo>
                  <a:pt x="10168" y="2118"/>
                  <a:pt x="10173" y="2169"/>
                  <a:pt x="10177" y="2227"/>
                </a:cubicBezTo>
                <a:cubicBezTo>
                  <a:pt x="10181" y="2285"/>
                  <a:pt x="10183" y="2343"/>
                  <a:pt x="10183" y="2400"/>
                </a:cubicBezTo>
                <a:lnTo>
                  <a:pt x="10183" y="4444"/>
                </a:lnTo>
                <a:lnTo>
                  <a:pt x="9646" y="4444"/>
                </a:lnTo>
                <a:lnTo>
                  <a:pt x="9646" y="2626"/>
                </a:lnTo>
                <a:cubicBezTo>
                  <a:pt x="9646" y="2485"/>
                  <a:pt x="9640" y="2351"/>
                  <a:pt x="9627" y="2224"/>
                </a:cubicBezTo>
                <a:cubicBezTo>
                  <a:pt x="9615" y="2097"/>
                  <a:pt x="9589" y="1996"/>
                  <a:pt x="9549" y="1920"/>
                </a:cubicBezTo>
                <a:cubicBezTo>
                  <a:pt x="9505" y="1838"/>
                  <a:pt x="9442" y="1776"/>
                  <a:pt x="9360" y="1735"/>
                </a:cubicBezTo>
                <a:cubicBezTo>
                  <a:pt x="9278" y="1694"/>
                  <a:pt x="9160" y="1674"/>
                  <a:pt x="9006" y="1674"/>
                </a:cubicBezTo>
                <a:cubicBezTo>
                  <a:pt x="8859" y="1674"/>
                  <a:pt x="8712" y="1710"/>
                  <a:pt x="8565" y="1782"/>
                </a:cubicBezTo>
                <a:cubicBezTo>
                  <a:pt x="8417" y="1855"/>
                  <a:pt x="8270" y="1947"/>
                  <a:pt x="8123" y="2060"/>
                </a:cubicBezTo>
                <a:lnTo>
                  <a:pt x="8123" y="4444"/>
                </a:lnTo>
                <a:lnTo>
                  <a:pt x="7586" y="4444"/>
                </a:lnTo>
                <a:lnTo>
                  <a:pt x="7586" y="1251"/>
                </a:lnTo>
                <a:lnTo>
                  <a:pt x="8123" y="1251"/>
                </a:lnTo>
                <a:lnTo>
                  <a:pt x="8123" y="1606"/>
                </a:lnTo>
                <a:cubicBezTo>
                  <a:pt x="8291" y="1466"/>
                  <a:pt x="8458" y="1356"/>
                  <a:pt x="8625" y="1278"/>
                </a:cubicBezTo>
                <a:cubicBezTo>
                  <a:pt x="8791" y="1199"/>
                  <a:pt x="8969" y="1160"/>
                  <a:pt x="9157" y="1160"/>
                </a:cubicBezTo>
                <a:cubicBezTo>
                  <a:pt x="9374" y="1160"/>
                  <a:pt x="9559" y="1206"/>
                  <a:pt x="9710" y="1298"/>
                </a:cubicBezTo>
                <a:cubicBezTo>
                  <a:pt x="9861" y="1390"/>
                  <a:pt x="9974" y="1517"/>
                  <a:pt x="10048" y="1680"/>
                </a:cubicBezTo>
                <a:cubicBezTo>
                  <a:pt x="10266" y="1496"/>
                  <a:pt x="10464" y="1363"/>
                  <a:pt x="10643" y="1282"/>
                </a:cubicBezTo>
                <a:cubicBezTo>
                  <a:pt x="10822" y="1200"/>
                  <a:pt x="11013" y="1160"/>
                  <a:pt x="11217" y="1160"/>
                </a:cubicBezTo>
                <a:cubicBezTo>
                  <a:pt x="11567" y="1160"/>
                  <a:pt x="11826" y="1266"/>
                  <a:pt x="11992" y="1479"/>
                </a:cubicBezTo>
                <a:cubicBezTo>
                  <a:pt x="12159" y="1691"/>
                  <a:pt x="12242" y="1988"/>
                  <a:pt x="12242" y="2370"/>
                </a:cubicBezTo>
                <a:lnTo>
                  <a:pt x="12242" y="4444"/>
                </a:lnTo>
                <a:close/>
                <a:moveTo>
                  <a:pt x="15921" y="4444"/>
                </a:moveTo>
                <a:lnTo>
                  <a:pt x="15384" y="4444"/>
                </a:lnTo>
                <a:lnTo>
                  <a:pt x="15384" y="4092"/>
                </a:lnTo>
                <a:cubicBezTo>
                  <a:pt x="15203" y="4235"/>
                  <a:pt x="15029" y="4345"/>
                  <a:pt x="14864" y="4421"/>
                </a:cubicBezTo>
                <a:cubicBezTo>
                  <a:pt x="14698" y="4498"/>
                  <a:pt x="14515" y="4536"/>
                  <a:pt x="14315" y="4536"/>
                </a:cubicBezTo>
                <a:cubicBezTo>
                  <a:pt x="13980" y="4536"/>
                  <a:pt x="13719" y="4433"/>
                  <a:pt x="13533" y="4228"/>
                </a:cubicBezTo>
                <a:cubicBezTo>
                  <a:pt x="13346" y="4023"/>
                  <a:pt x="13253" y="3722"/>
                  <a:pt x="13253" y="3325"/>
                </a:cubicBezTo>
                <a:lnTo>
                  <a:pt x="13253" y="1251"/>
                </a:lnTo>
                <a:lnTo>
                  <a:pt x="13790" y="1251"/>
                </a:lnTo>
                <a:lnTo>
                  <a:pt x="13790" y="3069"/>
                </a:lnTo>
                <a:cubicBezTo>
                  <a:pt x="13790" y="3231"/>
                  <a:pt x="13797" y="3370"/>
                  <a:pt x="13813" y="3485"/>
                </a:cubicBezTo>
                <a:cubicBezTo>
                  <a:pt x="13828" y="3601"/>
                  <a:pt x="13860" y="3699"/>
                  <a:pt x="13910" y="3781"/>
                </a:cubicBezTo>
                <a:cubicBezTo>
                  <a:pt x="13961" y="3865"/>
                  <a:pt x="14028" y="3926"/>
                  <a:pt x="14110" y="3964"/>
                </a:cubicBezTo>
                <a:cubicBezTo>
                  <a:pt x="14192" y="4003"/>
                  <a:pt x="14311" y="4022"/>
                  <a:pt x="14467" y="4022"/>
                </a:cubicBezTo>
                <a:cubicBezTo>
                  <a:pt x="14606" y="4022"/>
                  <a:pt x="14758" y="3985"/>
                  <a:pt x="14922" y="3913"/>
                </a:cubicBezTo>
                <a:cubicBezTo>
                  <a:pt x="15087" y="3840"/>
                  <a:pt x="15241" y="3748"/>
                  <a:pt x="15384" y="3636"/>
                </a:cubicBezTo>
                <a:lnTo>
                  <a:pt x="15384" y="1251"/>
                </a:lnTo>
                <a:lnTo>
                  <a:pt x="15921" y="1251"/>
                </a:lnTo>
                <a:lnTo>
                  <a:pt x="15921" y="4444"/>
                </a:lnTo>
                <a:close/>
                <a:moveTo>
                  <a:pt x="17520" y="4444"/>
                </a:moveTo>
                <a:lnTo>
                  <a:pt x="16983" y="4444"/>
                </a:lnTo>
                <a:lnTo>
                  <a:pt x="16983" y="0"/>
                </a:lnTo>
                <a:lnTo>
                  <a:pt x="17520" y="0"/>
                </a:lnTo>
                <a:lnTo>
                  <a:pt x="17520" y="4444"/>
                </a:lnTo>
                <a:close/>
                <a:moveTo>
                  <a:pt x="21062" y="4444"/>
                </a:moveTo>
                <a:lnTo>
                  <a:pt x="20527" y="4444"/>
                </a:lnTo>
                <a:lnTo>
                  <a:pt x="20527" y="4107"/>
                </a:lnTo>
                <a:cubicBezTo>
                  <a:pt x="20480" y="4139"/>
                  <a:pt x="20416" y="4184"/>
                  <a:pt x="20335" y="4243"/>
                </a:cubicBezTo>
                <a:cubicBezTo>
                  <a:pt x="20254" y="4301"/>
                  <a:pt x="20175" y="4347"/>
                  <a:pt x="20099" y="4381"/>
                </a:cubicBezTo>
                <a:cubicBezTo>
                  <a:pt x="20010" y="4425"/>
                  <a:pt x="19907" y="4462"/>
                  <a:pt x="19791" y="4491"/>
                </a:cubicBezTo>
                <a:cubicBezTo>
                  <a:pt x="19674" y="4521"/>
                  <a:pt x="19538" y="4536"/>
                  <a:pt x="19382" y="4536"/>
                </a:cubicBezTo>
                <a:cubicBezTo>
                  <a:pt x="19095" y="4536"/>
                  <a:pt x="18851" y="4440"/>
                  <a:pt x="18651" y="4250"/>
                </a:cubicBezTo>
                <a:cubicBezTo>
                  <a:pt x="18451" y="4059"/>
                  <a:pt x="18351" y="3816"/>
                  <a:pt x="18351" y="3520"/>
                </a:cubicBezTo>
                <a:cubicBezTo>
                  <a:pt x="18351" y="3278"/>
                  <a:pt x="18403" y="3082"/>
                  <a:pt x="18507" y="2933"/>
                </a:cubicBezTo>
                <a:cubicBezTo>
                  <a:pt x="18610" y="2783"/>
                  <a:pt x="18758" y="2665"/>
                  <a:pt x="18951" y="2580"/>
                </a:cubicBezTo>
                <a:cubicBezTo>
                  <a:pt x="19145" y="2494"/>
                  <a:pt x="19378" y="2436"/>
                  <a:pt x="19651" y="2405"/>
                </a:cubicBezTo>
                <a:cubicBezTo>
                  <a:pt x="19923" y="2375"/>
                  <a:pt x="20215" y="2352"/>
                  <a:pt x="20527" y="2336"/>
                </a:cubicBezTo>
                <a:lnTo>
                  <a:pt x="20527" y="2253"/>
                </a:lnTo>
                <a:cubicBezTo>
                  <a:pt x="20527" y="2130"/>
                  <a:pt x="20506" y="2028"/>
                  <a:pt x="20463" y="1948"/>
                </a:cubicBezTo>
                <a:cubicBezTo>
                  <a:pt x="20420" y="1867"/>
                  <a:pt x="20359" y="1804"/>
                  <a:pt x="20279" y="1757"/>
                </a:cubicBezTo>
                <a:cubicBezTo>
                  <a:pt x="20203" y="1713"/>
                  <a:pt x="20111" y="1684"/>
                  <a:pt x="20005" y="1668"/>
                </a:cubicBezTo>
                <a:cubicBezTo>
                  <a:pt x="19898" y="1653"/>
                  <a:pt x="19787" y="1645"/>
                  <a:pt x="19671" y="1645"/>
                </a:cubicBezTo>
                <a:cubicBezTo>
                  <a:pt x="19530" y="1645"/>
                  <a:pt x="19373" y="1664"/>
                  <a:pt x="19199" y="1702"/>
                </a:cubicBezTo>
                <a:cubicBezTo>
                  <a:pt x="19026" y="1740"/>
                  <a:pt x="18847" y="1796"/>
                  <a:pt x="18662" y="1868"/>
                </a:cubicBezTo>
                <a:lnTo>
                  <a:pt x="18634" y="1868"/>
                </a:lnTo>
                <a:lnTo>
                  <a:pt x="18634" y="1322"/>
                </a:lnTo>
                <a:cubicBezTo>
                  <a:pt x="18738" y="1294"/>
                  <a:pt x="18890" y="1262"/>
                  <a:pt x="19088" y="1228"/>
                </a:cubicBezTo>
                <a:cubicBezTo>
                  <a:pt x="19286" y="1194"/>
                  <a:pt x="19481" y="1177"/>
                  <a:pt x="19673" y="1177"/>
                </a:cubicBezTo>
                <a:cubicBezTo>
                  <a:pt x="19898" y="1177"/>
                  <a:pt x="20094" y="1195"/>
                  <a:pt x="20260" y="1232"/>
                </a:cubicBezTo>
                <a:cubicBezTo>
                  <a:pt x="20427" y="1270"/>
                  <a:pt x="20571" y="1333"/>
                  <a:pt x="20693" y="1422"/>
                </a:cubicBezTo>
                <a:cubicBezTo>
                  <a:pt x="20813" y="1510"/>
                  <a:pt x="20904" y="1623"/>
                  <a:pt x="20967" y="1762"/>
                </a:cubicBezTo>
                <a:cubicBezTo>
                  <a:pt x="21030" y="1901"/>
                  <a:pt x="21062" y="2074"/>
                  <a:pt x="21062" y="2279"/>
                </a:cubicBezTo>
                <a:lnTo>
                  <a:pt x="21062" y="4444"/>
                </a:lnTo>
                <a:moveTo>
                  <a:pt x="20527" y="3663"/>
                </a:moveTo>
                <a:lnTo>
                  <a:pt x="20527" y="2771"/>
                </a:lnTo>
                <a:cubicBezTo>
                  <a:pt x="20364" y="2780"/>
                  <a:pt x="20171" y="2794"/>
                  <a:pt x="19949" y="2814"/>
                </a:cubicBezTo>
                <a:cubicBezTo>
                  <a:pt x="19727" y="2833"/>
                  <a:pt x="19552" y="2860"/>
                  <a:pt x="19422" y="2897"/>
                </a:cubicBezTo>
                <a:cubicBezTo>
                  <a:pt x="19268" y="2941"/>
                  <a:pt x="19143" y="3009"/>
                  <a:pt x="19048" y="3102"/>
                </a:cubicBezTo>
                <a:cubicBezTo>
                  <a:pt x="18953" y="3195"/>
                  <a:pt x="18905" y="3322"/>
                  <a:pt x="18905" y="3485"/>
                </a:cubicBezTo>
                <a:cubicBezTo>
                  <a:pt x="18905" y="3669"/>
                  <a:pt x="18960" y="3807"/>
                  <a:pt x="19071" y="3900"/>
                </a:cubicBezTo>
                <a:cubicBezTo>
                  <a:pt x="19181" y="3992"/>
                  <a:pt x="19350" y="4039"/>
                  <a:pt x="19576" y="4039"/>
                </a:cubicBezTo>
                <a:cubicBezTo>
                  <a:pt x="19765" y="4039"/>
                  <a:pt x="19937" y="4002"/>
                  <a:pt x="20093" y="3928"/>
                </a:cubicBezTo>
                <a:cubicBezTo>
                  <a:pt x="20249" y="3855"/>
                  <a:pt x="20394" y="3766"/>
                  <a:pt x="20527" y="3663"/>
                </a:cubicBezTo>
                <a:close/>
                <a:moveTo>
                  <a:pt x="24455" y="4247"/>
                </a:moveTo>
                <a:cubicBezTo>
                  <a:pt x="24276" y="4333"/>
                  <a:pt x="24106" y="4400"/>
                  <a:pt x="23945" y="4447"/>
                </a:cubicBezTo>
                <a:cubicBezTo>
                  <a:pt x="23784" y="4495"/>
                  <a:pt x="23614" y="4519"/>
                  <a:pt x="23433" y="4519"/>
                </a:cubicBezTo>
                <a:cubicBezTo>
                  <a:pt x="23202" y="4519"/>
                  <a:pt x="22991" y="4485"/>
                  <a:pt x="22799" y="4417"/>
                </a:cubicBezTo>
                <a:cubicBezTo>
                  <a:pt x="22606" y="4349"/>
                  <a:pt x="22442" y="4247"/>
                  <a:pt x="22304" y="4109"/>
                </a:cubicBezTo>
                <a:cubicBezTo>
                  <a:pt x="22165" y="3972"/>
                  <a:pt x="22058" y="3798"/>
                  <a:pt x="21982" y="3589"/>
                </a:cubicBezTo>
                <a:cubicBezTo>
                  <a:pt x="21906" y="3379"/>
                  <a:pt x="21867" y="3134"/>
                  <a:pt x="21867" y="2853"/>
                </a:cubicBezTo>
                <a:cubicBezTo>
                  <a:pt x="21867" y="2331"/>
                  <a:pt x="22011" y="1921"/>
                  <a:pt x="22297" y="1623"/>
                </a:cubicBezTo>
                <a:cubicBezTo>
                  <a:pt x="22584" y="1326"/>
                  <a:pt x="22962" y="1177"/>
                  <a:pt x="23433" y="1177"/>
                </a:cubicBezTo>
                <a:cubicBezTo>
                  <a:pt x="23615" y="1177"/>
                  <a:pt x="23795" y="1202"/>
                  <a:pt x="23971" y="1254"/>
                </a:cubicBezTo>
                <a:cubicBezTo>
                  <a:pt x="24147" y="1305"/>
                  <a:pt x="24309" y="1368"/>
                  <a:pt x="24455" y="1442"/>
                </a:cubicBezTo>
                <a:lnTo>
                  <a:pt x="24455" y="2039"/>
                </a:lnTo>
                <a:lnTo>
                  <a:pt x="24427" y="2039"/>
                </a:lnTo>
                <a:cubicBezTo>
                  <a:pt x="24263" y="1913"/>
                  <a:pt x="24094" y="1815"/>
                  <a:pt x="23920" y="1747"/>
                </a:cubicBezTo>
                <a:cubicBezTo>
                  <a:pt x="23745" y="1679"/>
                  <a:pt x="23575" y="1645"/>
                  <a:pt x="23410" y="1645"/>
                </a:cubicBezTo>
                <a:cubicBezTo>
                  <a:pt x="23105" y="1645"/>
                  <a:pt x="22865" y="1748"/>
                  <a:pt x="22689" y="1952"/>
                </a:cubicBezTo>
                <a:cubicBezTo>
                  <a:pt x="22512" y="2157"/>
                  <a:pt x="22424" y="2457"/>
                  <a:pt x="22424" y="2853"/>
                </a:cubicBezTo>
                <a:cubicBezTo>
                  <a:pt x="22424" y="3238"/>
                  <a:pt x="22511" y="3534"/>
                  <a:pt x="22683" y="3740"/>
                </a:cubicBezTo>
                <a:cubicBezTo>
                  <a:pt x="22855" y="3947"/>
                  <a:pt x="23098" y="4050"/>
                  <a:pt x="23410" y="4050"/>
                </a:cubicBezTo>
                <a:cubicBezTo>
                  <a:pt x="23518" y="4050"/>
                  <a:pt x="23629" y="4036"/>
                  <a:pt x="23741" y="4008"/>
                </a:cubicBezTo>
                <a:cubicBezTo>
                  <a:pt x="23853" y="3979"/>
                  <a:pt x="23954" y="3942"/>
                  <a:pt x="24044" y="3897"/>
                </a:cubicBezTo>
                <a:cubicBezTo>
                  <a:pt x="24122" y="3857"/>
                  <a:pt x="24195" y="3815"/>
                  <a:pt x="24264" y="3771"/>
                </a:cubicBezTo>
                <a:cubicBezTo>
                  <a:pt x="24332" y="3726"/>
                  <a:pt x="24387" y="3688"/>
                  <a:pt x="24427" y="3656"/>
                </a:cubicBezTo>
                <a:lnTo>
                  <a:pt x="24455" y="3656"/>
                </a:lnTo>
                <a:lnTo>
                  <a:pt x="24455" y="4247"/>
                </a:lnTo>
                <a:close/>
                <a:moveTo>
                  <a:pt x="27814" y="2902"/>
                </a:moveTo>
                <a:lnTo>
                  <a:pt x="25463" y="2902"/>
                </a:lnTo>
                <a:cubicBezTo>
                  <a:pt x="25463" y="3099"/>
                  <a:pt x="25493" y="3270"/>
                  <a:pt x="25552" y="3416"/>
                </a:cubicBezTo>
                <a:cubicBezTo>
                  <a:pt x="25611" y="3562"/>
                  <a:pt x="25692" y="3682"/>
                  <a:pt x="25794" y="3775"/>
                </a:cubicBezTo>
                <a:cubicBezTo>
                  <a:pt x="25893" y="3867"/>
                  <a:pt x="26011" y="3936"/>
                  <a:pt x="26147" y="3981"/>
                </a:cubicBezTo>
                <a:cubicBezTo>
                  <a:pt x="26283" y="4027"/>
                  <a:pt x="26433" y="4050"/>
                  <a:pt x="26597" y="4050"/>
                </a:cubicBezTo>
                <a:cubicBezTo>
                  <a:pt x="26814" y="4050"/>
                  <a:pt x="27033" y="4006"/>
                  <a:pt x="27252" y="3919"/>
                </a:cubicBezTo>
                <a:cubicBezTo>
                  <a:pt x="27472" y="3832"/>
                  <a:pt x="27629" y="3746"/>
                  <a:pt x="27722" y="3662"/>
                </a:cubicBezTo>
                <a:lnTo>
                  <a:pt x="27751" y="3662"/>
                </a:lnTo>
                <a:lnTo>
                  <a:pt x="27751" y="4249"/>
                </a:lnTo>
                <a:cubicBezTo>
                  <a:pt x="27570" y="4326"/>
                  <a:pt x="27385" y="4390"/>
                  <a:pt x="27197" y="4441"/>
                </a:cubicBezTo>
                <a:cubicBezTo>
                  <a:pt x="27008" y="4493"/>
                  <a:pt x="26810" y="4519"/>
                  <a:pt x="26603" y="4519"/>
                </a:cubicBezTo>
                <a:cubicBezTo>
                  <a:pt x="26073" y="4519"/>
                  <a:pt x="25660" y="4375"/>
                  <a:pt x="25363" y="4088"/>
                </a:cubicBezTo>
                <a:cubicBezTo>
                  <a:pt x="25066" y="3801"/>
                  <a:pt x="24918" y="3393"/>
                  <a:pt x="24918" y="2865"/>
                </a:cubicBezTo>
                <a:cubicBezTo>
                  <a:pt x="24918" y="2342"/>
                  <a:pt x="25060" y="1927"/>
                  <a:pt x="25345" y="1620"/>
                </a:cubicBezTo>
                <a:cubicBezTo>
                  <a:pt x="25629" y="1313"/>
                  <a:pt x="26004" y="1160"/>
                  <a:pt x="26468" y="1160"/>
                </a:cubicBezTo>
                <a:cubicBezTo>
                  <a:pt x="26899" y="1160"/>
                  <a:pt x="27231" y="1286"/>
                  <a:pt x="27464" y="1537"/>
                </a:cubicBezTo>
                <a:cubicBezTo>
                  <a:pt x="27697" y="1789"/>
                  <a:pt x="27814" y="2147"/>
                  <a:pt x="27814" y="2610"/>
                </a:cubicBezTo>
                <a:lnTo>
                  <a:pt x="27814" y="2902"/>
                </a:lnTo>
                <a:moveTo>
                  <a:pt x="27291" y="2491"/>
                </a:moveTo>
                <a:cubicBezTo>
                  <a:pt x="27289" y="2209"/>
                  <a:pt x="27218" y="1991"/>
                  <a:pt x="27078" y="1837"/>
                </a:cubicBezTo>
                <a:cubicBezTo>
                  <a:pt x="26938" y="1682"/>
                  <a:pt x="26726" y="1605"/>
                  <a:pt x="26440" y="1605"/>
                </a:cubicBezTo>
                <a:cubicBezTo>
                  <a:pt x="26152" y="1605"/>
                  <a:pt x="25923" y="1690"/>
                  <a:pt x="25753" y="1859"/>
                </a:cubicBezTo>
                <a:cubicBezTo>
                  <a:pt x="25583" y="2029"/>
                  <a:pt x="25486" y="2239"/>
                  <a:pt x="25463" y="2491"/>
                </a:cubicBezTo>
                <a:lnTo>
                  <a:pt x="27291" y="2491"/>
                </a:lnTo>
                <a:close/>
                <a:moveTo>
                  <a:pt x="31107" y="4444"/>
                </a:moveTo>
                <a:lnTo>
                  <a:pt x="30573" y="4444"/>
                </a:lnTo>
                <a:lnTo>
                  <a:pt x="30573" y="4107"/>
                </a:lnTo>
                <a:cubicBezTo>
                  <a:pt x="30525" y="4139"/>
                  <a:pt x="30461" y="4184"/>
                  <a:pt x="30380" y="4243"/>
                </a:cubicBezTo>
                <a:cubicBezTo>
                  <a:pt x="30299" y="4301"/>
                  <a:pt x="30221" y="4347"/>
                  <a:pt x="30145" y="4381"/>
                </a:cubicBezTo>
                <a:cubicBezTo>
                  <a:pt x="30055" y="4425"/>
                  <a:pt x="29952" y="4462"/>
                  <a:pt x="29836" y="4491"/>
                </a:cubicBezTo>
                <a:cubicBezTo>
                  <a:pt x="29720" y="4521"/>
                  <a:pt x="29584" y="4536"/>
                  <a:pt x="29428" y="4536"/>
                </a:cubicBezTo>
                <a:cubicBezTo>
                  <a:pt x="29140" y="4536"/>
                  <a:pt x="28896" y="4440"/>
                  <a:pt x="28696" y="4250"/>
                </a:cubicBezTo>
                <a:cubicBezTo>
                  <a:pt x="28496" y="4059"/>
                  <a:pt x="28397" y="3816"/>
                  <a:pt x="28397" y="3520"/>
                </a:cubicBezTo>
                <a:cubicBezTo>
                  <a:pt x="28397" y="3278"/>
                  <a:pt x="28448" y="3082"/>
                  <a:pt x="28552" y="2933"/>
                </a:cubicBezTo>
                <a:cubicBezTo>
                  <a:pt x="28656" y="2783"/>
                  <a:pt x="28804" y="2665"/>
                  <a:pt x="28996" y="2580"/>
                </a:cubicBezTo>
                <a:cubicBezTo>
                  <a:pt x="29191" y="2494"/>
                  <a:pt x="29424" y="2436"/>
                  <a:pt x="29696" y="2405"/>
                </a:cubicBezTo>
                <a:cubicBezTo>
                  <a:pt x="29968" y="2375"/>
                  <a:pt x="30261" y="2352"/>
                  <a:pt x="30573" y="2336"/>
                </a:cubicBezTo>
                <a:lnTo>
                  <a:pt x="30573" y="2253"/>
                </a:lnTo>
                <a:cubicBezTo>
                  <a:pt x="30573" y="2130"/>
                  <a:pt x="30552" y="2028"/>
                  <a:pt x="30509" y="1948"/>
                </a:cubicBezTo>
                <a:cubicBezTo>
                  <a:pt x="30466" y="1867"/>
                  <a:pt x="30404" y="1804"/>
                  <a:pt x="30324" y="1757"/>
                </a:cubicBezTo>
                <a:cubicBezTo>
                  <a:pt x="30248" y="1713"/>
                  <a:pt x="30157" y="1684"/>
                  <a:pt x="30050" y="1668"/>
                </a:cubicBezTo>
                <a:cubicBezTo>
                  <a:pt x="29944" y="1653"/>
                  <a:pt x="29832" y="1645"/>
                  <a:pt x="29716" y="1645"/>
                </a:cubicBezTo>
                <a:cubicBezTo>
                  <a:pt x="29575" y="1645"/>
                  <a:pt x="29418" y="1664"/>
                  <a:pt x="29245" y="1702"/>
                </a:cubicBezTo>
                <a:cubicBezTo>
                  <a:pt x="29072" y="1740"/>
                  <a:pt x="28893" y="1796"/>
                  <a:pt x="28708" y="1868"/>
                </a:cubicBezTo>
                <a:lnTo>
                  <a:pt x="28679" y="1868"/>
                </a:lnTo>
                <a:lnTo>
                  <a:pt x="28679" y="1322"/>
                </a:lnTo>
                <a:cubicBezTo>
                  <a:pt x="28784" y="1294"/>
                  <a:pt x="28935" y="1262"/>
                  <a:pt x="29133" y="1228"/>
                </a:cubicBezTo>
                <a:cubicBezTo>
                  <a:pt x="29331" y="1194"/>
                  <a:pt x="29527" y="1177"/>
                  <a:pt x="29719" y="1177"/>
                </a:cubicBezTo>
                <a:cubicBezTo>
                  <a:pt x="29944" y="1177"/>
                  <a:pt x="30139" y="1195"/>
                  <a:pt x="30306" y="1232"/>
                </a:cubicBezTo>
                <a:cubicBezTo>
                  <a:pt x="30473" y="1270"/>
                  <a:pt x="30617" y="1333"/>
                  <a:pt x="30739" y="1422"/>
                </a:cubicBezTo>
                <a:cubicBezTo>
                  <a:pt x="30859" y="1510"/>
                  <a:pt x="30950" y="1623"/>
                  <a:pt x="31013" y="1762"/>
                </a:cubicBezTo>
                <a:cubicBezTo>
                  <a:pt x="31076" y="1901"/>
                  <a:pt x="31107" y="2074"/>
                  <a:pt x="31107" y="2279"/>
                </a:cubicBezTo>
                <a:lnTo>
                  <a:pt x="31107" y="4444"/>
                </a:lnTo>
                <a:moveTo>
                  <a:pt x="30573" y="3663"/>
                </a:moveTo>
                <a:lnTo>
                  <a:pt x="30573" y="2771"/>
                </a:lnTo>
                <a:cubicBezTo>
                  <a:pt x="30409" y="2780"/>
                  <a:pt x="30216" y="2794"/>
                  <a:pt x="29995" y="2814"/>
                </a:cubicBezTo>
                <a:cubicBezTo>
                  <a:pt x="29773" y="2833"/>
                  <a:pt x="29597" y="2860"/>
                  <a:pt x="29468" y="2897"/>
                </a:cubicBezTo>
                <a:cubicBezTo>
                  <a:pt x="29313" y="2941"/>
                  <a:pt x="29189" y="3009"/>
                  <a:pt x="29093" y="3102"/>
                </a:cubicBezTo>
                <a:cubicBezTo>
                  <a:pt x="28998" y="3195"/>
                  <a:pt x="28951" y="3322"/>
                  <a:pt x="28951" y="3485"/>
                </a:cubicBezTo>
                <a:cubicBezTo>
                  <a:pt x="28951" y="3669"/>
                  <a:pt x="29006" y="3807"/>
                  <a:pt x="29116" y="3900"/>
                </a:cubicBezTo>
                <a:cubicBezTo>
                  <a:pt x="29227" y="3992"/>
                  <a:pt x="29395" y="4039"/>
                  <a:pt x="29622" y="4039"/>
                </a:cubicBezTo>
                <a:cubicBezTo>
                  <a:pt x="29810" y="4039"/>
                  <a:pt x="29983" y="4002"/>
                  <a:pt x="30139" y="3928"/>
                </a:cubicBezTo>
                <a:cubicBezTo>
                  <a:pt x="30295" y="3855"/>
                  <a:pt x="30440" y="3766"/>
                  <a:pt x="30573" y="3663"/>
                </a:cubicBezTo>
                <a:close/>
                <a:moveTo>
                  <a:pt x="34811" y="2902"/>
                </a:moveTo>
                <a:lnTo>
                  <a:pt x="32461" y="2902"/>
                </a:lnTo>
                <a:cubicBezTo>
                  <a:pt x="32461" y="3099"/>
                  <a:pt x="32490" y="3270"/>
                  <a:pt x="32549" y="3416"/>
                </a:cubicBezTo>
                <a:cubicBezTo>
                  <a:pt x="32608" y="3562"/>
                  <a:pt x="32689" y="3682"/>
                  <a:pt x="32792" y="3775"/>
                </a:cubicBezTo>
                <a:cubicBezTo>
                  <a:pt x="32891" y="3867"/>
                  <a:pt x="33009" y="3936"/>
                  <a:pt x="33145" y="3981"/>
                </a:cubicBezTo>
                <a:cubicBezTo>
                  <a:pt x="33281" y="4027"/>
                  <a:pt x="33431" y="4050"/>
                  <a:pt x="33595" y="4050"/>
                </a:cubicBezTo>
                <a:cubicBezTo>
                  <a:pt x="33812" y="4050"/>
                  <a:pt x="34030" y="4006"/>
                  <a:pt x="34250" y="3919"/>
                </a:cubicBezTo>
                <a:cubicBezTo>
                  <a:pt x="34470" y="3832"/>
                  <a:pt x="34627" y="3746"/>
                  <a:pt x="34720" y="3662"/>
                </a:cubicBezTo>
                <a:lnTo>
                  <a:pt x="34749" y="3662"/>
                </a:lnTo>
                <a:lnTo>
                  <a:pt x="34749" y="4249"/>
                </a:lnTo>
                <a:cubicBezTo>
                  <a:pt x="34568" y="4326"/>
                  <a:pt x="34383" y="4390"/>
                  <a:pt x="34195" y="4441"/>
                </a:cubicBezTo>
                <a:cubicBezTo>
                  <a:pt x="34006" y="4493"/>
                  <a:pt x="33808" y="4519"/>
                  <a:pt x="33600" y="4519"/>
                </a:cubicBezTo>
                <a:cubicBezTo>
                  <a:pt x="33071" y="4519"/>
                  <a:pt x="32658" y="4375"/>
                  <a:pt x="32361" y="4088"/>
                </a:cubicBezTo>
                <a:cubicBezTo>
                  <a:pt x="32064" y="3801"/>
                  <a:pt x="31915" y="3393"/>
                  <a:pt x="31915" y="2865"/>
                </a:cubicBezTo>
                <a:cubicBezTo>
                  <a:pt x="31915" y="2342"/>
                  <a:pt x="32058" y="1927"/>
                  <a:pt x="32342" y="1620"/>
                </a:cubicBezTo>
                <a:cubicBezTo>
                  <a:pt x="32627" y="1313"/>
                  <a:pt x="33002" y="1160"/>
                  <a:pt x="33466" y="1160"/>
                </a:cubicBezTo>
                <a:cubicBezTo>
                  <a:pt x="33897" y="1160"/>
                  <a:pt x="34228" y="1286"/>
                  <a:pt x="34462" y="1537"/>
                </a:cubicBezTo>
                <a:cubicBezTo>
                  <a:pt x="34695" y="1789"/>
                  <a:pt x="34811" y="2147"/>
                  <a:pt x="34811" y="2610"/>
                </a:cubicBezTo>
                <a:lnTo>
                  <a:pt x="34811" y="2902"/>
                </a:lnTo>
                <a:moveTo>
                  <a:pt x="34289" y="2491"/>
                </a:moveTo>
                <a:cubicBezTo>
                  <a:pt x="34287" y="2209"/>
                  <a:pt x="34216" y="1991"/>
                  <a:pt x="34076" y="1837"/>
                </a:cubicBezTo>
                <a:cubicBezTo>
                  <a:pt x="33936" y="1682"/>
                  <a:pt x="33723" y="1605"/>
                  <a:pt x="33438" y="1605"/>
                </a:cubicBezTo>
                <a:cubicBezTo>
                  <a:pt x="33150" y="1605"/>
                  <a:pt x="32921" y="1690"/>
                  <a:pt x="32751" y="1859"/>
                </a:cubicBezTo>
                <a:cubicBezTo>
                  <a:pt x="32580" y="2029"/>
                  <a:pt x="32484" y="2239"/>
                  <a:pt x="32461" y="2491"/>
                </a:cubicBezTo>
                <a:lnTo>
                  <a:pt x="34289" y="2491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788B82-2616-4C1B-963F-BEC8480D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573" y="1507706"/>
            <a:ext cx="34882" cy="46543"/>
          </a:xfrm>
          <a:custGeom xmlns:a="http://schemas.openxmlformats.org/drawingml/2006/main">
            <a:pathLst>
              <a:path w="34882" h="46543">
                <a:moveTo>
                  <a:pt x="0" y="0"/>
                </a:moveTo>
                <a:lnTo>
                  <a:pt x="34882" y="0"/>
                </a:lnTo>
                <a:lnTo>
                  <a:pt x="34882" y="46543"/>
                </a:lnTo>
                <a:lnTo>
                  <a:pt x="0" y="465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871DF0-B6BA-4CD4-BA4B-ACF0DA63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06573" y="1507707"/>
            <a:ext cx="34882" cy="46542"/>
          </a:xfrm>
          <a:custGeom xmlns:a="http://schemas.openxmlformats.org/drawingml/2006/main">
            <a:pathLst>
              <a:path w="34882" h="46542" fill="none">
                <a:moveTo>
                  <a:pt x="0" y="0"/>
                </a:moveTo>
                <a:lnTo>
                  <a:pt x="34882" y="0"/>
                </a:lnTo>
                <a:lnTo>
                  <a:pt x="34882" y="46542"/>
                </a:lnTo>
                <a:lnTo>
                  <a:pt x="0" y="46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47" name="Text Polemoniaceae">
            <a:extLst xmlns:a="http://schemas.openxmlformats.org/drawingml/2006/main">
              <a:ext uri="{FF2B5EF4-FFF2-40B4-BE49-F238E27FC236}">
                <a16:creationId xmlns:a16="http://schemas.microsoft.com/office/drawing/2014/main" id="{0A824DEE-9B8F-4E12-B999-890D151F9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29524" y="1508836"/>
            <a:ext cx="34100" cy="3605"/>
          </a:xfrm>
          <a:custGeom xmlns:a="http://schemas.openxmlformats.org/drawingml/2006/main">
            <a:pathLst>
              <a:path w="34100" h="3605">
                <a:moveTo>
                  <a:pt x="2211" y="1171"/>
                </a:moveTo>
                <a:cubicBezTo>
                  <a:pt x="2211" y="1321"/>
                  <a:pt x="2185" y="1460"/>
                  <a:pt x="2133" y="1588"/>
                </a:cubicBezTo>
                <a:cubicBezTo>
                  <a:pt x="2081" y="1716"/>
                  <a:pt x="2008" y="1827"/>
                  <a:pt x="1914" y="1921"/>
                </a:cubicBezTo>
                <a:cubicBezTo>
                  <a:pt x="1797" y="2037"/>
                  <a:pt x="1660" y="2125"/>
                  <a:pt x="1501" y="2183"/>
                </a:cubicBezTo>
                <a:cubicBezTo>
                  <a:pt x="1342" y="2241"/>
                  <a:pt x="1141" y="2270"/>
                  <a:pt x="899" y="2270"/>
                </a:cubicBezTo>
                <a:lnTo>
                  <a:pt x="450" y="2270"/>
                </a:lnTo>
                <a:lnTo>
                  <a:pt x="450" y="3533"/>
                </a:lnTo>
                <a:lnTo>
                  <a:pt x="0" y="3533"/>
                </a:lnTo>
                <a:lnTo>
                  <a:pt x="0" y="150"/>
                </a:lnTo>
                <a:lnTo>
                  <a:pt x="917" y="150"/>
                </a:lnTo>
                <a:cubicBezTo>
                  <a:pt x="1120" y="150"/>
                  <a:pt x="1292" y="167"/>
                  <a:pt x="1433" y="201"/>
                </a:cubicBezTo>
                <a:cubicBezTo>
                  <a:pt x="1573" y="235"/>
                  <a:pt x="1698" y="288"/>
                  <a:pt x="1807" y="361"/>
                </a:cubicBezTo>
                <a:cubicBezTo>
                  <a:pt x="1936" y="447"/>
                  <a:pt x="2035" y="555"/>
                  <a:pt x="2106" y="683"/>
                </a:cubicBezTo>
                <a:cubicBezTo>
                  <a:pt x="2176" y="812"/>
                  <a:pt x="2211" y="975"/>
                  <a:pt x="2211" y="1171"/>
                </a:cubicBezTo>
                <a:moveTo>
                  <a:pt x="1744" y="1182"/>
                </a:moveTo>
                <a:cubicBezTo>
                  <a:pt x="1744" y="1066"/>
                  <a:pt x="1723" y="966"/>
                  <a:pt x="1682" y="880"/>
                </a:cubicBezTo>
                <a:cubicBezTo>
                  <a:pt x="1641" y="795"/>
                  <a:pt x="1579" y="725"/>
                  <a:pt x="1496" y="671"/>
                </a:cubicBezTo>
                <a:cubicBezTo>
                  <a:pt x="1424" y="624"/>
                  <a:pt x="1341" y="591"/>
                  <a:pt x="1248" y="571"/>
                </a:cubicBezTo>
                <a:cubicBezTo>
                  <a:pt x="1154" y="550"/>
                  <a:pt x="1037" y="540"/>
                  <a:pt x="895" y="540"/>
                </a:cubicBezTo>
                <a:lnTo>
                  <a:pt x="450" y="540"/>
                </a:lnTo>
                <a:lnTo>
                  <a:pt x="450" y="1880"/>
                </a:lnTo>
                <a:lnTo>
                  <a:pt x="829" y="1880"/>
                </a:lnTo>
                <a:cubicBezTo>
                  <a:pt x="1010" y="1880"/>
                  <a:pt x="1158" y="1864"/>
                  <a:pt x="1271" y="1831"/>
                </a:cubicBezTo>
                <a:cubicBezTo>
                  <a:pt x="1385" y="1799"/>
                  <a:pt x="1477" y="1748"/>
                  <a:pt x="1548" y="1677"/>
                </a:cubicBezTo>
                <a:cubicBezTo>
                  <a:pt x="1620" y="1605"/>
                  <a:pt x="1670" y="1529"/>
                  <a:pt x="1699" y="1450"/>
                </a:cubicBezTo>
                <a:cubicBezTo>
                  <a:pt x="1729" y="1370"/>
                  <a:pt x="1744" y="1281"/>
                  <a:pt x="1744" y="1182"/>
                </a:cubicBezTo>
                <a:close/>
                <a:moveTo>
                  <a:pt x="4931" y="2265"/>
                </a:moveTo>
                <a:cubicBezTo>
                  <a:pt x="4931" y="2679"/>
                  <a:pt x="4825" y="3006"/>
                  <a:pt x="4613" y="3246"/>
                </a:cubicBezTo>
                <a:cubicBezTo>
                  <a:pt x="4401" y="3485"/>
                  <a:pt x="4117" y="3605"/>
                  <a:pt x="3762" y="3605"/>
                </a:cubicBezTo>
                <a:cubicBezTo>
                  <a:pt x="3403" y="3605"/>
                  <a:pt x="3118" y="3485"/>
                  <a:pt x="2907" y="3246"/>
                </a:cubicBezTo>
                <a:cubicBezTo>
                  <a:pt x="2696" y="3006"/>
                  <a:pt x="2590" y="2679"/>
                  <a:pt x="2590" y="2265"/>
                </a:cubicBezTo>
                <a:cubicBezTo>
                  <a:pt x="2590" y="1850"/>
                  <a:pt x="2696" y="1523"/>
                  <a:pt x="2907" y="1283"/>
                </a:cubicBezTo>
                <a:cubicBezTo>
                  <a:pt x="3118" y="1042"/>
                  <a:pt x="3403" y="922"/>
                  <a:pt x="3762" y="922"/>
                </a:cubicBezTo>
                <a:cubicBezTo>
                  <a:pt x="4117" y="922"/>
                  <a:pt x="4401" y="1042"/>
                  <a:pt x="4613" y="1283"/>
                </a:cubicBezTo>
                <a:cubicBezTo>
                  <a:pt x="4825" y="1523"/>
                  <a:pt x="4931" y="1850"/>
                  <a:pt x="4931" y="2265"/>
                </a:cubicBezTo>
                <a:moveTo>
                  <a:pt x="4490" y="2265"/>
                </a:moveTo>
                <a:cubicBezTo>
                  <a:pt x="4490" y="1937"/>
                  <a:pt x="4426" y="1693"/>
                  <a:pt x="4297" y="1533"/>
                </a:cubicBezTo>
                <a:cubicBezTo>
                  <a:pt x="4169" y="1374"/>
                  <a:pt x="3990" y="1294"/>
                  <a:pt x="3762" y="1294"/>
                </a:cubicBezTo>
                <a:cubicBezTo>
                  <a:pt x="3530" y="1294"/>
                  <a:pt x="3350" y="1374"/>
                  <a:pt x="3222" y="1533"/>
                </a:cubicBezTo>
                <a:cubicBezTo>
                  <a:pt x="3094" y="1693"/>
                  <a:pt x="3031" y="1937"/>
                  <a:pt x="3031" y="2265"/>
                </a:cubicBezTo>
                <a:cubicBezTo>
                  <a:pt x="3031" y="2582"/>
                  <a:pt x="3095" y="2823"/>
                  <a:pt x="3224" y="2987"/>
                </a:cubicBezTo>
                <a:cubicBezTo>
                  <a:pt x="3352" y="3151"/>
                  <a:pt x="3532" y="3233"/>
                  <a:pt x="3762" y="3233"/>
                </a:cubicBezTo>
                <a:cubicBezTo>
                  <a:pt x="3989" y="3233"/>
                  <a:pt x="4167" y="3152"/>
                  <a:pt x="4296" y="2989"/>
                </a:cubicBezTo>
                <a:cubicBezTo>
                  <a:pt x="4426" y="2827"/>
                  <a:pt x="4490" y="2585"/>
                  <a:pt x="4490" y="2265"/>
                </a:cubicBezTo>
                <a:close/>
                <a:moveTo>
                  <a:pt x="6023" y="3533"/>
                </a:moveTo>
                <a:lnTo>
                  <a:pt x="5597" y="3533"/>
                </a:lnTo>
                <a:lnTo>
                  <a:pt x="5597" y="0"/>
                </a:lnTo>
                <a:lnTo>
                  <a:pt x="6023" y="0"/>
                </a:lnTo>
                <a:lnTo>
                  <a:pt x="6023" y="3533"/>
                </a:lnTo>
                <a:close/>
                <a:moveTo>
                  <a:pt x="8990" y="2307"/>
                </a:moveTo>
                <a:lnTo>
                  <a:pt x="7122" y="2307"/>
                </a:lnTo>
                <a:cubicBezTo>
                  <a:pt x="7122" y="2463"/>
                  <a:pt x="7145" y="2599"/>
                  <a:pt x="7192" y="2715"/>
                </a:cubicBezTo>
                <a:cubicBezTo>
                  <a:pt x="7239" y="2831"/>
                  <a:pt x="7304" y="2926"/>
                  <a:pt x="7385" y="3001"/>
                </a:cubicBezTo>
                <a:cubicBezTo>
                  <a:pt x="7464" y="3074"/>
                  <a:pt x="7557" y="3128"/>
                  <a:pt x="7666" y="3165"/>
                </a:cubicBezTo>
                <a:cubicBezTo>
                  <a:pt x="7774" y="3201"/>
                  <a:pt x="7893" y="3219"/>
                  <a:pt x="8023" y="3219"/>
                </a:cubicBezTo>
                <a:cubicBezTo>
                  <a:pt x="8196" y="3219"/>
                  <a:pt x="8369" y="3185"/>
                  <a:pt x="8544" y="3115"/>
                </a:cubicBezTo>
                <a:cubicBezTo>
                  <a:pt x="8719" y="3046"/>
                  <a:pt x="8844" y="2978"/>
                  <a:pt x="8918" y="2911"/>
                </a:cubicBezTo>
                <a:lnTo>
                  <a:pt x="8940" y="2911"/>
                </a:lnTo>
                <a:lnTo>
                  <a:pt x="8940" y="3378"/>
                </a:lnTo>
                <a:cubicBezTo>
                  <a:pt x="8797" y="3438"/>
                  <a:pt x="8650" y="3489"/>
                  <a:pt x="8500" y="3530"/>
                </a:cubicBezTo>
                <a:cubicBezTo>
                  <a:pt x="8350" y="3571"/>
                  <a:pt x="8193" y="3592"/>
                  <a:pt x="8028" y="3592"/>
                </a:cubicBezTo>
                <a:cubicBezTo>
                  <a:pt x="7607" y="3592"/>
                  <a:pt x="7279" y="3478"/>
                  <a:pt x="7042" y="3249"/>
                </a:cubicBezTo>
                <a:cubicBezTo>
                  <a:pt x="6806" y="3021"/>
                  <a:pt x="6688" y="2697"/>
                  <a:pt x="6688" y="2277"/>
                </a:cubicBezTo>
                <a:cubicBezTo>
                  <a:pt x="6688" y="1862"/>
                  <a:pt x="6801" y="1532"/>
                  <a:pt x="7028" y="1288"/>
                </a:cubicBezTo>
                <a:cubicBezTo>
                  <a:pt x="7254" y="1044"/>
                  <a:pt x="7552" y="922"/>
                  <a:pt x="7921" y="922"/>
                </a:cubicBezTo>
                <a:cubicBezTo>
                  <a:pt x="8263" y="922"/>
                  <a:pt x="8527" y="1022"/>
                  <a:pt x="8712" y="1222"/>
                </a:cubicBezTo>
                <a:cubicBezTo>
                  <a:pt x="8898" y="1422"/>
                  <a:pt x="8990" y="1706"/>
                  <a:pt x="8990" y="2075"/>
                </a:cubicBezTo>
                <a:lnTo>
                  <a:pt x="8990" y="2307"/>
                </a:lnTo>
                <a:moveTo>
                  <a:pt x="8575" y="1980"/>
                </a:moveTo>
                <a:cubicBezTo>
                  <a:pt x="8573" y="1756"/>
                  <a:pt x="8517" y="1582"/>
                  <a:pt x="8406" y="1460"/>
                </a:cubicBezTo>
                <a:cubicBezTo>
                  <a:pt x="8295" y="1337"/>
                  <a:pt x="8125" y="1276"/>
                  <a:pt x="7898" y="1276"/>
                </a:cubicBezTo>
                <a:cubicBezTo>
                  <a:pt x="7670" y="1276"/>
                  <a:pt x="7488" y="1343"/>
                  <a:pt x="7352" y="1478"/>
                </a:cubicBezTo>
                <a:cubicBezTo>
                  <a:pt x="7217" y="1613"/>
                  <a:pt x="7140" y="1780"/>
                  <a:pt x="7122" y="1980"/>
                </a:cubicBezTo>
                <a:lnTo>
                  <a:pt x="8575" y="1980"/>
                </a:lnTo>
                <a:close/>
                <a:moveTo>
                  <a:pt x="13338" y="3533"/>
                </a:moveTo>
                <a:lnTo>
                  <a:pt x="12911" y="3533"/>
                </a:lnTo>
                <a:lnTo>
                  <a:pt x="12911" y="2087"/>
                </a:lnTo>
                <a:cubicBezTo>
                  <a:pt x="12911" y="1978"/>
                  <a:pt x="12906" y="1873"/>
                  <a:pt x="12897" y="1771"/>
                </a:cubicBezTo>
                <a:cubicBezTo>
                  <a:pt x="12887" y="1670"/>
                  <a:pt x="12866" y="1589"/>
                  <a:pt x="12834" y="1528"/>
                </a:cubicBezTo>
                <a:cubicBezTo>
                  <a:pt x="12799" y="1463"/>
                  <a:pt x="12749" y="1414"/>
                  <a:pt x="12684" y="1380"/>
                </a:cubicBezTo>
                <a:cubicBezTo>
                  <a:pt x="12619" y="1347"/>
                  <a:pt x="12525" y="1330"/>
                  <a:pt x="12403" y="1330"/>
                </a:cubicBezTo>
                <a:cubicBezTo>
                  <a:pt x="12283" y="1330"/>
                  <a:pt x="12164" y="1360"/>
                  <a:pt x="12044" y="1420"/>
                </a:cubicBezTo>
                <a:cubicBezTo>
                  <a:pt x="11924" y="1480"/>
                  <a:pt x="11805" y="1556"/>
                  <a:pt x="11685" y="1649"/>
                </a:cubicBezTo>
                <a:cubicBezTo>
                  <a:pt x="11690" y="1683"/>
                  <a:pt x="11694" y="1724"/>
                  <a:pt x="11697" y="1770"/>
                </a:cubicBezTo>
                <a:cubicBezTo>
                  <a:pt x="11700" y="1816"/>
                  <a:pt x="11701" y="1862"/>
                  <a:pt x="11701" y="1908"/>
                </a:cubicBezTo>
                <a:lnTo>
                  <a:pt x="11701" y="3533"/>
                </a:lnTo>
                <a:lnTo>
                  <a:pt x="11274" y="3533"/>
                </a:lnTo>
                <a:lnTo>
                  <a:pt x="11274" y="2087"/>
                </a:lnTo>
                <a:cubicBezTo>
                  <a:pt x="11274" y="1975"/>
                  <a:pt x="11269" y="1869"/>
                  <a:pt x="11260" y="1768"/>
                </a:cubicBezTo>
                <a:cubicBezTo>
                  <a:pt x="11250" y="1667"/>
                  <a:pt x="11229" y="1586"/>
                  <a:pt x="11197" y="1526"/>
                </a:cubicBezTo>
                <a:cubicBezTo>
                  <a:pt x="11162" y="1461"/>
                  <a:pt x="11112" y="1412"/>
                  <a:pt x="11047" y="1379"/>
                </a:cubicBezTo>
                <a:cubicBezTo>
                  <a:pt x="10982" y="1347"/>
                  <a:pt x="10888" y="1330"/>
                  <a:pt x="10766" y="1330"/>
                </a:cubicBezTo>
                <a:cubicBezTo>
                  <a:pt x="10649" y="1330"/>
                  <a:pt x="10532" y="1359"/>
                  <a:pt x="10415" y="1417"/>
                </a:cubicBezTo>
                <a:cubicBezTo>
                  <a:pt x="10298" y="1474"/>
                  <a:pt x="10181" y="1548"/>
                  <a:pt x="10064" y="1637"/>
                </a:cubicBezTo>
                <a:lnTo>
                  <a:pt x="10064" y="3533"/>
                </a:lnTo>
                <a:lnTo>
                  <a:pt x="9637" y="3533"/>
                </a:lnTo>
                <a:lnTo>
                  <a:pt x="9637" y="994"/>
                </a:lnTo>
                <a:lnTo>
                  <a:pt x="10064" y="994"/>
                </a:lnTo>
                <a:lnTo>
                  <a:pt x="10064" y="1276"/>
                </a:lnTo>
                <a:cubicBezTo>
                  <a:pt x="10197" y="1165"/>
                  <a:pt x="10330" y="1078"/>
                  <a:pt x="10463" y="1016"/>
                </a:cubicBezTo>
                <a:cubicBezTo>
                  <a:pt x="10595" y="953"/>
                  <a:pt x="10736" y="922"/>
                  <a:pt x="10886" y="922"/>
                </a:cubicBezTo>
                <a:cubicBezTo>
                  <a:pt x="11059" y="922"/>
                  <a:pt x="11205" y="958"/>
                  <a:pt x="11325" y="1031"/>
                </a:cubicBezTo>
                <a:cubicBezTo>
                  <a:pt x="11446" y="1105"/>
                  <a:pt x="11535" y="1206"/>
                  <a:pt x="11594" y="1335"/>
                </a:cubicBezTo>
                <a:cubicBezTo>
                  <a:pt x="11767" y="1189"/>
                  <a:pt x="11924" y="1084"/>
                  <a:pt x="12067" y="1019"/>
                </a:cubicBezTo>
                <a:cubicBezTo>
                  <a:pt x="12209" y="954"/>
                  <a:pt x="12361" y="922"/>
                  <a:pt x="12523" y="922"/>
                </a:cubicBezTo>
                <a:cubicBezTo>
                  <a:pt x="12802" y="922"/>
                  <a:pt x="13007" y="1006"/>
                  <a:pt x="13139" y="1175"/>
                </a:cubicBezTo>
                <a:cubicBezTo>
                  <a:pt x="13272" y="1344"/>
                  <a:pt x="13338" y="1581"/>
                  <a:pt x="13338" y="1884"/>
                </a:cubicBezTo>
                <a:lnTo>
                  <a:pt x="13338" y="3533"/>
                </a:lnTo>
                <a:close/>
                <a:moveTo>
                  <a:pt x="16321" y="2265"/>
                </a:moveTo>
                <a:cubicBezTo>
                  <a:pt x="16321" y="2679"/>
                  <a:pt x="16215" y="3006"/>
                  <a:pt x="16003" y="3246"/>
                </a:cubicBezTo>
                <a:cubicBezTo>
                  <a:pt x="15791" y="3485"/>
                  <a:pt x="15508" y="3605"/>
                  <a:pt x="15152" y="3605"/>
                </a:cubicBezTo>
                <a:cubicBezTo>
                  <a:pt x="14793" y="3605"/>
                  <a:pt x="14508" y="3485"/>
                  <a:pt x="14297" y="3246"/>
                </a:cubicBezTo>
                <a:cubicBezTo>
                  <a:pt x="14086" y="3006"/>
                  <a:pt x="13980" y="2679"/>
                  <a:pt x="13980" y="2265"/>
                </a:cubicBezTo>
                <a:cubicBezTo>
                  <a:pt x="13980" y="1850"/>
                  <a:pt x="14086" y="1523"/>
                  <a:pt x="14297" y="1283"/>
                </a:cubicBezTo>
                <a:cubicBezTo>
                  <a:pt x="14508" y="1042"/>
                  <a:pt x="14793" y="922"/>
                  <a:pt x="15152" y="922"/>
                </a:cubicBezTo>
                <a:cubicBezTo>
                  <a:pt x="15508" y="922"/>
                  <a:pt x="15791" y="1042"/>
                  <a:pt x="16003" y="1283"/>
                </a:cubicBezTo>
                <a:cubicBezTo>
                  <a:pt x="16215" y="1523"/>
                  <a:pt x="16321" y="1850"/>
                  <a:pt x="16321" y="2265"/>
                </a:cubicBezTo>
                <a:moveTo>
                  <a:pt x="15881" y="2265"/>
                </a:moveTo>
                <a:cubicBezTo>
                  <a:pt x="15881" y="1937"/>
                  <a:pt x="15816" y="1693"/>
                  <a:pt x="15688" y="1533"/>
                </a:cubicBezTo>
                <a:cubicBezTo>
                  <a:pt x="15559" y="1374"/>
                  <a:pt x="15380" y="1294"/>
                  <a:pt x="15152" y="1294"/>
                </a:cubicBezTo>
                <a:cubicBezTo>
                  <a:pt x="14920" y="1294"/>
                  <a:pt x="14741" y="1374"/>
                  <a:pt x="14613" y="1533"/>
                </a:cubicBezTo>
                <a:cubicBezTo>
                  <a:pt x="14485" y="1693"/>
                  <a:pt x="14421" y="1937"/>
                  <a:pt x="14421" y="2265"/>
                </a:cubicBezTo>
                <a:cubicBezTo>
                  <a:pt x="14421" y="2582"/>
                  <a:pt x="14485" y="2823"/>
                  <a:pt x="14614" y="2987"/>
                </a:cubicBezTo>
                <a:cubicBezTo>
                  <a:pt x="14742" y="3151"/>
                  <a:pt x="14922" y="3233"/>
                  <a:pt x="15152" y="3233"/>
                </a:cubicBezTo>
                <a:cubicBezTo>
                  <a:pt x="15379" y="3233"/>
                  <a:pt x="15557" y="3152"/>
                  <a:pt x="15687" y="2989"/>
                </a:cubicBezTo>
                <a:cubicBezTo>
                  <a:pt x="15816" y="2827"/>
                  <a:pt x="15881" y="2585"/>
                  <a:pt x="15881" y="2265"/>
                </a:cubicBezTo>
                <a:close/>
                <a:moveTo>
                  <a:pt x="19103" y="3533"/>
                </a:moveTo>
                <a:lnTo>
                  <a:pt x="18676" y="3533"/>
                </a:lnTo>
                <a:lnTo>
                  <a:pt x="18676" y="2087"/>
                </a:lnTo>
                <a:cubicBezTo>
                  <a:pt x="18676" y="1971"/>
                  <a:pt x="18669" y="1861"/>
                  <a:pt x="18655" y="1759"/>
                </a:cubicBezTo>
                <a:cubicBezTo>
                  <a:pt x="18642" y="1657"/>
                  <a:pt x="18617" y="1577"/>
                  <a:pt x="18580" y="1519"/>
                </a:cubicBezTo>
                <a:cubicBezTo>
                  <a:pt x="18543" y="1455"/>
                  <a:pt x="18488" y="1408"/>
                  <a:pt x="18417" y="1377"/>
                </a:cubicBezTo>
                <a:cubicBezTo>
                  <a:pt x="18346" y="1346"/>
                  <a:pt x="18253" y="1330"/>
                  <a:pt x="18140" y="1330"/>
                </a:cubicBezTo>
                <a:cubicBezTo>
                  <a:pt x="18023" y="1330"/>
                  <a:pt x="17902" y="1359"/>
                  <a:pt x="17774" y="1417"/>
                </a:cubicBezTo>
                <a:cubicBezTo>
                  <a:pt x="17647" y="1474"/>
                  <a:pt x="17525" y="1548"/>
                  <a:pt x="17409" y="1637"/>
                </a:cubicBezTo>
                <a:lnTo>
                  <a:pt x="17409" y="3533"/>
                </a:lnTo>
                <a:lnTo>
                  <a:pt x="16982" y="3533"/>
                </a:lnTo>
                <a:lnTo>
                  <a:pt x="16982" y="994"/>
                </a:lnTo>
                <a:lnTo>
                  <a:pt x="17409" y="994"/>
                </a:lnTo>
                <a:lnTo>
                  <a:pt x="17409" y="1274"/>
                </a:lnTo>
                <a:cubicBezTo>
                  <a:pt x="17542" y="1164"/>
                  <a:pt x="17680" y="1077"/>
                  <a:pt x="17822" y="1015"/>
                </a:cubicBezTo>
                <a:cubicBezTo>
                  <a:pt x="17964" y="953"/>
                  <a:pt x="18110" y="922"/>
                  <a:pt x="18260" y="922"/>
                </a:cubicBezTo>
                <a:cubicBezTo>
                  <a:pt x="18534" y="922"/>
                  <a:pt x="18743" y="1004"/>
                  <a:pt x="18887" y="1170"/>
                </a:cubicBezTo>
                <a:cubicBezTo>
                  <a:pt x="19031" y="1335"/>
                  <a:pt x="19103" y="1573"/>
                  <a:pt x="19103" y="1884"/>
                </a:cubicBezTo>
                <a:lnTo>
                  <a:pt x="19103" y="3533"/>
                </a:lnTo>
                <a:close/>
                <a:moveTo>
                  <a:pt x="20383" y="572"/>
                </a:moveTo>
                <a:lnTo>
                  <a:pt x="19902" y="572"/>
                </a:lnTo>
                <a:lnTo>
                  <a:pt x="19902" y="127"/>
                </a:lnTo>
                <a:lnTo>
                  <a:pt x="20383" y="127"/>
                </a:lnTo>
                <a:lnTo>
                  <a:pt x="20383" y="572"/>
                </a:lnTo>
                <a:moveTo>
                  <a:pt x="20356" y="3533"/>
                </a:moveTo>
                <a:lnTo>
                  <a:pt x="19929" y="3533"/>
                </a:lnTo>
                <a:lnTo>
                  <a:pt x="19929" y="994"/>
                </a:lnTo>
                <a:lnTo>
                  <a:pt x="20356" y="994"/>
                </a:lnTo>
                <a:lnTo>
                  <a:pt x="20356" y="3533"/>
                </a:lnTo>
                <a:close/>
                <a:moveTo>
                  <a:pt x="23171" y="3533"/>
                </a:moveTo>
                <a:lnTo>
                  <a:pt x="22746" y="3533"/>
                </a:lnTo>
                <a:lnTo>
                  <a:pt x="22746" y="3264"/>
                </a:lnTo>
                <a:cubicBezTo>
                  <a:pt x="22709" y="3290"/>
                  <a:pt x="22657" y="3326"/>
                  <a:pt x="22593" y="3372"/>
                </a:cubicBezTo>
                <a:cubicBezTo>
                  <a:pt x="22529" y="3419"/>
                  <a:pt x="22466" y="3455"/>
                  <a:pt x="22406" y="3483"/>
                </a:cubicBezTo>
                <a:cubicBezTo>
                  <a:pt x="22335" y="3517"/>
                  <a:pt x="22253" y="3547"/>
                  <a:pt x="22161" y="3570"/>
                </a:cubicBezTo>
                <a:cubicBezTo>
                  <a:pt x="22068" y="3594"/>
                  <a:pt x="21960" y="3605"/>
                  <a:pt x="21836" y="3605"/>
                </a:cubicBezTo>
                <a:cubicBezTo>
                  <a:pt x="21607" y="3605"/>
                  <a:pt x="21414" y="3530"/>
                  <a:pt x="21255" y="3378"/>
                </a:cubicBezTo>
                <a:cubicBezTo>
                  <a:pt x="21096" y="3226"/>
                  <a:pt x="21016" y="3033"/>
                  <a:pt x="21016" y="2798"/>
                </a:cubicBezTo>
                <a:cubicBezTo>
                  <a:pt x="21016" y="2606"/>
                  <a:pt x="21058" y="2450"/>
                  <a:pt x="21140" y="2331"/>
                </a:cubicBezTo>
                <a:cubicBezTo>
                  <a:pt x="21223" y="2212"/>
                  <a:pt x="21340" y="2119"/>
                  <a:pt x="21493" y="2050"/>
                </a:cubicBezTo>
                <a:cubicBezTo>
                  <a:pt x="21648" y="1982"/>
                  <a:pt x="21833" y="1936"/>
                  <a:pt x="22049" y="1912"/>
                </a:cubicBezTo>
                <a:cubicBezTo>
                  <a:pt x="22266" y="1887"/>
                  <a:pt x="22498" y="1869"/>
                  <a:pt x="22746" y="1857"/>
                </a:cubicBezTo>
                <a:lnTo>
                  <a:pt x="22746" y="1791"/>
                </a:lnTo>
                <a:cubicBezTo>
                  <a:pt x="22746" y="1693"/>
                  <a:pt x="22729" y="1612"/>
                  <a:pt x="22695" y="1548"/>
                </a:cubicBezTo>
                <a:cubicBezTo>
                  <a:pt x="22661" y="1484"/>
                  <a:pt x="22612" y="1434"/>
                  <a:pt x="22549" y="1397"/>
                </a:cubicBezTo>
                <a:cubicBezTo>
                  <a:pt x="22488" y="1362"/>
                  <a:pt x="22416" y="1338"/>
                  <a:pt x="22331" y="1326"/>
                </a:cubicBezTo>
                <a:cubicBezTo>
                  <a:pt x="22246" y="1314"/>
                  <a:pt x="22158" y="1308"/>
                  <a:pt x="22065" y="1308"/>
                </a:cubicBezTo>
                <a:cubicBezTo>
                  <a:pt x="21953" y="1308"/>
                  <a:pt x="21828" y="1323"/>
                  <a:pt x="21691" y="1353"/>
                </a:cubicBezTo>
                <a:cubicBezTo>
                  <a:pt x="21553" y="1383"/>
                  <a:pt x="21411" y="1427"/>
                  <a:pt x="21264" y="1485"/>
                </a:cubicBezTo>
                <a:lnTo>
                  <a:pt x="21241" y="1485"/>
                </a:lnTo>
                <a:lnTo>
                  <a:pt x="21241" y="1051"/>
                </a:lnTo>
                <a:cubicBezTo>
                  <a:pt x="21324" y="1028"/>
                  <a:pt x="21445" y="1003"/>
                  <a:pt x="21602" y="976"/>
                </a:cubicBezTo>
                <a:cubicBezTo>
                  <a:pt x="21760" y="949"/>
                  <a:pt x="21915" y="935"/>
                  <a:pt x="22068" y="935"/>
                </a:cubicBezTo>
                <a:cubicBezTo>
                  <a:pt x="22246" y="935"/>
                  <a:pt x="22402" y="950"/>
                  <a:pt x="22534" y="980"/>
                </a:cubicBezTo>
                <a:cubicBezTo>
                  <a:pt x="22667" y="1009"/>
                  <a:pt x="22781" y="1059"/>
                  <a:pt x="22878" y="1131"/>
                </a:cubicBezTo>
                <a:cubicBezTo>
                  <a:pt x="22973" y="1200"/>
                  <a:pt x="23046" y="1290"/>
                  <a:pt x="23096" y="1401"/>
                </a:cubicBezTo>
                <a:cubicBezTo>
                  <a:pt x="23146" y="1511"/>
                  <a:pt x="23171" y="1648"/>
                  <a:pt x="23171" y="1812"/>
                </a:cubicBezTo>
                <a:lnTo>
                  <a:pt x="23171" y="3533"/>
                </a:lnTo>
                <a:moveTo>
                  <a:pt x="22746" y="2911"/>
                </a:moveTo>
                <a:lnTo>
                  <a:pt x="22746" y="2202"/>
                </a:lnTo>
                <a:cubicBezTo>
                  <a:pt x="22616" y="2210"/>
                  <a:pt x="22463" y="2221"/>
                  <a:pt x="22287" y="2236"/>
                </a:cubicBezTo>
                <a:cubicBezTo>
                  <a:pt x="22110" y="2252"/>
                  <a:pt x="21971" y="2274"/>
                  <a:pt x="21868" y="2303"/>
                </a:cubicBezTo>
                <a:cubicBezTo>
                  <a:pt x="21745" y="2338"/>
                  <a:pt x="21646" y="2392"/>
                  <a:pt x="21570" y="2466"/>
                </a:cubicBezTo>
                <a:cubicBezTo>
                  <a:pt x="21495" y="2539"/>
                  <a:pt x="21457" y="2641"/>
                  <a:pt x="21457" y="2770"/>
                </a:cubicBezTo>
                <a:cubicBezTo>
                  <a:pt x="21457" y="2916"/>
                  <a:pt x="21501" y="3026"/>
                  <a:pt x="21589" y="3100"/>
                </a:cubicBezTo>
                <a:cubicBezTo>
                  <a:pt x="21676" y="3173"/>
                  <a:pt x="21810" y="3210"/>
                  <a:pt x="21990" y="3210"/>
                </a:cubicBezTo>
                <a:cubicBezTo>
                  <a:pt x="22140" y="3210"/>
                  <a:pt x="22277" y="3181"/>
                  <a:pt x="22401" y="3122"/>
                </a:cubicBezTo>
                <a:cubicBezTo>
                  <a:pt x="22525" y="3064"/>
                  <a:pt x="22640" y="2994"/>
                  <a:pt x="22746" y="2911"/>
                </a:cubicBezTo>
                <a:close/>
                <a:moveTo>
                  <a:pt x="25868" y="3376"/>
                </a:moveTo>
                <a:cubicBezTo>
                  <a:pt x="25726" y="3444"/>
                  <a:pt x="25591" y="3497"/>
                  <a:pt x="25463" y="3535"/>
                </a:cubicBezTo>
                <a:cubicBezTo>
                  <a:pt x="25335" y="3573"/>
                  <a:pt x="25199" y="3592"/>
                  <a:pt x="25055" y="3592"/>
                </a:cubicBezTo>
                <a:cubicBezTo>
                  <a:pt x="24872" y="3592"/>
                  <a:pt x="24704" y="3565"/>
                  <a:pt x="24551" y="3511"/>
                </a:cubicBezTo>
                <a:cubicBezTo>
                  <a:pt x="24399" y="3457"/>
                  <a:pt x="24268" y="3376"/>
                  <a:pt x="24159" y="3266"/>
                </a:cubicBezTo>
                <a:cubicBezTo>
                  <a:pt x="24048" y="3157"/>
                  <a:pt x="23963" y="3019"/>
                  <a:pt x="23902" y="2853"/>
                </a:cubicBezTo>
                <a:cubicBezTo>
                  <a:pt x="23842" y="2686"/>
                  <a:pt x="23811" y="2491"/>
                  <a:pt x="23811" y="2268"/>
                </a:cubicBezTo>
                <a:cubicBezTo>
                  <a:pt x="23811" y="1853"/>
                  <a:pt x="23925" y="1527"/>
                  <a:pt x="24153" y="1290"/>
                </a:cubicBezTo>
                <a:cubicBezTo>
                  <a:pt x="24381" y="1054"/>
                  <a:pt x="24682" y="935"/>
                  <a:pt x="25055" y="935"/>
                </a:cubicBezTo>
                <a:cubicBezTo>
                  <a:pt x="25201" y="935"/>
                  <a:pt x="25343" y="956"/>
                  <a:pt x="25483" y="997"/>
                </a:cubicBezTo>
                <a:cubicBezTo>
                  <a:pt x="25623" y="1038"/>
                  <a:pt x="25752" y="1087"/>
                  <a:pt x="25868" y="1147"/>
                </a:cubicBezTo>
                <a:lnTo>
                  <a:pt x="25868" y="1621"/>
                </a:lnTo>
                <a:lnTo>
                  <a:pt x="25846" y="1621"/>
                </a:lnTo>
                <a:cubicBezTo>
                  <a:pt x="25715" y="1520"/>
                  <a:pt x="25581" y="1443"/>
                  <a:pt x="25443" y="1389"/>
                </a:cubicBezTo>
                <a:cubicBezTo>
                  <a:pt x="25304" y="1335"/>
                  <a:pt x="25169" y="1308"/>
                  <a:pt x="25037" y="1308"/>
                </a:cubicBezTo>
                <a:cubicBezTo>
                  <a:pt x="24795" y="1308"/>
                  <a:pt x="24604" y="1389"/>
                  <a:pt x="24464" y="1552"/>
                </a:cubicBezTo>
                <a:cubicBezTo>
                  <a:pt x="24324" y="1714"/>
                  <a:pt x="24254" y="1953"/>
                  <a:pt x="24254" y="2268"/>
                </a:cubicBezTo>
                <a:cubicBezTo>
                  <a:pt x="24254" y="2574"/>
                  <a:pt x="24323" y="2809"/>
                  <a:pt x="24460" y="2973"/>
                </a:cubicBezTo>
                <a:cubicBezTo>
                  <a:pt x="24596" y="3137"/>
                  <a:pt x="24789" y="3219"/>
                  <a:pt x="25037" y="3219"/>
                </a:cubicBezTo>
                <a:cubicBezTo>
                  <a:pt x="25124" y="3219"/>
                  <a:pt x="25211" y="3208"/>
                  <a:pt x="25301" y="3186"/>
                </a:cubicBezTo>
                <a:cubicBezTo>
                  <a:pt x="25390" y="3163"/>
                  <a:pt x="25470" y="3134"/>
                  <a:pt x="25541" y="3098"/>
                </a:cubicBezTo>
                <a:cubicBezTo>
                  <a:pt x="25603" y="3066"/>
                  <a:pt x="25662" y="3033"/>
                  <a:pt x="25716" y="2997"/>
                </a:cubicBezTo>
                <a:cubicBezTo>
                  <a:pt x="25771" y="2962"/>
                  <a:pt x="25814" y="2932"/>
                  <a:pt x="25846" y="2906"/>
                </a:cubicBezTo>
                <a:lnTo>
                  <a:pt x="25868" y="2906"/>
                </a:lnTo>
                <a:lnTo>
                  <a:pt x="25868" y="3376"/>
                </a:lnTo>
                <a:close/>
                <a:moveTo>
                  <a:pt x="28538" y="2307"/>
                </a:moveTo>
                <a:lnTo>
                  <a:pt x="26669" y="2307"/>
                </a:lnTo>
                <a:cubicBezTo>
                  <a:pt x="26669" y="2463"/>
                  <a:pt x="26693" y="2599"/>
                  <a:pt x="26740" y="2715"/>
                </a:cubicBezTo>
                <a:cubicBezTo>
                  <a:pt x="26787" y="2831"/>
                  <a:pt x="26851" y="2926"/>
                  <a:pt x="26933" y="3001"/>
                </a:cubicBezTo>
                <a:cubicBezTo>
                  <a:pt x="27011" y="3074"/>
                  <a:pt x="27105" y="3128"/>
                  <a:pt x="27213" y="3165"/>
                </a:cubicBezTo>
                <a:cubicBezTo>
                  <a:pt x="27321" y="3201"/>
                  <a:pt x="27440" y="3219"/>
                  <a:pt x="27571" y="3219"/>
                </a:cubicBezTo>
                <a:cubicBezTo>
                  <a:pt x="27743" y="3219"/>
                  <a:pt x="27917" y="3185"/>
                  <a:pt x="28092" y="3115"/>
                </a:cubicBezTo>
                <a:cubicBezTo>
                  <a:pt x="28266" y="3046"/>
                  <a:pt x="28391" y="2978"/>
                  <a:pt x="28465" y="2911"/>
                </a:cubicBezTo>
                <a:lnTo>
                  <a:pt x="28488" y="2911"/>
                </a:lnTo>
                <a:lnTo>
                  <a:pt x="28488" y="3378"/>
                </a:lnTo>
                <a:cubicBezTo>
                  <a:pt x="28344" y="3438"/>
                  <a:pt x="28197" y="3489"/>
                  <a:pt x="28047" y="3530"/>
                </a:cubicBezTo>
                <a:cubicBezTo>
                  <a:pt x="27897" y="3571"/>
                  <a:pt x="27740" y="3592"/>
                  <a:pt x="27575" y="3592"/>
                </a:cubicBezTo>
                <a:cubicBezTo>
                  <a:pt x="27154" y="3592"/>
                  <a:pt x="26826" y="3478"/>
                  <a:pt x="26590" y="3249"/>
                </a:cubicBezTo>
                <a:cubicBezTo>
                  <a:pt x="26354" y="3021"/>
                  <a:pt x="26236" y="2697"/>
                  <a:pt x="26236" y="2277"/>
                </a:cubicBezTo>
                <a:cubicBezTo>
                  <a:pt x="26236" y="1862"/>
                  <a:pt x="26349" y="1532"/>
                  <a:pt x="26575" y="1288"/>
                </a:cubicBezTo>
                <a:cubicBezTo>
                  <a:pt x="26801" y="1044"/>
                  <a:pt x="27099" y="922"/>
                  <a:pt x="27468" y="922"/>
                </a:cubicBezTo>
                <a:cubicBezTo>
                  <a:pt x="27810" y="922"/>
                  <a:pt x="28074" y="1022"/>
                  <a:pt x="28260" y="1222"/>
                </a:cubicBezTo>
                <a:cubicBezTo>
                  <a:pt x="28445" y="1422"/>
                  <a:pt x="28538" y="1706"/>
                  <a:pt x="28538" y="2075"/>
                </a:cubicBezTo>
                <a:lnTo>
                  <a:pt x="28538" y="2307"/>
                </a:lnTo>
                <a:moveTo>
                  <a:pt x="28122" y="1980"/>
                </a:moveTo>
                <a:cubicBezTo>
                  <a:pt x="28121" y="1756"/>
                  <a:pt x="28064" y="1582"/>
                  <a:pt x="27953" y="1460"/>
                </a:cubicBezTo>
                <a:cubicBezTo>
                  <a:pt x="27842" y="1337"/>
                  <a:pt x="27673" y="1276"/>
                  <a:pt x="27446" y="1276"/>
                </a:cubicBezTo>
                <a:cubicBezTo>
                  <a:pt x="27217" y="1276"/>
                  <a:pt x="27035" y="1343"/>
                  <a:pt x="26900" y="1478"/>
                </a:cubicBezTo>
                <a:cubicBezTo>
                  <a:pt x="26764" y="1613"/>
                  <a:pt x="26687" y="1780"/>
                  <a:pt x="26669" y="1980"/>
                </a:cubicBezTo>
                <a:lnTo>
                  <a:pt x="28122" y="1980"/>
                </a:lnTo>
                <a:close/>
                <a:moveTo>
                  <a:pt x="31156" y="3533"/>
                </a:moveTo>
                <a:lnTo>
                  <a:pt x="30731" y="3533"/>
                </a:lnTo>
                <a:lnTo>
                  <a:pt x="30731" y="3264"/>
                </a:lnTo>
                <a:cubicBezTo>
                  <a:pt x="30693" y="3290"/>
                  <a:pt x="30642" y="3326"/>
                  <a:pt x="30578" y="3372"/>
                </a:cubicBezTo>
                <a:cubicBezTo>
                  <a:pt x="30514" y="3419"/>
                  <a:pt x="30451" y="3455"/>
                  <a:pt x="30391" y="3483"/>
                </a:cubicBezTo>
                <a:cubicBezTo>
                  <a:pt x="30319" y="3517"/>
                  <a:pt x="30238" y="3547"/>
                  <a:pt x="30145" y="3570"/>
                </a:cubicBezTo>
                <a:cubicBezTo>
                  <a:pt x="30053" y="3594"/>
                  <a:pt x="29945" y="3605"/>
                  <a:pt x="29821" y="3605"/>
                </a:cubicBezTo>
                <a:cubicBezTo>
                  <a:pt x="29592" y="3605"/>
                  <a:pt x="29398" y="3530"/>
                  <a:pt x="29240" y="3378"/>
                </a:cubicBezTo>
                <a:cubicBezTo>
                  <a:pt x="29081" y="3226"/>
                  <a:pt x="29001" y="3033"/>
                  <a:pt x="29001" y="2798"/>
                </a:cubicBezTo>
                <a:cubicBezTo>
                  <a:pt x="29001" y="2606"/>
                  <a:pt x="29042" y="2450"/>
                  <a:pt x="29125" y="2331"/>
                </a:cubicBezTo>
                <a:cubicBezTo>
                  <a:pt x="29207" y="2212"/>
                  <a:pt x="29325" y="2119"/>
                  <a:pt x="29478" y="2050"/>
                </a:cubicBezTo>
                <a:cubicBezTo>
                  <a:pt x="29632" y="1982"/>
                  <a:pt x="29818" y="1936"/>
                  <a:pt x="30034" y="1912"/>
                </a:cubicBezTo>
                <a:cubicBezTo>
                  <a:pt x="30251" y="1887"/>
                  <a:pt x="30483" y="1869"/>
                  <a:pt x="30731" y="1857"/>
                </a:cubicBezTo>
                <a:lnTo>
                  <a:pt x="30731" y="1791"/>
                </a:lnTo>
                <a:cubicBezTo>
                  <a:pt x="30731" y="1693"/>
                  <a:pt x="30714" y="1612"/>
                  <a:pt x="30680" y="1548"/>
                </a:cubicBezTo>
                <a:cubicBezTo>
                  <a:pt x="30646" y="1484"/>
                  <a:pt x="30597" y="1434"/>
                  <a:pt x="30534" y="1397"/>
                </a:cubicBezTo>
                <a:cubicBezTo>
                  <a:pt x="30473" y="1362"/>
                  <a:pt x="30400" y="1338"/>
                  <a:pt x="30316" y="1326"/>
                </a:cubicBezTo>
                <a:cubicBezTo>
                  <a:pt x="30231" y="1314"/>
                  <a:pt x="30142" y="1308"/>
                  <a:pt x="30050" y="1308"/>
                </a:cubicBezTo>
                <a:cubicBezTo>
                  <a:pt x="29938" y="1308"/>
                  <a:pt x="29813" y="1323"/>
                  <a:pt x="29675" y="1353"/>
                </a:cubicBezTo>
                <a:cubicBezTo>
                  <a:pt x="29538" y="1383"/>
                  <a:pt x="29395" y="1427"/>
                  <a:pt x="29249" y="1485"/>
                </a:cubicBezTo>
                <a:lnTo>
                  <a:pt x="29226" y="1485"/>
                </a:lnTo>
                <a:lnTo>
                  <a:pt x="29226" y="1051"/>
                </a:lnTo>
                <a:cubicBezTo>
                  <a:pt x="29309" y="1028"/>
                  <a:pt x="29429" y="1003"/>
                  <a:pt x="29587" y="976"/>
                </a:cubicBezTo>
                <a:cubicBezTo>
                  <a:pt x="29744" y="949"/>
                  <a:pt x="29899" y="935"/>
                  <a:pt x="30052" y="935"/>
                </a:cubicBezTo>
                <a:cubicBezTo>
                  <a:pt x="30231" y="935"/>
                  <a:pt x="30386" y="950"/>
                  <a:pt x="30519" y="980"/>
                </a:cubicBezTo>
                <a:cubicBezTo>
                  <a:pt x="30651" y="1009"/>
                  <a:pt x="30766" y="1059"/>
                  <a:pt x="30863" y="1131"/>
                </a:cubicBezTo>
                <a:cubicBezTo>
                  <a:pt x="30958" y="1200"/>
                  <a:pt x="31031" y="1290"/>
                  <a:pt x="31081" y="1401"/>
                </a:cubicBezTo>
                <a:cubicBezTo>
                  <a:pt x="31131" y="1511"/>
                  <a:pt x="31156" y="1648"/>
                  <a:pt x="31156" y="1812"/>
                </a:cubicBezTo>
                <a:lnTo>
                  <a:pt x="31156" y="3533"/>
                </a:lnTo>
                <a:moveTo>
                  <a:pt x="30731" y="2911"/>
                </a:moveTo>
                <a:lnTo>
                  <a:pt x="30731" y="2202"/>
                </a:lnTo>
                <a:cubicBezTo>
                  <a:pt x="30601" y="2210"/>
                  <a:pt x="30448" y="2221"/>
                  <a:pt x="30271" y="2236"/>
                </a:cubicBezTo>
                <a:cubicBezTo>
                  <a:pt x="30095" y="2252"/>
                  <a:pt x="29955" y="2274"/>
                  <a:pt x="29853" y="2303"/>
                </a:cubicBezTo>
                <a:cubicBezTo>
                  <a:pt x="29730" y="2338"/>
                  <a:pt x="29631" y="2392"/>
                  <a:pt x="29555" y="2466"/>
                </a:cubicBezTo>
                <a:cubicBezTo>
                  <a:pt x="29479" y="2539"/>
                  <a:pt x="29442" y="2641"/>
                  <a:pt x="29442" y="2770"/>
                </a:cubicBezTo>
                <a:cubicBezTo>
                  <a:pt x="29442" y="2916"/>
                  <a:pt x="29485" y="3026"/>
                  <a:pt x="29573" y="3100"/>
                </a:cubicBezTo>
                <a:cubicBezTo>
                  <a:pt x="29661" y="3173"/>
                  <a:pt x="29795" y="3210"/>
                  <a:pt x="29975" y="3210"/>
                </a:cubicBezTo>
                <a:cubicBezTo>
                  <a:pt x="30125" y="3210"/>
                  <a:pt x="30262" y="3181"/>
                  <a:pt x="30386" y="3122"/>
                </a:cubicBezTo>
                <a:cubicBezTo>
                  <a:pt x="30510" y="3064"/>
                  <a:pt x="30625" y="2994"/>
                  <a:pt x="30731" y="2911"/>
                </a:cubicBezTo>
                <a:close/>
                <a:moveTo>
                  <a:pt x="34100" y="2307"/>
                </a:moveTo>
                <a:lnTo>
                  <a:pt x="32232" y="2307"/>
                </a:lnTo>
                <a:cubicBezTo>
                  <a:pt x="32232" y="2463"/>
                  <a:pt x="32255" y="2599"/>
                  <a:pt x="32302" y="2715"/>
                </a:cubicBezTo>
                <a:cubicBezTo>
                  <a:pt x="32349" y="2831"/>
                  <a:pt x="32413" y="2926"/>
                  <a:pt x="32495" y="3001"/>
                </a:cubicBezTo>
                <a:cubicBezTo>
                  <a:pt x="32574" y="3074"/>
                  <a:pt x="32667" y="3128"/>
                  <a:pt x="32775" y="3165"/>
                </a:cubicBezTo>
                <a:cubicBezTo>
                  <a:pt x="32884" y="3201"/>
                  <a:pt x="33003" y="3219"/>
                  <a:pt x="33133" y="3219"/>
                </a:cubicBezTo>
                <a:cubicBezTo>
                  <a:pt x="33306" y="3219"/>
                  <a:pt x="33479" y="3185"/>
                  <a:pt x="33654" y="3115"/>
                </a:cubicBezTo>
                <a:cubicBezTo>
                  <a:pt x="33829" y="3046"/>
                  <a:pt x="33953" y="2978"/>
                  <a:pt x="34027" y="2911"/>
                </a:cubicBezTo>
                <a:lnTo>
                  <a:pt x="34050" y="2911"/>
                </a:lnTo>
                <a:lnTo>
                  <a:pt x="34050" y="3378"/>
                </a:lnTo>
                <a:cubicBezTo>
                  <a:pt x="33906" y="3438"/>
                  <a:pt x="33760" y="3489"/>
                  <a:pt x="33610" y="3530"/>
                </a:cubicBezTo>
                <a:cubicBezTo>
                  <a:pt x="33460" y="3571"/>
                  <a:pt x="33302" y="3592"/>
                  <a:pt x="33138" y="3592"/>
                </a:cubicBezTo>
                <a:cubicBezTo>
                  <a:pt x="32717" y="3592"/>
                  <a:pt x="32388" y="3478"/>
                  <a:pt x="32152" y="3249"/>
                </a:cubicBezTo>
                <a:cubicBezTo>
                  <a:pt x="31916" y="3021"/>
                  <a:pt x="31798" y="2697"/>
                  <a:pt x="31798" y="2277"/>
                </a:cubicBezTo>
                <a:cubicBezTo>
                  <a:pt x="31798" y="1862"/>
                  <a:pt x="31911" y="1532"/>
                  <a:pt x="32137" y="1288"/>
                </a:cubicBezTo>
                <a:cubicBezTo>
                  <a:pt x="32364" y="1044"/>
                  <a:pt x="32662" y="922"/>
                  <a:pt x="33031" y="922"/>
                </a:cubicBezTo>
                <a:cubicBezTo>
                  <a:pt x="33373" y="922"/>
                  <a:pt x="33637" y="1022"/>
                  <a:pt x="33822" y="1222"/>
                </a:cubicBezTo>
                <a:cubicBezTo>
                  <a:pt x="34007" y="1422"/>
                  <a:pt x="34100" y="1706"/>
                  <a:pt x="34100" y="2075"/>
                </a:cubicBezTo>
                <a:lnTo>
                  <a:pt x="34100" y="2307"/>
                </a:lnTo>
                <a:moveTo>
                  <a:pt x="33685" y="1980"/>
                </a:moveTo>
                <a:cubicBezTo>
                  <a:pt x="33683" y="1756"/>
                  <a:pt x="33627" y="1582"/>
                  <a:pt x="33516" y="1460"/>
                </a:cubicBezTo>
                <a:cubicBezTo>
                  <a:pt x="33404" y="1337"/>
                  <a:pt x="33235" y="1276"/>
                  <a:pt x="33008" y="1276"/>
                </a:cubicBezTo>
                <a:cubicBezTo>
                  <a:pt x="32780" y="1276"/>
                  <a:pt x="32598" y="1343"/>
                  <a:pt x="32462" y="1478"/>
                </a:cubicBezTo>
                <a:cubicBezTo>
                  <a:pt x="32327" y="1613"/>
                  <a:pt x="32250" y="1780"/>
                  <a:pt x="32232" y="1980"/>
                </a:cubicBezTo>
                <a:lnTo>
                  <a:pt x="33685" y="198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0A62BB2-4CDB-474B-A593-BE2A01866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55" y="1507706"/>
            <a:ext cx="2217" cy="12096"/>
          </a:xfrm>
          <a:custGeom xmlns:a="http://schemas.openxmlformats.org/drawingml/2006/main">
            <a:pathLst>
              <a:path w="2217" h="12096">
                <a:moveTo>
                  <a:pt x="0" y="0"/>
                </a:moveTo>
                <a:lnTo>
                  <a:pt x="2217" y="0"/>
                </a:lnTo>
                <a:lnTo>
                  <a:pt x="2217" y="12096"/>
                </a:lnTo>
                <a:lnTo>
                  <a:pt x="0" y="1209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F7A1E69-1AD3-4F69-B771-058DBAC8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54" y="1507707"/>
            <a:ext cx="2218" cy="12097"/>
          </a:xfrm>
          <a:custGeom xmlns:a="http://schemas.openxmlformats.org/drawingml/2006/main">
            <a:pathLst>
              <a:path w="2218" h="12097" fill="none">
                <a:moveTo>
                  <a:pt x="0" y="0"/>
                </a:moveTo>
                <a:lnTo>
                  <a:pt x="2218" y="0"/>
                </a:lnTo>
                <a:lnTo>
                  <a:pt x="2218" y="12097"/>
                </a:lnTo>
                <a:lnTo>
                  <a:pt x="0" y="120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20356F0-F8D4-459F-9FF4-800DF5277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55" y="1542301"/>
            <a:ext cx="2217" cy="11947"/>
          </a:xfrm>
          <a:custGeom xmlns:a="http://schemas.openxmlformats.org/drawingml/2006/main">
            <a:pathLst>
              <a:path w="2217" h="11947">
                <a:moveTo>
                  <a:pt x="0" y="0"/>
                </a:moveTo>
                <a:lnTo>
                  <a:pt x="2217" y="0"/>
                </a:lnTo>
                <a:lnTo>
                  <a:pt x="2217" y="11947"/>
                </a:lnTo>
                <a:lnTo>
                  <a:pt x="0" y="119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3FC016E-C058-4D58-B490-A63BF821CF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3954" y="1542303"/>
            <a:ext cx="2218" cy="11947"/>
          </a:xfrm>
          <a:custGeom xmlns:a="http://schemas.openxmlformats.org/drawingml/2006/main">
            <a:pathLst>
              <a:path w="2218" h="11947" fill="none">
                <a:moveTo>
                  <a:pt x="0" y="0"/>
                </a:moveTo>
                <a:lnTo>
                  <a:pt x="2218" y="0"/>
                </a:lnTo>
                <a:lnTo>
                  <a:pt x="2218" y="11947"/>
                </a:lnTo>
                <a:lnTo>
                  <a:pt x="0" y="1194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CF3944B-C24D-4520-9B05-418946F19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669" y="1507706"/>
            <a:ext cx="226" cy="6512"/>
          </a:xfrm>
          <a:custGeom xmlns:a="http://schemas.openxmlformats.org/drawingml/2006/main">
            <a:pathLst>
              <a:path w="226" h="6512">
                <a:moveTo>
                  <a:pt x="0" y="0"/>
                </a:moveTo>
                <a:lnTo>
                  <a:pt x="226" y="0"/>
                </a:lnTo>
                <a:lnTo>
                  <a:pt x="226" y="6512"/>
                </a:lnTo>
                <a:lnTo>
                  <a:pt x="0" y="651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ABB8AB9-5459-4EC0-A97A-8A7D638769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88670" y="1507707"/>
            <a:ext cx="226" cy="6513"/>
          </a:xfrm>
          <a:custGeom xmlns:a="http://schemas.openxmlformats.org/drawingml/2006/main">
            <a:pathLst>
              <a:path w="226" h="6513" fill="none">
                <a:moveTo>
                  <a:pt x="0" y="0"/>
                </a:moveTo>
                <a:lnTo>
                  <a:pt x="226" y="0"/>
                </a:lnTo>
                <a:lnTo>
                  <a:pt x="226" y="6513"/>
                </a:lnTo>
                <a:lnTo>
                  <a:pt x="0" y="651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8274EE-3D3D-46BA-B3E7-58EC0FA4C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355" y="1507706"/>
            <a:ext cx="95009" cy="46543"/>
          </a:xfrm>
          <a:custGeom xmlns:a="http://schemas.openxmlformats.org/drawingml/2006/main">
            <a:pathLst>
              <a:path w="95009" h="46543">
                <a:moveTo>
                  <a:pt x="0" y="0"/>
                </a:moveTo>
                <a:lnTo>
                  <a:pt x="95009" y="0"/>
                </a:lnTo>
                <a:lnTo>
                  <a:pt x="95009" y="46543"/>
                </a:lnTo>
                <a:lnTo>
                  <a:pt x="0" y="465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5F49E9-B00F-499E-89E7-8667EF2E3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8354" y="1507707"/>
            <a:ext cx="95010" cy="46542"/>
          </a:xfrm>
          <a:custGeom xmlns:a="http://schemas.openxmlformats.org/drawingml/2006/main">
            <a:pathLst>
              <a:path w="95010" h="46542" fill="none">
                <a:moveTo>
                  <a:pt x="0" y="0"/>
                </a:moveTo>
                <a:lnTo>
                  <a:pt x="95010" y="0"/>
                </a:lnTo>
                <a:lnTo>
                  <a:pt x="95010" y="46542"/>
                </a:lnTo>
                <a:lnTo>
                  <a:pt x="0" y="46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2FEB0B-B510-4E61-A2B2-058ED7C2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861" y="1507706"/>
            <a:ext cx="23843" cy="46543"/>
          </a:xfrm>
          <a:custGeom xmlns:a="http://schemas.openxmlformats.org/drawingml/2006/main">
            <a:pathLst>
              <a:path w="23843" h="46543">
                <a:moveTo>
                  <a:pt x="0" y="0"/>
                </a:moveTo>
                <a:lnTo>
                  <a:pt x="23843" y="0"/>
                </a:lnTo>
                <a:lnTo>
                  <a:pt x="23843" y="46543"/>
                </a:lnTo>
                <a:lnTo>
                  <a:pt x="0" y="465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5D45E2B-BEC6-4191-83CE-9C57A6336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5862" y="1507707"/>
            <a:ext cx="23841" cy="46542"/>
          </a:xfrm>
          <a:custGeom xmlns:a="http://schemas.openxmlformats.org/drawingml/2006/main">
            <a:pathLst>
              <a:path w="23841" h="46542" fill="none">
                <a:moveTo>
                  <a:pt x="0" y="0"/>
                </a:moveTo>
                <a:lnTo>
                  <a:pt x="23841" y="0"/>
                </a:lnTo>
                <a:lnTo>
                  <a:pt x="23841" y="46542"/>
                </a:lnTo>
                <a:lnTo>
                  <a:pt x="0" y="46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58" name="Text Violaceae">
            <a:extLst xmlns:a="http://schemas.openxmlformats.org/drawingml/2006/main">
              <a:ext uri="{FF2B5EF4-FFF2-40B4-BE49-F238E27FC236}">
                <a16:creationId xmlns:a16="http://schemas.microsoft.com/office/drawing/2014/main" id="{6CDCE423-3B31-43DE-804D-3D62F4CA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423" y="1508960"/>
            <a:ext cx="23220" cy="3838"/>
          </a:xfrm>
          <a:custGeom xmlns:a="http://schemas.openxmlformats.org/drawingml/2006/main">
            <a:pathLst>
              <a:path w="23220" h="3838">
                <a:moveTo>
                  <a:pt x="3258" y="160"/>
                </a:moveTo>
                <a:lnTo>
                  <a:pt x="1948" y="3761"/>
                </a:lnTo>
                <a:lnTo>
                  <a:pt x="1310" y="3761"/>
                </a:lnTo>
                <a:lnTo>
                  <a:pt x="0" y="160"/>
                </a:lnTo>
                <a:lnTo>
                  <a:pt x="512" y="160"/>
                </a:lnTo>
                <a:lnTo>
                  <a:pt x="1641" y="3328"/>
                </a:lnTo>
                <a:lnTo>
                  <a:pt x="2770" y="160"/>
                </a:lnTo>
                <a:lnTo>
                  <a:pt x="3258" y="160"/>
                </a:lnTo>
                <a:close/>
                <a:moveTo>
                  <a:pt x="4256" y="609"/>
                </a:moveTo>
                <a:lnTo>
                  <a:pt x="3744" y="609"/>
                </a:lnTo>
                <a:lnTo>
                  <a:pt x="3744" y="135"/>
                </a:lnTo>
                <a:lnTo>
                  <a:pt x="4256" y="135"/>
                </a:lnTo>
                <a:lnTo>
                  <a:pt x="4256" y="609"/>
                </a:lnTo>
                <a:moveTo>
                  <a:pt x="4227" y="3761"/>
                </a:moveTo>
                <a:lnTo>
                  <a:pt x="3773" y="3761"/>
                </a:lnTo>
                <a:lnTo>
                  <a:pt x="3773" y="1059"/>
                </a:lnTo>
                <a:lnTo>
                  <a:pt x="4227" y="1059"/>
                </a:lnTo>
                <a:lnTo>
                  <a:pt x="4227" y="3761"/>
                </a:lnTo>
                <a:close/>
                <a:moveTo>
                  <a:pt x="7427" y="2411"/>
                </a:moveTo>
                <a:cubicBezTo>
                  <a:pt x="7427" y="2852"/>
                  <a:pt x="7314" y="3200"/>
                  <a:pt x="7088" y="3455"/>
                </a:cubicBezTo>
                <a:cubicBezTo>
                  <a:pt x="6863" y="3710"/>
                  <a:pt x="6561" y="3838"/>
                  <a:pt x="6182" y="3838"/>
                </a:cubicBezTo>
                <a:cubicBezTo>
                  <a:pt x="5800" y="3838"/>
                  <a:pt x="5497" y="3710"/>
                  <a:pt x="5272" y="3455"/>
                </a:cubicBezTo>
                <a:cubicBezTo>
                  <a:pt x="5047" y="3200"/>
                  <a:pt x="4935" y="2852"/>
                  <a:pt x="4935" y="2411"/>
                </a:cubicBezTo>
                <a:cubicBezTo>
                  <a:pt x="4935" y="1970"/>
                  <a:pt x="5047" y="1621"/>
                  <a:pt x="5272" y="1365"/>
                </a:cubicBezTo>
                <a:cubicBezTo>
                  <a:pt x="5497" y="1109"/>
                  <a:pt x="5800" y="981"/>
                  <a:pt x="6182" y="981"/>
                </a:cubicBezTo>
                <a:cubicBezTo>
                  <a:pt x="6561" y="981"/>
                  <a:pt x="6863" y="1109"/>
                  <a:pt x="7088" y="1365"/>
                </a:cubicBezTo>
                <a:cubicBezTo>
                  <a:pt x="7314" y="1621"/>
                  <a:pt x="7427" y="1970"/>
                  <a:pt x="7427" y="2411"/>
                </a:cubicBezTo>
                <a:moveTo>
                  <a:pt x="6958" y="2411"/>
                </a:moveTo>
                <a:cubicBezTo>
                  <a:pt x="6958" y="2062"/>
                  <a:pt x="6889" y="1802"/>
                  <a:pt x="6753" y="1632"/>
                </a:cubicBezTo>
                <a:cubicBezTo>
                  <a:pt x="6616" y="1462"/>
                  <a:pt x="6425" y="1378"/>
                  <a:pt x="6182" y="1378"/>
                </a:cubicBezTo>
                <a:cubicBezTo>
                  <a:pt x="5936" y="1378"/>
                  <a:pt x="5744" y="1462"/>
                  <a:pt x="5608" y="1632"/>
                </a:cubicBezTo>
                <a:cubicBezTo>
                  <a:pt x="5472" y="1802"/>
                  <a:pt x="5404" y="2062"/>
                  <a:pt x="5404" y="2411"/>
                </a:cubicBezTo>
                <a:cubicBezTo>
                  <a:pt x="5404" y="2749"/>
                  <a:pt x="5472" y="3005"/>
                  <a:pt x="5609" y="3180"/>
                </a:cubicBezTo>
                <a:cubicBezTo>
                  <a:pt x="5746" y="3354"/>
                  <a:pt x="5937" y="3442"/>
                  <a:pt x="6182" y="3442"/>
                </a:cubicBezTo>
                <a:cubicBezTo>
                  <a:pt x="6424" y="3442"/>
                  <a:pt x="6614" y="3355"/>
                  <a:pt x="6751" y="3182"/>
                </a:cubicBezTo>
                <a:cubicBezTo>
                  <a:pt x="6889" y="3009"/>
                  <a:pt x="6958" y="2752"/>
                  <a:pt x="6958" y="2411"/>
                </a:cubicBezTo>
                <a:close/>
                <a:moveTo>
                  <a:pt x="8589" y="3761"/>
                </a:moveTo>
                <a:lnTo>
                  <a:pt x="8135" y="3761"/>
                </a:lnTo>
                <a:lnTo>
                  <a:pt x="8135" y="0"/>
                </a:lnTo>
                <a:lnTo>
                  <a:pt x="8589" y="0"/>
                </a:lnTo>
                <a:lnTo>
                  <a:pt x="8589" y="3761"/>
                </a:lnTo>
                <a:close/>
                <a:moveTo>
                  <a:pt x="11586" y="3761"/>
                </a:moveTo>
                <a:lnTo>
                  <a:pt x="11134" y="3761"/>
                </a:lnTo>
                <a:lnTo>
                  <a:pt x="11134" y="3475"/>
                </a:lnTo>
                <a:cubicBezTo>
                  <a:pt x="11094" y="3502"/>
                  <a:pt x="11039" y="3541"/>
                  <a:pt x="10971" y="3590"/>
                </a:cubicBezTo>
                <a:cubicBezTo>
                  <a:pt x="10903" y="3639"/>
                  <a:pt x="10836" y="3678"/>
                  <a:pt x="10772" y="3707"/>
                </a:cubicBezTo>
                <a:cubicBezTo>
                  <a:pt x="10696" y="3744"/>
                  <a:pt x="10609" y="3775"/>
                  <a:pt x="10511" y="3800"/>
                </a:cubicBezTo>
                <a:cubicBezTo>
                  <a:pt x="10412" y="3825"/>
                  <a:pt x="10297" y="3838"/>
                  <a:pt x="10165" y="3838"/>
                </a:cubicBezTo>
                <a:cubicBezTo>
                  <a:pt x="9922" y="3838"/>
                  <a:pt x="9715" y="3757"/>
                  <a:pt x="9546" y="3596"/>
                </a:cubicBezTo>
                <a:cubicBezTo>
                  <a:pt x="9377" y="3435"/>
                  <a:pt x="9293" y="3229"/>
                  <a:pt x="9293" y="2979"/>
                </a:cubicBezTo>
                <a:cubicBezTo>
                  <a:pt x="9293" y="2774"/>
                  <a:pt x="9336" y="2608"/>
                  <a:pt x="9424" y="2482"/>
                </a:cubicBezTo>
                <a:cubicBezTo>
                  <a:pt x="9512" y="2355"/>
                  <a:pt x="9637" y="2255"/>
                  <a:pt x="9800" y="2183"/>
                </a:cubicBezTo>
                <a:cubicBezTo>
                  <a:pt x="9964" y="2110"/>
                  <a:pt x="10162" y="2061"/>
                  <a:pt x="10392" y="2035"/>
                </a:cubicBezTo>
                <a:cubicBezTo>
                  <a:pt x="10623" y="2009"/>
                  <a:pt x="10870" y="1990"/>
                  <a:pt x="11134" y="1977"/>
                </a:cubicBezTo>
                <a:lnTo>
                  <a:pt x="11134" y="1906"/>
                </a:lnTo>
                <a:cubicBezTo>
                  <a:pt x="11134" y="1802"/>
                  <a:pt x="11116" y="1716"/>
                  <a:pt x="11080" y="1648"/>
                </a:cubicBezTo>
                <a:cubicBezTo>
                  <a:pt x="11043" y="1580"/>
                  <a:pt x="10992" y="1526"/>
                  <a:pt x="10924" y="1487"/>
                </a:cubicBezTo>
                <a:cubicBezTo>
                  <a:pt x="10859" y="1450"/>
                  <a:pt x="10782" y="1425"/>
                  <a:pt x="10692" y="1412"/>
                </a:cubicBezTo>
                <a:cubicBezTo>
                  <a:pt x="10602" y="1399"/>
                  <a:pt x="10507" y="1392"/>
                  <a:pt x="10409" y="1392"/>
                </a:cubicBezTo>
                <a:cubicBezTo>
                  <a:pt x="10290" y="1392"/>
                  <a:pt x="10157" y="1408"/>
                  <a:pt x="10010" y="1440"/>
                </a:cubicBezTo>
                <a:cubicBezTo>
                  <a:pt x="9864" y="1473"/>
                  <a:pt x="9712" y="1519"/>
                  <a:pt x="9556" y="1581"/>
                </a:cubicBezTo>
                <a:lnTo>
                  <a:pt x="9532" y="1581"/>
                </a:lnTo>
                <a:lnTo>
                  <a:pt x="9532" y="1119"/>
                </a:lnTo>
                <a:cubicBezTo>
                  <a:pt x="9620" y="1095"/>
                  <a:pt x="9748" y="1068"/>
                  <a:pt x="9916" y="1039"/>
                </a:cubicBezTo>
                <a:cubicBezTo>
                  <a:pt x="10084" y="1010"/>
                  <a:pt x="10249" y="996"/>
                  <a:pt x="10411" y="996"/>
                </a:cubicBezTo>
                <a:cubicBezTo>
                  <a:pt x="10602" y="996"/>
                  <a:pt x="10767" y="1011"/>
                  <a:pt x="10908" y="1043"/>
                </a:cubicBezTo>
                <a:cubicBezTo>
                  <a:pt x="11049" y="1074"/>
                  <a:pt x="11171" y="1128"/>
                  <a:pt x="11274" y="1204"/>
                </a:cubicBezTo>
                <a:cubicBezTo>
                  <a:pt x="11376" y="1278"/>
                  <a:pt x="11453" y="1374"/>
                  <a:pt x="11506" y="1491"/>
                </a:cubicBezTo>
                <a:cubicBezTo>
                  <a:pt x="11559" y="1609"/>
                  <a:pt x="11586" y="1755"/>
                  <a:pt x="11586" y="1929"/>
                </a:cubicBezTo>
                <a:lnTo>
                  <a:pt x="11586" y="3761"/>
                </a:lnTo>
                <a:moveTo>
                  <a:pt x="11134" y="3099"/>
                </a:moveTo>
                <a:lnTo>
                  <a:pt x="11134" y="2344"/>
                </a:lnTo>
                <a:cubicBezTo>
                  <a:pt x="10996" y="2352"/>
                  <a:pt x="10832" y="2365"/>
                  <a:pt x="10645" y="2381"/>
                </a:cubicBezTo>
                <a:cubicBezTo>
                  <a:pt x="10457" y="2397"/>
                  <a:pt x="10308" y="2420"/>
                  <a:pt x="10199" y="2451"/>
                </a:cubicBezTo>
                <a:cubicBezTo>
                  <a:pt x="10068" y="2488"/>
                  <a:pt x="9963" y="2546"/>
                  <a:pt x="9882" y="2625"/>
                </a:cubicBezTo>
                <a:cubicBezTo>
                  <a:pt x="9802" y="2703"/>
                  <a:pt x="9761" y="2811"/>
                  <a:pt x="9761" y="2949"/>
                </a:cubicBezTo>
                <a:cubicBezTo>
                  <a:pt x="9761" y="3104"/>
                  <a:pt x="9808" y="3221"/>
                  <a:pt x="9902" y="3300"/>
                </a:cubicBezTo>
                <a:cubicBezTo>
                  <a:pt x="9995" y="3378"/>
                  <a:pt x="10138" y="3417"/>
                  <a:pt x="10329" y="3417"/>
                </a:cubicBezTo>
                <a:cubicBezTo>
                  <a:pt x="10489" y="3417"/>
                  <a:pt x="10635" y="3386"/>
                  <a:pt x="10767" y="3324"/>
                </a:cubicBezTo>
                <a:cubicBezTo>
                  <a:pt x="10899" y="3262"/>
                  <a:pt x="11021" y="3187"/>
                  <a:pt x="11134" y="3099"/>
                </a:cubicBezTo>
                <a:close/>
                <a:moveTo>
                  <a:pt x="14457" y="3594"/>
                </a:moveTo>
                <a:cubicBezTo>
                  <a:pt x="14305" y="3666"/>
                  <a:pt x="14162" y="3723"/>
                  <a:pt x="14026" y="3763"/>
                </a:cubicBezTo>
                <a:cubicBezTo>
                  <a:pt x="13889" y="3803"/>
                  <a:pt x="13745" y="3823"/>
                  <a:pt x="13592" y="3823"/>
                </a:cubicBezTo>
                <a:cubicBezTo>
                  <a:pt x="13397" y="3823"/>
                  <a:pt x="13218" y="3795"/>
                  <a:pt x="13055" y="3737"/>
                </a:cubicBezTo>
                <a:cubicBezTo>
                  <a:pt x="12892" y="3680"/>
                  <a:pt x="12753" y="3593"/>
                  <a:pt x="12637" y="3477"/>
                </a:cubicBezTo>
                <a:cubicBezTo>
                  <a:pt x="12519" y="3361"/>
                  <a:pt x="12428" y="3214"/>
                  <a:pt x="12364" y="3037"/>
                </a:cubicBezTo>
                <a:cubicBezTo>
                  <a:pt x="12300" y="2859"/>
                  <a:pt x="12267" y="2652"/>
                  <a:pt x="12267" y="2414"/>
                </a:cubicBezTo>
                <a:cubicBezTo>
                  <a:pt x="12267" y="1972"/>
                  <a:pt x="12389" y="1625"/>
                  <a:pt x="12631" y="1373"/>
                </a:cubicBezTo>
                <a:cubicBezTo>
                  <a:pt x="12874" y="1122"/>
                  <a:pt x="13194" y="996"/>
                  <a:pt x="13592" y="996"/>
                </a:cubicBezTo>
                <a:cubicBezTo>
                  <a:pt x="13746" y="996"/>
                  <a:pt x="13898" y="1017"/>
                  <a:pt x="14047" y="1061"/>
                </a:cubicBezTo>
                <a:cubicBezTo>
                  <a:pt x="14196" y="1104"/>
                  <a:pt x="14333" y="1158"/>
                  <a:pt x="14457" y="1220"/>
                </a:cubicBezTo>
                <a:lnTo>
                  <a:pt x="14457" y="1726"/>
                </a:lnTo>
                <a:lnTo>
                  <a:pt x="14433" y="1726"/>
                </a:lnTo>
                <a:cubicBezTo>
                  <a:pt x="14294" y="1618"/>
                  <a:pt x="14151" y="1536"/>
                  <a:pt x="14004" y="1478"/>
                </a:cubicBezTo>
                <a:cubicBezTo>
                  <a:pt x="13856" y="1421"/>
                  <a:pt x="13713" y="1392"/>
                  <a:pt x="13572" y="1392"/>
                </a:cubicBezTo>
                <a:cubicBezTo>
                  <a:pt x="13315" y="1392"/>
                  <a:pt x="13111" y="1479"/>
                  <a:pt x="12962" y="1652"/>
                </a:cubicBezTo>
                <a:cubicBezTo>
                  <a:pt x="12813" y="1825"/>
                  <a:pt x="12739" y="2079"/>
                  <a:pt x="12739" y="2414"/>
                </a:cubicBezTo>
                <a:cubicBezTo>
                  <a:pt x="12739" y="2740"/>
                  <a:pt x="12811" y="2990"/>
                  <a:pt x="12957" y="3165"/>
                </a:cubicBezTo>
                <a:cubicBezTo>
                  <a:pt x="13103" y="3340"/>
                  <a:pt x="13308" y="3427"/>
                  <a:pt x="13572" y="3427"/>
                </a:cubicBezTo>
                <a:cubicBezTo>
                  <a:pt x="13664" y="3427"/>
                  <a:pt x="13758" y="3415"/>
                  <a:pt x="13853" y="3391"/>
                </a:cubicBezTo>
                <a:cubicBezTo>
                  <a:pt x="13948" y="3367"/>
                  <a:pt x="14033" y="3336"/>
                  <a:pt x="14109" y="3297"/>
                </a:cubicBezTo>
                <a:cubicBezTo>
                  <a:pt x="14175" y="3264"/>
                  <a:pt x="14237" y="3228"/>
                  <a:pt x="14295" y="3191"/>
                </a:cubicBezTo>
                <a:cubicBezTo>
                  <a:pt x="14353" y="3153"/>
                  <a:pt x="14399" y="3121"/>
                  <a:pt x="14433" y="3094"/>
                </a:cubicBezTo>
                <a:lnTo>
                  <a:pt x="14457" y="3094"/>
                </a:lnTo>
                <a:lnTo>
                  <a:pt x="14457" y="3594"/>
                </a:lnTo>
                <a:close/>
                <a:moveTo>
                  <a:pt x="17300" y="2455"/>
                </a:moveTo>
                <a:lnTo>
                  <a:pt x="15311" y="2455"/>
                </a:lnTo>
                <a:cubicBezTo>
                  <a:pt x="15311" y="2622"/>
                  <a:pt x="15335" y="2767"/>
                  <a:pt x="15385" y="2890"/>
                </a:cubicBezTo>
                <a:cubicBezTo>
                  <a:pt x="15435" y="3014"/>
                  <a:pt x="15504" y="3115"/>
                  <a:pt x="15591" y="3194"/>
                </a:cubicBezTo>
                <a:cubicBezTo>
                  <a:pt x="15675" y="3272"/>
                  <a:pt x="15774" y="3330"/>
                  <a:pt x="15889" y="3369"/>
                </a:cubicBezTo>
                <a:cubicBezTo>
                  <a:pt x="16005" y="3408"/>
                  <a:pt x="16131" y="3427"/>
                  <a:pt x="16270" y="3427"/>
                </a:cubicBezTo>
                <a:cubicBezTo>
                  <a:pt x="16454" y="3427"/>
                  <a:pt x="16639" y="3390"/>
                  <a:pt x="16825" y="3316"/>
                </a:cubicBezTo>
                <a:cubicBezTo>
                  <a:pt x="17011" y="3242"/>
                  <a:pt x="17143" y="3170"/>
                  <a:pt x="17222" y="3098"/>
                </a:cubicBezTo>
                <a:lnTo>
                  <a:pt x="17246" y="3098"/>
                </a:lnTo>
                <a:lnTo>
                  <a:pt x="17246" y="3595"/>
                </a:lnTo>
                <a:cubicBezTo>
                  <a:pt x="17093" y="3660"/>
                  <a:pt x="16937" y="3714"/>
                  <a:pt x="16778" y="3758"/>
                </a:cubicBezTo>
                <a:cubicBezTo>
                  <a:pt x="16618" y="3802"/>
                  <a:pt x="16450" y="3823"/>
                  <a:pt x="16275" y="3823"/>
                </a:cubicBezTo>
                <a:cubicBezTo>
                  <a:pt x="15827" y="3823"/>
                  <a:pt x="15477" y="3702"/>
                  <a:pt x="15226" y="3459"/>
                </a:cubicBezTo>
                <a:cubicBezTo>
                  <a:pt x="14975" y="3216"/>
                  <a:pt x="14849" y="2871"/>
                  <a:pt x="14849" y="2424"/>
                </a:cubicBezTo>
                <a:cubicBezTo>
                  <a:pt x="14849" y="1982"/>
                  <a:pt x="14969" y="1631"/>
                  <a:pt x="15210" y="1371"/>
                </a:cubicBezTo>
                <a:cubicBezTo>
                  <a:pt x="15451" y="1111"/>
                  <a:pt x="15768" y="981"/>
                  <a:pt x="16161" y="981"/>
                </a:cubicBezTo>
                <a:cubicBezTo>
                  <a:pt x="16525" y="981"/>
                  <a:pt x="16806" y="1088"/>
                  <a:pt x="17003" y="1301"/>
                </a:cubicBezTo>
                <a:cubicBezTo>
                  <a:pt x="17201" y="1514"/>
                  <a:pt x="17300" y="1816"/>
                  <a:pt x="17300" y="2209"/>
                </a:cubicBezTo>
                <a:lnTo>
                  <a:pt x="17300" y="2455"/>
                </a:lnTo>
                <a:moveTo>
                  <a:pt x="16857" y="2107"/>
                </a:moveTo>
                <a:cubicBezTo>
                  <a:pt x="16856" y="1869"/>
                  <a:pt x="16796" y="1685"/>
                  <a:pt x="16677" y="1554"/>
                </a:cubicBezTo>
                <a:cubicBezTo>
                  <a:pt x="16559" y="1424"/>
                  <a:pt x="16379" y="1358"/>
                  <a:pt x="16137" y="1358"/>
                </a:cubicBezTo>
                <a:cubicBezTo>
                  <a:pt x="15894" y="1358"/>
                  <a:pt x="15700" y="1430"/>
                  <a:pt x="15556" y="1573"/>
                </a:cubicBezTo>
                <a:cubicBezTo>
                  <a:pt x="15412" y="1717"/>
                  <a:pt x="15330" y="1895"/>
                  <a:pt x="15311" y="2107"/>
                </a:cubicBezTo>
                <a:lnTo>
                  <a:pt x="16857" y="2107"/>
                </a:lnTo>
                <a:close/>
                <a:moveTo>
                  <a:pt x="20086" y="3761"/>
                </a:moveTo>
                <a:lnTo>
                  <a:pt x="19634" y="3761"/>
                </a:lnTo>
                <a:lnTo>
                  <a:pt x="19634" y="3475"/>
                </a:lnTo>
                <a:cubicBezTo>
                  <a:pt x="19594" y="3502"/>
                  <a:pt x="19539" y="3541"/>
                  <a:pt x="19471" y="3590"/>
                </a:cubicBezTo>
                <a:cubicBezTo>
                  <a:pt x="19402" y="3639"/>
                  <a:pt x="19336" y="3678"/>
                  <a:pt x="19272" y="3707"/>
                </a:cubicBezTo>
                <a:cubicBezTo>
                  <a:pt x="19196" y="3744"/>
                  <a:pt x="19109" y="3775"/>
                  <a:pt x="19010" y="3800"/>
                </a:cubicBezTo>
                <a:cubicBezTo>
                  <a:pt x="18912" y="3825"/>
                  <a:pt x="18797" y="3838"/>
                  <a:pt x="18665" y="3838"/>
                </a:cubicBezTo>
                <a:cubicBezTo>
                  <a:pt x="18422" y="3838"/>
                  <a:pt x="18215" y="3757"/>
                  <a:pt x="18046" y="3596"/>
                </a:cubicBezTo>
                <a:cubicBezTo>
                  <a:pt x="17877" y="3435"/>
                  <a:pt x="17792" y="3229"/>
                  <a:pt x="17792" y="2979"/>
                </a:cubicBezTo>
                <a:cubicBezTo>
                  <a:pt x="17792" y="2774"/>
                  <a:pt x="17836" y="2608"/>
                  <a:pt x="17924" y="2482"/>
                </a:cubicBezTo>
                <a:cubicBezTo>
                  <a:pt x="18012" y="2355"/>
                  <a:pt x="18137" y="2255"/>
                  <a:pt x="18300" y="2183"/>
                </a:cubicBezTo>
                <a:cubicBezTo>
                  <a:pt x="18464" y="2110"/>
                  <a:pt x="18662" y="2061"/>
                  <a:pt x="18892" y="2035"/>
                </a:cubicBezTo>
                <a:cubicBezTo>
                  <a:pt x="19122" y="2009"/>
                  <a:pt x="19370" y="1990"/>
                  <a:pt x="19634" y="1977"/>
                </a:cubicBezTo>
                <a:lnTo>
                  <a:pt x="19634" y="1906"/>
                </a:lnTo>
                <a:cubicBezTo>
                  <a:pt x="19634" y="1802"/>
                  <a:pt x="19616" y="1716"/>
                  <a:pt x="19580" y="1648"/>
                </a:cubicBezTo>
                <a:cubicBezTo>
                  <a:pt x="19543" y="1580"/>
                  <a:pt x="19491" y="1526"/>
                  <a:pt x="19424" y="1487"/>
                </a:cubicBezTo>
                <a:cubicBezTo>
                  <a:pt x="19359" y="1450"/>
                  <a:pt x="19282" y="1425"/>
                  <a:pt x="19192" y="1412"/>
                </a:cubicBezTo>
                <a:cubicBezTo>
                  <a:pt x="19102" y="1399"/>
                  <a:pt x="19007" y="1392"/>
                  <a:pt x="18909" y="1392"/>
                </a:cubicBezTo>
                <a:cubicBezTo>
                  <a:pt x="18790" y="1392"/>
                  <a:pt x="18657" y="1408"/>
                  <a:pt x="18510" y="1440"/>
                </a:cubicBezTo>
                <a:cubicBezTo>
                  <a:pt x="18364" y="1473"/>
                  <a:pt x="18212" y="1519"/>
                  <a:pt x="18056" y="1581"/>
                </a:cubicBezTo>
                <a:lnTo>
                  <a:pt x="18032" y="1581"/>
                </a:lnTo>
                <a:lnTo>
                  <a:pt x="18032" y="1119"/>
                </a:lnTo>
                <a:cubicBezTo>
                  <a:pt x="18120" y="1095"/>
                  <a:pt x="18248" y="1068"/>
                  <a:pt x="18416" y="1039"/>
                </a:cubicBezTo>
                <a:cubicBezTo>
                  <a:pt x="18584" y="1010"/>
                  <a:pt x="18749" y="996"/>
                  <a:pt x="18911" y="996"/>
                </a:cubicBezTo>
                <a:cubicBezTo>
                  <a:pt x="19102" y="996"/>
                  <a:pt x="19267" y="1011"/>
                  <a:pt x="19408" y="1043"/>
                </a:cubicBezTo>
                <a:cubicBezTo>
                  <a:pt x="19549" y="1074"/>
                  <a:pt x="19671" y="1128"/>
                  <a:pt x="19774" y="1204"/>
                </a:cubicBezTo>
                <a:cubicBezTo>
                  <a:pt x="19876" y="1278"/>
                  <a:pt x="19953" y="1374"/>
                  <a:pt x="20006" y="1491"/>
                </a:cubicBezTo>
                <a:cubicBezTo>
                  <a:pt x="20059" y="1609"/>
                  <a:pt x="20086" y="1755"/>
                  <a:pt x="20086" y="1929"/>
                </a:cubicBezTo>
                <a:lnTo>
                  <a:pt x="20086" y="3761"/>
                </a:lnTo>
                <a:moveTo>
                  <a:pt x="19634" y="3099"/>
                </a:moveTo>
                <a:lnTo>
                  <a:pt x="19634" y="2344"/>
                </a:lnTo>
                <a:cubicBezTo>
                  <a:pt x="19495" y="2352"/>
                  <a:pt x="19332" y="2365"/>
                  <a:pt x="19145" y="2381"/>
                </a:cubicBezTo>
                <a:cubicBezTo>
                  <a:pt x="18957" y="2397"/>
                  <a:pt x="18808" y="2420"/>
                  <a:pt x="18699" y="2451"/>
                </a:cubicBezTo>
                <a:cubicBezTo>
                  <a:pt x="18568" y="2488"/>
                  <a:pt x="18463" y="2546"/>
                  <a:pt x="18382" y="2625"/>
                </a:cubicBezTo>
                <a:cubicBezTo>
                  <a:pt x="18302" y="2703"/>
                  <a:pt x="18261" y="2811"/>
                  <a:pt x="18261" y="2949"/>
                </a:cubicBezTo>
                <a:cubicBezTo>
                  <a:pt x="18261" y="3104"/>
                  <a:pt x="18308" y="3221"/>
                  <a:pt x="18401" y="3300"/>
                </a:cubicBezTo>
                <a:cubicBezTo>
                  <a:pt x="18495" y="3378"/>
                  <a:pt x="18638" y="3417"/>
                  <a:pt x="18829" y="3417"/>
                </a:cubicBezTo>
                <a:cubicBezTo>
                  <a:pt x="18989" y="3417"/>
                  <a:pt x="19135" y="3386"/>
                  <a:pt x="19267" y="3324"/>
                </a:cubicBezTo>
                <a:cubicBezTo>
                  <a:pt x="19399" y="3262"/>
                  <a:pt x="19521" y="3187"/>
                  <a:pt x="19634" y="3099"/>
                </a:cubicBezTo>
                <a:close/>
                <a:moveTo>
                  <a:pt x="23220" y="2455"/>
                </a:moveTo>
                <a:lnTo>
                  <a:pt x="21231" y="2455"/>
                </a:lnTo>
                <a:cubicBezTo>
                  <a:pt x="21231" y="2622"/>
                  <a:pt x="21256" y="2767"/>
                  <a:pt x="21306" y="2890"/>
                </a:cubicBezTo>
                <a:cubicBezTo>
                  <a:pt x="21356" y="3014"/>
                  <a:pt x="21425" y="3115"/>
                  <a:pt x="21512" y="3194"/>
                </a:cubicBezTo>
                <a:cubicBezTo>
                  <a:pt x="21595" y="3272"/>
                  <a:pt x="21695" y="3330"/>
                  <a:pt x="21810" y="3369"/>
                </a:cubicBezTo>
                <a:cubicBezTo>
                  <a:pt x="21925" y="3408"/>
                  <a:pt x="22052" y="3427"/>
                  <a:pt x="22191" y="3427"/>
                </a:cubicBezTo>
                <a:cubicBezTo>
                  <a:pt x="22374" y="3427"/>
                  <a:pt x="22559" y="3390"/>
                  <a:pt x="22745" y="3316"/>
                </a:cubicBezTo>
                <a:cubicBezTo>
                  <a:pt x="22931" y="3242"/>
                  <a:pt x="23064" y="3170"/>
                  <a:pt x="23143" y="3098"/>
                </a:cubicBezTo>
                <a:lnTo>
                  <a:pt x="23167" y="3098"/>
                </a:lnTo>
                <a:lnTo>
                  <a:pt x="23167" y="3595"/>
                </a:lnTo>
                <a:cubicBezTo>
                  <a:pt x="23014" y="3660"/>
                  <a:pt x="22858" y="3714"/>
                  <a:pt x="22698" y="3758"/>
                </a:cubicBezTo>
                <a:cubicBezTo>
                  <a:pt x="22539" y="3802"/>
                  <a:pt x="22371" y="3823"/>
                  <a:pt x="22196" y="3823"/>
                </a:cubicBezTo>
                <a:cubicBezTo>
                  <a:pt x="21748" y="3823"/>
                  <a:pt x="21398" y="3702"/>
                  <a:pt x="21147" y="3459"/>
                </a:cubicBezTo>
                <a:cubicBezTo>
                  <a:pt x="20895" y="3216"/>
                  <a:pt x="20770" y="2871"/>
                  <a:pt x="20770" y="2424"/>
                </a:cubicBezTo>
                <a:cubicBezTo>
                  <a:pt x="20770" y="1982"/>
                  <a:pt x="20890" y="1631"/>
                  <a:pt x="21131" y="1371"/>
                </a:cubicBezTo>
                <a:cubicBezTo>
                  <a:pt x="21372" y="1111"/>
                  <a:pt x="21689" y="981"/>
                  <a:pt x="22082" y="981"/>
                </a:cubicBezTo>
                <a:cubicBezTo>
                  <a:pt x="22446" y="981"/>
                  <a:pt x="22727" y="1088"/>
                  <a:pt x="22924" y="1301"/>
                </a:cubicBezTo>
                <a:cubicBezTo>
                  <a:pt x="23122" y="1514"/>
                  <a:pt x="23220" y="1816"/>
                  <a:pt x="23220" y="2209"/>
                </a:cubicBezTo>
                <a:lnTo>
                  <a:pt x="23220" y="2455"/>
                </a:lnTo>
                <a:moveTo>
                  <a:pt x="22778" y="2107"/>
                </a:moveTo>
                <a:cubicBezTo>
                  <a:pt x="22776" y="1869"/>
                  <a:pt x="22716" y="1685"/>
                  <a:pt x="22598" y="1554"/>
                </a:cubicBezTo>
                <a:cubicBezTo>
                  <a:pt x="22480" y="1424"/>
                  <a:pt x="22299" y="1358"/>
                  <a:pt x="22058" y="1358"/>
                </a:cubicBezTo>
                <a:cubicBezTo>
                  <a:pt x="21814" y="1358"/>
                  <a:pt x="21621" y="1430"/>
                  <a:pt x="21477" y="1573"/>
                </a:cubicBezTo>
                <a:cubicBezTo>
                  <a:pt x="21332" y="1717"/>
                  <a:pt x="21251" y="1895"/>
                  <a:pt x="21231" y="2107"/>
                </a:cubicBezTo>
                <a:lnTo>
                  <a:pt x="22778" y="2107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2DD14F9-D112-4B21-8E36-BCF108CD7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201" y="1507706"/>
            <a:ext cx="22551" cy="46543"/>
          </a:xfrm>
          <a:custGeom xmlns:a="http://schemas.openxmlformats.org/drawingml/2006/main">
            <a:pathLst>
              <a:path w="22551" h="46543">
                <a:moveTo>
                  <a:pt x="0" y="0"/>
                </a:moveTo>
                <a:lnTo>
                  <a:pt x="22551" y="0"/>
                </a:lnTo>
                <a:lnTo>
                  <a:pt x="22551" y="46543"/>
                </a:lnTo>
                <a:lnTo>
                  <a:pt x="0" y="465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C2AFF1-9BD7-4F9D-A095-9F4A3DEBA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2202" y="1507707"/>
            <a:ext cx="22549" cy="46542"/>
          </a:xfrm>
          <a:custGeom xmlns:a="http://schemas.openxmlformats.org/drawingml/2006/main">
            <a:pathLst>
              <a:path w="22549" h="46542" fill="none">
                <a:moveTo>
                  <a:pt x="0" y="0"/>
                </a:moveTo>
                <a:lnTo>
                  <a:pt x="22549" y="0"/>
                </a:lnTo>
                <a:lnTo>
                  <a:pt x="22549" y="46542"/>
                </a:lnTo>
                <a:lnTo>
                  <a:pt x="0" y="4654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61" name="Text Salicaceae">
            <a:extLst xmlns:a="http://schemas.openxmlformats.org/drawingml/2006/main">
              <a:ext uri="{FF2B5EF4-FFF2-40B4-BE49-F238E27FC236}">
                <a16:creationId xmlns:a16="http://schemas.microsoft.com/office/drawing/2014/main" id="{0B6B4A9A-E62E-47A9-9DAF-668C660E61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54980" y="1508738"/>
            <a:ext cx="22029" cy="3315"/>
          </a:xfrm>
          <a:custGeom xmlns:a="http://schemas.openxmlformats.org/drawingml/2006/main">
            <a:pathLst>
              <a:path w="22029" h="3315">
                <a:moveTo>
                  <a:pt x="2396" y="2362"/>
                </a:moveTo>
                <a:cubicBezTo>
                  <a:pt x="2396" y="2483"/>
                  <a:pt x="2368" y="2603"/>
                  <a:pt x="2312" y="2721"/>
                </a:cubicBezTo>
                <a:cubicBezTo>
                  <a:pt x="2255" y="2840"/>
                  <a:pt x="2176" y="2940"/>
                  <a:pt x="2075" y="3022"/>
                </a:cubicBezTo>
                <a:cubicBezTo>
                  <a:pt x="1963" y="3111"/>
                  <a:pt x="1834" y="3181"/>
                  <a:pt x="1685" y="3231"/>
                </a:cubicBezTo>
                <a:cubicBezTo>
                  <a:pt x="1537" y="3281"/>
                  <a:pt x="1359" y="3306"/>
                  <a:pt x="1150" y="3306"/>
                </a:cubicBezTo>
                <a:cubicBezTo>
                  <a:pt x="926" y="3306"/>
                  <a:pt x="725" y="3285"/>
                  <a:pt x="546" y="3243"/>
                </a:cubicBezTo>
                <a:cubicBezTo>
                  <a:pt x="367" y="3202"/>
                  <a:pt x="185" y="3139"/>
                  <a:pt x="0" y="3057"/>
                </a:cubicBezTo>
                <a:lnTo>
                  <a:pt x="0" y="2538"/>
                </a:lnTo>
                <a:lnTo>
                  <a:pt x="29" y="2538"/>
                </a:lnTo>
                <a:cubicBezTo>
                  <a:pt x="186" y="2669"/>
                  <a:pt x="368" y="2770"/>
                  <a:pt x="574" y="2841"/>
                </a:cubicBezTo>
                <a:cubicBezTo>
                  <a:pt x="780" y="2912"/>
                  <a:pt x="973" y="2947"/>
                  <a:pt x="1154" y="2947"/>
                </a:cubicBezTo>
                <a:cubicBezTo>
                  <a:pt x="1410" y="2947"/>
                  <a:pt x="1610" y="2899"/>
                  <a:pt x="1752" y="2804"/>
                </a:cubicBezTo>
                <a:cubicBezTo>
                  <a:pt x="1895" y="2708"/>
                  <a:pt x="1966" y="2580"/>
                  <a:pt x="1966" y="2421"/>
                </a:cubicBezTo>
                <a:cubicBezTo>
                  <a:pt x="1966" y="2283"/>
                  <a:pt x="1932" y="2181"/>
                  <a:pt x="1865" y="2116"/>
                </a:cubicBezTo>
                <a:cubicBezTo>
                  <a:pt x="1797" y="2050"/>
                  <a:pt x="1695" y="1999"/>
                  <a:pt x="1557" y="1963"/>
                </a:cubicBezTo>
                <a:cubicBezTo>
                  <a:pt x="1453" y="1935"/>
                  <a:pt x="1340" y="1912"/>
                  <a:pt x="1218" y="1894"/>
                </a:cubicBezTo>
                <a:cubicBezTo>
                  <a:pt x="1096" y="1876"/>
                  <a:pt x="967" y="1853"/>
                  <a:pt x="831" y="1825"/>
                </a:cubicBezTo>
                <a:cubicBezTo>
                  <a:pt x="555" y="1767"/>
                  <a:pt x="351" y="1667"/>
                  <a:pt x="218" y="1526"/>
                </a:cubicBezTo>
                <a:cubicBezTo>
                  <a:pt x="85" y="1384"/>
                  <a:pt x="19" y="1200"/>
                  <a:pt x="19" y="973"/>
                </a:cubicBezTo>
                <a:cubicBezTo>
                  <a:pt x="19" y="713"/>
                  <a:pt x="129" y="499"/>
                  <a:pt x="349" y="333"/>
                </a:cubicBezTo>
                <a:cubicBezTo>
                  <a:pt x="568" y="167"/>
                  <a:pt x="847" y="83"/>
                  <a:pt x="1186" y="83"/>
                </a:cubicBezTo>
                <a:cubicBezTo>
                  <a:pt x="1404" y="83"/>
                  <a:pt x="1604" y="104"/>
                  <a:pt x="1787" y="146"/>
                </a:cubicBezTo>
                <a:cubicBezTo>
                  <a:pt x="1969" y="188"/>
                  <a:pt x="2130" y="239"/>
                  <a:pt x="2271" y="301"/>
                </a:cubicBezTo>
                <a:lnTo>
                  <a:pt x="2271" y="789"/>
                </a:lnTo>
                <a:lnTo>
                  <a:pt x="2242" y="789"/>
                </a:lnTo>
                <a:cubicBezTo>
                  <a:pt x="2123" y="689"/>
                  <a:pt x="1968" y="607"/>
                  <a:pt x="1775" y="541"/>
                </a:cubicBezTo>
                <a:cubicBezTo>
                  <a:pt x="1582" y="475"/>
                  <a:pt x="1385" y="442"/>
                  <a:pt x="1183" y="442"/>
                </a:cubicBezTo>
                <a:cubicBezTo>
                  <a:pt x="962" y="442"/>
                  <a:pt x="784" y="488"/>
                  <a:pt x="650" y="580"/>
                </a:cubicBezTo>
                <a:cubicBezTo>
                  <a:pt x="516" y="671"/>
                  <a:pt x="449" y="789"/>
                  <a:pt x="449" y="934"/>
                </a:cubicBezTo>
                <a:cubicBezTo>
                  <a:pt x="449" y="1063"/>
                  <a:pt x="482" y="1165"/>
                  <a:pt x="549" y="1238"/>
                </a:cubicBezTo>
                <a:cubicBezTo>
                  <a:pt x="616" y="1312"/>
                  <a:pt x="733" y="1369"/>
                  <a:pt x="902" y="1408"/>
                </a:cubicBezTo>
                <a:cubicBezTo>
                  <a:pt x="991" y="1427"/>
                  <a:pt x="1117" y="1451"/>
                  <a:pt x="1282" y="1479"/>
                </a:cubicBezTo>
                <a:cubicBezTo>
                  <a:pt x="1446" y="1507"/>
                  <a:pt x="1585" y="1535"/>
                  <a:pt x="1699" y="1564"/>
                </a:cubicBezTo>
                <a:cubicBezTo>
                  <a:pt x="1930" y="1626"/>
                  <a:pt x="2104" y="1718"/>
                  <a:pt x="2221" y="1842"/>
                </a:cubicBezTo>
                <a:cubicBezTo>
                  <a:pt x="2338" y="1966"/>
                  <a:pt x="2396" y="2139"/>
                  <a:pt x="2396" y="2362"/>
                </a:cubicBezTo>
                <a:close/>
                <a:moveTo>
                  <a:pt x="4841" y="3248"/>
                </a:moveTo>
                <a:lnTo>
                  <a:pt x="4450" y="3248"/>
                </a:lnTo>
                <a:lnTo>
                  <a:pt x="4450" y="3001"/>
                </a:lnTo>
                <a:cubicBezTo>
                  <a:pt x="4415" y="3025"/>
                  <a:pt x="4368" y="3058"/>
                  <a:pt x="4309" y="3100"/>
                </a:cubicBezTo>
                <a:cubicBezTo>
                  <a:pt x="4250" y="3143"/>
                  <a:pt x="4193" y="3177"/>
                  <a:pt x="4137" y="3202"/>
                </a:cubicBezTo>
                <a:cubicBezTo>
                  <a:pt x="4072" y="3234"/>
                  <a:pt x="3997" y="3261"/>
                  <a:pt x="3912" y="3282"/>
                </a:cubicBezTo>
                <a:cubicBezTo>
                  <a:pt x="3827" y="3304"/>
                  <a:pt x="3727" y="3315"/>
                  <a:pt x="3613" y="3315"/>
                </a:cubicBezTo>
                <a:cubicBezTo>
                  <a:pt x="3403" y="3315"/>
                  <a:pt x="3225" y="3245"/>
                  <a:pt x="3079" y="3106"/>
                </a:cubicBezTo>
                <a:cubicBezTo>
                  <a:pt x="2933" y="2966"/>
                  <a:pt x="2860" y="2789"/>
                  <a:pt x="2860" y="2573"/>
                </a:cubicBezTo>
                <a:cubicBezTo>
                  <a:pt x="2860" y="2396"/>
                  <a:pt x="2898" y="2253"/>
                  <a:pt x="2974" y="2143"/>
                </a:cubicBezTo>
                <a:cubicBezTo>
                  <a:pt x="3049" y="2034"/>
                  <a:pt x="3158" y="1948"/>
                  <a:pt x="3298" y="1885"/>
                </a:cubicBezTo>
                <a:cubicBezTo>
                  <a:pt x="3440" y="1822"/>
                  <a:pt x="3610" y="1780"/>
                  <a:pt x="3809" y="1758"/>
                </a:cubicBezTo>
                <a:cubicBezTo>
                  <a:pt x="4008" y="1735"/>
                  <a:pt x="4222" y="1718"/>
                  <a:pt x="4450" y="1707"/>
                </a:cubicBezTo>
                <a:lnTo>
                  <a:pt x="4450" y="1646"/>
                </a:lnTo>
                <a:cubicBezTo>
                  <a:pt x="4450" y="1557"/>
                  <a:pt x="4435" y="1482"/>
                  <a:pt x="4403" y="1423"/>
                </a:cubicBezTo>
                <a:cubicBezTo>
                  <a:pt x="4372" y="1364"/>
                  <a:pt x="4327" y="1318"/>
                  <a:pt x="4269" y="1284"/>
                </a:cubicBezTo>
                <a:cubicBezTo>
                  <a:pt x="4213" y="1252"/>
                  <a:pt x="4146" y="1230"/>
                  <a:pt x="4068" y="1219"/>
                </a:cubicBezTo>
                <a:cubicBezTo>
                  <a:pt x="3990" y="1208"/>
                  <a:pt x="3909" y="1202"/>
                  <a:pt x="3824" y="1202"/>
                </a:cubicBezTo>
                <a:cubicBezTo>
                  <a:pt x="3721" y="1202"/>
                  <a:pt x="3606" y="1216"/>
                  <a:pt x="3480" y="1244"/>
                </a:cubicBezTo>
                <a:cubicBezTo>
                  <a:pt x="3353" y="1272"/>
                  <a:pt x="3222" y="1312"/>
                  <a:pt x="3087" y="1365"/>
                </a:cubicBezTo>
                <a:lnTo>
                  <a:pt x="3066" y="1365"/>
                </a:lnTo>
                <a:lnTo>
                  <a:pt x="3066" y="966"/>
                </a:lnTo>
                <a:cubicBezTo>
                  <a:pt x="3143" y="946"/>
                  <a:pt x="3254" y="923"/>
                  <a:pt x="3398" y="898"/>
                </a:cubicBezTo>
                <a:cubicBezTo>
                  <a:pt x="3543" y="872"/>
                  <a:pt x="3686" y="860"/>
                  <a:pt x="3826" y="860"/>
                </a:cubicBezTo>
                <a:cubicBezTo>
                  <a:pt x="3990" y="860"/>
                  <a:pt x="4133" y="874"/>
                  <a:pt x="4255" y="901"/>
                </a:cubicBezTo>
                <a:cubicBezTo>
                  <a:pt x="4377" y="928"/>
                  <a:pt x="4482" y="974"/>
                  <a:pt x="4571" y="1039"/>
                </a:cubicBezTo>
                <a:cubicBezTo>
                  <a:pt x="4659" y="1103"/>
                  <a:pt x="4726" y="1186"/>
                  <a:pt x="4772" y="1288"/>
                </a:cubicBezTo>
                <a:cubicBezTo>
                  <a:pt x="4818" y="1389"/>
                  <a:pt x="4841" y="1515"/>
                  <a:pt x="4841" y="1666"/>
                </a:cubicBezTo>
                <a:lnTo>
                  <a:pt x="4841" y="3248"/>
                </a:lnTo>
                <a:moveTo>
                  <a:pt x="4450" y="2677"/>
                </a:moveTo>
                <a:lnTo>
                  <a:pt x="4450" y="2025"/>
                </a:lnTo>
                <a:cubicBezTo>
                  <a:pt x="4331" y="2032"/>
                  <a:pt x="4190" y="2042"/>
                  <a:pt x="4028" y="2056"/>
                </a:cubicBezTo>
                <a:cubicBezTo>
                  <a:pt x="3865" y="2070"/>
                  <a:pt x="3737" y="2090"/>
                  <a:pt x="3642" y="2117"/>
                </a:cubicBezTo>
                <a:cubicBezTo>
                  <a:pt x="3530" y="2149"/>
                  <a:pt x="3439" y="2199"/>
                  <a:pt x="3369" y="2267"/>
                </a:cubicBezTo>
                <a:cubicBezTo>
                  <a:pt x="3299" y="2335"/>
                  <a:pt x="3265" y="2428"/>
                  <a:pt x="3265" y="2547"/>
                </a:cubicBezTo>
                <a:cubicBezTo>
                  <a:pt x="3265" y="2681"/>
                  <a:pt x="3305" y="2782"/>
                  <a:pt x="3386" y="2850"/>
                </a:cubicBezTo>
                <a:cubicBezTo>
                  <a:pt x="3466" y="2917"/>
                  <a:pt x="3590" y="2951"/>
                  <a:pt x="3755" y="2951"/>
                </a:cubicBezTo>
                <a:cubicBezTo>
                  <a:pt x="3893" y="2951"/>
                  <a:pt x="4019" y="2924"/>
                  <a:pt x="4133" y="2871"/>
                </a:cubicBezTo>
                <a:cubicBezTo>
                  <a:pt x="4247" y="2817"/>
                  <a:pt x="4353" y="2752"/>
                  <a:pt x="4450" y="2677"/>
                </a:cubicBezTo>
                <a:close/>
                <a:moveTo>
                  <a:pt x="5993" y="3248"/>
                </a:moveTo>
                <a:lnTo>
                  <a:pt x="5600" y="3248"/>
                </a:lnTo>
                <a:lnTo>
                  <a:pt x="5600" y="0"/>
                </a:lnTo>
                <a:lnTo>
                  <a:pt x="5993" y="0"/>
                </a:lnTo>
                <a:lnTo>
                  <a:pt x="5993" y="3248"/>
                </a:lnTo>
                <a:close/>
                <a:moveTo>
                  <a:pt x="7191" y="526"/>
                </a:moveTo>
                <a:lnTo>
                  <a:pt x="6748" y="526"/>
                </a:lnTo>
                <a:lnTo>
                  <a:pt x="6748" y="117"/>
                </a:lnTo>
                <a:lnTo>
                  <a:pt x="7191" y="117"/>
                </a:lnTo>
                <a:lnTo>
                  <a:pt x="7191" y="526"/>
                </a:lnTo>
                <a:moveTo>
                  <a:pt x="7166" y="3248"/>
                </a:moveTo>
                <a:lnTo>
                  <a:pt x="6773" y="3248"/>
                </a:lnTo>
                <a:lnTo>
                  <a:pt x="6773" y="914"/>
                </a:lnTo>
                <a:lnTo>
                  <a:pt x="7166" y="914"/>
                </a:lnTo>
                <a:lnTo>
                  <a:pt x="7166" y="3248"/>
                </a:lnTo>
                <a:close/>
                <a:moveTo>
                  <a:pt x="9666" y="3104"/>
                </a:moveTo>
                <a:cubicBezTo>
                  <a:pt x="9535" y="3166"/>
                  <a:pt x="9411" y="3215"/>
                  <a:pt x="9293" y="3250"/>
                </a:cubicBezTo>
                <a:cubicBezTo>
                  <a:pt x="9176" y="3285"/>
                  <a:pt x="9051" y="3302"/>
                  <a:pt x="8919" y="3302"/>
                </a:cubicBezTo>
                <a:cubicBezTo>
                  <a:pt x="8750" y="3302"/>
                  <a:pt x="8596" y="3277"/>
                  <a:pt x="8455" y="3228"/>
                </a:cubicBezTo>
                <a:cubicBezTo>
                  <a:pt x="8315" y="3178"/>
                  <a:pt x="8195" y="3103"/>
                  <a:pt x="8094" y="3003"/>
                </a:cubicBezTo>
                <a:cubicBezTo>
                  <a:pt x="7993" y="2903"/>
                  <a:pt x="7914" y="2776"/>
                  <a:pt x="7859" y="2622"/>
                </a:cubicBezTo>
                <a:cubicBezTo>
                  <a:pt x="7803" y="2469"/>
                  <a:pt x="7775" y="2290"/>
                  <a:pt x="7775" y="2085"/>
                </a:cubicBezTo>
                <a:cubicBezTo>
                  <a:pt x="7775" y="1703"/>
                  <a:pt x="7880" y="1404"/>
                  <a:pt x="8089" y="1186"/>
                </a:cubicBezTo>
                <a:cubicBezTo>
                  <a:pt x="8299" y="969"/>
                  <a:pt x="8575" y="860"/>
                  <a:pt x="8919" y="860"/>
                </a:cubicBezTo>
                <a:cubicBezTo>
                  <a:pt x="9052" y="860"/>
                  <a:pt x="9184" y="879"/>
                  <a:pt x="9312" y="916"/>
                </a:cubicBezTo>
                <a:cubicBezTo>
                  <a:pt x="9441" y="954"/>
                  <a:pt x="9559" y="1000"/>
                  <a:pt x="9666" y="1054"/>
                </a:cubicBezTo>
                <a:lnTo>
                  <a:pt x="9666" y="1490"/>
                </a:lnTo>
                <a:lnTo>
                  <a:pt x="9645" y="1490"/>
                </a:lnTo>
                <a:cubicBezTo>
                  <a:pt x="9526" y="1398"/>
                  <a:pt x="9402" y="1327"/>
                  <a:pt x="9275" y="1277"/>
                </a:cubicBezTo>
                <a:cubicBezTo>
                  <a:pt x="9147" y="1227"/>
                  <a:pt x="9023" y="1202"/>
                  <a:pt x="8902" y="1202"/>
                </a:cubicBezTo>
                <a:cubicBezTo>
                  <a:pt x="8679" y="1202"/>
                  <a:pt x="8504" y="1277"/>
                  <a:pt x="8375" y="1427"/>
                </a:cubicBezTo>
                <a:cubicBezTo>
                  <a:pt x="8246" y="1576"/>
                  <a:pt x="8182" y="1796"/>
                  <a:pt x="8182" y="2085"/>
                </a:cubicBezTo>
                <a:cubicBezTo>
                  <a:pt x="8182" y="2366"/>
                  <a:pt x="8245" y="2582"/>
                  <a:pt x="8371" y="2733"/>
                </a:cubicBezTo>
                <a:cubicBezTo>
                  <a:pt x="8497" y="2884"/>
                  <a:pt x="8674" y="2960"/>
                  <a:pt x="8902" y="2960"/>
                </a:cubicBezTo>
                <a:cubicBezTo>
                  <a:pt x="8981" y="2960"/>
                  <a:pt x="9062" y="2949"/>
                  <a:pt x="9144" y="2929"/>
                </a:cubicBezTo>
                <a:cubicBezTo>
                  <a:pt x="9226" y="2908"/>
                  <a:pt x="9300" y="2881"/>
                  <a:pt x="9366" y="2848"/>
                </a:cubicBezTo>
                <a:cubicBezTo>
                  <a:pt x="9423" y="2819"/>
                  <a:pt x="9476" y="2788"/>
                  <a:pt x="9526" y="2756"/>
                </a:cubicBezTo>
                <a:cubicBezTo>
                  <a:pt x="9576" y="2723"/>
                  <a:pt x="9616" y="2695"/>
                  <a:pt x="9645" y="2672"/>
                </a:cubicBezTo>
                <a:lnTo>
                  <a:pt x="9666" y="2672"/>
                </a:lnTo>
                <a:lnTo>
                  <a:pt x="9666" y="3104"/>
                </a:lnTo>
                <a:close/>
                <a:moveTo>
                  <a:pt x="11981" y="3248"/>
                </a:moveTo>
                <a:lnTo>
                  <a:pt x="11591" y="3248"/>
                </a:lnTo>
                <a:lnTo>
                  <a:pt x="11591" y="3001"/>
                </a:lnTo>
                <a:cubicBezTo>
                  <a:pt x="11556" y="3025"/>
                  <a:pt x="11509" y="3058"/>
                  <a:pt x="11450" y="3100"/>
                </a:cubicBezTo>
                <a:cubicBezTo>
                  <a:pt x="11391" y="3143"/>
                  <a:pt x="11333" y="3177"/>
                  <a:pt x="11277" y="3202"/>
                </a:cubicBezTo>
                <a:cubicBezTo>
                  <a:pt x="11212" y="3234"/>
                  <a:pt x="11137" y="3261"/>
                  <a:pt x="11052" y="3282"/>
                </a:cubicBezTo>
                <a:cubicBezTo>
                  <a:pt x="10967" y="3304"/>
                  <a:pt x="10868" y="3315"/>
                  <a:pt x="10754" y="3315"/>
                </a:cubicBezTo>
                <a:cubicBezTo>
                  <a:pt x="10543" y="3315"/>
                  <a:pt x="10365" y="3245"/>
                  <a:pt x="10219" y="3106"/>
                </a:cubicBezTo>
                <a:cubicBezTo>
                  <a:pt x="10073" y="2966"/>
                  <a:pt x="10000" y="2789"/>
                  <a:pt x="10000" y="2573"/>
                </a:cubicBezTo>
                <a:cubicBezTo>
                  <a:pt x="10000" y="2396"/>
                  <a:pt x="10038" y="2253"/>
                  <a:pt x="10114" y="2143"/>
                </a:cubicBezTo>
                <a:cubicBezTo>
                  <a:pt x="10190" y="2034"/>
                  <a:pt x="10298" y="1948"/>
                  <a:pt x="10438" y="1885"/>
                </a:cubicBezTo>
                <a:cubicBezTo>
                  <a:pt x="10580" y="1822"/>
                  <a:pt x="10751" y="1780"/>
                  <a:pt x="10950" y="1758"/>
                </a:cubicBezTo>
                <a:cubicBezTo>
                  <a:pt x="11149" y="1735"/>
                  <a:pt x="11362" y="1718"/>
                  <a:pt x="11591" y="1707"/>
                </a:cubicBezTo>
                <a:lnTo>
                  <a:pt x="11591" y="1646"/>
                </a:lnTo>
                <a:cubicBezTo>
                  <a:pt x="11591" y="1557"/>
                  <a:pt x="11575" y="1482"/>
                  <a:pt x="11544" y="1423"/>
                </a:cubicBezTo>
                <a:cubicBezTo>
                  <a:pt x="11512" y="1364"/>
                  <a:pt x="11467" y="1318"/>
                  <a:pt x="11409" y="1284"/>
                </a:cubicBezTo>
                <a:cubicBezTo>
                  <a:pt x="11353" y="1252"/>
                  <a:pt x="11287" y="1230"/>
                  <a:pt x="11209" y="1219"/>
                </a:cubicBezTo>
                <a:cubicBezTo>
                  <a:pt x="11131" y="1208"/>
                  <a:pt x="11049" y="1202"/>
                  <a:pt x="10964" y="1202"/>
                </a:cubicBezTo>
                <a:cubicBezTo>
                  <a:pt x="10861" y="1202"/>
                  <a:pt x="10747" y="1216"/>
                  <a:pt x="10620" y="1244"/>
                </a:cubicBezTo>
                <a:cubicBezTo>
                  <a:pt x="10493" y="1272"/>
                  <a:pt x="10363" y="1312"/>
                  <a:pt x="10228" y="1365"/>
                </a:cubicBezTo>
                <a:lnTo>
                  <a:pt x="10207" y="1365"/>
                </a:lnTo>
                <a:lnTo>
                  <a:pt x="10207" y="966"/>
                </a:lnTo>
                <a:cubicBezTo>
                  <a:pt x="10283" y="946"/>
                  <a:pt x="10394" y="923"/>
                  <a:pt x="10539" y="898"/>
                </a:cubicBezTo>
                <a:cubicBezTo>
                  <a:pt x="10683" y="872"/>
                  <a:pt x="10826" y="860"/>
                  <a:pt x="10966" y="860"/>
                </a:cubicBezTo>
                <a:cubicBezTo>
                  <a:pt x="11131" y="860"/>
                  <a:pt x="11274" y="874"/>
                  <a:pt x="11395" y="901"/>
                </a:cubicBezTo>
                <a:cubicBezTo>
                  <a:pt x="11517" y="928"/>
                  <a:pt x="11623" y="974"/>
                  <a:pt x="11712" y="1039"/>
                </a:cubicBezTo>
                <a:cubicBezTo>
                  <a:pt x="11799" y="1103"/>
                  <a:pt x="11866" y="1186"/>
                  <a:pt x="11912" y="1288"/>
                </a:cubicBezTo>
                <a:cubicBezTo>
                  <a:pt x="11958" y="1389"/>
                  <a:pt x="11981" y="1515"/>
                  <a:pt x="11981" y="1666"/>
                </a:cubicBezTo>
                <a:lnTo>
                  <a:pt x="11981" y="3248"/>
                </a:lnTo>
                <a:moveTo>
                  <a:pt x="11591" y="2677"/>
                </a:moveTo>
                <a:lnTo>
                  <a:pt x="11591" y="2025"/>
                </a:lnTo>
                <a:cubicBezTo>
                  <a:pt x="11471" y="2032"/>
                  <a:pt x="11330" y="2042"/>
                  <a:pt x="11168" y="2056"/>
                </a:cubicBezTo>
                <a:cubicBezTo>
                  <a:pt x="11006" y="2070"/>
                  <a:pt x="10877" y="2090"/>
                  <a:pt x="10783" y="2117"/>
                </a:cubicBezTo>
                <a:cubicBezTo>
                  <a:pt x="10670" y="2149"/>
                  <a:pt x="10579" y="2199"/>
                  <a:pt x="10509" y="2267"/>
                </a:cubicBezTo>
                <a:cubicBezTo>
                  <a:pt x="10440" y="2335"/>
                  <a:pt x="10405" y="2428"/>
                  <a:pt x="10405" y="2547"/>
                </a:cubicBezTo>
                <a:cubicBezTo>
                  <a:pt x="10405" y="2681"/>
                  <a:pt x="10445" y="2782"/>
                  <a:pt x="10526" y="2850"/>
                </a:cubicBezTo>
                <a:cubicBezTo>
                  <a:pt x="10607" y="2917"/>
                  <a:pt x="10730" y="2951"/>
                  <a:pt x="10895" y="2951"/>
                </a:cubicBezTo>
                <a:cubicBezTo>
                  <a:pt x="11033" y="2951"/>
                  <a:pt x="11159" y="2924"/>
                  <a:pt x="11273" y="2871"/>
                </a:cubicBezTo>
                <a:cubicBezTo>
                  <a:pt x="11387" y="2817"/>
                  <a:pt x="11493" y="2752"/>
                  <a:pt x="11591" y="2677"/>
                </a:cubicBezTo>
                <a:close/>
                <a:moveTo>
                  <a:pt x="14460" y="3104"/>
                </a:moveTo>
                <a:cubicBezTo>
                  <a:pt x="14330" y="3166"/>
                  <a:pt x="14205" y="3215"/>
                  <a:pt x="14088" y="3250"/>
                </a:cubicBezTo>
                <a:cubicBezTo>
                  <a:pt x="13970" y="3285"/>
                  <a:pt x="13845" y="3302"/>
                  <a:pt x="13713" y="3302"/>
                </a:cubicBezTo>
                <a:cubicBezTo>
                  <a:pt x="13545" y="3302"/>
                  <a:pt x="13390" y="3277"/>
                  <a:pt x="13250" y="3228"/>
                </a:cubicBezTo>
                <a:cubicBezTo>
                  <a:pt x="13109" y="3178"/>
                  <a:pt x="12989" y="3103"/>
                  <a:pt x="12889" y="3003"/>
                </a:cubicBezTo>
                <a:cubicBezTo>
                  <a:pt x="12787" y="2903"/>
                  <a:pt x="12708" y="2776"/>
                  <a:pt x="12653" y="2622"/>
                </a:cubicBezTo>
                <a:cubicBezTo>
                  <a:pt x="12597" y="2469"/>
                  <a:pt x="12569" y="2290"/>
                  <a:pt x="12569" y="2085"/>
                </a:cubicBezTo>
                <a:cubicBezTo>
                  <a:pt x="12569" y="1703"/>
                  <a:pt x="12674" y="1404"/>
                  <a:pt x="12883" y="1186"/>
                </a:cubicBezTo>
                <a:cubicBezTo>
                  <a:pt x="13093" y="969"/>
                  <a:pt x="13369" y="860"/>
                  <a:pt x="13713" y="860"/>
                </a:cubicBezTo>
                <a:cubicBezTo>
                  <a:pt x="13847" y="860"/>
                  <a:pt x="13978" y="879"/>
                  <a:pt x="14107" y="916"/>
                </a:cubicBezTo>
                <a:cubicBezTo>
                  <a:pt x="14235" y="954"/>
                  <a:pt x="14353" y="1000"/>
                  <a:pt x="14460" y="1054"/>
                </a:cubicBezTo>
                <a:lnTo>
                  <a:pt x="14460" y="1490"/>
                </a:lnTo>
                <a:lnTo>
                  <a:pt x="14440" y="1490"/>
                </a:lnTo>
                <a:cubicBezTo>
                  <a:pt x="14320" y="1398"/>
                  <a:pt x="14196" y="1327"/>
                  <a:pt x="14069" y="1277"/>
                </a:cubicBezTo>
                <a:cubicBezTo>
                  <a:pt x="13942" y="1227"/>
                  <a:pt x="13818" y="1202"/>
                  <a:pt x="13696" y="1202"/>
                </a:cubicBezTo>
                <a:cubicBezTo>
                  <a:pt x="13474" y="1202"/>
                  <a:pt x="13298" y="1277"/>
                  <a:pt x="13169" y="1427"/>
                </a:cubicBezTo>
                <a:cubicBezTo>
                  <a:pt x="13041" y="1576"/>
                  <a:pt x="12976" y="1796"/>
                  <a:pt x="12976" y="2085"/>
                </a:cubicBezTo>
                <a:cubicBezTo>
                  <a:pt x="12976" y="2366"/>
                  <a:pt x="13039" y="2582"/>
                  <a:pt x="13165" y="2733"/>
                </a:cubicBezTo>
                <a:cubicBezTo>
                  <a:pt x="13291" y="2884"/>
                  <a:pt x="13468" y="2960"/>
                  <a:pt x="13696" y="2960"/>
                </a:cubicBezTo>
                <a:cubicBezTo>
                  <a:pt x="13776" y="2960"/>
                  <a:pt x="13856" y="2949"/>
                  <a:pt x="13939" y="2929"/>
                </a:cubicBezTo>
                <a:cubicBezTo>
                  <a:pt x="14021" y="2908"/>
                  <a:pt x="14094" y="2881"/>
                  <a:pt x="14160" y="2848"/>
                </a:cubicBezTo>
                <a:cubicBezTo>
                  <a:pt x="14217" y="2819"/>
                  <a:pt x="14270" y="2788"/>
                  <a:pt x="14321" y="2756"/>
                </a:cubicBezTo>
                <a:cubicBezTo>
                  <a:pt x="14371" y="2723"/>
                  <a:pt x="14410" y="2695"/>
                  <a:pt x="14440" y="2672"/>
                </a:cubicBezTo>
                <a:lnTo>
                  <a:pt x="14460" y="2672"/>
                </a:lnTo>
                <a:lnTo>
                  <a:pt x="14460" y="3104"/>
                </a:lnTo>
                <a:close/>
                <a:moveTo>
                  <a:pt x="16915" y="2121"/>
                </a:moveTo>
                <a:lnTo>
                  <a:pt x="15197" y="2121"/>
                </a:lnTo>
                <a:cubicBezTo>
                  <a:pt x="15197" y="2264"/>
                  <a:pt x="15219" y="2390"/>
                  <a:pt x="15262" y="2496"/>
                </a:cubicBezTo>
                <a:cubicBezTo>
                  <a:pt x="15305" y="2603"/>
                  <a:pt x="15364" y="2690"/>
                  <a:pt x="15439" y="2759"/>
                </a:cubicBezTo>
                <a:cubicBezTo>
                  <a:pt x="15512" y="2826"/>
                  <a:pt x="15598" y="2876"/>
                  <a:pt x="15697" y="2909"/>
                </a:cubicBezTo>
                <a:cubicBezTo>
                  <a:pt x="15797" y="2943"/>
                  <a:pt x="15906" y="2960"/>
                  <a:pt x="16026" y="2960"/>
                </a:cubicBezTo>
                <a:cubicBezTo>
                  <a:pt x="16184" y="2960"/>
                  <a:pt x="16344" y="2928"/>
                  <a:pt x="16505" y="2864"/>
                </a:cubicBezTo>
                <a:cubicBezTo>
                  <a:pt x="16666" y="2800"/>
                  <a:pt x="16780" y="2738"/>
                  <a:pt x="16848" y="2676"/>
                </a:cubicBezTo>
                <a:lnTo>
                  <a:pt x="16869" y="2676"/>
                </a:lnTo>
                <a:lnTo>
                  <a:pt x="16869" y="3105"/>
                </a:lnTo>
                <a:cubicBezTo>
                  <a:pt x="16737" y="3161"/>
                  <a:pt x="16602" y="3208"/>
                  <a:pt x="16464" y="3245"/>
                </a:cubicBezTo>
                <a:cubicBezTo>
                  <a:pt x="16326" y="3283"/>
                  <a:pt x="16182" y="3302"/>
                  <a:pt x="16030" y="3302"/>
                </a:cubicBezTo>
                <a:cubicBezTo>
                  <a:pt x="15643" y="3302"/>
                  <a:pt x="15341" y="3197"/>
                  <a:pt x="15124" y="2987"/>
                </a:cubicBezTo>
                <a:cubicBezTo>
                  <a:pt x="14907" y="2778"/>
                  <a:pt x="14799" y="2480"/>
                  <a:pt x="14799" y="2094"/>
                </a:cubicBezTo>
                <a:cubicBezTo>
                  <a:pt x="14799" y="1712"/>
                  <a:pt x="14903" y="1408"/>
                  <a:pt x="15111" y="1184"/>
                </a:cubicBezTo>
                <a:cubicBezTo>
                  <a:pt x="15319" y="960"/>
                  <a:pt x="15592" y="847"/>
                  <a:pt x="15932" y="847"/>
                </a:cubicBezTo>
                <a:cubicBezTo>
                  <a:pt x="16246" y="847"/>
                  <a:pt x="16489" y="939"/>
                  <a:pt x="16659" y="1123"/>
                </a:cubicBezTo>
                <a:cubicBezTo>
                  <a:pt x="16830" y="1307"/>
                  <a:pt x="16915" y="1569"/>
                  <a:pt x="16915" y="1907"/>
                </a:cubicBezTo>
                <a:lnTo>
                  <a:pt x="16915" y="2121"/>
                </a:lnTo>
                <a:moveTo>
                  <a:pt x="16533" y="1820"/>
                </a:moveTo>
                <a:cubicBezTo>
                  <a:pt x="16532" y="1614"/>
                  <a:pt x="16480" y="1455"/>
                  <a:pt x="16378" y="1342"/>
                </a:cubicBezTo>
                <a:cubicBezTo>
                  <a:pt x="16275" y="1229"/>
                  <a:pt x="16120" y="1173"/>
                  <a:pt x="15911" y="1173"/>
                </a:cubicBezTo>
                <a:cubicBezTo>
                  <a:pt x="15701" y="1173"/>
                  <a:pt x="15534" y="1235"/>
                  <a:pt x="15409" y="1359"/>
                </a:cubicBezTo>
                <a:cubicBezTo>
                  <a:pt x="15285" y="1483"/>
                  <a:pt x="15214" y="1636"/>
                  <a:pt x="15197" y="1820"/>
                </a:cubicBezTo>
                <a:lnTo>
                  <a:pt x="16533" y="1820"/>
                </a:lnTo>
                <a:close/>
                <a:moveTo>
                  <a:pt x="19321" y="3248"/>
                </a:moveTo>
                <a:lnTo>
                  <a:pt x="18931" y="3248"/>
                </a:lnTo>
                <a:lnTo>
                  <a:pt x="18931" y="3001"/>
                </a:lnTo>
                <a:cubicBezTo>
                  <a:pt x="18896" y="3025"/>
                  <a:pt x="18849" y="3058"/>
                  <a:pt x="18790" y="3100"/>
                </a:cubicBezTo>
                <a:cubicBezTo>
                  <a:pt x="18731" y="3143"/>
                  <a:pt x="18674" y="3177"/>
                  <a:pt x="18618" y="3202"/>
                </a:cubicBezTo>
                <a:cubicBezTo>
                  <a:pt x="18553" y="3234"/>
                  <a:pt x="18478" y="3261"/>
                  <a:pt x="18393" y="3282"/>
                </a:cubicBezTo>
                <a:cubicBezTo>
                  <a:pt x="18308" y="3304"/>
                  <a:pt x="18208" y="3315"/>
                  <a:pt x="18094" y="3315"/>
                </a:cubicBezTo>
                <a:cubicBezTo>
                  <a:pt x="17884" y="3315"/>
                  <a:pt x="17706" y="3245"/>
                  <a:pt x="17560" y="3106"/>
                </a:cubicBezTo>
                <a:cubicBezTo>
                  <a:pt x="17414" y="2966"/>
                  <a:pt x="17341" y="2789"/>
                  <a:pt x="17341" y="2573"/>
                </a:cubicBezTo>
                <a:cubicBezTo>
                  <a:pt x="17341" y="2396"/>
                  <a:pt x="17379" y="2253"/>
                  <a:pt x="17454" y="2143"/>
                </a:cubicBezTo>
                <a:cubicBezTo>
                  <a:pt x="17530" y="2034"/>
                  <a:pt x="17638" y="1948"/>
                  <a:pt x="17779" y="1885"/>
                </a:cubicBezTo>
                <a:cubicBezTo>
                  <a:pt x="17921" y="1822"/>
                  <a:pt x="18091" y="1780"/>
                  <a:pt x="18290" y="1758"/>
                </a:cubicBezTo>
                <a:cubicBezTo>
                  <a:pt x="18489" y="1735"/>
                  <a:pt x="18703" y="1718"/>
                  <a:pt x="18931" y="1707"/>
                </a:cubicBezTo>
                <a:lnTo>
                  <a:pt x="18931" y="1646"/>
                </a:lnTo>
                <a:cubicBezTo>
                  <a:pt x="18931" y="1557"/>
                  <a:pt x="18916" y="1482"/>
                  <a:pt x="18884" y="1423"/>
                </a:cubicBezTo>
                <a:cubicBezTo>
                  <a:pt x="18853" y="1364"/>
                  <a:pt x="18808" y="1318"/>
                  <a:pt x="18750" y="1284"/>
                </a:cubicBezTo>
                <a:cubicBezTo>
                  <a:pt x="18694" y="1252"/>
                  <a:pt x="18627" y="1230"/>
                  <a:pt x="18549" y="1219"/>
                </a:cubicBezTo>
                <a:cubicBezTo>
                  <a:pt x="18471" y="1208"/>
                  <a:pt x="18390" y="1202"/>
                  <a:pt x="18305" y="1202"/>
                </a:cubicBezTo>
                <a:cubicBezTo>
                  <a:pt x="18202" y="1202"/>
                  <a:pt x="18087" y="1216"/>
                  <a:pt x="17961" y="1244"/>
                </a:cubicBezTo>
                <a:cubicBezTo>
                  <a:pt x="17834" y="1272"/>
                  <a:pt x="17703" y="1312"/>
                  <a:pt x="17568" y="1365"/>
                </a:cubicBezTo>
                <a:lnTo>
                  <a:pt x="17547" y="1365"/>
                </a:lnTo>
                <a:lnTo>
                  <a:pt x="17547" y="966"/>
                </a:lnTo>
                <a:cubicBezTo>
                  <a:pt x="17624" y="946"/>
                  <a:pt x="17734" y="923"/>
                  <a:pt x="17879" y="898"/>
                </a:cubicBezTo>
                <a:cubicBezTo>
                  <a:pt x="18024" y="872"/>
                  <a:pt x="18167" y="860"/>
                  <a:pt x="18307" y="860"/>
                </a:cubicBezTo>
                <a:cubicBezTo>
                  <a:pt x="18471" y="860"/>
                  <a:pt x="18614" y="874"/>
                  <a:pt x="18736" y="901"/>
                </a:cubicBezTo>
                <a:cubicBezTo>
                  <a:pt x="18858" y="928"/>
                  <a:pt x="18963" y="974"/>
                  <a:pt x="19052" y="1039"/>
                </a:cubicBezTo>
                <a:cubicBezTo>
                  <a:pt x="19140" y="1103"/>
                  <a:pt x="19207" y="1186"/>
                  <a:pt x="19253" y="1288"/>
                </a:cubicBezTo>
                <a:cubicBezTo>
                  <a:pt x="19299" y="1389"/>
                  <a:pt x="19321" y="1515"/>
                  <a:pt x="19321" y="1666"/>
                </a:cubicBezTo>
                <a:lnTo>
                  <a:pt x="19321" y="3248"/>
                </a:lnTo>
                <a:moveTo>
                  <a:pt x="18931" y="2677"/>
                </a:moveTo>
                <a:lnTo>
                  <a:pt x="18931" y="2025"/>
                </a:lnTo>
                <a:cubicBezTo>
                  <a:pt x="18812" y="2032"/>
                  <a:pt x="18671" y="2042"/>
                  <a:pt x="18509" y="2056"/>
                </a:cubicBezTo>
                <a:cubicBezTo>
                  <a:pt x="18346" y="2070"/>
                  <a:pt x="18218" y="2090"/>
                  <a:pt x="18123" y="2117"/>
                </a:cubicBezTo>
                <a:cubicBezTo>
                  <a:pt x="18011" y="2149"/>
                  <a:pt x="17920" y="2199"/>
                  <a:pt x="17850" y="2267"/>
                </a:cubicBezTo>
                <a:cubicBezTo>
                  <a:pt x="17780" y="2335"/>
                  <a:pt x="17746" y="2428"/>
                  <a:pt x="17746" y="2547"/>
                </a:cubicBezTo>
                <a:cubicBezTo>
                  <a:pt x="17746" y="2681"/>
                  <a:pt x="17786" y="2782"/>
                  <a:pt x="17867" y="2850"/>
                </a:cubicBezTo>
                <a:cubicBezTo>
                  <a:pt x="17947" y="2917"/>
                  <a:pt x="18071" y="2951"/>
                  <a:pt x="18236" y="2951"/>
                </a:cubicBezTo>
                <a:cubicBezTo>
                  <a:pt x="18374" y="2951"/>
                  <a:pt x="18500" y="2924"/>
                  <a:pt x="18614" y="2871"/>
                </a:cubicBezTo>
                <a:cubicBezTo>
                  <a:pt x="18728" y="2817"/>
                  <a:pt x="18834" y="2752"/>
                  <a:pt x="18931" y="2677"/>
                </a:cubicBezTo>
                <a:close/>
                <a:moveTo>
                  <a:pt x="22029" y="2121"/>
                </a:moveTo>
                <a:lnTo>
                  <a:pt x="20311" y="2121"/>
                </a:lnTo>
                <a:cubicBezTo>
                  <a:pt x="20311" y="2264"/>
                  <a:pt x="20333" y="2390"/>
                  <a:pt x="20376" y="2496"/>
                </a:cubicBezTo>
                <a:cubicBezTo>
                  <a:pt x="20419" y="2603"/>
                  <a:pt x="20478" y="2690"/>
                  <a:pt x="20553" y="2759"/>
                </a:cubicBezTo>
                <a:cubicBezTo>
                  <a:pt x="20625" y="2826"/>
                  <a:pt x="20711" y="2876"/>
                  <a:pt x="20811" y="2909"/>
                </a:cubicBezTo>
                <a:cubicBezTo>
                  <a:pt x="20910" y="2943"/>
                  <a:pt x="21020" y="2960"/>
                  <a:pt x="21140" y="2960"/>
                </a:cubicBezTo>
                <a:cubicBezTo>
                  <a:pt x="21298" y="2960"/>
                  <a:pt x="21458" y="2928"/>
                  <a:pt x="21619" y="2864"/>
                </a:cubicBezTo>
                <a:cubicBezTo>
                  <a:pt x="21779" y="2800"/>
                  <a:pt x="21894" y="2738"/>
                  <a:pt x="21962" y="2676"/>
                </a:cubicBezTo>
                <a:lnTo>
                  <a:pt x="21983" y="2676"/>
                </a:lnTo>
                <a:lnTo>
                  <a:pt x="21983" y="3105"/>
                </a:lnTo>
                <a:cubicBezTo>
                  <a:pt x="21851" y="3161"/>
                  <a:pt x="21716" y="3208"/>
                  <a:pt x="21578" y="3245"/>
                </a:cubicBezTo>
                <a:cubicBezTo>
                  <a:pt x="21440" y="3283"/>
                  <a:pt x="21295" y="3302"/>
                  <a:pt x="21144" y="3302"/>
                </a:cubicBezTo>
                <a:cubicBezTo>
                  <a:pt x="20757" y="3302"/>
                  <a:pt x="20455" y="3197"/>
                  <a:pt x="20238" y="2987"/>
                </a:cubicBezTo>
                <a:cubicBezTo>
                  <a:pt x="20021" y="2778"/>
                  <a:pt x="19912" y="2480"/>
                  <a:pt x="19912" y="2094"/>
                </a:cubicBezTo>
                <a:cubicBezTo>
                  <a:pt x="19912" y="1712"/>
                  <a:pt x="20016" y="1408"/>
                  <a:pt x="20224" y="1184"/>
                </a:cubicBezTo>
                <a:cubicBezTo>
                  <a:pt x="20432" y="960"/>
                  <a:pt x="20706" y="847"/>
                  <a:pt x="21046" y="847"/>
                </a:cubicBezTo>
                <a:cubicBezTo>
                  <a:pt x="21360" y="847"/>
                  <a:pt x="21603" y="939"/>
                  <a:pt x="21773" y="1123"/>
                </a:cubicBezTo>
                <a:cubicBezTo>
                  <a:pt x="21944" y="1307"/>
                  <a:pt x="22029" y="1569"/>
                  <a:pt x="22029" y="1907"/>
                </a:cubicBezTo>
                <a:lnTo>
                  <a:pt x="22029" y="2121"/>
                </a:lnTo>
                <a:moveTo>
                  <a:pt x="21647" y="1820"/>
                </a:moveTo>
                <a:cubicBezTo>
                  <a:pt x="21645" y="1614"/>
                  <a:pt x="21594" y="1455"/>
                  <a:pt x="21491" y="1342"/>
                </a:cubicBezTo>
                <a:cubicBezTo>
                  <a:pt x="21389" y="1229"/>
                  <a:pt x="21234" y="1173"/>
                  <a:pt x="21025" y="1173"/>
                </a:cubicBezTo>
                <a:cubicBezTo>
                  <a:pt x="20815" y="1173"/>
                  <a:pt x="20647" y="1235"/>
                  <a:pt x="20523" y="1359"/>
                </a:cubicBezTo>
                <a:cubicBezTo>
                  <a:pt x="20398" y="1483"/>
                  <a:pt x="20328" y="1636"/>
                  <a:pt x="20311" y="1820"/>
                </a:cubicBezTo>
                <a:lnTo>
                  <a:pt x="21647" y="1820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72B64E-B785-4576-A2FD-1541E7BF9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249" y="1507706"/>
            <a:ext cx="21728" cy="15951"/>
          </a:xfrm>
          <a:custGeom xmlns:a="http://schemas.openxmlformats.org/drawingml/2006/main">
            <a:pathLst>
              <a:path w="21728" h="15951">
                <a:moveTo>
                  <a:pt x="0" y="0"/>
                </a:moveTo>
                <a:lnTo>
                  <a:pt x="21728" y="0"/>
                </a:lnTo>
                <a:lnTo>
                  <a:pt x="21728" y="15951"/>
                </a:lnTo>
                <a:lnTo>
                  <a:pt x="0" y="1595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7D9D809-3677-4EF0-8CCF-CF3375B4D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249" y="1507707"/>
            <a:ext cx="21730" cy="15950"/>
          </a:xfrm>
          <a:custGeom xmlns:a="http://schemas.openxmlformats.org/drawingml/2006/main">
            <a:pathLst>
              <a:path w="21730" h="15950" fill="none">
                <a:moveTo>
                  <a:pt x="0" y="0"/>
                </a:moveTo>
                <a:lnTo>
                  <a:pt x="21730" y="0"/>
                </a:lnTo>
                <a:lnTo>
                  <a:pt x="21730" y="15950"/>
                </a:lnTo>
                <a:lnTo>
                  <a:pt x="0" y="1595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56E014-47A0-47A6-9C40-0686CC919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249" y="1546153"/>
            <a:ext cx="21728" cy="8095"/>
          </a:xfrm>
          <a:custGeom xmlns:a="http://schemas.openxmlformats.org/drawingml/2006/main">
            <a:pathLst>
              <a:path w="21728" h="8095">
                <a:moveTo>
                  <a:pt x="0" y="0"/>
                </a:moveTo>
                <a:lnTo>
                  <a:pt x="21728" y="0"/>
                </a:lnTo>
                <a:lnTo>
                  <a:pt x="21728" y="8095"/>
                </a:lnTo>
                <a:lnTo>
                  <a:pt x="0" y="80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335C05-DBB9-4896-8955-0FE9CA439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7249" y="1546155"/>
            <a:ext cx="21730" cy="8094"/>
          </a:xfrm>
          <a:custGeom xmlns:a="http://schemas.openxmlformats.org/drawingml/2006/main">
            <a:pathLst>
              <a:path w="21730" h="8094" fill="none">
                <a:moveTo>
                  <a:pt x="0" y="0"/>
                </a:moveTo>
                <a:lnTo>
                  <a:pt x="21730" y="0"/>
                </a:lnTo>
                <a:lnTo>
                  <a:pt x="21730" y="8094"/>
                </a:lnTo>
                <a:lnTo>
                  <a:pt x="0" y="80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BFDA30A-82A3-4EBD-93FE-87F142EF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478" y="1507706"/>
            <a:ext cx="12336" cy="4386"/>
          </a:xfrm>
          <a:custGeom xmlns:a="http://schemas.openxmlformats.org/drawingml/2006/main">
            <a:pathLst>
              <a:path w="12336" h="4386">
                <a:moveTo>
                  <a:pt x="0" y="0"/>
                </a:moveTo>
                <a:lnTo>
                  <a:pt x="12336" y="0"/>
                </a:lnTo>
                <a:lnTo>
                  <a:pt x="12336" y="4386"/>
                </a:lnTo>
                <a:lnTo>
                  <a:pt x="0" y="4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5C6D155-550C-4856-9903-8B69AC41D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477" y="1507707"/>
            <a:ext cx="12338" cy="4388"/>
          </a:xfrm>
          <a:custGeom xmlns:a="http://schemas.openxmlformats.org/drawingml/2006/main">
            <a:pathLst>
              <a:path w="12338" h="4388" fill="none">
                <a:moveTo>
                  <a:pt x="0" y="0"/>
                </a:moveTo>
                <a:lnTo>
                  <a:pt x="12338" y="0"/>
                </a:lnTo>
                <a:lnTo>
                  <a:pt x="12338" y="4388"/>
                </a:lnTo>
                <a:lnTo>
                  <a:pt x="0" y="43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CC92B0F-6B2E-4755-930F-3A9BB86DA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313" y="1507706"/>
            <a:ext cx="3000" cy="4386"/>
          </a:xfrm>
          <a:custGeom xmlns:a="http://schemas.openxmlformats.org/drawingml/2006/main">
            <a:pathLst>
              <a:path w="3000" h="4386">
                <a:moveTo>
                  <a:pt x="0" y="0"/>
                </a:moveTo>
                <a:lnTo>
                  <a:pt x="3000" y="0"/>
                </a:lnTo>
                <a:lnTo>
                  <a:pt x="3000" y="4386"/>
                </a:lnTo>
                <a:lnTo>
                  <a:pt x="0" y="43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66EE39-F592-479F-977D-CCC5AA650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6313" y="1507707"/>
            <a:ext cx="3001" cy="4388"/>
          </a:xfrm>
          <a:custGeom xmlns:a="http://schemas.openxmlformats.org/drawingml/2006/main">
            <a:pathLst>
              <a:path w="3001" h="4388" fill="none">
                <a:moveTo>
                  <a:pt x="0" y="0"/>
                </a:moveTo>
                <a:lnTo>
                  <a:pt x="3001" y="0"/>
                </a:lnTo>
                <a:lnTo>
                  <a:pt x="3001" y="4388"/>
                </a:lnTo>
                <a:lnTo>
                  <a:pt x="0" y="438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CC7F991-34BF-42A7-9B77-3D3281FEEB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478" y="1534592"/>
            <a:ext cx="271" cy="4098"/>
          </a:xfrm>
          <a:custGeom xmlns:a="http://schemas.openxmlformats.org/drawingml/2006/main">
            <a:pathLst>
              <a:path w="271" h="4098">
                <a:moveTo>
                  <a:pt x="0" y="0"/>
                </a:moveTo>
                <a:lnTo>
                  <a:pt x="271" y="0"/>
                </a:lnTo>
                <a:lnTo>
                  <a:pt x="271" y="4098"/>
                </a:lnTo>
                <a:lnTo>
                  <a:pt x="0" y="409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2DBB742-4A0D-400F-9929-3BB30E646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477" y="1534593"/>
            <a:ext cx="273" cy="4097"/>
          </a:xfrm>
          <a:custGeom xmlns:a="http://schemas.openxmlformats.org/drawingml/2006/main">
            <a:pathLst>
              <a:path w="273" h="4097" fill="none">
                <a:moveTo>
                  <a:pt x="0" y="0"/>
                </a:moveTo>
                <a:lnTo>
                  <a:pt x="273" y="0"/>
                </a:lnTo>
                <a:lnTo>
                  <a:pt x="273" y="4097"/>
                </a:lnTo>
                <a:lnTo>
                  <a:pt x="0" y="40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D0D6F3B-CE52-49CE-B0AE-4E077D8D2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130" y="1914219"/>
            <a:ext cx="76752" cy="64042"/>
          </a:xfrm>
          <a:custGeom xmlns:a="http://schemas.openxmlformats.org/drawingml/2006/main">
            <a:pathLst>
              <a:path w="76752" h="64042">
                <a:moveTo>
                  <a:pt x="0" y="0"/>
                </a:moveTo>
                <a:lnTo>
                  <a:pt x="76752" y="0"/>
                </a:lnTo>
                <a:lnTo>
                  <a:pt x="76752" y="64042"/>
                </a:lnTo>
                <a:lnTo>
                  <a:pt x="0" y="640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3889A6D-5A35-4216-AEF8-064ECAA60B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2130" y="1914222"/>
            <a:ext cx="76751" cy="64041"/>
          </a:xfrm>
          <a:custGeom xmlns:a="http://schemas.openxmlformats.org/drawingml/2006/main">
            <a:pathLst>
              <a:path w="76751" h="64041" fill="none">
                <a:moveTo>
                  <a:pt x="0" y="0"/>
                </a:moveTo>
                <a:lnTo>
                  <a:pt x="76751" y="0"/>
                </a:lnTo>
                <a:lnTo>
                  <a:pt x="76751" y="64041"/>
                </a:lnTo>
                <a:lnTo>
                  <a:pt x="0" y="640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74" name="Text Apocynaceae">
            <a:extLst xmlns:a="http://schemas.openxmlformats.org/drawingml/2006/main">
              <a:ext uri="{FF2B5EF4-FFF2-40B4-BE49-F238E27FC236}">
                <a16:creationId xmlns:a16="http://schemas.microsoft.com/office/drawing/2014/main" id="{BC26A2B3-170F-4BEE-A6D4-46428C2FC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4688" y="1938056"/>
            <a:ext cx="31251" cy="4457"/>
          </a:xfrm>
          <a:custGeom xmlns:a="http://schemas.openxmlformats.org/drawingml/2006/main">
            <a:pathLst>
              <a:path w="31251" h="4457">
                <a:moveTo>
                  <a:pt x="3159" y="3492"/>
                </a:moveTo>
                <a:lnTo>
                  <a:pt x="2665" y="3492"/>
                </a:lnTo>
                <a:lnTo>
                  <a:pt x="2322" y="2522"/>
                </a:lnTo>
                <a:lnTo>
                  <a:pt x="813" y="2522"/>
                </a:lnTo>
                <a:lnTo>
                  <a:pt x="471" y="3492"/>
                </a:lnTo>
                <a:lnTo>
                  <a:pt x="0" y="3492"/>
                </a:lnTo>
                <a:lnTo>
                  <a:pt x="1270" y="0"/>
                </a:lnTo>
                <a:lnTo>
                  <a:pt x="1889" y="0"/>
                </a:lnTo>
                <a:lnTo>
                  <a:pt x="3159" y="3492"/>
                </a:lnTo>
                <a:moveTo>
                  <a:pt x="2180" y="2119"/>
                </a:moveTo>
                <a:lnTo>
                  <a:pt x="1568" y="406"/>
                </a:lnTo>
                <a:lnTo>
                  <a:pt x="954" y="2119"/>
                </a:lnTo>
                <a:lnTo>
                  <a:pt x="2180" y="2119"/>
                </a:lnTo>
                <a:close/>
                <a:moveTo>
                  <a:pt x="5957" y="2149"/>
                </a:moveTo>
                <a:cubicBezTo>
                  <a:pt x="5957" y="2362"/>
                  <a:pt x="5927" y="2556"/>
                  <a:pt x="5866" y="2732"/>
                </a:cubicBezTo>
                <a:cubicBezTo>
                  <a:pt x="5805" y="2908"/>
                  <a:pt x="5719" y="3058"/>
                  <a:pt x="5608" y="3180"/>
                </a:cubicBezTo>
                <a:cubicBezTo>
                  <a:pt x="5505" y="3295"/>
                  <a:pt x="5384" y="3385"/>
                  <a:pt x="5244" y="3448"/>
                </a:cubicBezTo>
                <a:cubicBezTo>
                  <a:pt x="5104" y="3512"/>
                  <a:pt x="4956" y="3543"/>
                  <a:pt x="4800" y="3543"/>
                </a:cubicBezTo>
                <a:cubicBezTo>
                  <a:pt x="4664" y="3543"/>
                  <a:pt x="4541" y="3529"/>
                  <a:pt x="4431" y="3499"/>
                </a:cubicBezTo>
                <a:cubicBezTo>
                  <a:pt x="4320" y="3469"/>
                  <a:pt x="4208" y="3423"/>
                  <a:pt x="4094" y="3360"/>
                </a:cubicBezTo>
                <a:lnTo>
                  <a:pt x="4094" y="4457"/>
                </a:lnTo>
                <a:lnTo>
                  <a:pt x="3654" y="4457"/>
                </a:lnTo>
                <a:lnTo>
                  <a:pt x="3654" y="872"/>
                </a:lnTo>
                <a:lnTo>
                  <a:pt x="4094" y="872"/>
                </a:lnTo>
                <a:lnTo>
                  <a:pt x="4094" y="1144"/>
                </a:lnTo>
                <a:cubicBezTo>
                  <a:pt x="4211" y="1046"/>
                  <a:pt x="4343" y="963"/>
                  <a:pt x="4489" y="897"/>
                </a:cubicBezTo>
                <a:cubicBezTo>
                  <a:pt x="4635" y="830"/>
                  <a:pt x="4791" y="797"/>
                  <a:pt x="4957" y="797"/>
                </a:cubicBezTo>
                <a:cubicBezTo>
                  <a:pt x="5272" y="797"/>
                  <a:pt x="5518" y="916"/>
                  <a:pt x="5694" y="1155"/>
                </a:cubicBezTo>
                <a:cubicBezTo>
                  <a:pt x="5869" y="1394"/>
                  <a:pt x="5957" y="1725"/>
                  <a:pt x="5957" y="2149"/>
                </a:cubicBezTo>
                <a:moveTo>
                  <a:pt x="5503" y="2161"/>
                </a:moveTo>
                <a:cubicBezTo>
                  <a:pt x="5503" y="1845"/>
                  <a:pt x="5449" y="1609"/>
                  <a:pt x="5341" y="1453"/>
                </a:cubicBezTo>
                <a:cubicBezTo>
                  <a:pt x="5233" y="1297"/>
                  <a:pt x="5068" y="1219"/>
                  <a:pt x="4844" y="1219"/>
                </a:cubicBezTo>
                <a:cubicBezTo>
                  <a:pt x="4718" y="1219"/>
                  <a:pt x="4590" y="1246"/>
                  <a:pt x="4462" y="1301"/>
                </a:cubicBezTo>
                <a:cubicBezTo>
                  <a:pt x="4334" y="1355"/>
                  <a:pt x="4211" y="1427"/>
                  <a:pt x="4094" y="1516"/>
                </a:cubicBezTo>
                <a:lnTo>
                  <a:pt x="4094" y="3000"/>
                </a:lnTo>
                <a:cubicBezTo>
                  <a:pt x="4219" y="3056"/>
                  <a:pt x="4327" y="3094"/>
                  <a:pt x="4416" y="3115"/>
                </a:cubicBezTo>
                <a:cubicBezTo>
                  <a:pt x="4506" y="3135"/>
                  <a:pt x="4608" y="3145"/>
                  <a:pt x="4722" y="3145"/>
                </a:cubicBezTo>
                <a:cubicBezTo>
                  <a:pt x="4968" y="3145"/>
                  <a:pt x="5159" y="3062"/>
                  <a:pt x="5296" y="2897"/>
                </a:cubicBezTo>
                <a:cubicBezTo>
                  <a:pt x="5434" y="2731"/>
                  <a:pt x="5503" y="2486"/>
                  <a:pt x="5503" y="2161"/>
                </a:cubicBezTo>
                <a:close/>
                <a:moveTo>
                  <a:pt x="8875" y="2183"/>
                </a:moveTo>
                <a:cubicBezTo>
                  <a:pt x="8875" y="2611"/>
                  <a:pt x="8766" y="2948"/>
                  <a:pt x="8547" y="3196"/>
                </a:cubicBezTo>
                <a:cubicBezTo>
                  <a:pt x="8328" y="3443"/>
                  <a:pt x="8035" y="3567"/>
                  <a:pt x="7668" y="3567"/>
                </a:cubicBezTo>
                <a:cubicBezTo>
                  <a:pt x="7298" y="3567"/>
                  <a:pt x="7004" y="3443"/>
                  <a:pt x="6786" y="3196"/>
                </a:cubicBezTo>
                <a:cubicBezTo>
                  <a:pt x="6568" y="2948"/>
                  <a:pt x="6459" y="2611"/>
                  <a:pt x="6459" y="2183"/>
                </a:cubicBezTo>
                <a:cubicBezTo>
                  <a:pt x="6459" y="1755"/>
                  <a:pt x="6568" y="1417"/>
                  <a:pt x="6786" y="1169"/>
                </a:cubicBezTo>
                <a:cubicBezTo>
                  <a:pt x="7004" y="921"/>
                  <a:pt x="7298" y="797"/>
                  <a:pt x="7668" y="797"/>
                </a:cubicBezTo>
                <a:cubicBezTo>
                  <a:pt x="8035" y="797"/>
                  <a:pt x="8328" y="921"/>
                  <a:pt x="8547" y="1169"/>
                </a:cubicBezTo>
                <a:cubicBezTo>
                  <a:pt x="8766" y="1417"/>
                  <a:pt x="8875" y="1755"/>
                  <a:pt x="8875" y="2183"/>
                </a:cubicBezTo>
                <a:moveTo>
                  <a:pt x="8420" y="2183"/>
                </a:moveTo>
                <a:cubicBezTo>
                  <a:pt x="8420" y="1844"/>
                  <a:pt x="8354" y="1593"/>
                  <a:pt x="8221" y="1428"/>
                </a:cubicBezTo>
                <a:cubicBezTo>
                  <a:pt x="8088" y="1263"/>
                  <a:pt x="7904" y="1181"/>
                  <a:pt x="7668" y="1181"/>
                </a:cubicBezTo>
                <a:cubicBezTo>
                  <a:pt x="7429" y="1181"/>
                  <a:pt x="7244" y="1263"/>
                  <a:pt x="7112" y="1428"/>
                </a:cubicBezTo>
                <a:cubicBezTo>
                  <a:pt x="6980" y="1593"/>
                  <a:pt x="6913" y="1844"/>
                  <a:pt x="6913" y="2183"/>
                </a:cubicBezTo>
                <a:cubicBezTo>
                  <a:pt x="6913" y="2511"/>
                  <a:pt x="6980" y="2759"/>
                  <a:pt x="7113" y="2929"/>
                </a:cubicBezTo>
                <a:cubicBezTo>
                  <a:pt x="7246" y="3098"/>
                  <a:pt x="7431" y="3183"/>
                  <a:pt x="7668" y="3183"/>
                </a:cubicBezTo>
                <a:cubicBezTo>
                  <a:pt x="7902" y="3183"/>
                  <a:pt x="8086" y="3099"/>
                  <a:pt x="8220" y="2931"/>
                </a:cubicBezTo>
                <a:cubicBezTo>
                  <a:pt x="8354" y="2763"/>
                  <a:pt x="8420" y="2514"/>
                  <a:pt x="8420" y="2183"/>
                </a:cubicBezTo>
                <a:close/>
                <a:moveTo>
                  <a:pt x="11493" y="3330"/>
                </a:moveTo>
                <a:cubicBezTo>
                  <a:pt x="11346" y="3401"/>
                  <a:pt x="11206" y="3455"/>
                  <a:pt x="11074" y="3494"/>
                </a:cubicBezTo>
                <a:cubicBezTo>
                  <a:pt x="10942" y="3533"/>
                  <a:pt x="10802" y="3553"/>
                  <a:pt x="10654" y="3553"/>
                </a:cubicBezTo>
                <a:cubicBezTo>
                  <a:pt x="10465" y="3553"/>
                  <a:pt x="10291" y="3525"/>
                  <a:pt x="10133" y="3470"/>
                </a:cubicBezTo>
                <a:cubicBezTo>
                  <a:pt x="9976" y="3414"/>
                  <a:pt x="9840" y="3330"/>
                  <a:pt x="9728" y="3217"/>
                </a:cubicBezTo>
                <a:cubicBezTo>
                  <a:pt x="9614" y="3104"/>
                  <a:pt x="9526" y="2962"/>
                  <a:pt x="9463" y="2790"/>
                </a:cubicBezTo>
                <a:cubicBezTo>
                  <a:pt x="9401" y="2618"/>
                  <a:pt x="9369" y="2417"/>
                  <a:pt x="9369" y="2187"/>
                </a:cubicBezTo>
                <a:cubicBezTo>
                  <a:pt x="9369" y="1758"/>
                  <a:pt x="9487" y="1421"/>
                  <a:pt x="9722" y="1177"/>
                </a:cubicBezTo>
                <a:cubicBezTo>
                  <a:pt x="9957" y="933"/>
                  <a:pt x="10268" y="811"/>
                  <a:pt x="10654" y="811"/>
                </a:cubicBezTo>
                <a:cubicBezTo>
                  <a:pt x="10804" y="811"/>
                  <a:pt x="10951" y="832"/>
                  <a:pt x="11095" y="874"/>
                </a:cubicBezTo>
                <a:cubicBezTo>
                  <a:pt x="11240" y="916"/>
                  <a:pt x="11372" y="968"/>
                  <a:pt x="11493" y="1029"/>
                </a:cubicBezTo>
                <a:lnTo>
                  <a:pt x="11493" y="1519"/>
                </a:lnTo>
                <a:lnTo>
                  <a:pt x="11469" y="1519"/>
                </a:lnTo>
                <a:cubicBezTo>
                  <a:pt x="11335" y="1415"/>
                  <a:pt x="11196" y="1335"/>
                  <a:pt x="11053" y="1279"/>
                </a:cubicBezTo>
                <a:cubicBezTo>
                  <a:pt x="10910" y="1223"/>
                  <a:pt x="10771" y="1195"/>
                  <a:pt x="10635" y="1195"/>
                </a:cubicBezTo>
                <a:cubicBezTo>
                  <a:pt x="10385" y="1195"/>
                  <a:pt x="10188" y="1279"/>
                  <a:pt x="10043" y="1447"/>
                </a:cubicBezTo>
                <a:cubicBezTo>
                  <a:pt x="9899" y="1615"/>
                  <a:pt x="9826" y="1862"/>
                  <a:pt x="9826" y="2187"/>
                </a:cubicBezTo>
                <a:cubicBezTo>
                  <a:pt x="9826" y="2502"/>
                  <a:pt x="9897" y="2745"/>
                  <a:pt x="10039" y="2914"/>
                </a:cubicBezTo>
                <a:cubicBezTo>
                  <a:pt x="10180" y="3084"/>
                  <a:pt x="10379" y="3169"/>
                  <a:pt x="10635" y="3169"/>
                </a:cubicBezTo>
                <a:cubicBezTo>
                  <a:pt x="10724" y="3169"/>
                  <a:pt x="10815" y="3157"/>
                  <a:pt x="10907" y="3134"/>
                </a:cubicBezTo>
                <a:cubicBezTo>
                  <a:pt x="10999" y="3110"/>
                  <a:pt x="11082" y="3080"/>
                  <a:pt x="11155" y="3043"/>
                </a:cubicBezTo>
                <a:cubicBezTo>
                  <a:pt x="11219" y="3010"/>
                  <a:pt x="11279" y="2976"/>
                  <a:pt x="11336" y="2939"/>
                </a:cubicBezTo>
                <a:cubicBezTo>
                  <a:pt x="11392" y="2903"/>
                  <a:pt x="11436" y="2871"/>
                  <a:pt x="11469" y="2845"/>
                </a:cubicBezTo>
                <a:lnTo>
                  <a:pt x="11493" y="2845"/>
                </a:lnTo>
                <a:lnTo>
                  <a:pt x="11493" y="3330"/>
                </a:lnTo>
                <a:close/>
                <a:moveTo>
                  <a:pt x="14321" y="872"/>
                </a:moveTo>
                <a:lnTo>
                  <a:pt x="12793" y="4457"/>
                </a:lnTo>
                <a:lnTo>
                  <a:pt x="12322" y="4457"/>
                </a:lnTo>
                <a:lnTo>
                  <a:pt x="12810" y="3365"/>
                </a:lnTo>
                <a:lnTo>
                  <a:pt x="11767" y="872"/>
                </a:lnTo>
                <a:lnTo>
                  <a:pt x="12245" y="872"/>
                </a:lnTo>
                <a:lnTo>
                  <a:pt x="13049" y="2812"/>
                </a:lnTo>
                <a:lnTo>
                  <a:pt x="13860" y="872"/>
                </a:lnTo>
                <a:lnTo>
                  <a:pt x="14321" y="872"/>
                </a:lnTo>
                <a:close/>
                <a:moveTo>
                  <a:pt x="17087" y="3492"/>
                </a:moveTo>
                <a:lnTo>
                  <a:pt x="16646" y="3492"/>
                </a:lnTo>
                <a:lnTo>
                  <a:pt x="16646" y="2000"/>
                </a:lnTo>
                <a:cubicBezTo>
                  <a:pt x="16646" y="1879"/>
                  <a:pt x="16639" y="1766"/>
                  <a:pt x="16625" y="1661"/>
                </a:cubicBezTo>
                <a:cubicBezTo>
                  <a:pt x="16611" y="1555"/>
                  <a:pt x="16585" y="1473"/>
                  <a:pt x="16548" y="1413"/>
                </a:cubicBezTo>
                <a:cubicBezTo>
                  <a:pt x="16509" y="1348"/>
                  <a:pt x="16452" y="1299"/>
                  <a:pt x="16379" y="1267"/>
                </a:cubicBezTo>
                <a:cubicBezTo>
                  <a:pt x="16306" y="1235"/>
                  <a:pt x="16210" y="1219"/>
                  <a:pt x="16093" y="1219"/>
                </a:cubicBezTo>
                <a:cubicBezTo>
                  <a:pt x="15973" y="1219"/>
                  <a:pt x="15847" y="1248"/>
                  <a:pt x="15716" y="1308"/>
                </a:cubicBezTo>
                <a:cubicBezTo>
                  <a:pt x="15585" y="1367"/>
                  <a:pt x="15459" y="1443"/>
                  <a:pt x="15338" y="1535"/>
                </a:cubicBezTo>
                <a:lnTo>
                  <a:pt x="15338" y="3492"/>
                </a:lnTo>
                <a:lnTo>
                  <a:pt x="14898" y="3492"/>
                </a:lnTo>
                <a:lnTo>
                  <a:pt x="14898" y="872"/>
                </a:lnTo>
                <a:lnTo>
                  <a:pt x="15338" y="872"/>
                </a:lnTo>
                <a:lnTo>
                  <a:pt x="15338" y="1161"/>
                </a:lnTo>
                <a:cubicBezTo>
                  <a:pt x="15476" y="1046"/>
                  <a:pt x="15618" y="957"/>
                  <a:pt x="15765" y="893"/>
                </a:cubicBezTo>
                <a:cubicBezTo>
                  <a:pt x="15912" y="829"/>
                  <a:pt x="16063" y="797"/>
                  <a:pt x="16217" y="797"/>
                </a:cubicBezTo>
                <a:cubicBezTo>
                  <a:pt x="16500" y="797"/>
                  <a:pt x="16716" y="882"/>
                  <a:pt x="16864" y="1053"/>
                </a:cubicBezTo>
                <a:cubicBezTo>
                  <a:pt x="17013" y="1223"/>
                  <a:pt x="17087" y="1469"/>
                  <a:pt x="17087" y="1790"/>
                </a:cubicBezTo>
                <a:lnTo>
                  <a:pt x="17087" y="3492"/>
                </a:lnTo>
                <a:close/>
                <a:moveTo>
                  <a:pt x="19969" y="3492"/>
                </a:moveTo>
                <a:lnTo>
                  <a:pt x="19531" y="3492"/>
                </a:lnTo>
                <a:lnTo>
                  <a:pt x="19531" y="3215"/>
                </a:lnTo>
                <a:cubicBezTo>
                  <a:pt x="19492" y="3242"/>
                  <a:pt x="19439" y="3279"/>
                  <a:pt x="19373" y="3326"/>
                </a:cubicBezTo>
                <a:cubicBezTo>
                  <a:pt x="19306" y="3374"/>
                  <a:pt x="19242" y="3412"/>
                  <a:pt x="19180" y="3440"/>
                </a:cubicBezTo>
                <a:cubicBezTo>
                  <a:pt x="19106" y="3476"/>
                  <a:pt x="19022" y="3506"/>
                  <a:pt x="18926" y="3531"/>
                </a:cubicBezTo>
                <a:cubicBezTo>
                  <a:pt x="18831" y="3555"/>
                  <a:pt x="18719" y="3567"/>
                  <a:pt x="18591" y="3567"/>
                </a:cubicBezTo>
                <a:cubicBezTo>
                  <a:pt x="18355" y="3567"/>
                  <a:pt x="18155" y="3489"/>
                  <a:pt x="17991" y="3332"/>
                </a:cubicBezTo>
                <a:cubicBezTo>
                  <a:pt x="17827" y="3176"/>
                  <a:pt x="17745" y="2976"/>
                  <a:pt x="17745" y="2734"/>
                </a:cubicBezTo>
                <a:cubicBezTo>
                  <a:pt x="17745" y="2535"/>
                  <a:pt x="17788" y="2374"/>
                  <a:pt x="17873" y="2252"/>
                </a:cubicBezTo>
                <a:cubicBezTo>
                  <a:pt x="17958" y="2129"/>
                  <a:pt x="18080" y="2032"/>
                  <a:pt x="18237" y="1962"/>
                </a:cubicBezTo>
                <a:cubicBezTo>
                  <a:pt x="18397" y="1891"/>
                  <a:pt x="18588" y="1844"/>
                  <a:pt x="18812" y="1819"/>
                </a:cubicBezTo>
                <a:cubicBezTo>
                  <a:pt x="19035" y="1794"/>
                  <a:pt x="19275" y="1775"/>
                  <a:pt x="19531" y="1762"/>
                </a:cubicBezTo>
                <a:lnTo>
                  <a:pt x="19531" y="1694"/>
                </a:lnTo>
                <a:cubicBezTo>
                  <a:pt x="19531" y="1593"/>
                  <a:pt x="19514" y="1510"/>
                  <a:pt x="19478" y="1443"/>
                </a:cubicBezTo>
                <a:cubicBezTo>
                  <a:pt x="19443" y="1377"/>
                  <a:pt x="19393" y="1325"/>
                  <a:pt x="19327" y="1287"/>
                </a:cubicBezTo>
                <a:cubicBezTo>
                  <a:pt x="19265" y="1251"/>
                  <a:pt x="19190" y="1227"/>
                  <a:pt x="19102" y="1214"/>
                </a:cubicBezTo>
                <a:cubicBezTo>
                  <a:pt x="19015" y="1202"/>
                  <a:pt x="18923" y="1195"/>
                  <a:pt x="18828" y="1195"/>
                </a:cubicBezTo>
                <a:cubicBezTo>
                  <a:pt x="18712" y="1195"/>
                  <a:pt x="18583" y="1211"/>
                  <a:pt x="18441" y="1242"/>
                </a:cubicBezTo>
                <a:cubicBezTo>
                  <a:pt x="18299" y="1273"/>
                  <a:pt x="18152" y="1319"/>
                  <a:pt x="18001" y="1378"/>
                </a:cubicBezTo>
                <a:lnTo>
                  <a:pt x="17977" y="1378"/>
                </a:lnTo>
                <a:lnTo>
                  <a:pt x="17977" y="930"/>
                </a:lnTo>
                <a:cubicBezTo>
                  <a:pt x="18063" y="907"/>
                  <a:pt x="18187" y="881"/>
                  <a:pt x="18350" y="853"/>
                </a:cubicBezTo>
                <a:cubicBezTo>
                  <a:pt x="18512" y="825"/>
                  <a:pt x="18673" y="811"/>
                  <a:pt x="18830" y="811"/>
                </a:cubicBezTo>
                <a:cubicBezTo>
                  <a:pt x="19015" y="811"/>
                  <a:pt x="19175" y="826"/>
                  <a:pt x="19312" y="857"/>
                </a:cubicBezTo>
                <a:cubicBezTo>
                  <a:pt x="19449" y="887"/>
                  <a:pt x="19567" y="939"/>
                  <a:pt x="19667" y="1012"/>
                </a:cubicBezTo>
                <a:cubicBezTo>
                  <a:pt x="19765" y="1084"/>
                  <a:pt x="19840" y="1177"/>
                  <a:pt x="19892" y="1291"/>
                </a:cubicBezTo>
                <a:cubicBezTo>
                  <a:pt x="19944" y="1405"/>
                  <a:pt x="19969" y="1547"/>
                  <a:pt x="19969" y="1715"/>
                </a:cubicBezTo>
                <a:lnTo>
                  <a:pt x="19969" y="3492"/>
                </a:lnTo>
                <a:moveTo>
                  <a:pt x="19531" y="2851"/>
                </a:moveTo>
                <a:lnTo>
                  <a:pt x="19531" y="2119"/>
                </a:lnTo>
                <a:cubicBezTo>
                  <a:pt x="19397" y="2126"/>
                  <a:pt x="19239" y="2138"/>
                  <a:pt x="19057" y="2154"/>
                </a:cubicBezTo>
                <a:cubicBezTo>
                  <a:pt x="18874" y="2170"/>
                  <a:pt x="18730" y="2192"/>
                  <a:pt x="18624" y="2222"/>
                </a:cubicBezTo>
                <a:cubicBezTo>
                  <a:pt x="18498" y="2258"/>
                  <a:pt x="18395" y="2314"/>
                  <a:pt x="18317" y="2391"/>
                </a:cubicBezTo>
                <a:cubicBezTo>
                  <a:pt x="18239" y="2467"/>
                  <a:pt x="18200" y="2571"/>
                  <a:pt x="18200" y="2705"/>
                </a:cubicBezTo>
                <a:cubicBezTo>
                  <a:pt x="18200" y="2855"/>
                  <a:pt x="18245" y="2969"/>
                  <a:pt x="18336" y="3045"/>
                </a:cubicBezTo>
                <a:cubicBezTo>
                  <a:pt x="18426" y="3121"/>
                  <a:pt x="18565" y="3159"/>
                  <a:pt x="18751" y="3159"/>
                </a:cubicBezTo>
                <a:cubicBezTo>
                  <a:pt x="18905" y="3159"/>
                  <a:pt x="19047" y="3129"/>
                  <a:pt x="19175" y="3069"/>
                </a:cubicBezTo>
                <a:cubicBezTo>
                  <a:pt x="19303" y="3008"/>
                  <a:pt x="19422" y="2935"/>
                  <a:pt x="19531" y="2851"/>
                </a:cubicBezTo>
                <a:close/>
                <a:moveTo>
                  <a:pt x="22753" y="3330"/>
                </a:moveTo>
                <a:cubicBezTo>
                  <a:pt x="22607" y="3401"/>
                  <a:pt x="22467" y="3455"/>
                  <a:pt x="22335" y="3494"/>
                </a:cubicBezTo>
                <a:cubicBezTo>
                  <a:pt x="22203" y="3533"/>
                  <a:pt x="22063" y="3553"/>
                  <a:pt x="21914" y="3553"/>
                </a:cubicBezTo>
                <a:cubicBezTo>
                  <a:pt x="21725" y="3553"/>
                  <a:pt x="21552" y="3525"/>
                  <a:pt x="21394" y="3470"/>
                </a:cubicBezTo>
                <a:cubicBezTo>
                  <a:pt x="21236" y="3414"/>
                  <a:pt x="21101" y="3330"/>
                  <a:pt x="20989" y="3217"/>
                </a:cubicBezTo>
                <a:cubicBezTo>
                  <a:pt x="20875" y="3104"/>
                  <a:pt x="20786" y="2962"/>
                  <a:pt x="20724" y="2790"/>
                </a:cubicBezTo>
                <a:cubicBezTo>
                  <a:pt x="20661" y="2618"/>
                  <a:pt x="20630" y="2417"/>
                  <a:pt x="20630" y="2187"/>
                </a:cubicBezTo>
                <a:cubicBezTo>
                  <a:pt x="20630" y="1758"/>
                  <a:pt x="20748" y="1421"/>
                  <a:pt x="20983" y="1177"/>
                </a:cubicBezTo>
                <a:cubicBezTo>
                  <a:pt x="21218" y="933"/>
                  <a:pt x="21529" y="811"/>
                  <a:pt x="21914" y="811"/>
                </a:cubicBezTo>
                <a:cubicBezTo>
                  <a:pt x="22064" y="811"/>
                  <a:pt x="22212" y="832"/>
                  <a:pt x="22356" y="874"/>
                </a:cubicBezTo>
                <a:cubicBezTo>
                  <a:pt x="22501" y="916"/>
                  <a:pt x="22633" y="968"/>
                  <a:pt x="22753" y="1029"/>
                </a:cubicBezTo>
                <a:lnTo>
                  <a:pt x="22753" y="1519"/>
                </a:lnTo>
                <a:lnTo>
                  <a:pt x="22730" y="1519"/>
                </a:lnTo>
                <a:cubicBezTo>
                  <a:pt x="22596" y="1415"/>
                  <a:pt x="22457" y="1335"/>
                  <a:pt x="22314" y="1279"/>
                </a:cubicBezTo>
                <a:cubicBezTo>
                  <a:pt x="22171" y="1223"/>
                  <a:pt x="22032" y="1195"/>
                  <a:pt x="21896" y="1195"/>
                </a:cubicBezTo>
                <a:cubicBezTo>
                  <a:pt x="21646" y="1195"/>
                  <a:pt x="21448" y="1279"/>
                  <a:pt x="21304" y="1447"/>
                </a:cubicBezTo>
                <a:cubicBezTo>
                  <a:pt x="21159" y="1615"/>
                  <a:pt x="21087" y="1862"/>
                  <a:pt x="21087" y="2187"/>
                </a:cubicBezTo>
                <a:cubicBezTo>
                  <a:pt x="21087" y="2502"/>
                  <a:pt x="21158" y="2745"/>
                  <a:pt x="21299" y="2914"/>
                </a:cubicBezTo>
                <a:cubicBezTo>
                  <a:pt x="21441" y="3084"/>
                  <a:pt x="21639" y="3169"/>
                  <a:pt x="21896" y="3169"/>
                </a:cubicBezTo>
                <a:cubicBezTo>
                  <a:pt x="21985" y="3169"/>
                  <a:pt x="22075" y="3157"/>
                  <a:pt x="22168" y="3134"/>
                </a:cubicBezTo>
                <a:cubicBezTo>
                  <a:pt x="22260" y="3110"/>
                  <a:pt x="22343" y="3080"/>
                  <a:pt x="22416" y="3043"/>
                </a:cubicBezTo>
                <a:cubicBezTo>
                  <a:pt x="22480" y="3010"/>
                  <a:pt x="22540" y="2976"/>
                  <a:pt x="22596" y="2939"/>
                </a:cubicBezTo>
                <a:cubicBezTo>
                  <a:pt x="22653" y="2903"/>
                  <a:pt x="22697" y="2871"/>
                  <a:pt x="22730" y="2845"/>
                </a:cubicBezTo>
                <a:lnTo>
                  <a:pt x="22753" y="2845"/>
                </a:lnTo>
                <a:lnTo>
                  <a:pt x="22753" y="3330"/>
                </a:lnTo>
                <a:close/>
                <a:moveTo>
                  <a:pt x="25509" y="2226"/>
                </a:moveTo>
                <a:lnTo>
                  <a:pt x="23581" y="2226"/>
                </a:lnTo>
                <a:cubicBezTo>
                  <a:pt x="23581" y="2388"/>
                  <a:pt x="23605" y="2528"/>
                  <a:pt x="23653" y="2648"/>
                </a:cubicBezTo>
                <a:cubicBezTo>
                  <a:pt x="23702" y="2768"/>
                  <a:pt x="23768" y="2866"/>
                  <a:pt x="23852" y="2943"/>
                </a:cubicBezTo>
                <a:cubicBezTo>
                  <a:pt x="23934" y="3018"/>
                  <a:pt x="24030" y="3075"/>
                  <a:pt x="24142" y="3112"/>
                </a:cubicBezTo>
                <a:cubicBezTo>
                  <a:pt x="24254" y="3150"/>
                  <a:pt x="24377" y="3169"/>
                  <a:pt x="24511" y="3169"/>
                </a:cubicBezTo>
                <a:cubicBezTo>
                  <a:pt x="24689" y="3169"/>
                  <a:pt x="24868" y="3133"/>
                  <a:pt x="25049" y="3061"/>
                </a:cubicBezTo>
                <a:cubicBezTo>
                  <a:pt x="25229" y="2989"/>
                  <a:pt x="25358" y="2919"/>
                  <a:pt x="25434" y="2850"/>
                </a:cubicBezTo>
                <a:lnTo>
                  <a:pt x="25458" y="2850"/>
                </a:lnTo>
                <a:lnTo>
                  <a:pt x="25458" y="3332"/>
                </a:lnTo>
                <a:cubicBezTo>
                  <a:pt x="25309" y="3395"/>
                  <a:pt x="25158" y="3447"/>
                  <a:pt x="25003" y="3489"/>
                </a:cubicBezTo>
                <a:cubicBezTo>
                  <a:pt x="24848" y="3532"/>
                  <a:pt x="24686" y="3553"/>
                  <a:pt x="24516" y="3553"/>
                </a:cubicBezTo>
                <a:cubicBezTo>
                  <a:pt x="24081" y="3553"/>
                  <a:pt x="23742" y="3435"/>
                  <a:pt x="23499" y="3200"/>
                </a:cubicBezTo>
                <a:cubicBezTo>
                  <a:pt x="23255" y="2964"/>
                  <a:pt x="23133" y="2629"/>
                  <a:pt x="23133" y="2196"/>
                </a:cubicBezTo>
                <a:cubicBezTo>
                  <a:pt x="23133" y="1767"/>
                  <a:pt x="23250" y="1427"/>
                  <a:pt x="23483" y="1175"/>
                </a:cubicBezTo>
                <a:cubicBezTo>
                  <a:pt x="23717" y="923"/>
                  <a:pt x="24024" y="797"/>
                  <a:pt x="24405" y="797"/>
                </a:cubicBezTo>
                <a:cubicBezTo>
                  <a:pt x="24759" y="797"/>
                  <a:pt x="25031" y="900"/>
                  <a:pt x="25222" y="1107"/>
                </a:cubicBezTo>
                <a:cubicBezTo>
                  <a:pt x="25414" y="1313"/>
                  <a:pt x="25509" y="1607"/>
                  <a:pt x="25509" y="1987"/>
                </a:cubicBezTo>
                <a:lnTo>
                  <a:pt x="25509" y="2226"/>
                </a:lnTo>
                <a:moveTo>
                  <a:pt x="25080" y="1889"/>
                </a:moveTo>
                <a:cubicBezTo>
                  <a:pt x="25079" y="1658"/>
                  <a:pt x="25021" y="1479"/>
                  <a:pt x="24906" y="1352"/>
                </a:cubicBezTo>
                <a:cubicBezTo>
                  <a:pt x="24791" y="1226"/>
                  <a:pt x="24616" y="1162"/>
                  <a:pt x="24382" y="1162"/>
                </a:cubicBezTo>
                <a:cubicBezTo>
                  <a:pt x="24146" y="1162"/>
                  <a:pt x="23958" y="1232"/>
                  <a:pt x="23818" y="1371"/>
                </a:cubicBezTo>
                <a:cubicBezTo>
                  <a:pt x="23679" y="1510"/>
                  <a:pt x="23599" y="1683"/>
                  <a:pt x="23581" y="1889"/>
                </a:cubicBezTo>
                <a:lnTo>
                  <a:pt x="25080" y="1889"/>
                </a:lnTo>
                <a:close/>
                <a:moveTo>
                  <a:pt x="28212" y="3492"/>
                </a:moveTo>
                <a:lnTo>
                  <a:pt x="27773" y="3492"/>
                </a:lnTo>
                <a:lnTo>
                  <a:pt x="27773" y="3215"/>
                </a:lnTo>
                <a:cubicBezTo>
                  <a:pt x="27734" y="3242"/>
                  <a:pt x="27681" y="3279"/>
                  <a:pt x="27615" y="3326"/>
                </a:cubicBezTo>
                <a:cubicBezTo>
                  <a:pt x="27549" y="3374"/>
                  <a:pt x="27484" y="3412"/>
                  <a:pt x="27422" y="3440"/>
                </a:cubicBezTo>
                <a:cubicBezTo>
                  <a:pt x="27348" y="3476"/>
                  <a:pt x="27264" y="3506"/>
                  <a:pt x="27169" y="3531"/>
                </a:cubicBezTo>
                <a:cubicBezTo>
                  <a:pt x="27073" y="3555"/>
                  <a:pt x="26962" y="3567"/>
                  <a:pt x="26833" y="3567"/>
                </a:cubicBezTo>
                <a:cubicBezTo>
                  <a:pt x="26598" y="3567"/>
                  <a:pt x="26398" y="3489"/>
                  <a:pt x="26234" y="3332"/>
                </a:cubicBezTo>
                <a:cubicBezTo>
                  <a:pt x="26069" y="3176"/>
                  <a:pt x="25987" y="2976"/>
                  <a:pt x="25987" y="2734"/>
                </a:cubicBezTo>
                <a:cubicBezTo>
                  <a:pt x="25987" y="2535"/>
                  <a:pt x="26030" y="2374"/>
                  <a:pt x="26115" y="2252"/>
                </a:cubicBezTo>
                <a:cubicBezTo>
                  <a:pt x="26200" y="2129"/>
                  <a:pt x="26322" y="2032"/>
                  <a:pt x="26480" y="1962"/>
                </a:cubicBezTo>
                <a:cubicBezTo>
                  <a:pt x="26639" y="1891"/>
                  <a:pt x="26830" y="1844"/>
                  <a:pt x="27054" y="1819"/>
                </a:cubicBezTo>
                <a:cubicBezTo>
                  <a:pt x="27277" y="1794"/>
                  <a:pt x="27517" y="1775"/>
                  <a:pt x="27773" y="1762"/>
                </a:cubicBezTo>
                <a:lnTo>
                  <a:pt x="27773" y="1694"/>
                </a:lnTo>
                <a:cubicBezTo>
                  <a:pt x="27773" y="1593"/>
                  <a:pt x="27756" y="1510"/>
                  <a:pt x="27721" y="1443"/>
                </a:cubicBezTo>
                <a:cubicBezTo>
                  <a:pt x="27685" y="1377"/>
                  <a:pt x="27635" y="1325"/>
                  <a:pt x="27569" y="1287"/>
                </a:cubicBezTo>
                <a:cubicBezTo>
                  <a:pt x="27507" y="1251"/>
                  <a:pt x="27432" y="1227"/>
                  <a:pt x="27344" y="1214"/>
                </a:cubicBezTo>
                <a:cubicBezTo>
                  <a:pt x="27257" y="1202"/>
                  <a:pt x="27165" y="1195"/>
                  <a:pt x="27070" y="1195"/>
                </a:cubicBezTo>
                <a:cubicBezTo>
                  <a:pt x="26955" y="1195"/>
                  <a:pt x="26826" y="1211"/>
                  <a:pt x="26683" y="1242"/>
                </a:cubicBezTo>
                <a:cubicBezTo>
                  <a:pt x="26541" y="1273"/>
                  <a:pt x="26394" y="1319"/>
                  <a:pt x="26243" y="1378"/>
                </a:cubicBezTo>
                <a:lnTo>
                  <a:pt x="26219" y="1378"/>
                </a:lnTo>
                <a:lnTo>
                  <a:pt x="26219" y="930"/>
                </a:lnTo>
                <a:cubicBezTo>
                  <a:pt x="26305" y="907"/>
                  <a:pt x="26430" y="881"/>
                  <a:pt x="26592" y="853"/>
                </a:cubicBezTo>
                <a:cubicBezTo>
                  <a:pt x="26755" y="825"/>
                  <a:pt x="26915" y="811"/>
                  <a:pt x="27073" y="811"/>
                </a:cubicBezTo>
                <a:cubicBezTo>
                  <a:pt x="27257" y="811"/>
                  <a:pt x="27417" y="826"/>
                  <a:pt x="27554" y="857"/>
                </a:cubicBezTo>
                <a:cubicBezTo>
                  <a:pt x="27691" y="887"/>
                  <a:pt x="27809" y="939"/>
                  <a:pt x="27909" y="1012"/>
                </a:cubicBezTo>
                <a:cubicBezTo>
                  <a:pt x="28008" y="1084"/>
                  <a:pt x="28083" y="1177"/>
                  <a:pt x="28134" y="1291"/>
                </a:cubicBezTo>
                <a:cubicBezTo>
                  <a:pt x="28186" y="1405"/>
                  <a:pt x="28212" y="1547"/>
                  <a:pt x="28212" y="1715"/>
                </a:cubicBezTo>
                <a:lnTo>
                  <a:pt x="28212" y="3492"/>
                </a:lnTo>
                <a:moveTo>
                  <a:pt x="27773" y="2851"/>
                </a:moveTo>
                <a:lnTo>
                  <a:pt x="27773" y="2119"/>
                </a:lnTo>
                <a:cubicBezTo>
                  <a:pt x="27639" y="2126"/>
                  <a:pt x="27481" y="2138"/>
                  <a:pt x="27299" y="2154"/>
                </a:cubicBezTo>
                <a:cubicBezTo>
                  <a:pt x="27117" y="2170"/>
                  <a:pt x="26973" y="2192"/>
                  <a:pt x="26866" y="2222"/>
                </a:cubicBezTo>
                <a:cubicBezTo>
                  <a:pt x="26740" y="2258"/>
                  <a:pt x="26637" y="2314"/>
                  <a:pt x="26559" y="2391"/>
                </a:cubicBezTo>
                <a:cubicBezTo>
                  <a:pt x="26481" y="2467"/>
                  <a:pt x="26442" y="2571"/>
                  <a:pt x="26442" y="2705"/>
                </a:cubicBezTo>
                <a:cubicBezTo>
                  <a:pt x="26442" y="2855"/>
                  <a:pt x="26487" y="2969"/>
                  <a:pt x="26578" y="3045"/>
                </a:cubicBezTo>
                <a:cubicBezTo>
                  <a:pt x="26669" y="3121"/>
                  <a:pt x="26807" y="3159"/>
                  <a:pt x="26993" y="3159"/>
                </a:cubicBezTo>
                <a:cubicBezTo>
                  <a:pt x="27148" y="3159"/>
                  <a:pt x="27289" y="3129"/>
                  <a:pt x="27417" y="3069"/>
                </a:cubicBezTo>
                <a:cubicBezTo>
                  <a:pt x="27545" y="3008"/>
                  <a:pt x="27664" y="2935"/>
                  <a:pt x="27773" y="2851"/>
                </a:cubicBezTo>
                <a:close/>
                <a:moveTo>
                  <a:pt x="31251" y="2226"/>
                </a:moveTo>
                <a:lnTo>
                  <a:pt x="29322" y="2226"/>
                </a:lnTo>
                <a:cubicBezTo>
                  <a:pt x="29322" y="2388"/>
                  <a:pt x="29347" y="2528"/>
                  <a:pt x="29395" y="2648"/>
                </a:cubicBezTo>
                <a:cubicBezTo>
                  <a:pt x="29443" y="2768"/>
                  <a:pt x="29510" y="2866"/>
                  <a:pt x="29594" y="2943"/>
                </a:cubicBezTo>
                <a:cubicBezTo>
                  <a:pt x="29676" y="3018"/>
                  <a:pt x="29772" y="3075"/>
                  <a:pt x="29884" y="3112"/>
                </a:cubicBezTo>
                <a:cubicBezTo>
                  <a:pt x="29995" y="3150"/>
                  <a:pt x="30118" y="3169"/>
                  <a:pt x="30253" y="3169"/>
                </a:cubicBezTo>
                <a:cubicBezTo>
                  <a:pt x="30431" y="3169"/>
                  <a:pt x="30610" y="3133"/>
                  <a:pt x="30791" y="3061"/>
                </a:cubicBezTo>
                <a:cubicBezTo>
                  <a:pt x="30971" y="2989"/>
                  <a:pt x="31100" y="2919"/>
                  <a:pt x="31176" y="2850"/>
                </a:cubicBezTo>
                <a:lnTo>
                  <a:pt x="31200" y="2850"/>
                </a:lnTo>
                <a:lnTo>
                  <a:pt x="31200" y="3332"/>
                </a:lnTo>
                <a:cubicBezTo>
                  <a:pt x="31051" y="3395"/>
                  <a:pt x="30900" y="3447"/>
                  <a:pt x="30745" y="3489"/>
                </a:cubicBezTo>
                <a:cubicBezTo>
                  <a:pt x="30590" y="3532"/>
                  <a:pt x="30428" y="3553"/>
                  <a:pt x="30257" y="3553"/>
                </a:cubicBezTo>
                <a:cubicBezTo>
                  <a:pt x="29823" y="3553"/>
                  <a:pt x="29484" y="3435"/>
                  <a:pt x="29240" y="3200"/>
                </a:cubicBezTo>
                <a:cubicBezTo>
                  <a:pt x="28997" y="2964"/>
                  <a:pt x="28875" y="2629"/>
                  <a:pt x="28875" y="2196"/>
                </a:cubicBezTo>
                <a:cubicBezTo>
                  <a:pt x="28875" y="1767"/>
                  <a:pt x="28992" y="1427"/>
                  <a:pt x="29225" y="1175"/>
                </a:cubicBezTo>
                <a:cubicBezTo>
                  <a:pt x="29459" y="923"/>
                  <a:pt x="29766" y="797"/>
                  <a:pt x="30147" y="797"/>
                </a:cubicBezTo>
                <a:cubicBezTo>
                  <a:pt x="30500" y="797"/>
                  <a:pt x="30773" y="900"/>
                  <a:pt x="30964" y="1107"/>
                </a:cubicBezTo>
                <a:cubicBezTo>
                  <a:pt x="31155" y="1313"/>
                  <a:pt x="31251" y="1607"/>
                  <a:pt x="31251" y="1987"/>
                </a:cubicBezTo>
                <a:lnTo>
                  <a:pt x="31251" y="2226"/>
                </a:lnTo>
                <a:moveTo>
                  <a:pt x="30822" y="1889"/>
                </a:moveTo>
                <a:cubicBezTo>
                  <a:pt x="30821" y="1658"/>
                  <a:pt x="30763" y="1479"/>
                  <a:pt x="30648" y="1352"/>
                </a:cubicBezTo>
                <a:cubicBezTo>
                  <a:pt x="30533" y="1226"/>
                  <a:pt x="30358" y="1162"/>
                  <a:pt x="30124" y="1162"/>
                </a:cubicBezTo>
                <a:cubicBezTo>
                  <a:pt x="29888" y="1162"/>
                  <a:pt x="29700" y="1232"/>
                  <a:pt x="29560" y="1371"/>
                </a:cubicBezTo>
                <a:cubicBezTo>
                  <a:pt x="29420" y="1510"/>
                  <a:pt x="29341" y="1683"/>
                  <a:pt x="29322" y="1889"/>
                </a:cubicBezTo>
                <a:lnTo>
                  <a:pt x="30822" y="1889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51E8A82-F2EF-4912-90F8-FCCE6E96A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379" y="1914219"/>
            <a:ext cx="76507" cy="64042"/>
          </a:xfrm>
          <a:custGeom xmlns:a="http://schemas.openxmlformats.org/drawingml/2006/main">
            <a:pathLst>
              <a:path w="76507" h="64042">
                <a:moveTo>
                  <a:pt x="0" y="0"/>
                </a:moveTo>
                <a:lnTo>
                  <a:pt x="76507" y="0"/>
                </a:lnTo>
                <a:lnTo>
                  <a:pt x="76507" y="64042"/>
                </a:lnTo>
                <a:lnTo>
                  <a:pt x="0" y="640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E2331D6-5E63-4271-8FB8-32418BA6A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91379" y="1914222"/>
            <a:ext cx="76508" cy="64041"/>
          </a:xfrm>
          <a:custGeom xmlns:a="http://schemas.openxmlformats.org/drawingml/2006/main">
            <a:pathLst>
              <a:path w="76508" h="64041" fill="none">
                <a:moveTo>
                  <a:pt x="0" y="0"/>
                </a:moveTo>
                <a:lnTo>
                  <a:pt x="76508" y="0"/>
                </a:lnTo>
                <a:lnTo>
                  <a:pt x="76508" y="64041"/>
                </a:lnTo>
                <a:lnTo>
                  <a:pt x="0" y="640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77" name="Text Rubiaceae">
            <a:extLst xmlns:a="http://schemas.openxmlformats.org/drawingml/2006/main">
              <a:ext uri="{FF2B5EF4-FFF2-40B4-BE49-F238E27FC236}">
                <a16:creationId xmlns:a16="http://schemas.microsoft.com/office/drawing/2014/main" id="{E923508B-D079-42A0-92F8-9D4D81F75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4470" y="1938234"/>
            <a:ext cx="30328" cy="4710"/>
          </a:xfrm>
          <a:custGeom xmlns:a="http://schemas.openxmlformats.org/drawingml/2006/main">
            <a:pathLst>
              <a:path w="30328" h="4710">
                <a:moveTo>
                  <a:pt x="3654" y="4615"/>
                </a:moveTo>
                <a:lnTo>
                  <a:pt x="2892" y="4615"/>
                </a:lnTo>
                <a:lnTo>
                  <a:pt x="1415" y="2859"/>
                </a:lnTo>
                <a:lnTo>
                  <a:pt x="587" y="2859"/>
                </a:lnTo>
                <a:lnTo>
                  <a:pt x="587" y="4615"/>
                </a:lnTo>
                <a:lnTo>
                  <a:pt x="0" y="4615"/>
                </a:lnTo>
                <a:lnTo>
                  <a:pt x="0" y="196"/>
                </a:lnTo>
                <a:lnTo>
                  <a:pt x="1237" y="196"/>
                </a:lnTo>
                <a:cubicBezTo>
                  <a:pt x="1504" y="196"/>
                  <a:pt x="1726" y="213"/>
                  <a:pt x="1904" y="248"/>
                </a:cubicBezTo>
                <a:cubicBezTo>
                  <a:pt x="2082" y="282"/>
                  <a:pt x="2242" y="344"/>
                  <a:pt x="2385" y="433"/>
                </a:cubicBezTo>
                <a:cubicBezTo>
                  <a:pt x="2545" y="534"/>
                  <a:pt x="2670" y="661"/>
                  <a:pt x="2760" y="815"/>
                </a:cubicBezTo>
                <a:cubicBezTo>
                  <a:pt x="2850" y="968"/>
                  <a:pt x="2895" y="1163"/>
                  <a:pt x="2895" y="1398"/>
                </a:cubicBezTo>
                <a:cubicBezTo>
                  <a:pt x="2895" y="1717"/>
                  <a:pt x="2815" y="1984"/>
                  <a:pt x="2655" y="2199"/>
                </a:cubicBezTo>
                <a:cubicBezTo>
                  <a:pt x="2494" y="2413"/>
                  <a:pt x="2274" y="2575"/>
                  <a:pt x="1993" y="2684"/>
                </a:cubicBezTo>
                <a:lnTo>
                  <a:pt x="3654" y="4615"/>
                </a:lnTo>
                <a:moveTo>
                  <a:pt x="2281" y="1442"/>
                </a:moveTo>
                <a:cubicBezTo>
                  <a:pt x="2281" y="1316"/>
                  <a:pt x="2259" y="1204"/>
                  <a:pt x="2214" y="1106"/>
                </a:cubicBezTo>
                <a:cubicBezTo>
                  <a:pt x="2170" y="1009"/>
                  <a:pt x="2096" y="927"/>
                  <a:pt x="1993" y="860"/>
                </a:cubicBezTo>
                <a:cubicBezTo>
                  <a:pt x="1908" y="802"/>
                  <a:pt x="1807" y="763"/>
                  <a:pt x="1691" y="740"/>
                </a:cubicBezTo>
                <a:cubicBezTo>
                  <a:pt x="1574" y="717"/>
                  <a:pt x="1437" y="706"/>
                  <a:pt x="1278" y="706"/>
                </a:cubicBezTo>
                <a:lnTo>
                  <a:pt x="587" y="706"/>
                </a:lnTo>
                <a:lnTo>
                  <a:pt x="587" y="2367"/>
                </a:lnTo>
                <a:lnTo>
                  <a:pt x="1181" y="2367"/>
                </a:lnTo>
                <a:cubicBezTo>
                  <a:pt x="1366" y="2367"/>
                  <a:pt x="1529" y="2351"/>
                  <a:pt x="1667" y="2318"/>
                </a:cubicBezTo>
                <a:cubicBezTo>
                  <a:pt x="1805" y="2286"/>
                  <a:pt x="1923" y="2225"/>
                  <a:pt x="2020" y="2136"/>
                </a:cubicBezTo>
                <a:cubicBezTo>
                  <a:pt x="2109" y="2054"/>
                  <a:pt x="2175" y="1959"/>
                  <a:pt x="2217" y="1851"/>
                </a:cubicBezTo>
                <a:cubicBezTo>
                  <a:pt x="2260" y="1744"/>
                  <a:pt x="2281" y="1607"/>
                  <a:pt x="2281" y="1442"/>
                </a:cubicBezTo>
                <a:close/>
                <a:moveTo>
                  <a:pt x="6926" y="4615"/>
                </a:moveTo>
                <a:lnTo>
                  <a:pt x="6368" y="4615"/>
                </a:lnTo>
                <a:lnTo>
                  <a:pt x="6368" y="4250"/>
                </a:lnTo>
                <a:cubicBezTo>
                  <a:pt x="6180" y="4398"/>
                  <a:pt x="6000" y="4512"/>
                  <a:pt x="5828" y="4591"/>
                </a:cubicBezTo>
                <a:cubicBezTo>
                  <a:pt x="5656" y="4671"/>
                  <a:pt x="5466" y="4710"/>
                  <a:pt x="5259" y="4710"/>
                </a:cubicBezTo>
                <a:cubicBezTo>
                  <a:pt x="4911" y="4710"/>
                  <a:pt x="4640" y="4604"/>
                  <a:pt x="4446" y="4391"/>
                </a:cubicBezTo>
                <a:cubicBezTo>
                  <a:pt x="4252" y="4178"/>
                  <a:pt x="4155" y="3865"/>
                  <a:pt x="4155" y="3453"/>
                </a:cubicBezTo>
                <a:lnTo>
                  <a:pt x="4155" y="1299"/>
                </a:lnTo>
                <a:lnTo>
                  <a:pt x="4713" y="1299"/>
                </a:lnTo>
                <a:lnTo>
                  <a:pt x="4713" y="3188"/>
                </a:lnTo>
                <a:cubicBezTo>
                  <a:pt x="4713" y="3356"/>
                  <a:pt x="4721" y="3500"/>
                  <a:pt x="4737" y="3620"/>
                </a:cubicBezTo>
                <a:cubicBezTo>
                  <a:pt x="4753" y="3739"/>
                  <a:pt x="4786" y="3842"/>
                  <a:pt x="4838" y="3927"/>
                </a:cubicBezTo>
                <a:cubicBezTo>
                  <a:pt x="4891" y="4014"/>
                  <a:pt x="4960" y="4077"/>
                  <a:pt x="5045" y="4117"/>
                </a:cubicBezTo>
                <a:cubicBezTo>
                  <a:pt x="5130" y="4156"/>
                  <a:pt x="5254" y="4176"/>
                  <a:pt x="5416" y="4176"/>
                </a:cubicBezTo>
                <a:cubicBezTo>
                  <a:pt x="5560" y="4176"/>
                  <a:pt x="5718" y="4139"/>
                  <a:pt x="5889" y="4063"/>
                </a:cubicBezTo>
                <a:cubicBezTo>
                  <a:pt x="6060" y="3988"/>
                  <a:pt x="6220" y="3892"/>
                  <a:pt x="6368" y="3775"/>
                </a:cubicBezTo>
                <a:lnTo>
                  <a:pt x="6368" y="1299"/>
                </a:lnTo>
                <a:lnTo>
                  <a:pt x="6926" y="1299"/>
                </a:lnTo>
                <a:lnTo>
                  <a:pt x="6926" y="4615"/>
                </a:lnTo>
                <a:close/>
                <a:moveTo>
                  <a:pt x="10939" y="2932"/>
                </a:moveTo>
                <a:cubicBezTo>
                  <a:pt x="10939" y="3209"/>
                  <a:pt x="10900" y="3459"/>
                  <a:pt x="10822" y="3681"/>
                </a:cubicBezTo>
                <a:cubicBezTo>
                  <a:pt x="10743" y="3903"/>
                  <a:pt x="10638" y="4090"/>
                  <a:pt x="10506" y="4240"/>
                </a:cubicBezTo>
                <a:cubicBezTo>
                  <a:pt x="10365" y="4397"/>
                  <a:pt x="10211" y="4514"/>
                  <a:pt x="10043" y="4593"/>
                </a:cubicBezTo>
                <a:cubicBezTo>
                  <a:pt x="9875" y="4671"/>
                  <a:pt x="9690" y="4710"/>
                  <a:pt x="9488" y="4710"/>
                </a:cubicBezTo>
                <a:cubicBezTo>
                  <a:pt x="9300" y="4710"/>
                  <a:pt x="9136" y="4688"/>
                  <a:pt x="8996" y="4643"/>
                </a:cubicBezTo>
                <a:cubicBezTo>
                  <a:pt x="8856" y="4599"/>
                  <a:pt x="8717" y="4539"/>
                  <a:pt x="8581" y="4463"/>
                </a:cubicBezTo>
                <a:lnTo>
                  <a:pt x="8545" y="4615"/>
                </a:lnTo>
                <a:lnTo>
                  <a:pt x="8023" y="4615"/>
                </a:lnTo>
                <a:lnTo>
                  <a:pt x="8023" y="0"/>
                </a:lnTo>
                <a:lnTo>
                  <a:pt x="8581" y="0"/>
                </a:lnTo>
                <a:lnTo>
                  <a:pt x="8581" y="1644"/>
                </a:lnTo>
                <a:cubicBezTo>
                  <a:pt x="8737" y="1515"/>
                  <a:pt x="8903" y="1410"/>
                  <a:pt x="9079" y="1328"/>
                </a:cubicBezTo>
                <a:cubicBezTo>
                  <a:pt x="9255" y="1245"/>
                  <a:pt x="9453" y="1204"/>
                  <a:pt x="9672" y="1204"/>
                </a:cubicBezTo>
                <a:cubicBezTo>
                  <a:pt x="10064" y="1204"/>
                  <a:pt x="10373" y="1355"/>
                  <a:pt x="10599" y="1656"/>
                </a:cubicBezTo>
                <a:cubicBezTo>
                  <a:pt x="10826" y="1958"/>
                  <a:pt x="10939" y="2383"/>
                  <a:pt x="10939" y="2932"/>
                </a:cubicBezTo>
                <a:moveTo>
                  <a:pt x="10363" y="2947"/>
                </a:moveTo>
                <a:cubicBezTo>
                  <a:pt x="10363" y="2551"/>
                  <a:pt x="10298" y="2250"/>
                  <a:pt x="10168" y="2045"/>
                </a:cubicBezTo>
                <a:cubicBezTo>
                  <a:pt x="10037" y="1841"/>
                  <a:pt x="9826" y="1738"/>
                  <a:pt x="9536" y="1738"/>
                </a:cubicBezTo>
                <a:cubicBezTo>
                  <a:pt x="9374" y="1738"/>
                  <a:pt x="9210" y="1773"/>
                  <a:pt x="9043" y="1844"/>
                </a:cubicBezTo>
                <a:cubicBezTo>
                  <a:pt x="8877" y="1914"/>
                  <a:pt x="8723" y="2004"/>
                  <a:pt x="8581" y="2115"/>
                </a:cubicBezTo>
                <a:lnTo>
                  <a:pt x="8581" y="4016"/>
                </a:lnTo>
                <a:cubicBezTo>
                  <a:pt x="8739" y="4087"/>
                  <a:pt x="8875" y="4137"/>
                  <a:pt x="8989" y="4164"/>
                </a:cubicBezTo>
                <a:cubicBezTo>
                  <a:pt x="9102" y="4192"/>
                  <a:pt x="9231" y="4206"/>
                  <a:pt x="9376" y="4206"/>
                </a:cubicBezTo>
                <a:cubicBezTo>
                  <a:pt x="9684" y="4206"/>
                  <a:pt x="9926" y="4104"/>
                  <a:pt x="10101" y="3902"/>
                </a:cubicBezTo>
                <a:cubicBezTo>
                  <a:pt x="10276" y="3699"/>
                  <a:pt x="10363" y="3380"/>
                  <a:pt x="10363" y="2947"/>
                </a:cubicBezTo>
                <a:close/>
                <a:moveTo>
                  <a:pt x="12407" y="747"/>
                </a:moveTo>
                <a:lnTo>
                  <a:pt x="11778" y="747"/>
                </a:lnTo>
                <a:lnTo>
                  <a:pt x="11778" y="166"/>
                </a:lnTo>
                <a:lnTo>
                  <a:pt x="12407" y="166"/>
                </a:lnTo>
                <a:lnTo>
                  <a:pt x="12407" y="747"/>
                </a:lnTo>
                <a:moveTo>
                  <a:pt x="12371" y="4615"/>
                </a:moveTo>
                <a:lnTo>
                  <a:pt x="11814" y="4615"/>
                </a:lnTo>
                <a:lnTo>
                  <a:pt x="11814" y="1299"/>
                </a:lnTo>
                <a:lnTo>
                  <a:pt x="12371" y="1299"/>
                </a:lnTo>
                <a:lnTo>
                  <a:pt x="12371" y="4615"/>
                </a:lnTo>
                <a:close/>
                <a:moveTo>
                  <a:pt x="16049" y="4615"/>
                </a:moveTo>
                <a:lnTo>
                  <a:pt x="15495" y="4615"/>
                </a:lnTo>
                <a:lnTo>
                  <a:pt x="15495" y="4265"/>
                </a:lnTo>
                <a:cubicBezTo>
                  <a:pt x="15445" y="4298"/>
                  <a:pt x="15378" y="4345"/>
                  <a:pt x="15294" y="4406"/>
                </a:cubicBezTo>
                <a:cubicBezTo>
                  <a:pt x="15210" y="4466"/>
                  <a:pt x="15129" y="4514"/>
                  <a:pt x="15050" y="4550"/>
                </a:cubicBezTo>
                <a:cubicBezTo>
                  <a:pt x="14957" y="4595"/>
                  <a:pt x="14850" y="4633"/>
                  <a:pt x="14729" y="4664"/>
                </a:cubicBezTo>
                <a:cubicBezTo>
                  <a:pt x="14609" y="4695"/>
                  <a:pt x="14467" y="4710"/>
                  <a:pt x="14305" y="4710"/>
                </a:cubicBezTo>
                <a:cubicBezTo>
                  <a:pt x="14007" y="4710"/>
                  <a:pt x="13753" y="4611"/>
                  <a:pt x="13546" y="4413"/>
                </a:cubicBezTo>
                <a:cubicBezTo>
                  <a:pt x="13338" y="4215"/>
                  <a:pt x="13234" y="3963"/>
                  <a:pt x="13234" y="3656"/>
                </a:cubicBezTo>
                <a:cubicBezTo>
                  <a:pt x="13234" y="3404"/>
                  <a:pt x="13288" y="3201"/>
                  <a:pt x="13396" y="3046"/>
                </a:cubicBezTo>
                <a:cubicBezTo>
                  <a:pt x="13504" y="2890"/>
                  <a:pt x="13658" y="2768"/>
                  <a:pt x="13857" y="2679"/>
                </a:cubicBezTo>
                <a:cubicBezTo>
                  <a:pt x="14059" y="2590"/>
                  <a:pt x="14301" y="2529"/>
                  <a:pt x="14584" y="2498"/>
                </a:cubicBezTo>
                <a:cubicBezTo>
                  <a:pt x="14867" y="2466"/>
                  <a:pt x="15170" y="2442"/>
                  <a:pt x="15495" y="2426"/>
                </a:cubicBezTo>
                <a:lnTo>
                  <a:pt x="15495" y="2340"/>
                </a:lnTo>
                <a:cubicBezTo>
                  <a:pt x="15495" y="2212"/>
                  <a:pt x="15472" y="2106"/>
                  <a:pt x="15428" y="2022"/>
                </a:cubicBezTo>
                <a:cubicBezTo>
                  <a:pt x="15383" y="1939"/>
                  <a:pt x="15320" y="1873"/>
                  <a:pt x="15236" y="1825"/>
                </a:cubicBezTo>
                <a:cubicBezTo>
                  <a:pt x="15157" y="1779"/>
                  <a:pt x="15062" y="1748"/>
                  <a:pt x="14952" y="1732"/>
                </a:cubicBezTo>
                <a:cubicBezTo>
                  <a:pt x="14841" y="1716"/>
                  <a:pt x="14725" y="1708"/>
                  <a:pt x="14605" y="1708"/>
                </a:cubicBezTo>
                <a:cubicBezTo>
                  <a:pt x="14458" y="1708"/>
                  <a:pt x="14295" y="1728"/>
                  <a:pt x="14115" y="1768"/>
                </a:cubicBezTo>
                <a:cubicBezTo>
                  <a:pt x="13935" y="1807"/>
                  <a:pt x="13749" y="1865"/>
                  <a:pt x="13558" y="1940"/>
                </a:cubicBezTo>
                <a:lnTo>
                  <a:pt x="13528" y="1940"/>
                </a:lnTo>
                <a:lnTo>
                  <a:pt x="13528" y="1373"/>
                </a:lnTo>
                <a:cubicBezTo>
                  <a:pt x="13637" y="1344"/>
                  <a:pt x="13794" y="1311"/>
                  <a:pt x="14000" y="1275"/>
                </a:cubicBezTo>
                <a:cubicBezTo>
                  <a:pt x="14205" y="1240"/>
                  <a:pt x="14408" y="1222"/>
                  <a:pt x="14608" y="1222"/>
                </a:cubicBezTo>
                <a:cubicBezTo>
                  <a:pt x="14841" y="1222"/>
                  <a:pt x="15044" y="1241"/>
                  <a:pt x="15217" y="1280"/>
                </a:cubicBezTo>
                <a:cubicBezTo>
                  <a:pt x="15390" y="1318"/>
                  <a:pt x="15540" y="1384"/>
                  <a:pt x="15667" y="1477"/>
                </a:cubicBezTo>
                <a:cubicBezTo>
                  <a:pt x="15791" y="1568"/>
                  <a:pt x="15886" y="1686"/>
                  <a:pt x="15951" y="1830"/>
                </a:cubicBezTo>
                <a:cubicBezTo>
                  <a:pt x="16017" y="1974"/>
                  <a:pt x="16049" y="2153"/>
                  <a:pt x="16049" y="2367"/>
                </a:cubicBezTo>
                <a:lnTo>
                  <a:pt x="16049" y="4615"/>
                </a:lnTo>
                <a:moveTo>
                  <a:pt x="15495" y="3804"/>
                </a:moveTo>
                <a:lnTo>
                  <a:pt x="15495" y="2877"/>
                </a:lnTo>
                <a:cubicBezTo>
                  <a:pt x="15324" y="2887"/>
                  <a:pt x="15124" y="2902"/>
                  <a:pt x="14894" y="2922"/>
                </a:cubicBezTo>
                <a:cubicBezTo>
                  <a:pt x="14664" y="2942"/>
                  <a:pt x="14481" y="2970"/>
                  <a:pt x="14347" y="3008"/>
                </a:cubicBezTo>
                <a:cubicBezTo>
                  <a:pt x="14186" y="3054"/>
                  <a:pt x="14057" y="3125"/>
                  <a:pt x="13958" y="3221"/>
                </a:cubicBezTo>
                <a:cubicBezTo>
                  <a:pt x="13859" y="3318"/>
                  <a:pt x="13810" y="3450"/>
                  <a:pt x="13810" y="3619"/>
                </a:cubicBezTo>
                <a:cubicBezTo>
                  <a:pt x="13810" y="3810"/>
                  <a:pt x="13867" y="3953"/>
                  <a:pt x="13982" y="4050"/>
                </a:cubicBezTo>
                <a:cubicBezTo>
                  <a:pt x="14097" y="4146"/>
                  <a:pt x="14272" y="4194"/>
                  <a:pt x="14507" y="4194"/>
                </a:cubicBezTo>
                <a:cubicBezTo>
                  <a:pt x="14703" y="4194"/>
                  <a:pt x="14882" y="4156"/>
                  <a:pt x="15044" y="4079"/>
                </a:cubicBezTo>
                <a:cubicBezTo>
                  <a:pt x="15206" y="4003"/>
                  <a:pt x="15356" y="3911"/>
                  <a:pt x="15495" y="3804"/>
                </a:cubicBezTo>
                <a:close/>
                <a:moveTo>
                  <a:pt x="19573" y="4411"/>
                </a:moveTo>
                <a:cubicBezTo>
                  <a:pt x="19387" y="4500"/>
                  <a:pt x="19210" y="4569"/>
                  <a:pt x="19043" y="4618"/>
                </a:cubicBezTo>
                <a:cubicBezTo>
                  <a:pt x="18876" y="4668"/>
                  <a:pt x="18699" y="4692"/>
                  <a:pt x="18511" y="4692"/>
                </a:cubicBezTo>
                <a:cubicBezTo>
                  <a:pt x="18272" y="4692"/>
                  <a:pt x="18052" y="4657"/>
                  <a:pt x="17852" y="4587"/>
                </a:cubicBezTo>
                <a:cubicBezTo>
                  <a:pt x="17653" y="4517"/>
                  <a:pt x="17482" y="4410"/>
                  <a:pt x="17339" y="4267"/>
                </a:cubicBezTo>
                <a:cubicBezTo>
                  <a:pt x="17195" y="4125"/>
                  <a:pt x="17083" y="3945"/>
                  <a:pt x="17004" y="3727"/>
                </a:cubicBezTo>
                <a:cubicBezTo>
                  <a:pt x="16925" y="3509"/>
                  <a:pt x="16886" y="3254"/>
                  <a:pt x="16886" y="2963"/>
                </a:cubicBezTo>
                <a:cubicBezTo>
                  <a:pt x="16886" y="2420"/>
                  <a:pt x="17034" y="1995"/>
                  <a:pt x="17332" y="1686"/>
                </a:cubicBezTo>
                <a:cubicBezTo>
                  <a:pt x="17630" y="1377"/>
                  <a:pt x="18023" y="1222"/>
                  <a:pt x="18511" y="1222"/>
                </a:cubicBezTo>
                <a:cubicBezTo>
                  <a:pt x="18701" y="1222"/>
                  <a:pt x="18887" y="1249"/>
                  <a:pt x="19070" y="1302"/>
                </a:cubicBezTo>
                <a:cubicBezTo>
                  <a:pt x="19253" y="1356"/>
                  <a:pt x="19421" y="1421"/>
                  <a:pt x="19573" y="1498"/>
                </a:cubicBezTo>
                <a:lnTo>
                  <a:pt x="19573" y="2118"/>
                </a:lnTo>
                <a:lnTo>
                  <a:pt x="19543" y="2118"/>
                </a:lnTo>
                <a:cubicBezTo>
                  <a:pt x="19373" y="1986"/>
                  <a:pt x="19198" y="1885"/>
                  <a:pt x="19017" y="1815"/>
                </a:cubicBezTo>
                <a:cubicBezTo>
                  <a:pt x="18836" y="1744"/>
                  <a:pt x="18659" y="1708"/>
                  <a:pt x="18487" y="1708"/>
                </a:cubicBezTo>
                <a:cubicBezTo>
                  <a:pt x="18171" y="1708"/>
                  <a:pt x="17921" y="1815"/>
                  <a:pt x="17738" y="2027"/>
                </a:cubicBezTo>
                <a:cubicBezTo>
                  <a:pt x="17555" y="2240"/>
                  <a:pt x="17464" y="2552"/>
                  <a:pt x="17464" y="2963"/>
                </a:cubicBezTo>
                <a:cubicBezTo>
                  <a:pt x="17464" y="3363"/>
                  <a:pt x="17553" y="3670"/>
                  <a:pt x="17732" y="3884"/>
                </a:cubicBezTo>
                <a:cubicBezTo>
                  <a:pt x="17911" y="4099"/>
                  <a:pt x="18163" y="4206"/>
                  <a:pt x="18487" y="4206"/>
                </a:cubicBezTo>
                <a:cubicBezTo>
                  <a:pt x="18600" y="4206"/>
                  <a:pt x="18715" y="4191"/>
                  <a:pt x="18831" y="4162"/>
                </a:cubicBezTo>
                <a:cubicBezTo>
                  <a:pt x="18948" y="4132"/>
                  <a:pt x="19053" y="4094"/>
                  <a:pt x="19146" y="4047"/>
                </a:cubicBezTo>
                <a:cubicBezTo>
                  <a:pt x="19227" y="4006"/>
                  <a:pt x="19303" y="3962"/>
                  <a:pt x="19374" y="3916"/>
                </a:cubicBezTo>
                <a:cubicBezTo>
                  <a:pt x="19445" y="3870"/>
                  <a:pt x="19502" y="3830"/>
                  <a:pt x="19543" y="3797"/>
                </a:cubicBezTo>
                <a:lnTo>
                  <a:pt x="19573" y="3797"/>
                </a:lnTo>
                <a:lnTo>
                  <a:pt x="19573" y="4411"/>
                </a:lnTo>
                <a:close/>
                <a:moveTo>
                  <a:pt x="23061" y="3014"/>
                </a:moveTo>
                <a:lnTo>
                  <a:pt x="20620" y="3014"/>
                </a:lnTo>
                <a:cubicBezTo>
                  <a:pt x="20620" y="3218"/>
                  <a:pt x="20651" y="3396"/>
                  <a:pt x="20712" y="3547"/>
                </a:cubicBezTo>
                <a:cubicBezTo>
                  <a:pt x="20773" y="3699"/>
                  <a:pt x="20857" y="3823"/>
                  <a:pt x="20964" y="3920"/>
                </a:cubicBezTo>
                <a:cubicBezTo>
                  <a:pt x="21067" y="4016"/>
                  <a:pt x="21189" y="4087"/>
                  <a:pt x="21330" y="4135"/>
                </a:cubicBezTo>
                <a:cubicBezTo>
                  <a:pt x="21472" y="4182"/>
                  <a:pt x="21627" y="4206"/>
                  <a:pt x="21798" y="4206"/>
                </a:cubicBezTo>
                <a:cubicBezTo>
                  <a:pt x="22023" y="4206"/>
                  <a:pt x="22250" y="4161"/>
                  <a:pt x="22478" y="4070"/>
                </a:cubicBezTo>
                <a:cubicBezTo>
                  <a:pt x="22707" y="3979"/>
                  <a:pt x="22869" y="3890"/>
                  <a:pt x="22966" y="3803"/>
                </a:cubicBezTo>
                <a:lnTo>
                  <a:pt x="22996" y="3803"/>
                </a:lnTo>
                <a:lnTo>
                  <a:pt x="22996" y="4413"/>
                </a:lnTo>
                <a:cubicBezTo>
                  <a:pt x="22808" y="4492"/>
                  <a:pt x="22616" y="4558"/>
                  <a:pt x="22420" y="4612"/>
                </a:cubicBezTo>
                <a:cubicBezTo>
                  <a:pt x="22225" y="4666"/>
                  <a:pt x="22019" y="4692"/>
                  <a:pt x="21803" y="4692"/>
                </a:cubicBezTo>
                <a:cubicBezTo>
                  <a:pt x="21254" y="4692"/>
                  <a:pt x="20825" y="4543"/>
                  <a:pt x="20516" y="4245"/>
                </a:cubicBezTo>
                <a:cubicBezTo>
                  <a:pt x="20208" y="3947"/>
                  <a:pt x="20053" y="3524"/>
                  <a:pt x="20053" y="2975"/>
                </a:cubicBezTo>
                <a:cubicBezTo>
                  <a:pt x="20053" y="2432"/>
                  <a:pt x="20201" y="2002"/>
                  <a:pt x="20497" y="1683"/>
                </a:cubicBezTo>
                <a:cubicBezTo>
                  <a:pt x="20792" y="1364"/>
                  <a:pt x="21182" y="1204"/>
                  <a:pt x="21664" y="1204"/>
                </a:cubicBezTo>
                <a:cubicBezTo>
                  <a:pt x="22111" y="1204"/>
                  <a:pt x="22455" y="1335"/>
                  <a:pt x="22698" y="1596"/>
                </a:cubicBezTo>
                <a:cubicBezTo>
                  <a:pt x="22940" y="1858"/>
                  <a:pt x="23061" y="2229"/>
                  <a:pt x="23061" y="2711"/>
                </a:cubicBezTo>
                <a:lnTo>
                  <a:pt x="23061" y="3014"/>
                </a:lnTo>
                <a:moveTo>
                  <a:pt x="22518" y="2586"/>
                </a:moveTo>
                <a:cubicBezTo>
                  <a:pt x="22516" y="2294"/>
                  <a:pt x="22443" y="2067"/>
                  <a:pt x="22297" y="1907"/>
                </a:cubicBezTo>
                <a:cubicBezTo>
                  <a:pt x="22152" y="1747"/>
                  <a:pt x="21931" y="1667"/>
                  <a:pt x="21634" y="1667"/>
                </a:cubicBezTo>
                <a:cubicBezTo>
                  <a:pt x="21336" y="1667"/>
                  <a:pt x="21098" y="1755"/>
                  <a:pt x="20921" y="1931"/>
                </a:cubicBezTo>
                <a:cubicBezTo>
                  <a:pt x="20744" y="2107"/>
                  <a:pt x="20644" y="2325"/>
                  <a:pt x="20620" y="2586"/>
                </a:cubicBezTo>
                <a:lnTo>
                  <a:pt x="22518" y="2586"/>
                </a:lnTo>
                <a:close/>
                <a:moveTo>
                  <a:pt x="26481" y="4615"/>
                </a:moveTo>
                <a:lnTo>
                  <a:pt x="25926" y="4615"/>
                </a:lnTo>
                <a:lnTo>
                  <a:pt x="25926" y="4265"/>
                </a:lnTo>
                <a:cubicBezTo>
                  <a:pt x="25877" y="4298"/>
                  <a:pt x="25810" y="4345"/>
                  <a:pt x="25726" y="4406"/>
                </a:cubicBezTo>
                <a:cubicBezTo>
                  <a:pt x="25642" y="4466"/>
                  <a:pt x="25560" y="4514"/>
                  <a:pt x="25481" y="4550"/>
                </a:cubicBezTo>
                <a:cubicBezTo>
                  <a:pt x="25388" y="4595"/>
                  <a:pt x="25281" y="4633"/>
                  <a:pt x="25161" y="4664"/>
                </a:cubicBezTo>
                <a:cubicBezTo>
                  <a:pt x="25040" y="4695"/>
                  <a:pt x="24899" y="4710"/>
                  <a:pt x="24737" y="4710"/>
                </a:cubicBezTo>
                <a:cubicBezTo>
                  <a:pt x="24438" y="4710"/>
                  <a:pt x="24185" y="4611"/>
                  <a:pt x="23977" y="4413"/>
                </a:cubicBezTo>
                <a:cubicBezTo>
                  <a:pt x="23770" y="4215"/>
                  <a:pt x="23666" y="3963"/>
                  <a:pt x="23666" y="3656"/>
                </a:cubicBezTo>
                <a:cubicBezTo>
                  <a:pt x="23666" y="3404"/>
                  <a:pt x="23720" y="3201"/>
                  <a:pt x="23828" y="3046"/>
                </a:cubicBezTo>
                <a:cubicBezTo>
                  <a:pt x="23935" y="2890"/>
                  <a:pt x="24089" y="2768"/>
                  <a:pt x="24289" y="2679"/>
                </a:cubicBezTo>
                <a:cubicBezTo>
                  <a:pt x="24491" y="2590"/>
                  <a:pt x="24733" y="2529"/>
                  <a:pt x="25016" y="2498"/>
                </a:cubicBezTo>
                <a:cubicBezTo>
                  <a:pt x="25298" y="2466"/>
                  <a:pt x="25602" y="2442"/>
                  <a:pt x="25926" y="2426"/>
                </a:cubicBezTo>
                <a:lnTo>
                  <a:pt x="25926" y="2340"/>
                </a:lnTo>
                <a:cubicBezTo>
                  <a:pt x="25926" y="2212"/>
                  <a:pt x="25904" y="2106"/>
                  <a:pt x="25859" y="2022"/>
                </a:cubicBezTo>
                <a:cubicBezTo>
                  <a:pt x="25815" y="1939"/>
                  <a:pt x="25751" y="1873"/>
                  <a:pt x="25668" y="1825"/>
                </a:cubicBezTo>
                <a:cubicBezTo>
                  <a:pt x="25589" y="1779"/>
                  <a:pt x="25494" y="1748"/>
                  <a:pt x="25383" y="1732"/>
                </a:cubicBezTo>
                <a:cubicBezTo>
                  <a:pt x="25273" y="1716"/>
                  <a:pt x="25157" y="1708"/>
                  <a:pt x="25036" y="1708"/>
                </a:cubicBezTo>
                <a:cubicBezTo>
                  <a:pt x="24890" y="1708"/>
                  <a:pt x="24727" y="1728"/>
                  <a:pt x="24547" y="1768"/>
                </a:cubicBezTo>
                <a:cubicBezTo>
                  <a:pt x="24367" y="1807"/>
                  <a:pt x="24181" y="1865"/>
                  <a:pt x="23989" y="1940"/>
                </a:cubicBezTo>
                <a:lnTo>
                  <a:pt x="23960" y="1940"/>
                </a:lnTo>
                <a:lnTo>
                  <a:pt x="23960" y="1373"/>
                </a:lnTo>
                <a:cubicBezTo>
                  <a:pt x="24068" y="1344"/>
                  <a:pt x="24226" y="1311"/>
                  <a:pt x="24431" y="1275"/>
                </a:cubicBezTo>
                <a:cubicBezTo>
                  <a:pt x="24637" y="1240"/>
                  <a:pt x="24840" y="1222"/>
                  <a:pt x="25039" y="1222"/>
                </a:cubicBezTo>
                <a:cubicBezTo>
                  <a:pt x="25273" y="1222"/>
                  <a:pt x="25476" y="1241"/>
                  <a:pt x="25649" y="1280"/>
                </a:cubicBezTo>
                <a:cubicBezTo>
                  <a:pt x="25822" y="1318"/>
                  <a:pt x="25972" y="1384"/>
                  <a:pt x="26098" y="1477"/>
                </a:cubicBezTo>
                <a:cubicBezTo>
                  <a:pt x="26223" y="1568"/>
                  <a:pt x="26318" y="1686"/>
                  <a:pt x="26383" y="1830"/>
                </a:cubicBezTo>
                <a:cubicBezTo>
                  <a:pt x="26448" y="1974"/>
                  <a:pt x="26481" y="2153"/>
                  <a:pt x="26481" y="2367"/>
                </a:cubicBezTo>
                <a:lnTo>
                  <a:pt x="26481" y="4615"/>
                </a:lnTo>
                <a:moveTo>
                  <a:pt x="25926" y="3804"/>
                </a:moveTo>
                <a:lnTo>
                  <a:pt x="25926" y="2877"/>
                </a:lnTo>
                <a:cubicBezTo>
                  <a:pt x="25756" y="2887"/>
                  <a:pt x="25556" y="2902"/>
                  <a:pt x="25325" y="2922"/>
                </a:cubicBezTo>
                <a:cubicBezTo>
                  <a:pt x="25095" y="2942"/>
                  <a:pt x="24913" y="2970"/>
                  <a:pt x="24778" y="3008"/>
                </a:cubicBezTo>
                <a:cubicBezTo>
                  <a:pt x="24618" y="3054"/>
                  <a:pt x="24489" y="3125"/>
                  <a:pt x="24390" y="3221"/>
                </a:cubicBezTo>
                <a:cubicBezTo>
                  <a:pt x="24291" y="3318"/>
                  <a:pt x="24241" y="3450"/>
                  <a:pt x="24241" y="3619"/>
                </a:cubicBezTo>
                <a:cubicBezTo>
                  <a:pt x="24241" y="3810"/>
                  <a:pt x="24299" y="3953"/>
                  <a:pt x="24413" y="4050"/>
                </a:cubicBezTo>
                <a:cubicBezTo>
                  <a:pt x="24528" y="4146"/>
                  <a:pt x="24703" y="4194"/>
                  <a:pt x="24938" y="4194"/>
                </a:cubicBezTo>
                <a:cubicBezTo>
                  <a:pt x="25134" y="4194"/>
                  <a:pt x="25313" y="4156"/>
                  <a:pt x="25475" y="4079"/>
                </a:cubicBezTo>
                <a:cubicBezTo>
                  <a:pt x="25637" y="4003"/>
                  <a:pt x="25788" y="3911"/>
                  <a:pt x="25926" y="3804"/>
                </a:cubicBezTo>
                <a:close/>
                <a:moveTo>
                  <a:pt x="30328" y="3014"/>
                </a:moveTo>
                <a:lnTo>
                  <a:pt x="27887" y="3014"/>
                </a:lnTo>
                <a:cubicBezTo>
                  <a:pt x="27887" y="3218"/>
                  <a:pt x="27917" y="3396"/>
                  <a:pt x="27979" y="3547"/>
                </a:cubicBezTo>
                <a:cubicBezTo>
                  <a:pt x="28040" y="3699"/>
                  <a:pt x="28124" y="3823"/>
                  <a:pt x="28231" y="3920"/>
                </a:cubicBezTo>
                <a:cubicBezTo>
                  <a:pt x="28333" y="4016"/>
                  <a:pt x="28456" y="4087"/>
                  <a:pt x="28597" y="4135"/>
                </a:cubicBezTo>
                <a:cubicBezTo>
                  <a:pt x="28738" y="4182"/>
                  <a:pt x="28894" y="4206"/>
                  <a:pt x="29064" y="4206"/>
                </a:cubicBezTo>
                <a:cubicBezTo>
                  <a:pt x="29290" y="4206"/>
                  <a:pt x="29516" y="4161"/>
                  <a:pt x="29745" y="4070"/>
                </a:cubicBezTo>
                <a:cubicBezTo>
                  <a:pt x="29973" y="3979"/>
                  <a:pt x="30136" y="3890"/>
                  <a:pt x="30233" y="3803"/>
                </a:cubicBezTo>
                <a:lnTo>
                  <a:pt x="30262" y="3803"/>
                </a:lnTo>
                <a:lnTo>
                  <a:pt x="30262" y="4413"/>
                </a:lnTo>
                <a:cubicBezTo>
                  <a:pt x="30075" y="4492"/>
                  <a:pt x="29883" y="4558"/>
                  <a:pt x="29687" y="4612"/>
                </a:cubicBezTo>
                <a:cubicBezTo>
                  <a:pt x="29491" y="4666"/>
                  <a:pt x="29286" y="4692"/>
                  <a:pt x="29070" y="4692"/>
                </a:cubicBezTo>
                <a:cubicBezTo>
                  <a:pt x="28520" y="4692"/>
                  <a:pt x="28091" y="4543"/>
                  <a:pt x="27783" y="4245"/>
                </a:cubicBezTo>
                <a:cubicBezTo>
                  <a:pt x="27474" y="3947"/>
                  <a:pt x="27320" y="3524"/>
                  <a:pt x="27320" y="2975"/>
                </a:cubicBezTo>
                <a:cubicBezTo>
                  <a:pt x="27320" y="2432"/>
                  <a:pt x="27468" y="2002"/>
                  <a:pt x="27763" y="1683"/>
                </a:cubicBezTo>
                <a:cubicBezTo>
                  <a:pt x="28059" y="1364"/>
                  <a:pt x="28448" y="1204"/>
                  <a:pt x="28931" y="1204"/>
                </a:cubicBezTo>
                <a:cubicBezTo>
                  <a:pt x="29378" y="1204"/>
                  <a:pt x="29722" y="1335"/>
                  <a:pt x="29964" y="1596"/>
                </a:cubicBezTo>
                <a:cubicBezTo>
                  <a:pt x="30207" y="1858"/>
                  <a:pt x="30328" y="2229"/>
                  <a:pt x="30328" y="2711"/>
                </a:cubicBezTo>
                <a:lnTo>
                  <a:pt x="30328" y="3014"/>
                </a:lnTo>
                <a:moveTo>
                  <a:pt x="29785" y="2586"/>
                </a:moveTo>
                <a:cubicBezTo>
                  <a:pt x="29783" y="2294"/>
                  <a:pt x="29709" y="2067"/>
                  <a:pt x="29564" y="1907"/>
                </a:cubicBezTo>
                <a:cubicBezTo>
                  <a:pt x="29419" y="1747"/>
                  <a:pt x="29198" y="1667"/>
                  <a:pt x="28901" y="1667"/>
                </a:cubicBezTo>
                <a:cubicBezTo>
                  <a:pt x="28602" y="1667"/>
                  <a:pt x="28365" y="1755"/>
                  <a:pt x="28188" y="1931"/>
                </a:cubicBezTo>
                <a:cubicBezTo>
                  <a:pt x="28011" y="2107"/>
                  <a:pt x="27910" y="2325"/>
                  <a:pt x="27887" y="2586"/>
                </a:cubicBezTo>
                <a:lnTo>
                  <a:pt x="29785" y="2586"/>
                </a:lnTo>
                <a:close/>
              </a:path>
            </a:pathLst>
          </a:custGeom>
          <a:solidFill xmlns:a="http://schemas.openxmlformats.org/drawingml/2006/main">
            <a:srgbClr val="444444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F9E2AC8-9080-4744-8EDF-C9D12BB66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386" y="1914219"/>
            <a:ext cx="23294" cy="52944"/>
          </a:xfrm>
          <a:custGeom xmlns:a="http://schemas.openxmlformats.org/drawingml/2006/main">
            <a:pathLst>
              <a:path w="23294" h="52944">
                <a:moveTo>
                  <a:pt x="0" y="0"/>
                </a:moveTo>
                <a:lnTo>
                  <a:pt x="23294" y="0"/>
                </a:lnTo>
                <a:lnTo>
                  <a:pt x="23294" y="52944"/>
                </a:lnTo>
                <a:lnTo>
                  <a:pt x="0" y="5294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F2B701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5F1A2E9-710E-462A-A9C0-78248B4E2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0386" y="1914222"/>
            <a:ext cx="23296" cy="52944"/>
          </a:xfrm>
          <a:custGeom xmlns:a="http://schemas.openxmlformats.org/drawingml/2006/main">
            <a:pathLst>
              <a:path w="23296" h="52944" fill="none">
                <a:moveTo>
                  <a:pt x="0" y="0"/>
                </a:moveTo>
                <a:lnTo>
                  <a:pt x="23296" y="0"/>
                </a:lnTo>
                <a:lnTo>
                  <a:pt x="23296" y="52944"/>
                </a:lnTo>
                <a:lnTo>
                  <a:pt x="0" y="5294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DBD9B3-CAE0-4852-8072-8E9875C98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781" y="880513"/>
            <a:ext cx="54215" cy="92866"/>
          </a:xfrm>
          <a:custGeom xmlns:a="http://schemas.openxmlformats.org/drawingml/2006/main">
            <a:pathLst>
              <a:path w="54215" h="92866">
                <a:moveTo>
                  <a:pt x="0" y="0"/>
                </a:moveTo>
                <a:lnTo>
                  <a:pt x="54215" y="0"/>
                </a:lnTo>
                <a:lnTo>
                  <a:pt x="54215" y="92866"/>
                </a:lnTo>
                <a:lnTo>
                  <a:pt x="0" y="928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EFA7D0-2991-45A0-A7C6-4E10E95EC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782" y="880515"/>
            <a:ext cx="54216" cy="92867"/>
          </a:xfrm>
          <a:custGeom xmlns:a="http://schemas.openxmlformats.org/drawingml/2006/main">
            <a:pathLst>
              <a:path w="54216" h="92867" fill="none">
                <a:moveTo>
                  <a:pt x="0" y="0"/>
                </a:moveTo>
                <a:lnTo>
                  <a:pt x="54216" y="0"/>
                </a:lnTo>
                <a:lnTo>
                  <a:pt x="54216" y="92867"/>
                </a:lnTo>
                <a:lnTo>
                  <a:pt x="0" y="928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5B1466E-CCF4-4174-8F07-EC9A12FF5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781" y="995879"/>
            <a:ext cx="54215" cy="87954"/>
          </a:xfrm>
          <a:custGeom xmlns:a="http://schemas.openxmlformats.org/drawingml/2006/main">
            <a:pathLst>
              <a:path w="54215" h="87954">
                <a:moveTo>
                  <a:pt x="0" y="0"/>
                </a:moveTo>
                <a:lnTo>
                  <a:pt x="54215" y="0"/>
                </a:lnTo>
                <a:lnTo>
                  <a:pt x="54215" y="87954"/>
                </a:lnTo>
                <a:lnTo>
                  <a:pt x="0" y="8795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5D0315-9356-458F-A6B7-58D7AC400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782" y="995880"/>
            <a:ext cx="54216" cy="87955"/>
          </a:xfrm>
          <a:custGeom xmlns:a="http://schemas.openxmlformats.org/drawingml/2006/main">
            <a:pathLst>
              <a:path w="54216" h="87955" fill="none">
                <a:moveTo>
                  <a:pt x="0" y="0"/>
                </a:moveTo>
                <a:lnTo>
                  <a:pt x="54216" y="0"/>
                </a:lnTo>
                <a:lnTo>
                  <a:pt x="54216" y="87955"/>
                </a:lnTo>
                <a:lnTo>
                  <a:pt x="0" y="8795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A6F9E0-A5E0-45D8-AAA0-56A1AE180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497" y="880513"/>
            <a:ext cx="81847" cy="56138"/>
          </a:xfrm>
          <a:custGeom xmlns:a="http://schemas.openxmlformats.org/drawingml/2006/main">
            <a:pathLst>
              <a:path w="81847" h="56138">
                <a:moveTo>
                  <a:pt x="0" y="0"/>
                </a:moveTo>
                <a:lnTo>
                  <a:pt x="81847" y="0"/>
                </a:lnTo>
                <a:lnTo>
                  <a:pt x="81847" y="56138"/>
                </a:lnTo>
                <a:lnTo>
                  <a:pt x="0" y="561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E548F7-5F54-4D66-A968-6573EFB21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496" y="880515"/>
            <a:ext cx="81848" cy="56138"/>
          </a:xfrm>
          <a:custGeom xmlns:a="http://schemas.openxmlformats.org/drawingml/2006/main">
            <a:pathLst>
              <a:path w="81848" h="56138" fill="none">
                <a:moveTo>
                  <a:pt x="0" y="0"/>
                </a:moveTo>
                <a:lnTo>
                  <a:pt x="81848" y="0"/>
                </a:lnTo>
                <a:lnTo>
                  <a:pt x="81848" y="56138"/>
                </a:lnTo>
                <a:lnTo>
                  <a:pt x="0" y="5613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86" name="Text Tyrannidae">
            <a:extLst xmlns:a="http://schemas.openxmlformats.org/drawingml/2006/main">
              <a:ext uri="{FF2B5EF4-FFF2-40B4-BE49-F238E27FC236}">
                <a16:creationId xmlns:a16="http://schemas.microsoft.com/office/drawing/2014/main" id="{0575B30E-C047-48F9-8CF4-7458CEFA3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5994" y="904640"/>
            <a:ext cx="36184" cy="6270"/>
          </a:xfrm>
          <a:custGeom xmlns:a="http://schemas.openxmlformats.org/drawingml/2006/main">
            <a:pathLst>
              <a:path w="36184" h="6270">
                <a:moveTo>
                  <a:pt x="4020" y="771"/>
                </a:moveTo>
                <a:lnTo>
                  <a:pt x="2326" y="771"/>
                </a:lnTo>
                <a:lnTo>
                  <a:pt x="2326" y="4957"/>
                </a:lnTo>
                <a:lnTo>
                  <a:pt x="1695" y="4957"/>
                </a:lnTo>
                <a:lnTo>
                  <a:pt x="1695" y="771"/>
                </a:lnTo>
                <a:lnTo>
                  <a:pt x="0" y="771"/>
                </a:lnTo>
                <a:lnTo>
                  <a:pt x="0" y="210"/>
                </a:lnTo>
                <a:lnTo>
                  <a:pt x="4020" y="210"/>
                </a:lnTo>
                <a:lnTo>
                  <a:pt x="4020" y="771"/>
                </a:lnTo>
                <a:close/>
                <a:moveTo>
                  <a:pt x="7687" y="1395"/>
                </a:moveTo>
                <a:lnTo>
                  <a:pt x="5610" y="6270"/>
                </a:lnTo>
                <a:lnTo>
                  <a:pt x="4970" y="6270"/>
                </a:lnTo>
                <a:lnTo>
                  <a:pt x="5633" y="4784"/>
                </a:lnTo>
                <a:lnTo>
                  <a:pt x="4215" y="1395"/>
                </a:lnTo>
                <a:lnTo>
                  <a:pt x="4865" y="1395"/>
                </a:lnTo>
                <a:lnTo>
                  <a:pt x="5957" y="4033"/>
                </a:lnTo>
                <a:lnTo>
                  <a:pt x="7060" y="1395"/>
                </a:lnTo>
                <a:lnTo>
                  <a:pt x="7687" y="1395"/>
                </a:lnTo>
                <a:close/>
                <a:moveTo>
                  <a:pt x="10691" y="2045"/>
                </a:moveTo>
                <a:lnTo>
                  <a:pt x="10660" y="2045"/>
                </a:lnTo>
                <a:cubicBezTo>
                  <a:pt x="10570" y="2025"/>
                  <a:pt x="10484" y="2011"/>
                  <a:pt x="10400" y="2002"/>
                </a:cubicBezTo>
                <a:cubicBezTo>
                  <a:pt x="10316" y="1992"/>
                  <a:pt x="10217" y="1988"/>
                  <a:pt x="10102" y="1988"/>
                </a:cubicBezTo>
                <a:cubicBezTo>
                  <a:pt x="9917" y="1988"/>
                  <a:pt x="9739" y="2029"/>
                  <a:pt x="9567" y="2111"/>
                </a:cubicBezTo>
                <a:cubicBezTo>
                  <a:pt x="9395" y="2193"/>
                  <a:pt x="9229" y="2298"/>
                  <a:pt x="9070" y="2428"/>
                </a:cubicBezTo>
                <a:lnTo>
                  <a:pt x="9070" y="4957"/>
                </a:lnTo>
                <a:lnTo>
                  <a:pt x="8471" y="4957"/>
                </a:lnTo>
                <a:lnTo>
                  <a:pt x="8471" y="1395"/>
                </a:lnTo>
                <a:lnTo>
                  <a:pt x="9070" y="1395"/>
                </a:lnTo>
                <a:lnTo>
                  <a:pt x="9070" y="1922"/>
                </a:lnTo>
                <a:cubicBezTo>
                  <a:pt x="9308" y="1730"/>
                  <a:pt x="9517" y="1595"/>
                  <a:pt x="9699" y="1515"/>
                </a:cubicBezTo>
                <a:cubicBezTo>
                  <a:pt x="9881" y="1435"/>
                  <a:pt x="10066" y="1395"/>
                  <a:pt x="10255" y="1395"/>
                </a:cubicBezTo>
                <a:cubicBezTo>
                  <a:pt x="10359" y="1395"/>
                  <a:pt x="10434" y="1398"/>
                  <a:pt x="10481" y="1403"/>
                </a:cubicBezTo>
                <a:cubicBezTo>
                  <a:pt x="10528" y="1409"/>
                  <a:pt x="10598" y="1419"/>
                  <a:pt x="10691" y="1433"/>
                </a:cubicBezTo>
                <a:lnTo>
                  <a:pt x="10691" y="2045"/>
                </a:lnTo>
                <a:close/>
                <a:moveTo>
                  <a:pt x="14021" y="4957"/>
                </a:moveTo>
                <a:lnTo>
                  <a:pt x="13425" y="4957"/>
                </a:lnTo>
                <a:lnTo>
                  <a:pt x="13425" y="4581"/>
                </a:lnTo>
                <a:cubicBezTo>
                  <a:pt x="13372" y="4617"/>
                  <a:pt x="13300" y="4667"/>
                  <a:pt x="13210" y="4732"/>
                </a:cubicBezTo>
                <a:cubicBezTo>
                  <a:pt x="13119" y="4797"/>
                  <a:pt x="13032" y="4849"/>
                  <a:pt x="12947" y="4887"/>
                </a:cubicBezTo>
                <a:cubicBezTo>
                  <a:pt x="12847" y="4936"/>
                  <a:pt x="12732" y="4977"/>
                  <a:pt x="12603" y="5010"/>
                </a:cubicBezTo>
                <a:cubicBezTo>
                  <a:pt x="12473" y="5043"/>
                  <a:pt x="12321" y="5059"/>
                  <a:pt x="12147" y="5059"/>
                </a:cubicBezTo>
                <a:cubicBezTo>
                  <a:pt x="11827" y="5059"/>
                  <a:pt x="11555" y="4953"/>
                  <a:pt x="11332" y="4740"/>
                </a:cubicBezTo>
                <a:cubicBezTo>
                  <a:pt x="11109" y="4527"/>
                  <a:pt x="10997" y="4256"/>
                  <a:pt x="10997" y="3927"/>
                </a:cubicBezTo>
                <a:cubicBezTo>
                  <a:pt x="10997" y="3657"/>
                  <a:pt x="11055" y="3438"/>
                  <a:pt x="11171" y="3271"/>
                </a:cubicBezTo>
                <a:cubicBezTo>
                  <a:pt x="11287" y="3104"/>
                  <a:pt x="11452" y="2973"/>
                  <a:pt x="11666" y="2877"/>
                </a:cubicBezTo>
                <a:cubicBezTo>
                  <a:pt x="11883" y="2781"/>
                  <a:pt x="12143" y="2717"/>
                  <a:pt x="12447" y="2683"/>
                </a:cubicBezTo>
                <a:cubicBezTo>
                  <a:pt x="12750" y="2648"/>
                  <a:pt x="13076" y="2623"/>
                  <a:pt x="13425" y="2606"/>
                </a:cubicBezTo>
                <a:lnTo>
                  <a:pt x="13425" y="2513"/>
                </a:lnTo>
                <a:cubicBezTo>
                  <a:pt x="13425" y="2376"/>
                  <a:pt x="13401" y="2262"/>
                  <a:pt x="13353" y="2172"/>
                </a:cubicBezTo>
                <a:cubicBezTo>
                  <a:pt x="13305" y="2082"/>
                  <a:pt x="13237" y="2012"/>
                  <a:pt x="13148" y="1960"/>
                </a:cubicBezTo>
                <a:cubicBezTo>
                  <a:pt x="13063" y="1911"/>
                  <a:pt x="12961" y="1878"/>
                  <a:pt x="12842" y="1861"/>
                </a:cubicBezTo>
                <a:cubicBezTo>
                  <a:pt x="12723" y="1844"/>
                  <a:pt x="12599" y="1835"/>
                  <a:pt x="12469" y="1835"/>
                </a:cubicBezTo>
                <a:cubicBezTo>
                  <a:pt x="12312" y="1835"/>
                  <a:pt x="12137" y="1856"/>
                  <a:pt x="11943" y="1899"/>
                </a:cubicBezTo>
                <a:cubicBezTo>
                  <a:pt x="11750" y="1941"/>
                  <a:pt x="11550" y="2003"/>
                  <a:pt x="11344" y="2084"/>
                </a:cubicBezTo>
                <a:lnTo>
                  <a:pt x="11313" y="2084"/>
                </a:lnTo>
                <a:lnTo>
                  <a:pt x="11313" y="1475"/>
                </a:lnTo>
                <a:cubicBezTo>
                  <a:pt x="11429" y="1443"/>
                  <a:pt x="11598" y="1408"/>
                  <a:pt x="11819" y="1370"/>
                </a:cubicBezTo>
                <a:cubicBezTo>
                  <a:pt x="12040" y="1332"/>
                  <a:pt x="12258" y="1313"/>
                  <a:pt x="12472" y="1313"/>
                </a:cubicBezTo>
                <a:cubicBezTo>
                  <a:pt x="12723" y="1313"/>
                  <a:pt x="12941" y="1333"/>
                  <a:pt x="13127" y="1375"/>
                </a:cubicBezTo>
                <a:cubicBezTo>
                  <a:pt x="13313" y="1416"/>
                  <a:pt x="13474" y="1487"/>
                  <a:pt x="13610" y="1587"/>
                </a:cubicBezTo>
                <a:cubicBezTo>
                  <a:pt x="13743" y="1684"/>
                  <a:pt x="13845" y="1811"/>
                  <a:pt x="13915" y="1966"/>
                </a:cubicBezTo>
                <a:cubicBezTo>
                  <a:pt x="13986" y="2121"/>
                  <a:pt x="14021" y="2313"/>
                  <a:pt x="14021" y="2542"/>
                </a:cubicBezTo>
                <a:lnTo>
                  <a:pt x="14021" y="4957"/>
                </a:lnTo>
                <a:moveTo>
                  <a:pt x="13425" y="4085"/>
                </a:moveTo>
                <a:lnTo>
                  <a:pt x="13425" y="3090"/>
                </a:lnTo>
                <a:cubicBezTo>
                  <a:pt x="13242" y="3101"/>
                  <a:pt x="13027" y="3117"/>
                  <a:pt x="12780" y="3138"/>
                </a:cubicBezTo>
                <a:cubicBezTo>
                  <a:pt x="12532" y="3160"/>
                  <a:pt x="12336" y="3191"/>
                  <a:pt x="12192" y="3231"/>
                </a:cubicBezTo>
                <a:cubicBezTo>
                  <a:pt x="12020" y="3280"/>
                  <a:pt x="11881" y="3356"/>
                  <a:pt x="11775" y="3460"/>
                </a:cubicBezTo>
                <a:cubicBezTo>
                  <a:pt x="11668" y="3563"/>
                  <a:pt x="11615" y="3706"/>
                  <a:pt x="11615" y="3887"/>
                </a:cubicBezTo>
                <a:cubicBezTo>
                  <a:pt x="11615" y="4092"/>
                  <a:pt x="11677" y="4246"/>
                  <a:pt x="11800" y="4350"/>
                </a:cubicBezTo>
                <a:cubicBezTo>
                  <a:pt x="11923" y="4453"/>
                  <a:pt x="12111" y="4505"/>
                  <a:pt x="12364" y="4505"/>
                </a:cubicBezTo>
                <a:cubicBezTo>
                  <a:pt x="12574" y="4505"/>
                  <a:pt x="12766" y="4464"/>
                  <a:pt x="12941" y="4382"/>
                </a:cubicBezTo>
                <a:cubicBezTo>
                  <a:pt x="13115" y="4299"/>
                  <a:pt x="13276" y="4201"/>
                  <a:pt x="13425" y="4085"/>
                </a:cubicBezTo>
                <a:close/>
                <a:moveTo>
                  <a:pt x="18149" y="4957"/>
                </a:moveTo>
                <a:lnTo>
                  <a:pt x="17550" y="4957"/>
                </a:lnTo>
                <a:lnTo>
                  <a:pt x="17550" y="2929"/>
                </a:lnTo>
                <a:cubicBezTo>
                  <a:pt x="17550" y="2765"/>
                  <a:pt x="17541" y="2611"/>
                  <a:pt x="17522" y="2468"/>
                </a:cubicBezTo>
                <a:cubicBezTo>
                  <a:pt x="17503" y="2325"/>
                  <a:pt x="17468" y="2212"/>
                  <a:pt x="17417" y="2132"/>
                </a:cubicBezTo>
                <a:cubicBezTo>
                  <a:pt x="17363" y="2042"/>
                  <a:pt x="17287" y="1976"/>
                  <a:pt x="17187" y="1932"/>
                </a:cubicBezTo>
                <a:cubicBezTo>
                  <a:pt x="17087" y="1889"/>
                  <a:pt x="16958" y="1867"/>
                  <a:pt x="16799" y="1867"/>
                </a:cubicBezTo>
                <a:cubicBezTo>
                  <a:pt x="16635" y="1867"/>
                  <a:pt x="16464" y="1907"/>
                  <a:pt x="16286" y="1988"/>
                </a:cubicBezTo>
                <a:cubicBezTo>
                  <a:pt x="16107" y="2069"/>
                  <a:pt x="15936" y="2172"/>
                  <a:pt x="15773" y="2297"/>
                </a:cubicBezTo>
                <a:lnTo>
                  <a:pt x="15773" y="4957"/>
                </a:lnTo>
                <a:lnTo>
                  <a:pt x="15174" y="4957"/>
                </a:lnTo>
                <a:lnTo>
                  <a:pt x="15174" y="1395"/>
                </a:lnTo>
                <a:lnTo>
                  <a:pt x="15773" y="1395"/>
                </a:lnTo>
                <a:lnTo>
                  <a:pt x="15773" y="1788"/>
                </a:lnTo>
                <a:cubicBezTo>
                  <a:pt x="15960" y="1633"/>
                  <a:pt x="16153" y="1512"/>
                  <a:pt x="16353" y="1424"/>
                </a:cubicBezTo>
                <a:cubicBezTo>
                  <a:pt x="16552" y="1337"/>
                  <a:pt x="16757" y="1293"/>
                  <a:pt x="16967" y="1293"/>
                </a:cubicBezTo>
                <a:cubicBezTo>
                  <a:pt x="17352" y="1293"/>
                  <a:pt x="17645" y="1409"/>
                  <a:pt x="17847" y="1641"/>
                </a:cubicBezTo>
                <a:cubicBezTo>
                  <a:pt x="18048" y="1873"/>
                  <a:pt x="18149" y="2207"/>
                  <a:pt x="18149" y="2643"/>
                </a:cubicBezTo>
                <a:lnTo>
                  <a:pt x="18149" y="4957"/>
                </a:lnTo>
                <a:close/>
                <a:moveTo>
                  <a:pt x="22278" y="4957"/>
                </a:moveTo>
                <a:lnTo>
                  <a:pt x="21679" y="4957"/>
                </a:lnTo>
                <a:lnTo>
                  <a:pt x="21679" y="2929"/>
                </a:lnTo>
                <a:cubicBezTo>
                  <a:pt x="21679" y="2765"/>
                  <a:pt x="21670" y="2611"/>
                  <a:pt x="21651" y="2468"/>
                </a:cubicBezTo>
                <a:cubicBezTo>
                  <a:pt x="21631" y="2325"/>
                  <a:pt x="21596" y="2212"/>
                  <a:pt x="21545" y="2132"/>
                </a:cubicBezTo>
                <a:cubicBezTo>
                  <a:pt x="21492" y="2042"/>
                  <a:pt x="21416" y="1976"/>
                  <a:pt x="21316" y="1932"/>
                </a:cubicBezTo>
                <a:cubicBezTo>
                  <a:pt x="21216" y="1889"/>
                  <a:pt x="21087" y="1867"/>
                  <a:pt x="20927" y="1867"/>
                </a:cubicBezTo>
                <a:cubicBezTo>
                  <a:pt x="20764" y="1867"/>
                  <a:pt x="20593" y="1907"/>
                  <a:pt x="20414" y="1988"/>
                </a:cubicBezTo>
                <a:cubicBezTo>
                  <a:pt x="20236" y="2069"/>
                  <a:pt x="20065" y="2172"/>
                  <a:pt x="19901" y="2297"/>
                </a:cubicBezTo>
                <a:lnTo>
                  <a:pt x="19901" y="4957"/>
                </a:lnTo>
                <a:lnTo>
                  <a:pt x="19303" y="4957"/>
                </a:lnTo>
                <a:lnTo>
                  <a:pt x="19303" y="1395"/>
                </a:lnTo>
                <a:lnTo>
                  <a:pt x="19901" y="1395"/>
                </a:lnTo>
                <a:lnTo>
                  <a:pt x="19901" y="1788"/>
                </a:lnTo>
                <a:cubicBezTo>
                  <a:pt x="20088" y="1633"/>
                  <a:pt x="20282" y="1512"/>
                  <a:pt x="20481" y="1424"/>
                </a:cubicBezTo>
                <a:cubicBezTo>
                  <a:pt x="20681" y="1337"/>
                  <a:pt x="20886" y="1293"/>
                  <a:pt x="21096" y="1293"/>
                </a:cubicBezTo>
                <a:cubicBezTo>
                  <a:pt x="21481" y="1293"/>
                  <a:pt x="21774" y="1409"/>
                  <a:pt x="21975" y="1641"/>
                </a:cubicBezTo>
                <a:cubicBezTo>
                  <a:pt x="22177" y="1873"/>
                  <a:pt x="22278" y="2207"/>
                  <a:pt x="22278" y="2643"/>
                </a:cubicBezTo>
                <a:lnTo>
                  <a:pt x="22278" y="4957"/>
                </a:lnTo>
                <a:close/>
                <a:moveTo>
                  <a:pt x="24075" y="803"/>
                </a:moveTo>
                <a:lnTo>
                  <a:pt x="23400" y="803"/>
                </a:lnTo>
                <a:lnTo>
                  <a:pt x="23400" y="178"/>
                </a:lnTo>
                <a:lnTo>
                  <a:pt x="24075" y="178"/>
                </a:lnTo>
                <a:lnTo>
                  <a:pt x="24075" y="803"/>
                </a:lnTo>
                <a:moveTo>
                  <a:pt x="24037" y="4957"/>
                </a:moveTo>
                <a:lnTo>
                  <a:pt x="23438" y="4957"/>
                </a:lnTo>
                <a:lnTo>
                  <a:pt x="23438" y="1395"/>
                </a:lnTo>
                <a:lnTo>
                  <a:pt x="24037" y="1395"/>
                </a:lnTo>
                <a:lnTo>
                  <a:pt x="24037" y="4957"/>
                </a:lnTo>
                <a:close/>
                <a:moveTo>
                  <a:pt x="28108" y="4957"/>
                </a:moveTo>
                <a:lnTo>
                  <a:pt x="27509" y="4957"/>
                </a:lnTo>
                <a:lnTo>
                  <a:pt x="27509" y="4586"/>
                </a:lnTo>
                <a:cubicBezTo>
                  <a:pt x="27337" y="4735"/>
                  <a:pt x="27158" y="4851"/>
                  <a:pt x="26971" y="4934"/>
                </a:cubicBezTo>
                <a:cubicBezTo>
                  <a:pt x="26784" y="5018"/>
                  <a:pt x="26581" y="5059"/>
                  <a:pt x="26362" y="5059"/>
                </a:cubicBezTo>
                <a:cubicBezTo>
                  <a:pt x="25938" y="5059"/>
                  <a:pt x="25600" y="4895"/>
                  <a:pt x="25351" y="4567"/>
                </a:cubicBezTo>
                <a:cubicBezTo>
                  <a:pt x="25101" y="4239"/>
                  <a:pt x="24977" y="3785"/>
                  <a:pt x="24977" y="3203"/>
                </a:cubicBezTo>
                <a:cubicBezTo>
                  <a:pt x="24977" y="2901"/>
                  <a:pt x="25020" y="2632"/>
                  <a:pt x="25106" y="2395"/>
                </a:cubicBezTo>
                <a:cubicBezTo>
                  <a:pt x="25192" y="2159"/>
                  <a:pt x="25308" y="1958"/>
                  <a:pt x="25454" y="1792"/>
                </a:cubicBezTo>
                <a:cubicBezTo>
                  <a:pt x="25599" y="1630"/>
                  <a:pt x="25767" y="1506"/>
                  <a:pt x="25959" y="1421"/>
                </a:cubicBezTo>
                <a:cubicBezTo>
                  <a:pt x="26152" y="1336"/>
                  <a:pt x="26351" y="1293"/>
                  <a:pt x="26557" y="1293"/>
                </a:cubicBezTo>
                <a:cubicBezTo>
                  <a:pt x="26744" y="1293"/>
                  <a:pt x="26909" y="1313"/>
                  <a:pt x="27054" y="1353"/>
                </a:cubicBezTo>
                <a:cubicBezTo>
                  <a:pt x="27198" y="1392"/>
                  <a:pt x="27350" y="1453"/>
                  <a:pt x="27509" y="1536"/>
                </a:cubicBezTo>
                <a:lnTo>
                  <a:pt x="27509" y="0"/>
                </a:lnTo>
                <a:lnTo>
                  <a:pt x="28108" y="0"/>
                </a:lnTo>
                <a:lnTo>
                  <a:pt x="28108" y="4957"/>
                </a:lnTo>
                <a:moveTo>
                  <a:pt x="27509" y="4081"/>
                </a:moveTo>
                <a:lnTo>
                  <a:pt x="27509" y="2039"/>
                </a:lnTo>
                <a:cubicBezTo>
                  <a:pt x="27348" y="1967"/>
                  <a:pt x="27203" y="1917"/>
                  <a:pt x="27076" y="1889"/>
                </a:cubicBezTo>
                <a:cubicBezTo>
                  <a:pt x="26949" y="1862"/>
                  <a:pt x="26809" y="1848"/>
                  <a:pt x="26659" y="1848"/>
                </a:cubicBezTo>
                <a:cubicBezTo>
                  <a:pt x="26323" y="1848"/>
                  <a:pt x="26062" y="1965"/>
                  <a:pt x="25875" y="2198"/>
                </a:cubicBezTo>
                <a:cubicBezTo>
                  <a:pt x="25688" y="2432"/>
                  <a:pt x="25595" y="2763"/>
                  <a:pt x="25595" y="3192"/>
                </a:cubicBezTo>
                <a:cubicBezTo>
                  <a:pt x="25595" y="3615"/>
                  <a:pt x="25667" y="3936"/>
                  <a:pt x="25811" y="4156"/>
                </a:cubicBezTo>
                <a:cubicBezTo>
                  <a:pt x="25956" y="4376"/>
                  <a:pt x="26187" y="4486"/>
                  <a:pt x="26506" y="4486"/>
                </a:cubicBezTo>
                <a:cubicBezTo>
                  <a:pt x="26676" y="4486"/>
                  <a:pt x="26848" y="4448"/>
                  <a:pt x="27022" y="4373"/>
                </a:cubicBezTo>
                <a:cubicBezTo>
                  <a:pt x="27196" y="4297"/>
                  <a:pt x="27358" y="4200"/>
                  <a:pt x="27509" y="4081"/>
                </a:cubicBezTo>
                <a:close/>
                <a:moveTo>
                  <a:pt x="32052" y="4957"/>
                </a:moveTo>
                <a:lnTo>
                  <a:pt x="31456" y="4957"/>
                </a:lnTo>
                <a:lnTo>
                  <a:pt x="31456" y="4581"/>
                </a:lnTo>
                <a:cubicBezTo>
                  <a:pt x="31403" y="4617"/>
                  <a:pt x="31332" y="4667"/>
                  <a:pt x="31241" y="4732"/>
                </a:cubicBezTo>
                <a:cubicBezTo>
                  <a:pt x="31151" y="4797"/>
                  <a:pt x="31064" y="4849"/>
                  <a:pt x="30979" y="4887"/>
                </a:cubicBezTo>
                <a:cubicBezTo>
                  <a:pt x="30879" y="4936"/>
                  <a:pt x="30764" y="4977"/>
                  <a:pt x="30635" y="5010"/>
                </a:cubicBezTo>
                <a:cubicBezTo>
                  <a:pt x="30505" y="5043"/>
                  <a:pt x="30353" y="5059"/>
                  <a:pt x="30179" y="5059"/>
                </a:cubicBezTo>
                <a:cubicBezTo>
                  <a:pt x="29858" y="5059"/>
                  <a:pt x="29586" y="4953"/>
                  <a:pt x="29363" y="4740"/>
                </a:cubicBezTo>
                <a:cubicBezTo>
                  <a:pt x="29140" y="4527"/>
                  <a:pt x="29029" y="4256"/>
                  <a:pt x="29029" y="3927"/>
                </a:cubicBezTo>
                <a:cubicBezTo>
                  <a:pt x="29029" y="3657"/>
                  <a:pt x="29087" y="3438"/>
                  <a:pt x="29203" y="3271"/>
                </a:cubicBezTo>
                <a:cubicBezTo>
                  <a:pt x="29318" y="3104"/>
                  <a:pt x="29483" y="2973"/>
                  <a:pt x="29698" y="2877"/>
                </a:cubicBezTo>
                <a:cubicBezTo>
                  <a:pt x="29915" y="2781"/>
                  <a:pt x="30175" y="2717"/>
                  <a:pt x="30478" y="2683"/>
                </a:cubicBezTo>
                <a:cubicBezTo>
                  <a:pt x="30782" y="2648"/>
                  <a:pt x="31108" y="2623"/>
                  <a:pt x="31456" y="2606"/>
                </a:cubicBezTo>
                <a:lnTo>
                  <a:pt x="31456" y="2513"/>
                </a:lnTo>
                <a:cubicBezTo>
                  <a:pt x="31456" y="2376"/>
                  <a:pt x="31433" y="2262"/>
                  <a:pt x="31385" y="2172"/>
                </a:cubicBezTo>
                <a:cubicBezTo>
                  <a:pt x="31337" y="2082"/>
                  <a:pt x="31269" y="2012"/>
                  <a:pt x="31179" y="1960"/>
                </a:cubicBezTo>
                <a:cubicBezTo>
                  <a:pt x="31094" y="1911"/>
                  <a:pt x="30992" y="1878"/>
                  <a:pt x="30873" y="1861"/>
                </a:cubicBezTo>
                <a:cubicBezTo>
                  <a:pt x="30755" y="1844"/>
                  <a:pt x="30630" y="1835"/>
                  <a:pt x="30501" y="1835"/>
                </a:cubicBezTo>
                <a:cubicBezTo>
                  <a:pt x="30344" y="1835"/>
                  <a:pt x="30168" y="1856"/>
                  <a:pt x="29975" y="1899"/>
                </a:cubicBezTo>
                <a:cubicBezTo>
                  <a:pt x="29782" y="1941"/>
                  <a:pt x="29582" y="2003"/>
                  <a:pt x="29376" y="2084"/>
                </a:cubicBezTo>
                <a:lnTo>
                  <a:pt x="29344" y="2084"/>
                </a:lnTo>
                <a:lnTo>
                  <a:pt x="29344" y="1475"/>
                </a:lnTo>
                <a:cubicBezTo>
                  <a:pt x="29461" y="1443"/>
                  <a:pt x="29630" y="1408"/>
                  <a:pt x="29851" y="1370"/>
                </a:cubicBezTo>
                <a:cubicBezTo>
                  <a:pt x="30072" y="1332"/>
                  <a:pt x="30289" y="1313"/>
                  <a:pt x="30504" y="1313"/>
                </a:cubicBezTo>
                <a:cubicBezTo>
                  <a:pt x="30755" y="1313"/>
                  <a:pt x="30973" y="1333"/>
                  <a:pt x="31159" y="1375"/>
                </a:cubicBezTo>
                <a:cubicBezTo>
                  <a:pt x="31344" y="1416"/>
                  <a:pt x="31505" y="1487"/>
                  <a:pt x="31641" y="1587"/>
                </a:cubicBezTo>
                <a:cubicBezTo>
                  <a:pt x="31775" y="1684"/>
                  <a:pt x="31877" y="1811"/>
                  <a:pt x="31947" y="1966"/>
                </a:cubicBezTo>
                <a:cubicBezTo>
                  <a:pt x="32017" y="2121"/>
                  <a:pt x="32052" y="2313"/>
                  <a:pt x="32052" y="2542"/>
                </a:cubicBezTo>
                <a:lnTo>
                  <a:pt x="32052" y="4957"/>
                </a:lnTo>
                <a:moveTo>
                  <a:pt x="31456" y="4085"/>
                </a:moveTo>
                <a:lnTo>
                  <a:pt x="31456" y="3090"/>
                </a:lnTo>
                <a:cubicBezTo>
                  <a:pt x="31274" y="3101"/>
                  <a:pt x="31059" y="3117"/>
                  <a:pt x="30811" y="3138"/>
                </a:cubicBezTo>
                <a:cubicBezTo>
                  <a:pt x="30564" y="3160"/>
                  <a:pt x="30368" y="3191"/>
                  <a:pt x="30224" y="3231"/>
                </a:cubicBezTo>
                <a:cubicBezTo>
                  <a:pt x="30052" y="3280"/>
                  <a:pt x="29912" y="3356"/>
                  <a:pt x="29806" y="3460"/>
                </a:cubicBezTo>
                <a:cubicBezTo>
                  <a:pt x="29700" y="3563"/>
                  <a:pt x="29647" y="3706"/>
                  <a:pt x="29647" y="3887"/>
                </a:cubicBezTo>
                <a:cubicBezTo>
                  <a:pt x="29647" y="4092"/>
                  <a:pt x="29709" y="4246"/>
                  <a:pt x="29832" y="4350"/>
                </a:cubicBezTo>
                <a:cubicBezTo>
                  <a:pt x="29955" y="4453"/>
                  <a:pt x="30143" y="4505"/>
                  <a:pt x="30396" y="4505"/>
                </a:cubicBezTo>
                <a:cubicBezTo>
                  <a:pt x="30606" y="4505"/>
                  <a:pt x="30798" y="4464"/>
                  <a:pt x="30972" y="4382"/>
                </a:cubicBezTo>
                <a:cubicBezTo>
                  <a:pt x="31146" y="4299"/>
                  <a:pt x="31308" y="4201"/>
                  <a:pt x="31456" y="4085"/>
                </a:cubicBezTo>
                <a:close/>
                <a:moveTo>
                  <a:pt x="36184" y="3237"/>
                </a:moveTo>
                <a:lnTo>
                  <a:pt x="33562" y="3237"/>
                </a:lnTo>
                <a:cubicBezTo>
                  <a:pt x="33562" y="3456"/>
                  <a:pt x="33595" y="3647"/>
                  <a:pt x="33661" y="3810"/>
                </a:cubicBezTo>
                <a:cubicBezTo>
                  <a:pt x="33727" y="3973"/>
                  <a:pt x="33817" y="4106"/>
                  <a:pt x="33932" y="4211"/>
                </a:cubicBezTo>
                <a:cubicBezTo>
                  <a:pt x="34042" y="4313"/>
                  <a:pt x="34173" y="4390"/>
                  <a:pt x="34325" y="4441"/>
                </a:cubicBezTo>
                <a:cubicBezTo>
                  <a:pt x="34477" y="4492"/>
                  <a:pt x="34644" y="4517"/>
                  <a:pt x="34827" y="4517"/>
                </a:cubicBezTo>
                <a:cubicBezTo>
                  <a:pt x="35069" y="4517"/>
                  <a:pt x="35313" y="4469"/>
                  <a:pt x="35558" y="4371"/>
                </a:cubicBezTo>
                <a:cubicBezTo>
                  <a:pt x="35803" y="4274"/>
                  <a:pt x="35978" y="4178"/>
                  <a:pt x="36082" y="4084"/>
                </a:cubicBezTo>
                <a:lnTo>
                  <a:pt x="36114" y="4084"/>
                </a:lnTo>
                <a:lnTo>
                  <a:pt x="36114" y="4739"/>
                </a:lnTo>
                <a:cubicBezTo>
                  <a:pt x="35912" y="4825"/>
                  <a:pt x="35706" y="4896"/>
                  <a:pt x="35496" y="4954"/>
                </a:cubicBezTo>
                <a:cubicBezTo>
                  <a:pt x="35286" y="5011"/>
                  <a:pt x="35065" y="5040"/>
                  <a:pt x="34833" y="5040"/>
                </a:cubicBezTo>
                <a:cubicBezTo>
                  <a:pt x="34243" y="5040"/>
                  <a:pt x="33782" y="4880"/>
                  <a:pt x="33451" y="4560"/>
                </a:cubicBezTo>
                <a:cubicBezTo>
                  <a:pt x="33119" y="4239"/>
                  <a:pt x="32954" y="3785"/>
                  <a:pt x="32954" y="3195"/>
                </a:cubicBezTo>
                <a:cubicBezTo>
                  <a:pt x="32954" y="2612"/>
                  <a:pt x="33113" y="2150"/>
                  <a:pt x="33430" y="1807"/>
                </a:cubicBezTo>
                <a:cubicBezTo>
                  <a:pt x="33748" y="1465"/>
                  <a:pt x="34165" y="1293"/>
                  <a:pt x="34684" y="1293"/>
                </a:cubicBezTo>
                <a:cubicBezTo>
                  <a:pt x="35164" y="1293"/>
                  <a:pt x="35534" y="1434"/>
                  <a:pt x="35794" y="1715"/>
                </a:cubicBezTo>
                <a:cubicBezTo>
                  <a:pt x="36054" y="1995"/>
                  <a:pt x="36184" y="2394"/>
                  <a:pt x="36184" y="2911"/>
                </a:cubicBezTo>
                <a:lnTo>
                  <a:pt x="36184" y="3237"/>
                </a:lnTo>
                <a:moveTo>
                  <a:pt x="35601" y="2778"/>
                </a:moveTo>
                <a:cubicBezTo>
                  <a:pt x="35599" y="2464"/>
                  <a:pt x="35520" y="2220"/>
                  <a:pt x="35364" y="2048"/>
                </a:cubicBezTo>
                <a:cubicBezTo>
                  <a:pt x="35208" y="1876"/>
                  <a:pt x="34970" y="1790"/>
                  <a:pt x="34652" y="1790"/>
                </a:cubicBezTo>
                <a:cubicBezTo>
                  <a:pt x="34331" y="1790"/>
                  <a:pt x="34076" y="1885"/>
                  <a:pt x="33886" y="2074"/>
                </a:cubicBezTo>
                <a:cubicBezTo>
                  <a:pt x="33696" y="2263"/>
                  <a:pt x="33588" y="2498"/>
                  <a:pt x="33562" y="2778"/>
                </a:cubicBezTo>
                <a:lnTo>
                  <a:pt x="35601" y="277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7A24847-8390-4BDF-B83D-9E3AAB9264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497" y="959148"/>
            <a:ext cx="81847" cy="54018"/>
          </a:xfrm>
          <a:custGeom xmlns:a="http://schemas.openxmlformats.org/drawingml/2006/main">
            <a:pathLst>
              <a:path w="81847" h="54018">
                <a:moveTo>
                  <a:pt x="0" y="0"/>
                </a:moveTo>
                <a:lnTo>
                  <a:pt x="81847" y="0"/>
                </a:lnTo>
                <a:lnTo>
                  <a:pt x="81847" y="54018"/>
                </a:lnTo>
                <a:lnTo>
                  <a:pt x="0" y="5401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A571DB7-4B06-4FFF-B567-60400E4EF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496" y="959151"/>
            <a:ext cx="81848" cy="54018"/>
          </a:xfrm>
          <a:custGeom xmlns:a="http://schemas.openxmlformats.org/drawingml/2006/main">
            <a:pathLst>
              <a:path w="81848" h="54018" fill="none">
                <a:moveTo>
                  <a:pt x="0" y="0"/>
                </a:moveTo>
                <a:lnTo>
                  <a:pt x="81848" y="0"/>
                </a:lnTo>
                <a:lnTo>
                  <a:pt x="81848" y="54018"/>
                </a:lnTo>
                <a:lnTo>
                  <a:pt x="0" y="5401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89" name="Text Parulidae">
            <a:extLst xmlns:a="http://schemas.openxmlformats.org/drawingml/2006/main">
              <a:ext uri="{FF2B5EF4-FFF2-40B4-BE49-F238E27FC236}">
                <a16:creationId xmlns:a16="http://schemas.microsoft.com/office/drawing/2014/main" id="{2F28E5FD-77CD-4C28-9877-2B52CB825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6711" y="983445"/>
            <a:ext cx="32961" cy="5699"/>
          </a:xfrm>
          <a:custGeom xmlns:a="http://schemas.openxmlformats.org/drawingml/2006/main">
            <a:pathLst>
              <a:path w="32961" h="5699">
                <a:moveTo>
                  <a:pt x="3495" y="1852"/>
                </a:moveTo>
                <a:cubicBezTo>
                  <a:pt x="3495" y="2089"/>
                  <a:pt x="3454" y="2308"/>
                  <a:pt x="3371" y="2510"/>
                </a:cubicBezTo>
                <a:cubicBezTo>
                  <a:pt x="3289" y="2712"/>
                  <a:pt x="3174" y="2888"/>
                  <a:pt x="3025" y="3036"/>
                </a:cubicBezTo>
                <a:cubicBezTo>
                  <a:pt x="2841" y="3220"/>
                  <a:pt x="2623" y="3358"/>
                  <a:pt x="2372" y="3450"/>
                </a:cubicBezTo>
                <a:cubicBezTo>
                  <a:pt x="2121" y="3543"/>
                  <a:pt x="1804" y="3589"/>
                  <a:pt x="1421" y="3589"/>
                </a:cubicBezTo>
                <a:lnTo>
                  <a:pt x="711" y="3589"/>
                </a:lnTo>
                <a:lnTo>
                  <a:pt x="711" y="5584"/>
                </a:lnTo>
                <a:lnTo>
                  <a:pt x="0" y="5584"/>
                </a:lnTo>
                <a:lnTo>
                  <a:pt x="0" y="237"/>
                </a:lnTo>
                <a:lnTo>
                  <a:pt x="1450" y="237"/>
                </a:lnTo>
                <a:cubicBezTo>
                  <a:pt x="1770" y="237"/>
                  <a:pt x="2042" y="264"/>
                  <a:pt x="2264" y="318"/>
                </a:cubicBezTo>
                <a:cubicBezTo>
                  <a:pt x="2487" y="371"/>
                  <a:pt x="2684" y="456"/>
                  <a:pt x="2857" y="571"/>
                </a:cubicBezTo>
                <a:cubicBezTo>
                  <a:pt x="3060" y="707"/>
                  <a:pt x="3217" y="877"/>
                  <a:pt x="3328" y="1080"/>
                </a:cubicBezTo>
                <a:cubicBezTo>
                  <a:pt x="3440" y="1284"/>
                  <a:pt x="3495" y="1541"/>
                  <a:pt x="3495" y="1852"/>
                </a:cubicBezTo>
                <a:moveTo>
                  <a:pt x="2756" y="1868"/>
                </a:moveTo>
                <a:cubicBezTo>
                  <a:pt x="2756" y="1686"/>
                  <a:pt x="2724" y="1527"/>
                  <a:pt x="2659" y="1391"/>
                </a:cubicBezTo>
                <a:cubicBezTo>
                  <a:pt x="2595" y="1256"/>
                  <a:pt x="2496" y="1146"/>
                  <a:pt x="2365" y="1060"/>
                </a:cubicBezTo>
                <a:cubicBezTo>
                  <a:pt x="2250" y="987"/>
                  <a:pt x="2119" y="934"/>
                  <a:pt x="1972" y="902"/>
                </a:cubicBezTo>
                <a:cubicBezTo>
                  <a:pt x="1825" y="870"/>
                  <a:pt x="1639" y="854"/>
                  <a:pt x="1414" y="854"/>
                </a:cubicBezTo>
                <a:lnTo>
                  <a:pt x="711" y="854"/>
                </a:lnTo>
                <a:lnTo>
                  <a:pt x="711" y="2971"/>
                </a:lnTo>
                <a:lnTo>
                  <a:pt x="1310" y="2971"/>
                </a:lnTo>
                <a:cubicBezTo>
                  <a:pt x="1597" y="2971"/>
                  <a:pt x="1830" y="2946"/>
                  <a:pt x="2010" y="2895"/>
                </a:cubicBezTo>
                <a:cubicBezTo>
                  <a:pt x="2189" y="2844"/>
                  <a:pt x="2335" y="2763"/>
                  <a:pt x="2447" y="2651"/>
                </a:cubicBezTo>
                <a:cubicBezTo>
                  <a:pt x="2560" y="2537"/>
                  <a:pt x="2639" y="2417"/>
                  <a:pt x="2686" y="2292"/>
                </a:cubicBezTo>
                <a:cubicBezTo>
                  <a:pt x="2733" y="2166"/>
                  <a:pt x="2756" y="2025"/>
                  <a:pt x="2756" y="1868"/>
                </a:cubicBezTo>
                <a:close/>
                <a:moveTo>
                  <a:pt x="7493" y="5584"/>
                </a:moveTo>
                <a:lnTo>
                  <a:pt x="6822" y="5584"/>
                </a:lnTo>
                <a:lnTo>
                  <a:pt x="6822" y="5160"/>
                </a:lnTo>
                <a:cubicBezTo>
                  <a:pt x="6762" y="5200"/>
                  <a:pt x="6681" y="5257"/>
                  <a:pt x="6579" y="5330"/>
                </a:cubicBezTo>
                <a:cubicBezTo>
                  <a:pt x="6478" y="5403"/>
                  <a:pt x="6379" y="5462"/>
                  <a:pt x="6283" y="5505"/>
                </a:cubicBezTo>
                <a:cubicBezTo>
                  <a:pt x="6171" y="5560"/>
                  <a:pt x="6042" y="5606"/>
                  <a:pt x="5896" y="5643"/>
                </a:cubicBezTo>
                <a:cubicBezTo>
                  <a:pt x="5750" y="5680"/>
                  <a:pt x="5579" y="5699"/>
                  <a:pt x="5383" y="5699"/>
                </a:cubicBezTo>
                <a:cubicBezTo>
                  <a:pt x="5021" y="5699"/>
                  <a:pt x="4715" y="5579"/>
                  <a:pt x="4464" y="5339"/>
                </a:cubicBezTo>
                <a:cubicBezTo>
                  <a:pt x="4213" y="5100"/>
                  <a:pt x="4087" y="4794"/>
                  <a:pt x="4087" y="4423"/>
                </a:cubicBezTo>
                <a:cubicBezTo>
                  <a:pt x="4087" y="4119"/>
                  <a:pt x="4152" y="3873"/>
                  <a:pt x="4283" y="3685"/>
                </a:cubicBezTo>
                <a:cubicBezTo>
                  <a:pt x="4413" y="3497"/>
                  <a:pt x="4599" y="3349"/>
                  <a:pt x="4841" y="3241"/>
                </a:cubicBezTo>
                <a:cubicBezTo>
                  <a:pt x="5085" y="3133"/>
                  <a:pt x="5378" y="3060"/>
                  <a:pt x="5720" y="3022"/>
                </a:cubicBezTo>
                <a:cubicBezTo>
                  <a:pt x="6062" y="2983"/>
                  <a:pt x="6429" y="2955"/>
                  <a:pt x="6822" y="2935"/>
                </a:cubicBezTo>
                <a:lnTo>
                  <a:pt x="6822" y="2831"/>
                </a:lnTo>
                <a:cubicBezTo>
                  <a:pt x="6822" y="2676"/>
                  <a:pt x="6795" y="2548"/>
                  <a:pt x="6741" y="2447"/>
                </a:cubicBezTo>
                <a:cubicBezTo>
                  <a:pt x="6687" y="2346"/>
                  <a:pt x="6610" y="2266"/>
                  <a:pt x="6509" y="2208"/>
                </a:cubicBezTo>
                <a:cubicBezTo>
                  <a:pt x="6414" y="2153"/>
                  <a:pt x="6299" y="2115"/>
                  <a:pt x="6165" y="2096"/>
                </a:cubicBezTo>
                <a:cubicBezTo>
                  <a:pt x="6031" y="2077"/>
                  <a:pt x="5891" y="2067"/>
                  <a:pt x="5745" y="2067"/>
                </a:cubicBezTo>
                <a:cubicBezTo>
                  <a:pt x="5568" y="2067"/>
                  <a:pt x="5371" y="2091"/>
                  <a:pt x="5153" y="2139"/>
                </a:cubicBezTo>
                <a:cubicBezTo>
                  <a:pt x="4935" y="2187"/>
                  <a:pt x="4710" y="2256"/>
                  <a:pt x="4478" y="2347"/>
                </a:cubicBezTo>
                <a:lnTo>
                  <a:pt x="4442" y="2347"/>
                </a:lnTo>
                <a:lnTo>
                  <a:pt x="4442" y="1662"/>
                </a:lnTo>
                <a:cubicBezTo>
                  <a:pt x="4574" y="1626"/>
                  <a:pt x="4764" y="1586"/>
                  <a:pt x="5013" y="1543"/>
                </a:cubicBezTo>
                <a:cubicBezTo>
                  <a:pt x="5262" y="1500"/>
                  <a:pt x="5507" y="1479"/>
                  <a:pt x="5749" y="1479"/>
                </a:cubicBezTo>
                <a:cubicBezTo>
                  <a:pt x="6031" y="1479"/>
                  <a:pt x="6277" y="1502"/>
                  <a:pt x="6486" y="1548"/>
                </a:cubicBezTo>
                <a:cubicBezTo>
                  <a:pt x="6696" y="1595"/>
                  <a:pt x="6877" y="1675"/>
                  <a:pt x="7030" y="1787"/>
                </a:cubicBezTo>
                <a:cubicBezTo>
                  <a:pt x="7181" y="1897"/>
                  <a:pt x="7295" y="2040"/>
                  <a:pt x="7374" y="2214"/>
                </a:cubicBezTo>
                <a:cubicBezTo>
                  <a:pt x="7453" y="2389"/>
                  <a:pt x="7493" y="2605"/>
                  <a:pt x="7493" y="2864"/>
                </a:cubicBezTo>
                <a:lnTo>
                  <a:pt x="7493" y="5584"/>
                </a:lnTo>
                <a:moveTo>
                  <a:pt x="6822" y="4602"/>
                </a:moveTo>
                <a:lnTo>
                  <a:pt x="6822" y="3481"/>
                </a:lnTo>
                <a:cubicBezTo>
                  <a:pt x="6616" y="3493"/>
                  <a:pt x="6374" y="3511"/>
                  <a:pt x="6095" y="3535"/>
                </a:cubicBezTo>
                <a:cubicBezTo>
                  <a:pt x="5816" y="3559"/>
                  <a:pt x="5596" y="3594"/>
                  <a:pt x="5433" y="3640"/>
                </a:cubicBezTo>
                <a:cubicBezTo>
                  <a:pt x="5239" y="3695"/>
                  <a:pt x="5082" y="3781"/>
                  <a:pt x="4963" y="3897"/>
                </a:cubicBezTo>
                <a:cubicBezTo>
                  <a:pt x="4843" y="4014"/>
                  <a:pt x="4783" y="4174"/>
                  <a:pt x="4783" y="4379"/>
                </a:cubicBezTo>
                <a:cubicBezTo>
                  <a:pt x="4783" y="4609"/>
                  <a:pt x="4853" y="4783"/>
                  <a:pt x="4992" y="4899"/>
                </a:cubicBezTo>
                <a:cubicBezTo>
                  <a:pt x="5130" y="5016"/>
                  <a:pt x="5342" y="5074"/>
                  <a:pt x="5627" y="5074"/>
                </a:cubicBezTo>
                <a:cubicBezTo>
                  <a:pt x="5864" y="5074"/>
                  <a:pt x="6080" y="5028"/>
                  <a:pt x="6276" y="4936"/>
                </a:cubicBezTo>
                <a:cubicBezTo>
                  <a:pt x="6472" y="4843"/>
                  <a:pt x="6654" y="4732"/>
                  <a:pt x="6822" y="4602"/>
                </a:cubicBezTo>
                <a:close/>
                <a:moveTo>
                  <a:pt x="11293" y="2304"/>
                </a:moveTo>
                <a:lnTo>
                  <a:pt x="11257" y="2304"/>
                </a:lnTo>
                <a:cubicBezTo>
                  <a:pt x="11157" y="2281"/>
                  <a:pt x="11059" y="2265"/>
                  <a:pt x="10965" y="2255"/>
                </a:cubicBezTo>
                <a:cubicBezTo>
                  <a:pt x="10870" y="2244"/>
                  <a:pt x="10758" y="2239"/>
                  <a:pt x="10629" y="2239"/>
                </a:cubicBezTo>
                <a:cubicBezTo>
                  <a:pt x="10421" y="2239"/>
                  <a:pt x="10220" y="2285"/>
                  <a:pt x="10026" y="2378"/>
                </a:cubicBezTo>
                <a:cubicBezTo>
                  <a:pt x="9833" y="2470"/>
                  <a:pt x="9646" y="2589"/>
                  <a:pt x="9467" y="2735"/>
                </a:cubicBezTo>
                <a:lnTo>
                  <a:pt x="9467" y="5584"/>
                </a:lnTo>
                <a:lnTo>
                  <a:pt x="8792" y="5584"/>
                </a:lnTo>
                <a:lnTo>
                  <a:pt x="8792" y="1572"/>
                </a:lnTo>
                <a:lnTo>
                  <a:pt x="9467" y="1572"/>
                </a:lnTo>
                <a:lnTo>
                  <a:pt x="9467" y="2164"/>
                </a:lnTo>
                <a:cubicBezTo>
                  <a:pt x="9734" y="1949"/>
                  <a:pt x="9971" y="1796"/>
                  <a:pt x="10175" y="1706"/>
                </a:cubicBezTo>
                <a:cubicBezTo>
                  <a:pt x="10380" y="1617"/>
                  <a:pt x="10589" y="1572"/>
                  <a:pt x="10801" y="1572"/>
                </a:cubicBezTo>
                <a:cubicBezTo>
                  <a:pt x="10919" y="1572"/>
                  <a:pt x="11004" y="1575"/>
                  <a:pt x="11056" y="1581"/>
                </a:cubicBezTo>
                <a:cubicBezTo>
                  <a:pt x="11109" y="1587"/>
                  <a:pt x="11188" y="1598"/>
                  <a:pt x="11293" y="1615"/>
                </a:cubicBezTo>
                <a:lnTo>
                  <a:pt x="11293" y="2304"/>
                </a:lnTo>
                <a:close/>
                <a:moveTo>
                  <a:pt x="15252" y="5584"/>
                </a:moveTo>
                <a:lnTo>
                  <a:pt x="14577" y="5584"/>
                </a:lnTo>
                <a:lnTo>
                  <a:pt x="14577" y="5141"/>
                </a:lnTo>
                <a:cubicBezTo>
                  <a:pt x="14350" y="5321"/>
                  <a:pt x="14132" y="5459"/>
                  <a:pt x="13924" y="5555"/>
                </a:cubicBezTo>
                <a:cubicBezTo>
                  <a:pt x="13716" y="5651"/>
                  <a:pt x="13486" y="5699"/>
                  <a:pt x="13235" y="5699"/>
                </a:cubicBezTo>
                <a:cubicBezTo>
                  <a:pt x="12814" y="5699"/>
                  <a:pt x="12486" y="5570"/>
                  <a:pt x="12251" y="5312"/>
                </a:cubicBezTo>
                <a:cubicBezTo>
                  <a:pt x="12017" y="5055"/>
                  <a:pt x="11900" y="4677"/>
                  <a:pt x="11900" y="4178"/>
                </a:cubicBezTo>
                <a:lnTo>
                  <a:pt x="11900" y="1572"/>
                </a:lnTo>
                <a:lnTo>
                  <a:pt x="12574" y="1572"/>
                </a:lnTo>
                <a:lnTo>
                  <a:pt x="12574" y="3857"/>
                </a:lnTo>
                <a:cubicBezTo>
                  <a:pt x="12574" y="4060"/>
                  <a:pt x="12584" y="4234"/>
                  <a:pt x="12603" y="4379"/>
                </a:cubicBezTo>
                <a:cubicBezTo>
                  <a:pt x="12622" y="4524"/>
                  <a:pt x="12663" y="4648"/>
                  <a:pt x="12725" y="4751"/>
                </a:cubicBezTo>
                <a:cubicBezTo>
                  <a:pt x="12790" y="4856"/>
                  <a:pt x="12874" y="4933"/>
                  <a:pt x="12976" y="4981"/>
                </a:cubicBezTo>
                <a:cubicBezTo>
                  <a:pt x="13079" y="5029"/>
                  <a:pt x="13229" y="5053"/>
                  <a:pt x="13425" y="5053"/>
                </a:cubicBezTo>
                <a:cubicBezTo>
                  <a:pt x="13600" y="5053"/>
                  <a:pt x="13790" y="5007"/>
                  <a:pt x="13997" y="4916"/>
                </a:cubicBezTo>
                <a:cubicBezTo>
                  <a:pt x="14204" y="4825"/>
                  <a:pt x="14397" y="4709"/>
                  <a:pt x="14577" y="4568"/>
                </a:cubicBezTo>
                <a:lnTo>
                  <a:pt x="14577" y="1572"/>
                </a:lnTo>
                <a:lnTo>
                  <a:pt x="15252" y="1572"/>
                </a:lnTo>
                <a:lnTo>
                  <a:pt x="15252" y="5584"/>
                </a:lnTo>
                <a:close/>
                <a:moveTo>
                  <a:pt x="17261" y="5584"/>
                </a:moveTo>
                <a:lnTo>
                  <a:pt x="16586" y="5584"/>
                </a:lnTo>
                <a:lnTo>
                  <a:pt x="16586" y="0"/>
                </a:lnTo>
                <a:lnTo>
                  <a:pt x="17261" y="0"/>
                </a:lnTo>
                <a:lnTo>
                  <a:pt x="17261" y="5584"/>
                </a:lnTo>
                <a:close/>
                <a:moveTo>
                  <a:pt x="19321" y="904"/>
                </a:moveTo>
                <a:lnTo>
                  <a:pt x="18560" y="904"/>
                </a:lnTo>
                <a:lnTo>
                  <a:pt x="18560" y="201"/>
                </a:lnTo>
                <a:lnTo>
                  <a:pt x="19321" y="201"/>
                </a:lnTo>
                <a:lnTo>
                  <a:pt x="19321" y="904"/>
                </a:lnTo>
                <a:moveTo>
                  <a:pt x="19277" y="5584"/>
                </a:moveTo>
                <a:lnTo>
                  <a:pt x="18603" y="5584"/>
                </a:lnTo>
                <a:lnTo>
                  <a:pt x="18603" y="1572"/>
                </a:lnTo>
                <a:lnTo>
                  <a:pt x="19277" y="1572"/>
                </a:lnTo>
                <a:lnTo>
                  <a:pt x="19277" y="5584"/>
                </a:lnTo>
                <a:close/>
                <a:moveTo>
                  <a:pt x="23864" y="5584"/>
                </a:moveTo>
                <a:lnTo>
                  <a:pt x="23189" y="5584"/>
                </a:lnTo>
                <a:lnTo>
                  <a:pt x="23189" y="5166"/>
                </a:lnTo>
                <a:cubicBezTo>
                  <a:pt x="22996" y="5334"/>
                  <a:pt x="22793" y="5465"/>
                  <a:pt x="22583" y="5558"/>
                </a:cubicBezTo>
                <a:cubicBezTo>
                  <a:pt x="22372" y="5652"/>
                  <a:pt x="22144" y="5699"/>
                  <a:pt x="21897" y="5699"/>
                </a:cubicBezTo>
                <a:cubicBezTo>
                  <a:pt x="21419" y="5699"/>
                  <a:pt x="21039" y="5514"/>
                  <a:pt x="20758" y="5145"/>
                </a:cubicBezTo>
                <a:cubicBezTo>
                  <a:pt x="20477" y="4775"/>
                  <a:pt x="20336" y="4263"/>
                  <a:pt x="20336" y="3608"/>
                </a:cubicBezTo>
                <a:cubicBezTo>
                  <a:pt x="20336" y="3268"/>
                  <a:pt x="20385" y="2964"/>
                  <a:pt x="20482" y="2698"/>
                </a:cubicBezTo>
                <a:cubicBezTo>
                  <a:pt x="20579" y="2432"/>
                  <a:pt x="20710" y="2205"/>
                  <a:pt x="20875" y="2018"/>
                </a:cubicBezTo>
                <a:cubicBezTo>
                  <a:pt x="21037" y="1836"/>
                  <a:pt x="21227" y="1697"/>
                  <a:pt x="21444" y="1601"/>
                </a:cubicBezTo>
                <a:cubicBezTo>
                  <a:pt x="21660" y="1505"/>
                  <a:pt x="21884" y="1457"/>
                  <a:pt x="22116" y="1457"/>
                </a:cubicBezTo>
                <a:cubicBezTo>
                  <a:pt x="22327" y="1457"/>
                  <a:pt x="22514" y="1479"/>
                  <a:pt x="22676" y="1524"/>
                </a:cubicBezTo>
                <a:cubicBezTo>
                  <a:pt x="22839" y="1568"/>
                  <a:pt x="23010" y="1637"/>
                  <a:pt x="23189" y="1730"/>
                </a:cubicBezTo>
                <a:lnTo>
                  <a:pt x="23189" y="0"/>
                </a:lnTo>
                <a:lnTo>
                  <a:pt x="23864" y="0"/>
                </a:lnTo>
                <a:lnTo>
                  <a:pt x="23864" y="5584"/>
                </a:lnTo>
                <a:moveTo>
                  <a:pt x="23189" y="4597"/>
                </a:moveTo>
                <a:lnTo>
                  <a:pt x="23189" y="2297"/>
                </a:lnTo>
                <a:cubicBezTo>
                  <a:pt x="23008" y="2215"/>
                  <a:pt x="22845" y="2159"/>
                  <a:pt x="22701" y="2128"/>
                </a:cubicBezTo>
                <a:cubicBezTo>
                  <a:pt x="22558" y="2097"/>
                  <a:pt x="22401" y="2081"/>
                  <a:pt x="22231" y="2081"/>
                </a:cubicBezTo>
                <a:cubicBezTo>
                  <a:pt x="21853" y="2081"/>
                  <a:pt x="21559" y="2213"/>
                  <a:pt x="21348" y="2476"/>
                </a:cubicBezTo>
                <a:cubicBezTo>
                  <a:pt x="21138" y="2739"/>
                  <a:pt x="21033" y="3113"/>
                  <a:pt x="21033" y="3596"/>
                </a:cubicBezTo>
                <a:cubicBezTo>
                  <a:pt x="21033" y="4072"/>
                  <a:pt x="21114" y="4434"/>
                  <a:pt x="21277" y="4681"/>
                </a:cubicBezTo>
                <a:cubicBezTo>
                  <a:pt x="21439" y="4929"/>
                  <a:pt x="21700" y="5053"/>
                  <a:pt x="22059" y="5053"/>
                </a:cubicBezTo>
                <a:cubicBezTo>
                  <a:pt x="22250" y="5053"/>
                  <a:pt x="22444" y="5010"/>
                  <a:pt x="22640" y="4925"/>
                </a:cubicBezTo>
                <a:cubicBezTo>
                  <a:pt x="22836" y="4840"/>
                  <a:pt x="23020" y="4731"/>
                  <a:pt x="23189" y="4597"/>
                </a:cubicBezTo>
                <a:close/>
                <a:moveTo>
                  <a:pt x="28307" y="5584"/>
                </a:moveTo>
                <a:lnTo>
                  <a:pt x="27636" y="5584"/>
                </a:lnTo>
                <a:lnTo>
                  <a:pt x="27636" y="5160"/>
                </a:lnTo>
                <a:cubicBezTo>
                  <a:pt x="27576" y="5200"/>
                  <a:pt x="27495" y="5257"/>
                  <a:pt x="27394" y="5330"/>
                </a:cubicBezTo>
                <a:cubicBezTo>
                  <a:pt x="27292" y="5403"/>
                  <a:pt x="27193" y="5462"/>
                  <a:pt x="27097" y="5505"/>
                </a:cubicBezTo>
                <a:cubicBezTo>
                  <a:pt x="26985" y="5560"/>
                  <a:pt x="26856" y="5606"/>
                  <a:pt x="26710" y="5643"/>
                </a:cubicBezTo>
                <a:cubicBezTo>
                  <a:pt x="26564" y="5680"/>
                  <a:pt x="26393" y="5699"/>
                  <a:pt x="26197" y="5699"/>
                </a:cubicBezTo>
                <a:cubicBezTo>
                  <a:pt x="25835" y="5699"/>
                  <a:pt x="25529" y="5579"/>
                  <a:pt x="25278" y="5339"/>
                </a:cubicBezTo>
                <a:cubicBezTo>
                  <a:pt x="25027" y="5100"/>
                  <a:pt x="24901" y="4794"/>
                  <a:pt x="24901" y="4423"/>
                </a:cubicBezTo>
                <a:cubicBezTo>
                  <a:pt x="24901" y="4119"/>
                  <a:pt x="24966" y="3873"/>
                  <a:pt x="25097" y="3685"/>
                </a:cubicBezTo>
                <a:cubicBezTo>
                  <a:pt x="25227" y="3497"/>
                  <a:pt x="25413" y="3349"/>
                  <a:pt x="25655" y="3241"/>
                </a:cubicBezTo>
                <a:cubicBezTo>
                  <a:pt x="25899" y="3133"/>
                  <a:pt x="26192" y="3060"/>
                  <a:pt x="26534" y="3022"/>
                </a:cubicBezTo>
                <a:cubicBezTo>
                  <a:pt x="26876" y="2983"/>
                  <a:pt x="27243" y="2955"/>
                  <a:pt x="27636" y="2935"/>
                </a:cubicBezTo>
                <a:lnTo>
                  <a:pt x="27636" y="2831"/>
                </a:lnTo>
                <a:cubicBezTo>
                  <a:pt x="27636" y="2676"/>
                  <a:pt x="27609" y="2548"/>
                  <a:pt x="27555" y="2447"/>
                </a:cubicBezTo>
                <a:cubicBezTo>
                  <a:pt x="27501" y="2346"/>
                  <a:pt x="27424" y="2266"/>
                  <a:pt x="27324" y="2208"/>
                </a:cubicBezTo>
                <a:cubicBezTo>
                  <a:pt x="27228" y="2153"/>
                  <a:pt x="27113" y="2115"/>
                  <a:pt x="26979" y="2096"/>
                </a:cubicBezTo>
                <a:cubicBezTo>
                  <a:pt x="26845" y="2077"/>
                  <a:pt x="26705" y="2067"/>
                  <a:pt x="26559" y="2067"/>
                </a:cubicBezTo>
                <a:cubicBezTo>
                  <a:pt x="26382" y="2067"/>
                  <a:pt x="26185" y="2091"/>
                  <a:pt x="25967" y="2139"/>
                </a:cubicBezTo>
                <a:cubicBezTo>
                  <a:pt x="25749" y="2187"/>
                  <a:pt x="25524" y="2256"/>
                  <a:pt x="25292" y="2347"/>
                </a:cubicBezTo>
                <a:lnTo>
                  <a:pt x="25256" y="2347"/>
                </a:lnTo>
                <a:lnTo>
                  <a:pt x="25256" y="1662"/>
                </a:lnTo>
                <a:cubicBezTo>
                  <a:pt x="25388" y="1626"/>
                  <a:pt x="25578" y="1586"/>
                  <a:pt x="25827" y="1543"/>
                </a:cubicBezTo>
                <a:cubicBezTo>
                  <a:pt x="26076" y="1500"/>
                  <a:pt x="26321" y="1479"/>
                  <a:pt x="26563" y="1479"/>
                </a:cubicBezTo>
                <a:cubicBezTo>
                  <a:pt x="26845" y="1479"/>
                  <a:pt x="27091" y="1502"/>
                  <a:pt x="27300" y="1548"/>
                </a:cubicBezTo>
                <a:cubicBezTo>
                  <a:pt x="27510" y="1595"/>
                  <a:pt x="27691" y="1675"/>
                  <a:pt x="27844" y="1787"/>
                </a:cubicBezTo>
                <a:cubicBezTo>
                  <a:pt x="27995" y="1897"/>
                  <a:pt x="28109" y="2040"/>
                  <a:pt x="28188" y="2214"/>
                </a:cubicBezTo>
                <a:cubicBezTo>
                  <a:pt x="28267" y="2389"/>
                  <a:pt x="28307" y="2605"/>
                  <a:pt x="28307" y="2864"/>
                </a:cubicBezTo>
                <a:lnTo>
                  <a:pt x="28307" y="5584"/>
                </a:lnTo>
                <a:moveTo>
                  <a:pt x="27636" y="4602"/>
                </a:moveTo>
                <a:lnTo>
                  <a:pt x="27636" y="3481"/>
                </a:lnTo>
                <a:cubicBezTo>
                  <a:pt x="27430" y="3493"/>
                  <a:pt x="27188" y="3511"/>
                  <a:pt x="26909" y="3535"/>
                </a:cubicBezTo>
                <a:cubicBezTo>
                  <a:pt x="26630" y="3559"/>
                  <a:pt x="26410" y="3594"/>
                  <a:pt x="26247" y="3640"/>
                </a:cubicBezTo>
                <a:cubicBezTo>
                  <a:pt x="26053" y="3695"/>
                  <a:pt x="25896" y="3781"/>
                  <a:pt x="25777" y="3897"/>
                </a:cubicBezTo>
                <a:cubicBezTo>
                  <a:pt x="25657" y="4014"/>
                  <a:pt x="25597" y="4174"/>
                  <a:pt x="25597" y="4379"/>
                </a:cubicBezTo>
                <a:cubicBezTo>
                  <a:pt x="25597" y="4609"/>
                  <a:pt x="25667" y="4783"/>
                  <a:pt x="25806" y="4899"/>
                </a:cubicBezTo>
                <a:cubicBezTo>
                  <a:pt x="25944" y="5016"/>
                  <a:pt x="26156" y="5074"/>
                  <a:pt x="26441" y="5074"/>
                </a:cubicBezTo>
                <a:cubicBezTo>
                  <a:pt x="26678" y="5074"/>
                  <a:pt x="26894" y="5028"/>
                  <a:pt x="27090" y="4936"/>
                </a:cubicBezTo>
                <a:cubicBezTo>
                  <a:pt x="27286" y="4843"/>
                  <a:pt x="27468" y="4732"/>
                  <a:pt x="27636" y="4602"/>
                </a:cubicBezTo>
                <a:close/>
                <a:moveTo>
                  <a:pt x="32961" y="3646"/>
                </a:moveTo>
                <a:lnTo>
                  <a:pt x="30008" y="3646"/>
                </a:lnTo>
                <a:cubicBezTo>
                  <a:pt x="30008" y="3893"/>
                  <a:pt x="30045" y="4108"/>
                  <a:pt x="30119" y="4292"/>
                </a:cubicBezTo>
                <a:cubicBezTo>
                  <a:pt x="30193" y="4475"/>
                  <a:pt x="30295" y="4626"/>
                  <a:pt x="30424" y="4743"/>
                </a:cubicBezTo>
                <a:cubicBezTo>
                  <a:pt x="30548" y="4858"/>
                  <a:pt x="30696" y="4945"/>
                  <a:pt x="30867" y="5002"/>
                </a:cubicBezTo>
                <a:cubicBezTo>
                  <a:pt x="31038" y="5060"/>
                  <a:pt x="31226" y="5089"/>
                  <a:pt x="31432" y="5089"/>
                </a:cubicBezTo>
                <a:cubicBezTo>
                  <a:pt x="31705" y="5089"/>
                  <a:pt x="31979" y="5034"/>
                  <a:pt x="32256" y="4924"/>
                </a:cubicBezTo>
                <a:cubicBezTo>
                  <a:pt x="32532" y="4814"/>
                  <a:pt x="32729" y="4707"/>
                  <a:pt x="32846" y="4601"/>
                </a:cubicBezTo>
                <a:lnTo>
                  <a:pt x="32882" y="4601"/>
                </a:lnTo>
                <a:lnTo>
                  <a:pt x="32882" y="5339"/>
                </a:lnTo>
                <a:cubicBezTo>
                  <a:pt x="32655" y="5435"/>
                  <a:pt x="32423" y="5515"/>
                  <a:pt x="32186" y="5580"/>
                </a:cubicBezTo>
                <a:cubicBezTo>
                  <a:pt x="31949" y="5645"/>
                  <a:pt x="31700" y="5677"/>
                  <a:pt x="31439" y="5677"/>
                </a:cubicBezTo>
                <a:cubicBezTo>
                  <a:pt x="30774" y="5677"/>
                  <a:pt x="30255" y="5497"/>
                  <a:pt x="29882" y="5136"/>
                </a:cubicBezTo>
                <a:cubicBezTo>
                  <a:pt x="29509" y="4776"/>
                  <a:pt x="29322" y="4263"/>
                  <a:pt x="29322" y="3599"/>
                </a:cubicBezTo>
                <a:cubicBezTo>
                  <a:pt x="29322" y="2943"/>
                  <a:pt x="29501" y="2422"/>
                  <a:pt x="29859" y="2036"/>
                </a:cubicBezTo>
                <a:cubicBezTo>
                  <a:pt x="30216" y="1650"/>
                  <a:pt x="30687" y="1457"/>
                  <a:pt x="31271" y="1457"/>
                </a:cubicBezTo>
                <a:cubicBezTo>
                  <a:pt x="31811" y="1457"/>
                  <a:pt x="32228" y="1615"/>
                  <a:pt x="32521" y="1931"/>
                </a:cubicBezTo>
                <a:cubicBezTo>
                  <a:pt x="32814" y="2248"/>
                  <a:pt x="32961" y="2697"/>
                  <a:pt x="32961" y="3279"/>
                </a:cubicBezTo>
                <a:lnTo>
                  <a:pt x="32961" y="3646"/>
                </a:lnTo>
                <a:moveTo>
                  <a:pt x="32304" y="3129"/>
                </a:moveTo>
                <a:cubicBezTo>
                  <a:pt x="32302" y="2775"/>
                  <a:pt x="32213" y="2501"/>
                  <a:pt x="32037" y="2307"/>
                </a:cubicBezTo>
                <a:cubicBezTo>
                  <a:pt x="31861" y="2114"/>
                  <a:pt x="31594" y="2017"/>
                  <a:pt x="31235" y="2017"/>
                </a:cubicBezTo>
                <a:cubicBezTo>
                  <a:pt x="30874" y="2017"/>
                  <a:pt x="30586" y="2123"/>
                  <a:pt x="30372" y="2336"/>
                </a:cubicBezTo>
                <a:cubicBezTo>
                  <a:pt x="30158" y="2549"/>
                  <a:pt x="30036" y="2813"/>
                  <a:pt x="30008" y="3129"/>
                </a:cubicBezTo>
                <a:lnTo>
                  <a:pt x="32304" y="312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6B09B9D-9BAA-459F-A3FB-24E0B8C14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497" y="1035667"/>
            <a:ext cx="81847" cy="48166"/>
          </a:xfrm>
          <a:custGeom xmlns:a="http://schemas.openxmlformats.org/drawingml/2006/main">
            <a:pathLst>
              <a:path w="81847" h="48166">
                <a:moveTo>
                  <a:pt x="0" y="0"/>
                </a:moveTo>
                <a:lnTo>
                  <a:pt x="81847" y="0"/>
                </a:lnTo>
                <a:lnTo>
                  <a:pt x="81847" y="48166"/>
                </a:lnTo>
                <a:lnTo>
                  <a:pt x="0" y="481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DFE8AF4-3CD1-452B-A4C2-060A8A5BB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63496" y="1035668"/>
            <a:ext cx="81848" cy="48167"/>
          </a:xfrm>
          <a:custGeom xmlns:a="http://schemas.openxmlformats.org/drawingml/2006/main">
            <a:pathLst>
              <a:path w="81848" h="48167" fill="none">
                <a:moveTo>
                  <a:pt x="0" y="0"/>
                </a:moveTo>
                <a:lnTo>
                  <a:pt x="81848" y="0"/>
                </a:lnTo>
                <a:lnTo>
                  <a:pt x="81848" y="48167"/>
                </a:lnTo>
                <a:lnTo>
                  <a:pt x="0" y="4816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5B18222-A9DD-4CD5-A98D-7961E3775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841" y="880513"/>
            <a:ext cx="67434" cy="57419"/>
          </a:xfrm>
          <a:custGeom xmlns:a="http://schemas.openxmlformats.org/drawingml/2006/main">
            <a:pathLst>
              <a:path w="67434" h="57419">
                <a:moveTo>
                  <a:pt x="0" y="0"/>
                </a:moveTo>
                <a:lnTo>
                  <a:pt x="67434" y="0"/>
                </a:lnTo>
                <a:lnTo>
                  <a:pt x="67434" y="57419"/>
                </a:lnTo>
                <a:lnTo>
                  <a:pt x="0" y="5741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56C583-E237-4953-9C5D-B0EEB474AB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842" y="880515"/>
            <a:ext cx="67434" cy="57419"/>
          </a:xfrm>
          <a:custGeom xmlns:a="http://schemas.openxmlformats.org/drawingml/2006/main">
            <a:pathLst>
              <a:path w="67434" h="57419" fill="none">
                <a:moveTo>
                  <a:pt x="0" y="0"/>
                </a:moveTo>
                <a:lnTo>
                  <a:pt x="67434" y="0"/>
                </a:lnTo>
                <a:lnTo>
                  <a:pt x="67434" y="57419"/>
                </a:lnTo>
                <a:lnTo>
                  <a:pt x="0" y="5741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94" name="Text Fringillidae">
            <a:extLst xmlns:a="http://schemas.openxmlformats.org/drawingml/2006/main">
              <a:ext uri="{FF2B5EF4-FFF2-40B4-BE49-F238E27FC236}">
                <a16:creationId xmlns:a16="http://schemas.microsoft.com/office/drawing/2014/main" id="{AD61B483-A3E1-4F5A-9015-7C63B6D99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0734" y="904054"/>
            <a:ext cx="21472" cy="3915"/>
          </a:xfrm>
          <a:custGeom xmlns:a="http://schemas.openxmlformats.org/drawingml/2006/main">
            <a:pathLst>
              <a:path w="21472" h="3915">
                <a:moveTo>
                  <a:pt x="1880" y="479"/>
                </a:moveTo>
                <a:lnTo>
                  <a:pt x="392" y="479"/>
                </a:lnTo>
                <a:lnTo>
                  <a:pt x="392" y="1309"/>
                </a:lnTo>
                <a:lnTo>
                  <a:pt x="1671" y="1309"/>
                </a:lnTo>
                <a:lnTo>
                  <a:pt x="1671" y="1657"/>
                </a:lnTo>
                <a:lnTo>
                  <a:pt x="392" y="1657"/>
                </a:lnTo>
                <a:lnTo>
                  <a:pt x="392" y="3077"/>
                </a:lnTo>
                <a:lnTo>
                  <a:pt x="0" y="3077"/>
                </a:lnTo>
                <a:lnTo>
                  <a:pt x="0" y="131"/>
                </a:lnTo>
                <a:lnTo>
                  <a:pt x="1880" y="131"/>
                </a:lnTo>
                <a:lnTo>
                  <a:pt x="1880" y="479"/>
                </a:lnTo>
                <a:close/>
                <a:moveTo>
                  <a:pt x="3676" y="1269"/>
                </a:moveTo>
                <a:lnTo>
                  <a:pt x="3657" y="1269"/>
                </a:lnTo>
                <a:cubicBezTo>
                  <a:pt x="3601" y="1257"/>
                  <a:pt x="3547" y="1248"/>
                  <a:pt x="3495" y="1242"/>
                </a:cubicBezTo>
                <a:cubicBezTo>
                  <a:pt x="3443" y="1237"/>
                  <a:pt x="3382" y="1234"/>
                  <a:pt x="3310" y="1234"/>
                </a:cubicBezTo>
                <a:cubicBezTo>
                  <a:pt x="3196" y="1234"/>
                  <a:pt x="3085" y="1259"/>
                  <a:pt x="2978" y="1310"/>
                </a:cubicBezTo>
                <a:cubicBezTo>
                  <a:pt x="2872" y="1361"/>
                  <a:pt x="2769" y="1427"/>
                  <a:pt x="2670" y="1507"/>
                </a:cubicBezTo>
                <a:lnTo>
                  <a:pt x="2670" y="3077"/>
                </a:lnTo>
                <a:lnTo>
                  <a:pt x="2298" y="3077"/>
                </a:lnTo>
                <a:lnTo>
                  <a:pt x="2298" y="866"/>
                </a:lnTo>
                <a:lnTo>
                  <a:pt x="2670" y="866"/>
                </a:lnTo>
                <a:lnTo>
                  <a:pt x="2670" y="1193"/>
                </a:lnTo>
                <a:cubicBezTo>
                  <a:pt x="2817" y="1074"/>
                  <a:pt x="2948" y="990"/>
                  <a:pt x="3060" y="940"/>
                </a:cubicBezTo>
                <a:cubicBezTo>
                  <a:pt x="3173" y="891"/>
                  <a:pt x="3288" y="866"/>
                  <a:pt x="3405" y="866"/>
                </a:cubicBezTo>
                <a:cubicBezTo>
                  <a:pt x="3470" y="866"/>
                  <a:pt x="3517" y="868"/>
                  <a:pt x="3546" y="871"/>
                </a:cubicBezTo>
                <a:cubicBezTo>
                  <a:pt x="3575" y="874"/>
                  <a:pt x="3618" y="881"/>
                  <a:pt x="3676" y="890"/>
                </a:cubicBezTo>
                <a:lnTo>
                  <a:pt x="3676" y="1269"/>
                </a:lnTo>
                <a:close/>
                <a:moveTo>
                  <a:pt x="4425" y="498"/>
                </a:moveTo>
                <a:lnTo>
                  <a:pt x="4006" y="498"/>
                </a:lnTo>
                <a:lnTo>
                  <a:pt x="4006" y="111"/>
                </a:lnTo>
                <a:lnTo>
                  <a:pt x="4425" y="111"/>
                </a:lnTo>
                <a:lnTo>
                  <a:pt x="4425" y="498"/>
                </a:lnTo>
                <a:moveTo>
                  <a:pt x="4402" y="3077"/>
                </a:moveTo>
                <a:lnTo>
                  <a:pt x="4030" y="3077"/>
                </a:lnTo>
                <a:lnTo>
                  <a:pt x="4030" y="866"/>
                </a:lnTo>
                <a:lnTo>
                  <a:pt x="4402" y="866"/>
                </a:lnTo>
                <a:lnTo>
                  <a:pt x="4402" y="3077"/>
                </a:lnTo>
                <a:close/>
                <a:moveTo>
                  <a:pt x="6984" y="3077"/>
                </a:moveTo>
                <a:lnTo>
                  <a:pt x="6612" y="3077"/>
                </a:lnTo>
                <a:lnTo>
                  <a:pt x="6612" y="1818"/>
                </a:lnTo>
                <a:cubicBezTo>
                  <a:pt x="6612" y="1716"/>
                  <a:pt x="6606" y="1621"/>
                  <a:pt x="6595" y="1532"/>
                </a:cubicBezTo>
                <a:cubicBezTo>
                  <a:pt x="6583" y="1443"/>
                  <a:pt x="6561" y="1373"/>
                  <a:pt x="6529" y="1323"/>
                </a:cubicBezTo>
                <a:cubicBezTo>
                  <a:pt x="6496" y="1268"/>
                  <a:pt x="6449" y="1226"/>
                  <a:pt x="6387" y="1199"/>
                </a:cubicBezTo>
                <a:cubicBezTo>
                  <a:pt x="6325" y="1172"/>
                  <a:pt x="6245" y="1159"/>
                  <a:pt x="6146" y="1159"/>
                </a:cubicBezTo>
                <a:cubicBezTo>
                  <a:pt x="6044" y="1159"/>
                  <a:pt x="5938" y="1184"/>
                  <a:pt x="5827" y="1234"/>
                </a:cubicBezTo>
                <a:cubicBezTo>
                  <a:pt x="5717" y="1284"/>
                  <a:pt x="5611" y="1348"/>
                  <a:pt x="5509" y="1426"/>
                </a:cubicBezTo>
                <a:lnTo>
                  <a:pt x="5509" y="3077"/>
                </a:lnTo>
                <a:lnTo>
                  <a:pt x="5137" y="3077"/>
                </a:lnTo>
                <a:lnTo>
                  <a:pt x="5137" y="866"/>
                </a:lnTo>
                <a:lnTo>
                  <a:pt x="5509" y="866"/>
                </a:lnTo>
                <a:lnTo>
                  <a:pt x="5509" y="1110"/>
                </a:lnTo>
                <a:cubicBezTo>
                  <a:pt x="5625" y="1013"/>
                  <a:pt x="5745" y="938"/>
                  <a:pt x="5869" y="884"/>
                </a:cubicBezTo>
                <a:cubicBezTo>
                  <a:pt x="5993" y="830"/>
                  <a:pt x="6120" y="803"/>
                  <a:pt x="6251" y="803"/>
                </a:cubicBezTo>
                <a:cubicBezTo>
                  <a:pt x="6489" y="803"/>
                  <a:pt x="6671" y="875"/>
                  <a:pt x="6796" y="1019"/>
                </a:cubicBezTo>
                <a:cubicBezTo>
                  <a:pt x="6922" y="1163"/>
                  <a:pt x="6984" y="1370"/>
                  <a:pt x="6984" y="1641"/>
                </a:cubicBezTo>
                <a:lnTo>
                  <a:pt x="6984" y="3077"/>
                </a:lnTo>
                <a:close/>
                <a:moveTo>
                  <a:pt x="9491" y="2826"/>
                </a:moveTo>
                <a:cubicBezTo>
                  <a:pt x="9491" y="3201"/>
                  <a:pt x="9406" y="3476"/>
                  <a:pt x="9236" y="3652"/>
                </a:cubicBezTo>
                <a:cubicBezTo>
                  <a:pt x="9066" y="3827"/>
                  <a:pt x="8805" y="3915"/>
                  <a:pt x="8451" y="3915"/>
                </a:cubicBezTo>
                <a:cubicBezTo>
                  <a:pt x="8334" y="3915"/>
                  <a:pt x="8220" y="3907"/>
                  <a:pt x="8108" y="3891"/>
                </a:cubicBezTo>
                <a:cubicBezTo>
                  <a:pt x="7997" y="3874"/>
                  <a:pt x="7887" y="3851"/>
                  <a:pt x="7779" y="3820"/>
                </a:cubicBezTo>
                <a:lnTo>
                  <a:pt x="7779" y="3441"/>
                </a:lnTo>
                <a:lnTo>
                  <a:pt x="7799" y="3441"/>
                </a:lnTo>
                <a:cubicBezTo>
                  <a:pt x="7859" y="3464"/>
                  <a:pt x="7956" y="3493"/>
                  <a:pt x="8087" y="3527"/>
                </a:cubicBezTo>
                <a:cubicBezTo>
                  <a:pt x="8219" y="3562"/>
                  <a:pt x="8351" y="3579"/>
                  <a:pt x="8483" y="3579"/>
                </a:cubicBezTo>
                <a:cubicBezTo>
                  <a:pt x="8609" y="3579"/>
                  <a:pt x="8714" y="3564"/>
                  <a:pt x="8797" y="3534"/>
                </a:cubicBezTo>
                <a:cubicBezTo>
                  <a:pt x="8880" y="3503"/>
                  <a:pt x="8945" y="3461"/>
                  <a:pt x="8991" y="3407"/>
                </a:cubicBezTo>
                <a:cubicBezTo>
                  <a:pt x="9037" y="3356"/>
                  <a:pt x="9070" y="3294"/>
                  <a:pt x="9090" y="3222"/>
                </a:cubicBezTo>
                <a:cubicBezTo>
                  <a:pt x="9110" y="3149"/>
                  <a:pt x="9120" y="3068"/>
                  <a:pt x="9120" y="2979"/>
                </a:cubicBezTo>
                <a:lnTo>
                  <a:pt x="9120" y="2778"/>
                </a:lnTo>
                <a:cubicBezTo>
                  <a:pt x="9008" y="2867"/>
                  <a:pt x="8900" y="2935"/>
                  <a:pt x="8798" y="2979"/>
                </a:cubicBezTo>
                <a:cubicBezTo>
                  <a:pt x="8696" y="3023"/>
                  <a:pt x="8566" y="3045"/>
                  <a:pt x="8408" y="3045"/>
                </a:cubicBezTo>
                <a:cubicBezTo>
                  <a:pt x="8144" y="3045"/>
                  <a:pt x="7935" y="2950"/>
                  <a:pt x="7780" y="2759"/>
                </a:cubicBezTo>
                <a:cubicBezTo>
                  <a:pt x="7625" y="2568"/>
                  <a:pt x="7548" y="2298"/>
                  <a:pt x="7548" y="1951"/>
                </a:cubicBezTo>
                <a:cubicBezTo>
                  <a:pt x="7548" y="1760"/>
                  <a:pt x="7574" y="1596"/>
                  <a:pt x="7628" y="1458"/>
                </a:cubicBezTo>
                <a:cubicBezTo>
                  <a:pt x="7681" y="1320"/>
                  <a:pt x="7754" y="1201"/>
                  <a:pt x="7846" y="1100"/>
                </a:cubicBezTo>
                <a:cubicBezTo>
                  <a:pt x="7932" y="1006"/>
                  <a:pt x="8036" y="933"/>
                  <a:pt x="8159" y="881"/>
                </a:cubicBezTo>
                <a:cubicBezTo>
                  <a:pt x="8281" y="829"/>
                  <a:pt x="8403" y="803"/>
                  <a:pt x="8524" y="803"/>
                </a:cubicBezTo>
                <a:cubicBezTo>
                  <a:pt x="8652" y="803"/>
                  <a:pt x="8759" y="816"/>
                  <a:pt x="8846" y="842"/>
                </a:cubicBezTo>
                <a:cubicBezTo>
                  <a:pt x="8932" y="867"/>
                  <a:pt x="9023" y="907"/>
                  <a:pt x="9120" y="959"/>
                </a:cubicBezTo>
                <a:lnTo>
                  <a:pt x="9143" y="866"/>
                </a:lnTo>
                <a:lnTo>
                  <a:pt x="9491" y="866"/>
                </a:lnTo>
                <a:lnTo>
                  <a:pt x="9491" y="2826"/>
                </a:lnTo>
                <a:moveTo>
                  <a:pt x="9120" y="2471"/>
                </a:moveTo>
                <a:lnTo>
                  <a:pt x="9120" y="1264"/>
                </a:lnTo>
                <a:cubicBezTo>
                  <a:pt x="9021" y="1219"/>
                  <a:pt x="8929" y="1187"/>
                  <a:pt x="8844" y="1168"/>
                </a:cubicBezTo>
                <a:cubicBezTo>
                  <a:pt x="8759" y="1149"/>
                  <a:pt x="8674" y="1139"/>
                  <a:pt x="8590" y="1139"/>
                </a:cubicBezTo>
                <a:cubicBezTo>
                  <a:pt x="8385" y="1139"/>
                  <a:pt x="8225" y="1208"/>
                  <a:pt x="8107" y="1345"/>
                </a:cubicBezTo>
                <a:cubicBezTo>
                  <a:pt x="7990" y="1483"/>
                  <a:pt x="7931" y="1682"/>
                  <a:pt x="7931" y="1944"/>
                </a:cubicBezTo>
                <a:cubicBezTo>
                  <a:pt x="7931" y="2192"/>
                  <a:pt x="7975" y="2381"/>
                  <a:pt x="8062" y="2509"/>
                </a:cubicBezTo>
                <a:cubicBezTo>
                  <a:pt x="8149" y="2637"/>
                  <a:pt x="8293" y="2701"/>
                  <a:pt x="8495" y="2701"/>
                </a:cubicBezTo>
                <a:cubicBezTo>
                  <a:pt x="8603" y="2701"/>
                  <a:pt x="8711" y="2680"/>
                  <a:pt x="8820" y="2639"/>
                </a:cubicBezTo>
                <a:cubicBezTo>
                  <a:pt x="8929" y="2597"/>
                  <a:pt x="9029" y="2541"/>
                  <a:pt x="9120" y="2471"/>
                </a:cubicBezTo>
                <a:close/>
                <a:moveTo>
                  <a:pt x="10622" y="498"/>
                </a:moveTo>
                <a:lnTo>
                  <a:pt x="10203" y="498"/>
                </a:lnTo>
                <a:lnTo>
                  <a:pt x="10203" y="111"/>
                </a:lnTo>
                <a:lnTo>
                  <a:pt x="10622" y="111"/>
                </a:lnTo>
                <a:lnTo>
                  <a:pt x="10622" y="498"/>
                </a:lnTo>
                <a:moveTo>
                  <a:pt x="10599" y="3077"/>
                </a:moveTo>
                <a:lnTo>
                  <a:pt x="10227" y="3077"/>
                </a:lnTo>
                <a:lnTo>
                  <a:pt x="10227" y="866"/>
                </a:lnTo>
                <a:lnTo>
                  <a:pt x="10599" y="866"/>
                </a:lnTo>
                <a:lnTo>
                  <a:pt x="10599" y="3077"/>
                </a:lnTo>
                <a:close/>
                <a:moveTo>
                  <a:pt x="11710" y="3077"/>
                </a:moveTo>
                <a:lnTo>
                  <a:pt x="11338" y="3077"/>
                </a:lnTo>
                <a:lnTo>
                  <a:pt x="11338" y="0"/>
                </a:lnTo>
                <a:lnTo>
                  <a:pt x="11710" y="0"/>
                </a:lnTo>
                <a:lnTo>
                  <a:pt x="11710" y="3077"/>
                </a:lnTo>
                <a:close/>
                <a:moveTo>
                  <a:pt x="12821" y="3077"/>
                </a:moveTo>
                <a:lnTo>
                  <a:pt x="12449" y="3077"/>
                </a:lnTo>
                <a:lnTo>
                  <a:pt x="12449" y="0"/>
                </a:lnTo>
                <a:lnTo>
                  <a:pt x="12821" y="0"/>
                </a:lnTo>
                <a:lnTo>
                  <a:pt x="12821" y="3077"/>
                </a:lnTo>
                <a:close/>
                <a:moveTo>
                  <a:pt x="13956" y="498"/>
                </a:moveTo>
                <a:lnTo>
                  <a:pt x="13537" y="498"/>
                </a:lnTo>
                <a:lnTo>
                  <a:pt x="13537" y="111"/>
                </a:lnTo>
                <a:lnTo>
                  <a:pt x="13956" y="111"/>
                </a:lnTo>
                <a:lnTo>
                  <a:pt x="13956" y="498"/>
                </a:lnTo>
                <a:moveTo>
                  <a:pt x="13933" y="3077"/>
                </a:moveTo>
                <a:lnTo>
                  <a:pt x="13561" y="3077"/>
                </a:lnTo>
                <a:lnTo>
                  <a:pt x="13561" y="866"/>
                </a:lnTo>
                <a:lnTo>
                  <a:pt x="13933" y="866"/>
                </a:lnTo>
                <a:lnTo>
                  <a:pt x="13933" y="3077"/>
                </a:lnTo>
                <a:close/>
                <a:moveTo>
                  <a:pt x="16459" y="3077"/>
                </a:moveTo>
                <a:lnTo>
                  <a:pt x="16088" y="3077"/>
                </a:lnTo>
                <a:lnTo>
                  <a:pt x="16088" y="2847"/>
                </a:lnTo>
                <a:cubicBezTo>
                  <a:pt x="15981" y="2939"/>
                  <a:pt x="15869" y="3011"/>
                  <a:pt x="15753" y="3063"/>
                </a:cubicBezTo>
                <a:cubicBezTo>
                  <a:pt x="15637" y="3114"/>
                  <a:pt x="15512" y="3140"/>
                  <a:pt x="15376" y="3140"/>
                </a:cubicBezTo>
                <a:cubicBezTo>
                  <a:pt x="15112" y="3140"/>
                  <a:pt x="14903" y="3038"/>
                  <a:pt x="14748" y="2835"/>
                </a:cubicBezTo>
                <a:cubicBezTo>
                  <a:pt x="14593" y="2631"/>
                  <a:pt x="14516" y="2349"/>
                  <a:pt x="14516" y="1988"/>
                </a:cubicBezTo>
                <a:cubicBezTo>
                  <a:pt x="14516" y="1801"/>
                  <a:pt x="14542" y="1633"/>
                  <a:pt x="14596" y="1487"/>
                </a:cubicBezTo>
                <a:cubicBezTo>
                  <a:pt x="14649" y="1340"/>
                  <a:pt x="14721" y="1215"/>
                  <a:pt x="14812" y="1112"/>
                </a:cubicBezTo>
                <a:cubicBezTo>
                  <a:pt x="14902" y="1012"/>
                  <a:pt x="15006" y="935"/>
                  <a:pt x="15126" y="882"/>
                </a:cubicBezTo>
                <a:cubicBezTo>
                  <a:pt x="15245" y="829"/>
                  <a:pt x="15369" y="803"/>
                  <a:pt x="15496" y="803"/>
                </a:cubicBezTo>
                <a:cubicBezTo>
                  <a:pt x="15612" y="803"/>
                  <a:pt x="15715" y="815"/>
                  <a:pt x="15805" y="840"/>
                </a:cubicBezTo>
                <a:cubicBezTo>
                  <a:pt x="15895" y="864"/>
                  <a:pt x="15989" y="902"/>
                  <a:pt x="16088" y="953"/>
                </a:cubicBezTo>
                <a:lnTo>
                  <a:pt x="16088" y="0"/>
                </a:lnTo>
                <a:lnTo>
                  <a:pt x="16459" y="0"/>
                </a:lnTo>
                <a:lnTo>
                  <a:pt x="16459" y="3077"/>
                </a:lnTo>
                <a:moveTo>
                  <a:pt x="16088" y="2533"/>
                </a:moveTo>
                <a:lnTo>
                  <a:pt x="16088" y="1266"/>
                </a:lnTo>
                <a:cubicBezTo>
                  <a:pt x="15987" y="1221"/>
                  <a:pt x="15898" y="1190"/>
                  <a:pt x="15819" y="1173"/>
                </a:cubicBezTo>
                <a:cubicBezTo>
                  <a:pt x="15740" y="1155"/>
                  <a:pt x="15653" y="1147"/>
                  <a:pt x="15560" y="1147"/>
                </a:cubicBezTo>
                <a:cubicBezTo>
                  <a:pt x="15351" y="1147"/>
                  <a:pt x="15189" y="1219"/>
                  <a:pt x="15073" y="1364"/>
                </a:cubicBezTo>
                <a:cubicBezTo>
                  <a:pt x="14957" y="1509"/>
                  <a:pt x="14899" y="1715"/>
                  <a:pt x="14899" y="1981"/>
                </a:cubicBezTo>
                <a:cubicBezTo>
                  <a:pt x="14899" y="2244"/>
                  <a:pt x="14944" y="2443"/>
                  <a:pt x="15034" y="2580"/>
                </a:cubicBezTo>
                <a:cubicBezTo>
                  <a:pt x="15123" y="2716"/>
                  <a:pt x="15267" y="2784"/>
                  <a:pt x="15465" y="2784"/>
                </a:cubicBezTo>
                <a:cubicBezTo>
                  <a:pt x="15570" y="2784"/>
                  <a:pt x="15677" y="2761"/>
                  <a:pt x="15785" y="2714"/>
                </a:cubicBezTo>
                <a:cubicBezTo>
                  <a:pt x="15893" y="2667"/>
                  <a:pt x="15994" y="2607"/>
                  <a:pt x="16088" y="2533"/>
                </a:cubicBezTo>
                <a:close/>
                <a:moveTo>
                  <a:pt x="18907" y="3077"/>
                </a:moveTo>
                <a:lnTo>
                  <a:pt x="18538" y="3077"/>
                </a:lnTo>
                <a:lnTo>
                  <a:pt x="18538" y="2843"/>
                </a:lnTo>
                <a:cubicBezTo>
                  <a:pt x="18505" y="2866"/>
                  <a:pt x="18460" y="2897"/>
                  <a:pt x="18404" y="2937"/>
                </a:cubicBezTo>
                <a:cubicBezTo>
                  <a:pt x="18348" y="2977"/>
                  <a:pt x="18294" y="3009"/>
                  <a:pt x="18241" y="3033"/>
                </a:cubicBezTo>
                <a:cubicBezTo>
                  <a:pt x="18179" y="3064"/>
                  <a:pt x="18108" y="3089"/>
                  <a:pt x="18027" y="3109"/>
                </a:cubicBezTo>
                <a:cubicBezTo>
                  <a:pt x="17947" y="3130"/>
                  <a:pt x="17853" y="3140"/>
                  <a:pt x="17745" y="3140"/>
                </a:cubicBezTo>
                <a:cubicBezTo>
                  <a:pt x="17546" y="3140"/>
                  <a:pt x="17377" y="3074"/>
                  <a:pt x="17239" y="2942"/>
                </a:cubicBezTo>
                <a:cubicBezTo>
                  <a:pt x="17100" y="2810"/>
                  <a:pt x="17031" y="2642"/>
                  <a:pt x="17031" y="2437"/>
                </a:cubicBezTo>
                <a:cubicBezTo>
                  <a:pt x="17031" y="2270"/>
                  <a:pt x="17067" y="2134"/>
                  <a:pt x="17139" y="2030"/>
                </a:cubicBezTo>
                <a:cubicBezTo>
                  <a:pt x="17211" y="1927"/>
                  <a:pt x="17313" y="1845"/>
                  <a:pt x="17446" y="1786"/>
                </a:cubicBezTo>
                <a:cubicBezTo>
                  <a:pt x="17581" y="1726"/>
                  <a:pt x="17742" y="1686"/>
                  <a:pt x="17931" y="1665"/>
                </a:cubicBezTo>
                <a:cubicBezTo>
                  <a:pt x="18119" y="1644"/>
                  <a:pt x="18321" y="1628"/>
                  <a:pt x="18538" y="1618"/>
                </a:cubicBezTo>
                <a:lnTo>
                  <a:pt x="18538" y="1560"/>
                </a:lnTo>
                <a:cubicBezTo>
                  <a:pt x="18538" y="1475"/>
                  <a:pt x="18523" y="1404"/>
                  <a:pt x="18493" y="1348"/>
                </a:cubicBezTo>
                <a:cubicBezTo>
                  <a:pt x="18464" y="1293"/>
                  <a:pt x="18421" y="1249"/>
                  <a:pt x="18366" y="1217"/>
                </a:cubicBezTo>
                <a:cubicBezTo>
                  <a:pt x="18313" y="1186"/>
                  <a:pt x="18250" y="1166"/>
                  <a:pt x="18176" y="1155"/>
                </a:cubicBezTo>
                <a:cubicBezTo>
                  <a:pt x="18102" y="1144"/>
                  <a:pt x="18025" y="1139"/>
                  <a:pt x="17944" y="1139"/>
                </a:cubicBezTo>
                <a:cubicBezTo>
                  <a:pt x="17847" y="1139"/>
                  <a:pt x="17738" y="1152"/>
                  <a:pt x="17618" y="1179"/>
                </a:cubicBezTo>
                <a:cubicBezTo>
                  <a:pt x="17498" y="1205"/>
                  <a:pt x="17374" y="1243"/>
                  <a:pt x="17246" y="1293"/>
                </a:cubicBezTo>
                <a:lnTo>
                  <a:pt x="17227" y="1293"/>
                </a:lnTo>
                <a:lnTo>
                  <a:pt x="17227" y="916"/>
                </a:lnTo>
                <a:cubicBezTo>
                  <a:pt x="17299" y="896"/>
                  <a:pt x="17404" y="874"/>
                  <a:pt x="17541" y="850"/>
                </a:cubicBezTo>
                <a:cubicBezTo>
                  <a:pt x="17678" y="827"/>
                  <a:pt x="17813" y="815"/>
                  <a:pt x="17946" y="815"/>
                </a:cubicBezTo>
                <a:cubicBezTo>
                  <a:pt x="18102" y="815"/>
                  <a:pt x="18237" y="828"/>
                  <a:pt x="18353" y="853"/>
                </a:cubicBezTo>
                <a:cubicBezTo>
                  <a:pt x="18468" y="879"/>
                  <a:pt x="18568" y="923"/>
                  <a:pt x="18652" y="985"/>
                </a:cubicBezTo>
                <a:cubicBezTo>
                  <a:pt x="18735" y="1045"/>
                  <a:pt x="18799" y="1124"/>
                  <a:pt x="18842" y="1220"/>
                </a:cubicBezTo>
                <a:cubicBezTo>
                  <a:pt x="18886" y="1316"/>
                  <a:pt x="18907" y="1436"/>
                  <a:pt x="18907" y="1578"/>
                </a:cubicBezTo>
                <a:lnTo>
                  <a:pt x="18907" y="3077"/>
                </a:lnTo>
                <a:moveTo>
                  <a:pt x="18538" y="2536"/>
                </a:moveTo>
                <a:lnTo>
                  <a:pt x="18538" y="1918"/>
                </a:lnTo>
                <a:cubicBezTo>
                  <a:pt x="18424" y="1925"/>
                  <a:pt x="18291" y="1935"/>
                  <a:pt x="18137" y="1948"/>
                </a:cubicBezTo>
                <a:cubicBezTo>
                  <a:pt x="17984" y="1961"/>
                  <a:pt x="17862" y="1980"/>
                  <a:pt x="17772" y="2005"/>
                </a:cubicBezTo>
                <a:cubicBezTo>
                  <a:pt x="17666" y="2036"/>
                  <a:pt x="17579" y="2083"/>
                  <a:pt x="17513" y="2148"/>
                </a:cubicBezTo>
                <a:cubicBezTo>
                  <a:pt x="17447" y="2212"/>
                  <a:pt x="17415" y="2300"/>
                  <a:pt x="17415" y="2413"/>
                </a:cubicBezTo>
                <a:cubicBezTo>
                  <a:pt x="17415" y="2540"/>
                  <a:pt x="17453" y="2635"/>
                  <a:pt x="17529" y="2700"/>
                </a:cubicBezTo>
                <a:cubicBezTo>
                  <a:pt x="17606" y="2764"/>
                  <a:pt x="17722" y="2796"/>
                  <a:pt x="17879" y="2796"/>
                </a:cubicBezTo>
                <a:cubicBezTo>
                  <a:pt x="18010" y="2796"/>
                  <a:pt x="18129" y="2771"/>
                  <a:pt x="18237" y="2720"/>
                </a:cubicBezTo>
                <a:cubicBezTo>
                  <a:pt x="18345" y="2669"/>
                  <a:pt x="18445" y="2607"/>
                  <a:pt x="18538" y="2536"/>
                </a:cubicBezTo>
                <a:close/>
                <a:moveTo>
                  <a:pt x="21472" y="2009"/>
                </a:moveTo>
                <a:lnTo>
                  <a:pt x="19845" y="2009"/>
                </a:lnTo>
                <a:cubicBezTo>
                  <a:pt x="19845" y="2145"/>
                  <a:pt x="19865" y="2264"/>
                  <a:pt x="19906" y="2365"/>
                </a:cubicBezTo>
                <a:cubicBezTo>
                  <a:pt x="19947" y="2466"/>
                  <a:pt x="20003" y="2549"/>
                  <a:pt x="20074" y="2614"/>
                </a:cubicBezTo>
                <a:cubicBezTo>
                  <a:pt x="20142" y="2677"/>
                  <a:pt x="20224" y="2725"/>
                  <a:pt x="20318" y="2756"/>
                </a:cubicBezTo>
                <a:cubicBezTo>
                  <a:pt x="20412" y="2788"/>
                  <a:pt x="20516" y="2804"/>
                  <a:pt x="20630" y="2804"/>
                </a:cubicBezTo>
                <a:cubicBezTo>
                  <a:pt x="20780" y="2804"/>
                  <a:pt x="20931" y="2774"/>
                  <a:pt x="21083" y="2713"/>
                </a:cubicBezTo>
                <a:cubicBezTo>
                  <a:pt x="21236" y="2653"/>
                  <a:pt x="21344" y="2593"/>
                  <a:pt x="21409" y="2535"/>
                </a:cubicBezTo>
                <a:lnTo>
                  <a:pt x="21428" y="2535"/>
                </a:lnTo>
                <a:lnTo>
                  <a:pt x="21428" y="2942"/>
                </a:lnTo>
                <a:cubicBezTo>
                  <a:pt x="21303" y="2995"/>
                  <a:pt x="21175" y="3039"/>
                  <a:pt x="21045" y="3075"/>
                </a:cubicBezTo>
                <a:cubicBezTo>
                  <a:pt x="20914" y="3110"/>
                  <a:pt x="20777" y="3128"/>
                  <a:pt x="20634" y="3128"/>
                </a:cubicBezTo>
                <a:cubicBezTo>
                  <a:pt x="20267" y="3128"/>
                  <a:pt x="19981" y="3029"/>
                  <a:pt x="19775" y="2830"/>
                </a:cubicBezTo>
                <a:cubicBezTo>
                  <a:pt x="19570" y="2631"/>
                  <a:pt x="19467" y="2349"/>
                  <a:pt x="19467" y="1983"/>
                </a:cubicBezTo>
                <a:cubicBezTo>
                  <a:pt x="19467" y="1622"/>
                  <a:pt x="19565" y="1334"/>
                  <a:pt x="19762" y="1122"/>
                </a:cubicBezTo>
                <a:cubicBezTo>
                  <a:pt x="19960" y="909"/>
                  <a:pt x="20219" y="803"/>
                  <a:pt x="20541" y="803"/>
                </a:cubicBezTo>
                <a:cubicBezTo>
                  <a:pt x="20839" y="803"/>
                  <a:pt x="21068" y="890"/>
                  <a:pt x="21230" y="1064"/>
                </a:cubicBezTo>
                <a:cubicBezTo>
                  <a:pt x="21391" y="1239"/>
                  <a:pt x="21472" y="1486"/>
                  <a:pt x="21472" y="1807"/>
                </a:cubicBezTo>
                <a:lnTo>
                  <a:pt x="21472" y="2009"/>
                </a:lnTo>
                <a:moveTo>
                  <a:pt x="21110" y="1724"/>
                </a:moveTo>
                <a:cubicBezTo>
                  <a:pt x="21109" y="1529"/>
                  <a:pt x="21060" y="1378"/>
                  <a:pt x="20963" y="1271"/>
                </a:cubicBezTo>
                <a:cubicBezTo>
                  <a:pt x="20866" y="1165"/>
                  <a:pt x="20719" y="1111"/>
                  <a:pt x="20521" y="1111"/>
                </a:cubicBezTo>
                <a:cubicBezTo>
                  <a:pt x="20322" y="1111"/>
                  <a:pt x="20163" y="1170"/>
                  <a:pt x="20045" y="1287"/>
                </a:cubicBezTo>
                <a:cubicBezTo>
                  <a:pt x="19927" y="1405"/>
                  <a:pt x="19860" y="1550"/>
                  <a:pt x="19845" y="1724"/>
                </a:cubicBezTo>
                <a:lnTo>
                  <a:pt x="21110" y="172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6688D9-5258-4EE0-A09C-10E7DF2B1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841" y="960429"/>
            <a:ext cx="67434" cy="52158"/>
          </a:xfrm>
          <a:custGeom xmlns:a="http://schemas.openxmlformats.org/drawingml/2006/main">
            <a:pathLst>
              <a:path w="67434" h="52158">
                <a:moveTo>
                  <a:pt x="0" y="0"/>
                </a:moveTo>
                <a:lnTo>
                  <a:pt x="67434" y="0"/>
                </a:lnTo>
                <a:lnTo>
                  <a:pt x="67434" y="52158"/>
                </a:lnTo>
                <a:lnTo>
                  <a:pt x="0" y="5215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B01C396-0A12-408F-AD75-4C36C0573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842" y="960432"/>
            <a:ext cx="67434" cy="52156"/>
          </a:xfrm>
          <a:custGeom xmlns:a="http://schemas.openxmlformats.org/drawingml/2006/main">
            <a:pathLst>
              <a:path w="67434" h="52156" fill="none">
                <a:moveTo>
                  <a:pt x="0" y="0"/>
                </a:moveTo>
                <a:lnTo>
                  <a:pt x="67434" y="0"/>
                </a:lnTo>
                <a:lnTo>
                  <a:pt x="67434" y="52156"/>
                </a:lnTo>
                <a:lnTo>
                  <a:pt x="0" y="5215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9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2AB0B7-2BFB-4FCE-8EC1-0A2B24F9C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841" y="1035084"/>
            <a:ext cx="67434" cy="48749"/>
          </a:xfrm>
          <a:custGeom xmlns:a="http://schemas.openxmlformats.org/drawingml/2006/main">
            <a:pathLst>
              <a:path w="67434" h="48749">
                <a:moveTo>
                  <a:pt x="0" y="0"/>
                </a:moveTo>
                <a:lnTo>
                  <a:pt x="67434" y="0"/>
                </a:lnTo>
                <a:lnTo>
                  <a:pt x="67434" y="48749"/>
                </a:lnTo>
                <a:lnTo>
                  <a:pt x="0" y="4874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2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BE0A931-0D54-4F64-A590-42DB3CD34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842" y="1035087"/>
            <a:ext cx="67434" cy="48749"/>
          </a:xfrm>
          <a:custGeom xmlns:a="http://schemas.openxmlformats.org/drawingml/2006/main">
            <a:pathLst>
              <a:path w="67434" h="48749" fill="none">
                <a:moveTo>
                  <a:pt x="0" y="0"/>
                </a:moveTo>
                <a:lnTo>
                  <a:pt x="67434" y="0"/>
                </a:lnTo>
                <a:lnTo>
                  <a:pt x="67434" y="48749"/>
                </a:lnTo>
                <a:lnTo>
                  <a:pt x="0" y="4874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2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16385A-B46C-4CC4-89CF-876F34E0E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775" y="880513"/>
            <a:ext cx="44466" cy="61531"/>
          </a:xfrm>
          <a:custGeom xmlns:a="http://schemas.openxmlformats.org/drawingml/2006/main">
            <a:pathLst>
              <a:path w="44466" h="61531">
                <a:moveTo>
                  <a:pt x="0" y="0"/>
                </a:moveTo>
                <a:lnTo>
                  <a:pt x="44466" y="0"/>
                </a:lnTo>
                <a:lnTo>
                  <a:pt x="44466" y="61531"/>
                </a:lnTo>
                <a:lnTo>
                  <a:pt x="0" y="6153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653D8EF-7D77-4CF5-B372-E1CBBEC2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775" y="880515"/>
            <a:ext cx="44466" cy="61532"/>
          </a:xfrm>
          <a:custGeom xmlns:a="http://schemas.openxmlformats.org/drawingml/2006/main">
            <a:pathLst>
              <a:path w="44466" h="61532" fill="none">
                <a:moveTo>
                  <a:pt x="0" y="0"/>
                </a:moveTo>
                <a:lnTo>
                  <a:pt x="44466" y="0"/>
                </a:lnTo>
                <a:lnTo>
                  <a:pt x="44466" y="61532"/>
                </a:lnTo>
                <a:lnTo>
                  <a:pt x="0" y="615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01" name="Text Hirundinidae">
            <a:extLst xmlns:a="http://schemas.openxmlformats.org/drawingml/2006/main">
              <a:ext uri="{FF2B5EF4-FFF2-40B4-BE49-F238E27FC236}">
                <a16:creationId xmlns:a16="http://schemas.microsoft.com/office/drawing/2014/main" id="{6F44D319-01F9-4206-AD3F-9B28AA7A9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954" y="882223"/>
            <a:ext cx="43212" cy="5408"/>
          </a:xfrm>
          <a:custGeom xmlns:a="http://schemas.openxmlformats.org/drawingml/2006/main">
            <a:pathLst>
              <a:path w="43212" h="5408">
                <a:moveTo>
                  <a:pt x="3879" y="5299"/>
                </a:moveTo>
                <a:lnTo>
                  <a:pt x="3205" y="5299"/>
                </a:lnTo>
                <a:lnTo>
                  <a:pt x="3205" y="2813"/>
                </a:lnTo>
                <a:lnTo>
                  <a:pt x="674" y="2813"/>
                </a:lnTo>
                <a:lnTo>
                  <a:pt x="674" y="5299"/>
                </a:lnTo>
                <a:lnTo>
                  <a:pt x="0" y="5299"/>
                </a:lnTo>
                <a:lnTo>
                  <a:pt x="0" y="225"/>
                </a:lnTo>
                <a:lnTo>
                  <a:pt x="674" y="225"/>
                </a:lnTo>
                <a:lnTo>
                  <a:pt x="674" y="2214"/>
                </a:lnTo>
                <a:lnTo>
                  <a:pt x="3205" y="2214"/>
                </a:lnTo>
                <a:lnTo>
                  <a:pt x="3205" y="225"/>
                </a:lnTo>
                <a:lnTo>
                  <a:pt x="3879" y="225"/>
                </a:lnTo>
                <a:lnTo>
                  <a:pt x="3879" y="5299"/>
                </a:lnTo>
                <a:close/>
                <a:moveTo>
                  <a:pt x="5878" y="858"/>
                </a:moveTo>
                <a:lnTo>
                  <a:pt x="5156" y="858"/>
                </a:lnTo>
                <a:lnTo>
                  <a:pt x="5156" y="191"/>
                </a:lnTo>
                <a:lnTo>
                  <a:pt x="5878" y="191"/>
                </a:lnTo>
                <a:lnTo>
                  <a:pt x="5878" y="858"/>
                </a:lnTo>
                <a:moveTo>
                  <a:pt x="5837" y="5299"/>
                </a:moveTo>
                <a:lnTo>
                  <a:pt x="5197" y="5299"/>
                </a:lnTo>
                <a:lnTo>
                  <a:pt x="5197" y="1492"/>
                </a:lnTo>
                <a:lnTo>
                  <a:pt x="5837" y="1492"/>
                </a:lnTo>
                <a:lnTo>
                  <a:pt x="5837" y="5299"/>
                </a:lnTo>
                <a:close/>
                <a:moveTo>
                  <a:pt x="9477" y="2186"/>
                </a:moveTo>
                <a:lnTo>
                  <a:pt x="9443" y="2186"/>
                </a:lnTo>
                <a:cubicBezTo>
                  <a:pt x="9348" y="2165"/>
                  <a:pt x="9256" y="2149"/>
                  <a:pt x="9166" y="2140"/>
                </a:cubicBezTo>
                <a:cubicBezTo>
                  <a:pt x="9076" y="2130"/>
                  <a:pt x="8970" y="2125"/>
                  <a:pt x="8847" y="2125"/>
                </a:cubicBezTo>
                <a:cubicBezTo>
                  <a:pt x="8650" y="2125"/>
                  <a:pt x="8459" y="2169"/>
                  <a:pt x="8275" y="2256"/>
                </a:cubicBezTo>
                <a:cubicBezTo>
                  <a:pt x="8091" y="2344"/>
                  <a:pt x="7914" y="2457"/>
                  <a:pt x="7744" y="2596"/>
                </a:cubicBezTo>
                <a:lnTo>
                  <a:pt x="7744" y="5299"/>
                </a:lnTo>
                <a:lnTo>
                  <a:pt x="7104" y="5299"/>
                </a:lnTo>
                <a:lnTo>
                  <a:pt x="7104" y="1492"/>
                </a:lnTo>
                <a:lnTo>
                  <a:pt x="7744" y="1492"/>
                </a:lnTo>
                <a:lnTo>
                  <a:pt x="7744" y="2054"/>
                </a:lnTo>
                <a:cubicBezTo>
                  <a:pt x="7998" y="1850"/>
                  <a:pt x="8223" y="1705"/>
                  <a:pt x="8417" y="1619"/>
                </a:cubicBezTo>
                <a:cubicBezTo>
                  <a:pt x="8611" y="1534"/>
                  <a:pt x="8809" y="1492"/>
                  <a:pt x="9011" y="1492"/>
                </a:cubicBezTo>
                <a:cubicBezTo>
                  <a:pt x="9122" y="1492"/>
                  <a:pt x="9203" y="1494"/>
                  <a:pt x="9253" y="1500"/>
                </a:cubicBezTo>
                <a:cubicBezTo>
                  <a:pt x="9303" y="1506"/>
                  <a:pt x="9378" y="1516"/>
                  <a:pt x="9477" y="1532"/>
                </a:cubicBezTo>
                <a:lnTo>
                  <a:pt x="9477" y="2186"/>
                </a:lnTo>
                <a:close/>
                <a:moveTo>
                  <a:pt x="13234" y="5299"/>
                </a:moveTo>
                <a:lnTo>
                  <a:pt x="12594" y="5299"/>
                </a:lnTo>
                <a:lnTo>
                  <a:pt x="12594" y="4879"/>
                </a:lnTo>
                <a:cubicBezTo>
                  <a:pt x="12378" y="5050"/>
                  <a:pt x="12171" y="5180"/>
                  <a:pt x="11974" y="5272"/>
                </a:cubicBezTo>
                <a:cubicBezTo>
                  <a:pt x="11776" y="5362"/>
                  <a:pt x="11558" y="5408"/>
                  <a:pt x="11320" y="5408"/>
                </a:cubicBezTo>
                <a:cubicBezTo>
                  <a:pt x="10920" y="5408"/>
                  <a:pt x="10609" y="5286"/>
                  <a:pt x="10387" y="5041"/>
                </a:cubicBezTo>
                <a:cubicBezTo>
                  <a:pt x="10164" y="4797"/>
                  <a:pt x="10053" y="4438"/>
                  <a:pt x="10053" y="3965"/>
                </a:cubicBezTo>
                <a:lnTo>
                  <a:pt x="10053" y="1492"/>
                </a:lnTo>
                <a:lnTo>
                  <a:pt x="10693" y="1492"/>
                </a:lnTo>
                <a:lnTo>
                  <a:pt x="10693" y="3660"/>
                </a:lnTo>
                <a:cubicBezTo>
                  <a:pt x="10693" y="3853"/>
                  <a:pt x="10703" y="4018"/>
                  <a:pt x="10721" y="4156"/>
                </a:cubicBezTo>
                <a:cubicBezTo>
                  <a:pt x="10739" y="4293"/>
                  <a:pt x="10777" y="4411"/>
                  <a:pt x="10836" y="4509"/>
                </a:cubicBezTo>
                <a:cubicBezTo>
                  <a:pt x="10898" y="4609"/>
                  <a:pt x="10977" y="4681"/>
                  <a:pt x="11075" y="4727"/>
                </a:cubicBezTo>
                <a:cubicBezTo>
                  <a:pt x="11173" y="4772"/>
                  <a:pt x="11314" y="4795"/>
                  <a:pt x="11501" y="4795"/>
                </a:cubicBezTo>
                <a:cubicBezTo>
                  <a:pt x="11666" y="4795"/>
                  <a:pt x="11847" y="4752"/>
                  <a:pt x="12044" y="4665"/>
                </a:cubicBezTo>
                <a:cubicBezTo>
                  <a:pt x="12240" y="4579"/>
                  <a:pt x="12423" y="4469"/>
                  <a:pt x="12594" y="4335"/>
                </a:cubicBezTo>
                <a:lnTo>
                  <a:pt x="12594" y="1492"/>
                </a:lnTo>
                <a:lnTo>
                  <a:pt x="13234" y="1492"/>
                </a:lnTo>
                <a:lnTo>
                  <a:pt x="13234" y="5299"/>
                </a:lnTo>
                <a:close/>
                <a:moveTo>
                  <a:pt x="17675" y="5299"/>
                </a:moveTo>
                <a:lnTo>
                  <a:pt x="17034" y="5299"/>
                </a:lnTo>
                <a:lnTo>
                  <a:pt x="17034" y="3131"/>
                </a:lnTo>
                <a:cubicBezTo>
                  <a:pt x="17034" y="2956"/>
                  <a:pt x="17024" y="2792"/>
                  <a:pt x="17004" y="2638"/>
                </a:cubicBezTo>
                <a:cubicBezTo>
                  <a:pt x="16983" y="2485"/>
                  <a:pt x="16946" y="2365"/>
                  <a:pt x="16891" y="2279"/>
                </a:cubicBezTo>
                <a:cubicBezTo>
                  <a:pt x="16835" y="2183"/>
                  <a:pt x="16753" y="2112"/>
                  <a:pt x="16646" y="2066"/>
                </a:cubicBezTo>
                <a:cubicBezTo>
                  <a:pt x="16539" y="2019"/>
                  <a:pt x="16401" y="1996"/>
                  <a:pt x="16231" y="1996"/>
                </a:cubicBezTo>
                <a:cubicBezTo>
                  <a:pt x="16056" y="1996"/>
                  <a:pt x="15873" y="2039"/>
                  <a:pt x="15682" y="2125"/>
                </a:cubicBezTo>
                <a:cubicBezTo>
                  <a:pt x="15492" y="2212"/>
                  <a:pt x="15309" y="2322"/>
                  <a:pt x="15134" y="2456"/>
                </a:cubicBezTo>
                <a:lnTo>
                  <a:pt x="15134" y="5299"/>
                </a:lnTo>
                <a:lnTo>
                  <a:pt x="14494" y="5299"/>
                </a:lnTo>
                <a:lnTo>
                  <a:pt x="14494" y="1492"/>
                </a:lnTo>
                <a:lnTo>
                  <a:pt x="15134" y="1492"/>
                </a:lnTo>
                <a:lnTo>
                  <a:pt x="15134" y="1911"/>
                </a:lnTo>
                <a:cubicBezTo>
                  <a:pt x="15334" y="1745"/>
                  <a:pt x="15541" y="1616"/>
                  <a:pt x="15754" y="1523"/>
                </a:cubicBezTo>
                <a:cubicBezTo>
                  <a:pt x="15967" y="1429"/>
                  <a:pt x="16186" y="1383"/>
                  <a:pt x="16411" y="1383"/>
                </a:cubicBezTo>
                <a:cubicBezTo>
                  <a:pt x="16822" y="1383"/>
                  <a:pt x="17135" y="1507"/>
                  <a:pt x="17351" y="1754"/>
                </a:cubicBezTo>
                <a:cubicBezTo>
                  <a:pt x="17567" y="2002"/>
                  <a:pt x="17675" y="2359"/>
                  <a:pt x="17675" y="2826"/>
                </a:cubicBezTo>
                <a:lnTo>
                  <a:pt x="17675" y="5299"/>
                </a:lnTo>
                <a:close/>
                <a:moveTo>
                  <a:pt x="21993" y="5299"/>
                </a:moveTo>
                <a:lnTo>
                  <a:pt x="21352" y="5299"/>
                </a:lnTo>
                <a:lnTo>
                  <a:pt x="21352" y="4903"/>
                </a:lnTo>
                <a:cubicBezTo>
                  <a:pt x="21169" y="5062"/>
                  <a:pt x="20977" y="5186"/>
                  <a:pt x="20777" y="5275"/>
                </a:cubicBezTo>
                <a:cubicBezTo>
                  <a:pt x="20577" y="5364"/>
                  <a:pt x="20360" y="5408"/>
                  <a:pt x="20126" y="5408"/>
                </a:cubicBezTo>
                <a:cubicBezTo>
                  <a:pt x="19672" y="5408"/>
                  <a:pt x="19312" y="5233"/>
                  <a:pt x="19045" y="4882"/>
                </a:cubicBezTo>
                <a:cubicBezTo>
                  <a:pt x="18778" y="4532"/>
                  <a:pt x="18645" y="4046"/>
                  <a:pt x="18645" y="3424"/>
                </a:cubicBezTo>
                <a:cubicBezTo>
                  <a:pt x="18645" y="3101"/>
                  <a:pt x="18691" y="2813"/>
                  <a:pt x="18783" y="2561"/>
                </a:cubicBezTo>
                <a:cubicBezTo>
                  <a:pt x="18875" y="2308"/>
                  <a:pt x="18999" y="2093"/>
                  <a:pt x="19156" y="1915"/>
                </a:cubicBezTo>
                <a:cubicBezTo>
                  <a:pt x="19310" y="1742"/>
                  <a:pt x="19490" y="1610"/>
                  <a:pt x="19696" y="1519"/>
                </a:cubicBezTo>
                <a:cubicBezTo>
                  <a:pt x="19901" y="1428"/>
                  <a:pt x="20114" y="1383"/>
                  <a:pt x="20334" y="1383"/>
                </a:cubicBezTo>
                <a:cubicBezTo>
                  <a:pt x="20534" y="1383"/>
                  <a:pt x="20711" y="1404"/>
                  <a:pt x="20865" y="1446"/>
                </a:cubicBezTo>
                <a:cubicBezTo>
                  <a:pt x="21020" y="1488"/>
                  <a:pt x="21182" y="1553"/>
                  <a:pt x="21352" y="1642"/>
                </a:cubicBezTo>
                <a:lnTo>
                  <a:pt x="21352" y="0"/>
                </a:lnTo>
                <a:lnTo>
                  <a:pt x="21993" y="0"/>
                </a:lnTo>
                <a:lnTo>
                  <a:pt x="21993" y="5299"/>
                </a:lnTo>
                <a:moveTo>
                  <a:pt x="21352" y="4362"/>
                </a:moveTo>
                <a:lnTo>
                  <a:pt x="21352" y="2180"/>
                </a:lnTo>
                <a:cubicBezTo>
                  <a:pt x="21180" y="2102"/>
                  <a:pt x="21026" y="2049"/>
                  <a:pt x="20889" y="2019"/>
                </a:cubicBezTo>
                <a:cubicBezTo>
                  <a:pt x="20753" y="1990"/>
                  <a:pt x="20604" y="1975"/>
                  <a:pt x="20443" y="1975"/>
                </a:cubicBezTo>
                <a:cubicBezTo>
                  <a:pt x="20084" y="1975"/>
                  <a:pt x="19805" y="2100"/>
                  <a:pt x="19605" y="2350"/>
                </a:cubicBezTo>
                <a:cubicBezTo>
                  <a:pt x="19406" y="2600"/>
                  <a:pt x="19306" y="2954"/>
                  <a:pt x="19306" y="3412"/>
                </a:cubicBezTo>
                <a:cubicBezTo>
                  <a:pt x="19306" y="3864"/>
                  <a:pt x="19383" y="4208"/>
                  <a:pt x="19537" y="4442"/>
                </a:cubicBezTo>
                <a:cubicBezTo>
                  <a:pt x="19692" y="4677"/>
                  <a:pt x="19939" y="4795"/>
                  <a:pt x="20280" y="4795"/>
                </a:cubicBezTo>
                <a:cubicBezTo>
                  <a:pt x="20461" y="4795"/>
                  <a:pt x="20645" y="4755"/>
                  <a:pt x="20831" y="4674"/>
                </a:cubicBezTo>
                <a:cubicBezTo>
                  <a:pt x="21018" y="4593"/>
                  <a:pt x="21191" y="4490"/>
                  <a:pt x="21352" y="4362"/>
                </a:cubicBezTo>
                <a:close/>
                <a:moveTo>
                  <a:pt x="23940" y="858"/>
                </a:moveTo>
                <a:lnTo>
                  <a:pt x="23218" y="858"/>
                </a:lnTo>
                <a:lnTo>
                  <a:pt x="23218" y="191"/>
                </a:lnTo>
                <a:lnTo>
                  <a:pt x="23940" y="191"/>
                </a:lnTo>
                <a:lnTo>
                  <a:pt x="23940" y="858"/>
                </a:lnTo>
                <a:moveTo>
                  <a:pt x="23899" y="5299"/>
                </a:moveTo>
                <a:lnTo>
                  <a:pt x="23259" y="5299"/>
                </a:lnTo>
                <a:lnTo>
                  <a:pt x="23259" y="1492"/>
                </a:lnTo>
                <a:lnTo>
                  <a:pt x="23899" y="1492"/>
                </a:lnTo>
                <a:lnTo>
                  <a:pt x="23899" y="5299"/>
                </a:lnTo>
                <a:close/>
                <a:moveTo>
                  <a:pt x="28347" y="5299"/>
                </a:moveTo>
                <a:lnTo>
                  <a:pt x="27707" y="5299"/>
                </a:lnTo>
                <a:lnTo>
                  <a:pt x="27707" y="3131"/>
                </a:lnTo>
                <a:cubicBezTo>
                  <a:pt x="27707" y="2956"/>
                  <a:pt x="27696" y="2792"/>
                  <a:pt x="27676" y="2638"/>
                </a:cubicBezTo>
                <a:cubicBezTo>
                  <a:pt x="27655" y="2485"/>
                  <a:pt x="27618" y="2365"/>
                  <a:pt x="27564" y="2279"/>
                </a:cubicBezTo>
                <a:cubicBezTo>
                  <a:pt x="27507" y="2183"/>
                  <a:pt x="27425" y="2112"/>
                  <a:pt x="27318" y="2066"/>
                </a:cubicBezTo>
                <a:cubicBezTo>
                  <a:pt x="27212" y="2019"/>
                  <a:pt x="27073" y="1996"/>
                  <a:pt x="26903" y="1996"/>
                </a:cubicBezTo>
                <a:cubicBezTo>
                  <a:pt x="26728" y="1996"/>
                  <a:pt x="26545" y="2039"/>
                  <a:pt x="26355" y="2125"/>
                </a:cubicBezTo>
                <a:cubicBezTo>
                  <a:pt x="26164" y="2212"/>
                  <a:pt x="25981" y="2322"/>
                  <a:pt x="25806" y="2456"/>
                </a:cubicBezTo>
                <a:lnTo>
                  <a:pt x="25806" y="5299"/>
                </a:lnTo>
                <a:lnTo>
                  <a:pt x="25166" y="5299"/>
                </a:lnTo>
                <a:lnTo>
                  <a:pt x="25166" y="1492"/>
                </a:lnTo>
                <a:lnTo>
                  <a:pt x="25806" y="1492"/>
                </a:lnTo>
                <a:lnTo>
                  <a:pt x="25806" y="1911"/>
                </a:lnTo>
                <a:cubicBezTo>
                  <a:pt x="26006" y="1745"/>
                  <a:pt x="26213" y="1616"/>
                  <a:pt x="26426" y="1523"/>
                </a:cubicBezTo>
                <a:cubicBezTo>
                  <a:pt x="26640" y="1429"/>
                  <a:pt x="26859" y="1383"/>
                  <a:pt x="27083" y="1383"/>
                </a:cubicBezTo>
                <a:cubicBezTo>
                  <a:pt x="27494" y="1383"/>
                  <a:pt x="27808" y="1507"/>
                  <a:pt x="28023" y="1754"/>
                </a:cubicBezTo>
                <a:cubicBezTo>
                  <a:pt x="28239" y="2002"/>
                  <a:pt x="28347" y="2359"/>
                  <a:pt x="28347" y="2826"/>
                </a:cubicBezTo>
                <a:lnTo>
                  <a:pt x="28347" y="5299"/>
                </a:lnTo>
                <a:close/>
                <a:moveTo>
                  <a:pt x="30267" y="858"/>
                </a:moveTo>
                <a:lnTo>
                  <a:pt x="29545" y="858"/>
                </a:lnTo>
                <a:lnTo>
                  <a:pt x="29545" y="191"/>
                </a:lnTo>
                <a:lnTo>
                  <a:pt x="30267" y="191"/>
                </a:lnTo>
                <a:lnTo>
                  <a:pt x="30267" y="858"/>
                </a:lnTo>
                <a:moveTo>
                  <a:pt x="30227" y="5299"/>
                </a:moveTo>
                <a:lnTo>
                  <a:pt x="29586" y="5299"/>
                </a:lnTo>
                <a:lnTo>
                  <a:pt x="29586" y="1492"/>
                </a:lnTo>
                <a:lnTo>
                  <a:pt x="30227" y="1492"/>
                </a:lnTo>
                <a:lnTo>
                  <a:pt x="30227" y="5299"/>
                </a:lnTo>
                <a:close/>
                <a:moveTo>
                  <a:pt x="34579" y="5299"/>
                </a:moveTo>
                <a:lnTo>
                  <a:pt x="33939" y="5299"/>
                </a:lnTo>
                <a:lnTo>
                  <a:pt x="33939" y="4903"/>
                </a:lnTo>
                <a:cubicBezTo>
                  <a:pt x="33755" y="5062"/>
                  <a:pt x="33563" y="5186"/>
                  <a:pt x="33363" y="5275"/>
                </a:cubicBezTo>
                <a:cubicBezTo>
                  <a:pt x="33164" y="5364"/>
                  <a:pt x="32947" y="5408"/>
                  <a:pt x="32713" y="5408"/>
                </a:cubicBezTo>
                <a:cubicBezTo>
                  <a:pt x="32259" y="5408"/>
                  <a:pt x="31898" y="5233"/>
                  <a:pt x="31632" y="4882"/>
                </a:cubicBezTo>
                <a:cubicBezTo>
                  <a:pt x="31365" y="4532"/>
                  <a:pt x="31231" y="4046"/>
                  <a:pt x="31231" y="3424"/>
                </a:cubicBezTo>
                <a:cubicBezTo>
                  <a:pt x="31231" y="3101"/>
                  <a:pt x="31277" y="2813"/>
                  <a:pt x="31369" y="2561"/>
                </a:cubicBezTo>
                <a:cubicBezTo>
                  <a:pt x="31461" y="2308"/>
                  <a:pt x="31586" y="2093"/>
                  <a:pt x="31742" y="1915"/>
                </a:cubicBezTo>
                <a:cubicBezTo>
                  <a:pt x="31897" y="1742"/>
                  <a:pt x="32077" y="1610"/>
                  <a:pt x="32282" y="1519"/>
                </a:cubicBezTo>
                <a:cubicBezTo>
                  <a:pt x="32488" y="1428"/>
                  <a:pt x="32700" y="1383"/>
                  <a:pt x="32921" y="1383"/>
                </a:cubicBezTo>
                <a:cubicBezTo>
                  <a:pt x="33120" y="1383"/>
                  <a:pt x="33298" y="1404"/>
                  <a:pt x="33452" y="1446"/>
                </a:cubicBezTo>
                <a:cubicBezTo>
                  <a:pt x="33606" y="1488"/>
                  <a:pt x="33769" y="1553"/>
                  <a:pt x="33939" y="1642"/>
                </a:cubicBezTo>
                <a:lnTo>
                  <a:pt x="33939" y="0"/>
                </a:lnTo>
                <a:lnTo>
                  <a:pt x="34579" y="0"/>
                </a:lnTo>
                <a:lnTo>
                  <a:pt x="34579" y="5299"/>
                </a:lnTo>
                <a:moveTo>
                  <a:pt x="33939" y="4362"/>
                </a:moveTo>
                <a:lnTo>
                  <a:pt x="33939" y="2180"/>
                </a:lnTo>
                <a:cubicBezTo>
                  <a:pt x="33766" y="2102"/>
                  <a:pt x="33612" y="2049"/>
                  <a:pt x="33476" y="2019"/>
                </a:cubicBezTo>
                <a:cubicBezTo>
                  <a:pt x="33340" y="1990"/>
                  <a:pt x="33191" y="1975"/>
                  <a:pt x="33030" y="1975"/>
                </a:cubicBezTo>
                <a:cubicBezTo>
                  <a:pt x="32671" y="1975"/>
                  <a:pt x="32392" y="2100"/>
                  <a:pt x="32192" y="2350"/>
                </a:cubicBezTo>
                <a:cubicBezTo>
                  <a:pt x="31992" y="2600"/>
                  <a:pt x="31892" y="2954"/>
                  <a:pt x="31892" y="3412"/>
                </a:cubicBezTo>
                <a:cubicBezTo>
                  <a:pt x="31892" y="3864"/>
                  <a:pt x="31969" y="4208"/>
                  <a:pt x="32124" y="4442"/>
                </a:cubicBezTo>
                <a:cubicBezTo>
                  <a:pt x="32278" y="4677"/>
                  <a:pt x="32526" y="4795"/>
                  <a:pt x="32866" y="4795"/>
                </a:cubicBezTo>
                <a:cubicBezTo>
                  <a:pt x="33048" y="4795"/>
                  <a:pt x="33232" y="4755"/>
                  <a:pt x="33418" y="4674"/>
                </a:cubicBezTo>
                <a:cubicBezTo>
                  <a:pt x="33604" y="4593"/>
                  <a:pt x="33778" y="4490"/>
                  <a:pt x="33939" y="4362"/>
                </a:cubicBezTo>
                <a:close/>
                <a:moveTo>
                  <a:pt x="38795" y="5299"/>
                </a:moveTo>
                <a:lnTo>
                  <a:pt x="38158" y="5299"/>
                </a:lnTo>
                <a:lnTo>
                  <a:pt x="38158" y="4896"/>
                </a:lnTo>
                <a:cubicBezTo>
                  <a:pt x="38101" y="4935"/>
                  <a:pt x="38025" y="4989"/>
                  <a:pt x="37928" y="5058"/>
                </a:cubicBezTo>
                <a:cubicBezTo>
                  <a:pt x="37832" y="5128"/>
                  <a:pt x="37738" y="5183"/>
                  <a:pt x="37647" y="5224"/>
                </a:cubicBezTo>
                <a:cubicBezTo>
                  <a:pt x="37540" y="5276"/>
                  <a:pt x="37418" y="5320"/>
                  <a:pt x="37279" y="5355"/>
                </a:cubicBezTo>
                <a:cubicBezTo>
                  <a:pt x="37141" y="5390"/>
                  <a:pt x="36979" y="5408"/>
                  <a:pt x="36792" y="5408"/>
                </a:cubicBezTo>
                <a:cubicBezTo>
                  <a:pt x="36450" y="5408"/>
                  <a:pt x="36159" y="5294"/>
                  <a:pt x="35921" y="5067"/>
                </a:cubicBezTo>
                <a:cubicBezTo>
                  <a:pt x="35682" y="4840"/>
                  <a:pt x="35563" y="4550"/>
                  <a:pt x="35563" y="4197"/>
                </a:cubicBezTo>
                <a:cubicBezTo>
                  <a:pt x="35563" y="3909"/>
                  <a:pt x="35625" y="3675"/>
                  <a:pt x="35749" y="3497"/>
                </a:cubicBezTo>
                <a:cubicBezTo>
                  <a:pt x="35872" y="3318"/>
                  <a:pt x="36049" y="3178"/>
                  <a:pt x="36278" y="3076"/>
                </a:cubicBezTo>
                <a:cubicBezTo>
                  <a:pt x="36510" y="2973"/>
                  <a:pt x="36788" y="2904"/>
                  <a:pt x="37112" y="2868"/>
                </a:cubicBezTo>
                <a:cubicBezTo>
                  <a:pt x="37437" y="2831"/>
                  <a:pt x="37786" y="2804"/>
                  <a:pt x="38158" y="2786"/>
                </a:cubicBezTo>
                <a:lnTo>
                  <a:pt x="38158" y="2686"/>
                </a:lnTo>
                <a:cubicBezTo>
                  <a:pt x="38158" y="2540"/>
                  <a:pt x="38132" y="2418"/>
                  <a:pt x="38081" y="2322"/>
                </a:cubicBezTo>
                <a:cubicBezTo>
                  <a:pt x="38030" y="2226"/>
                  <a:pt x="37957" y="2150"/>
                  <a:pt x="37862" y="2095"/>
                </a:cubicBezTo>
                <a:cubicBezTo>
                  <a:pt x="37771" y="2043"/>
                  <a:pt x="37662" y="2007"/>
                  <a:pt x="37535" y="1989"/>
                </a:cubicBezTo>
                <a:cubicBezTo>
                  <a:pt x="37408" y="1971"/>
                  <a:pt x="37275" y="1962"/>
                  <a:pt x="37136" y="1962"/>
                </a:cubicBezTo>
                <a:cubicBezTo>
                  <a:pt x="36968" y="1962"/>
                  <a:pt x="36781" y="1984"/>
                  <a:pt x="36574" y="2030"/>
                </a:cubicBezTo>
                <a:cubicBezTo>
                  <a:pt x="36368" y="2075"/>
                  <a:pt x="36154" y="2141"/>
                  <a:pt x="35934" y="2227"/>
                </a:cubicBezTo>
                <a:lnTo>
                  <a:pt x="35900" y="2227"/>
                </a:lnTo>
                <a:lnTo>
                  <a:pt x="35900" y="1577"/>
                </a:lnTo>
                <a:cubicBezTo>
                  <a:pt x="36025" y="1543"/>
                  <a:pt x="36205" y="1505"/>
                  <a:pt x="36442" y="1464"/>
                </a:cubicBezTo>
                <a:cubicBezTo>
                  <a:pt x="36678" y="1424"/>
                  <a:pt x="36910" y="1403"/>
                  <a:pt x="37140" y="1403"/>
                </a:cubicBezTo>
                <a:cubicBezTo>
                  <a:pt x="37408" y="1403"/>
                  <a:pt x="37641" y="1425"/>
                  <a:pt x="37840" y="1469"/>
                </a:cubicBezTo>
                <a:cubicBezTo>
                  <a:pt x="38038" y="1514"/>
                  <a:pt x="38210" y="1589"/>
                  <a:pt x="38356" y="1696"/>
                </a:cubicBezTo>
                <a:cubicBezTo>
                  <a:pt x="38499" y="1800"/>
                  <a:pt x="38608" y="1935"/>
                  <a:pt x="38682" y="2101"/>
                </a:cubicBezTo>
                <a:cubicBezTo>
                  <a:pt x="38757" y="2267"/>
                  <a:pt x="38795" y="2472"/>
                  <a:pt x="38795" y="2718"/>
                </a:cubicBezTo>
                <a:lnTo>
                  <a:pt x="38795" y="5299"/>
                </a:lnTo>
                <a:moveTo>
                  <a:pt x="38158" y="4367"/>
                </a:moveTo>
                <a:lnTo>
                  <a:pt x="38158" y="3303"/>
                </a:lnTo>
                <a:cubicBezTo>
                  <a:pt x="37963" y="3315"/>
                  <a:pt x="37733" y="3332"/>
                  <a:pt x="37468" y="3355"/>
                </a:cubicBezTo>
                <a:cubicBezTo>
                  <a:pt x="37204" y="3378"/>
                  <a:pt x="36994" y="3411"/>
                  <a:pt x="36840" y="3454"/>
                </a:cubicBezTo>
                <a:cubicBezTo>
                  <a:pt x="36656" y="3506"/>
                  <a:pt x="36507" y="3588"/>
                  <a:pt x="36394" y="3698"/>
                </a:cubicBezTo>
                <a:cubicBezTo>
                  <a:pt x="36280" y="3809"/>
                  <a:pt x="36224" y="3961"/>
                  <a:pt x="36224" y="4155"/>
                </a:cubicBezTo>
                <a:cubicBezTo>
                  <a:pt x="36224" y="4374"/>
                  <a:pt x="36289" y="4539"/>
                  <a:pt x="36421" y="4649"/>
                </a:cubicBezTo>
                <a:cubicBezTo>
                  <a:pt x="36553" y="4760"/>
                  <a:pt x="36754" y="4815"/>
                  <a:pt x="37024" y="4815"/>
                </a:cubicBezTo>
                <a:cubicBezTo>
                  <a:pt x="37249" y="4815"/>
                  <a:pt x="37454" y="4772"/>
                  <a:pt x="37640" y="4684"/>
                </a:cubicBezTo>
                <a:cubicBezTo>
                  <a:pt x="37827" y="4596"/>
                  <a:pt x="37999" y="4490"/>
                  <a:pt x="38158" y="4367"/>
                </a:cubicBezTo>
                <a:close/>
                <a:moveTo>
                  <a:pt x="43212" y="3460"/>
                </a:moveTo>
                <a:lnTo>
                  <a:pt x="40409" y="3460"/>
                </a:lnTo>
                <a:cubicBezTo>
                  <a:pt x="40409" y="3694"/>
                  <a:pt x="40444" y="3899"/>
                  <a:pt x="40515" y="4073"/>
                </a:cubicBezTo>
                <a:cubicBezTo>
                  <a:pt x="40585" y="4247"/>
                  <a:pt x="40681" y="4390"/>
                  <a:pt x="40804" y="4501"/>
                </a:cubicBezTo>
                <a:cubicBezTo>
                  <a:pt x="40922" y="4610"/>
                  <a:pt x="41062" y="4692"/>
                  <a:pt x="41225" y="4747"/>
                </a:cubicBezTo>
                <a:cubicBezTo>
                  <a:pt x="41387" y="4802"/>
                  <a:pt x="41566" y="4829"/>
                  <a:pt x="41761" y="4829"/>
                </a:cubicBezTo>
                <a:cubicBezTo>
                  <a:pt x="42020" y="4829"/>
                  <a:pt x="42280" y="4777"/>
                  <a:pt x="42543" y="4673"/>
                </a:cubicBezTo>
                <a:cubicBezTo>
                  <a:pt x="42805" y="4569"/>
                  <a:pt x="42992" y="4466"/>
                  <a:pt x="43103" y="4366"/>
                </a:cubicBezTo>
                <a:lnTo>
                  <a:pt x="43137" y="4366"/>
                </a:lnTo>
                <a:lnTo>
                  <a:pt x="43137" y="5066"/>
                </a:lnTo>
                <a:cubicBezTo>
                  <a:pt x="42921" y="5157"/>
                  <a:pt x="42701" y="5234"/>
                  <a:pt x="42476" y="5295"/>
                </a:cubicBezTo>
                <a:cubicBezTo>
                  <a:pt x="42251" y="5357"/>
                  <a:pt x="42015" y="5388"/>
                  <a:pt x="41768" y="5388"/>
                </a:cubicBezTo>
                <a:cubicBezTo>
                  <a:pt x="41137" y="5388"/>
                  <a:pt x="40644" y="5216"/>
                  <a:pt x="40290" y="4874"/>
                </a:cubicBezTo>
                <a:cubicBezTo>
                  <a:pt x="39936" y="4532"/>
                  <a:pt x="39759" y="4046"/>
                  <a:pt x="39759" y="3416"/>
                </a:cubicBezTo>
                <a:cubicBezTo>
                  <a:pt x="39759" y="2793"/>
                  <a:pt x="39928" y="2298"/>
                  <a:pt x="40268" y="1932"/>
                </a:cubicBezTo>
                <a:cubicBezTo>
                  <a:pt x="40607" y="1566"/>
                  <a:pt x="41054" y="1383"/>
                  <a:pt x="41608" y="1383"/>
                </a:cubicBezTo>
                <a:cubicBezTo>
                  <a:pt x="42121" y="1383"/>
                  <a:pt x="42516" y="1533"/>
                  <a:pt x="42795" y="1833"/>
                </a:cubicBezTo>
                <a:cubicBezTo>
                  <a:pt x="43073" y="2133"/>
                  <a:pt x="43212" y="2559"/>
                  <a:pt x="43212" y="3112"/>
                </a:cubicBezTo>
                <a:lnTo>
                  <a:pt x="43212" y="3460"/>
                </a:lnTo>
                <a:moveTo>
                  <a:pt x="42589" y="2970"/>
                </a:moveTo>
                <a:cubicBezTo>
                  <a:pt x="42586" y="2634"/>
                  <a:pt x="42502" y="2374"/>
                  <a:pt x="42335" y="2190"/>
                </a:cubicBezTo>
                <a:cubicBezTo>
                  <a:pt x="42168" y="2006"/>
                  <a:pt x="41914" y="1914"/>
                  <a:pt x="41574" y="1914"/>
                </a:cubicBezTo>
                <a:cubicBezTo>
                  <a:pt x="41231" y="1914"/>
                  <a:pt x="40958" y="2015"/>
                  <a:pt x="40755" y="2217"/>
                </a:cubicBezTo>
                <a:cubicBezTo>
                  <a:pt x="40552" y="2419"/>
                  <a:pt x="40436" y="2670"/>
                  <a:pt x="40409" y="2970"/>
                </a:cubicBezTo>
                <a:lnTo>
                  <a:pt x="42589" y="297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4EECBDC-C835-45FF-8506-46E9CD47E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775" y="964543"/>
            <a:ext cx="44466" cy="51569"/>
          </a:xfrm>
          <a:custGeom xmlns:a="http://schemas.openxmlformats.org/drawingml/2006/main">
            <a:pathLst>
              <a:path w="44466" h="51569">
                <a:moveTo>
                  <a:pt x="0" y="0"/>
                </a:moveTo>
                <a:lnTo>
                  <a:pt x="44466" y="0"/>
                </a:lnTo>
                <a:lnTo>
                  <a:pt x="44466" y="51569"/>
                </a:lnTo>
                <a:lnTo>
                  <a:pt x="0" y="515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8BAB61E-7FD4-49DE-A197-3D26457CD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775" y="964545"/>
            <a:ext cx="44466" cy="51568"/>
          </a:xfrm>
          <a:custGeom xmlns:a="http://schemas.openxmlformats.org/drawingml/2006/main">
            <a:pathLst>
              <a:path w="44466" h="51568" fill="none">
                <a:moveTo>
                  <a:pt x="0" y="0"/>
                </a:moveTo>
                <a:lnTo>
                  <a:pt x="44466" y="0"/>
                </a:lnTo>
                <a:lnTo>
                  <a:pt x="44466" y="51568"/>
                </a:lnTo>
                <a:lnTo>
                  <a:pt x="0" y="515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04" name="Text Turdidae">
            <a:extLst xmlns:a="http://schemas.openxmlformats.org/drawingml/2006/main">
              <a:ext uri="{FF2B5EF4-FFF2-40B4-BE49-F238E27FC236}">
                <a16:creationId xmlns:a16="http://schemas.microsoft.com/office/drawing/2014/main" id="{26D3EC8D-0C59-4B13-B361-330AC0751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273" y="967030"/>
            <a:ext cx="43651" cy="7792"/>
          </a:xfrm>
          <a:custGeom xmlns:a="http://schemas.openxmlformats.org/drawingml/2006/main">
            <a:pathLst>
              <a:path w="43651" h="7792">
                <a:moveTo>
                  <a:pt x="6192" y="1187"/>
                </a:moveTo>
                <a:lnTo>
                  <a:pt x="3582" y="1187"/>
                </a:lnTo>
                <a:lnTo>
                  <a:pt x="3582" y="7635"/>
                </a:lnTo>
                <a:lnTo>
                  <a:pt x="2610" y="7635"/>
                </a:lnTo>
                <a:lnTo>
                  <a:pt x="2610" y="1187"/>
                </a:lnTo>
                <a:lnTo>
                  <a:pt x="0" y="1187"/>
                </a:lnTo>
                <a:lnTo>
                  <a:pt x="0" y="324"/>
                </a:lnTo>
                <a:lnTo>
                  <a:pt x="6192" y="324"/>
                </a:lnTo>
                <a:lnTo>
                  <a:pt x="6192" y="1187"/>
                </a:lnTo>
                <a:close/>
                <a:moveTo>
                  <a:pt x="11644" y="7635"/>
                </a:moveTo>
                <a:lnTo>
                  <a:pt x="10722" y="7635"/>
                </a:lnTo>
                <a:lnTo>
                  <a:pt x="10722" y="7030"/>
                </a:lnTo>
                <a:cubicBezTo>
                  <a:pt x="10411" y="7276"/>
                  <a:pt x="10113" y="7464"/>
                  <a:pt x="9828" y="7596"/>
                </a:cubicBezTo>
                <a:cubicBezTo>
                  <a:pt x="9544" y="7727"/>
                  <a:pt x="9230" y="7792"/>
                  <a:pt x="8886" y="7792"/>
                </a:cubicBezTo>
                <a:cubicBezTo>
                  <a:pt x="8311" y="7792"/>
                  <a:pt x="7862" y="7616"/>
                  <a:pt x="7542" y="7264"/>
                </a:cubicBezTo>
                <a:cubicBezTo>
                  <a:pt x="7221" y="6911"/>
                  <a:pt x="7061" y="6394"/>
                  <a:pt x="7061" y="5713"/>
                </a:cubicBezTo>
                <a:lnTo>
                  <a:pt x="7061" y="2149"/>
                </a:lnTo>
                <a:lnTo>
                  <a:pt x="7983" y="2149"/>
                </a:lnTo>
                <a:lnTo>
                  <a:pt x="7983" y="5273"/>
                </a:lnTo>
                <a:cubicBezTo>
                  <a:pt x="7983" y="5552"/>
                  <a:pt x="7997" y="5790"/>
                  <a:pt x="8023" y="5988"/>
                </a:cubicBezTo>
                <a:cubicBezTo>
                  <a:pt x="8049" y="6186"/>
                  <a:pt x="8105" y="6355"/>
                  <a:pt x="8190" y="6496"/>
                </a:cubicBezTo>
                <a:cubicBezTo>
                  <a:pt x="8278" y="6640"/>
                  <a:pt x="8392" y="6745"/>
                  <a:pt x="8533" y="6811"/>
                </a:cubicBezTo>
                <a:cubicBezTo>
                  <a:pt x="8674" y="6876"/>
                  <a:pt x="8878" y="6909"/>
                  <a:pt x="9146" y="6909"/>
                </a:cubicBezTo>
                <a:cubicBezTo>
                  <a:pt x="9385" y="6909"/>
                  <a:pt x="9646" y="6847"/>
                  <a:pt x="9929" y="6722"/>
                </a:cubicBezTo>
                <a:cubicBezTo>
                  <a:pt x="10212" y="6598"/>
                  <a:pt x="10476" y="6439"/>
                  <a:pt x="10722" y="6246"/>
                </a:cubicBezTo>
                <a:lnTo>
                  <a:pt x="10722" y="2149"/>
                </a:lnTo>
                <a:lnTo>
                  <a:pt x="11644" y="2149"/>
                </a:lnTo>
                <a:lnTo>
                  <a:pt x="11644" y="7635"/>
                </a:lnTo>
                <a:close/>
                <a:moveTo>
                  <a:pt x="16880" y="3150"/>
                </a:moveTo>
                <a:lnTo>
                  <a:pt x="16831" y="3150"/>
                </a:lnTo>
                <a:cubicBezTo>
                  <a:pt x="16693" y="3119"/>
                  <a:pt x="16560" y="3097"/>
                  <a:pt x="16431" y="3083"/>
                </a:cubicBezTo>
                <a:cubicBezTo>
                  <a:pt x="16302" y="3069"/>
                  <a:pt x="16149" y="3062"/>
                  <a:pt x="15972" y="3062"/>
                </a:cubicBezTo>
                <a:cubicBezTo>
                  <a:pt x="15687" y="3062"/>
                  <a:pt x="15413" y="3125"/>
                  <a:pt x="15148" y="3251"/>
                </a:cubicBezTo>
                <a:cubicBezTo>
                  <a:pt x="14883" y="3377"/>
                  <a:pt x="14627" y="3540"/>
                  <a:pt x="14382" y="3740"/>
                </a:cubicBezTo>
                <a:lnTo>
                  <a:pt x="14382" y="7635"/>
                </a:lnTo>
                <a:lnTo>
                  <a:pt x="13460" y="7635"/>
                </a:lnTo>
                <a:lnTo>
                  <a:pt x="13460" y="2149"/>
                </a:lnTo>
                <a:lnTo>
                  <a:pt x="14382" y="2149"/>
                </a:lnTo>
                <a:lnTo>
                  <a:pt x="14382" y="2960"/>
                </a:lnTo>
                <a:cubicBezTo>
                  <a:pt x="14748" y="2665"/>
                  <a:pt x="15072" y="2456"/>
                  <a:pt x="15351" y="2333"/>
                </a:cubicBezTo>
                <a:cubicBezTo>
                  <a:pt x="15631" y="2211"/>
                  <a:pt x="15916" y="2149"/>
                  <a:pt x="16207" y="2149"/>
                </a:cubicBezTo>
                <a:cubicBezTo>
                  <a:pt x="16368" y="2149"/>
                  <a:pt x="16484" y="2153"/>
                  <a:pt x="16556" y="2161"/>
                </a:cubicBezTo>
                <a:cubicBezTo>
                  <a:pt x="16628" y="2170"/>
                  <a:pt x="16736" y="2185"/>
                  <a:pt x="16880" y="2208"/>
                </a:cubicBezTo>
                <a:lnTo>
                  <a:pt x="16880" y="3150"/>
                </a:lnTo>
                <a:close/>
                <a:moveTo>
                  <a:pt x="22194" y="7635"/>
                </a:moveTo>
                <a:lnTo>
                  <a:pt x="21271" y="7635"/>
                </a:lnTo>
                <a:lnTo>
                  <a:pt x="21271" y="7064"/>
                </a:lnTo>
                <a:cubicBezTo>
                  <a:pt x="21006" y="7294"/>
                  <a:pt x="20730" y="7472"/>
                  <a:pt x="20442" y="7600"/>
                </a:cubicBezTo>
                <a:cubicBezTo>
                  <a:pt x="20154" y="7728"/>
                  <a:pt x="19842" y="7792"/>
                  <a:pt x="19505" y="7792"/>
                </a:cubicBezTo>
                <a:cubicBezTo>
                  <a:pt x="18851" y="7792"/>
                  <a:pt x="18331" y="7540"/>
                  <a:pt x="17947" y="7035"/>
                </a:cubicBezTo>
                <a:cubicBezTo>
                  <a:pt x="17563" y="6529"/>
                  <a:pt x="17370" y="5829"/>
                  <a:pt x="17370" y="4934"/>
                </a:cubicBezTo>
                <a:cubicBezTo>
                  <a:pt x="17370" y="4468"/>
                  <a:pt x="17437" y="4053"/>
                  <a:pt x="17569" y="3689"/>
                </a:cubicBezTo>
                <a:cubicBezTo>
                  <a:pt x="17702" y="3325"/>
                  <a:pt x="17881" y="3015"/>
                  <a:pt x="18106" y="2760"/>
                </a:cubicBezTo>
                <a:cubicBezTo>
                  <a:pt x="18329" y="2510"/>
                  <a:pt x="18588" y="2320"/>
                  <a:pt x="18884" y="2189"/>
                </a:cubicBezTo>
                <a:cubicBezTo>
                  <a:pt x="19180" y="2058"/>
                  <a:pt x="19487" y="1992"/>
                  <a:pt x="19804" y="1992"/>
                </a:cubicBezTo>
                <a:cubicBezTo>
                  <a:pt x="20092" y="1992"/>
                  <a:pt x="20347" y="2023"/>
                  <a:pt x="20570" y="2083"/>
                </a:cubicBezTo>
                <a:cubicBezTo>
                  <a:pt x="20792" y="2144"/>
                  <a:pt x="21026" y="2238"/>
                  <a:pt x="21271" y="2366"/>
                </a:cubicBezTo>
                <a:lnTo>
                  <a:pt x="21271" y="0"/>
                </a:lnTo>
                <a:lnTo>
                  <a:pt x="22194" y="0"/>
                </a:lnTo>
                <a:lnTo>
                  <a:pt x="22194" y="7635"/>
                </a:lnTo>
                <a:moveTo>
                  <a:pt x="21271" y="6286"/>
                </a:moveTo>
                <a:lnTo>
                  <a:pt x="21271" y="3140"/>
                </a:lnTo>
                <a:cubicBezTo>
                  <a:pt x="21023" y="3029"/>
                  <a:pt x="20800" y="2952"/>
                  <a:pt x="20604" y="2910"/>
                </a:cubicBezTo>
                <a:cubicBezTo>
                  <a:pt x="20408" y="2867"/>
                  <a:pt x="20193" y="2846"/>
                  <a:pt x="19961" y="2846"/>
                </a:cubicBezTo>
                <a:cubicBezTo>
                  <a:pt x="19444" y="2846"/>
                  <a:pt x="19042" y="3026"/>
                  <a:pt x="18754" y="3386"/>
                </a:cubicBezTo>
                <a:cubicBezTo>
                  <a:pt x="18466" y="3746"/>
                  <a:pt x="18322" y="4256"/>
                  <a:pt x="18322" y="4917"/>
                </a:cubicBezTo>
                <a:cubicBezTo>
                  <a:pt x="18322" y="5568"/>
                  <a:pt x="18433" y="6062"/>
                  <a:pt x="18656" y="6401"/>
                </a:cubicBezTo>
                <a:cubicBezTo>
                  <a:pt x="18878" y="6740"/>
                  <a:pt x="19235" y="6909"/>
                  <a:pt x="19726" y="6909"/>
                </a:cubicBezTo>
                <a:cubicBezTo>
                  <a:pt x="19987" y="6909"/>
                  <a:pt x="20252" y="6851"/>
                  <a:pt x="20521" y="6735"/>
                </a:cubicBezTo>
                <a:cubicBezTo>
                  <a:pt x="20789" y="6619"/>
                  <a:pt x="21039" y="6469"/>
                  <a:pt x="21271" y="6286"/>
                </a:cubicBezTo>
                <a:close/>
                <a:moveTo>
                  <a:pt x="25000" y="1237"/>
                </a:moveTo>
                <a:lnTo>
                  <a:pt x="23960" y="1237"/>
                </a:lnTo>
                <a:lnTo>
                  <a:pt x="23960" y="275"/>
                </a:lnTo>
                <a:lnTo>
                  <a:pt x="25000" y="275"/>
                </a:lnTo>
                <a:lnTo>
                  <a:pt x="25000" y="1237"/>
                </a:lnTo>
                <a:moveTo>
                  <a:pt x="24941" y="7635"/>
                </a:moveTo>
                <a:lnTo>
                  <a:pt x="24019" y="7635"/>
                </a:lnTo>
                <a:lnTo>
                  <a:pt x="24019" y="2149"/>
                </a:lnTo>
                <a:lnTo>
                  <a:pt x="24941" y="2149"/>
                </a:lnTo>
                <a:lnTo>
                  <a:pt x="24941" y="7635"/>
                </a:lnTo>
                <a:close/>
                <a:moveTo>
                  <a:pt x="31213" y="7635"/>
                </a:moveTo>
                <a:lnTo>
                  <a:pt x="30290" y="7635"/>
                </a:lnTo>
                <a:lnTo>
                  <a:pt x="30290" y="7064"/>
                </a:lnTo>
                <a:cubicBezTo>
                  <a:pt x="30025" y="7294"/>
                  <a:pt x="29749" y="7472"/>
                  <a:pt x="29461" y="7600"/>
                </a:cubicBezTo>
                <a:cubicBezTo>
                  <a:pt x="29173" y="7728"/>
                  <a:pt x="28861" y="7792"/>
                  <a:pt x="28524" y="7792"/>
                </a:cubicBezTo>
                <a:cubicBezTo>
                  <a:pt x="27869" y="7792"/>
                  <a:pt x="27350" y="7540"/>
                  <a:pt x="26966" y="7035"/>
                </a:cubicBezTo>
                <a:cubicBezTo>
                  <a:pt x="26581" y="6529"/>
                  <a:pt x="26389" y="5829"/>
                  <a:pt x="26389" y="4934"/>
                </a:cubicBezTo>
                <a:cubicBezTo>
                  <a:pt x="26389" y="4468"/>
                  <a:pt x="26455" y="4053"/>
                  <a:pt x="26588" y="3689"/>
                </a:cubicBezTo>
                <a:cubicBezTo>
                  <a:pt x="26720" y="3325"/>
                  <a:pt x="26899" y="3015"/>
                  <a:pt x="27125" y="2760"/>
                </a:cubicBezTo>
                <a:cubicBezTo>
                  <a:pt x="27348" y="2510"/>
                  <a:pt x="27607" y="2320"/>
                  <a:pt x="27903" y="2189"/>
                </a:cubicBezTo>
                <a:cubicBezTo>
                  <a:pt x="28199" y="2058"/>
                  <a:pt x="28506" y="1992"/>
                  <a:pt x="28823" y="1992"/>
                </a:cubicBezTo>
                <a:cubicBezTo>
                  <a:pt x="29111" y="1992"/>
                  <a:pt x="29366" y="2023"/>
                  <a:pt x="29588" y="2083"/>
                </a:cubicBezTo>
                <a:cubicBezTo>
                  <a:pt x="29811" y="2144"/>
                  <a:pt x="30045" y="2238"/>
                  <a:pt x="30290" y="2366"/>
                </a:cubicBezTo>
                <a:lnTo>
                  <a:pt x="30290" y="0"/>
                </a:lnTo>
                <a:lnTo>
                  <a:pt x="31213" y="0"/>
                </a:lnTo>
                <a:lnTo>
                  <a:pt x="31213" y="7635"/>
                </a:lnTo>
                <a:moveTo>
                  <a:pt x="30290" y="6286"/>
                </a:moveTo>
                <a:lnTo>
                  <a:pt x="30290" y="3140"/>
                </a:lnTo>
                <a:cubicBezTo>
                  <a:pt x="30042" y="3029"/>
                  <a:pt x="29819" y="2952"/>
                  <a:pt x="29623" y="2910"/>
                </a:cubicBezTo>
                <a:cubicBezTo>
                  <a:pt x="29427" y="2867"/>
                  <a:pt x="29212" y="2846"/>
                  <a:pt x="28980" y="2846"/>
                </a:cubicBezTo>
                <a:cubicBezTo>
                  <a:pt x="28463" y="2846"/>
                  <a:pt x="28061" y="3026"/>
                  <a:pt x="27773" y="3386"/>
                </a:cubicBezTo>
                <a:cubicBezTo>
                  <a:pt x="27485" y="3746"/>
                  <a:pt x="27341" y="4256"/>
                  <a:pt x="27341" y="4917"/>
                </a:cubicBezTo>
                <a:cubicBezTo>
                  <a:pt x="27341" y="5568"/>
                  <a:pt x="27452" y="6062"/>
                  <a:pt x="27675" y="6401"/>
                </a:cubicBezTo>
                <a:cubicBezTo>
                  <a:pt x="27897" y="6740"/>
                  <a:pt x="28254" y="6909"/>
                  <a:pt x="28744" y="6909"/>
                </a:cubicBezTo>
                <a:cubicBezTo>
                  <a:pt x="29006" y="6909"/>
                  <a:pt x="29271" y="6851"/>
                  <a:pt x="29539" y="6735"/>
                </a:cubicBezTo>
                <a:cubicBezTo>
                  <a:pt x="29808" y="6619"/>
                  <a:pt x="30058" y="6469"/>
                  <a:pt x="30290" y="6286"/>
                </a:cubicBezTo>
                <a:close/>
                <a:moveTo>
                  <a:pt x="37287" y="7635"/>
                </a:moveTo>
                <a:lnTo>
                  <a:pt x="36369" y="7635"/>
                </a:lnTo>
                <a:lnTo>
                  <a:pt x="36369" y="7055"/>
                </a:lnTo>
                <a:cubicBezTo>
                  <a:pt x="36288" y="7111"/>
                  <a:pt x="36177" y="7189"/>
                  <a:pt x="36038" y="7289"/>
                </a:cubicBezTo>
                <a:cubicBezTo>
                  <a:pt x="35899" y="7388"/>
                  <a:pt x="35764" y="7468"/>
                  <a:pt x="35633" y="7527"/>
                </a:cubicBezTo>
                <a:cubicBezTo>
                  <a:pt x="35480" y="7602"/>
                  <a:pt x="35303" y="7665"/>
                  <a:pt x="35103" y="7716"/>
                </a:cubicBezTo>
                <a:cubicBezTo>
                  <a:pt x="34904" y="7767"/>
                  <a:pt x="34670" y="7792"/>
                  <a:pt x="34402" y="7792"/>
                </a:cubicBezTo>
                <a:cubicBezTo>
                  <a:pt x="33908" y="7792"/>
                  <a:pt x="33489" y="7628"/>
                  <a:pt x="33146" y="7301"/>
                </a:cubicBezTo>
                <a:cubicBezTo>
                  <a:pt x="32802" y="6973"/>
                  <a:pt x="32630" y="6556"/>
                  <a:pt x="32630" y="6048"/>
                </a:cubicBezTo>
                <a:cubicBezTo>
                  <a:pt x="32630" y="5632"/>
                  <a:pt x="32719" y="5295"/>
                  <a:pt x="32898" y="5038"/>
                </a:cubicBezTo>
                <a:cubicBezTo>
                  <a:pt x="33076" y="4781"/>
                  <a:pt x="33330" y="4579"/>
                  <a:pt x="33661" y="4432"/>
                </a:cubicBezTo>
                <a:cubicBezTo>
                  <a:pt x="33994" y="4284"/>
                  <a:pt x="34395" y="4184"/>
                  <a:pt x="34863" y="4132"/>
                </a:cubicBezTo>
                <a:cubicBezTo>
                  <a:pt x="35331" y="4079"/>
                  <a:pt x="35833" y="4040"/>
                  <a:pt x="36369" y="4014"/>
                </a:cubicBezTo>
                <a:lnTo>
                  <a:pt x="36369" y="3870"/>
                </a:lnTo>
                <a:cubicBezTo>
                  <a:pt x="36369" y="3659"/>
                  <a:pt x="36333" y="3484"/>
                  <a:pt x="36259" y="3346"/>
                </a:cubicBezTo>
                <a:cubicBezTo>
                  <a:pt x="36185" y="3207"/>
                  <a:pt x="36080" y="3098"/>
                  <a:pt x="35942" y="3019"/>
                </a:cubicBezTo>
                <a:cubicBezTo>
                  <a:pt x="35812" y="2943"/>
                  <a:pt x="35655" y="2892"/>
                  <a:pt x="35471" y="2866"/>
                </a:cubicBezTo>
                <a:cubicBezTo>
                  <a:pt x="35288" y="2840"/>
                  <a:pt x="35097" y="2826"/>
                  <a:pt x="34897" y="2826"/>
                </a:cubicBezTo>
                <a:cubicBezTo>
                  <a:pt x="34655" y="2826"/>
                  <a:pt x="34385" y="2859"/>
                  <a:pt x="34088" y="2925"/>
                </a:cubicBezTo>
                <a:cubicBezTo>
                  <a:pt x="33790" y="2990"/>
                  <a:pt x="33482" y="3085"/>
                  <a:pt x="33165" y="3209"/>
                </a:cubicBezTo>
                <a:lnTo>
                  <a:pt x="33116" y="3209"/>
                </a:lnTo>
                <a:lnTo>
                  <a:pt x="33116" y="2272"/>
                </a:lnTo>
                <a:cubicBezTo>
                  <a:pt x="33296" y="2223"/>
                  <a:pt x="33556" y="2169"/>
                  <a:pt x="33896" y="2110"/>
                </a:cubicBezTo>
                <a:cubicBezTo>
                  <a:pt x="34237" y="2051"/>
                  <a:pt x="34572" y="2022"/>
                  <a:pt x="34902" y="2022"/>
                </a:cubicBezTo>
                <a:cubicBezTo>
                  <a:pt x="35288" y="2022"/>
                  <a:pt x="35624" y="2054"/>
                  <a:pt x="35911" y="2117"/>
                </a:cubicBezTo>
                <a:cubicBezTo>
                  <a:pt x="36197" y="2181"/>
                  <a:pt x="36445" y="2290"/>
                  <a:pt x="36654" y="2444"/>
                </a:cubicBezTo>
                <a:cubicBezTo>
                  <a:pt x="36860" y="2594"/>
                  <a:pt x="37017" y="2789"/>
                  <a:pt x="37125" y="3028"/>
                </a:cubicBezTo>
                <a:cubicBezTo>
                  <a:pt x="37233" y="3266"/>
                  <a:pt x="37287" y="3562"/>
                  <a:pt x="37287" y="3916"/>
                </a:cubicBezTo>
                <a:lnTo>
                  <a:pt x="37287" y="7635"/>
                </a:lnTo>
                <a:moveTo>
                  <a:pt x="36369" y="6293"/>
                </a:moveTo>
                <a:lnTo>
                  <a:pt x="36369" y="4760"/>
                </a:lnTo>
                <a:cubicBezTo>
                  <a:pt x="36088" y="4776"/>
                  <a:pt x="35757" y="4801"/>
                  <a:pt x="35376" y="4834"/>
                </a:cubicBezTo>
                <a:cubicBezTo>
                  <a:pt x="34995" y="4867"/>
                  <a:pt x="34693" y="4914"/>
                  <a:pt x="34470" y="4976"/>
                </a:cubicBezTo>
                <a:cubicBezTo>
                  <a:pt x="34205" y="5052"/>
                  <a:pt x="33991" y="5170"/>
                  <a:pt x="33828" y="5329"/>
                </a:cubicBezTo>
                <a:cubicBezTo>
                  <a:pt x="33664" y="5488"/>
                  <a:pt x="33582" y="5708"/>
                  <a:pt x="33582" y="5987"/>
                </a:cubicBezTo>
                <a:cubicBezTo>
                  <a:pt x="33582" y="6302"/>
                  <a:pt x="33677" y="6540"/>
                  <a:pt x="33867" y="6699"/>
                </a:cubicBezTo>
                <a:cubicBezTo>
                  <a:pt x="34057" y="6859"/>
                  <a:pt x="34346" y="6938"/>
                  <a:pt x="34735" y="6938"/>
                </a:cubicBezTo>
                <a:cubicBezTo>
                  <a:pt x="35059" y="6938"/>
                  <a:pt x="35355" y="6875"/>
                  <a:pt x="35624" y="6749"/>
                </a:cubicBezTo>
                <a:cubicBezTo>
                  <a:pt x="35892" y="6622"/>
                  <a:pt x="36140" y="6470"/>
                  <a:pt x="36369" y="6293"/>
                </a:cubicBezTo>
                <a:close/>
                <a:moveTo>
                  <a:pt x="43651" y="4985"/>
                </a:moveTo>
                <a:lnTo>
                  <a:pt x="39613" y="4985"/>
                </a:lnTo>
                <a:cubicBezTo>
                  <a:pt x="39613" y="5323"/>
                  <a:pt x="39663" y="5617"/>
                  <a:pt x="39765" y="5868"/>
                </a:cubicBezTo>
                <a:cubicBezTo>
                  <a:pt x="39866" y="6119"/>
                  <a:pt x="40005" y="6325"/>
                  <a:pt x="40182" y="6486"/>
                </a:cubicBezTo>
                <a:cubicBezTo>
                  <a:pt x="40352" y="6643"/>
                  <a:pt x="40554" y="6761"/>
                  <a:pt x="40788" y="6840"/>
                </a:cubicBezTo>
                <a:cubicBezTo>
                  <a:pt x="41022" y="6919"/>
                  <a:pt x="41279" y="6958"/>
                  <a:pt x="41561" y="6958"/>
                </a:cubicBezTo>
                <a:cubicBezTo>
                  <a:pt x="41934" y="6958"/>
                  <a:pt x="42309" y="6883"/>
                  <a:pt x="42687" y="6733"/>
                </a:cubicBezTo>
                <a:cubicBezTo>
                  <a:pt x="43065" y="6583"/>
                  <a:pt x="43334" y="6436"/>
                  <a:pt x="43494" y="6291"/>
                </a:cubicBezTo>
                <a:lnTo>
                  <a:pt x="43543" y="6291"/>
                </a:lnTo>
                <a:lnTo>
                  <a:pt x="43543" y="7300"/>
                </a:lnTo>
                <a:cubicBezTo>
                  <a:pt x="43232" y="7431"/>
                  <a:pt x="42915" y="7541"/>
                  <a:pt x="42591" y="7630"/>
                </a:cubicBezTo>
                <a:cubicBezTo>
                  <a:pt x="42267" y="7718"/>
                  <a:pt x="41927" y="7763"/>
                  <a:pt x="41571" y="7763"/>
                </a:cubicBezTo>
                <a:cubicBezTo>
                  <a:pt x="40661" y="7763"/>
                  <a:pt x="39951" y="7516"/>
                  <a:pt x="39441" y="7023"/>
                </a:cubicBezTo>
                <a:cubicBezTo>
                  <a:pt x="38931" y="6530"/>
                  <a:pt x="38675" y="5829"/>
                  <a:pt x="38675" y="4922"/>
                </a:cubicBezTo>
                <a:cubicBezTo>
                  <a:pt x="38675" y="4024"/>
                  <a:pt x="38920" y="3311"/>
                  <a:pt x="39409" y="2784"/>
                </a:cubicBezTo>
                <a:cubicBezTo>
                  <a:pt x="39898" y="2256"/>
                  <a:pt x="40542" y="1992"/>
                  <a:pt x="41340" y="1992"/>
                </a:cubicBezTo>
                <a:cubicBezTo>
                  <a:pt x="42079" y="1992"/>
                  <a:pt x="42649" y="2208"/>
                  <a:pt x="43050" y="2641"/>
                </a:cubicBezTo>
                <a:cubicBezTo>
                  <a:pt x="43451" y="3073"/>
                  <a:pt x="43651" y="3688"/>
                  <a:pt x="43651" y="4484"/>
                </a:cubicBezTo>
                <a:lnTo>
                  <a:pt x="43651" y="4985"/>
                </a:lnTo>
                <a:moveTo>
                  <a:pt x="42753" y="4279"/>
                </a:moveTo>
                <a:cubicBezTo>
                  <a:pt x="42750" y="3795"/>
                  <a:pt x="42628" y="3420"/>
                  <a:pt x="42388" y="3155"/>
                </a:cubicBezTo>
                <a:cubicBezTo>
                  <a:pt x="42147" y="2890"/>
                  <a:pt x="41782" y="2758"/>
                  <a:pt x="41291" y="2758"/>
                </a:cubicBezTo>
                <a:cubicBezTo>
                  <a:pt x="40797" y="2758"/>
                  <a:pt x="40403" y="2903"/>
                  <a:pt x="40111" y="3194"/>
                </a:cubicBezTo>
                <a:cubicBezTo>
                  <a:pt x="39818" y="3486"/>
                  <a:pt x="39652" y="3847"/>
                  <a:pt x="39613" y="4279"/>
                </a:cubicBezTo>
                <a:lnTo>
                  <a:pt x="42753" y="427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5E51242-C655-45E4-8B4C-AB8ED1EE03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775" y="1038610"/>
            <a:ext cx="44466" cy="45223"/>
          </a:xfrm>
          <a:custGeom xmlns:a="http://schemas.openxmlformats.org/drawingml/2006/main">
            <a:pathLst>
              <a:path w="44466" h="45223">
                <a:moveTo>
                  <a:pt x="0" y="0"/>
                </a:moveTo>
                <a:lnTo>
                  <a:pt x="44466" y="0"/>
                </a:lnTo>
                <a:lnTo>
                  <a:pt x="44466" y="45223"/>
                </a:lnTo>
                <a:lnTo>
                  <a:pt x="0" y="4522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90A00F1-B361-4E74-ADE8-6CC04FF12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7775" y="1038612"/>
            <a:ext cx="44466" cy="45223"/>
          </a:xfrm>
          <a:custGeom xmlns:a="http://schemas.openxmlformats.org/drawingml/2006/main">
            <a:pathLst>
              <a:path w="44466" h="45223" fill="none">
                <a:moveTo>
                  <a:pt x="0" y="0"/>
                </a:moveTo>
                <a:lnTo>
                  <a:pt x="44466" y="0"/>
                </a:lnTo>
                <a:lnTo>
                  <a:pt x="44466" y="45223"/>
                </a:lnTo>
                <a:lnTo>
                  <a:pt x="0" y="4522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07" name="Text Cardinalidae">
            <a:extLst xmlns:a="http://schemas.openxmlformats.org/drawingml/2006/main">
              <a:ext uri="{FF2B5EF4-FFF2-40B4-BE49-F238E27FC236}">
                <a16:creationId xmlns:a16="http://schemas.microsoft.com/office/drawing/2014/main" id="{B7B884C5-BA1B-4644-A425-6B085ED90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0673" y="1040341"/>
            <a:ext cx="43599" cy="5524"/>
          </a:xfrm>
          <a:custGeom xmlns:a="http://schemas.openxmlformats.org/drawingml/2006/main">
            <a:pathLst>
              <a:path w="43599" h="5524">
                <a:moveTo>
                  <a:pt x="4296" y="5039"/>
                </a:moveTo>
                <a:cubicBezTo>
                  <a:pt x="4169" y="5095"/>
                  <a:pt x="4053" y="5148"/>
                  <a:pt x="3950" y="5196"/>
                </a:cubicBezTo>
                <a:cubicBezTo>
                  <a:pt x="3847" y="5245"/>
                  <a:pt x="3712" y="5296"/>
                  <a:pt x="3545" y="5350"/>
                </a:cubicBezTo>
                <a:cubicBezTo>
                  <a:pt x="3403" y="5394"/>
                  <a:pt x="3250" y="5432"/>
                  <a:pt x="3084" y="5463"/>
                </a:cubicBezTo>
                <a:cubicBezTo>
                  <a:pt x="2918" y="5495"/>
                  <a:pt x="2735" y="5510"/>
                  <a:pt x="2536" y="5510"/>
                </a:cubicBezTo>
                <a:cubicBezTo>
                  <a:pt x="2160" y="5510"/>
                  <a:pt x="1819" y="5458"/>
                  <a:pt x="1512" y="5352"/>
                </a:cubicBezTo>
                <a:cubicBezTo>
                  <a:pt x="1204" y="5246"/>
                  <a:pt x="937" y="5081"/>
                  <a:pt x="710" y="4856"/>
                </a:cubicBezTo>
                <a:cubicBezTo>
                  <a:pt x="487" y="4635"/>
                  <a:pt x="313" y="4355"/>
                  <a:pt x="188" y="4015"/>
                </a:cubicBezTo>
                <a:cubicBezTo>
                  <a:pt x="63" y="3675"/>
                  <a:pt x="0" y="3280"/>
                  <a:pt x="0" y="2830"/>
                </a:cubicBezTo>
                <a:cubicBezTo>
                  <a:pt x="0" y="2403"/>
                  <a:pt x="60" y="2021"/>
                  <a:pt x="181" y="1685"/>
                </a:cubicBezTo>
                <a:cubicBezTo>
                  <a:pt x="301" y="1348"/>
                  <a:pt x="475" y="1064"/>
                  <a:pt x="703" y="832"/>
                </a:cubicBezTo>
                <a:cubicBezTo>
                  <a:pt x="923" y="607"/>
                  <a:pt x="1189" y="435"/>
                  <a:pt x="1501" y="317"/>
                </a:cubicBezTo>
                <a:cubicBezTo>
                  <a:pt x="1813" y="198"/>
                  <a:pt x="2159" y="139"/>
                  <a:pt x="2539" y="139"/>
                </a:cubicBezTo>
                <a:cubicBezTo>
                  <a:pt x="2818" y="139"/>
                  <a:pt x="3096" y="173"/>
                  <a:pt x="3373" y="240"/>
                </a:cubicBezTo>
                <a:cubicBezTo>
                  <a:pt x="3650" y="307"/>
                  <a:pt x="3958" y="426"/>
                  <a:pt x="4296" y="595"/>
                </a:cubicBezTo>
                <a:lnTo>
                  <a:pt x="4296" y="1412"/>
                </a:lnTo>
                <a:lnTo>
                  <a:pt x="4244" y="1412"/>
                </a:lnTo>
                <a:cubicBezTo>
                  <a:pt x="3959" y="1177"/>
                  <a:pt x="3676" y="1006"/>
                  <a:pt x="3395" y="898"/>
                </a:cubicBezTo>
                <a:cubicBezTo>
                  <a:pt x="3115" y="791"/>
                  <a:pt x="2814" y="737"/>
                  <a:pt x="2494" y="737"/>
                </a:cubicBezTo>
                <a:cubicBezTo>
                  <a:pt x="2232" y="737"/>
                  <a:pt x="1996" y="780"/>
                  <a:pt x="1786" y="864"/>
                </a:cubicBezTo>
                <a:cubicBezTo>
                  <a:pt x="1576" y="949"/>
                  <a:pt x="1389" y="1080"/>
                  <a:pt x="1225" y="1258"/>
                </a:cubicBezTo>
                <a:cubicBezTo>
                  <a:pt x="1064" y="1432"/>
                  <a:pt x="940" y="1651"/>
                  <a:pt x="851" y="1916"/>
                </a:cubicBezTo>
                <a:cubicBezTo>
                  <a:pt x="761" y="2180"/>
                  <a:pt x="717" y="2486"/>
                  <a:pt x="717" y="2833"/>
                </a:cubicBezTo>
                <a:cubicBezTo>
                  <a:pt x="717" y="3197"/>
                  <a:pt x="766" y="3509"/>
                  <a:pt x="864" y="3770"/>
                </a:cubicBezTo>
                <a:cubicBezTo>
                  <a:pt x="963" y="4032"/>
                  <a:pt x="1090" y="4245"/>
                  <a:pt x="1245" y="4409"/>
                </a:cubicBezTo>
                <a:cubicBezTo>
                  <a:pt x="1408" y="4580"/>
                  <a:pt x="1597" y="4707"/>
                  <a:pt x="1814" y="4789"/>
                </a:cubicBezTo>
                <a:cubicBezTo>
                  <a:pt x="2031" y="4871"/>
                  <a:pt x="2260" y="4912"/>
                  <a:pt x="2501" y="4912"/>
                </a:cubicBezTo>
                <a:cubicBezTo>
                  <a:pt x="2833" y="4912"/>
                  <a:pt x="3144" y="4855"/>
                  <a:pt x="3434" y="4742"/>
                </a:cubicBezTo>
                <a:cubicBezTo>
                  <a:pt x="3723" y="4628"/>
                  <a:pt x="3995" y="4457"/>
                  <a:pt x="4248" y="4230"/>
                </a:cubicBezTo>
                <a:lnTo>
                  <a:pt x="4296" y="4230"/>
                </a:lnTo>
                <a:lnTo>
                  <a:pt x="4296" y="5039"/>
                </a:lnTo>
                <a:close/>
                <a:moveTo>
                  <a:pt x="8237" y="5413"/>
                </a:moveTo>
                <a:lnTo>
                  <a:pt x="7587" y="5413"/>
                </a:lnTo>
                <a:lnTo>
                  <a:pt x="7587" y="5002"/>
                </a:lnTo>
                <a:cubicBezTo>
                  <a:pt x="7529" y="5041"/>
                  <a:pt x="7451" y="5096"/>
                  <a:pt x="7352" y="5167"/>
                </a:cubicBezTo>
                <a:cubicBezTo>
                  <a:pt x="7253" y="5238"/>
                  <a:pt x="7158" y="5294"/>
                  <a:pt x="7065" y="5336"/>
                </a:cubicBezTo>
                <a:cubicBezTo>
                  <a:pt x="6956" y="5390"/>
                  <a:pt x="6831" y="5434"/>
                  <a:pt x="6689" y="5470"/>
                </a:cubicBezTo>
                <a:cubicBezTo>
                  <a:pt x="6548" y="5506"/>
                  <a:pt x="6382" y="5524"/>
                  <a:pt x="6192" y="5524"/>
                </a:cubicBezTo>
                <a:cubicBezTo>
                  <a:pt x="5842" y="5524"/>
                  <a:pt x="5545" y="5408"/>
                  <a:pt x="5301" y="5176"/>
                </a:cubicBezTo>
                <a:cubicBezTo>
                  <a:pt x="5058" y="4944"/>
                  <a:pt x="4936" y="4648"/>
                  <a:pt x="4936" y="4288"/>
                </a:cubicBezTo>
                <a:cubicBezTo>
                  <a:pt x="4936" y="3993"/>
                  <a:pt x="4999" y="3754"/>
                  <a:pt x="5126" y="3572"/>
                </a:cubicBezTo>
                <a:cubicBezTo>
                  <a:pt x="5252" y="3390"/>
                  <a:pt x="5432" y="3246"/>
                  <a:pt x="5667" y="3142"/>
                </a:cubicBezTo>
                <a:cubicBezTo>
                  <a:pt x="5903" y="3037"/>
                  <a:pt x="6187" y="2966"/>
                  <a:pt x="6519" y="2929"/>
                </a:cubicBezTo>
                <a:cubicBezTo>
                  <a:pt x="6851" y="2892"/>
                  <a:pt x="7207" y="2864"/>
                  <a:pt x="7587" y="2846"/>
                </a:cubicBezTo>
                <a:lnTo>
                  <a:pt x="7587" y="2744"/>
                </a:lnTo>
                <a:cubicBezTo>
                  <a:pt x="7587" y="2594"/>
                  <a:pt x="7561" y="2470"/>
                  <a:pt x="7509" y="2372"/>
                </a:cubicBezTo>
                <a:cubicBezTo>
                  <a:pt x="7456" y="2274"/>
                  <a:pt x="7382" y="2197"/>
                  <a:pt x="7284" y="2141"/>
                </a:cubicBezTo>
                <a:cubicBezTo>
                  <a:pt x="7191" y="2087"/>
                  <a:pt x="7080" y="2051"/>
                  <a:pt x="6950" y="2032"/>
                </a:cubicBezTo>
                <a:cubicBezTo>
                  <a:pt x="6820" y="2013"/>
                  <a:pt x="6685" y="2004"/>
                  <a:pt x="6543" y="2004"/>
                </a:cubicBezTo>
                <a:cubicBezTo>
                  <a:pt x="6372" y="2004"/>
                  <a:pt x="6180" y="2027"/>
                  <a:pt x="5969" y="2073"/>
                </a:cubicBezTo>
                <a:cubicBezTo>
                  <a:pt x="5758" y="2120"/>
                  <a:pt x="5540" y="2187"/>
                  <a:pt x="5315" y="2275"/>
                </a:cubicBezTo>
                <a:lnTo>
                  <a:pt x="5280" y="2275"/>
                </a:lnTo>
                <a:lnTo>
                  <a:pt x="5280" y="1611"/>
                </a:lnTo>
                <a:cubicBezTo>
                  <a:pt x="5408" y="1576"/>
                  <a:pt x="5592" y="1538"/>
                  <a:pt x="5834" y="1496"/>
                </a:cubicBezTo>
                <a:cubicBezTo>
                  <a:pt x="6075" y="1454"/>
                  <a:pt x="6312" y="1433"/>
                  <a:pt x="6547" y="1433"/>
                </a:cubicBezTo>
                <a:cubicBezTo>
                  <a:pt x="6820" y="1433"/>
                  <a:pt x="7059" y="1456"/>
                  <a:pt x="7262" y="1501"/>
                </a:cubicBezTo>
                <a:cubicBezTo>
                  <a:pt x="7465" y="1546"/>
                  <a:pt x="7640" y="1623"/>
                  <a:pt x="7789" y="1732"/>
                </a:cubicBezTo>
                <a:cubicBezTo>
                  <a:pt x="7935" y="1839"/>
                  <a:pt x="8046" y="1977"/>
                  <a:pt x="8123" y="2146"/>
                </a:cubicBezTo>
                <a:cubicBezTo>
                  <a:pt x="8199" y="2316"/>
                  <a:pt x="8237" y="2526"/>
                  <a:pt x="8237" y="2776"/>
                </a:cubicBezTo>
                <a:lnTo>
                  <a:pt x="8237" y="5413"/>
                </a:lnTo>
                <a:moveTo>
                  <a:pt x="7587" y="4461"/>
                </a:moveTo>
                <a:lnTo>
                  <a:pt x="7587" y="3374"/>
                </a:lnTo>
                <a:cubicBezTo>
                  <a:pt x="7387" y="3386"/>
                  <a:pt x="7153" y="3404"/>
                  <a:pt x="6882" y="3427"/>
                </a:cubicBezTo>
                <a:cubicBezTo>
                  <a:pt x="6612" y="3450"/>
                  <a:pt x="6398" y="3484"/>
                  <a:pt x="6241" y="3528"/>
                </a:cubicBezTo>
                <a:cubicBezTo>
                  <a:pt x="6053" y="3582"/>
                  <a:pt x="5901" y="3665"/>
                  <a:pt x="5785" y="3778"/>
                </a:cubicBezTo>
                <a:cubicBezTo>
                  <a:pt x="5669" y="3891"/>
                  <a:pt x="5611" y="4047"/>
                  <a:pt x="5611" y="4245"/>
                </a:cubicBezTo>
                <a:cubicBezTo>
                  <a:pt x="5611" y="4468"/>
                  <a:pt x="5678" y="4636"/>
                  <a:pt x="5813" y="4749"/>
                </a:cubicBezTo>
                <a:cubicBezTo>
                  <a:pt x="5947" y="4862"/>
                  <a:pt x="6152" y="4919"/>
                  <a:pt x="6428" y="4919"/>
                </a:cubicBezTo>
                <a:cubicBezTo>
                  <a:pt x="6658" y="4919"/>
                  <a:pt x="6868" y="4874"/>
                  <a:pt x="7058" y="4784"/>
                </a:cubicBezTo>
                <a:cubicBezTo>
                  <a:pt x="7248" y="4695"/>
                  <a:pt x="7425" y="4587"/>
                  <a:pt x="7587" y="4461"/>
                </a:cubicBezTo>
                <a:close/>
                <a:moveTo>
                  <a:pt x="11919" y="2233"/>
                </a:moveTo>
                <a:lnTo>
                  <a:pt x="11884" y="2233"/>
                </a:lnTo>
                <a:cubicBezTo>
                  <a:pt x="11787" y="2211"/>
                  <a:pt x="11692" y="2195"/>
                  <a:pt x="11600" y="2186"/>
                </a:cubicBezTo>
                <a:cubicBezTo>
                  <a:pt x="11509" y="2176"/>
                  <a:pt x="11400" y="2171"/>
                  <a:pt x="11275" y="2171"/>
                </a:cubicBezTo>
                <a:cubicBezTo>
                  <a:pt x="11073" y="2171"/>
                  <a:pt x="10879" y="2215"/>
                  <a:pt x="10691" y="2305"/>
                </a:cubicBezTo>
                <a:cubicBezTo>
                  <a:pt x="10503" y="2394"/>
                  <a:pt x="10322" y="2510"/>
                  <a:pt x="10148" y="2651"/>
                </a:cubicBezTo>
                <a:lnTo>
                  <a:pt x="10148" y="5413"/>
                </a:lnTo>
                <a:lnTo>
                  <a:pt x="9494" y="5413"/>
                </a:lnTo>
                <a:lnTo>
                  <a:pt x="9494" y="1524"/>
                </a:lnTo>
                <a:lnTo>
                  <a:pt x="10148" y="1524"/>
                </a:lnTo>
                <a:lnTo>
                  <a:pt x="10148" y="2098"/>
                </a:lnTo>
                <a:cubicBezTo>
                  <a:pt x="10408" y="1889"/>
                  <a:pt x="10637" y="1741"/>
                  <a:pt x="10835" y="1654"/>
                </a:cubicBezTo>
                <a:cubicBezTo>
                  <a:pt x="11033" y="1567"/>
                  <a:pt x="11236" y="1524"/>
                  <a:pt x="11442" y="1524"/>
                </a:cubicBezTo>
                <a:cubicBezTo>
                  <a:pt x="11556" y="1524"/>
                  <a:pt x="11638" y="1527"/>
                  <a:pt x="11689" y="1532"/>
                </a:cubicBezTo>
                <a:cubicBezTo>
                  <a:pt x="11740" y="1538"/>
                  <a:pt x="11817" y="1549"/>
                  <a:pt x="11919" y="1565"/>
                </a:cubicBezTo>
                <a:lnTo>
                  <a:pt x="11919" y="2233"/>
                </a:lnTo>
                <a:close/>
                <a:moveTo>
                  <a:pt x="15689" y="5413"/>
                </a:moveTo>
                <a:lnTo>
                  <a:pt x="15035" y="5413"/>
                </a:lnTo>
                <a:lnTo>
                  <a:pt x="15035" y="5008"/>
                </a:lnTo>
                <a:cubicBezTo>
                  <a:pt x="14848" y="5171"/>
                  <a:pt x="14652" y="5298"/>
                  <a:pt x="14447" y="5388"/>
                </a:cubicBezTo>
                <a:cubicBezTo>
                  <a:pt x="14243" y="5479"/>
                  <a:pt x="14022" y="5524"/>
                  <a:pt x="13783" y="5524"/>
                </a:cubicBezTo>
                <a:cubicBezTo>
                  <a:pt x="13319" y="5524"/>
                  <a:pt x="12951" y="5345"/>
                  <a:pt x="12679" y="4987"/>
                </a:cubicBezTo>
                <a:cubicBezTo>
                  <a:pt x="12406" y="4629"/>
                  <a:pt x="12270" y="4133"/>
                  <a:pt x="12270" y="3498"/>
                </a:cubicBezTo>
                <a:cubicBezTo>
                  <a:pt x="12270" y="3168"/>
                  <a:pt x="12317" y="2874"/>
                  <a:pt x="12411" y="2616"/>
                </a:cubicBezTo>
                <a:cubicBezTo>
                  <a:pt x="12505" y="2358"/>
                  <a:pt x="12632" y="2138"/>
                  <a:pt x="12792" y="1956"/>
                </a:cubicBezTo>
                <a:cubicBezTo>
                  <a:pt x="12949" y="1780"/>
                  <a:pt x="13133" y="1645"/>
                  <a:pt x="13343" y="1552"/>
                </a:cubicBezTo>
                <a:cubicBezTo>
                  <a:pt x="13553" y="1459"/>
                  <a:pt x="13770" y="1412"/>
                  <a:pt x="13995" y="1412"/>
                </a:cubicBezTo>
                <a:cubicBezTo>
                  <a:pt x="14199" y="1412"/>
                  <a:pt x="14380" y="1434"/>
                  <a:pt x="14538" y="1477"/>
                </a:cubicBezTo>
                <a:cubicBezTo>
                  <a:pt x="14696" y="1520"/>
                  <a:pt x="14861" y="1587"/>
                  <a:pt x="15035" y="1677"/>
                </a:cubicBezTo>
                <a:lnTo>
                  <a:pt x="15035" y="0"/>
                </a:lnTo>
                <a:lnTo>
                  <a:pt x="15689" y="0"/>
                </a:lnTo>
                <a:lnTo>
                  <a:pt x="15689" y="5413"/>
                </a:lnTo>
                <a:moveTo>
                  <a:pt x="15035" y="4456"/>
                </a:moveTo>
                <a:lnTo>
                  <a:pt x="15035" y="2226"/>
                </a:lnTo>
                <a:cubicBezTo>
                  <a:pt x="14859" y="2148"/>
                  <a:pt x="14701" y="2093"/>
                  <a:pt x="14562" y="2063"/>
                </a:cubicBezTo>
                <a:cubicBezTo>
                  <a:pt x="14423" y="2033"/>
                  <a:pt x="14271" y="2018"/>
                  <a:pt x="14107" y="2018"/>
                </a:cubicBezTo>
                <a:cubicBezTo>
                  <a:pt x="13740" y="2018"/>
                  <a:pt x="13455" y="2145"/>
                  <a:pt x="13251" y="2400"/>
                </a:cubicBezTo>
                <a:cubicBezTo>
                  <a:pt x="13047" y="2655"/>
                  <a:pt x="12945" y="3017"/>
                  <a:pt x="12945" y="3486"/>
                </a:cubicBezTo>
                <a:cubicBezTo>
                  <a:pt x="12945" y="3947"/>
                  <a:pt x="13023" y="4298"/>
                  <a:pt x="13181" y="4538"/>
                </a:cubicBezTo>
                <a:cubicBezTo>
                  <a:pt x="13339" y="4778"/>
                  <a:pt x="13592" y="4898"/>
                  <a:pt x="13940" y="4898"/>
                </a:cubicBezTo>
                <a:cubicBezTo>
                  <a:pt x="14125" y="4898"/>
                  <a:pt x="14313" y="4857"/>
                  <a:pt x="14503" y="4775"/>
                </a:cubicBezTo>
                <a:cubicBezTo>
                  <a:pt x="14693" y="4692"/>
                  <a:pt x="14871" y="4586"/>
                  <a:pt x="15035" y="4456"/>
                </a:cubicBezTo>
                <a:close/>
                <a:moveTo>
                  <a:pt x="17679" y="877"/>
                </a:moveTo>
                <a:lnTo>
                  <a:pt x="16941" y="877"/>
                </a:lnTo>
                <a:lnTo>
                  <a:pt x="16941" y="195"/>
                </a:lnTo>
                <a:lnTo>
                  <a:pt x="17679" y="195"/>
                </a:lnTo>
                <a:lnTo>
                  <a:pt x="17679" y="877"/>
                </a:lnTo>
                <a:moveTo>
                  <a:pt x="17637" y="5413"/>
                </a:moveTo>
                <a:lnTo>
                  <a:pt x="16983" y="5413"/>
                </a:lnTo>
                <a:lnTo>
                  <a:pt x="16983" y="1524"/>
                </a:lnTo>
                <a:lnTo>
                  <a:pt x="17637" y="1524"/>
                </a:lnTo>
                <a:lnTo>
                  <a:pt x="17637" y="5413"/>
                </a:lnTo>
                <a:close/>
                <a:moveTo>
                  <a:pt x="22180" y="5413"/>
                </a:moveTo>
                <a:lnTo>
                  <a:pt x="21526" y="5413"/>
                </a:lnTo>
                <a:lnTo>
                  <a:pt x="21526" y="3198"/>
                </a:lnTo>
                <a:cubicBezTo>
                  <a:pt x="21526" y="3019"/>
                  <a:pt x="21516" y="2852"/>
                  <a:pt x="21495" y="2695"/>
                </a:cubicBezTo>
                <a:cubicBezTo>
                  <a:pt x="21474" y="2538"/>
                  <a:pt x="21436" y="2416"/>
                  <a:pt x="21380" y="2328"/>
                </a:cubicBezTo>
                <a:cubicBezTo>
                  <a:pt x="21322" y="2230"/>
                  <a:pt x="21239" y="2158"/>
                  <a:pt x="21130" y="2110"/>
                </a:cubicBezTo>
                <a:cubicBezTo>
                  <a:pt x="21021" y="2062"/>
                  <a:pt x="20879" y="2039"/>
                  <a:pt x="20705" y="2039"/>
                </a:cubicBezTo>
                <a:cubicBezTo>
                  <a:pt x="20527" y="2039"/>
                  <a:pt x="20340" y="2083"/>
                  <a:pt x="20145" y="2171"/>
                </a:cubicBezTo>
                <a:cubicBezTo>
                  <a:pt x="19951" y="2259"/>
                  <a:pt x="19764" y="2372"/>
                  <a:pt x="19585" y="2509"/>
                </a:cubicBezTo>
                <a:lnTo>
                  <a:pt x="19585" y="5413"/>
                </a:lnTo>
                <a:lnTo>
                  <a:pt x="18931" y="5413"/>
                </a:lnTo>
                <a:lnTo>
                  <a:pt x="18931" y="1524"/>
                </a:lnTo>
                <a:lnTo>
                  <a:pt x="19585" y="1524"/>
                </a:lnTo>
                <a:lnTo>
                  <a:pt x="19585" y="1953"/>
                </a:lnTo>
                <a:cubicBezTo>
                  <a:pt x="19789" y="1783"/>
                  <a:pt x="20000" y="1651"/>
                  <a:pt x="20218" y="1555"/>
                </a:cubicBezTo>
                <a:cubicBezTo>
                  <a:pt x="20436" y="1460"/>
                  <a:pt x="20660" y="1412"/>
                  <a:pt x="20890" y="1412"/>
                </a:cubicBezTo>
                <a:cubicBezTo>
                  <a:pt x="21310" y="1412"/>
                  <a:pt x="21630" y="1539"/>
                  <a:pt x="21850" y="1792"/>
                </a:cubicBezTo>
                <a:cubicBezTo>
                  <a:pt x="22070" y="2045"/>
                  <a:pt x="22180" y="2410"/>
                  <a:pt x="22180" y="2886"/>
                </a:cubicBezTo>
                <a:lnTo>
                  <a:pt x="22180" y="5413"/>
                </a:lnTo>
                <a:close/>
                <a:moveTo>
                  <a:pt x="26459" y="5413"/>
                </a:moveTo>
                <a:lnTo>
                  <a:pt x="25809" y="5413"/>
                </a:lnTo>
                <a:lnTo>
                  <a:pt x="25809" y="5002"/>
                </a:lnTo>
                <a:cubicBezTo>
                  <a:pt x="25751" y="5041"/>
                  <a:pt x="25672" y="5096"/>
                  <a:pt x="25574" y="5167"/>
                </a:cubicBezTo>
                <a:cubicBezTo>
                  <a:pt x="25475" y="5238"/>
                  <a:pt x="25380" y="5294"/>
                  <a:pt x="25287" y="5336"/>
                </a:cubicBezTo>
                <a:cubicBezTo>
                  <a:pt x="25178" y="5390"/>
                  <a:pt x="25053" y="5434"/>
                  <a:pt x="24911" y="5470"/>
                </a:cubicBezTo>
                <a:cubicBezTo>
                  <a:pt x="24770" y="5506"/>
                  <a:pt x="24604" y="5524"/>
                  <a:pt x="24414" y="5524"/>
                </a:cubicBezTo>
                <a:cubicBezTo>
                  <a:pt x="24063" y="5524"/>
                  <a:pt x="23767" y="5408"/>
                  <a:pt x="23523" y="5176"/>
                </a:cubicBezTo>
                <a:cubicBezTo>
                  <a:pt x="23280" y="4944"/>
                  <a:pt x="23158" y="4648"/>
                  <a:pt x="23158" y="4288"/>
                </a:cubicBezTo>
                <a:cubicBezTo>
                  <a:pt x="23158" y="3993"/>
                  <a:pt x="23221" y="3754"/>
                  <a:pt x="23347" y="3572"/>
                </a:cubicBezTo>
                <a:cubicBezTo>
                  <a:pt x="23474" y="3390"/>
                  <a:pt x="23654" y="3246"/>
                  <a:pt x="23888" y="3142"/>
                </a:cubicBezTo>
                <a:cubicBezTo>
                  <a:pt x="24125" y="3037"/>
                  <a:pt x="24409" y="2966"/>
                  <a:pt x="24741" y="2929"/>
                </a:cubicBezTo>
                <a:cubicBezTo>
                  <a:pt x="25072" y="2892"/>
                  <a:pt x="25428" y="2864"/>
                  <a:pt x="25809" y="2846"/>
                </a:cubicBezTo>
                <a:lnTo>
                  <a:pt x="25809" y="2744"/>
                </a:lnTo>
                <a:cubicBezTo>
                  <a:pt x="25809" y="2594"/>
                  <a:pt x="25782" y="2470"/>
                  <a:pt x="25730" y="2372"/>
                </a:cubicBezTo>
                <a:cubicBezTo>
                  <a:pt x="25678" y="2274"/>
                  <a:pt x="25603" y="2197"/>
                  <a:pt x="25506" y="2141"/>
                </a:cubicBezTo>
                <a:cubicBezTo>
                  <a:pt x="25413" y="2087"/>
                  <a:pt x="25302" y="2051"/>
                  <a:pt x="25172" y="2032"/>
                </a:cubicBezTo>
                <a:cubicBezTo>
                  <a:pt x="25042" y="2013"/>
                  <a:pt x="24906" y="2004"/>
                  <a:pt x="24765" y="2004"/>
                </a:cubicBezTo>
                <a:cubicBezTo>
                  <a:pt x="24593" y="2004"/>
                  <a:pt x="24402" y="2027"/>
                  <a:pt x="24191" y="2073"/>
                </a:cubicBezTo>
                <a:cubicBezTo>
                  <a:pt x="23980" y="2120"/>
                  <a:pt x="23762" y="2187"/>
                  <a:pt x="23537" y="2275"/>
                </a:cubicBezTo>
                <a:lnTo>
                  <a:pt x="23502" y="2275"/>
                </a:lnTo>
                <a:lnTo>
                  <a:pt x="23502" y="1611"/>
                </a:lnTo>
                <a:cubicBezTo>
                  <a:pt x="23630" y="1576"/>
                  <a:pt x="23814" y="1538"/>
                  <a:pt x="24055" y="1496"/>
                </a:cubicBezTo>
                <a:cubicBezTo>
                  <a:pt x="24296" y="1454"/>
                  <a:pt x="24534" y="1433"/>
                  <a:pt x="24768" y="1433"/>
                </a:cubicBezTo>
                <a:cubicBezTo>
                  <a:pt x="25042" y="1433"/>
                  <a:pt x="25280" y="1456"/>
                  <a:pt x="25483" y="1501"/>
                </a:cubicBezTo>
                <a:cubicBezTo>
                  <a:pt x="25686" y="1546"/>
                  <a:pt x="25862" y="1623"/>
                  <a:pt x="26010" y="1732"/>
                </a:cubicBezTo>
                <a:cubicBezTo>
                  <a:pt x="26156" y="1839"/>
                  <a:pt x="26268" y="1977"/>
                  <a:pt x="26344" y="2146"/>
                </a:cubicBezTo>
                <a:cubicBezTo>
                  <a:pt x="26421" y="2316"/>
                  <a:pt x="26459" y="2526"/>
                  <a:pt x="26459" y="2776"/>
                </a:cubicBezTo>
                <a:lnTo>
                  <a:pt x="26459" y="5413"/>
                </a:lnTo>
                <a:moveTo>
                  <a:pt x="25809" y="4461"/>
                </a:moveTo>
                <a:lnTo>
                  <a:pt x="25809" y="3374"/>
                </a:lnTo>
                <a:cubicBezTo>
                  <a:pt x="25609" y="3386"/>
                  <a:pt x="25374" y="3404"/>
                  <a:pt x="25104" y="3427"/>
                </a:cubicBezTo>
                <a:cubicBezTo>
                  <a:pt x="24834" y="3450"/>
                  <a:pt x="24620" y="3484"/>
                  <a:pt x="24462" y="3528"/>
                </a:cubicBezTo>
                <a:cubicBezTo>
                  <a:pt x="24274" y="3582"/>
                  <a:pt x="24123" y="3665"/>
                  <a:pt x="24007" y="3778"/>
                </a:cubicBezTo>
                <a:cubicBezTo>
                  <a:pt x="23891" y="3891"/>
                  <a:pt x="23833" y="4047"/>
                  <a:pt x="23833" y="4245"/>
                </a:cubicBezTo>
                <a:cubicBezTo>
                  <a:pt x="23833" y="4468"/>
                  <a:pt x="23900" y="4636"/>
                  <a:pt x="24034" y="4749"/>
                </a:cubicBezTo>
                <a:cubicBezTo>
                  <a:pt x="24169" y="4862"/>
                  <a:pt x="24374" y="4919"/>
                  <a:pt x="24650" y="4919"/>
                </a:cubicBezTo>
                <a:cubicBezTo>
                  <a:pt x="24880" y="4919"/>
                  <a:pt x="25090" y="4874"/>
                  <a:pt x="25280" y="4784"/>
                </a:cubicBezTo>
                <a:cubicBezTo>
                  <a:pt x="25470" y="4695"/>
                  <a:pt x="25646" y="4587"/>
                  <a:pt x="25809" y="4461"/>
                </a:cubicBezTo>
                <a:close/>
                <a:moveTo>
                  <a:pt x="28380" y="5413"/>
                </a:moveTo>
                <a:lnTo>
                  <a:pt x="27726" y="5413"/>
                </a:lnTo>
                <a:lnTo>
                  <a:pt x="27726" y="0"/>
                </a:lnTo>
                <a:lnTo>
                  <a:pt x="28380" y="0"/>
                </a:lnTo>
                <a:lnTo>
                  <a:pt x="28380" y="5413"/>
                </a:lnTo>
                <a:close/>
                <a:moveTo>
                  <a:pt x="30376" y="877"/>
                </a:moveTo>
                <a:lnTo>
                  <a:pt x="29639" y="877"/>
                </a:lnTo>
                <a:lnTo>
                  <a:pt x="29639" y="195"/>
                </a:lnTo>
                <a:lnTo>
                  <a:pt x="30376" y="195"/>
                </a:lnTo>
                <a:lnTo>
                  <a:pt x="30376" y="877"/>
                </a:lnTo>
                <a:moveTo>
                  <a:pt x="30335" y="5413"/>
                </a:moveTo>
                <a:lnTo>
                  <a:pt x="29681" y="5413"/>
                </a:lnTo>
                <a:lnTo>
                  <a:pt x="29681" y="1524"/>
                </a:lnTo>
                <a:lnTo>
                  <a:pt x="30335" y="1524"/>
                </a:lnTo>
                <a:lnTo>
                  <a:pt x="30335" y="5413"/>
                </a:lnTo>
                <a:close/>
                <a:moveTo>
                  <a:pt x="34780" y="5413"/>
                </a:moveTo>
                <a:lnTo>
                  <a:pt x="34126" y="5413"/>
                </a:lnTo>
                <a:lnTo>
                  <a:pt x="34126" y="5008"/>
                </a:lnTo>
                <a:cubicBezTo>
                  <a:pt x="33938" y="5171"/>
                  <a:pt x="33742" y="5298"/>
                  <a:pt x="33538" y="5388"/>
                </a:cubicBezTo>
                <a:cubicBezTo>
                  <a:pt x="33334" y="5479"/>
                  <a:pt x="33113" y="5524"/>
                  <a:pt x="32874" y="5524"/>
                </a:cubicBezTo>
                <a:cubicBezTo>
                  <a:pt x="32410" y="5524"/>
                  <a:pt x="32042" y="5345"/>
                  <a:pt x="31769" y="4987"/>
                </a:cubicBezTo>
                <a:cubicBezTo>
                  <a:pt x="31497" y="4629"/>
                  <a:pt x="31360" y="4133"/>
                  <a:pt x="31360" y="3498"/>
                </a:cubicBezTo>
                <a:cubicBezTo>
                  <a:pt x="31360" y="3168"/>
                  <a:pt x="31407" y="2874"/>
                  <a:pt x="31501" y="2616"/>
                </a:cubicBezTo>
                <a:cubicBezTo>
                  <a:pt x="31595" y="2358"/>
                  <a:pt x="31722" y="2138"/>
                  <a:pt x="31882" y="1956"/>
                </a:cubicBezTo>
                <a:cubicBezTo>
                  <a:pt x="32040" y="1780"/>
                  <a:pt x="32224" y="1645"/>
                  <a:pt x="32434" y="1552"/>
                </a:cubicBezTo>
                <a:cubicBezTo>
                  <a:pt x="32644" y="1459"/>
                  <a:pt x="32861" y="1412"/>
                  <a:pt x="33086" y="1412"/>
                </a:cubicBezTo>
                <a:cubicBezTo>
                  <a:pt x="33290" y="1412"/>
                  <a:pt x="33471" y="1434"/>
                  <a:pt x="33629" y="1477"/>
                </a:cubicBezTo>
                <a:cubicBezTo>
                  <a:pt x="33786" y="1520"/>
                  <a:pt x="33952" y="1587"/>
                  <a:pt x="34126" y="1677"/>
                </a:cubicBezTo>
                <a:lnTo>
                  <a:pt x="34126" y="0"/>
                </a:lnTo>
                <a:lnTo>
                  <a:pt x="34780" y="0"/>
                </a:lnTo>
                <a:lnTo>
                  <a:pt x="34780" y="5413"/>
                </a:lnTo>
                <a:moveTo>
                  <a:pt x="34126" y="4456"/>
                </a:moveTo>
                <a:lnTo>
                  <a:pt x="34126" y="2226"/>
                </a:lnTo>
                <a:cubicBezTo>
                  <a:pt x="33950" y="2148"/>
                  <a:pt x="33792" y="2093"/>
                  <a:pt x="33653" y="2063"/>
                </a:cubicBezTo>
                <a:cubicBezTo>
                  <a:pt x="33514" y="2033"/>
                  <a:pt x="33362" y="2018"/>
                  <a:pt x="33197" y="2018"/>
                </a:cubicBezTo>
                <a:cubicBezTo>
                  <a:pt x="32831" y="2018"/>
                  <a:pt x="32546" y="2145"/>
                  <a:pt x="32341" y="2400"/>
                </a:cubicBezTo>
                <a:cubicBezTo>
                  <a:pt x="32137" y="2655"/>
                  <a:pt x="32035" y="3017"/>
                  <a:pt x="32035" y="3486"/>
                </a:cubicBezTo>
                <a:cubicBezTo>
                  <a:pt x="32035" y="3947"/>
                  <a:pt x="32114" y="4298"/>
                  <a:pt x="32272" y="4538"/>
                </a:cubicBezTo>
                <a:cubicBezTo>
                  <a:pt x="32430" y="4778"/>
                  <a:pt x="32682" y="4898"/>
                  <a:pt x="33030" y="4898"/>
                </a:cubicBezTo>
                <a:cubicBezTo>
                  <a:pt x="33216" y="4898"/>
                  <a:pt x="33404" y="4857"/>
                  <a:pt x="33594" y="4775"/>
                </a:cubicBezTo>
                <a:cubicBezTo>
                  <a:pt x="33784" y="4692"/>
                  <a:pt x="33961" y="4586"/>
                  <a:pt x="34126" y="4456"/>
                </a:cubicBezTo>
                <a:close/>
                <a:moveTo>
                  <a:pt x="39087" y="5413"/>
                </a:moveTo>
                <a:lnTo>
                  <a:pt x="38436" y="5413"/>
                </a:lnTo>
                <a:lnTo>
                  <a:pt x="38436" y="5002"/>
                </a:lnTo>
                <a:cubicBezTo>
                  <a:pt x="38378" y="5041"/>
                  <a:pt x="38300" y="5096"/>
                  <a:pt x="38202" y="5167"/>
                </a:cubicBezTo>
                <a:cubicBezTo>
                  <a:pt x="38103" y="5238"/>
                  <a:pt x="38007" y="5294"/>
                  <a:pt x="37915" y="5336"/>
                </a:cubicBezTo>
                <a:cubicBezTo>
                  <a:pt x="37806" y="5390"/>
                  <a:pt x="37680" y="5434"/>
                  <a:pt x="37539" y="5470"/>
                </a:cubicBezTo>
                <a:cubicBezTo>
                  <a:pt x="37397" y="5506"/>
                  <a:pt x="37232" y="5524"/>
                  <a:pt x="37041" y="5524"/>
                </a:cubicBezTo>
                <a:cubicBezTo>
                  <a:pt x="36691" y="5524"/>
                  <a:pt x="36394" y="5408"/>
                  <a:pt x="36151" y="5176"/>
                </a:cubicBezTo>
                <a:cubicBezTo>
                  <a:pt x="35907" y="4944"/>
                  <a:pt x="35786" y="4648"/>
                  <a:pt x="35786" y="4288"/>
                </a:cubicBezTo>
                <a:cubicBezTo>
                  <a:pt x="35786" y="3993"/>
                  <a:pt x="35849" y="3754"/>
                  <a:pt x="35975" y="3572"/>
                </a:cubicBezTo>
                <a:cubicBezTo>
                  <a:pt x="36102" y="3390"/>
                  <a:pt x="36282" y="3246"/>
                  <a:pt x="36516" y="3142"/>
                </a:cubicBezTo>
                <a:cubicBezTo>
                  <a:pt x="36753" y="3037"/>
                  <a:pt x="37037" y="2966"/>
                  <a:pt x="37368" y="2929"/>
                </a:cubicBezTo>
                <a:cubicBezTo>
                  <a:pt x="37700" y="2892"/>
                  <a:pt x="38056" y="2864"/>
                  <a:pt x="38436" y="2846"/>
                </a:cubicBezTo>
                <a:lnTo>
                  <a:pt x="38436" y="2744"/>
                </a:lnTo>
                <a:cubicBezTo>
                  <a:pt x="38436" y="2594"/>
                  <a:pt x="38410" y="2470"/>
                  <a:pt x="38358" y="2372"/>
                </a:cubicBezTo>
                <a:cubicBezTo>
                  <a:pt x="38306" y="2274"/>
                  <a:pt x="38231" y="2197"/>
                  <a:pt x="38134" y="2141"/>
                </a:cubicBezTo>
                <a:cubicBezTo>
                  <a:pt x="38041" y="2087"/>
                  <a:pt x="37930" y="2051"/>
                  <a:pt x="37800" y="2032"/>
                </a:cubicBezTo>
                <a:cubicBezTo>
                  <a:pt x="37670" y="2013"/>
                  <a:pt x="37534" y="2004"/>
                  <a:pt x="37393" y="2004"/>
                </a:cubicBezTo>
                <a:cubicBezTo>
                  <a:pt x="37221" y="2004"/>
                  <a:pt x="37030" y="2027"/>
                  <a:pt x="36819" y="2073"/>
                </a:cubicBezTo>
                <a:cubicBezTo>
                  <a:pt x="36608" y="2120"/>
                  <a:pt x="36390" y="2187"/>
                  <a:pt x="36165" y="2275"/>
                </a:cubicBezTo>
                <a:lnTo>
                  <a:pt x="36130" y="2275"/>
                </a:lnTo>
                <a:lnTo>
                  <a:pt x="36130" y="1611"/>
                </a:lnTo>
                <a:cubicBezTo>
                  <a:pt x="36258" y="1576"/>
                  <a:pt x="36442" y="1538"/>
                  <a:pt x="36683" y="1496"/>
                </a:cubicBezTo>
                <a:cubicBezTo>
                  <a:pt x="36924" y="1454"/>
                  <a:pt x="37162" y="1433"/>
                  <a:pt x="37396" y="1433"/>
                </a:cubicBezTo>
                <a:cubicBezTo>
                  <a:pt x="37670" y="1433"/>
                  <a:pt x="37908" y="1456"/>
                  <a:pt x="38111" y="1501"/>
                </a:cubicBezTo>
                <a:cubicBezTo>
                  <a:pt x="38314" y="1546"/>
                  <a:pt x="38490" y="1623"/>
                  <a:pt x="38638" y="1732"/>
                </a:cubicBezTo>
                <a:cubicBezTo>
                  <a:pt x="38784" y="1839"/>
                  <a:pt x="38896" y="1977"/>
                  <a:pt x="38972" y="2146"/>
                </a:cubicBezTo>
                <a:cubicBezTo>
                  <a:pt x="39049" y="2316"/>
                  <a:pt x="39087" y="2526"/>
                  <a:pt x="39087" y="2776"/>
                </a:cubicBezTo>
                <a:lnTo>
                  <a:pt x="39087" y="5413"/>
                </a:lnTo>
                <a:moveTo>
                  <a:pt x="38436" y="4461"/>
                </a:moveTo>
                <a:lnTo>
                  <a:pt x="38436" y="3374"/>
                </a:lnTo>
                <a:cubicBezTo>
                  <a:pt x="38237" y="3386"/>
                  <a:pt x="38002" y="3404"/>
                  <a:pt x="37732" y="3427"/>
                </a:cubicBezTo>
                <a:cubicBezTo>
                  <a:pt x="37462" y="3450"/>
                  <a:pt x="37248" y="3484"/>
                  <a:pt x="37090" y="3528"/>
                </a:cubicBezTo>
                <a:cubicBezTo>
                  <a:pt x="36902" y="3582"/>
                  <a:pt x="36750" y="3665"/>
                  <a:pt x="36634" y="3778"/>
                </a:cubicBezTo>
                <a:cubicBezTo>
                  <a:pt x="36518" y="3891"/>
                  <a:pt x="36461" y="4047"/>
                  <a:pt x="36461" y="4245"/>
                </a:cubicBezTo>
                <a:cubicBezTo>
                  <a:pt x="36461" y="4468"/>
                  <a:pt x="36528" y="4636"/>
                  <a:pt x="36662" y="4749"/>
                </a:cubicBezTo>
                <a:cubicBezTo>
                  <a:pt x="36797" y="4862"/>
                  <a:pt x="37002" y="4919"/>
                  <a:pt x="37278" y="4919"/>
                </a:cubicBezTo>
                <a:cubicBezTo>
                  <a:pt x="37508" y="4919"/>
                  <a:pt x="37718" y="4874"/>
                  <a:pt x="37908" y="4784"/>
                </a:cubicBezTo>
                <a:cubicBezTo>
                  <a:pt x="38098" y="4695"/>
                  <a:pt x="38274" y="4587"/>
                  <a:pt x="38436" y="4461"/>
                </a:cubicBezTo>
                <a:close/>
                <a:moveTo>
                  <a:pt x="43599" y="3534"/>
                </a:moveTo>
                <a:lnTo>
                  <a:pt x="40736" y="3534"/>
                </a:lnTo>
                <a:cubicBezTo>
                  <a:pt x="40736" y="3774"/>
                  <a:pt x="40772" y="3983"/>
                  <a:pt x="40844" y="4160"/>
                </a:cubicBezTo>
                <a:cubicBezTo>
                  <a:pt x="40916" y="4338"/>
                  <a:pt x="41014" y="4484"/>
                  <a:pt x="41139" y="4598"/>
                </a:cubicBezTo>
                <a:cubicBezTo>
                  <a:pt x="41260" y="4710"/>
                  <a:pt x="41403" y="4793"/>
                  <a:pt x="41569" y="4849"/>
                </a:cubicBezTo>
                <a:cubicBezTo>
                  <a:pt x="41735" y="4905"/>
                  <a:pt x="41917" y="4933"/>
                  <a:pt x="42117" y="4933"/>
                </a:cubicBezTo>
                <a:cubicBezTo>
                  <a:pt x="42381" y="4933"/>
                  <a:pt x="42647" y="4880"/>
                  <a:pt x="42915" y="4773"/>
                </a:cubicBezTo>
                <a:cubicBezTo>
                  <a:pt x="43183" y="4667"/>
                  <a:pt x="43374" y="4563"/>
                  <a:pt x="43488" y="4460"/>
                </a:cubicBezTo>
                <a:lnTo>
                  <a:pt x="43522" y="4460"/>
                </a:lnTo>
                <a:lnTo>
                  <a:pt x="43522" y="5175"/>
                </a:lnTo>
                <a:cubicBezTo>
                  <a:pt x="43302" y="5268"/>
                  <a:pt x="43077" y="5346"/>
                  <a:pt x="42847" y="5409"/>
                </a:cubicBezTo>
                <a:cubicBezTo>
                  <a:pt x="42618" y="5472"/>
                  <a:pt x="42377" y="5503"/>
                  <a:pt x="42124" y="5503"/>
                </a:cubicBezTo>
                <a:cubicBezTo>
                  <a:pt x="41479" y="5503"/>
                  <a:pt x="40976" y="5329"/>
                  <a:pt x="40614" y="4979"/>
                </a:cubicBezTo>
                <a:cubicBezTo>
                  <a:pt x="40252" y="4629"/>
                  <a:pt x="40071" y="4133"/>
                  <a:pt x="40071" y="3489"/>
                </a:cubicBezTo>
                <a:cubicBezTo>
                  <a:pt x="40071" y="2853"/>
                  <a:pt x="40245" y="2347"/>
                  <a:pt x="40591" y="1973"/>
                </a:cubicBezTo>
                <a:cubicBezTo>
                  <a:pt x="40938" y="1599"/>
                  <a:pt x="41394" y="1412"/>
                  <a:pt x="41960" y="1412"/>
                </a:cubicBezTo>
                <a:cubicBezTo>
                  <a:pt x="42485" y="1412"/>
                  <a:pt x="42889" y="1566"/>
                  <a:pt x="43173" y="1872"/>
                </a:cubicBezTo>
                <a:cubicBezTo>
                  <a:pt x="43457" y="2179"/>
                  <a:pt x="43599" y="2615"/>
                  <a:pt x="43599" y="3179"/>
                </a:cubicBezTo>
                <a:lnTo>
                  <a:pt x="43599" y="3534"/>
                </a:lnTo>
                <a:moveTo>
                  <a:pt x="42962" y="3033"/>
                </a:moveTo>
                <a:cubicBezTo>
                  <a:pt x="42960" y="2690"/>
                  <a:pt x="42874" y="2425"/>
                  <a:pt x="42703" y="2237"/>
                </a:cubicBezTo>
                <a:cubicBezTo>
                  <a:pt x="42533" y="2049"/>
                  <a:pt x="42273" y="1955"/>
                  <a:pt x="41926" y="1955"/>
                </a:cubicBezTo>
                <a:cubicBezTo>
                  <a:pt x="41575" y="1955"/>
                  <a:pt x="41297" y="2058"/>
                  <a:pt x="41089" y="2265"/>
                </a:cubicBezTo>
                <a:cubicBezTo>
                  <a:pt x="40881" y="2471"/>
                  <a:pt x="40764" y="2727"/>
                  <a:pt x="40736" y="3033"/>
                </a:cubicBezTo>
                <a:lnTo>
                  <a:pt x="42962" y="303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69A813F-6C58-466E-B741-5816DD8DF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741" y="880513"/>
            <a:ext cx="27749" cy="39411"/>
          </a:xfrm>
          <a:custGeom xmlns:a="http://schemas.openxmlformats.org/drawingml/2006/main">
            <a:pathLst>
              <a:path w="27749" h="39411">
                <a:moveTo>
                  <a:pt x="0" y="0"/>
                </a:moveTo>
                <a:lnTo>
                  <a:pt x="27749" y="0"/>
                </a:lnTo>
                <a:lnTo>
                  <a:pt x="27749" y="39411"/>
                </a:lnTo>
                <a:lnTo>
                  <a:pt x="0" y="3941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88E3145-E514-4778-9233-801C027C6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740" y="880515"/>
            <a:ext cx="27750" cy="39410"/>
          </a:xfrm>
          <a:custGeom xmlns:a="http://schemas.openxmlformats.org/drawingml/2006/main">
            <a:pathLst>
              <a:path w="27750" h="39410" fill="none">
                <a:moveTo>
                  <a:pt x="0" y="0"/>
                </a:moveTo>
                <a:lnTo>
                  <a:pt x="27750" y="0"/>
                </a:lnTo>
                <a:lnTo>
                  <a:pt x="27750" y="39410"/>
                </a:lnTo>
                <a:lnTo>
                  <a:pt x="0" y="394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10" name="Text Motacillidae">
            <a:extLst xmlns:a="http://schemas.openxmlformats.org/drawingml/2006/main">
              <a:ext uri="{FF2B5EF4-FFF2-40B4-BE49-F238E27FC236}">
                <a16:creationId xmlns:a16="http://schemas.microsoft.com/office/drawing/2014/main" id="{7D622687-4A45-4837-AB23-5B0ED3551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92" y="881698"/>
            <a:ext cx="26669" cy="3605"/>
          </a:xfrm>
          <a:custGeom xmlns:a="http://schemas.openxmlformats.org/drawingml/2006/main">
            <a:pathLst>
              <a:path w="26669" h="3605">
                <a:moveTo>
                  <a:pt x="3010" y="3533"/>
                </a:moveTo>
                <a:lnTo>
                  <a:pt x="2561" y="3533"/>
                </a:lnTo>
                <a:lnTo>
                  <a:pt x="2561" y="618"/>
                </a:lnTo>
                <a:lnTo>
                  <a:pt x="1621" y="2602"/>
                </a:lnTo>
                <a:lnTo>
                  <a:pt x="1353" y="2602"/>
                </a:lnTo>
                <a:lnTo>
                  <a:pt x="420" y="618"/>
                </a:lnTo>
                <a:lnTo>
                  <a:pt x="420" y="3533"/>
                </a:lnTo>
                <a:lnTo>
                  <a:pt x="0" y="3533"/>
                </a:lnTo>
                <a:lnTo>
                  <a:pt x="0" y="150"/>
                </a:lnTo>
                <a:lnTo>
                  <a:pt x="613" y="150"/>
                </a:lnTo>
                <a:lnTo>
                  <a:pt x="1514" y="2034"/>
                </a:lnTo>
                <a:lnTo>
                  <a:pt x="2386" y="150"/>
                </a:lnTo>
                <a:lnTo>
                  <a:pt x="3010" y="150"/>
                </a:lnTo>
                <a:lnTo>
                  <a:pt x="3010" y="3533"/>
                </a:lnTo>
                <a:close/>
                <a:moveTo>
                  <a:pt x="6046" y="2265"/>
                </a:moveTo>
                <a:cubicBezTo>
                  <a:pt x="6046" y="2679"/>
                  <a:pt x="5940" y="3006"/>
                  <a:pt x="5728" y="3246"/>
                </a:cubicBezTo>
                <a:cubicBezTo>
                  <a:pt x="5516" y="3485"/>
                  <a:pt x="5232" y="3605"/>
                  <a:pt x="4877" y="3605"/>
                </a:cubicBezTo>
                <a:cubicBezTo>
                  <a:pt x="4518" y="3605"/>
                  <a:pt x="4233" y="3485"/>
                  <a:pt x="4022" y="3246"/>
                </a:cubicBezTo>
                <a:cubicBezTo>
                  <a:pt x="3811" y="3006"/>
                  <a:pt x="3705" y="2679"/>
                  <a:pt x="3705" y="2265"/>
                </a:cubicBezTo>
                <a:cubicBezTo>
                  <a:pt x="3705" y="1850"/>
                  <a:pt x="3811" y="1523"/>
                  <a:pt x="4022" y="1283"/>
                </a:cubicBezTo>
                <a:cubicBezTo>
                  <a:pt x="4233" y="1042"/>
                  <a:pt x="4518" y="922"/>
                  <a:pt x="4877" y="922"/>
                </a:cubicBezTo>
                <a:cubicBezTo>
                  <a:pt x="5232" y="922"/>
                  <a:pt x="5516" y="1042"/>
                  <a:pt x="5728" y="1283"/>
                </a:cubicBezTo>
                <a:cubicBezTo>
                  <a:pt x="5940" y="1523"/>
                  <a:pt x="6046" y="1850"/>
                  <a:pt x="6046" y="2265"/>
                </a:cubicBezTo>
                <a:moveTo>
                  <a:pt x="5605" y="2265"/>
                </a:moveTo>
                <a:cubicBezTo>
                  <a:pt x="5605" y="1937"/>
                  <a:pt x="5541" y="1693"/>
                  <a:pt x="5412" y="1533"/>
                </a:cubicBezTo>
                <a:cubicBezTo>
                  <a:pt x="5284" y="1374"/>
                  <a:pt x="5105" y="1294"/>
                  <a:pt x="4877" y="1294"/>
                </a:cubicBezTo>
                <a:cubicBezTo>
                  <a:pt x="4645" y="1294"/>
                  <a:pt x="4465" y="1374"/>
                  <a:pt x="4337" y="1533"/>
                </a:cubicBezTo>
                <a:cubicBezTo>
                  <a:pt x="4209" y="1693"/>
                  <a:pt x="4146" y="1937"/>
                  <a:pt x="4146" y="2265"/>
                </a:cubicBezTo>
                <a:cubicBezTo>
                  <a:pt x="4146" y="2582"/>
                  <a:pt x="4210" y="2823"/>
                  <a:pt x="4339" y="2987"/>
                </a:cubicBezTo>
                <a:cubicBezTo>
                  <a:pt x="4467" y="3151"/>
                  <a:pt x="4647" y="3233"/>
                  <a:pt x="4877" y="3233"/>
                </a:cubicBezTo>
                <a:cubicBezTo>
                  <a:pt x="5104" y="3233"/>
                  <a:pt x="5282" y="3152"/>
                  <a:pt x="5411" y="2989"/>
                </a:cubicBezTo>
                <a:cubicBezTo>
                  <a:pt x="5541" y="2827"/>
                  <a:pt x="5605" y="2585"/>
                  <a:pt x="5605" y="2265"/>
                </a:cubicBezTo>
                <a:close/>
                <a:moveTo>
                  <a:pt x="8023" y="3510"/>
                </a:moveTo>
                <a:cubicBezTo>
                  <a:pt x="7943" y="3531"/>
                  <a:pt x="7855" y="3549"/>
                  <a:pt x="7761" y="3562"/>
                </a:cubicBezTo>
                <a:cubicBezTo>
                  <a:pt x="7666" y="3576"/>
                  <a:pt x="7582" y="3583"/>
                  <a:pt x="7508" y="3583"/>
                </a:cubicBezTo>
                <a:cubicBezTo>
                  <a:pt x="7249" y="3583"/>
                  <a:pt x="7052" y="3513"/>
                  <a:pt x="6917" y="3374"/>
                </a:cubicBezTo>
                <a:cubicBezTo>
                  <a:pt x="6783" y="3234"/>
                  <a:pt x="6715" y="3011"/>
                  <a:pt x="6715" y="2703"/>
                </a:cubicBezTo>
                <a:lnTo>
                  <a:pt x="6715" y="1353"/>
                </a:lnTo>
                <a:lnTo>
                  <a:pt x="6427" y="1353"/>
                </a:lnTo>
                <a:lnTo>
                  <a:pt x="6427" y="994"/>
                </a:lnTo>
                <a:lnTo>
                  <a:pt x="6715" y="994"/>
                </a:lnTo>
                <a:lnTo>
                  <a:pt x="6715" y="263"/>
                </a:lnTo>
                <a:lnTo>
                  <a:pt x="7142" y="263"/>
                </a:lnTo>
                <a:lnTo>
                  <a:pt x="7142" y="994"/>
                </a:lnTo>
                <a:lnTo>
                  <a:pt x="8023" y="994"/>
                </a:lnTo>
                <a:lnTo>
                  <a:pt x="8023" y="1353"/>
                </a:lnTo>
                <a:lnTo>
                  <a:pt x="7142" y="1353"/>
                </a:lnTo>
                <a:lnTo>
                  <a:pt x="7142" y="2512"/>
                </a:lnTo>
                <a:cubicBezTo>
                  <a:pt x="7142" y="2645"/>
                  <a:pt x="7145" y="2749"/>
                  <a:pt x="7151" y="2825"/>
                </a:cubicBezTo>
                <a:cubicBezTo>
                  <a:pt x="7157" y="2900"/>
                  <a:pt x="7178" y="2970"/>
                  <a:pt x="7215" y="3035"/>
                </a:cubicBezTo>
                <a:cubicBezTo>
                  <a:pt x="7248" y="3096"/>
                  <a:pt x="7294" y="3140"/>
                  <a:pt x="7352" y="3168"/>
                </a:cubicBezTo>
                <a:cubicBezTo>
                  <a:pt x="7410" y="3196"/>
                  <a:pt x="7499" y="3210"/>
                  <a:pt x="7619" y="3210"/>
                </a:cubicBezTo>
                <a:cubicBezTo>
                  <a:pt x="7689" y="3210"/>
                  <a:pt x="7761" y="3200"/>
                  <a:pt x="7837" y="3180"/>
                </a:cubicBezTo>
                <a:cubicBezTo>
                  <a:pt x="7913" y="3159"/>
                  <a:pt x="7967" y="3142"/>
                  <a:pt x="8000" y="3129"/>
                </a:cubicBezTo>
                <a:lnTo>
                  <a:pt x="8023" y="3129"/>
                </a:lnTo>
                <a:lnTo>
                  <a:pt x="8023" y="3510"/>
                </a:lnTo>
                <a:close/>
                <a:moveTo>
                  <a:pt x="10509" y="3533"/>
                </a:moveTo>
                <a:lnTo>
                  <a:pt x="10085" y="3533"/>
                </a:lnTo>
                <a:lnTo>
                  <a:pt x="10085" y="3264"/>
                </a:lnTo>
                <a:cubicBezTo>
                  <a:pt x="10047" y="3290"/>
                  <a:pt x="9996" y="3326"/>
                  <a:pt x="9931" y="3372"/>
                </a:cubicBezTo>
                <a:cubicBezTo>
                  <a:pt x="9867" y="3419"/>
                  <a:pt x="9805" y="3455"/>
                  <a:pt x="9744" y="3483"/>
                </a:cubicBezTo>
                <a:cubicBezTo>
                  <a:pt x="9673" y="3517"/>
                  <a:pt x="9591" y="3547"/>
                  <a:pt x="9499" y="3570"/>
                </a:cubicBezTo>
                <a:cubicBezTo>
                  <a:pt x="9406" y="3594"/>
                  <a:pt x="9298" y="3605"/>
                  <a:pt x="9174" y="3605"/>
                </a:cubicBezTo>
                <a:cubicBezTo>
                  <a:pt x="8946" y="3605"/>
                  <a:pt x="8752" y="3530"/>
                  <a:pt x="8593" y="3378"/>
                </a:cubicBezTo>
                <a:cubicBezTo>
                  <a:pt x="8434" y="3226"/>
                  <a:pt x="8355" y="3033"/>
                  <a:pt x="8355" y="2798"/>
                </a:cubicBezTo>
                <a:cubicBezTo>
                  <a:pt x="8355" y="2606"/>
                  <a:pt x="8396" y="2450"/>
                  <a:pt x="8478" y="2331"/>
                </a:cubicBezTo>
                <a:cubicBezTo>
                  <a:pt x="8561" y="2212"/>
                  <a:pt x="8678" y="2119"/>
                  <a:pt x="8831" y="2050"/>
                </a:cubicBezTo>
                <a:cubicBezTo>
                  <a:pt x="8986" y="1982"/>
                  <a:pt x="9171" y="1936"/>
                  <a:pt x="9388" y="1912"/>
                </a:cubicBezTo>
                <a:cubicBezTo>
                  <a:pt x="9604" y="1887"/>
                  <a:pt x="9836" y="1869"/>
                  <a:pt x="10085" y="1857"/>
                </a:cubicBezTo>
                <a:lnTo>
                  <a:pt x="10085" y="1791"/>
                </a:lnTo>
                <a:cubicBezTo>
                  <a:pt x="10085" y="1693"/>
                  <a:pt x="10068" y="1612"/>
                  <a:pt x="10033" y="1548"/>
                </a:cubicBezTo>
                <a:cubicBezTo>
                  <a:pt x="9999" y="1484"/>
                  <a:pt x="9951" y="1434"/>
                  <a:pt x="9887" y="1397"/>
                </a:cubicBezTo>
                <a:cubicBezTo>
                  <a:pt x="9826" y="1362"/>
                  <a:pt x="9754" y="1338"/>
                  <a:pt x="9669" y="1326"/>
                </a:cubicBezTo>
                <a:cubicBezTo>
                  <a:pt x="9584" y="1314"/>
                  <a:pt x="9496" y="1308"/>
                  <a:pt x="9403" y="1308"/>
                </a:cubicBezTo>
                <a:cubicBezTo>
                  <a:pt x="9291" y="1308"/>
                  <a:pt x="9167" y="1323"/>
                  <a:pt x="9029" y="1353"/>
                </a:cubicBezTo>
                <a:cubicBezTo>
                  <a:pt x="8891" y="1383"/>
                  <a:pt x="8749" y="1427"/>
                  <a:pt x="8602" y="1485"/>
                </a:cubicBezTo>
                <a:lnTo>
                  <a:pt x="8579" y="1485"/>
                </a:lnTo>
                <a:lnTo>
                  <a:pt x="8579" y="1051"/>
                </a:lnTo>
                <a:cubicBezTo>
                  <a:pt x="8663" y="1028"/>
                  <a:pt x="8783" y="1003"/>
                  <a:pt x="8940" y="976"/>
                </a:cubicBezTo>
                <a:cubicBezTo>
                  <a:pt x="9098" y="949"/>
                  <a:pt x="9253" y="935"/>
                  <a:pt x="9406" y="935"/>
                </a:cubicBezTo>
                <a:cubicBezTo>
                  <a:pt x="9584" y="935"/>
                  <a:pt x="9740" y="950"/>
                  <a:pt x="9872" y="980"/>
                </a:cubicBezTo>
                <a:cubicBezTo>
                  <a:pt x="10005" y="1009"/>
                  <a:pt x="10119" y="1059"/>
                  <a:pt x="10216" y="1131"/>
                </a:cubicBezTo>
                <a:cubicBezTo>
                  <a:pt x="10312" y="1200"/>
                  <a:pt x="10384" y="1290"/>
                  <a:pt x="10434" y="1401"/>
                </a:cubicBezTo>
                <a:cubicBezTo>
                  <a:pt x="10484" y="1511"/>
                  <a:pt x="10509" y="1648"/>
                  <a:pt x="10509" y="1812"/>
                </a:cubicBezTo>
                <a:lnTo>
                  <a:pt x="10509" y="3533"/>
                </a:lnTo>
                <a:moveTo>
                  <a:pt x="10085" y="2911"/>
                </a:moveTo>
                <a:lnTo>
                  <a:pt x="10085" y="2202"/>
                </a:lnTo>
                <a:cubicBezTo>
                  <a:pt x="9954" y="2210"/>
                  <a:pt x="9801" y="2221"/>
                  <a:pt x="9625" y="2236"/>
                </a:cubicBezTo>
                <a:cubicBezTo>
                  <a:pt x="9448" y="2252"/>
                  <a:pt x="9309" y="2274"/>
                  <a:pt x="9206" y="2303"/>
                </a:cubicBezTo>
                <a:cubicBezTo>
                  <a:pt x="9083" y="2338"/>
                  <a:pt x="8984" y="2392"/>
                  <a:pt x="8909" y="2466"/>
                </a:cubicBezTo>
                <a:cubicBezTo>
                  <a:pt x="8833" y="2539"/>
                  <a:pt x="8795" y="2641"/>
                  <a:pt x="8795" y="2770"/>
                </a:cubicBezTo>
                <a:cubicBezTo>
                  <a:pt x="8795" y="2916"/>
                  <a:pt x="8839" y="3026"/>
                  <a:pt x="8927" y="3100"/>
                </a:cubicBezTo>
                <a:cubicBezTo>
                  <a:pt x="9014" y="3173"/>
                  <a:pt x="9148" y="3210"/>
                  <a:pt x="9329" y="3210"/>
                </a:cubicBezTo>
                <a:cubicBezTo>
                  <a:pt x="9478" y="3210"/>
                  <a:pt x="9615" y="3181"/>
                  <a:pt x="9739" y="3122"/>
                </a:cubicBezTo>
                <a:cubicBezTo>
                  <a:pt x="9864" y="3064"/>
                  <a:pt x="9979" y="2994"/>
                  <a:pt x="10085" y="2911"/>
                </a:cubicBezTo>
                <a:close/>
                <a:moveTo>
                  <a:pt x="13206" y="3376"/>
                </a:moveTo>
                <a:cubicBezTo>
                  <a:pt x="13064" y="3444"/>
                  <a:pt x="12928" y="3497"/>
                  <a:pt x="12801" y="3535"/>
                </a:cubicBezTo>
                <a:cubicBezTo>
                  <a:pt x="12673" y="3573"/>
                  <a:pt x="12537" y="3592"/>
                  <a:pt x="12393" y="3592"/>
                </a:cubicBezTo>
                <a:cubicBezTo>
                  <a:pt x="12210" y="3592"/>
                  <a:pt x="12042" y="3565"/>
                  <a:pt x="11889" y="3511"/>
                </a:cubicBezTo>
                <a:cubicBezTo>
                  <a:pt x="11736" y="3457"/>
                  <a:pt x="11605" y="3376"/>
                  <a:pt x="11496" y="3266"/>
                </a:cubicBezTo>
                <a:cubicBezTo>
                  <a:pt x="11386" y="3157"/>
                  <a:pt x="11300" y="3019"/>
                  <a:pt x="11240" y="2853"/>
                </a:cubicBezTo>
                <a:cubicBezTo>
                  <a:pt x="11179" y="2686"/>
                  <a:pt x="11149" y="2491"/>
                  <a:pt x="11149" y="2268"/>
                </a:cubicBezTo>
                <a:cubicBezTo>
                  <a:pt x="11149" y="1853"/>
                  <a:pt x="11263" y="1527"/>
                  <a:pt x="11491" y="1290"/>
                </a:cubicBezTo>
                <a:cubicBezTo>
                  <a:pt x="11718" y="1054"/>
                  <a:pt x="12019" y="935"/>
                  <a:pt x="12393" y="935"/>
                </a:cubicBezTo>
                <a:cubicBezTo>
                  <a:pt x="12538" y="935"/>
                  <a:pt x="12681" y="956"/>
                  <a:pt x="12821" y="997"/>
                </a:cubicBezTo>
                <a:cubicBezTo>
                  <a:pt x="12961" y="1038"/>
                  <a:pt x="13089" y="1087"/>
                  <a:pt x="13206" y="1147"/>
                </a:cubicBezTo>
                <a:lnTo>
                  <a:pt x="13206" y="1621"/>
                </a:lnTo>
                <a:lnTo>
                  <a:pt x="13183" y="1621"/>
                </a:lnTo>
                <a:cubicBezTo>
                  <a:pt x="13053" y="1520"/>
                  <a:pt x="12919" y="1443"/>
                  <a:pt x="12780" y="1389"/>
                </a:cubicBezTo>
                <a:cubicBezTo>
                  <a:pt x="12642" y="1335"/>
                  <a:pt x="12507" y="1308"/>
                  <a:pt x="12375" y="1308"/>
                </a:cubicBezTo>
                <a:cubicBezTo>
                  <a:pt x="12133" y="1308"/>
                  <a:pt x="11942" y="1389"/>
                  <a:pt x="11802" y="1552"/>
                </a:cubicBezTo>
                <a:cubicBezTo>
                  <a:pt x="11662" y="1714"/>
                  <a:pt x="11592" y="1953"/>
                  <a:pt x="11592" y="2268"/>
                </a:cubicBezTo>
                <a:cubicBezTo>
                  <a:pt x="11592" y="2574"/>
                  <a:pt x="11660" y="2809"/>
                  <a:pt x="11797" y="2973"/>
                </a:cubicBezTo>
                <a:cubicBezTo>
                  <a:pt x="11934" y="3137"/>
                  <a:pt x="12127" y="3219"/>
                  <a:pt x="12375" y="3219"/>
                </a:cubicBezTo>
                <a:cubicBezTo>
                  <a:pt x="12461" y="3219"/>
                  <a:pt x="12549" y="3208"/>
                  <a:pt x="12638" y="3186"/>
                </a:cubicBezTo>
                <a:cubicBezTo>
                  <a:pt x="12728" y="3163"/>
                  <a:pt x="12808" y="3134"/>
                  <a:pt x="12879" y="3098"/>
                </a:cubicBezTo>
                <a:cubicBezTo>
                  <a:pt x="12941" y="3066"/>
                  <a:pt x="12999" y="3033"/>
                  <a:pt x="13054" y="2997"/>
                </a:cubicBezTo>
                <a:cubicBezTo>
                  <a:pt x="13108" y="2962"/>
                  <a:pt x="13151" y="2932"/>
                  <a:pt x="13183" y="2906"/>
                </a:cubicBezTo>
                <a:lnTo>
                  <a:pt x="13206" y="2906"/>
                </a:lnTo>
                <a:lnTo>
                  <a:pt x="13206" y="3376"/>
                </a:lnTo>
                <a:close/>
                <a:moveTo>
                  <a:pt x="14212" y="572"/>
                </a:moveTo>
                <a:lnTo>
                  <a:pt x="13731" y="572"/>
                </a:lnTo>
                <a:lnTo>
                  <a:pt x="13731" y="127"/>
                </a:lnTo>
                <a:lnTo>
                  <a:pt x="14212" y="127"/>
                </a:lnTo>
                <a:lnTo>
                  <a:pt x="14212" y="572"/>
                </a:lnTo>
                <a:moveTo>
                  <a:pt x="14185" y="3533"/>
                </a:moveTo>
                <a:lnTo>
                  <a:pt x="13758" y="3533"/>
                </a:lnTo>
                <a:lnTo>
                  <a:pt x="13758" y="994"/>
                </a:lnTo>
                <a:lnTo>
                  <a:pt x="14185" y="994"/>
                </a:lnTo>
                <a:lnTo>
                  <a:pt x="14185" y="3533"/>
                </a:lnTo>
                <a:close/>
                <a:moveTo>
                  <a:pt x="15461" y="3533"/>
                </a:moveTo>
                <a:lnTo>
                  <a:pt x="15034" y="3533"/>
                </a:lnTo>
                <a:lnTo>
                  <a:pt x="15034" y="0"/>
                </a:lnTo>
                <a:lnTo>
                  <a:pt x="15461" y="0"/>
                </a:lnTo>
                <a:lnTo>
                  <a:pt x="15461" y="3533"/>
                </a:lnTo>
                <a:close/>
                <a:moveTo>
                  <a:pt x="16737" y="3533"/>
                </a:moveTo>
                <a:lnTo>
                  <a:pt x="16310" y="3533"/>
                </a:lnTo>
                <a:lnTo>
                  <a:pt x="16310" y="0"/>
                </a:lnTo>
                <a:lnTo>
                  <a:pt x="16737" y="0"/>
                </a:lnTo>
                <a:lnTo>
                  <a:pt x="16737" y="3533"/>
                </a:lnTo>
                <a:close/>
                <a:moveTo>
                  <a:pt x="18040" y="572"/>
                </a:moveTo>
                <a:lnTo>
                  <a:pt x="17558" y="572"/>
                </a:lnTo>
                <a:lnTo>
                  <a:pt x="17558" y="127"/>
                </a:lnTo>
                <a:lnTo>
                  <a:pt x="18040" y="127"/>
                </a:lnTo>
                <a:lnTo>
                  <a:pt x="18040" y="572"/>
                </a:lnTo>
                <a:moveTo>
                  <a:pt x="18012" y="3533"/>
                </a:moveTo>
                <a:lnTo>
                  <a:pt x="17586" y="3533"/>
                </a:lnTo>
                <a:lnTo>
                  <a:pt x="17586" y="994"/>
                </a:lnTo>
                <a:lnTo>
                  <a:pt x="18012" y="994"/>
                </a:lnTo>
                <a:lnTo>
                  <a:pt x="18012" y="3533"/>
                </a:lnTo>
                <a:close/>
                <a:moveTo>
                  <a:pt x="20914" y="3533"/>
                </a:moveTo>
                <a:lnTo>
                  <a:pt x="20487" y="3533"/>
                </a:lnTo>
                <a:lnTo>
                  <a:pt x="20487" y="3268"/>
                </a:lnTo>
                <a:cubicBezTo>
                  <a:pt x="20364" y="3375"/>
                  <a:pt x="20236" y="3457"/>
                  <a:pt x="20103" y="3517"/>
                </a:cubicBezTo>
                <a:cubicBezTo>
                  <a:pt x="19970" y="3576"/>
                  <a:pt x="19826" y="3605"/>
                  <a:pt x="19670" y="3605"/>
                </a:cubicBezTo>
                <a:cubicBezTo>
                  <a:pt x="19367" y="3605"/>
                  <a:pt x="19127" y="3488"/>
                  <a:pt x="18949" y="3255"/>
                </a:cubicBezTo>
                <a:cubicBezTo>
                  <a:pt x="18771" y="3021"/>
                  <a:pt x="18682" y="2697"/>
                  <a:pt x="18682" y="2283"/>
                </a:cubicBezTo>
                <a:cubicBezTo>
                  <a:pt x="18682" y="2067"/>
                  <a:pt x="18713" y="1875"/>
                  <a:pt x="18774" y="1707"/>
                </a:cubicBezTo>
                <a:cubicBezTo>
                  <a:pt x="18835" y="1539"/>
                  <a:pt x="18918" y="1395"/>
                  <a:pt x="19023" y="1277"/>
                </a:cubicBezTo>
                <a:cubicBezTo>
                  <a:pt x="19126" y="1162"/>
                  <a:pt x="19245" y="1074"/>
                  <a:pt x="19382" y="1013"/>
                </a:cubicBezTo>
                <a:cubicBezTo>
                  <a:pt x="19519" y="952"/>
                  <a:pt x="19661" y="922"/>
                  <a:pt x="19808" y="922"/>
                </a:cubicBezTo>
                <a:cubicBezTo>
                  <a:pt x="19941" y="922"/>
                  <a:pt x="20059" y="936"/>
                  <a:pt x="20162" y="964"/>
                </a:cubicBezTo>
                <a:cubicBezTo>
                  <a:pt x="20265" y="992"/>
                  <a:pt x="20373" y="1036"/>
                  <a:pt x="20487" y="1095"/>
                </a:cubicBezTo>
                <a:lnTo>
                  <a:pt x="20487" y="0"/>
                </a:lnTo>
                <a:lnTo>
                  <a:pt x="20914" y="0"/>
                </a:lnTo>
                <a:lnTo>
                  <a:pt x="20914" y="3533"/>
                </a:lnTo>
                <a:moveTo>
                  <a:pt x="20487" y="2908"/>
                </a:moveTo>
                <a:lnTo>
                  <a:pt x="20487" y="1453"/>
                </a:lnTo>
                <a:cubicBezTo>
                  <a:pt x="20372" y="1402"/>
                  <a:pt x="20269" y="1366"/>
                  <a:pt x="20178" y="1346"/>
                </a:cubicBezTo>
                <a:cubicBezTo>
                  <a:pt x="20087" y="1327"/>
                  <a:pt x="19988" y="1317"/>
                  <a:pt x="19881" y="1317"/>
                </a:cubicBezTo>
                <a:cubicBezTo>
                  <a:pt x="19642" y="1317"/>
                  <a:pt x="19455" y="1400"/>
                  <a:pt x="19322" y="1567"/>
                </a:cubicBezTo>
                <a:cubicBezTo>
                  <a:pt x="19189" y="1733"/>
                  <a:pt x="19123" y="1969"/>
                  <a:pt x="19123" y="2275"/>
                </a:cubicBezTo>
                <a:cubicBezTo>
                  <a:pt x="19123" y="2576"/>
                  <a:pt x="19174" y="2805"/>
                  <a:pt x="19277" y="2962"/>
                </a:cubicBezTo>
                <a:cubicBezTo>
                  <a:pt x="19380" y="3118"/>
                  <a:pt x="19545" y="3197"/>
                  <a:pt x="19772" y="3197"/>
                </a:cubicBezTo>
                <a:cubicBezTo>
                  <a:pt x="19893" y="3197"/>
                  <a:pt x="20016" y="3170"/>
                  <a:pt x="20140" y="3116"/>
                </a:cubicBezTo>
                <a:cubicBezTo>
                  <a:pt x="20264" y="3062"/>
                  <a:pt x="20380" y="2993"/>
                  <a:pt x="20487" y="2908"/>
                </a:cubicBezTo>
                <a:close/>
                <a:moveTo>
                  <a:pt x="23724" y="3533"/>
                </a:moveTo>
                <a:lnTo>
                  <a:pt x="23300" y="3533"/>
                </a:lnTo>
                <a:lnTo>
                  <a:pt x="23300" y="3264"/>
                </a:lnTo>
                <a:cubicBezTo>
                  <a:pt x="23262" y="3290"/>
                  <a:pt x="23211" y="3326"/>
                  <a:pt x="23147" y="3372"/>
                </a:cubicBezTo>
                <a:cubicBezTo>
                  <a:pt x="23082" y="3419"/>
                  <a:pt x="23020" y="3455"/>
                  <a:pt x="22959" y="3483"/>
                </a:cubicBezTo>
                <a:cubicBezTo>
                  <a:pt x="22888" y="3517"/>
                  <a:pt x="22806" y="3547"/>
                  <a:pt x="22714" y="3570"/>
                </a:cubicBezTo>
                <a:cubicBezTo>
                  <a:pt x="22622" y="3594"/>
                  <a:pt x="22514" y="3605"/>
                  <a:pt x="22390" y="3605"/>
                </a:cubicBezTo>
                <a:cubicBezTo>
                  <a:pt x="22161" y="3605"/>
                  <a:pt x="21967" y="3530"/>
                  <a:pt x="21808" y="3378"/>
                </a:cubicBezTo>
                <a:cubicBezTo>
                  <a:pt x="21649" y="3226"/>
                  <a:pt x="21570" y="3033"/>
                  <a:pt x="21570" y="2798"/>
                </a:cubicBezTo>
                <a:cubicBezTo>
                  <a:pt x="21570" y="2606"/>
                  <a:pt x="21611" y="2450"/>
                  <a:pt x="21694" y="2331"/>
                </a:cubicBezTo>
                <a:cubicBezTo>
                  <a:pt x="21776" y="2212"/>
                  <a:pt x="21894" y="2119"/>
                  <a:pt x="22047" y="2050"/>
                </a:cubicBezTo>
                <a:cubicBezTo>
                  <a:pt x="22201" y="1982"/>
                  <a:pt x="22386" y="1936"/>
                  <a:pt x="22603" y="1912"/>
                </a:cubicBezTo>
                <a:cubicBezTo>
                  <a:pt x="22819" y="1887"/>
                  <a:pt x="23052" y="1869"/>
                  <a:pt x="23300" y="1857"/>
                </a:cubicBezTo>
                <a:lnTo>
                  <a:pt x="23300" y="1791"/>
                </a:lnTo>
                <a:cubicBezTo>
                  <a:pt x="23300" y="1693"/>
                  <a:pt x="23283" y="1612"/>
                  <a:pt x="23249" y="1548"/>
                </a:cubicBezTo>
                <a:cubicBezTo>
                  <a:pt x="23215" y="1484"/>
                  <a:pt x="23166" y="1434"/>
                  <a:pt x="23102" y="1397"/>
                </a:cubicBezTo>
                <a:cubicBezTo>
                  <a:pt x="23042" y="1362"/>
                  <a:pt x="22969" y="1338"/>
                  <a:pt x="22884" y="1326"/>
                </a:cubicBezTo>
                <a:cubicBezTo>
                  <a:pt x="22800" y="1314"/>
                  <a:pt x="22711" y="1308"/>
                  <a:pt x="22619" y="1308"/>
                </a:cubicBezTo>
                <a:cubicBezTo>
                  <a:pt x="22507" y="1308"/>
                  <a:pt x="22382" y="1323"/>
                  <a:pt x="22244" y="1353"/>
                </a:cubicBezTo>
                <a:cubicBezTo>
                  <a:pt x="22106" y="1383"/>
                  <a:pt x="21964" y="1427"/>
                  <a:pt x="21817" y="1485"/>
                </a:cubicBezTo>
                <a:lnTo>
                  <a:pt x="21795" y="1485"/>
                </a:lnTo>
                <a:lnTo>
                  <a:pt x="21795" y="1051"/>
                </a:lnTo>
                <a:cubicBezTo>
                  <a:pt x="21878" y="1028"/>
                  <a:pt x="21998" y="1003"/>
                  <a:pt x="22156" y="976"/>
                </a:cubicBezTo>
                <a:cubicBezTo>
                  <a:pt x="22313" y="949"/>
                  <a:pt x="22468" y="935"/>
                  <a:pt x="22621" y="935"/>
                </a:cubicBezTo>
                <a:cubicBezTo>
                  <a:pt x="22800" y="935"/>
                  <a:pt x="22955" y="950"/>
                  <a:pt x="23088" y="980"/>
                </a:cubicBezTo>
                <a:cubicBezTo>
                  <a:pt x="23220" y="1009"/>
                  <a:pt x="23335" y="1059"/>
                  <a:pt x="23432" y="1131"/>
                </a:cubicBezTo>
                <a:cubicBezTo>
                  <a:pt x="23527" y="1200"/>
                  <a:pt x="23600" y="1290"/>
                  <a:pt x="23650" y="1401"/>
                </a:cubicBezTo>
                <a:cubicBezTo>
                  <a:pt x="23699" y="1511"/>
                  <a:pt x="23724" y="1648"/>
                  <a:pt x="23724" y="1812"/>
                </a:cubicBezTo>
                <a:lnTo>
                  <a:pt x="23724" y="3533"/>
                </a:lnTo>
                <a:moveTo>
                  <a:pt x="23300" y="2911"/>
                </a:moveTo>
                <a:lnTo>
                  <a:pt x="23300" y="2202"/>
                </a:lnTo>
                <a:cubicBezTo>
                  <a:pt x="23170" y="2210"/>
                  <a:pt x="23016" y="2221"/>
                  <a:pt x="22840" y="2236"/>
                </a:cubicBezTo>
                <a:cubicBezTo>
                  <a:pt x="22664" y="2252"/>
                  <a:pt x="22524" y="2274"/>
                  <a:pt x="22421" y="2303"/>
                </a:cubicBezTo>
                <a:cubicBezTo>
                  <a:pt x="22299" y="2338"/>
                  <a:pt x="22200" y="2392"/>
                  <a:pt x="22124" y="2466"/>
                </a:cubicBezTo>
                <a:cubicBezTo>
                  <a:pt x="22048" y="2539"/>
                  <a:pt x="22010" y="2641"/>
                  <a:pt x="22010" y="2770"/>
                </a:cubicBezTo>
                <a:cubicBezTo>
                  <a:pt x="22010" y="2916"/>
                  <a:pt x="22054" y="3026"/>
                  <a:pt x="22142" y="3100"/>
                </a:cubicBezTo>
                <a:cubicBezTo>
                  <a:pt x="22230" y="3173"/>
                  <a:pt x="22364" y="3210"/>
                  <a:pt x="22544" y="3210"/>
                </a:cubicBezTo>
                <a:cubicBezTo>
                  <a:pt x="22694" y="3210"/>
                  <a:pt x="22831" y="3181"/>
                  <a:pt x="22955" y="3122"/>
                </a:cubicBezTo>
                <a:cubicBezTo>
                  <a:pt x="23079" y="3064"/>
                  <a:pt x="23194" y="2994"/>
                  <a:pt x="23300" y="2911"/>
                </a:cubicBezTo>
                <a:close/>
                <a:moveTo>
                  <a:pt x="26669" y="2307"/>
                </a:moveTo>
                <a:lnTo>
                  <a:pt x="24801" y="2307"/>
                </a:lnTo>
                <a:cubicBezTo>
                  <a:pt x="24801" y="2463"/>
                  <a:pt x="24824" y="2599"/>
                  <a:pt x="24871" y="2715"/>
                </a:cubicBezTo>
                <a:cubicBezTo>
                  <a:pt x="24918" y="2831"/>
                  <a:pt x="24982" y="2926"/>
                  <a:pt x="25064" y="3001"/>
                </a:cubicBezTo>
                <a:cubicBezTo>
                  <a:pt x="25143" y="3074"/>
                  <a:pt x="25236" y="3128"/>
                  <a:pt x="25344" y="3165"/>
                </a:cubicBezTo>
                <a:cubicBezTo>
                  <a:pt x="25453" y="3201"/>
                  <a:pt x="25572" y="3219"/>
                  <a:pt x="25702" y="3219"/>
                </a:cubicBezTo>
                <a:cubicBezTo>
                  <a:pt x="25875" y="3219"/>
                  <a:pt x="26048" y="3185"/>
                  <a:pt x="26223" y="3115"/>
                </a:cubicBezTo>
                <a:cubicBezTo>
                  <a:pt x="26398" y="3046"/>
                  <a:pt x="26522" y="2978"/>
                  <a:pt x="26597" y="2911"/>
                </a:cubicBezTo>
                <a:lnTo>
                  <a:pt x="26619" y="2911"/>
                </a:lnTo>
                <a:lnTo>
                  <a:pt x="26619" y="3378"/>
                </a:lnTo>
                <a:cubicBezTo>
                  <a:pt x="26475" y="3438"/>
                  <a:pt x="26329" y="3489"/>
                  <a:pt x="26179" y="3530"/>
                </a:cubicBezTo>
                <a:cubicBezTo>
                  <a:pt x="26029" y="3571"/>
                  <a:pt x="25872" y="3592"/>
                  <a:pt x="25707" y="3592"/>
                </a:cubicBezTo>
                <a:cubicBezTo>
                  <a:pt x="25286" y="3592"/>
                  <a:pt x="24957" y="3478"/>
                  <a:pt x="24721" y="3249"/>
                </a:cubicBezTo>
                <a:cubicBezTo>
                  <a:pt x="24485" y="3021"/>
                  <a:pt x="24367" y="2697"/>
                  <a:pt x="24367" y="2277"/>
                </a:cubicBezTo>
                <a:cubicBezTo>
                  <a:pt x="24367" y="1862"/>
                  <a:pt x="24480" y="1532"/>
                  <a:pt x="24707" y="1288"/>
                </a:cubicBezTo>
                <a:cubicBezTo>
                  <a:pt x="24933" y="1044"/>
                  <a:pt x="25231" y="922"/>
                  <a:pt x="25600" y="922"/>
                </a:cubicBezTo>
                <a:cubicBezTo>
                  <a:pt x="25942" y="922"/>
                  <a:pt x="26206" y="1022"/>
                  <a:pt x="26391" y="1222"/>
                </a:cubicBezTo>
                <a:cubicBezTo>
                  <a:pt x="26577" y="1422"/>
                  <a:pt x="26669" y="1706"/>
                  <a:pt x="26669" y="2075"/>
                </a:cubicBezTo>
                <a:lnTo>
                  <a:pt x="26669" y="2307"/>
                </a:lnTo>
                <a:moveTo>
                  <a:pt x="26254" y="1980"/>
                </a:moveTo>
                <a:cubicBezTo>
                  <a:pt x="26252" y="1756"/>
                  <a:pt x="26196" y="1582"/>
                  <a:pt x="26085" y="1460"/>
                </a:cubicBezTo>
                <a:cubicBezTo>
                  <a:pt x="25973" y="1337"/>
                  <a:pt x="25804" y="1276"/>
                  <a:pt x="25577" y="1276"/>
                </a:cubicBezTo>
                <a:cubicBezTo>
                  <a:pt x="25349" y="1276"/>
                  <a:pt x="25167" y="1343"/>
                  <a:pt x="25031" y="1478"/>
                </a:cubicBezTo>
                <a:cubicBezTo>
                  <a:pt x="24896" y="1613"/>
                  <a:pt x="24819" y="1780"/>
                  <a:pt x="24801" y="1980"/>
                </a:cubicBezTo>
                <a:lnTo>
                  <a:pt x="26254" y="198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DADB396-5728-41F5-8E7B-5B215F897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741" y="942421"/>
            <a:ext cx="27749" cy="38208"/>
          </a:xfrm>
          <a:custGeom xmlns:a="http://schemas.openxmlformats.org/drawingml/2006/main">
            <a:pathLst>
              <a:path w="27749" h="38208">
                <a:moveTo>
                  <a:pt x="0" y="0"/>
                </a:moveTo>
                <a:lnTo>
                  <a:pt x="27749" y="0"/>
                </a:lnTo>
                <a:lnTo>
                  <a:pt x="27749" y="38208"/>
                </a:lnTo>
                <a:lnTo>
                  <a:pt x="0" y="3820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3C19AD-398C-4F82-942A-69C212FC35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740" y="942423"/>
            <a:ext cx="27750" cy="38209"/>
          </a:xfrm>
          <a:custGeom xmlns:a="http://schemas.openxmlformats.org/drawingml/2006/main">
            <a:pathLst>
              <a:path w="27750" h="38209" fill="none">
                <a:moveTo>
                  <a:pt x="0" y="0"/>
                </a:moveTo>
                <a:lnTo>
                  <a:pt x="27750" y="0"/>
                </a:lnTo>
                <a:lnTo>
                  <a:pt x="27750" y="38209"/>
                </a:lnTo>
                <a:lnTo>
                  <a:pt x="0" y="3820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13" name="Text Paridae">
            <a:extLst xmlns:a="http://schemas.openxmlformats.org/drawingml/2006/main">
              <a:ext uri="{FF2B5EF4-FFF2-40B4-BE49-F238E27FC236}">
                <a16:creationId xmlns:a16="http://schemas.microsoft.com/office/drawing/2014/main" id="{5B7FCD48-5102-46D7-8CA0-E994AFFEB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963" y="944229"/>
            <a:ext cx="26561" cy="5757"/>
          </a:xfrm>
          <a:custGeom xmlns:a="http://schemas.openxmlformats.org/drawingml/2006/main">
            <a:pathLst>
              <a:path w="26561" h="5757">
                <a:moveTo>
                  <a:pt x="3531" y="1871"/>
                </a:moveTo>
                <a:cubicBezTo>
                  <a:pt x="3531" y="2110"/>
                  <a:pt x="3489" y="2332"/>
                  <a:pt x="3406" y="2536"/>
                </a:cubicBezTo>
                <a:cubicBezTo>
                  <a:pt x="3323" y="2740"/>
                  <a:pt x="3206" y="2917"/>
                  <a:pt x="3056" y="3067"/>
                </a:cubicBezTo>
                <a:cubicBezTo>
                  <a:pt x="2870" y="3253"/>
                  <a:pt x="2650" y="3393"/>
                  <a:pt x="2396" y="3486"/>
                </a:cubicBezTo>
                <a:cubicBezTo>
                  <a:pt x="2143" y="3579"/>
                  <a:pt x="1822" y="3625"/>
                  <a:pt x="1436" y="3625"/>
                </a:cubicBezTo>
                <a:lnTo>
                  <a:pt x="718" y="3625"/>
                </a:lnTo>
                <a:lnTo>
                  <a:pt x="718" y="5641"/>
                </a:lnTo>
                <a:lnTo>
                  <a:pt x="0" y="5641"/>
                </a:lnTo>
                <a:lnTo>
                  <a:pt x="0" y="239"/>
                </a:lnTo>
                <a:lnTo>
                  <a:pt x="1465" y="239"/>
                </a:lnTo>
                <a:cubicBezTo>
                  <a:pt x="1788" y="239"/>
                  <a:pt x="2063" y="266"/>
                  <a:pt x="2288" y="321"/>
                </a:cubicBezTo>
                <a:cubicBezTo>
                  <a:pt x="2512" y="375"/>
                  <a:pt x="2712" y="460"/>
                  <a:pt x="2886" y="576"/>
                </a:cubicBezTo>
                <a:cubicBezTo>
                  <a:pt x="3091" y="714"/>
                  <a:pt x="3250" y="886"/>
                  <a:pt x="3362" y="1091"/>
                </a:cubicBezTo>
                <a:cubicBezTo>
                  <a:pt x="3475" y="1297"/>
                  <a:pt x="3531" y="1556"/>
                  <a:pt x="3531" y="1871"/>
                </a:cubicBezTo>
                <a:moveTo>
                  <a:pt x="2784" y="1887"/>
                </a:moveTo>
                <a:cubicBezTo>
                  <a:pt x="2784" y="1703"/>
                  <a:pt x="2752" y="1542"/>
                  <a:pt x="2686" y="1406"/>
                </a:cubicBezTo>
                <a:cubicBezTo>
                  <a:pt x="2621" y="1269"/>
                  <a:pt x="2522" y="1158"/>
                  <a:pt x="2389" y="1071"/>
                </a:cubicBezTo>
                <a:cubicBezTo>
                  <a:pt x="2273" y="997"/>
                  <a:pt x="2141" y="944"/>
                  <a:pt x="1992" y="911"/>
                </a:cubicBezTo>
                <a:cubicBezTo>
                  <a:pt x="1843" y="879"/>
                  <a:pt x="1656" y="863"/>
                  <a:pt x="1428" y="863"/>
                </a:cubicBezTo>
                <a:lnTo>
                  <a:pt x="718" y="863"/>
                </a:lnTo>
                <a:lnTo>
                  <a:pt x="718" y="3002"/>
                </a:lnTo>
                <a:lnTo>
                  <a:pt x="1323" y="3002"/>
                </a:lnTo>
                <a:cubicBezTo>
                  <a:pt x="1613" y="3002"/>
                  <a:pt x="1849" y="2976"/>
                  <a:pt x="2030" y="2924"/>
                </a:cubicBezTo>
                <a:cubicBezTo>
                  <a:pt x="2211" y="2873"/>
                  <a:pt x="2359" y="2791"/>
                  <a:pt x="2472" y="2678"/>
                </a:cubicBezTo>
                <a:cubicBezTo>
                  <a:pt x="2586" y="2563"/>
                  <a:pt x="2666" y="2442"/>
                  <a:pt x="2713" y="2315"/>
                </a:cubicBezTo>
                <a:cubicBezTo>
                  <a:pt x="2761" y="2188"/>
                  <a:pt x="2784" y="2045"/>
                  <a:pt x="2784" y="1887"/>
                </a:cubicBezTo>
                <a:close/>
                <a:moveTo>
                  <a:pt x="7569" y="5641"/>
                </a:moveTo>
                <a:lnTo>
                  <a:pt x="6892" y="5641"/>
                </a:lnTo>
                <a:lnTo>
                  <a:pt x="6892" y="5212"/>
                </a:lnTo>
                <a:cubicBezTo>
                  <a:pt x="6831" y="5254"/>
                  <a:pt x="6750" y="5311"/>
                  <a:pt x="6647" y="5385"/>
                </a:cubicBezTo>
                <a:cubicBezTo>
                  <a:pt x="6544" y="5459"/>
                  <a:pt x="6444" y="5517"/>
                  <a:pt x="6348" y="5561"/>
                </a:cubicBezTo>
                <a:cubicBezTo>
                  <a:pt x="6234" y="5617"/>
                  <a:pt x="6104" y="5663"/>
                  <a:pt x="5956" y="5701"/>
                </a:cubicBezTo>
                <a:cubicBezTo>
                  <a:pt x="5809" y="5738"/>
                  <a:pt x="5636" y="5757"/>
                  <a:pt x="5438" y="5757"/>
                </a:cubicBezTo>
                <a:cubicBezTo>
                  <a:pt x="5073" y="5757"/>
                  <a:pt x="4764" y="5636"/>
                  <a:pt x="4510" y="5394"/>
                </a:cubicBezTo>
                <a:cubicBezTo>
                  <a:pt x="4256" y="5152"/>
                  <a:pt x="4129" y="4843"/>
                  <a:pt x="4129" y="4468"/>
                </a:cubicBezTo>
                <a:cubicBezTo>
                  <a:pt x="4129" y="4161"/>
                  <a:pt x="4195" y="3912"/>
                  <a:pt x="4327" y="3722"/>
                </a:cubicBezTo>
                <a:cubicBezTo>
                  <a:pt x="4458" y="3532"/>
                  <a:pt x="4646" y="3383"/>
                  <a:pt x="4890" y="3274"/>
                </a:cubicBezTo>
                <a:cubicBezTo>
                  <a:pt x="5137" y="3165"/>
                  <a:pt x="5433" y="3091"/>
                  <a:pt x="5779" y="3053"/>
                </a:cubicBezTo>
                <a:cubicBezTo>
                  <a:pt x="6124" y="3014"/>
                  <a:pt x="6495" y="2985"/>
                  <a:pt x="6892" y="2965"/>
                </a:cubicBezTo>
                <a:lnTo>
                  <a:pt x="6892" y="2859"/>
                </a:lnTo>
                <a:cubicBezTo>
                  <a:pt x="6892" y="2703"/>
                  <a:pt x="6864" y="2574"/>
                  <a:pt x="6810" y="2472"/>
                </a:cubicBezTo>
                <a:cubicBezTo>
                  <a:pt x="6756" y="2370"/>
                  <a:pt x="6678" y="2289"/>
                  <a:pt x="6576" y="2231"/>
                </a:cubicBezTo>
                <a:cubicBezTo>
                  <a:pt x="6479" y="2175"/>
                  <a:pt x="6363" y="2137"/>
                  <a:pt x="6228" y="2117"/>
                </a:cubicBezTo>
                <a:cubicBezTo>
                  <a:pt x="6093" y="2098"/>
                  <a:pt x="5951" y="2088"/>
                  <a:pt x="5804" y="2088"/>
                </a:cubicBezTo>
                <a:cubicBezTo>
                  <a:pt x="5625" y="2088"/>
                  <a:pt x="5426" y="2112"/>
                  <a:pt x="5206" y="2161"/>
                </a:cubicBezTo>
                <a:cubicBezTo>
                  <a:pt x="4986" y="2209"/>
                  <a:pt x="4759" y="2279"/>
                  <a:pt x="4524" y="2371"/>
                </a:cubicBezTo>
                <a:lnTo>
                  <a:pt x="4488" y="2371"/>
                </a:lnTo>
                <a:lnTo>
                  <a:pt x="4488" y="1678"/>
                </a:lnTo>
                <a:cubicBezTo>
                  <a:pt x="4621" y="1642"/>
                  <a:pt x="4813" y="1602"/>
                  <a:pt x="5064" y="1559"/>
                </a:cubicBezTo>
                <a:cubicBezTo>
                  <a:pt x="5316" y="1515"/>
                  <a:pt x="5563" y="1494"/>
                  <a:pt x="5808" y="1494"/>
                </a:cubicBezTo>
                <a:cubicBezTo>
                  <a:pt x="6093" y="1494"/>
                  <a:pt x="6341" y="1517"/>
                  <a:pt x="6553" y="1564"/>
                </a:cubicBezTo>
                <a:cubicBezTo>
                  <a:pt x="6764" y="1611"/>
                  <a:pt x="6947" y="1692"/>
                  <a:pt x="7102" y="1805"/>
                </a:cubicBezTo>
                <a:cubicBezTo>
                  <a:pt x="7254" y="1917"/>
                  <a:pt x="7370" y="2060"/>
                  <a:pt x="7450" y="2237"/>
                </a:cubicBezTo>
                <a:cubicBezTo>
                  <a:pt x="7530" y="2413"/>
                  <a:pt x="7569" y="2632"/>
                  <a:pt x="7569" y="2893"/>
                </a:cubicBezTo>
                <a:lnTo>
                  <a:pt x="7569" y="5641"/>
                </a:lnTo>
                <a:moveTo>
                  <a:pt x="6892" y="4649"/>
                </a:moveTo>
                <a:lnTo>
                  <a:pt x="6892" y="3516"/>
                </a:lnTo>
                <a:cubicBezTo>
                  <a:pt x="6684" y="3529"/>
                  <a:pt x="6439" y="3547"/>
                  <a:pt x="6157" y="3571"/>
                </a:cubicBezTo>
                <a:cubicBezTo>
                  <a:pt x="5876" y="3595"/>
                  <a:pt x="5653" y="3631"/>
                  <a:pt x="5489" y="3677"/>
                </a:cubicBezTo>
                <a:cubicBezTo>
                  <a:pt x="5293" y="3733"/>
                  <a:pt x="5135" y="3819"/>
                  <a:pt x="5014" y="3937"/>
                </a:cubicBezTo>
                <a:cubicBezTo>
                  <a:pt x="4893" y="4055"/>
                  <a:pt x="4832" y="4217"/>
                  <a:pt x="4832" y="4423"/>
                </a:cubicBezTo>
                <a:cubicBezTo>
                  <a:pt x="4832" y="4656"/>
                  <a:pt x="4902" y="4832"/>
                  <a:pt x="5043" y="4949"/>
                </a:cubicBezTo>
                <a:cubicBezTo>
                  <a:pt x="5183" y="5067"/>
                  <a:pt x="5397" y="5126"/>
                  <a:pt x="5684" y="5126"/>
                </a:cubicBezTo>
                <a:cubicBezTo>
                  <a:pt x="5924" y="5126"/>
                  <a:pt x="6142" y="5079"/>
                  <a:pt x="6340" y="4986"/>
                </a:cubicBezTo>
                <a:cubicBezTo>
                  <a:pt x="6539" y="4892"/>
                  <a:pt x="6722" y="4780"/>
                  <a:pt x="6892" y="4649"/>
                </a:cubicBezTo>
                <a:close/>
                <a:moveTo>
                  <a:pt x="11409" y="2327"/>
                </a:moveTo>
                <a:lnTo>
                  <a:pt x="11372" y="2327"/>
                </a:lnTo>
                <a:cubicBezTo>
                  <a:pt x="11271" y="2305"/>
                  <a:pt x="11172" y="2288"/>
                  <a:pt x="11077" y="2278"/>
                </a:cubicBezTo>
                <a:cubicBezTo>
                  <a:pt x="10981" y="2267"/>
                  <a:pt x="10869" y="2262"/>
                  <a:pt x="10738" y="2262"/>
                </a:cubicBezTo>
                <a:cubicBezTo>
                  <a:pt x="10528" y="2262"/>
                  <a:pt x="10325" y="2309"/>
                  <a:pt x="10129" y="2402"/>
                </a:cubicBezTo>
                <a:cubicBezTo>
                  <a:pt x="9933" y="2495"/>
                  <a:pt x="9745" y="2615"/>
                  <a:pt x="9563" y="2763"/>
                </a:cubicBezTo>
                <a:lnTo>
                  <a:pt x="9563" y="5641"/>
                </a:lnTo>
                <a:lnTo>
                  <a:pt x="8882" y="5641"/>
                </a:lnTo>
                <a:lnTo>
                  <a:pt x="8882" y="1588"/>
                </a:lnTo>
                <a:lnTo>
                  <a:pt x="9563" y="1588"/>
                </a:lnTo>
                <a:lnTo>
                  <a:pt x="9563" y="2187"/>
                </a:lnTo>
                <a:cubicBezTo>
                  <a:pt x="9834" y="1969"/>
                  <a:pt x="10073" y="1815"/>
                  <a:pt x="10279" y="1724"/>
                </a:cubicBezTo>
                <a:cubicBezTo>
                  <a:pt x="10486" y="1633"/>
                  <a:pt x="10697" y="1588"/>
                  <a:pt x="10912" y="1588"/>
                </a:cubicBezTo>
                <a:cubicBezTo>
                  <a:pt x="11030" y="1588"/>
                  <a:pt x="11116" y="1591"/>
                  <a:pt x="11169" y="1597"/>
                </a:cubicBezTo>
                <a:cubicBezTo>
                  <a:pt x="11223" y="1603"/>
                  <a:pt x="11302" y="1614"/>
                  <a:pt x="11409" y="1631"/>
                </a:cubicBezTo>
                <a:lnTo>
                  <a:pt x="11409" y="2327"/>
                </a:lnTo>
                <a:close/>
                <a:moveTo>
                  <a:pt x="12782" y="914"/>
                </a:moveTo>
                <a:lnTo>
                  <a:pt x="12014" y="914"/>
                </a:lnTo>
                <a:lnTo>
                  <a:pt x="12014" y="203"/>
                </a:lnTo>
                <a:lnTo>
                  <a:pt x="12782" y="203"/>
                </a:lnTo>
                <a:lnTo>
                  <a:pt x="12782" y="914"/>
                </a:lnTo>
                <a:moveTo>
                  <a:pt x="12739" y="5641"/>
                </a:moveTo>
                <a:lnTo>
                  <a:pt x="12057" y="5641"/>
                </a:lnTo>
                <a:lnTo>
                  <a:pt x="12057" y="1588"/>
                </a:lnTo>
                <a:lnTo>
                  <a:pt x="12739" y="1588"/>
                </a:lnTo>
                <a:lnTo>
                  <a:pt x="12739" y="5641"/>
                </a:lnTo>
                <a:close/>
                <a:moveTo>
                  <a:pt x="17372" y="5641"/>
                </a:moveTo>
                <a:lnTo>
                  <a:pt x="16690" y="5641"/>
                </a:lnTo>
                <a:lnTo>
                  <a:pt x="16690" y="5219"/>
                </a:lnTo>
                <a:cubicBezTo>
                  <a:pt x="16495" y="5389"/>
                  <a:pt x="16290" y="5521"/>
                  <a:pt x="16078" y="5615"/>
                </a:cubicBezTo>
                <a:cubicBezTo>
                  <a:pt x="15865" y="5710"/>
                  <a:pt x="15634" y="5757"/>
                  <a:pt x="15385" y="5757"/>
                </a:cubicBezTo>
                <a:cubicBezTo>
                  <a:pt x="14902" y="5757"/>
                  <a:pt x="14518" y="5570"/>
                  <a:pt x="14234" y="5197"/>
                </a:cubicBezTo>
                <a:cubicBezTo>
                  <a:pt x="13950" y="4824"/>
                  <a:pt x="13808" y="4307"/>
                  <a:pt x="13808" y="3645"/>
                </a:cubicBezTo>
                <a:cubicBezTo>
                  <a:pt x="13808" y="3301"/>
                  <a:pt x="13857" y="2995"/>
                  <a:pt x="13955" y="2726"/>
                </a:cubicBezTo>
                <a:cubicBezTo>
                  <a:pt x="14053" y="2457"/>
                  <a:pt x="14185" y="2228"/>
                  <a:pt x="14352" y="2039"/>
                </a:cubicBezTo>
                <a:cubicBezTo>
                  <a:pt x="14516" y="1855"/>
                  <a:pt x="14708" y="1714"/>
                  <a:pt x="14927" y="1617"/>
                </a:cubicBezTo>
                <a:cubicBezTo>
                  <a:pt x="15145" y="1520"/>
                  <a:pt x="15372" y="1472"/>
                  <a:pt x="15606" y="1472"/>
                </a:cubicBezTo>
                <a:cubicBezTo>
                  <a:pt x="15819" y="1472"/>
                  <a:pt x="16008" y="1494"/>
                  <a:pt x="16172" y="1539"/>
                </a:cubicBezTo>
                <a:cubicBezTo>
                  <a:pt x="16336" y="1584"/>
                  <a:pt x="16509" y="1654"/>
                  <a:pt x="16690" y="1748"/>
                </a:cubicBezTo>
                <a:lnTo>
                  <a:pt x="16690" y="0"/>
                </a:lnTo>
                <a:lnTo>
                  <a:pt x="17372" y="0"/>
                </a:lnTo>
                <a:lnTo>
                  <a:pt x="17372" y="5641"/>
                </a:lnTo>
                <a:moveTo>
                  <a:pt x="16690" y="4644"/>
                </a:moveTo>
                <a:lnTo>
                  <a:pt x="16690" y="2320"/>
                </a:lnTo>
                <a:cubicBezTo>
                  <a:pt x="16507" y="2238"/>
                  <a:pt x="16342" y="2181"/>
                  <a:pt x="16197" y="2150"/>
                </a:cubicBezTo>
                <a:cubicBezTo>
                  <a:pt x="16052" y="2118"/>
                  <a:pt x="15894" y="2103"/>
                  <a:pt x="15722" y="2103"/>
                </a:cubicBezTo>
                <a:cubicBezTo>
                  <a:pt x="15341" y="2103"/>
                  <a:pt x="15043" y="2236"/>
                  <a:pt x="14831" y="2501"/>
                </a:cubicBezTo>
                <a:cubicBezTo>
                  <a:pt x="14618" y="2767"/>
                  <a:pt x="14512" y="3144"/>
                  <a:pt x="14512" y="3632"/>
                </a:cubicBezTo>
                <a:cubicBezTo>
                  <a:pt x="14512" y="4113"/>
                  <a:pt x="14594" y="4479"/>
                  <a:pt x="14758" y="4729"/>
                </a:cubicBezTo>
                <a:cubicBezTo>
                  <a:pt x="14922" y="4979"/>
                  <a:pt x="15186" y="5104"/>
                  <a:pt x="15548" y="5104"/>
                </a:cubicBezTo>
                <a:cubicBezTo>
                  <a:pt x="15742" y="5104"/>
                  <a:pt x="15937" y="5061"/>
                  <a:pt x="16136" y="4976"/>
                </a:cubicBezTo>
                <a:cubicBezTo>
                  <a:pt x="16334" y="4890"/>
                  <a:pt x="16519" y="4779"/>
                  <a:pt x="16690" y="4644"/>
                </a:cubicBezTo>
                <a:close/>
                <a:moveTo>
                  <a:pt x="21860" y="5641"/>
                </a:moveTo>
                <a:lnTo>
                  <a:pt x="21182" y="5641"/>
                </a:lnTo>
                <a:lnTo>
                  <a:pt x="21182" y="5212"/>
                </a:lnTo>
                <a:cubicBezTo>
                  <a:pt x="21121" y="5254"/>
                  <a:pt x="21040" y="5311"/>
                  <a:pt x="20937" y="5385"/>
                </a:cubicBezTo>
                <a:cubicBezTo>
                  <a:pt x="20834" y="5459"/>
                  <a:pt x="20735" y="5517"/>
                  <a:pt x="20638" y="5561"/>
                </a:cubicBezTo>
                <a:cubicBezTo>
                  <a:pt x="20525" y="5617"/>
                  <a:pt x="20394" y="5663"/>
                  <a:pt x="20247" y="5701"/>
                </a:cubicBezTo>
                <a:cubicBezTo>
                  <a:pt x="20099" y="5738"/>
                  <a:pt x="19926" y="5757"/>
                  <a:pt x="19728" y="5757"/>
                </a:cubicBezTo>
                <a:cubicBezTo>
                  <a:pt x="19363" y="5757"/>
                  <a:pt x="19054" y="5636"/>
                  <a:pt x="18800" y="5394"/>
                </a:cubicBezTo>
                <a:cubicBezTo>
                  <a:pt x="18546" y="5152"/>
                  <a:pt x="18419" y="4843"/>
                  <a:pt x="18419" y="4468"/>
                </a:cubicBezTo>
                <a:cubicBezTo>
                  <a:pt x="18419" y="4161"/>
                  <a:pt x="18485" y="3912"/>
                  <a:pt x="18617" y="3722"/>
                </a:cubicBezTo>
                <a:cubicBezTo>
                  <a:pt x="18749" y="3532"/>
                  <a:pt x="18937" y="3383"/>
                  <a:pt x="19181" y="3274"/>
                </a:cubicBezTo>
                <a:cubicBezTo>
                  <a:pt x="19427" y="3165"/>
                  <a:pt x="19723" y="3091"/>
                  <a:pt x="20069" y="3053"/>
                </a:cubicBezTo>
                <a:cubicBezTo>
                  <a:pt x="20415" y="3014"/>
                  <a:pt x="20786" y="2985"/>
                  <a:pt x="21182" y="2965"/>
                </a:cubicBezTo>
                <a:lnTo>
                  <a:pt x="21182" y="2859"/>
                </a:lnTo>
                <a:cubicBezTo>
                  <a:pt x="21182" y="2703"/>
                  <a:pt x="21155" y="2574"/>
                  <a:pt x="21100" y="2472"/>
                </a:cubicBezTo>
                <a:cubicBezTo>
                  <a:pt x="21046" y="2370"/>
                  <a:pt x="20968" y="2289"/>
                  <a:pt x="20866" y="2231"/>
                </a:cubicBezTo>
                <a:cubicBezTo>
                  <a:pt x="20770" y="2175"/>
                  <a:pt x="20654" y="2137"/>
                  <a:pt x="20518" y="2117"/>
                </a:cubicBezTo>
                <a:cubicBezTo>
                  <a:pt x="20383" y="2098"/>
                  <a:pt x="20242" y="2088"/>
                  <a:pt x="20094" y="2088"/>
                </a:cubicBezTo>
                <a:cubicBezTo>
                  <a:pt x="19915" y="2088"/>
                  <a:pt x="19716" y="2112"/>
                  <a:pt x="19496" y="2161"/>
                </a:cubicBezTo>
                <a:cubicBezTo>
                  <a:pt x="19276" y="2209"/>
                  <a:pt x="19049" y="2279"/>
                  <a:pt x="18815" y="2371"/>
                </a:cubicBezTo>
                <a:lnTo>
                  <a:pt x="18778" y="2371"/>
                </a:lnTo>
                <a:lnTo>
                  <a:pt x="18778" y="1678"/>
                </a:lnTo>
                <a:cubicBezTo>
                  <a:pt x="18911" y="1642"/>
                  <a:pt x="19103" y="1602"/>
                  <a:pt x="19355" y="1559"/>
                </a:cubicBezTo>
                <a:cubicBezTo>
                  <a:pt x="19606" y="1515"/>
                  <a:pt x="19854" y="1494"/>
                  <a:pt x="20098" y="1494"/>
                </a:cubicBezTo>
                <a:cubicBezTo>
                  <a:pt x="20383" y="1494"/>
                  <a:pt x="20631" y="1517"/>
                  <a:pt x="20843" y="1564"/>
                </a:cubicBezTo>
                <a:cubicBezTo>
                  <a:pt x="21054" y="1611"/>
                  <a:pt x="21237" y="1692"/>
                  <a:pt x="21392" y="1805"/>
                </a:cubicBezTo>
                <a:cubicBezTo>
                  <a:pt x="21544" y="1917"/>
                  <a:pt x="21660" y="2060"/>
                  <a:pt x="21740" y="2237"/>
                </a:cubicBezTo>
                <a:cubicBezTo>
                  <a:pt x="21820" y="2413"/>
                  <a:pt x="21860" y="2632"/>
                  <a:pt x="21860" y="2893"/>
                </a:cubicBezTo>
                <a:lnTo>
                  <a:pt x="21860" y="5641"/>
                </a:lnTo>
                <a:moveTo>
                  <a:pt x="21182" y="4649"/>
                </a:moveTo>
                <a:lnTo>
                  <a:pt x="21182" y="3516"/>
                </a:lnTo>
                <a:cubicBezTo>
                  <a:pt x="20974" y="3529"/>
                  <a:pt x="20729" y="3547"/>
                  <a:pt x="20448" y="3571"/>
                </a:cubicBezTo>
                <a:cubicBezTo>
                  <a:pt x="20166" y="3595"/>
                  <a:pt x="19943" y="3631"/>
                  <a:pt x="19779" y="3677"/>
                </a:cubicBezTo>
                <a:cubicBezTo>
                  <a:pt x="19583" y="3733"/>
                  <a:pt x="19425" y="3819"/>
                  <a:pt x="19304" y="3937"/>
                </a:cubicBezTo>
                <a:cubicBezTo>
                  <a:pt x="19183" y="4055"/>
                  <a:pt x="19123" y="4217"/>
                  <a:pt x="19123" y="4423"/>
                </a:cubicBezTo>
                <a:cubicBezTo>
                  <a:pt x="19123" y="4656"/>
                  <a:pt x="19193" y="4832"/>
                  <a:pt x="19333" y="4949"/>
                </a:cubicBezTo>
                <a:cubicBezTo>
                  <a:pt x="19473" y="5067"/>
                  <a:pt x="19687" y="5126"/>
                  <a:pt x="19975" y="5126"/>
                </a:cubicBezTo>
                <a:cubicBezTo>
                  <a:pt x="20214" y="5126"/>
                  <a:pt x="20433" y="5079"/>
                  <a:pt x="20631" y="4986"/>
                </a:cubicBezTo>
                <a:cubicBezTo>
                  <a:pt x="20829" y="4892"/>
                  <a:pt x="21013" y="4780"/>
                  <a:pt x="21182" y="4649"/>
                </a:cubicBezTo>
                <a:close/>
                <a:moveTo>
                  <a:pt x="26561" y="3683"/>
                </a:moveTo>
                <a:lnTo>
                  <a:pt x="23578" y="3683"/>
                </a:lnTo>
                <a:cubicBezTo>
                  <a:pt x="23578" y="3933"/>
                  <a:pt x="23615" y="4150"/>
                  <a:pt x="23690" y="4336"/>
                </a:cubicBezTo>
                <a:cubicBezTo>
                  <a:pt x="23765" y="4521"/>
                  <a:pt x="23868" y="4673"/>
                  <a:pt x="23998" y="4792"/>
                </a:cubicBezTo>
                <a:cubicBezTo>
                  <a:pt x="24124" y="4908"/>
                  <a:pt x="24273" y="4995"/>
                  <a:pt x="24446" y="5053"/>
                </a:cubicBezTo>
                <a:cubicBezTo>
                  <a:pt x="24619" y="5111"/>
                  <a:pt x="24809" y="5141"/>
                  <a:pt x="25017" y="5141"/>
                </a:cubicBezTo>
                <a:cubicBezTo>
                  <a:pt x="25292" y="5141"/>
                  <a:pt x="25570" y="5085"/>
                  <a:pt x="25849" y="4974"/>
                </a:cubicBezTo>
                <a:cubicBezTo>
                  <a:pt x="26128" y="4864"/>
                  <a:pt x="26327" y="4755"/>
                  <a:pt x="26445" y="4648"/>
                </a:cubicBezTo>
                <a:lnTo>
                  <a:pt x="26481" y="4648"/>
                </a:lnTo>
                <a:lnTo>
                  <a:pt x="26481" y="5393"/>
                </a:lnTo>
                <a:cubicBezTo>
                  <a:pt x="26252" y="5490"/>
                  <a:pt x="26017" y="5571"/>
                  <a:pt x="25778" y="5637"/>
                </a:cubicBezTo>
                <a:cubicBezTo>
                  <a:pt x="25539" y="5702"/>
                  <a:pt x="25288" y="5735"/>
                  <a:pt x="25024" y="5735"/>
                </a:cubicBezTo>
                <a:cubicBezTo>
                  <a:pt x="24352" y="5735"/>
                  <a:pt x="23828" y="5553"/>
                  <a:pt x="23451" y="5189"/>
                </a:cubicBezTo>
                <a:cubicBezTo>
                  <a:pt x="23074" y="4824"/>
                  <a:pt x="22885" y="4307"/>
                  <a:pt x="22885" y="3636"/>
                </a:cubicBezTo>
                <a:cubicBezTo>
                  <a:pt x="22885" y="2973"/>
                  <a:pt x="23066" y="2446"/>
                  <a:pt x="23427" y="2057"/>
                </a:cubicBezTo>
                <a:cubicBezTo>
                  <a:pt x="23789" y="1667"/>
                  <a:pt x="24264" y="1472"/>
                  <a:pt x="24854" y="1472"/>
                </a:cubicBezTo>
                <a:cubicBezTo>
                  <a:pt x="25400" y="1472"/>
                  <a:pt x="25821" y="1632"/>
                  <a:pt x="26117" y="1951"/>
                </a:cubicBezTo>
                <a:cubicBezTo>
                  <a:pt x="26413" y="2271"/>
                  <a:pt x="26561" y="2725"/>
                  <a:pt x="26561" y="3313"/>
                </a:cubicBezTo>
                <a:lnTo>
                  <a:pt x="26561" y="3683"/>
                </a:lnTo>
                <a:moveTo>
                  <a:pt x="25898" y="3161"/>
                </a:moveTo>
                <a:cubicBezTo>
                  <a:pt x="25895" y="2804"/>
                  <a:pt x="25805" y="2527"/>
                  <a:pt x="25628" y="2331"/>
                </a:cubicBezTo>
                <a:cubicBezTo>
                  <a:pt x="25450" y="2135"/>
                  <a:pt x="25180" y="2037"/>
                  <a:pt x="24818" y="2037"/>
                </a:cubicBezTo>
                <a:cubicBezTo>
                  <a:pt x="24453" y="2037"/>
                  <a:pt x="24162" y="2145"/>
                  <a:pt x="23946" y="2360"/>
                </a:cubicBezTo>
                <a:cubicBezTo>
                  <a:pt x="23729" y="2575"/>
                  <a:pt x="23607" y="2842"/>
                  <a:pt x="23578" y="3161"/>
                </a:cubicBezTo>
                <a:lnTo>
                  <a:pt x="25898" y="3161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FFE037C-6A3E-4891-9C9B-5FEF171FD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741" y="1003128"/>
            <a:ext cx="27749" cy="30338"/>
          </a:xfrm>
          <a:custGeom xmlns:a="http://schemas.openxmlformats.org/drawingml/2006/main">
            <a:pathLst>
              <a:path w="27749" h="30338">
                <a:moveTo>
                  <a:pt x="0" y="0"/>
                </a:moveTo>
                <a:lnTo>
                  <a:pt x="27749" y="0"/>
                </a:lnTo>
                <a:lnTo>
                  <a:pt x="27749" y="30338"/>
                </a:lnTo>
                <a:lnTo>
                  <a:pt x="0" y="3033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69E1D78-8F70-4822-80CD-AA25A6DB7B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740" y="1003130"/>
            <a:ext cx="27750" cy="30339"/>
          </a:xfrm>
          <a:custGeom xmlns:a="http://schemas.openxmlformats.org/drawingml/2006/main">
            <a:pathLst>
              <a:path w="27750" h="30339" fill="none">
                <a:moveTo>
                  <a:pt x="0" y="0"/>
                </a:moveTo>
                <a:lnTo>
                  <a:pt x="27750" y="0"/>
                </a:lnTo>
                <a:lnTo>
                  <a:pt x="27750" y="30339"/>
                </a:lnTo>
                <a:lnTo>
                  <a:pt x="0" y="3033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16" name="Text Meliphagidae">
            <a:extLst xmlns:a="http://schemas.openxmlformats.org/drawingml/2006/main">
              <a:ext uri="{FF2B5EF4-FFF2-40B4-BE49-F238E27FC236}">
                <a16:creationId xmlns:a16="http://schemas.microsoft.com/office/drawing/2014/main" id="{6327E7E7-5D11-4C39-9F8B-731AFD6F7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648" y="1004167"/>
            <a:ext cx="26936" cy="4060"/>
          </a:xfrm>
          <a:custGeom xmlns:a="http://schemas.openxmlformats.org/drawingml/2006/main">
            <a:pathLst>
              <a:path w="26936" h="4060">
                <a:moveTo>
                  <a:pt x="2719" y="3191"/>
                </a:moveTo>
                <a:lnTo>
                  <a:pt x="2313" y="3191"/>
                </a:lnTo>
                <a:lnTo>
                  <a:pt x="2313" y="558"/>
                </a:lnTo>
                <a:lnTo>
                  <a:pt x="1464" y="2350"/>
                </a:lnTo>
                <a:lnTo>
                  <a:pt x="1222" y="2350"/>
                </a:lnTo>
                <a:lnTo>
                  <a:pt x="379" y="558"/>
                </a:lnTo>
                <a:lnTo>
                  <a:pt x="379" y="3191"/>
                </a:lnTo>
                <a:lnTo>
                  <a:pt x="0" y="3191"/>
                </a:lnTo>
                <a:lnTo>
                  <a:pt x="0" y="135"/>
                </a:lnTo>
                <a:lnTo>
                  <a:pt x="554" y="135"/>
                </a:lnTo>
                <a:lnTo>
                  <a:pt x="1368" y="1837"/>
                </a:lnTo>
                <a:lnTo>
                  <a:pt x="2155" y="135"/>
                </a:lnTo>
                <a:lnTo>
                  <a:pt x="2719" y="135"/>
                </a:lnTo>
                <a:lnTo>
                  <a:pt x="2719" y="3191"/>
                </a:lnTo>
                <a:close/>
                <a:moveTo>
                  <a:pt x="5426" y="2083"/>
                </a:moveTo>
                <a:lnTo>
                  <a:pt x="3738" y="2083"/>
                </a:lnTo>
                <a:cubicBezTo>
                  <a:pt x="3738" y="2225"/>
                  <a:pt x="3759" y="2348"/>
                  <a:pt x="3801" y="2452"/>
                </a:cubicBezTo>
                <a:cubicBezTo>
                  <a:pt x="3844" y="2557"/>
                  <a:pt x="3902" y="2643"/>
                  <a:pt x="3976" y="2710"/>
                </a:cubicBezTo>
                <a:cubicBezTo>
                  <a:pt x="4047" y="2776"/>
                  <a:pt x="4131" y="2826"/>
                  <a:pt x="4229" y="2858"/>
                </a:cubicBezTo>
                <a:cubicBezTo>
                  <a:pt x="4327" y="2891"/>
                  <a:pt x="4434" y="2908"/>
                  <a:pt x="4552" y="2908"/>
                </a:cubicBezTo>
                <a:cubicBezTo>
                  <a:pt x="4708" y="2908"/>
                  <a:pt x="4865" y="2876"/>
                  <a:pt x="5023" y="2814"/>
                </a:cubicBezTo>
                <a:cubicBezTo>
                  <a:pt x="5181" y="2751"/>
                  <a:pt x="5293" y="2689"/>
                  <a:pt x="5360" y="2629"/>
                </a:cubicBezTo>
                <a:lnTo>
                  <a:pt x="5380" y="2629"/>
                </a:lnTo>
                <a:lnTo>
                  <a:pt x="5380" y="3051"/>
                </a:lnTo>
                <a:cubicBezTo>
                  <a:pt x="5251" y="3106"/>
                  <a:pt x="5118" y="3151"/>
                  <a:pt x="4983" y="3189"/>
                </a:cubicBezTo>
                <a:cubicBezTo>
                  <a:pt x="4847" y="3226"/>
                  <a:pt x="4705" y="3244"/>
                  <a:pt x="4556" y="3244"/>
                </a:cubicBezTo>
                <a:cubicBezTo>
                  <a:pt x="4176" y="3244"/>
                  <a:pt x="3879" y="3141"/>
                  <a:pt x="3666" y="2935"/>
                </a:cubicBezTo>
                <a:cubicBezTo>
                  <a:pt x="3453" y="2729"/>
                  <a:pt x="3346" y="2436"/>
                  <a:pt x="3346" y="2057"/>
                </a:cubicBezTo>
                <a:cubicBezTo>
                  <a:pt x="3346" y="1682"/>
                  <a:pt x="3448" y="1384"/>
                  <a:pt x="3653" y="1163"/>
                </a:cubicBezTo>
                <a:cubicBezTo>
                  <a:pt x="3857" y="943"/>
                  <a:pt x="4126" y="833"/>
                  <a:pt x="4460" y="833"/>
                </a:cubicBezTo>
                <a:cubicBezTo>
                  <a:pt x="4769" y="833"/>
                  <a:pt x="5007" y="923"/>
                  <a:pt x="5174" y="1104"/>
                </a:cubicBezTo>
                <a:cubicBezTo>
                  <a:pt x="5342" y="1284"/>
                  <a:pt x="5426" y="1541"/>
                  <a:pt x="5426" y="1874"/>
                </a:cubicBezTo>
                <a:lnTo>
                  <a:pt x="5426" y="2083"/>
                </a:lnTo>
                <a:moveTo>
                  <a:pt x="5050" y="1788"/>
                </a:moveTo>
                <a:cubicBezTo>
                  <a:pt x="5049" y="1586"/>
                  <a:pt x="4998" y="1429"/>
                  <a:pt x="4898" y="1319"/>
                </a:cubicBezTo>
                <a:cubicBezTo>
                  <a:pt x="4797" y="1208"/>
                  <a:pt x="4644" y="1152"/>
                  <a:pt x="4439" y="1152"/>
                </a:cubicBezTo>
                <a:cubicBezTo>
                  <a:pt x="4233" y="1152"/>
                  <a:pt x="4068" y="1213"/>
                  <a:pt x="3946" y="1335"/>
                </a:cubicBezTo>
                <a:cubicBezTo>
                  <a:pt x="3824" y="1457"/>
                  <a:pt x="3754" y="1608"/>
                  <a:pt x="3738" y="1788"/>
                </a:cubicBezTo>
                <a:lnTo>
                  <a:pt x="5050" y="1788"/>
                </a:lnTo>
                <a:close/>
                <a:moveTo>
                  <a:pt x="6400" y="3191"/>
                </a:moveTo>
                <a:lnTo>
                  <a:pt x="6014" y="3191"/>
                </a:lnTo>
                <a:lnTo>
                  <a:pt x="6014" y="0"/>
                </a:lnTo>
                <a:lnTo>
                  <a:pt x="6400" y="0"/>
                </a:lnTo>
                <a:lnTo>
                  <a:pt x="6400" y="3191"/>
                </a:lnTo>
                <a:close/>
                <a:moveTo>
                  <a:pt x="7577" y="517"/>
                </a:moveTo>
                <a:lnTo>
                  <a:pt x="7142" y="517"/>
                </a:lnTo>
                <a:lnTo>
                  <a:pt x="7142" y="115"/>
                </a:lnTo>
                <a:lnTo>
                  <a:pt x="7577" y="115"/>
                </a:lnTo>
                <a:lnTo>
                  <a:pt x="7577" y="517"/>
                </a:lnTo>
                <a:moveTo>
                  <a:pt x="7552" y="3191"/>
                </a:moveTo>
                <a:lnTo>
                  <a:pt x="7167" y="3191"/>
                </a:lnTo>
                <a:lnTo>
                  <a:pt x="7167" y="898"/>
                </a:lnTo>
                <a:lnTo>
                  <a:pt x="7552" y="898"/>
                </a:lnTo>
                <a:lnTo>
                  <a:pt x="7552" y="3191"/>
                </a:lnTo>
                <a:close/>
                <a:moveTo>
                  <a:pt x="10331" y="2016"/>
                </a:moveTo>
                <a:cubicBezTo>
                  <a:pt x="10331" y="2202"/>
                  <a:pt x="10304" y="2372"/>
                  <a:pt x="10251" y="2526"/>
                </a:cubicBezTo>
                <a:cubicBezTo>
                  <a:pt x="10198" y="2680"/>
                  <a:pt x="10122" y="2811"/>
                  <a:pt x="10025" y="2918"/>
                </a:cubicBezTo>
                <a:cubicBezTo>
                  <a:pt x="9935" y="3019"/>
                  <a:pt x="9829" y="3097"/>
                  <a:pt x="9706" y="3153"/>
                </a:cubicBezTo>
                <a:cubicBezTo>
                  <a:pt x="9584" y="3208"/>
                  <a:pt x="9455" y="3236"/>
                  <a:pt x="9318" y="3236"/>
                </a:cubicBezTo>
                <a:cubicBezTo>
                  <a:pt x="9199" y="3236"/>
                  <a:pt x="9091" y="3223"/>
                  <a:pt x="8995" y="3197"/>
                </a:cubicBezTo>
                <a:cubicBezTo>
                  <a:pt x="8899" y="3171"/>
                  <a:pt x="8800" y="3130"/>
                  <a:pt x="8701" y="3076"/>
                </a:cubicBezTo>
                <a:lnTo>
                  <a:pt x="8701" y="4036"/>
                </a:lnTo>
                <a:lnTo>
                  <a:pt x="8315" y="4036"/>
                </a:lnTo>
                <a:lnTo>
                  <a:pt x="8315" y="898"/>
                </a:lnTo>
                <a:lnTo>
                  <a:pt x="8701" y="898"/>
                </a:lnTo>
                <a:lnTo>
                  <a:pt x="8701" y="1137"/>
                </a:lnTo>
                <a:cubicBezTo>
                  <a:pt x="8803" y="1050"/>
                  <a:pt x="8918" y="978"/>
                  <a:pt x="9046" y="920"/>
                </a:cubicBezTo>
                <a:cubicBezTo>
                  <a:pt x="9174" y="862"/>
                  <a:pt x="9310" y="833"/>
                  <a:pt x="9455" y="833"/>
                </a:cubicBezTo>
                <a:cubicBezTo>
                  <a:pt x="9731" y="833"/>
                  <a:pt x="9946" y="937"/>
                  <a:pt x="10100" y="1146"/>
                </a:cubicBezTo>
                <a:cubicBezTo>
                  <a:pt x="10254" y="1355"/>
                  <a:pt x="10331" y="1645"/>
                  <a:pt x="10331" y="2016"/>
                </a:cubicBezTo>
                <a:moveTo>
                  <a:pt x="9933" y="2026"/>
                </a:moveTo>
                <a:cubicBezTo>
                  <a:pt x="9933" y="1750"/>
                  <a:pt x="9886" y="1543"/>
                  <a:pt x="9792" y="1407"/>
                </a:cubicBezTo>
                <a:cubicBezTo>
                  <a:pt x="9697" y="1270"/>
                  <a:pt x="9552" y="1202"/>
                  <a:pt x="9357" y="1202"/>
                </a:cubicBezTo>
                <a:cubicBezTo>
                  <a:pt x="9246" y="1202"/>
                  <a:pt x="9135" y="1226"/>
                  <a:pt x="9023" y="1273"/>
                </a:cubicBezTo>
                <a:cubicBezTo>
                  <a:pt x="8911" y="1321"/>
                  <a:pt x="8803" y="1384"/>
                  <a:pt x="8701" y="1462"/>
                </a:cubicBezTo>
                <a:lnTo>
                  <a:pt x="8701" y="2760"/>
                </a:lnTo>
                <a:cubicBezTo>
                  <a:pt x="8810" y="2809"/>
                  <a:pt x="8904" y="2843"/>
                  <a:pt x="8983" y="2861"/>
                </a:cubicBezTo>
                <a:cubicBezTo>
                  <a:pt x="9061" y="2878"/>
                  <a:pt x="9150" y="2887"/>
                  <a:pt x="9250" y="2887"/>
                </a:cubicBezTo>
                <a:cubicBezTo>
                  <a:pt x="9465" y="2887"/>
                  <a:pt x="9632" y="2815"/>
                  <a:pt x="9753" y="2670"/>
                </a:cubicBezTo>
                <a:cubicBezTo>
                  <a:pt x="9873" y="2525"/>
                  <a:pt x="9933" y="2310"/>
                  <a:pt x="9933" y="2026"/>
                </a:cubicBezTo>
                <a:close/>
                <a:moveTo>
                  <a:pt x="12847" y="3191"/>
                </a:moveTo>
                <a:lnTo>
                  <a:pt x="12462" y="3191"/>
                </a:lnTo>
                <a:lnTo>
                  <a:pt x="12462" y="1885"/>
                </a:lnTo>
                <a:cubicBezTo>
                  <a:pt x="12462" y="1780"/>
                  <a:pt x="12455" y="1681"/>
                  <a:pt x="12443" y="1589"/>
                </a:cubicBezTo>
                <a:cubicBezTo>
                  <a:pt x="12431" y="1496"/>
                  <a:pt x="12408" y="1424"/>
                  <a:pt x="12375" y="1372"/>
                </a:cubicBezTo>
                <a:cubicBezTo>
                  <a:pt x="12341" y="1315"/>
                  <a:pt x="12292" y="1272"/>
                  <a:pt x="12228" y="1244"/>
                </a:cubicBezTo>
                <a:cubicBezTo>
                  <a:pt x="12163" y="1216"/>
                  <a:pt x="12080" y="1202"/>
                  <a:pt x="11978" y="1202"/>
                </a:cubicBezTo>
                <a:cubicBezTo>
                  <a:pt x="11872" y="1202"/>
                  <a:pt x="11762" y="1228"/>
                  <a:pt x="11647" y="1280"/>
                </a:cubicBezTo>
                <a:cubicBezTo>
                  <a:pt x="11533" y="1332"/>
                  <a:pt x="11423" y="1398"/>
                  <a:pt x="11317" y="1479"/>
                </a:cubicBezTo>
                <a:lnTo>
                  <a:pt x="11317" y="3191"/>
                </a:lnTo>
                <a:lnTo>
                  <a:pt x="10932" y="3191"/>
                </a:lnTo>
                <a:lnTo>
                  <a:pt x="10932" y="0"/>
                </a:lnTo>
                <a:lnTo>
                  <a:pt x="11317" y="0"/>
                </a:lnTo>
                <a:lnTo>
                  <a:pt x="11317" y="1151"/>
                </a:lnTo>
                <a:cubicBezTo>
                  <a:pt x="11438" y="1051"/>
                  <a:pt x="11562" y="973"/>
                  <a:pt x="11690" y="917"/>
                </a:cubicBezTo>
                <a:cubicBezTo>
                  <a:pt x="11819" y="861"/>
                  <a:pt x="11951" y="833"/>
                  <a:pt x="12086" y="833"/>
                </a:cubicBezTo>
                <a:cubicBezTo>
                  <a:pt x="12334" y="833"/>
                  <a:pt x="12522" y="907"/>
                  <a:pt x="12652" y="1056"/>
                </a:cubicBezTo>
                <a:cubicBezTo>
                  <a:pt x="12782" y="1206"/>
                  <a:pt x="12847" y="1421"/>
                  <a:pt x="12847" y="1702"/>
                </a:cubicBezTo>
                <a:lnTo>
                  <a:pt x="12847" y="3191"/>
                </a:lnTo>
                <a:close/>
                <a:moveTo>
                  <a:pt x="15369" y="3191"/>
                </a:moveTo>
                <a:lnTo>
                  <a:pt x="14986" y="3191"/>
                </a:lnTo>
                <a:lnTo>
                  <a:pt x="14986" y="2948"/>
                </a:lnTo>
                <a:cubicBezTo>
                  <a:pt x="14952" y="2972"/>
                  <a:pt x="14905" y="3004"/>
                  <a:pt x="14847" y="3046"/>
                </a:cubicBezTo>
                <a:cubicBezTo>
                  <a:pt x="14789" y="3088"/>
                  <a:pt x="14733" y="3121"/>
                  <a:pt x="14678" y="3146"/>
                </a:cubicBezTo>
                <a:cubicBezTo>
                  <a:pt x="14614" y="3177"/>
                  <a:pt x="14540" y="3203"/>
                  <a:pt x="14457" y="3225"/>
                </a:cubicBezTo>
                <a:cubicBezTo>
                  <a:pt x="14373" y="3246"/>
                  <a:pt x="14276" y="3256"/>
                  <a:pt x="14163" y="3256"/>
                </a:cubicBezTo>
                <a:cubicBezTo>
                  <a:pt x="13957" y="3256"/>
                  <a:pt x="13782" y="3188"/>
                  <a:pt x="13638" y="3051"/>
                </a:cubicBezTo>
                <a:cubicBezTo>
                  <a:pt x="13495" y="2914"/>
                  <a:pt x="13423" y="2740"/>
                  <a:pt x="13423" y="2527"/>
                </a:cubicBezTo>
                <a:cubicBezTo>
                  <a:pt x="13423" y="2354"/>
                  <a:pt x="13460" y="2213"/>
                  <a:pt x="13535" y="2106"/>
                </a:cubicBezTo>
                <a:cubicBezTo>
                  <a:pt x="13609" y="1998"/>
                  <a:pt x="13716" y="1914"/>
                  <a:pt x="13854" y="1852"/>
                </a:cubicBezTo>
                <a:cubicBezTo>
                  <a:pt x="13993" y="1790"/>
                  <a:pt x="14161" y="1749"/>
                  <a:pt x="14356" y="1727"/>
                </a:cubicBezTo>
                <a:cubicBezTo>
                  <a:pt x="14552" y="1705"/>
                  <a:pt x="14762" y="1688"/>
                  <a:pt x="14986" y="1677"/>
                </a:cubicBezTo>
                <a:lnTo>
                  <a:pt x="14986" y="1617"/>
                </a:lnTo>
                <a:cubicBezTo>
                  <a:pt x="14986" y="1529"/>
                  <a:pt x="14970" y="1456"/>
                  <a:pt x="14940" y="1398"/>
                </a:cubicBezTo>
                <a:cubicBezTo>
                  <a:pt x="14909" y="1340"/>
                  <a:pt x="14865" y="1295"/>
                  <a:pt x="14807" y="1262"/>
                </a:cubicBezTo>
                <a:cubicBezTo>
                  <a:pt x="14753" y="1230"/>
                  <a:pt x="14687" y="1209"/>
                  <a:pt x="14610" y="1198"/>
                </a:cubicBezTo>
                <a:cubicBezTo>
                  <a:pt x="14534" y="1187"/>
                  <a:pt x="14454" y="1181"/>
                  <a:pt x="14371" y="1181"/>
                </a:cubicBezTo>
                <a:cubicBezTo>
                  <a:pt x="14269" y="1181"/>
                  <a:pt x="14157" y="1195"/>
                  <a:pt x="14032" y="1222"/>
                </a:cubicBezTo>
                <a:cubicBezTo>
                  <a:pt x="13908" y="1250"/>
                  <a:pt x="13779" y="1289"/>
                  <a:pt x="13647" y="1341"/>
                </a:cubicBezTo>
                <a:lnTo>
                  <a:pt x="13626" y="1341"/>
                </a:lnTo>
                <a:lnTo>
                  <a:pt x="13626" y="949"/>
                </a:lnTo>
                <a:cubicBezTo>
                  <a:pt x="13701" y="929"/>
                  <a:pt x="13810" y="906"/>
                  <a:pt x="13952" y="882"/>
                </a:cubicBezTo>
                <a:cubicBezTo>
                  <a:pt x="14094" y="857"/>
                  <a:pt x="14234" y="845"/>
                  <a:pt x="14373" y="845"/>
                </a:cubicBezTo>
                <a:cubicBezTo>
                  <a:pt x="14534" y="845"/>
                  <a:pt x="14674" y="858"/>
                  <a:pt x="14794" y="885"/>
                </a:cubicBezTo>
                <a:cubicBezTo>
                  <a:pt x="14914" y="912"/>
                  <a:pt x="15017" y="957"/>
                  <a:pt x="15105" y="1021"/>
                </a:cubicBezTo>
                <a:cubicBezTo>
                  <a:pt x="15191" y="1084"/>
                  <a:pt x="15256" y="1165"/>
                  <a:pt x="15302" y="1265"/>
                </a:cubicBezTo>
                <a:cubicBezTo>
                  <a:pt x="15347" y="1365"/>
                  <a:pt x="15369" y="1489"/>
                  <a:pt x="15369" y="1636"/>
                </a:cubicBezTo>
                <a:lnTo>
                  <a:pt x="15369" y="3191"/>
                </a:lnTo>
                <a:moveTo>
                  <a:pt x="14986" y="2630"/>
                </a:moveTo>
                <a:lnTo>
                  <a:pt x="14986" y="1989"/>
                </a:lnTo>
                <a:cubicBezTo>
                  <a:pt x="14868" y="1996"/>
                  <a:pt x="14730" y="2006"/>
                  <a:pt x="14570" y="2020"/>
                </a:cubicBezTo>
                <a:cubicBezTo>
                  <a:pt x="14411" y="2034"/>
                  <a:pt x="14285" y="2054"/>
                  <a:pt x="14192" y="2080"/>
                </a:cubicBezTo>
                <a:cubicBezTo>
                  <a:pt x="14081" y="2111"/>
                  <a:pt x="13992" y="2160"/>
                  <a:pt x="13923" y="2227"/>
                </a:cubicBezTo>
                <a:cubicBezTo>
                  <a:pt x="13855" y="2294"/>
                  <a:pt x="13821" y="2385"/>
                  <a:pt x="13821" y="2502"/>
                </a:cubicBezTo>
                <a:cubicBezTo>
                  <a:pt x="13821" y="2634"/>
                  <a:pt x="13861" y="2733"/>
                  <a:pt x="13940" y="2800"/>
                </a:cubicBezTo>
                <a:cubicBezTo>
                  <a:pt x="14019" y="2866"/>
                  <a:pt x="14140" y="2900"/>
                  <a:pt x="14303" y="2900"/>
                </a:cubicBezTo>
                <a:cubicBezTo>
                  <a:pt x="14438" y="2900"/>
                  <a:pt x="14562" y="2873"/>
                  <a:pt x="14674" y="2820"/>
                </a:cubicBezTo>
                <a:cubicBezTo>
                  <a:pt x="14786" y="2767"/>
                  <a:pt x="14890" y="2704"/>
                  <a:pt x="14986" y="2630"/>
                </a:cubicBezTo>
                <a:close/>
                <a:moveTo>
                  <a:pt x="17969" y="2931"/>
                </a:moveTo>
                <a:cubicBezTo>
                  <a:pt x="17969" y="3320"/>
                  <a:pt x="17881" y="3605"/>
                  <a:pt x="17705" y="3787"/>
                </a:cubicBezTo>
                <a:cubicBezTo>
                  <a:pt x="17529" y="3969"/>
                  <a:pt x="17257" y="4060"/>
                  <a:pt x="16891" y="4060"/>
                </a:cubicBezTo>
                <a:cubicBezTo>
                  <a:pt x="16769" y="4060"/>
                  <a:pt x="16651" y="4052"/>
                  <a:pt x="16535" y="4035"/>
                </a:cubicBezTo>
                <a:cubicBezTo>
                  <a:pt x="16419" y="4018"/>
                  <a:pt x="16306" y="3993"/>
                  <a:pt x="16194" y="3962"/>
                </a:cubicBezTo>
                <a:lnTo>
                  <a:pt x="16194" y="3568"/>
                </a:lnTo>
                <a:lnTo>
                  <a:pt x="16214" y="3568"/>
                </a:lnTo>
                <a:cubicBezTo>
                  <a:pt x="16277" y="3592"/>
                  <a:pt x="16377" y="3622"/>
                  <a:pt x="16513" y="3658"/>
                </a:cubicBezTo>
                <a:cubicBezTo>
                  <a:pt x="16650" y="3694"/>
                  <a:pt x="16787" y="3712"/>
                  <a:pt x="16924" y="3712"/>
                </a:cubicBezTo>
                <a:cubicBezTo>
                  <a:pt x="17055" y="3712"/>
                  <a:pt x="17164" y="3696"/>
                  <a:pt x="17250" y="3665"/>
                </a:cubicBezTo>
                <a:cubicBezTo>
                  <a:pt x="17336" y="3633"/>
                  <a:pt x="17403" y="3589"/>
                  <a:pt x="17451" y="3534"/>
                </a:cubicBezTo>
                <a:cubicBezTo>
                  <a:pt x="17498" y="3480"/>
                  <a:pt x="17533" y="3416"/>
                  <a:pt x="17553" y="3341"/>
                </a:cubicBezTo>
                <a:cubicBezTo>
                  <a:pt x="17574" y="3266"/>
                  <a:pt x="17584" y="3182"/>
                  <a:pt x="17584" y="3089"/>
                </a:cubicBezTo>
                <a:lnTo>
                  <a:pt x="17584" y="2880"/>
                </a:lnTo>
                <a:cubicBezTo>
                  <a:pt x="17468" y="2974"/>
                  <a:pt x="17357" y="3043"/>
                  <a:pt x="17251" y="3089"/>
                </a:cubicBezTo>
                <a:cubicBezTo>
                  <a:pt x="17145" y="3135"/>
                  <a:pt x="17010" y="3158"/>
                  <a:pt x="16846" y="3158"/>
                </a:cubicBezTo>
                <a:cubicBezTo>
                  <a:pt x="16572" y="3158"/>
                  <a:pt x="16355" y="3059"/>
                  <a:pt x="16195" y="2861"/>
                </a:cubicBezTo>
                <a:cubicBezTo>
                  <a:pt x="16034" y="2663"/>
                  <a:pt x="15954" y="2383"/>
                  <a:pt x="15954" y="2023"/>
                </a:cubicBezTo>
                <a:cubicBezTo>
                  <a:pt x="15954" y="1826"/>
                  <a:pt x="15981" y="1655"/>
                  <a:pt x="16037" y="1512"/>
                </a:cubicBezTo>
                <a:cubicBezTo>
                  <a:pt x="16092" y="1369"/>
                  <a:pt x="16168" y="1245"/>
                  <a:pt x="16263" y="1141"/>
                </a:cubicBezTo>
                <a:cubicBezTo>
                  <a:pt x="16352" y="1044"/>
                  <a:pt x="16460" y="968"/>
                  <a:pt x="16587" y="914"/>
                </a:cubicBezTo>
                <a:cubicBezTo>
                  <a:pt x="16714" y="860"/>
                  <a:pt x="16841" y="833"/>
                  <a:pt x="16967" y="833"/>
                </a:cubicBezTo>
                <a:cubicBezTo>
                  <a:pt x="17099" y="833"/>
                  <a:pt x="17210" y="846"/>
                  <a:pt x="17300" y="873"/>
                </a:cubicBezTo>
                <a:cubicBezTo>
                  <a:pt x="17389" y="899"/>
                  <a:pt x="17484" y="940"/>
                  <a:pt x="17584" y="995"/>
                </a:cubicBezTo>
                <a:lnTo>
                  <a:pt x="17609" y="898"/>
                </a:lnTo>
                <a:lnTo>
                  <a:pt x="17969" y="898"/>
                </a:lnTo>
                <a:lnTo>
                  <a:pt x="17969" y="2931"/>
                </a:lnTo>
                <a:moveTo>
                  <a:pt x="17584" y="2563"/>
                </a:moveTo>
                <a:lnTo>
                  <a:pt x="17584" y="1311"/>
                </a:lnTo>
                <a:cubicBezTo>
                  <a:pt x="17481" y="1264"/>
                  <a:pt x="17386" y="1231"/>
                  <a:pt x="17298" y="1211"/>
                </a:cubicBezTo>
                <a:cubicBezTo>
                  <a:pt x="17210" y="1191"/>
                  <a:pt x="17122" y="1181"/>
                  <a:pt x="17034" y="1181"/>
                </a:cubicBezTo>
                <a:cubicBezTo>
                  <a:pt x="16822" y="1181"/>
                  <a:pt x="16656" y="1252"/>
                  <a:pt x="16534" y="1395"/>
                </a:cubicBezTo>
                <a:cubicBezTo>
                  <a:pt x="16412" y="1538"/>
                  <a:pt x="16351" y="1744"/>
                  <a:pt x="16351" y="2016"/>
                </a:cubicBezTo>
                <a:cubicBezTo>
                  <a:pt x="16351" y="2273"/>
                  <a:pt x="16397" y="2469"/>
                  <a:pt x="16487" y="2602"/>
                </a:cubicBezTo>
                <a:cubicBezTo>
                  <a:pt x="16577" y="2735"/>
                  <a:pt x="16727" y="2801"/>
                  <a:pt x="16936" y="2801"/>
                </a:cubicBezTo>
                <a:cubicBezTo>
                  <a:pt x="17048" y="2801"/>
                  <a:pt x="17160" y="2780"/>
                  <a:pt x="17273" y="2736"/>
                </a:cubicBezTo>
                <a:cubicBezTo>
                  <a:pt x="17386" y="2693"/>
                  <a:pt x="17490" y="2635"/>
                  <a:pt x="17584" y="2563"/>
                </a:cubicBezTo>
                <a:close/>
                <a:moveTo>
                  <a:pt x="19142" y="517"/>
                </a:moveTo>
                <a:lnTo>
                  <a:pt x="18707" y="517"/>
                </a:lnTo>
                <a:lnTo>
                  <a:pt x="18707" y="115"/>
                </a:lnTo>
                <a:lnTo>
                  <a:pt x="19142" y="115"/>
                </a:lnTo>
                <a:lnTo>
                  <a:pt x="19142" y="517"/>
                </a:lnTo>
                <a:moveTo>
                  <a:pt x="19117" y="3191"/>
                </a:moveTo>
                <a:lnTo>
                  <a:pt x="18732" y="3191"/>
                </a:lnTo>
                <a:lnTo>
                  <a:pt x="18732" y="898"/>
                </a:lnTo>
                <a:lnTo>
                  <a:pt x="19117" y="898"/>
                </a:lnTo>
                <a:lnTo>
                  <a:pt x="19117" y="3191"/>
                </a:lnTo>
                <a:close/>
                <a:moveTo>
                  <a:pt x="21738" y="3191"/>
                </a:moveTo>
                <a:lnTo>
                  <a:pt x="21353" y="3191"/>
                </a:lnTo>
                <a:lnTo>
                  <a:pt x="21353" y="2952"/>
                </a:lnTo>
                <a:cubicBezTo>
                  <a:pt x="21242" y="3048"/>
                  <a:pt x="21127" y="3123"/>
                  <a:pt x="21006" y="3176"/>
                </a:cubicBezTo>
                <a:cubicBezTo>
                  <a:pt x="20886" y="3230"/>
                  <a:pt x="20756" y="3256"/>
                  <a:pt x="20615" y="3256"/>
                </a:cubicBezTo>
                <a:cubicBezTo>
                  <a:pt x="20341" y="3256"/>
                  <a:pt x="20124" y="3151"/>
                  <a:pt x="19964" y="2940"/>
                </a:cubicBezTo>
                <a:cubicBezTo>
                  <a:pt x="19803" y="2729"/>
                  <a:pt x="19723" y="2436"/>
                  <a:pt x="19723" y="2062"/>
                </a:cubicBezTo>
                <a:cubicBezTo>
                  <a:pt x="19723" y="1867"/>
                  <a:pt x="19750" y="1694"/>
                  <a:pt x="19806" y="1542"/>
                </a:cubicBezTo>
                <a:cubicBezTo>
                  <a:pt x="19861" y="1390"/>
                  <a:pt x="19936" y="1260"/>
                  <a:pt x="20030" y="1153"/>
                </a:cubicBezTo>
                <a:cubicBezTo>
                  <a:pt x="20123" y="1049"/>
                  <a:pt x="20232" y="970"/>
                  <a:pt x="20355" y="915"/>
                </a:cubicBezTo>
                <a:cubicBezTo>
                  <a:pt x="20479" y="860"/>
                  <a:pt x="20607" y="833"/>
                  <a:pt x="20740" y="833"/>
                </a:cubicBezTo>
                <a:cubicBezTo>
                  <a:pt x="20860" y="833"/>
                  <a:pt x="20967" y="845"/>
                  <a:pt x="21060" y="871"/>
                </a:cubicBezTo>
                <a:cubicBezTo>
                  <a:pt x="21153" y="896"/>
                  <a:pt x="21250" y="935"/>
                  <a:pt x="21353" y="989"/>
                </a:cubicBezTo>
                <a:lnTo>
                  <a:pt x="21353" y="0"/>
                </a:lnTo>
                <a:lnTo>
                  <a:pt x="21738" y="0"/>
                </a:lnTo>
                <a:lnTo>
                  <a:pt x="21738" y="3191"/>
                </a:lnTo>
                <a:moveTo>
                  <a:pt x="21353" y="2627"/>
                </a:moveTo>
                <a:lnTo>
                  <a:pt x="21353" y="1312"/>
                </a:lnTo>
                <a:cubicBezTo>
                  <a:pt x="21249" y="1266"/>
                  <a:pt x="21156" y="1234"/>
                  <a:pt x="21074" y="1216"/>
                </a:cubicBezTo>
                <a:cubicBezTo>
                  <a:pt x="20992" y="1198"/>
                  <a:pt x="20902" y="1189"/>
                  <a:pt x="20805" y="1189"/>
                </a:cubicBezTo>
                <a:cubicBezTo>
                  <a:pt x="20589" y="1189"/>
                  <a:pt x="20421" y="1265"/>
                  <a:pt x="20301" y="1415"/>
                </a:cubicBezTo>
                <a:cubicBezTo>
                  <a:pt x="20181" y="1565"/>
                  <a:pt x="20121" y="1779"/>
                  <a:pt x="20121" y="2055"/>
                </a:cubicBezTo>
                <a:cubicBezTo>
                  <a:pt x="20121" y="2327"/>
                  <a:pt x="20167" y="2534"/>
                  <a:pt x="20260" y="2675"/>
                </a:cubicBezTo>
                <a:cubicBezTo>
                  <a:pt x="20353" y="2817"/>
                  <a:pt x="20502" y="2887"/>
                  <a:pt x="20707" y="2887"/>
                </a:cubicBezTo>
                <a:cubicBezTo>
                  <a:pt x="20816" y="2887"/>
                  <a:pt x="20927" y="2863"/>
                  <a:pt x="21039" y="2814"/>
                </a:cubicBezTo>
                <a:cubicBezTo>
                  <a:pt x="21151" y="2766"/>
                  <a:pt x="21256" y="2703"/>
                  <a:pt x="21353" y="2627"/>
                </a:cubicBezTo>
                <a:close/>
                <a:moveTo>
                  <a:pt x="24277" y="3191"/>
                </a:moveTo>
                <a:lnTo>
                  <a:pt x="23893" y="3191"/>
                </a:lnTo>
                <a:lnTo>
                  <a:pt x="23893" y="2948"/>
                </a:lnTo>
                <a:cubicBezTo>
                  <a:pt x="23859" y="2972"/>
                  <a:pt x="23813" y="3004"/>
                  <a:pt x="23755" y="3046"/>
                </a:cubicBezTo>
                <a:cubicBezTo>
                  <a:pt x="23697" y="3088"/>
                  <a:pt x="23640" y="3121"/>
                  <a:pt x="23586" y="3146"/>
                </a:cubicBezTo>
                <a:cubicBezTo>
                  <a:pt x="23521" y="3177"/>
                  <a:pt x="23447" y="3203"/>
                  <a:pt x="23364" y="3225"/>
                </a:cubicBezTo>
                <a:cubicBezTo>
                  <a:pt x="23281" y="3246"/>
                  <a:pt x="23183" y="3256"/>
                  <a:pt x="23071" y="3256"/>
                </a:cubicBezTo>
                <a:cubicBezTo>
                  <a:pt x="22864" y="3256"/>
                  <a:pt x="22689" y="3188"/>
                  <a:pt x="22546" y="3051"/>
                </a:cubicBezTo>
                <a:cubicBezTo>
                  <a:pt x="22402" y="2914"/>
                  <a:pt x="22331" y="2740"/>
                  <a:pt x="22331" y="2527"/>
                </a:cubicBezTo>
                <a:cubicBezTo>
                  <a:pt x="22331" y="2354"/>
                  <a:pt x="22368" y="2213"/>
                  <a:pt x="22442" y="2106"/>
                </a:cubicBezTo>
                <a:cubicBezTo>
                  <a:pt x="22517" y="1998"/>
                  <a:pt x="22623" y="1914"/>
                  <a:pt x="22761" y="1852"/>
                </a:cubicBezTo>
                <a:cubicBezTo>
                  <a:pt x="22901" y="1790"/>
                  <a:pt x="23068" y="1749"/>
                  <a:pt x="23264" y="1727"/>
                </a:cubicBezTo>
                <a:cubicBezTo>
                  <a:pt x="23459" y="1705"/>
                  <a:pt x="23669" y="1688"/>
                  <a:pt x="23893" y="1677"/>
                </a:cubicBezTo>
                <a:lnTo>
                  <a:pt x="23893" y="1617"/>
                </a:lnTo>
                <a:cubicBezTo>
                  <a:pt x="23893" y="1529"/>
                  <a:pt x="23878" y="1456"/>
                  <a:pt x="23847" y="1398"/>
                </a:cubicBezTo>
                <a:cubicBezTo>
                  <a:pt x="23816" y="1340"/>
                  <a:pt x="23772" y="1295"/>
                  <a:pt x="23715" y="1262"/>
                </a:cubicBezTo>
                <a:cubicBezTo>
                  <a:pt x="23660" y="1230"/>
                  <a:pt x="23594" y="1209"/>
                  <a:pt x="23518" y="1198"/>
                </a:cubicBezTo>
                <a:cubicBezTo>
                  <a:pt x="23441" y="1187"/>
                  <a:pt x="23361" y="1181"/>
                  <a:pt x="23278" y="1181"/>
                </a:cubicBezTo>
                <a:cubicBezTo>
                  <a:pt x="23177" y="1181"/>
                  <a:pt x="23064" y="1195"/>
                  <a:pt x="22940" y="1222"/>
                </a:cubicBezTo>
                <a:cubicBezTo>
                  <a:pt x="22815" y="1250"/>
                  <a:pt x="22687" y="1289"/>
                  <a:pt x="22554" y="1341"/>
                </a:cubicBezTo>
                <a:lnTo>
                  <a:pt x="22534" y="1341"/>
                </a:lnTo>
                <a:lnTo>
                  <a:pt x="22534" y="949"/>
                </a:lnTo>
                <a:cubicBezTo>
                  <a:pt x="22609" y="929"/>
                  <a:pt x="22717" y="906"/>
                  <a:pt x="22860" y="882"/>
                </a:cubicBezTo>
                <a:cubicBezTo>
                  <a:pt x="23002" y="857"/>
                  <a:pt x="23142" y="845"/>
                  <a:pt x="23280" y="845"/>
                </a:cubicBezTo>
                <a:cubicBezTo>
                  <a:pt x="23441" y="845"/>
                  <a:pt x="23582" y="858"/>
                  <a:pt x="23701" y="885"/>
                </a:cubicBezTo>
                <a:cubicBezTo>
                  <a:pt x="23821" y="912"/>
                  <a:pt x="23925" y="957"/>
                  <a:pt x="24012" y="1021"/>
                </a:cubicBezTo>
                <a:cubicBezTo>
                  <a:pt x="24098" y="1084"/>
                  <a:pt x="24164" y="1165"/>
                  <a:pt x="24209" y="1265"/>
                </a:cubicBezTo>
                <a:cubicBezTo>
                  <a:pt x="24254" y="1365"/>
                  <a:pt x="24277" y="1489"/>
                  <a:pt x="24277" y="1636"/>
                </a:cubicBezTo>
                <a:lnTo>
                  <a:pt x="24277" y="3191"/>
                </a:lnTo>
                <a:moveTo>
                  <a:pt x="23893" y="2630"/>
                </a:moveTo>
                <a:lnTo>
                  <a:pt x="23893" y="1989"/>
                </a:lnTo>
                <a:cubicBezTo>
                  <a:pt x="23776" y="1996"/>
                  <a:pt x="23637" y="2006"/>
                  <a:pt x="23478" y="2020"/>
                </a:cubicBezTo>
                <a:cubicBezTo>
                  <a:pt x="23319" y="2034"/>
                  <a:pt x="23192" y="2054"/>
                  <a:pt x="23100" y="2080"/>
                </a:cubicBezTo>
                <a:cubicBezTo>
                  <a:pt x="22989" y="2111"/>
                  <a:pt x="22899" y="2160"/>
                  <a:pt x="22831" y="2227"/>
                </a:cubicBezTo>
                <a:cubicBezTo>
                  <a:pt x="22763" y="2294"/>
                  <a:pt x="22728" y="2385"/>
                  <a:pt x="22728" y="2502"/>
                </a:cubicBezTo>
                <a:cubicBezTo>
                  <a:pt x="22728" y="2634"/>
                  <a:pt x="22768" y="2733"/>
                  <a:pt x="22847" y="2800"/>
                </a:cubicBezTo>
                <a:cubicBezTo>
                  <a:pt x="22927" y="2866"/>
                  <a:pt x="23048" y="2900"/>
                  <a:pt x="23210" y="2900"/>
                </a:cubicBezTo>
                <a:cubicBezTo>
                  <a:pt x="23346" y="2900"/>
                  <a:pt x="23469" y="2873"/>
                  <a:pt x="23581" y="2820"/>
                </a:cubicBezTo>
                <a:cubicBezTo>
                  <a:pt x="23694" y="2767"/>
                  <a:pt x="23797" y="2704"/>
                  <a:pt x="23893" y="2630"/>
                </a:cubicBezTo>
                <a:close/>
                <a:moveTo>
                  <a:pt x="26936" y="2083"/>
                </a:moveTo>
                <a:lnTo>
                  <a:pt x="25249" y="2083"/>
                </a:lnTo>
                <a:cubicBezTo>
                  <a:pt x="25249" y="2225"/>
                  <a:pt x="25270" y="2348"/>
                  <a:pt x="25312" y="2452"/>
                </a:cubicBezTo>
                <a:cubicBezTo>
                  <a:pt x="25355" y="2557"/>
                  <a:pt x="25413" y="2643"/>
                  <a:pt x="25486" y="2710"/>
                </a:cubicBezTo>
                <a:cubicBezTo>
                  <a:pt x="25558" y="2776"/>
                  <a:pt x="25642" y="2826"/>
                  <a:pt x="25740" y="2858"/>
                </a:cubicBezTo>
                <a:cubicBezTo>
                  <a:pt x="25837" y="2891"/>
                  <a:pt x="25945" y="2908"/>
                  <a:pt x="26063" y="2908"/>
                </a:cubicBezTo>
                <a:cubicBezTo>
                  <a:pt x="26219" y="2908"/>
                  <a:pt x="26375" y="2876"/>
                  <a:pt x="26533" y="2814"/>
                </a:cubicBezTo>
                <a:cubicBezTo>
                  <a:pt x="26691" y="2751"/>
                  <a:pt x="26804" y="2689"/>
                  <a:pt x="26871" y="2629"/>
                </a:cubicBezTo>
                <a:lnTo>
                  <a:pt x="26891" y="2629"/>
                </a:lnTo>
                <a:lnTo>
                  <a:pt x="26891" y="3051"/>
                </a:lnTo>
                <a:cubicBezTo>
                  <a:pt x="26761" y="3106"/>
                  <a:pt x="26629" y="3151"/>
                  <a:pt x="26493" y="3189"/>
                </a:cubicBezTo>
                <a:cubicBezTo>
                  <a:pt x="26358" y="3226"/>
                  <a:pt x="26216" y="3244"/>
                  <a:pt x="26067" y="3244"/>
                </a:cubicBezTo>
                <a:cubicBezTo>
                  <a:pt x="25687" y="3244"/>
                  <a:pt x="25390" y="3141"/>
                  <a:pt x="25177" y="2935"/>
                </a:cubicBezTo>
                <a:cubicBezTo>
                  <a:pt x="24964" y="2729"/>
                  <a:pt x="24857" y="2436"/>
                  <a:pt x="24857" y="2057"/>
                </a:cubicBezTo>
                <a:cubicBezTo>
                  <a:pt x="24857" y="1682"/>
                  <a:pt x="24959" y="1384"/>
                  <a:pt x="25164" y="1163"/>
                </a:cubicBezTo>
                <a:cubicBezTo>
                  <a:pt x="25368" y="943"/>
                  <a:pt x="25637" y="833"/>
                  <a:pt x="25970" y="833"/>
                </a:cubicBezTo>
                <a:cubicBezTo>
                  <a:pt x="26279" y="833"/>
                  <a:pt x="26518" y="923"/>
                  <a:pt x="26685" y="1104"/>
                </a:cubicBezTo>
                <a:cubicBezTo>
                  <a:pt x="26853" y="1284"/>
                  <a:pt x="26936" y="1541"/>
                  <a:pt x="26936" y="1874"/>
                </a:cubicBezTo>
                <a:lnTo>
                  <a:pt x="26936" y="2083"/>
                </a:lnTo>
                <a:moveTo>
                  <a:pt x="26561" y="1788"/>
                </a:moveTo>
                <a:cubicBezTo>
                  <a:pt x="26560" y="1586"/>
                  <a:pt x="26509" y="1429"/>
                  <a:pt x="26408" y="1319"/>
                </a:cubicBezTo>
                <a:cubicBezTo>
                  <a:pt x="26308" y="1208"/>
                  <a:pt x="26155" y="1152"/>
                  <a:pt x="25950" y="1152"/>
                </a:cubicBezTo>
                <a:cubicBezTo>
                  <a:pt x="25743" y="1152"/>
                  <a:pt x="25579" y="1213"/>
                  <a:pt x="25457" y="1335"/>
                </a:cubicBezTo>
                <a:cubicBezTo>
                  <a:pt x="25334" y="1457"/>
                  <a:pt x="25265" y="1608"/>
                  <a:pt x="25249" y="1788"/>
                </a:cubicBezTo>
                <a:lnTo>
                  <a:pt x="26561" y="178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70152C3-B7C8-4A54-811E-49D92C6D5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741" y="1055966"/>
            <a:ext cx="27749" cy="27866"/>
          </a:xfrm>
          <a:custGeom xmlns:a="http://schemas.openxmlformats.org/drawingml/2006/main">
            <a:pathLst>
              <a:path w="27749" h="27866">
                <a:moveTo>
                  <a:pt x="0" y="0"/>
                </a:moveTo>
                <a:lnTo>
                  <a:pt x="27749" y="0"/>
                </a:lnTo>
                <a:lnTo>
                  <a:pt x="27749" y="27866"/>
                </a:lnTo>
                <a:lnTo>
                  <a:pt x="0" y="2786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1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280BAD3-ED64-4B01-90E2-AB55F061D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4740" y="1055967"/>
            <a:ext cx="27750" cy="27868"/>
          </a:xfrm>
          <a:custGeom xmlns:a="http://schemas.openxmlformats.org/drawingml/2006/main">
            <a:pathLst>
              <a:path w="27750" h="27868" fill="none">
                <a:moveTo>
                  <a:pt x="0" y="0"/>
                </a:moveTo>
                <a:lnTo>
                  <a:pt x="27750" y="0"/>
                </a:lnTo>
                <a:lnTo>
                  <a:pt x="27750" y="27868"/>
                </a:lnTo>
                <a:lnTo>
                  <a:pt x="0" y="278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19" name="Text Troglodytidae">
            <a:extLst xmlns:a="http://schemas.openxmlformats.org/drawingml/2006/main">
              <a:ext uri="{FF2B5EF4-FFF2-40B4-BE49-F238E27FC236}">
                <a16:creationId xmlns:a16="http://schemas.microsoft.com/office/drawing/2014/main" id="{FD8F7864-AFF5-4A05-9B2D-5F502B66E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47238" y="1056993"/>
            <a:ext cx="27059" cy="3843"/>
          </a:xfrm>
          <a:custGeom xmlns:a="http://schemas.openxmlformats.org/drawingml/2006/main">
            <a:pathLst>
              <a:path w="27059" h="3843">
                <a:moveTo>
                  <a:pt x="2449" y="470"/>
                </a:moveTo>
                <a:lnTo>
                  <a:pt x="1417" y="470"/>
                </a:lnTo>
                <a:lnTo>
                  <a:pt x="1417" y="3020"/>
                </a:lnTo>
                <a:lnTo>
                  <a:pt x="1032" y="3020"/>
                </a:lnTo>
                <a:lnTo>
                  <a:pt x="1032" y="470"/>
                </a:lnTo>
                <a:lnTo>
                  <a:pt x="0" y="470"/>
                </a:lnTo>
                <a:lnTo>
                  <a:pt x="0" y="128"/>
                </a:lnTo>
                <a:lnTo>
                  <a:pt x="2449" y="128"/>
                </a:lnTo>
                <a:lnTo>
                  <a:pt x="2449" y="470"/>
                </a:lnTo>
                <a:close/>
                <a:moveTo>
                  <a:pt x="4161" y="1246"/>
                </a:moveTo>
                <a:lnTo>
                  <a:pt x="4142" y="1246"/>
                </a:lnTo>
                <a:cubicBezTo>
                  <a:pt x="4087" y="1234"/>
                  <a:pt x="4034" y="1225"/>
                  <a:pt x="3983" y="1219"/>
                </a:cubicBezTo>
                <a:cubicBezTo>
                  <a:pt x="3932" y="1214"/>
                  <a:pt x="3872" y="1211"/>
                  <a:pt x="3802" y="1211"/>
                </a:cubicBezTo>
                <a:cubicBezTo>
                  <a:pt x="3689" y="1211"/>
                  <a:pt x="3581" y="1236"/>
                  <a:pt x="3476" y="1286"/>
                </a:cubicBezTo>
                <a:cubicBezTo>
                  <a:pt x="3371" y="1336"/>
                  <a:pt x="3270" y="1400"/>
                  <a:pt x="3173" y="1479"/>
                </a:cubicBezTo>
                <a:lnTo>
                  <a:pt x="3173" y="3020"/>
                </a:lnTo>
                <a:lnTo>
                  <a:pt x="2808" y="3020"/>
                </a:lnTo>
                <a:lnTo>
                  <a:pt x="2808" y="850"/>
                </a:lnTo>
                <a:lnTo>
                  <a:pt x="3173" y="850"/>
                </a:lnTo>
                <a:lnTo>
                  <a:pt x="3173" y="1171"/>
                </a:lnTo>
                <a:cubicBezTo>
                  <a:pt x="3318" y="1054"/>
                  <a:pt x="3446" y="971"/>
                  <a:pt x="3556" y="923"/>
                </a:cubicBezTo>
                <a:cubicBezTo>
                  <a:pt x="3667" y="874"/>
                  <a:pt x="3780" y="850"/>
                  <a:pt x="3895" y="850"/>
                </a:cubicBezTo>
                <a:cubicBezTo>
                  <a:pt x="3958" y="850"/>
                  <a:pt x="4004" y="852"/>
                  <a:pt x="4033" y="855"/>
                </a:cubicBezTo>
                <a:cubicBezTo>
                  <a:pt x="4061" y="858"/>
                  <a:pt x="4104" y="864"/>
                  <a:pt x="4161" y="873"/>
                </a:cubicBezTo>
                <a:lnTo>
                  <a:pt x="4161" y="1246"/>
                </a:lnTo>
                <a:close/>
                <a:moveTo>
                  <a:pt x="6352" y="1936"/>
                </a:moveTo>
                <a:cubicBezTo>
                  <a:pt x="6352" y="2290"/>
                  <a:pt x="6261" y="2570"/>
                  <a:pt x="6080" y="2775"/>
                </a:cubicBezTo>
                <a:cubicBezTo>
                  <a:pt x="5899" y="2979"/>
                  <a:pt x="5656" y="3082"/>
                  <a:pt x="5352" y="3082"/>
                </a:cubicBezTo>
                <a:cubicBezTo>
                  <a:pt x="5046" y="3082"/>
                  <a:pt x="4802" y="2979"/>
                  <a:pt x="4622" y="2775"/>
                </a:cubicBezTo>
                <a:cubicBezTo>
                  <a:pt x="4441" y="2570"/>
                  <a:pt x="4351" y="2290"/>
                  <a:pt x="4351" y="1936"/>
                </a:cubicBezTo>
                <a:cubicBezTo>
                  <a:pt x="4351" y="1582"/>
                  <a:pt x="4441" y="1302"/>
                  <a:pt x="4622" y="1096"/>
                </a:cubicBezTo>
                <a:cubicBezTo>
                  <a:pt x="4802" y="891"/>
                  <a:pt x="5046" y="788"/>
                  <a:pt x="5352" y="788"/>
                </a:cubicBezTo>
                <a:cubicBezTo>
                  <a:pt x="5656" y="788"/>
                  <a:pt x="5899" y="891"/>
                  <a:pt x="6080" y="1096"/>
                </a:cubicBezTo>
                <a:cubicBezTo>
                  <a:pt x="6261" y="1302"/>
                  <a:pt x="6352" y="1582"/>
                  <a:pt x="6352" y="1936"/>
                </a:cubicBezTo>
                <a:moveTo>
                  <a:pt x="5975" y="1936"/>
                </a:moveTo>
                <a:cubicBezTo>
                  <a:pt x="5975" y="1655"/>
                  <a:pt x="5920" y="1447"/>
                  <a:pt x="5810" y="1311"/>
                </a:cubicBezTo>
                <a:cubicBezTo>
                  <a:pt x="5700" y="1174"/>
                  <a:pt x="5548" y="1106"/>
                  <a:pt x="5352" y="1106"/>
                </a:cubicBezTo>
                <a:cubicBezTo>
                  <a:pt x="5154" y="1106"/>
                  <a:pt x="5001" y="1174"/>
                  <a:pt x="4891" y="1311"/>
                </a:cubicBezTo>
                <a:cubicBezTo>
                  <a:pt x="4782" y="1447"/>
                  <a:pt x="4727" y="1655"/>
                  <a:pt x="4727" y="1936"/>
                </a:cubicBezTo>
                <a:cubicBezTo>
                  <a:pt x="4727" y="2207"/>
                  <a:pt x="4782" y="2413"/>
                  <a:pt x="4892" y="2553"/>
                </a:cubicBezTo>
                <a:cubicBezTo>
                  <a:pt x="5002" y="2694"/>
                  <a:pt x="5156" y="2764"/>
                  <a:pt x="5352" y="2764"/>
                </a:cubicBezTo>
                <a:cubicBezTo>
                  <a:pt x="5546" y="2764"/>
                  <a:pt x="5699" y="2694"/>
                  <a:pt x="5809" y="2555"/>
                </a:cubicBezTo>
                <a:cubicBezTo>
                  <a:pt x="5920" y="2416"/>
                  <a:pt x="5975" y="2210"/>
                  <a:pt x="5975" y="1936"/>
                </a:cubicBezTo>
                <a:close/>
                <a:moveTo>
                  <a:pt x="8675" y="2774"/>
                </a:moveTo>
                <a:cubicBezTo>
                  <a:pt x="8675" y="3142"/>
                  <a:pt x="8592" y="3412"/>
                  <a:pt x="8425" y="3584"/>
                </a:cubicBezTo>
                <a:cubicBezTo>
                  <a:pt x="8258" y="3757"/>
                  <a:pt x="8001" y="3843"/>
                  <a:pt x="7654" y="3843"/>
                </a:cubicBezTo>
                <a:cubicBezTo>
                  <a:pt x="7539" y="3843"/>
                  <a:pt x="7427" y="3835"/>
                  <a:pt x="7317" y="3818"/>
                </a:cubicBezTo>
                <a:cubicBezTo>
                  <a:pt x="7208" y="3802"/>
                  <a:pt x="7100" y="3779"/>
                  <a:pt x="6994" y="3750"/>
                </a:cubicBezTo>
                <a:lnTo>
                  <a:pt x="6994" y="3377"/>
                </a:lnTo>
                <a:lnTo>
                  <a:pt x="7014" y="3377"/>
                </a:lnTo>
                <a:cubicBezTo>
                  <a:pt x="7073" y="3400"/>
                  <a:pt x="7168" y="3428"/>
                  <a:pt x="7297" y="3462"/>
                </a:cubicBezTo>
                <a:cubicBezTo>
                  <a:pt x="7426" y="3496"/>
                  <a:pt x="7556" y="3513"/>
                  <a:pt x="7685" y="3513"/>
                </a:cubicBezTo>
                <a:cubicBezTo>
                  <a:pt x="7809" y="3513"/>
                  <a:pt x="7912" y="3498"/>
                  <a:pt x="7994" y="3468"/>
                </a:cubicBezTo>
                <a:cubicBezTo>
                  <a:pt x="8075" y="3439"/>
                  <a:pt x="8139" y="3397"/>
                  <a:pt x="8184" y="3344"/>
                </a:cubicBezTo>
                <a:cubicBezTo>
                  <a:pt x="8229" y="3294"/>
                  <a:pt x="8262" y="3233"/>
                  <a:pt x="8281" y="3162"/>
                </a:cubicBezTo>
                <a:cubicBezTo>
                  <a:pt x="8300" y="3091"/>
                  <a:pt x="8310" y="3012"/>
                  <a:pt x="8310" y="2924"/>
                </a:cubicBezTo>
                <a:lnTo>
                  <a:pt x="8310" y="2726"/>
                </a:lnTo>
                <a:cubicBezTo>
                  <a:pt x="8200" y="2814"/>
                  <a:pt x="8095" y="2880"/>
                  <a:pt x="7995" y="2924"/>
                </a:cubicBezTo>
                <a:cubicBezTo>
                  <a:pt x="7895" y="2967"/>
                  <a:pt x="7767" y="2989"/>
                  <a:pt x="7612" y="2989"/>
                </a:cubicBezTo>
                <a:cubicBezTo>
                  <a:pt x="7353" y="2989"/>
                  <a:pt x="7147" y="2895"/>
                  <a:pt x="6995" y="2708"/>
                </a:cubicBezTo>
                <a:cubicBezTo>
                  <a:pt x="6843" y="2520"/>
                  <a:pt x="6767" y="2256"/>
                  <a:pt x="6767" y="1915"/>
                </a:cubicBezTo>
                <a:cubicBezTo>
                  <a:pt x="6767" y="1728"/>
                  <a:pt x="6793" y="1567"/>
                  <a:pt x="6846" y="1431"/>
                </a:cubicBezTo>
                <a:cubicBezTo>
                  <a:pt x="6898" y="1296"/>
                  <a:pt x="6970" y="1178"/>
                  <a:pt x="7060" y="1080"/>
                </a:cubicBezTo>
                <a:cubicBezTo>
                  <a:pt x="7144" y="988"/>
                  <a:pt x="7247" y="916"/>
                  <a:pt x="7367" y="865"/>
                </a:cubicBezTo>
                <a:cubicBezTo>
                  <a:pt x="7487" y="814"/>
                  <a:pt x="7607" y="788"/>
                  <a:pt x="7726" y="788"/>
                </a:cubicBezTo>
                <a:cubicBezTo>
                  <a:pt x="7852" y="788"/>
                  <a:pt x="7957" y="801"/>
                  <a:pt x="8041" y="826"/>
                </a:cubicBezTo>
                <a:cubicBezTo>
                  <a:pt x="8126" y="851"/>
                  <a:pt x="8216" y="890"/>
                  <a:pt x="8310" y="942"/>
                </a:cubicBezTo>
                <a:lnTo>
                  <a:pt x="8333" y="850"/>
                </a:lnTo>
                <a:lnTo>
                  <a:pt x="8675" y="850"/>
                </a:lnTo>
                <a:lnTo>
                  <a:pt x="8675" y="2774"/>
                </a:lnTo>
                <a:moveTo>
                  <a:pt x="8310" y="2425"/>
                </a:moveTo>
                <a:lnTo>
                  <a:pt x="8310" y="1240"/>
                </a:lnTo>
                <a:cubicBezTo>
                  <a:pt x="8213" y="1196"/>
                  <a:pt x="8123" y="1165"/>
                  <a:pt x="8039" y="1146"/>
                </a:cubicBezTo>
                <a:cubicBezTo>
                  <a:pt x="7956" y="1127"/>
                  <a:pt x="7873" y="1118"/>
                  <a:pt x="7790" y="1118"/>
                </a:cubicBezTo>
                <a:cubicBezTo>
                  <a:pt x="7590" y="1118"/>
                  <a:pt x="7432" y="1185"/>
                  <a:pt x="7317" y="1320"/>
                </a:cubicBezTo>
                <a:cubicBezTo>
                  <a:pt x="7201" y="1455"/>
                  <a:pt x="7144" y="1651"/>
                  <a:pt x="7144" y="1908"/>
                </a:cubicBezTo>
                <a:cubicBezTo>
                  <a:pt x="7144" y="2152"/>
                  <a:pt x="7186" y="2337"/>
                  <a:pt x="7272" y="2462"/>
                </a:cubicBezTo>
                <a:cubicBezTo>
                  <a:pt x="7357" y="2588"/>
                  <a:pt x="7499" y="2651"/>
                  <a:pt x="7697" y="2651"/>
                </a:cubicBezTo>
                <a:cubicBezTo>
                  <a:pt x="7803" y="2651"/>
                  <a:pt x="7909" y="2631"/>
                  <a:pt x="8016" y="2590"/>
                </a:cubicBezTo>
                <a:cubicBezTo>
                  <a:pt x="8123" y="2549"/>
                  <a:pt x="8221" y="2494"/>
                  <a:pt x="8310" y="2425"/>
                </a:cubicBezTo>
                <a:close/>
                <a:moveTo>
                  <a:pt x="9762" y="3020"/>
                </a:moveTo>
                <a:lnTo>
                  <a:pt x="9397" y="3020"/>
                </a:lnTo>
                <a:lnTo>
                  <a:pt x="9397" y="0"/>
                </a:lnTo>
                <a:lnTo>
                  <a:pt x="9762" y="0"/>
                </a:lnTo>
                <a:lnTo>
                  <a:pt x="9762" y="3020"/>
                </a:lnTo>
                <a:close/>
                <a:moveTo>
                  <a:pt x="12331" y="1936"/>
                </a:moveTo>
                <a:cubicBezTo>
                  <a:pt x="12331" y="2290"/>
                  <a:pt x="12241" y="2570"/>
                  <a:pt x="12060" y="2775"/>
                </a:cubicBezTo>
                <a:cubicBezTo>
                  <a:pt x="11879" y="2979"/>
                  <a:pt x="11636" y="3082"/>
                  <a:pt x="11332" y="3082"/>
                </a:cubicBezTo>
                <a:cubicBezTo>
                  <a:pt x="11025" y="3082"/>
                  <a:pt x="10782" y="2979"/>
                  <a:pt x="10601" y="2775"/>
                </a:cubicBezTo>
                <a:cubicBezTo>
                  <a:pt x="10421" y="2570"/>
                  <a:pt x="10330" y="2290"/>
                  <a:pt x="10330" y="1936"/>
                </a:cubicBezTo>
                <a:cubicBezTo>
                  <a:pt x="10330" y="1582"/>
                  <a:pt x="10421" y="1302"/>
                  <a:pt x="10601" y="1096"/>
                </a:cubicBezTo>
                <a:cubicBezTo>
                  <a:pt x="10782" y="891"/>
                  <a:pt x="11025" y="788"/>
                  <a:pt x="11332" y="788"/>
                </a:cubicBezTo>
                <a:cubicBezTo>
                  <a:pt x="11636" y="788"/>
                  <a:pt x="11879" y="891"/>
                  <a:pt x="12060" y="1096"/>
                </a:cubicBezTo>
                <a:cubicBezTo>
                  <a:pt x="12241" y="1302"/>
                  <a:pt x="12331" y="1582"/>
                  <a:pt x="12331" y="1936"/>
                </a:cubicBezTo>
                <a:moveTo>
                  <a:pt x="11955" y="1936"/>
                </a:moveTo>
                <a:cubicBezTo>
                  <a:pt x="11955" y="1655"/>
                  <a:pt x="11900" y="1447"/>
                  <a:pt x="11790" y="1311"/>
                </a:cubicBezTo>
                <a:cubicBezTo>
                  <a:pt x="11680" y="1174"/>
                  <a:pt x="11527" y="1106"/>
                  <a:pt x="11332" y="1106"/>
                </a:cubicBezTo>
                <a:cubicBezTo>
                  <a:pt x="11134" y="1106"/>
                  <a:pt x="10980" y="1174"/>
                  <a:pt x="10871" y="1311"/>
                </a:cubicBezTo>
                <a:cubicBezTo>
                  <a:pt x="10762" y="1447"/>
                  <a:pt x="10707" y="1655"/>
                  <a:pt x="10707" y="1936"/>
                </a:cubicBezTo>
                <a:cubicBezTo>
                  <a:pt x="10707" y="2207"/>
                  <a:pt x="10762" y="2413"/>
                  <a:pt x="10872" y="2553"/>
                </a:cubicBezTo>
                <a:cubicBezTo>
                  <a:pt x="10982" y="2694"/>
                  <a:pt x="11135" y="2764"/>
                  <a:pt x="11332" y="2764"/>
                </a:cubicBezTo>
                <a:cubicBezTo>
                  <a:pt x="11526" y="2764"/>
                  <a:pt x="11678" y="2694"/>
                  <a:pt x="11789" y="2555"/>
                </a:cubicBezTo>
                <a:cubicBezTo>
                  <a:pt x="11900" y="2416"/>
                  <a:pt x="11955" y="2210"/>
                  <a:pt x="11955" y="1936"/>
                </a:cubicBezTo>
                <a:close/>
                <a:moveTo>
                  <a:pt x="14654" y="3020"/>
                </a:moveTo>
                <a:lnTo>
                  <a:pt x="14289" y="3020"/>
                </a:lnTo>
                <a:lnTo>
                  <a:pt x="14289" y="2794"/>
                </a:lnTo>
                <a:cubicBezTo>
                  <a:pt x="14184" y="2885"/>
                  <a:pt x="14075" y="2955"/>
                  <a:pt x="13961" y="3006"/>
                </a:cubicBezTo>
                <a:cubicBezTo>
                  <a:pt x="13847" y="3057"/>
                  <a:pt x="13724" y="3082"/>
                  <a:pt x="13591" y="3082"/>
                </a:cubicBezTo>
                <a:cubicBezTo>
                  <a:pt x="13332" y="3082"/>
                  <a:pt x="13126" y="2982"/>
                  <a:pt x="12974" y="2782"/>
                </a:cubicBezTo>
                <a:cubicBezTo>
                  <a:pt x="12822" y="2583"/>
                  <a:pt x="12746" y="2306"/>
                  <a:pt x="12746" y="1952"/>
                </a:cubicBezTo>
                <a:cubicBezTo>
                  <a:pt x="12746" y="1767"/>
                  <a:pt x="12773" y="1603"/>
                  <a:pt x="12825" y="1459"/>
                </a:cubicBezTo>
                <a:cubicBezTo>
                  <a:pt x="12877" y="1315"/>
                  <a:pt x="12948" y="1193"/>
                  <a:pt x="13037" y="1092"/>
                </a:cubicBezTo>
                <a:cubicBezTo>
                  <a:pt x="13125" y="993"/>
                  <a:pt x="13228" y="918"/>
                  <a:pt x="13345" y="866"/>
                </a:cubicBezTo>
                <a:cubicBezTo>
                  <a:pt x="13462" y="814"/>
                  <a:pt x="13583" y="788"/>
                  <a:pt x="13709" y="788"/>
                </a:cubicBezTo>
                <a:cubicBezTo>
                  <a:pt x="13823" y="788"/>
                  <a:pt x="13924" y="800"/>
                  <a:pt x="14012" y="824"/>
                </a:cubicBezTo>
                <a:cubicBezTo>
                  <a:pt x="14100" y="848"/>
                  <a:pt x="14192" y="885"/>
                  <a:pt x="14289" y="936"/>
                </a:cubicBezTo>
                <a:lnTo>
                  <a:pt x="14289" y="0"/>
                </a:lnTo>
                <a:lnTo>
                  <a:pt x="14654" y="0"/>
                </a:lnTo>
                <a:lnTo>
                  <a:pt x="14654" y="3020"/>
                </a:lnTo>
                <a:moveTo>
                  <a:pt x="14289" y="2486"/>
                </a:moveTo>
                <a:lnTo>
                  <a:pt x="14289" y="1242"/>
                </a:lnTo>
                <a:cubicBezTo>
                  <a:pt x="14191" y="1198"/>
                  <a:pt x="14103" y="1168"/>
                  <a:pt x="14025" y="1151"/>
                </a:cubicBezTo>
                <a:cubicBezTo>
                  <a:pt x="13948" y="1134"/>
                  <a:pt x="13863" y="1126"/>
                  <a:pt x="13771" y="1126"/>
                </a:cubicBezTo>
                <a:cubicBezTo>
                  <a:pt x="13567" y="1126"/>
                  <a:pt x="13407" y="1197"/>
                  <a:pt x="13294" y="1339"/>
                </a:cubicBezTo>
                <a:cubicBezTo>
                  <a:pt x="13180" y="1481"/>
                  <a:pt x="13123" y="1683"/>
                  <a:pt x="13123" y="1945"/>
                </a:cubicBezTo>
                <a:cubicBezTo>
                  <a:pt x="13123" y="2202"/>
                  <a:pt x="13167" y="2398"/>
                  <a:pt x="13255" y="2532"/>
                </a:cubicBezTo>
                <a:cubicBezTo>
                  <a:pt x="13343" y="2666"/>
                  <a:pt x="13484" y="2733"/>
                  <a:pt x="13678" y="2733"/>
                </a:cubicBezTo>
                <a:cubicBezTo>
                  <a:pt x="13781" y="2733"/>
                  <a:pt x="13886" y="2710"/>
                  <a:pt x="13992" y="2664"/>
                </a:cubicBezTo>
                <a:cubicBezTo>
                  <a:pt x="14098" y="2618"/>
                  <a:pt x="14197" y="2559"/>
                  <a:pt x="14289" y="2486"/>
                </a:cubicBezTo>
                <a:close/>
                <a:moveTo>
                  <a:pt x="17247" y="850"/>
                </a:moveTo>
                <a:lnTo>
                  <a:pt x="15982" y="3819"/>
                </a:lnTo>
                <a:lnTo>
                  <a:pt x="15592" y="3819"/>
                </a:lnTo>
                <a:lnTo>
                  <a:pt x="15995" y="2914"/>
                </a:lnTo>
                <a:lnTo>
                  <a:pt x="15132" y="850"/>
                </a:lnTo>
                <a:lnTo>
                  <a:pt x="15528" y="850"/>
                </a:lnTo>
                <a:lnTo>
                  <a:pt x="16193" y="2457"/>
                </a:lnTo>
                <a:lnTo>
                  <a:pt x="16865" y="850"/>
                </a:lnTo>
                <a:lnTo>
                  <a:pt x="17247" y="850"/>
                </a:lnTo>
                <a:close/>
                <a:moveTo>
                  <a:pt x="18850" y="3001"/>
                </a:moveTo>
                <a:cubicBezTo>
                  <a:pt x="18781" y="3019"/>
                  <a:pt x="18707" y="3034"/>
                  <a:pt x="18626" y="3045"/>
                </a:cubicBezTo>
                <a:cubicBezTo>
                  <a:pt x="18545" y="3057"/>
                  <a:pt x="18473" y="3063"/>
                  <a:pt x="18409" y="3063"/>
                </a:cubicBezTo>
                <a:cubicBezTo>
                  <a:pt x="18188" y="3063"/>
                  <a:pt x="18020" y="3003"/>
                  <a:pt x="17905" y="2884"/>
                </a:cubicBezTo>
                <a:cubicBezTo>
                  <a:pt x="17790" y="2765"/>
                  <a:pt x="17732" y="2574"/>
                  <a:pt x="17732" y="2311"/>
                </a:cubicBezTo>
                <a:lnTo>
                  <a:pt x="17732" y="1157"/>
                </a:lnTo>
                <a:lnTo>
                  <a:pt x="17486" y="1157"/>
                </a:lnTo>
                <a:lnTo>
                  <a:pt x="17486" y="850"/>
                </a:lnTo>
                <a:lnTo>
                  <a:pt x="17732" y="850"/>
                </a:lnTo>
                <a:lnTo>
                  <a:pt x="17732" y="225"/>
                </a:lnTo>
                <a:lnTo>
                  <a:pt x="18097" y="225"/>
                </a:lnTo>
                <a:lnTo>
                  <a:pt x="18097" y="850"/>
                </a:lnTo>
                <a:lnTo>
                  <a:pt x="18850" y="850"/>
                </a:lnTo>
                <a:lnTo>
                  <a:pt x="18850" y="1157"/>
                </a:lnTo>
                <a:lnTo>
                  <a:pt x="18097" y="1157"/>
                </a:lnTo>
                <a:lnTo>
                  <a:pt x="18097" y="2147"/>
                </a:lnTo>
                <a:cubicBezTo>
                  <a:pt x="18097" y="2261"/>
                  <a:pt x="18100" y="2350"/>
                  <a:pt x="18105" y="2415"/>
                </a:cubicBezTo>
                <a:cubicBezTo>
                  <a:pt x="18110" y="2479"/>
                  <a:pt x="18128" y="2539"/>
                  <a:pt x="18159" y="2594"/>
                </a:cubicBezTo>
                <a:cubicBezTo>
                  <a:pt x="18188" y="2646"/>
                  <a:pt x="18227" y="2684"/>
                  <a:pt x="18277" y="2708"/>
                </a:cubicBezTo>
                <a:cubicBezTo>
                  <a:pt x="18326" y="2732"/>
                  <a:pt x="18402" y="2744"/>
                  <a:pt x="18505" y="2744"/>
                </a:cubicBezTo>
                <a:cubicBezTo>
                  <a:pt x="18564" y="2744"/>
                  <a:pt x="18626" y="2736"/>
                  <a:pt x="18691" y="2718"/>
                </a:cubicBezTo>
                <a:cubicBezTo>
                  <a:pt x="18756" y="2701"/>
                  <a:pt x="18802" y="2686"/>
                  <a:pt x="18831" y="2674"/>
                </a:cubicBezTo>
                <a:lnTo>
                  <a:pt x="18850" y="2674"/>
                </a:lnTo>
                <a:lnTo>
                  <a:pt x="18850" y="3001"/>
                </a:lnTo>
                <a:close/>
                <a:moveTo>
                  <a:pt x="19682" y="489"/>
                </a:moveTo>
                <a:lnTo>
                  <a:pt x="19271" y="489"/>
                </a:lnTo>
                <a:lnTo>
                  <a:pt x="19271" y="109"/>
                </a:lnTo>
                <a:lnTo>
                  <a:pt x="19682" y="109"/>
                </a:lnTo>
                <a:lnTo>
                  <a:pt x="19682" y="489"/>
                </a:lnTo>
                <a:moveTo>
                  <a:pt x="19659" y="3020"/>
                </a:moveTo>
                <a:lnTo>
                  <a:pt x="19294" y="3020"/>
                </a:lnTo>
                <a:lnTo>
                  <a:pt x="19294" y="850"/>
                </a:lnTo>
                <a:lnTo>
                  <a:pt x="19659" y="850"/>
                </a:lnTo>
                <a:lnTo>
                  <a:pt x="19659" y="3020"/>
                </a:lnTo>
                <a:close/>
                <a:moveTo>
                  <a:pt x="22140" y="3020"/>
                </a:moveTo>
                <a:lnTo>
                  <a:pt x="21775" y="3020"/>
                </a:lnTo>
                <a:lnTo>
                  <a:pt x="21775" y="2794"/>
                </a:lnTo>
                <a:cubicBezTo>
                  <a:pt x="21670" y="2885"/>
                  <a:pt x="21561" y="2955"/>
                  <a:pt x="21447" y="3006"/>
                </a:cubicBezTo>
                <a:cubicBezTo>
                  <a:pt x="21333" y="3057"/>
                  <a:pt x="21210" y="3082"/>
                  <a:pt x="21076" y="3082"/>
                </a:cubicBezTo>
                <a:cubicBezTo>
                  <a:pt x="20818" y="3082"/>
                  <a:pt x="20612" y="2982"/>
                  <a:pt x="20460" y="2782"/>
                </a:cubicBezTo>
                <a:cubicBezTo>
                  <a:pt x="20308" y="2583"/>
                  <a:pt x="20232" y="2306"/>
                  <a:pt x="20232" y="1952"/>
                </a:cubicBezTo>
                <a:cubicBezTo>
                  <a:pt x="20232" y="1767"/>
                  <a:pt x="20258" y="1603"/>
                  <a:pt x="20311" y="1459"/>
                </a:cubicBezTo>
                <a:cubicBezTo>
                  <a:pt x="20363" y="1315"/>
                  <a:pt x="20434" y="1193"/>
                  <a:pt x="20523" y="1092"/>
                </a:cubicBezTo>
                <a:cubicBezTo>
                  <a:pt x="20611" y="993"/>
                  <a:pt x="20714" y="918"/>
                  <a:pt x="20831" y="866"/>
                </a:cubicBezTo>
                <a:cubicBezTo>
                  <a:pt x="20948" y="814"/>
                  <a:pt x="21069" y="788"/>
                  <a:pt x="21195" y="788"/>
                </a:cubicBezTo>
                <a:cubicBezTo>
                  <a:pt x="21309" y="788"/>
                  <a:pt x="21410" y="800"/>
                  <a:pt x="21497" y="824"/>
                </a:cubicBezTo>
                <a:cubicBezTo>
                  <a:pt x="21585" y="848"/>
                  <a:pt x="21678" y="885"/>
                  <a:pt x="21775" y="936"/>
                </a:cubicBezTo>
                <a:lnTo>
                  <a:pt x="21775" y="0"/>
                </a:lnTo>
                <a:lnTo>
                  <a:pt x="22140" y="0"/>
                </a:lnTo>
                <a:lnTo>
                  <a:pt x="22140" y="3020"/>
                </a:lnTo>
                <a:moveTo>
                  <a:pt x="21775" y="2486"/>
                </a:moveTo>
                <a:lnTo>
                  <a:pt x="21775" y="1242"/>
                </a:lnTo>
                <a:cubicBezTo>
                  <a:pt x="21677" y="1198"/>
                  <a:pt x="21589" y="1168"/>
                  <a:pt x="21511" y="1151"/>
                </a:cubicBezTo>
                <a:cubicBezTo>
                  <a:pt x="21433" y="1134"/>
                  <a:pt x="21349" y="1126"/>
                  <a:pt x="21257" y="1126"/>
                </a:cubicBezTo>
                <a:cubicBezTo>
                  <a:pt x="21052" y="1126"/>
                  <a:pt x="20893" y="1197"/>
                  <a:pt x="20779" y="1339"/>
                </a:cubicBezTo>
                <a:cubicBezTo>
                  <a:pt x="20666" y="1481"/>
                  <a:pt x="20609" y="1683"/>
                  <a:pt x="20609" y="1945"/>
                </a:cubicBezTo>
                <a:cubicBezTo>
                  <a:pt x="20609" y="2202"/>
                  <a:pt x="20653" y="2398"/>
                  <a:pt x="20741" y="2532"/>
                </a:cubicBezTo>
                <a:cubicBezTo>
                  <a:pt x="20829" y="2666"/>
                  <a:pt x="20970" y="2733"/>
                  <a:pt x="21164" y="2733"/>
                </a:cubicBezTo>
                <a:cubicBezTo>
                  <a:pt x="21267" y="2733"/>
                  <a:pt x="21372" y="2710"/>
                  <a:pt x="21478" y="2664"/>
                </a:cubicBezTo>
                <a:cubicBezTo>
                  <a:pt x="21584" y="2618"/>
                  <a:pt x="21683" y="2559"/>
                  <a:pt x="21775" y="2486"/>
                </a:cubicBezTo>
                <a:close/>
                <a:moveTo>
                  <a:pt x="24542" y="3020"/>
                </a:moveTo>
                <a:lnTo>
                  <a:pt x="24179" y="3020"/>
                </a:lnTo>
                <a:lnTo>
                  <a:pt x="24179" y="2790"/>
                </a:lnTo>
                <a:cubicBezTo>
                  <a:pt x="24147" y="2813"/>
                  <a:pt x="24103" y="2843"/>
                  <a:pt x="24048" y="2883"/>
                </a:cubicBezTo>
                <a:cubicBezTo>
                  <a:pt x="23993" y="2922"/>
                  <a:pt x="23940" y="2954"/>
                  <a:pt x="23888" y="2977"/>
                </a:cubicBezTo>
                <a:cubicBezTo>
                  <a:pt x="23827" y="3007"/>
                  <a:pt x="23757" y="3032"/>
                  <a:pt x="23679" y="3052"/>
                </a:cubicBezTo>
                <a:cubicBezTo>
                  <a:pt x="23600" y="3072"/>
                  <a:pt x="23507" y="3082"/>
                  <a:pt x="23401" y="3082"/>
                </a:cubicBezTo>
                <a:cubicBezTo>
                  <a:pt x="23206" y="3082"/>
                  <a:pt x="23040" y="3017"/>
                  <a:pt x="22904" y="2888"/>
                </a:cubicBezTo>
                <a:cubicBezTo>
                  <a:pt x="22768" y="2758"/>
                  <a:pt x="22700" y="2593"/>
                  <a:pt x="22700" y="2392"/>
                </a:cubicBezTo>
                <a:cubicBezTo>
                  <a:pt x="22700" y="2228"/>
                  <a:pt x="22736" y="2094"/>
                  <a:pt x="22806" y="1993"/>
                </a:cubicBezTo>
                <a:cubicBezTo>
                  <a:pt x="22877" y="1891"/>
                  <a:pt x="22977" y="1811"/>
                  <a:pt x="23108" y="1753"/>
                </a:cubicBezTo>
                <a:cubicBezTo>
                  <a:pt x="23240" y="1694"/>
                  <a:pt x="23398" y="1655"/>
                  <a:pt x="23583" y="1634"/>
                </a:cubicBezTo>
                <a:cubicBezTo>
                  <a:pt x="23768" y="1613"/>
                  <a:pt x="23967" y="1598"/>
                  <a:pt x="24179" y="1588"/>
                </a:cubicBezTo>
                <a:lnTo>
                  <a:pt x="24179" y="1531"/>
                </a:lnTo>
                <a:cubicBezTo>
                  <a:pt x="24179" y="1447"/>
                  <a:pt x="24165" y="1378"/>
                  <a:pt x="24136" y="1323"/>
                </a:cubicBezTo>
                <a:cubicBezTo>
                  <a:pt x="24106" y="1269"/>
                  <a:pt x="24065" y="1226"/>
                  <a:pt x="24010" y="1194"/>
                </a:cubicBezTo>
                <a:cubicBezTo>
                  <a:pt x="23959" y="1164"/>
                  <a:pt x="23897" y="1144"/>
                  <a:pt x="23824" y="1134"/>
                </a:cubicBezTo>
                <a:cubicBezTo>
                  <a:pt x="23752" y="1123"/>
                  <a:pt x="23676" y="1118"/>
                  <a:pt x="23597" y="1118"/>
                </a:cubicBezTo>
                <a:cubicBezTo>
                  <a:pt x="23501" y="1118"/>
                  <a:pt x="23395" y="1131"/>
                  <a:pt x="23277" y="1157"/>
                </a:cubicBezTo>
                <a:cubicBezTo>
                  <a:pt x="23159" y="1183"/>
                  <a:pt x="23037" y="1220"/>
                  <a:pt x="22912" y="1269"/>
                </a:cubicBezTo>
                <a:lnTo>
                  <a:pt x="22893" y="1269"/>
                </a:lnTo>
                <a:lnTo>
                  <a:pt x="22893" y="899"/>
                </a:lnTo>
                <a:cubicBezTo>
                  <a:pt x="22964" y="879"/>
                  <a:pt x="23067" y="858"/>
                  <a:pt x="23201" y="835"/>
                </a:cubicBezTo>
                <a:cubicBezTo>
                  <a:pt x="23336" y="811"/>
                  <a:pt x="23468" y="800"/>
                  <a:pt x="23599" y="800"/>
                </a:cubicBezTo>
                <a:cubicBezTo>
                  <a:pt x="23752" y="800"/>
                  <a:pt x="23885" y="812"/>
                  <a:pt x="23998" y="837"/>
                </a:cubicBezTo>
                <a:cubicBezTo>
                  <a:pt x="24111" y="863"/>
                  <a:pt x="24209" y="906"/>
                  <a:pt x="24292" y="967"/>
                </a:cubicBezTo>
                <a:cubicBezTo>
                  <a:pt x="24373" y="1026"/>
                  <a:pt x="24435" y="1103"/>
                  <a:pt x="24478" y="1197"/>
                </a:cubicBezTo>
                <a:cubicBezTo>
                  <a:pt x="24521" y="1292"/>
                  <a:pt x="24542" y="1409"/>
                  <a:pt x="24542" y="1549"/>
                </a:cubicBezTo>
                <a:lnTo>
                  <a:pt x="24542" y="3020"/>
                </a:lnTo>
                <a:moveTo>
                  <a:pt x="24179" y="2489"/>
                </a:moveTo>
                <a:lnTo>
                  <a:pt x="24179" y="1883"/>
                </a:lnTo>
                <a:cubicBezTo>
                  <a:pt x="24068" y="1889"/>
                  <a:pt x="23937" y="1899"/>
                  <a:pt x="23786" y="1912"/>
                </a:cubicBezTo>
                <a:cubicBezTo>
                  <a:pt x="23635" y="1925"/>
                  <a:pt x="23516" y="1944"/>
                  <a:pt x="23428" y="1968"/>
                </a:cubicBezTo>
                <a:cubicBezTo>
                  <a:pt x="23323" y="1998"/>
                  <a:pt x="23239" y="2045"/>
                  <a:pt x="23174" y="2108"/>
                </a:cubicBezTo>
                <a:cubicBezTo>
                  <a:pt x="23109" y="2171"/>
                  <a:pt x="23077" y="2258"/>
                  <a:pt x="23077" y="2368"/>
                </a:cubicBezTo>
                <a:cubicBezTo>
                  <a:pt x="23077" y="2493"/>
                  <a:pt x="23114" y="2587"/>
                  <a:pt x="23189" y="2650"/>
                </a:cubicBezTo>
                <a:cubicBezTo>
                  <a:pt x="23264" y="2713"/>
                  <a:pt x="23379" y="2744"/>
                  <a:pt x="23533" y="2744"/>
                </a:cubicBezTo>
                <a:cubicBezTo>
                  <a:pt x="23661" y="2744"/>
                  <a:pt x="23778" y="2719"/>
                  <a:pt x="23884" y="2669"/>
                </a:cubicBezTo>
                <a:cubicBezTo>
                  <a:pt x="23990" y="2619"/>
                  <a:pt x="24089" y="2559"/>
                  <a:pt x="24179" y="2489"/>
                </a:cubicBezTo>
                <a:close/>
                <a:moveTo>
                  <a:pt x="27059" y="1972"/>
                </a:moveTo>
                <a:lnTo>
                  <a:pt x="25462" y="1972"/>
                </a:lnTo>
                <a:cubicBezTo>
                  <a:pt x="25462" y="2105"/>
                  <a:pt x="25482" y="2222"/>
                  <a:pt x="25522" y="2321"/>
                </a:cubicBezTo>
                <a:cubicBezTo>
                  <a:pt x="25562" y="2420"/>
                  <a:pt x="25617" y="2502"/>
                  <a:pt x="25687" y="2565"/>
                </a:cubicBezTo>
                <a:cubicBezTo>
                  <a:pt x="25755" y="2627"/>
                  <a:pt x="25834" y="2674"/>
                  <a:pt x="25927" y="2705"/>
                </a:cubicBezTo>
                <a:cubicBezTo>
                  <a:pt x="26019" y="2736"/>
                  <a:pt x="26121" y="2752"/>
                  <a:pt x="26233" y="2752"/>
                </a:cubicBezTo>
                <a:cubicBezTo>
                  <a:pt x="26380" y="2752"/>
                  <a:pt x="26529" y="2722"/>
                  <a:pt x="26678" y="2663"/>
                </a:cubicBezTo>
                <a:cubicBezTo>
                  <a:pt x="26827" y="2604"/>
                  <a:pt x="26934" y="2545"/>
                  <a:pt x="26997" y="2488"/>
                </a:cubicBezTo>
                <a:lnTo>
                  <a:pt x="27017" y="2488"/>
                </a:lnTo>
                <a:lnTo>
                  <a:pt x="27017" y="2887"/>
                </a:lnTo>
                <a:cubicBezTo>
                  <a:pt x="26894" y="2939"/>
                  <a:pt x="26768" y="2983"/>
                  <a:pt x="26640" y="3018"/>
                </a:cubicBezTo>
                <a:cubicBezTo>
                  <a:pt x="26512" y="3053"/>
                  <a:pt x="26377" y="3070"/>
                  <a:pt x="26236" y="3070"/>
                </a:cubicBezTo>
                <a:cubicBezTo>
                  <a:pt x="25877" y="3070"/>
                  <a:pt x="25596" y="2973"/>
                  <a:pt x="25394" y="2778"/>
                </a:cubicBezTo>
                <a:cubicBezTo>
                  <a:pt x="25192" y="2583"/>
                  <a:pt x="25091" y="2306"/>
                  <a:pt x="25091" y="1947"/>
                </a:cubicBezTo>
                <a:cubicBezTo>
                  <a:pt x="25091" y="1592"/>
                  <a:pt x="25188" y="1310"/>
                  <a:pt x="25382" y="1101"/>
                </a:cubicBezTo>
                <a:cubicBezTo>
                  <a:pt x="25575" y="892"/>
                  <a:pt x="25830" y="788"/>
                  <a:pt x="26145" y="788"/>
                </a:cubicBezTo>
                <a:cubicBezTo>
                  <a:pt x="26438" y="788"/>
                  <a:pt x="26663" y="873"/>
                  <a:pt x="26822" y="1045"/>
                </a:cubicBezTo>
                <a:cubicBezTo>
                  <a:pt x="26980" y="1216"/>
                  <a:pt x="27059" y="1459"/>
                  <a:pt x="27059" y="1774"/>
                </a:cubicBezTo>
                <a:lnTo>
                  <a:pt x="27059" y="1972"/>
                </a:lnTo>
                <a:moveTo>
                  <a:pt x="26704" y="1692"/>
                </a:moveTo>
                <a:cubicBezTo>
                  <a:pt x="26703" y="1501"/>
                  <a:pt x="26655" y="1353"/>
                  <a:pt x="26560" y="1248"/>
                </a:cubicBezTo>
                <a:cubicBezTo>
                  <a:pt x="26465" y="1143"/>
                  <a:pt x="26320" y="1091"/>
                  <a:pt x="26126" y="1091"/>
                </a:cubicBezTo>
                <a:cubicBezTo>
                  <a:pt x="25930" y="1091"/>
                  <a:pt x="25775" y="1148"/>
                  <a:pt x="25659" y="1263"/>
                </a:cubicBezTo>
                <a:cubicBezTo>
                  <a:pt x="25543" y="1379"/>
                  <a:pt x="25478" y="1522"/>
                  <a:pt x="25462" y="1692"/>
                </a:cubicBezTo>
                <a:lnTo>
                  <a:pt x="26704" y="1692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E5392E7-4E7A-47C9-BE03-AA5D305C2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7" y="880513"/>
            <a:ext cx="30029" cy="25257"/>
          </a:xfrm>
          <a:custGeom xmlns:a="http://schemas.openxmlformats.org/drawingml/2006/main">
            <a:pathLst>
              <a:path w="30029" h="25257">
                <a:moveTo>
                  <a:pt x="0" y="0"/>
                </a:moveTo>
                <a:lnTo>
                  <a:pt x="30029" y="0"/>
                </a:lnTo>
                <a:lnTo>
                  <a:pt x="30029" y="25257"/>
                </a:lnTo>
                <a:lnTo>
                  <a:pt x="0" y="252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9B3B2C-384C-4F8A-BC31-0F0A4E04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8" y="880515"/>
            <a:ext cx="30029" cy="25259"/>
          </a:xfrm>
          <a:custGeom xmlns:a="http://schemas.openxmlformats.org/drawingml/2006/main">
            <a:pathLst>
              <a:path w="30029" h="25259" fill="none">
                <a:moveTo>
                  <a:pt x="0" y="0"/>
                </a:moveTo>
                <a:lnTo>
                  <a:pt x="30029" y="0"/>
                </a:lnTo>
                <a:lnTo>
                  <a:pt x="30029" y="25259"/>
                </a:lnTo>
                <a:lnTo>
                  <a:pt x="0" y="2525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22" name="Text Sturnidae">
            <a:extLst xmlns:a="http://schemas.openxmlformats.org/drawingml/2006/main">
              <a:ext uri="{FF2B5EF4-FFF2-40B4-BE49-F238E27FC236}">
                <a16:creationId xmlns:a16="http://schemas.microsoft.com/office/drawing/2014/main" id="{84FF83F7-3977-4BBF-8C65-45FBF17C0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889" y="882013"/>
            <a:ext cx="29207" cy="4768"/>
          </a:xfrm>
          <a:custGeom xmlns:a="http://schemas.openxmlformats.org/drawingml/2006/main">
            <a:pathLst>
              <a:path w="29207" h="4768">
                <a:moveTo>
                  <a:pt x="3447" y="3398"/>
                </a:moveTo>
                <a:cubicBezTo>
                  <a:pt x="3447" y="3572"/>
                  <a:pt x="3407" y="3745"/>
                  <a:pt x="3325" y="3915"/>
                </a:cubicBezTo>
                <a:cubicBezTo>
                  <a:pt x="3244" y="4085"/>
                  <a:pt x="3131" y="4229"/>
                  <a:pt x="2985" y="4348"/>
                </a:cubicBezTo>
                <a:cubicBezTo>
                  <a:pt x="2825" y="4476"/>
                  <a:pt x="2638" y="4576"/>
                  <a:pt x="2425" y="4648"/>
                </a:cubicBezTo>
                <a:cubicBezTo>
                  <a:pt x="2211" y="4720"/>
                  <a:pt x="1955" y="4756"/>
                  <a:pt x="1654" y="4756"/>
                </a:cubicBezTo>
                <a:cubicBezTo>
                  <a:pt x="1332" y="4756"/>
                  <a:pt x="1042" y="4726"/>
                  <a:pt x="785" y="4666"/>
                </a:cubicBezTo>
                <a:cubicBezTo>
                  <a:pt x="528" y="4606"/>
                  <a:pt x="266" y="4516"/>
                  <a:pt x="0" y="4398"/>
                </a:cubicBezTo>
                <a:lnTo>
                  <a:pt x="0" y="3651"/>
                </a:lnTo>
                <a:lnTo>
                  <a:pt x="42" y="3651"/>
                </a:lnTo>
                <a:cubicBezTo>
                  <a:pt x="268" y="3839"/>
                  <a:pt x="529" y="3985"/>
                  <a:pt x="826" y="4087"/>
                </a:cubicBezTo>
                <a:cubicBezTo>
                  <a:pt x="1122" y="4189"/>
                  <a:pt x="1400" y="4240"/>
                  <a:pt x="1660" y="4240"/>
                </a:cubicBezTo>
                <a:cubicBezTo>
                  <a:pt x="2029" y="4240"/>
                  <a:pt x="2316" y="4171"/>
                  <a:pt x="2521" y="4033"/>
                </a:cubicBezTo>
                <a:cubicBezTo>
                  <a:pt x="2726" y="3896"/>
                  <a:pt x="2829" y="3712"/>
                  <a:pt x="2829" y="3482"/>
                </a:cubicBezTo>
                <a:cubicBezTo>
                  <a:pt x="2829" y="3284"/>
                  <a:pt x="2780" y="3138"/>
                  <a:pt x="2683" y="3044"/>
                </a:cubicBezTo>
                <a:cubicBezTo>
                  <a:pt x="2586" y="2949"/>
                  <a:pt x="2438" y="2876"/>
                  <a:pt x="2240" y="2824"/>
                </a:cubicBezTo>
                <a:cubicBezTo>
                  <a:pt x="2090" y="2784"/>
                  <a:pt x="1927" y="2751"/>
                  <a:pt x="1752" y="2725"/>
                </a:cubicBezTo>
                <a:cubicBezTo>
                  <a:pt x="1577" y="2699"/>
                  <a:pt x="1391" y="2666"/>
                  <a:pt x="1195" y="2626"/>
                </a:cubicBezTo>
                <a:cubicBezTo>
                  <a:pt x="799" y="2542"/>
                  <a:pt x="505" y="2398"/>
                  <a:pt x="314" y="2195"/>
                </a:cubicBezTo>
                <a:cubicBezTo>
                  <a:pt x="123" y="1991"/>
                  <a:pt x="27" y="1727"/>
                  <a:pt x="27" y="1400"/>
                </a:cubicBezTo>
                <a:cubicBezTo>
                  <a:pt x="27" y="1026"/>
                  <a:pt x="185" y="719"/>
                  <a:pt x="501" y="479"/>
                </a:cubicBezTo>
                <a:cubicBezTo>
                  <a:pt x="818" y="240"/>
                  <a:pt x="1219" y="120"/>
                  <a:pt x="1706" y="120"/>
                </a:cubicBezTo>
                <a:cubicBezTo>
                  <a:pt x="2020" y="120"/>
                  <a:pt x="2308" y="150"/>
                  <a:pt x="2570" y="210"/>
                </a:cubicBezTo>
                <a:cubicBezTo>
                  <a:pt x="2833" y="270"/>
                  <a:pt x="3065" y="344"/>
                  <a:pt x="3267" y="432"/>
                </a:cubicBezTo>
                <a:lnTo>
                  <a:pt x="3267" y="1135"/>
                </a:lnTo>
                <a:lnTo>
                  <a:pt x="3225" y="1135"/>
                </a:lnTo>
                <a:cubicBezTo>
                  <a:pt x="3055" y="992"/>
                  <a:pt x="2831" y="873"/>
                  <a:pt x="2554" y="778"/>
                </a:cubicBezTo>
                <a:cubicBezTo>
                  <a:pt x="2277" y="684"/>
                  <a:pt x="1993" y="637"/>
                  <a:pt x="1703" y="637"/>
                </a:cubicBezTo>
                <a:cubicBezTo>
                  <a:pt x="1384" y="637"/>
                  <a:pt x="1129" y="702"/>
                  <a:pt x="935" y="834"/>
                </a:cubicBezTo>
                <a:cubicBezTo>
                  <a:pt x="742" y="966"/>
                  <a:pt x="646" y="1135"/>
                  <a:pt x="646" y="1343"/>
                </a:cubicBezTo>
                <a:cubicBezTo>
                  <a:pt x="646" y="1529"/>
                  <a:pt x="694" y="1675"/>
                  <a:pt x="790" y="1782"/>
                </a:cubicBezTo>
                <a:cubicBezTo>
                  <a:pt x="886" y="1888"/>
                  <a:pt x="1055" y="1969"/>
                  <a:pt x="1297" y="2025"/>
                </a:cubicBezTo>
                <a:cubicBezTo>
                  <a:pt x="1425" y="2053"/>
                  <a:pt x="1607" y="2087"/>
                  <a:pt x="1844" y="2127"/>
                </a:cubicBezTo>
                <a:cubicBezTo>
                  <a:pt x="2080" y="2167"/>
                  <a:pt x="2280" y="2208"/>
                  <a:pt x="2444" y="2250"/>
                </a:cubicBezTo>
                <a:cubicBezTo>
                  <a:pt x="2777" y="2339"/>
                  <a:pt x="3027" y="2472"/>
                  <a:pt x="3195" y="2650"/>
                </a:cubicBezTo>
                <a:cubicBezTo>
                  <a:pt x="3363" y="2828"/>
                  <a:pt x="3447" y="3078"/>
                  <a:pt x="3447" y="3398"/>
                </a:cubicBezTo>
                <a:close/>
                <a:moveTo>
                  <a:pt x="6098" y="4643"/>
                </a:moveTo>
                <a:cubicBezTo>
                  <a:pt x="5992" y="4671"/>
                  <a:pt x="5877" y="4693"/>
                  <a:pt x="5752" y="4711"/>
                </a:cubicBezTo>
                <a:cubicBezTo>
                  <a:pt x="5626" y="4729"/>
                  <a:pt x="5515" y="4738"/>
                  <a:pt x="5417" y="4738"/>
                </a:cubicBezTo>
                <a:cubicBezTo>
                  <a:pt x="5074" y="4738"/>
                  <a:pt x="4814" y="4646"/>
                  <a:pt x="4636" y="4462"/>
                </a:cubicBezTo>
                <a:cubicBezTo>
                  <a:pt x="4458" y="4277"/>
                  <a:pt x="4369" y="3982"/>
                  <a:pt x="4369" y="3575"/>
                </a:cubicBezTo>
                <a:lnTo>
                  <a:pt x="4369" y="1790"/>
                </a:lnTo>
                <a:lnTo>
                  <a:pt x="3987" y="1790"/>
                </a:lnTo>
                <a:lnTo>
                  <a:pt x="3987" y="1315"/>
                </a:lnTo>
                <a:lnTo>
                  <a:pt x="4369" y="1315"/>
                </a:lnTo>
                <a:lnTo>
                  <a:pt x="4369" y="348"/>
                </a:lnTo>
                <a:lnTo>
                  <a:pt x="4933" y="348"/>
                </a:lnTo>
                <a:lnTo>
                  <a:pt x="4933" y="1315"/>
                </a:lnTo>
                <a:lnTo>
                  <a:pt x="6098" y="1315"/>
                </a:lnTo>
                <a:lnTo>
                  <a:pt x="6098" y="1790"/>
                </a:lnTo>
                <a:lnTo>
                  <a:pt x="4933" y="1790"/>
                </a:lnTo>
                <a:lnTo>
                  <a:pt x="4933" y="3322"/>
                </a:lnTo>
                <a:cubicBezTo>
                  <a:pt x="4933" y="3498"/>
                  <a:pt x="4937" y="3636"/>
                  <a:pt x="4945" y="3736"/>
                </a:cubicBezTo>
                <a:cubicBezTo>
                  <a:pt x="4953" y="3835"/>
                  <a:pt x="4981" y="3928"/>
                  <a:pt x="5029" y="4014"/>
                </a:cubicBezTo>
                <a:cubicBezTo>
                  <a:pt x="5073" y="4094"/>
                  <a:pt x="5134" y="4153"/>
                  <a:pt x="5211" y="4190"/>
                </a:cubicBezTo>
                <a:cubicBezTo>
                  <a:pt x="5288" y="4227"/>
                  <a:pt x="5406" y="4246"/>
                  <a:pt x="5564" y="4246"/>
                </a:cubicBezTo>
                <a:cubicBezTo>
                  <a:pt x="5656" y="4246"/>
                  <a:pt x="5752" y="4232"/>
                  <a:pt x="5852" y="4205"/>
                </a:cubicBezTo>
                <a:cubicBezTo>
                  <a:pt x="5952" y="4178"/>
                  <a:pt x="6024" y="4156"/>
                  <a:pt x="6068" y="4138"/>
                </a:cubicBezTo>
                <a:lnTo>
                  <a:pt x="6098" y="4138"/>
                </a:lnTo>
                <a:lnTo>
                  <a:pt x="6098" y="4643"/>
                </a:lnTo>
                <a:close/>
                <a:moveTo>
                  <a:pt x="9561" y="4672"/>
                </a:moveTo>
                <a:lnTo>
                  <a:pt x="8996" y="4672"/>
                </a:lnTo>
                <a:lnTo>
                  <a:pt x="8996" y="4302"/>
                </a:lnTo>
                <a:cubicBezTo>
                  <a:pt x="8806" y="4452"/>
                  <a:pt x="8624" y="4568"/>
                  <a:pt x="8450" y="4648"/>
                </a:cubicBezTo>
                <a:cubicBezTo>
                  <a:pt x="8276" y="4728"/>
                  <a:pt x="8083" y="4768"/>
                  <a:pt x="7873" y="4768"/>
                </a:cubicBezTo>
                <a:cubicBezTo>
                  <a:pt x="7521" y="4768"/>
                  <a:pt x="7247" y="4661"/>
                  <a:pt x="7050" y="4445"/>
                </a:cubicBezTo>
                <a:cubicBezTo>
                  <a:pt x="6854" y="4229"/>
                  <a:pt x="6756" y="3913"/>
                  <a:pt x="6756" y="3496"/>
                </a:cubicBezTo>
                <a:lnTo>
                  <a:pt x="6756" y="1315"/>
                </a:lnTo>
                <a:lnTo>
                  <a:pt x="7321" y="1315"/>
                </a:lnTo>
                <a:lnTo>
                  <a:pt x="7321" y="3227"/>
                </a:lnTo>
                <a:cubicBezTo>
                  <a:pt x="7321" y="3397"/>
                  <a:pt x="7329" y="3543"/>
                  <a:pt x="7345" y="3664"/>
                </a:cubicBezTo>
                <a:cubicBezTo>
                  <a:pt x="7361" y="3785"/>
                  <a:pt x="7395" y="3889"/>
                  <a:pt x="7447" y="3975"/>
                </a:cubicBezTo>
                <a:cubicBezTo>
                  <a:pt x="7501" y="4064"/>
                  <a:pt x="7571" y="4128"/>
                  <a:pt x="7657" y="4168"/>
                </a:cubicBezTo>
                <a:cubicBezTo>
                  <a:pt x="7743" y="4208"/>
                  <a:pt x="7868" y="4228"/>
                  <a:pt x="8032" y="4228"/>
                </a:cubicBezTo>
                <a:cubicBezTo>
                  <a:pt x="8179" y="4228"/>
                  <a:pt x="8338" y="4190"/>
                  <a:pt x="8511" y="4114"/>
                </a:cubicBezTo>
                <a:cubicBezTo>
                  <a:pt x="8684" y="4037"/>
                  <a:pt x="8846" y="3940"/>
                  <a:pt x="8996" y="3822"/>
                </a:cubicBezTo>
                <a:lnTo>
                  <a:pt x="8996" y="1315"/>
                </a:lnTo>
                <a:lnTo>
                  <a:pt x="9561" y="1315"/>
                </a:lnTo>
                <a:lnTo>
                  <a:pt x="9561" y="4672"/>
                </a:lnTo>
                <a:close/>
                <a:moveTo>
                  <a:pt x="12764" y="1928"/>
                </a:moveTo>
                <a:lnTo>
                  <a:pt x="12734" y="1928"/>
                </a:lnTo>
                <a:cubicBezTo>
                  <a:pt x="12650" y="1909"/>
                  <a:pt x="12569" y="1895"/>
                  <a:pt x="12490" y="1887"/>
                </a:cubicBezTo>
                <a:cubicBezTo>
                  <a:pt x="12411" y="1878"/>
                  <a:pt x="12317" y="1874"/>
                  <a:pt x="12209" y="1874"/>
                </a:cubicBezTo>
                <a:cubicBezTo>
                  <a:pt x="12035" y="1874"/>
                  <a:pt x="11867" y="1912"/>
                  <a:pt x="11705" y="1989"/>
                </a:cubicBezTo>
                <a:cubicBezTo>
                  <a:pt x="11542" y="2067"/>
                  <a:pt x="11386" y="2166"/>
                  <a:pt x="11236" y="2289"/>
                </a:cubicBezTo>
                <a:lnTo>
                  <a:pt x="11236" y="4672"/>
                </a:lnTo>
                <a:lnTo>
                  <a:pt x="10672" y="4672"/>
                </a:lnTo>
                <a:lnTo>
                  <a:pt x="10672" y="1315"/>
                </a:lnTo>
                <a:lnTo>
                  <a:pt x="11236" y="1315"/>
                </a:lnTo>
                <a:lnTo>
                  <a:pt x="11236" y="1811"/>
                </a:lnTo>
                <a:cubicBezTo>
                  <a:pt x="11460" y="1631"/>
                  <a:pt x="11658" y="1503"/>
                  <a:pt x="11829" y="1428"/>
                </a:cubicBezTo>
                <a:cubicBezTo>
                  <a:pt x="12000" y="1353"/>
                  <a:pt x="12175" y="1315"/>
                  <a:pt x="12353" y="1315"/>
                </a:cubicBezTo>
                <a:cubicBezTo>
                  <a:pt x="12451" y="1315"/>
                  <a:pt x="12522" y="1318"/>
                  <a:pt x="12566" y="1323"/>
                </a:cubicBezTo>
                <a:cubicBezTo>
                  <a:pt x="12610" y="1328"/>
                  <a:pt x="12676" y="1337"/>
                  <a:pt x="12764" y="1351"/>
                </a:cubicBezTo>
                <a:lnTo>
                  <a:pt x="12764" y="1928"/>
                </a:lnTo>
                <a:close/>
                <a:moveTo>
                  <a:pt x="16100" y="4672"/>
                </a:moveTo>
                <a:lnTo>
                  <a:pt x="15536" y="4672"/>
                </a:lnTo>
                <a:lnTo>
                  <a:pt x="15536" y="2761"/>
                </a:lnTo>
                <a:cubicBezTo>
                  <a:pt x="15536" y="2606"/>
                  <a:pt x="15527" y="2461"/>
                  <a:pt x="15509" y="2326"/>
                </a:cubicBezTo>
                <a:cubicBezTo>
                  <a:pt x="15491" y="2191"/>
                  <a:pt x="15458" y="2085"/>
                  <a:pt x="15410" y="2009"/>
                </a:cubicBezTo>
                <a:cubicBezTo>
                  <a:pt x="15359" y="1925"/>
                  <a:pt x="15287" y="1862"/>
                  <a:pt x="15193" y="1821"/>
                </a:cubicBezTo>
                <a:cubicBezTo>
                  <a:pt x="15099" y="1780"/>
                  <a:pt x="14977" y="1760"/>
                  <a:pt x="14827" y="1760"/>
                </a:cubicBezTo>
                <a:cubicBezTo>
                  <a:pt x="14673" y="1760"/>
                  <a:pt x="14512" y="1798"/>
                  <a:pt x="14344" y="1874"/>
                </a:cubicBezTo>
                <a:cubicBezTo>
                  <a:pt x="14175" y="1950"/>
                  <a:pt x="14014" y="2047"/>
                  <a:pt x="13860" y="2165"/>
                </a:cubicBezTo>
                <a:lnTo>
                  <a:pt x="13860" y="4672"/>
                </a:lnTo>
                <a:lnTo>
                  <a:pt x="13296" y="4672"/>
                </a:lnTo>
                <a:lnTo>
                  <a:pt x="13296" y="1315"/>
                </a:lnTo>
                <a:lnTo>
                  <a:pt x="13860" y="1315"/>
                </a:lnTo>
                <a:lnTo>
                  <a:pt x="13860" y="1685"/>
                </a:lnTo>
                <a:cubicBezTo>
                  <a:pt x="14036" y="1539"/>
                  <a:pt x="14218" y="1425"/>
                  <a:pt x="14407" y="1342"/>
                </a:cubicBezTo>
                <a:cubicBezTo>
                  <a:pt x="14595" y="1260"/>
                  <a:pt x="14788" y="1219"/>
                  <a:pt x="14986" y="1219"/>
                </a:cubicBezTo>
                <a:cubicBezTo>
                  <a:pt x="15348" y="1219"/>
                  <a:pt x="15625" y="1328"/>
                  <a:pt x="15815" y="1547"/>
                </a:cubicBezTo>
                <a:cubicBezTo>
                  <a:pt x="16005" y="1766"/>
                  <a:pt x="16100" y="2080"/>
                  <a:pt x="16100" y="2491"/>
                </a:cubicBezTo>
                <a:lnTo>
                  <a:pt x="16100" y="4672"/>
                </a:lnTo>
                <a:close/>
                <a:moveTo>
                  <a:pt x="17794" y="757"/>
                </a:moveTo>
                <a:lnTo>
                  <a:pt x="17157" y="757"/>
                </a:lnTo>
                <a:lnTo>
                  <a:pt x="17157" y="168"/>
                </a:lnTo>
                <a:lnTo>
                  <a:pt x="17794" y="168"/>
                </a:lnTo>
                <a:lnTo>
                  <a:pt x="17794" y="757"/>
                </a:lnTo>
                <a:moveTo>
                  <a:pt x="17758" y="4672"/>
                </a:moveTo>
                <a:lnTo>
                  <a:pt x="17193" y="4672"/>
                </a:lnTo>
                <a:lnTo>
                  <a:pt x="17193" y="1315"/>
                </a:lnTo>
                <a:lnTo>
                  <a:pt x="17758" y="1315"/>
                </a:lnTo>
                <a:lnTo>
                  <a:pt x="17758" y="4672"/>
                </a:lnTo>
                <a:close/>
                <a:moveTo>
                  <a:pt x="21595" y="4672"/>
                </a:moveTo>
                <a:lnTo>
                  <a:pt x="21031" y="4672"/>
                </a:lnTo>
                <a:lnTo>
                  <a:pt x="21031" y="4323"/>
                </a:lnTo>
                <a:cubicBezTo>
                  <a:pt x="20868" y="4463"/>
                  <a:pt x="20699" y="4573"/>
                  <a:pt x="20523" y="4651"/>
                </a:cubicBezTo>
                <a:cubicBezTo>
                  <a:pt x="20347" y="4729"/>
                  <a:pt x="20156" y="4768"/>
                  <a:pt x="19950" y="4768"/>
                </a:cubicBezTo>
                <a:cubicBezTo>
                  <a:pt x="19549" y="4768"/>
                  <a:pt x="19231" y="4614"/>
                  <a:pt x="18996" y="4305"/>
                </a:cubicBezTo>
                <a:cubicBezTo>
                  <a:pt x="18761" y="3996"/>
                  <a:pt x="18643" y="3567"/>
                  <a:pt x="18643" y="3019"/>
                </a:cubicBezTo>
                <a:cubicBezTo>
                  <a:pt x="18643" y="2734"/>
                  <a:pt x="18684" y="2480"/>
                  <a:pt x="18765" y="2258"/>
                </a:cubicBezTo>
                <a:cubicBezTo>
                  <a:pt x="18846" y="2035"/>
                  <a:pt x="18956" y="1845"/>
                  <a:pt x="19094" y="1689"/>
                </a:cubicBezTo>
                <a:cubicBezTo>
                  <a:pt x="19230" y="1536"/>
                  <a:pt x="19389" y="1420"/>
                  <a:pt x="19570" y="1340"/>
                </a:cubicBezTo>
                <a:cubicBezTo>
                  <a:pt x="19751" y="1259"/>
                  <a:pt x="19939" y="1219"/>
                  <a:pt x="20133" y="1219"/>
                </a:cubicBezTo>
                <a:cubicBezTo>
                  <a:pt x="20309" y="1219"/>
                  <a:pt x="20465" y="1238"/>
                  <a:pt x="20601" y="1275"/>
                </a:cubicBezTo>
                <a:cubicBezTo>
                  <a:pt x="20737" y="1312"/>
                  <a:pt x="20880" y="1370"/>
                  <a:pt x="21031" y="1448"/>
                </a:cubicBezTo>
                <a:lnTo>
                  <a:pt x="21031" y="0"/>
                </a:lnTo>
                <a:lnTo>
                  <a:pt x="21595" y="0"/>
                </a:lnTo>
                <a:lnTo>
                  <a:pt x="21595" y="4672"/>
                </a:lnTo>
                <a:moveTo>
                  <a:pt x="21031" y="3846"/>
                </a:moveTo>
                <a:lnTo>
                  <a:pt x="21031" y="1922"/>
                </a:lnTo>
                <a:cubicBezTo>
                  <a:pt x="20878" y="1854"/>
                  <a:pt x="20742" y="1807"/>
                  <a:pt x="20622" y="1781"/>
                </a:cubicBezTo>
                <a:cubicBezTo>
                  <a:pt x="20502" y="1755"/>
                  <a:pt x="20371" y="1742"/>
                  <a:pt x="20229" y="1742"/>
                </a:cubicBezTo>
                <a:cubicBezTo>
                  <a:pt x="19913" y="1742"/>
                  <a:pt x="19666" y="1852"/>
                  <a:pt x="19490" y="2072"/>
                </a:cubicBezTo>
                <a:cubicBezTo>
                  <a:pt x="19314" y="2292"/>
                  <a:pt x="19226" y="2604"/>
                  <a:pt x="19226" y="3009"/>
                </a:cubicBezTo>
                <a:cubicBezTo>
                  <a:pt x="19226" y="3407"/>
                  <a:pt x="19294" y="3710"/>
                  <a:pt x="19430" y="3917"/>
                </a:cubicBezTo>
                <a:cubicBezTo>
                  <a:pt x="19566" y="4124"/>
                  <a:pt x="19784" y="4228"/>
                  <a:pt x="20085" y="4228"/>
                </a:cubicBezTo>
                <a:cubicBezTo>
                  <a:pt x="20245" y="4228"/>
                  <a:pt x="20407" y="4192"/>
                  <a:pt x="20571" y="4121"/>
                </a:cubicBezTo>
                <a:cubicBezTo>
                  <a:pt x="20735" y="4050"/>
                  <a:pt x="20888" y="3959"/>
                  <a:pt x="21031" y="3846"/>
                </a:cubicBezTo>
                <a:close/>
                <a:moveTo>
                  <a:pt x="25313" y="4672"/>
                </a:moveTo>
                <a:lnTo>
                  <a:pt x="24751" y="4672"/>
                </a:lnTo>
                <a:lnTo>
                  <a:pt x="24751" y="4317"/>
                </a:lnTo>
                <a:cubicBezTo>
                  <a:pt x="24701" y="4351"/>
                  <a:pt x="24633" y="4399"/>
                  <a:pt x="24548" y="4460"/>
                </a:cubicBezTo>
                <a:cubicBezTo>
                  <a:pt x="24463" y="4521"/>
                  <a:pt x="24381" y="4570"/>
                  <a:pt x="24301" y="4606"/>
                </a:cubicBezTo>
                <a:cubicBezTo>
                  <a:pt x="24207" y="4652"/>
                  <a:pt x="24098" y="4691"/>
                  <a:pt x="23976" y="4722"/>
                </a:cubicBezTo>
                <a:cubicBezTo>
                  <a:pt x="23854" y="4753"/>
                  <a:pt x="23711" y="4768"/>
                  <a:pt x="23547" y="4768"/>
                </a:cubicBezTo>
                <a:cubicBezTo>
                  <a:pt x="23245" y="4768"/>
                  <a:pt x="22988" y="4668"/>
                  <a:pt x="22778" y="4468"/>
                </a:cubicBezTo>
                <a:cubicBezTo>
                  <a:pt x="22568" y="4267"/>
                  <a:pt x="22463" y="4012"/>
                  <a:pt x="22463" y="3701"/>
                </a:cubicBezTo>
                <a:cubicBezTo>
                  <a:pt x="22463" y="3446"/>
                  <a:pt x="22518" y="3240"/>
                  <a:pt x="22627" y="3083"/>
                </a:cubicBezTo>
                <a:cubicBezTo>
                  <a:pt x="22736" y="2926"/>
                  <a:pt x="22891" y="2802"/>
                  <a:pt x="23094" y="2712"/>
                </a:cubicBezTo>
                <a:cubicBezTo>
                  <a:pt x="23298" y="2622"/>
                  <a:pt x="23543" y="2560"/>
                  <a:pt x="23829" y="2528"/>
                </a:cubicBezTo>
                <a:cubicBezTo>
                  <a:pt x="24116" y="2496"/>
                  <a:pt x="24423" y="2472"/>
                  <a:pt x="24751" y="2456"/>
                </a:cubicBezTo>
                <a:lnTo>
                  <a:pt x="24751" y="2368"/>
                </a:lnTo>
                <a:cubicBezTo>
                  <a:pt x="24751" y="2239"/>
                  <a:pt x="24729" y="2132"/>
                  <a:pt x="24684" y="2047"/>
                </a:cubicBezTo>
                <a:cubicBezTo>
                  <a:pt x="24638" y="1963"/>
                  <a:pt x="24574" y="1896"/>
                  <a:pt x="24490" y="1848"/>
                </a:cubicBezTo>
                <a:cubicBezTo>
                  <a:pt x="24410" y="1801"/>
                  <a:pt x="24314" y="1770"/>
                  <a:pt x="24202" y="1754"/>
                </a:cubicBezTo>
                <a:cubicBezTo>
                  <a:pt x="24089" y="1738"/>
                  <a:pt x="23972" y="1730"/>
                  <a:pt x="23850" y="1730"/>
                </a:cubicBezTo>
                <a:cubicBezTo>
                  <a:pt x="23702" y="1730"/>
                  <a:pt x="23537" y="1750"/>
                  <a:pt x="23355" y="1790"/>
                </a:cubicBezTo>
                <a:cubicBezTo>
                  <a:pt x="23173" y="1830"/>
                  <a:pt x="22984" y="1888"/>
                  <a:pt x="22790" y="1964"/>
                </a:cubicBezTo>
                <a:lnTo>
                  <a:pt x="22760" y="1964"/>
                </a:lnTo>
                <a:lnTo>
                  <a:pt x="22760" y="1390"/>
                </a:lnTo>
                <a:cubicBezTo>
                  <a:pt x="22870" y="1360"/>
                  <a:pt x="23030" y="1327"/>
                  <a:pt x="23238" y="1291"/>
                </a:cubicBezTo>
                <a:cubicBezTo>
                  <a:pt x="23446" y="1255"/>
                  <a:pt x="23651" y="1237"/>
                  <a:pt x="23853" y="1237"/>
                </a:cubicBezTo>
                <a:cubicBezTo>
                  <a:pt x="24089" y="1237"/>
                  <a:pt x="24295" y="1257"/>
                  <a:pt x="24470" y="1296"/>
                </a:cubicBezTo>
                <a:cubicBezTo>
                  <a:pt x="24645" y="1335"/>
                  <a:pt x="24797" y="1401"/>
                  <a:pt x="24925" y="1495"/>
                </a:cubicBezTo>
                <a:cubicBezTo>
                  <a:pt x="25051" y="1587"/>
                  <a:pt x="25147" y="1707"/>
                  <a:pt x="25214" y="1853"/>
                </a:cubicBezTo>
                <a:cubicBezTo>
                  <a:pt x="25280" y="1999"/>
                  <a:pt x="25313" y="2180"/>
                  <a:pt x="25313" y="2396"/>
                </a:cubicBezTo>
                <a:lnTo>
                  <a:pt x="25313" y="4672"/>
                </a:lnTo>
                <a:moveTo>
                  <a:pt x="24751" y="3851"/>
                </a:moveTo>
                <a:lnTo>
                  <a:pt x="24751" y="2913"/>
                </a:lnTo>
                <a:cubicBezTo>
                  <a:pt x="24579" y="2923"/>
                  <a:pt x="24376" y="2938"/>
                  <a:pt x="24143" y="2958"/>
                </a:cubicBezTo>
                <a:cubicBezTo>
                  <a:pt x="23910" y="2978"/>
                  <a:pt x="23725" y="3007"/>
                  <a:pt x="23589" y="3045"/>
                </a:cubicBezTo>
                <a:cubicBezTo>
                  <a:pt x="23427" y="3092"/>
                  <a:pt x="23296" y="3164"/>
                  <a:pt x="23196" y="3261"/>
                </a:cubicBezTo>
                <a:cubicBezTo>
                  <a:pt x="23096" y="3359"/>
                  <a:pt x="23046" y="3493"/>
                  <a:pt x="23046" y="3664"/>
                </a:cubicBezTo>
                <a:cubicBezTo>
                  <a:pt x="23046" y="3857"/>
                  <a:pt x="23104" y="4002"/>
                  <a:pt x="23220" y="4100"/>
                </a:cubicBezTo>
                <a:cubicBezTo>
                  <a:pt x="23336" y="4197"/>
                  <a:pt x="23513" y="4246"/>
                  <a:pt x="23751" y="4246"/>
                </a:cubicBezTo>
                <a:cubicBezTo>
                  <a:pt x="23949" y="4246"/>
                  <a:pt x="24131" y="4207"/>
                  <a:pt x="24295" y="4130"/>
                </a:cubicBezTo>
                <a:cubicBezTo>
                  <a:pt x="24459" y="4052"/>
                  <a:pt x="24611" y="3959"/>
                  <a:pt x="24751" y="3851"/>
                </a:cubicBezTo>
                <a:close/>
                <a:moveTo>
                  <a:pt x="29207" y="3051"/>
                </a:moveTo>
                <a:lnTo>
                  <a:pt x="26736" y="3051"/>
                </a:lnTo>
                <a:cubicBezTo>
                  <a:pt x="26736" y="3257"/>
                  <a:pt x="26767" y="3438"/>
                  <a:pt x="26829" y="3591"/>
                </a:cubicBezTo>
                <a:cubicBezTo>
                  <a:pt x="26891" y="3745"/>
                  <a:pt x="26976" y="3870"/>
                  <a:pt x="27084" y="3969"/>
                </a:cubicBezTo>
                <a:cubicBezTo>
                  <a:pt x="27188" y="4065"/>
                  <a:pt x="27312" y="4137"/>
                  <a:pt x="27455" y="4186"/>
                </a:cubicBezTo>
                <a:cubicBezTo>
                  <a:pt x="27598" y="4234"/>
                  <a:pt x="27755" y="4258"/>
                  <a:pt x="27928" y="4258"/>
                </a:cubicBezTo>
                <a:cubicBezTo>
                  <a:pt x="28156" y="4258"/>
                  <a:pt x="28386" y="4212"/>
                  <a:pt x="28617" y="4120"/>
                </a:cubicBezTo>
                <a:cubicBezTo>
                  <a:pt x="28848" y="4028"/>
                  <a:pt x="29013" y="3938"/>
                  <a:pt x="29111" y="3849"/>
                </a:cubicBezTo>
                <a:lnTo>
                  <a:pt x="29141" y="3849"/>
                </a:lnTo>
                <a:lnTo>
                  <a:pt x="29141" y="4467"/>
                </a:lnTo>
                <a:cubicBezTo>
                  <a:pt x="28951" y="4547"/>
                  <a:pt x="28756" y="4615"/>
                  <a:pt x="28558" y="4669"/>
                </a:cubicBezTo>
                <a:cubicBezTo>
                  <a:pt x="28360" y="4723"/>
                  <a:pt x="28152" y="4750"/>
                  <a:pt x="27934" y="4750"/>
                </a:cubicBezTo>
                <a:cubicBezTo>
                  <a:pt x="27377" y="4750"/>
                  <a:pt x="26943" y="4599"/>
                  <a:pt x="26630" y="4298"/>
                </a:cubicBezTo>
                <a:cubicBezTo>
                  <a:pt x="26318" y="3996"/>
                  <a:pt x="26162" y="3567"/>
                  <a:pt x="26162" y="3012"/>
                </a:cubicBezTo>
                <a:cubicBezTo>
                  <a:pt x="26162" y="2462"/>
                  <a:pt x="26312" y="2026"/>
                  <a:pt x="26611" y="1703"/>
                </a:cubicBezTo>
                <a:cubicBezTo>
                  <a:pt x="26910" y="1381"/>
                  <a:pt x="27304" y="1219"/>
                  <a:pt x="27793" y="1219"/>
                </a:cubicBezTo>
                <a:cubicBezTo>
                  <a:pt x="28245" y="1219"/>
                  <a:pt x="28594" y="1351"/>
                  <a:pt x="28839" y="1616"/>
                </a:cubicBezTo>
                <a:cubicBezTo>
                  <a:pt x="29084" y="1881"/>
                  <a:pt x="29207" y="2257"/>
                  <a:pt x="29207" y="2744"/>
                </a:cubicBezTo>
                <a:lnTo>
                  <a:pt x="29207" y="3051"/>
                </a:lnTo>
                <a:moveTo>
                  <a:pt x="28657" y="2618"/>
                </a:moveTo>
                <a:cubicBezTo>
                  <a:pt x="28655" y="2322"/>
                  <a:pt x="28581" y="2093"/>
                  <a:pt x="28434" y="1931"/>
                </a:cubicBezTo>
                <a:cubicBezTo>
                  <a:pt x="28286" y="1769"/>
                  <a:pt x="28063" y="1688"/>
                  <a:pt x="27763" y="1688"/>
                </a:cubicBezTo>
                <a:cubicBezTo>
                  <a:pt x="27460" y="1688"/>
                  <a:pt x="27220" y="1777"/>
                  <a:pt x="27040" y="1955"/>
                </a:cubicBezTo>
                <a:cubicBezTo>
                  <a:pt x="26861" y="2133"/>
                  <a:pt x="26760" y="2354"/>
                  <a:pt x="26736" y="2618"/>
                </a:cubicBezTo>
                <a:lnTo>
                  <a:pt x="28657" y="261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9934B1F-ECD6-49EB-98CA-7AF3B3D62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7" y="928270"/>
            <a:ext cx="30029" cy="23369"/>
          </a:xfrm>
          <a:custGeom xmlns:a="http://schemas.openxmlformats.org/drawingml/2006/main">
            <a:pathLst>
              <a:path w="30029" h="23369">
                <a:moveTo>
                  <a:pt x="0" y="0"/>
                </a:moveTo>
                <a:lnTo>
                  <a:pt x="30029" y="0"/>
                </a:lnTo>
                <a:lnTo>
                  <a:pt x="30029" y="23369"/>
                </a:lnTo>
                <a:lnTo>
                  <a:pt x="0" y="2336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122C61E-EFB0-4EBB-B8AA-31AFB6E76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8" y="928272"/>
            <a:ext cx="30029" cy="23370"/>
          </a:xfrm>
          <a:custGeom xmlns:a="http://schemas.openxmlformats.org/drawingml/2006/main">
            <a:pathLst>
              <a:path w="30029" h="23370" fill="none">
                <a:moveTo>
                  <a:pt x="0" y="0"/>
                </a:moveTo>
                <a:lnTo>
                  <a:pt x="30029" y="0"/>
                </a:lnTo>
                <a:lnTo>
                  <a:pt x="30029" y="23370"/>
                </a:lnTo>
                <a:lnTo>
                  <a:pt x="0" y="233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25" name="Text Nectariniidae">
            <a:extLst xmlns:a="http://schemas.openxmlformats.org/drawingml/2006/main">
              <a:ext uri="{FF2B5EF4-FFF2-40B4-BE49-F238E27FC236}">
                <a16:creationId xmlns:a16="http://schemas.microsoft.com/office/drawing/2014/main" id="{8C369C26-56FE-4E55-AA1E-B394E003B4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934" y="929370"/>
            <a:ext cx="29346" cy="3547"/>
          </a:xfrm>
          <a:custGeom xmlns:a="http://schemas.openxmlformats.org/drawingml/2006/main">
            <a:pathLst>
              <a:path w="29346" h="3547">
                <a:moveTo>
                  <a:pt x="2538" y="3476"/>
                </a:moveTo>
                <a:lnTo>
                  <a:pt x="1990" y="3476"/>
                </a:lnTo>
                <a:lnTo>
                  <a:pt x="413" y="498"/>
                </a:lnTo>
                <a:lnTo>
                  <a:pt x="413" y="3476"/>
                </a:lnTo>
                <a:lnTo>
                  <a:pt x="0" y="3476"/>
                </a:lnTo>
                <a:lnTo>
                  <a:pt x="0" y="147"/>
                </a:lnTo>
                <a:lnTo>
                  <a:pt x="686" y="147"/>
                </a:lnTo>
                <a:lnTo>
                  <a:pt x="2124" y="2865"/>
                </a:lnTo>
                <a:lnTo>
                  <a:pt x="2124" y="147"/>
                </a:lnTo>
                <a:lnTo>
                  <a:pt x="2538" y="147"/>
                </a:lnTo>
                <a:lnTo>
                  <a:pt x="2538" y="3476"/>
                </a:lnTo>
                <a:close/>
                <a:moveTo>
                  <a:pt x="5477" y="2269"/>
                </a:moveTo>
                <a:lnTo>
                  <a:pt x="3639" y="2269"/>
                </a:lnTo>
                <a:cubicBezTo>
                  <a:pt x="3639" y="2423"/>
                  <a:pt x="3662" y="2557"/>
                  <a:pt x="3708" y="2671"/>
                </a:cubicBezTo>
                <a:cubicBezTo>
                  <a:pt x="3754" y="2786"/>
                  <a:pt x="3817" y="2879"/>
                  <a:pt x="3898" y="2952"/>
                </a:cubicBezTo>
                <a:cubicBezTo>
                  <a:pt x="3975" y="3024"/>
                  <a:pt x="4067" y="3078"/>
                  <a:pt x="4174" y="3114"/>
                </a:cubicBezTo>
                <a:cubicBezTo>
                  <a:pt x="4280" y="3149"/>
                  <a:pt x="4397" y="3167"/>
                  <a:pt x="4525" y="3167"/>
                </a:cubicBezTo>
                <a:cubicBezTo>
                  <a:pt x="4695" y="3167"/>
                  <a:pt x="4866" y="3133"/>
                  <a:pt x="5038" y="3065"/>
                </a:cubicBezTo>
                <a:cubicBezTo>
                  <a:pt x="5210" y="2997"/>
                  <a:pt x="5332" y="2930"/>
                  <a:pt x="5405" y="2864"/>
                </a:cubicBezTo>
                <a:lnTo>
                  <a:pt x="5428" y="2864"/>
                </a:lnTo>
                <a:lnTo>
                  <a:pt x="5428" y="3323"/>
                </a:lnTo>
                <a:cubicBezTo>
                  <a:pt x="5286" y="3383"/>
                  <a:pt x="5142" y="3433"/>
                  <a:pt x="4994" y="3473"/>
                </a:cubicBezTo>
                <a:cubicBezTo>
                  <a:pt x="4847" y="3514"/>
                  <a:pt x="4692" y="3534"/>
                  <a:pt x="4530" y="3534"/>
                </a:cubicBezTo>
                <a:cubicBezTo>
                  <a:pt x="4116" y="3534"/>
                  <a:pt x="3793" y="3421"/>
                  <a:pt x="3560" y="3197"/>
                </a:cubicBezTo>
                <a:cubicBezTo>
                  <a:pt x="3328" y="2973"/>
                  <a:pt x="3212" y="2654"/>
                  <a:pt x="3212" y="2240"/>
                </a:cubicBezTo>
                <a:cubicBezTo>
                  <a:pt x="3212" y="1832"/>
                  <a:pt x="3323" y="1507"/>
                  <a:pt x="3546" y="1267"/>
                </a:cubicBezTo>
                <a:cubicBezTo>
                  <a:pt x="3768" y="1027"/>
                  <a:pt x="4061" y="907"/>
                  <a:pt x="4425" y="907"/>
                </a:cubicBezTo>
                <a:cubicBezTo>
                  <a:pt x="4761" y="907"/>
                  <a:pt x="5021" y="1005"/>
                  <a:pt x="5203" y="1202"/>
                </a:cubicBezTo>
                <a:cubicBezTo>
                  <a:pt x="5386" y="1399"/>
                  <a:pt x="5477" y="1679"/>
                  <a:pt x="5477" y="2041"/>
                </a:cubicBezTo>
                <a:lnTo>
                  <a:pt x="5477" y="2269"/>
                </a:lnTo>
                <a:moveTo>
                  <a:pt x="5068" y="1948"/>
                </a:moveTo>
                <a:cubicBezTo>
                  <a:pt x="5067" y="1727"/>
                  <a:pt x="5011" y="1557"/>
                  <a:pt x="4902" y="1436"/>
                </a:cubicBezTo>
                <a:cubicBezTo>
                  <a:pt x="4792" y="1316"/>
                  <a:pt x="4626" y="1255"/>
                  <a:pt x="4402" y="1255"/>
                </a:cubicBezTo>
                <a:cubicBezTo>
                  <a:pt x="4178" y="1255"/>
                  <a:pt x="3999" y="1322"/>
                  <a:pt x="3865" y="1454"/>
                </a:cubicBezTo>
                <a:cubicBezTo>
                  <a:pt x="3732" y="1587"/>
                  <a:pt x="3656" y="1751"/>
                  <a:pt x="3639" y="1948"/>
                </a:cubicBezTo>
                <a:lnTo>
                  <a:pt x="5068" y="1948"/>
                </a:lnTo>
                <a:close/>
                <a:moveTo>
                  <a:pt x="7959" y="3322"/>
                </a:moveTo>
                <a:cubicBezTo>
                  <a:pt x="7819" y="3389"/>
                  <a:pt x="7686" y="3441"/>
                  <a:pt x="7560" y="3478"/>
                </a:cubicBezTo>
                <a:cubicBezTo>
                  <a:pt x="7434" y="3515"/>
                  <a:pt x="7300" y="3534"/>
                  <a:pt x="7159" y="3534"/>
                </a:cubicBezTo>
                <a:cubicBezTo>
                  <a:pt x="6979" y="3534"/>
                  <a:pt x="6813" y="3507"/>
                  <a:pt x="6663" y="3454"/>
                </a:cubicBezTo>
                <a:cubicBezTo>
                  <a:pt x="6513" y="3401"/>
                  <a:pt x="6384" y="3321"/>
                  <a:pt x="6277" y="3214"/>
                </a:cubicBezTo>
                <a:cubicBezTo>
                  <a:pt x="6168" y="3106"/>
                  <a:pt x="6084" y="2971"/>
                  <a:pt x="6024" y="2807"/>
                </a:cubicBezTo>
                <a:cubicBezTo>
                  <a:pt x="5965" y="2642"/>
                  <a:pt x="5935" y="2451"/>
                  <a:pt x="5935" y="2231"/>
                </a:cubicBezTo>
                <a:cubicBezTo>
                  <a:pt x="5935" y="1823"/>
                  <a:pt x="6047" y="1502"/>
                  <a:pt x="6271" y="1269"/>
                </a:cubicBezTo>
                <a:cubicBezTo>
                  <a:pt x="6495" y="1037"/>
                  <a:pt x="6791" y="920"/>
                  <a:pt x="7159" y="920"/>
                </a:cubicBezTo>
                <a:cubicBezTo>
                  <a:pt x="7302" y="920"/>
                  <a:pt x="7442" y="940"/>
                  <a:pt x="7580" y="981"/>
                </a:cubicBezTo>
                <a:cubicBezTo>
                  <a:pt x="7718" y="1021"/>
                  <a:pt x="7844" y="1070"/>
                  <a:pt x="7959" y="1128"/>
                </a:cubicBezTo>
                <a:lnTo>
                  <a:pt x="7959" y="1595"/>
                </a:lnTo>
                <a:lnTo>
                  <a:pt x="7936" y="1595"/>
                </a:lnTo>
                <a:cubicBezTo>
                  <a:pt x="7808" y="1496"/>
                  <a:pt x="7676" y="1420"/>
                  <a:pt x="7540" y="1366"/>
                </a:cubicBezTo>
                <a:cubicBezTo>
                  <a:pt x="7404" y="1313"/>
                  <a:pt x="7271" y="1287"/>
                  <a:pt x="7141" y="1287"/>
                </a:cubicBezTo>
                <a:cubicBezTo>
                  <a:pt x="6903" y="1287"/>
                  <a:pt x="6715" y="1367"/>
                  <a:pt x="6577" y="1527"/>
                </a:cubicBezTo>
                <a:cubicBezTo>
                  <a:pt x="6439" y="1687"/>
                  <a:pt x="6370" y="1922"/>
                  <a:pt x="6370" y="2231"/>
                </a:cubicBezTo>
                <a:cubicBezTo>
                  <a:pt x="6370" y="2532"/>
                  <a:pt x="6438" y="2763"/>
                  <a:pt x="6573" y="2925"/>
                </a:cubicBezTo>
                <a:cubicBezTo>
                  <a:pt x="6707" y="3087"/>
                  <a:pt x="6897" y="3167"/>
                  <a:pt x="7141" y="3167"/>
                </a:cubicBezTo>
                <a:cubicBezTo>
                  <a:pt x="7226" y="3167"/>
                  <a:pt x="7312" y="3156"/>
                  <a:pt x="7400" y="3134"/>
                </a:cubicBezTo>
                <a:cubicBezTo>
                  <a:pt x="7488" y="3112"/>
                  <a:pt x="7567" y="3083"/>
                  <a:pt x="7637" y="3048"/>
                </a:cubicBezTo>
                <a:cubicBezTo>
                  <a:pt x="7698" y="3017"/>
                  <a:pt x="7755" y="2984"/>
                  <a:pt x="7809" y="2949"/>
                </a:cubicBezTo>
                <a:cubicBezTo>
                  <a:pt x="7863" y="2914"/>
                  <a:pt x="7905" y="2884"/>
                  <a:pt x="7936" y="2859"/>
                </a:cubicBezTo>
                <a:lnTo>
                  <a:pt x="7959" y="2859"/>
                </a:lnTo>
                <a:lnTo>
                  <a:pt x="7959" y="3322"/>
                </a:lnTo>
                <a:close/>
                <a:moveTo>
                  <a:pt x="9793" y="3454"/>
                </a:moveTo>
                <a:cubicBezTo>
                  <a:pt x="9714" y="3474"/>
                  <a:pt x="9628" y="3491"/>
                  <a:pt x="9535" y="3505"/>
                </a:cubicBezTo>
                <a:cubicBezTo>
                  <a:pt x="9441" y="3518"/>
                  <a:pt x="9358" y="3525"/>
                  <a:pt x="9285" y="3525"/>
                </a:cubicBezTo>
                <a:cubicBezTo>
                  <a:pt x="9031" y="3525"/>
                  <a:pt x="8837" y="3456"/>
                  <a:pt x="8705" y="3319"/>
                </a:cubicBezTo>
                <a:cubicBezTo>
                  <a:pt x="8572" y="3182"/>
                  <a:pt x="8506" y="2962"/>
                  <a:pt x="8506" y="2659"/>
                </a:cubicBezTo>
                <a:lnTo>
                  <a:pt x="8506" y="1331"/>
                </a:lnTo>
                <a:lnTo>
                  <a:pt x="8222" y="1331"/>
                </a:lnTo>
                <a:lnTo>
                  <a:pt x="8222" y="978"/>
                </a:lnTo>
                <a:lnTo>
                  <a:pt x="8506" y="978"/>
                </a:lnTo>
                <a:lnTo>
                  <a:pt x="8506" y="259"/>
                </a:lnTo>
                <a:lnTo>
                  <a:pt x="8926" y="259"/>
                </a:lnTo>
                <a:lnTo>
                  <a:pt x="8926" y="978"/>
                </a:lnTo>
                <a:lnTo>
                  <a:pt x="9793" y="978"/>
                </a:lnTo>
                <a:lnTo>
                  <a:pt x="9793" y="1331"/>
                </a:lnTo>
                <a:lnTo>
                  <a:pt x="8926" y="1331"/>
                </a:lnTo>
                <a:lnTo>
                  <a:pt x="8926" y="2471"/>
                </a:lnTo>
                <a:cubicBezTo>
                  <a:pt x="8926" y="2602"/>
                  <a:pt x="8929" y="2705"/>
                  <a:pt x="8935" y="2779"/>
                </a:cubicBezTo>
                <a:cubicBezTo>
                  <a:pt x="8941" y="2853"/>
                  <a:pt x="8962" y="2922"/>
                  <a:pt x="8997" y="2986"/>
                </a:cubicBezTo>
                <a:cubicBezTo>
                  <a:pt x="9030" y="3046"/>
                  <a:pt x="9075" y="3089"/>
                  <a:pt x="9132" y="3117"/>
                </a:cubicBezTo>
                <a:cubicBezTo>
                  <a:pt x="9190" y="3145"/>
                  <a:pt x="9277" y="3158"/>
                  <a:pt x="9395" y="3158"/>
                </a:cubicBezTo>
                <a:cubicBezTo>
                  <a:pt x="9463" y="3158"/>
                  <a:pt x="9535" y="3148"/>
                  <a:pt x="9609" y="3128"/>
                </a:cubicBezTo>
                <a:cubicBezTo>
                  <a:pt x="9684" y="3108"/>
                  <a:pt x="9737" y="3091"/>
                  <a:pt x="9770" y="3078"/>
                </a:cubicBezTo>
                <a:lnTo>
                  <a:pt x="9793" y="3078"/>
                </a:lnTo>
                <a:lnTo>
                  <a:pt x="9793" y="3454"/>
                </a:lnTo>
                <a:close/>
                <a:moveTo>
                  <a:pt x="12238" y="3476"/>
                </a:moveTo>
                <a:lnTo>
                  <a:pt x="11820" y="3476"/>
                </a:lnTo>
                <a:lnTo>
                  <a:pt x="11820" y="3212"/>
                </a:lnTo>
                <a:cubicBezTo>
                  <a:pt x="11783" y="3237"/>
                  <a:pt x="11733" y="3272"/>
                  <a:pt x="11670" y="3318"/>
                </a:cubicBezTo>
                <a:cubicBezTo>
                  <a:pt x="11606" y="3363"/>
                  <a:pt x="11545" y="3400"/>
                  <a:pt x="11485" y="3426"/>
                </a:cubicBezTo>
                <a:cubicBezTo>
                  <a:pt x="11415" y="3461"/>
                  <a:pt x="11335" y="3489"/>
                  <a:pt x="11244" y="3512"/>
                </a:cubicBezTo>
                <a:cubicBezTo>
                  <a:pt x="11153" y="3536"/>
                  <a:pt x="11047" y="3547"/>
                  <a:pt x="10925" y="3547"/>
                </a:cubicBezTo>
                <a:cubicBezTo>
                  <a:pt x="10700" y="3547"/>
                  <a:pt x="10509" y="3473"/>
                  <a:pt x="10353" y="3323"/>
                </a:cubicBezTo>
                <a:cubicBezTo>
                  <a:pt x="10196" y="3174"/>
                  <a:pt x="10118" y="2984"/>
                  <a:pt x="10118" y="2753"/>
                </a:cubicBezTo>
                <a:cubicBezTo>
                  <a:pt x="10118" y="2564"/>
                  <a:pt x="10159" y="2411"/>
                  <a:pt x="10240" y="2294"/>
                </a:cubicBezTo>
                <a:cubicBezTo>
                  <a:pt x="10321" y="2176"/>
                  <a:pt x="10437" y="2084"/>
                  <a:pt x="10587" y="2017"/>
                </a:cubicBezTo>
                <a:cubicBezTo>
                  <a:pt x="10739" y="1950"/>
                  <a:pt x="10922" y="1905"/>
                  <a:pt x="11135" y="1881"/>
                </a:cubicBezTo>
                <a:cubicBezTo>
                  <a:pt x="11348" y="1857"/>
                  <a:pt x="11576" y="1839"/>
                  <a:pt x="11820" y="1827"/>
                </a:cubicBezTo>
                <a:lnTo>
                  <a:pt x="11820" y="1762"/>
                </a:lnTo>
                <a:cubicBezTo>
                  <a:pt x="11820" y="1666"/>
                  <a:pt x="11804" y="1586"/>
                  <a:pt x="11770" y="1523"/>
                </a:cubicBezTo>
                <a:cubicBezTo>
                  <a:pt x="11737" y="1460"/>
                  <a:pt x="11689" y="1411"/>
                  <a:pt x="11626" y="1374"/>
                </a:cubicBezTo>
                <a:cubicBezTo>
                  <a:pt x="11566" y="1340"/>
                  <a:pt x="11495" y="1317"/>
                  <a:pt x="11412" y="1305"/>
                </a:cubicBezTo>
                <a:cubicBezTo>
                  <a:pt x="11328" y="1293"/>
                  <a:pt x="11241" y="1287"/>
                  <a:pt x="11150" y="1287"/>
                </a:cubicBezTo>
                <a:cubicBezTo>
                  <a:pt x="11040" y="1287"/>
                  <a:pt x="10917" y="1302"/>
                  <a:pt x="10782" y="1331"/>
                </a:cubicBezTo>
                <a:cubicBezTo>
                  <a:pt x="10646" y="1361"/>
                  <a:pt x="10506" y="1404"/>
                  <a:pt x="10362" y="1461"/>
                </a:cubicBezTo>
                <a:lnTo>
                  <a:pt x="10339" y="1461"/>
                </a:lnTo>
                <a:lnTo>
                  <a:pt x="10339" y="1034"/>
                </a:lnTo>
                <a:cubicBezTo>
                  <a:pt x="10421" y="1012"/>
                  <a:pt x="10540" y="987"/>
                  <a:pt x="10695" y="960"/>
                </a:cubicBezTo>
                <a:cubicBezTo>
                  <a:pt x="10849" y="934"/>
                  <a:pt x="11002" y="920"/>
                  <a:pt x="11152" y="920"/>
                </a:cubicBezTo>
                <a:cubicBezTo>
                  <a:pt x="11328" y="920"/>
                  <a:pt x="11481" y="935"/>
                  <a:pt x="11612" y="964"/>
                </a:cubicBezTo>
                <a:cubicBezTo>
                  <a:pt x="11742" y="993"/>
                  <a:pt x="11855" y="1042"/>
                  <a:pt x="11950" y="1112"/>
                </a:cubicBezTo>
                <a:cubicBezTo>
                  <a:pt x="12044" y="1181"/>
                  <a:pt x="12115" y="1269"/>
                  <a:pt x="12164" y="1378"/>
                </a:cubicBezTo>
                <a:cubicBezTo>
                  <a:pt x="12214" y="1487"/>
                  <a:pt x="12238" y="1622"/>
                  <a:pt x="12238" y="1783"/>
                </a:cubicBezTo>
                <a:lnTo>
                  <a:pt x="12238" y="3476"/>
                </a:lnTo>
                <a:moveTo>
                  <a:pt x="11820" y="2865"/>
                </a:moveTo>
                <a:lnTo>
                  <a:pt x="11820" y="2167"/>
                </a:lnTo>
                <a:cubicBezTo>
                  <a:pt x="11692" y="2174"/>
                  <a:pt x="11542" y="2185"/>
                  <a:pt x="11368" y="2200"/>
                </a:cubicBezTo>
                <a:cubicBezTo>
                  <a:pt x="11195" y="2215"/>
                  <a:pt x="11057" y="2237"/>
                  <a:pt x="10956" y="2265"/>
                </a:cubicBezTo>
                <a:cubicBezTo>
                  <a:pt x="10835" y="2300"/>
                  <a:pt x="10738" y="2353"/>
                  <a:pt x="10663" y="2426"/>
                </a:cubicBezTo>
                <a:cubicBezTo>
                  <a:pt x="10589" y="2498"/>
                  <a:pt x="10552" y="2598"/>
                  <a:pt x="10552" y="2725"/>
                </a:cubicBezTo>
                <a:cubicBezTo>
                  <a:pt x="10552" y="2869"/>
                  <a:pt x="10595" y="2977"/>
                  <a:pt x="10681" y="3050"/>
                </a:cubicBezTo>
                <a:cubicBezTo>
                  <a:pt x="10768" y="3122"/>
                  <a:pt x="10899" y="3158"/>
                  <a:pt x="11077" y="3158"/>
                </a:cubicBezTo>
                <a:cubicBezTo>
                  <a:pt x="11224" y="3158"/>
                  <a:pt x="11359" y="3130"/>
                  <a:pt x="11481" y="3072"/>
                </a:cubicBezTo>
                <a:cubicBezTo>
                  <a:pt x="11603" y="3015"/>
                  <a:pt x="11716" y="2945"/>
                  <a:pt x="11820" y="2865"/>
                </a:cubicBezTo>
                <a:close/>
                <a:moveTo>
                  <a:pt x="14604" y="1434"/>
                </a:moveTo>
                <a:lnTo>
                  <a:pt x="14581" y="1434"/>
                </a:lnTo>
                <a:cubicBezTo>
                  <a:pt x="14519" y="1420"/>
                  <a:pt x="14458" y="1410"/>
                  <a:pt x="14399" y="1403"/>
                </a:cubicBezTo>
                <a:cubicBezTo>
                  <a:pt x="14340" y="1397"/>
                  <a:pt x="14271" y="1394"/>
                  <a:pt x="14190" y="1394"/>
                </a:cubicBezTo>
                <a:cubicBezTo>
                  <a:pt x="14061" y="1394"/>
                  <a:pt x="13936" y="1423"/>
                  <a:pt x="13815" y="1480"/>
                </a:cubicBezTo>
                <a:cubicBezTo>
                  <a:pt x="13694" y="1537"/>
                  <a:pt x="13578" y="1612"/>
                  <a:pt x="13467" y="1702"/>
                </a:cubicBezTo>
                <a:lnTo>
                  <a:pt x="13467" y="3476"/>
                </a:lnTo>
                <a:lnTo>
                  <a:pt x="13047" y="3476"/>
                </a:lnTo>
                <a:lnTo>
                  <a:pt x="13047" y="978"/>
                </a:lnTo>
                <a:lnTo>
                  <a:pt x="13467" y="978"/>
                </a:lnTo>
                <a:lnTo>
                  <a:pt x="13467" y="1347"/>
                </a:lnTo>
                <a:cubicBezTo>
                  <a:pt x="13633" y="1213"/>
                  <a:pt x="13780" y="1118"/>
                  <a:pt x="13908" y="1062"/>
                </a:cubicBezTo>
                <a:cubicBezTo>
                  <a:pt x="14035" y="1006"/>
                  <a:pt x="14165" y="978"/>
                  <a:pt x="14298" y="978"/>
                </a:cubicBezTo>
                <a:cubicBezTo>
                  <a:pt x="14371" y="978"/>
                  <a:pt x="14423" y="980"/>
                  <a:pt x="14456" y="984"/>
                </a:cubicBezTo>
                <a:cubicBezTo>
                  <a:pt x="14489" y="988"/>
                  <a:pt x="14538" y="995"/>
                  <a:pt x="14604" y="1005"/>
                </a:cubicBezTo>
                <a:lnTo>
                  <a:pt x="14604" y="1434"/>
                </a:lnTo>
                <a:close/>
                <a:moveTo>
                  <a:pt x="15450" y="563"/>
                </a:moveTo>
                <a:lnTo>
                  <a:pt x="14977" y="563"/>
                </a:lnTo>
                <a:lnTo>
                  <a:pt x="14977" y="125"/>
                </a:lnTo>
                <a:lnTo>
                  <a:pt x="15450" y="125"/>
                </a:lnTo>
                <a:lnTo>
                  <a:pt x="15450" y="563"/>
                </a:lnTo>
                <a:moveTo>
                  <a:pt x="15424" y="3476"/>
                </a:moveTo>
                <a:lnTo>
                  <a:pt x="15004" y="3476"/>
                </a:lnTo>
                <a:lnTo>
                  <a:pt x="15004" y="978"/>
                </a:lnTo>
                <a:lnTo>
                  <a:pt x="15424" y="978"/>
                </a:lnTo>
                <a:lnTo>
                  <a:pt x="15424" y="3476"/>
                </a:lnTo>
                <a:close/>
                <a:moveTo>
                  <a:pt x="18341" y="3476"/>
                </a:moveTo>
                <a:lnTo>
                  <a:pt x="17921" y="3476"/>
                </a:lnTo>
                <a:lnTo>
                  <a:pt x="17921" y="2054"/>
                </a:lnTo>
                <a:cubicBezTo>
                  <a:pt x="17921" y="1939"/>
                  <a:pt x="17914" y="1831"/>
                  <a:pt x="17901" y="1730"/>
                </a:cubicBezTo>
                <a:cubicBezTo>
                  <a:pt x="17887" y="1630"/>
                  <a:pt x="17863" y="1551"/>
                  <a:pt x="17827" y="1495"/>
                </a:cubicBezTo>
                <a:cubicBezTo>
                  <a:pt x="17790" y="1432"/>
                  <a:pt x="17736" y="1385"/>
                  <a:pt x="17666" y="1355"/>
                </a:cubicBezTo>
                <a:cubicBezTo>
                  <a:pt x="17596" y="1324"/>
                  <a:pt x="17505" y="1309"/>
                  <a:pt x="17394" y="1309"/>
                </a:cubicBezTo>
                <a:cubicBezTo>
                  <a:pt x="17279" y="1309"/>
                  <a:pt x="17159" y="1337"/>
                  <a:pt x="17034" y="1394"/>
                </a:cubicBezTo>
                <a:cubicBezTo>
                  <a:pt x="16909" y="1451"/>
                  <a:pt x="16789" y="1523"/>
                  <a:pt x="16674" y="1611"/>
                </a:cubicBezTo>
                <a:lnTo>
                  <a:pt x="16674" y="3476"/>
                </a:lnTo>
                <a:lnTo>
                  <a:pt x="16255" y="3476"/>
                </a:lnTo>
                <a:lnTo>
                  <a:pt x="16255" y="978"/>
                </a:lnTo>
                <a:lnTo>
                  <a:pt x="16674" y="978"/>
                </a:lnTo>
                <a:lnTo>
                  <a:pt x="16674" y="1254"/>
                </a:lnTo>
                <a:cubicBezTo>
                  <a:pt x="16806" y="1145"/>
                  <a:pt x="16941" y="1060"/>
                  <a:pt x="17081" y="999"/>
                </a:cubicBezTo>
                <a:cubicBezTo>
                  <a:pt x="17221" y="937"/>
                  <a:pt x="17365" y="907"/>
                  <a:pt x="17512" y="907"/>
                </a:cubicBezTo>
                <a:cubicBezTo>
                  <a:pt x="17782" y="907"/>
                  <a:pt x="17987" y="988"/>
                  <a:pt x="18129" y="1151"/>
                </a:cubicBezTo>
                <a:cubicBezTo>
                  <a:pt x="18270" y="1313"/>
                  <a:pt x="18341" y="1548"/>
                  <a:pt x="18341" y="1853"/>
                </a:cubicBezTo>
                <a:lnTo>
                  <a:pt x="18341" y="3476"/>
                </a:lnTo>
                <a:close/>
                <a:moveTo>
                  <a:pt x="19600" y="563"/>
                </a:moveTo>
                <a:lnTo>
                  <a:pt x="19127" y="563"/>
                </a:lnTo>
                <a:lnTo>
                  <a:pt x="19127" y="125"/>
                </a:lnTo>
                <a:lnTo>
                  <a:pt x="19600" y="125"/>
                </a:lnTo>
                <a:lnTo>
                  <a:pt x="19600" y="563"/>
                </a:lnTo>
                <a:moveTo>
                  <a:pt x="19574" y="3476"/>
                </a:moveTo>
                <a:lnTo>
                  <a:pt x="19154" y="3476"/>
                </a:lnTo>
                <a:lnTo>
                  <a:pt x="19154" y="978"/>
                </a:lnTo>
                <a:lnTo>
                  <a:pt x="19574" y="978"/>
                </a:lnTo>
                <a:lnTo>
                  <a:pt x="19574" y="3476"/>
                </a:lnTo>
                <a:close/>
                <a:moveTo>
                  <a:pt x="20856" y="563"/>
                </a:moveTo>
                <a:lnTo>
                  <a:pt x="20382" y="563"/>
                </a:lnTo>
                <a:lnTo>
                  <a:pt x="20382" y="125"/>
                </a:lnTo>
                <a:lnTo>
                  <a:pt x="20856" y="125"/>
                </a:lnTo>
                <a:lnTo>
                  <a:pt x="20856" y="563"/>
                </a:lnTo>
                <a:moveTo>
                  <a:pt x="20829" y="3476"/>
                </a:moveTo>
                <a:lnTo>
                  <a:pt x="20409" y="3476"/>
                </a:lnTo>
                <a:lnTo>
                  <a:pt x="20409" y="978"/>
                </a:lnTo>
                <a:lnTo>
                  <a:pt x="20829" y="978"/>
                </a:lnTo>
                <a:lnTo>
                  <a:pt x="20829" y="3476"/>
                </a:lnTo>
                <a:close/>
                <a:moveTo>
                  <a:pt x="23684" y="3476"/>
                </a:moveTo>
                <a:lnTo>
                  <a:pt x="23264" y="3476"/>
                </a:lnTo>
                <a:lnTo>
                  <a:pt x="23264" y="3216"/>
                </a:lnTo>
                <a:cubicBezTo>
                  <a:pt x="23143" y="3320"/>
                  <a:pt x="23017" y="3402"/>
                  <a:pt x="22886" y="3460"/>
                </a:cubicBezTo>
                <a:cubicBezTo>
                  <a:pt x="22755" y="3518"/>
                  <a:pt x="22613" y="3547"/>
                  <a:pt x="22459" y="3547"/>
                </a:cubicBezTo>
                <a:cubicBezTo>
                  <a:pt x="22162" y="3547"/>
                  <a:pt x="21925" y="3432"/>
                  <a:pt x="21750" y="3202"/>
                </a:cubicBezTo>
                <a:cubicBezTo>
                  <a:pt x="21575" y="2972"/>
                  <a:pt x="21488" y="2654"/>
                  <a:pt x="21488" y="2246"/>
                </a:cubicBezTo>
                <a:cubicBezTo>
                  <a:pt x="21488" y="2034"/>
                  <a:pt x="21518" y="1845"/>
                  <a:pt x="21578" y="1679"/>
                </a:cubicBezTo>
                <a:cubicBezTo>
                  <a:pt x="21639" y="1514"/>
                  <a:pt x="21720" y="1373"/>
                  <a:pt x="21823" y="1256"/>
                </a:cubicBezTo>
                <a:cubicBezTo>
                  <a:pt x="21924" y="1143"/>
                  <a:pt x="22042" y="1056"/>
                  <a:pt x="22177" y="997"/>
                </a:cubicBezTo>
                <a:cubicBezTo>
                  <a:pt x="22312" y="937"/>
                  <a:pt x="22451" y="907"/>
                  <a:pt x="22596" y="907"/>
                </a:cubicBezTo>
                <a:cubicBezTo>
                  <a:pt x="22727" y="907"/>
                  <a:pt x="22843" y="921"/>
                  <a:pt x="22944" y="948"/>
                </a:cubicBezTo>
                <a:cubicBezTo>
                  <a:pt x="23045" y="976"/>
                  <a:pt x="23152" y="1019"/>
                  <a:pt x="23264" y="1077"/>
                </a:cubicBezTo>
                <a:lnTo>
                  <a:pt x="23264" y="0"/>
                </a:lnTo>
                <a:lnTo>
                  <a:pt x="23684" y="0"/>
                </a:lnTo>
                <a:lnTo>
                  <a:pt x="23684" y="3476"/>
                </a:lnTo>
                <a:moveTo>
                  <a:pt x="23264" y="2861"/>
                </a:moveTo>
                <a:lnTo>
                  <a:pt x="23264" y="1430"/>
                </a:lnTo>
                <a:cubicBezTo>
                  <a:pt x="23150" y="1379"/>
                  <a:pt x="23049" y="1344"/>
                  <a:pt x="22960" y="1325"/>
                </a:cubicBezTo>
                <a:cubicBezTo>
                  <a:pt x="22870" y="1305"/>
                  <a:pt x="22773" y="1296"/>
                  <a:pt x="22667" y="1296"/>
                </a:cubicBezTo>
                <a:cubicBezTo>
                  <a:pt x="22432" y="1296"/>
                  <a:pt x="22249" y="1377"/>
                  <a:pt x="22118" y="1541"/>
                </a:cubicBezTo>
                <a:cubicBezTo>
                  <a:pt x="21987" y="1705"/>
                  <a:pt x="21921" y="1937"/>
                  <a:pt x="21921" y="2238"/>
                </a:cubicBezTo>
                <a:cubicBezTo>
                  <a:pt x="21921" y="2535"/>
                  <a:pt x="21972" y="2760"/>
                  <a:pt x="22073" y="2914"/>
                </a:cubicBezTo>
                <a:cubicBezTo>
                  <a:pt x="22174" y="3068"/>
                  <a:pt x="22337" y="3145"/>
                  <a:pt x="22560" y="3145"/>
                </a:cubicBezTo>
                <a:cubicBezTo>
                  <a:pt x="22679" y="3145"/>
                  <a:pt x="22800" y="3119"/>
                  <a:pt x="22922" y="3066"/>
                </a:cubicBezTo>
                <a:cubicBezTo>
                  <a:pt x="23044" y="3013"/>
                  <a:pt x="23158" y="2945"/>
                  <a:pt x="23264" y="2861"/>
                </a:cubicBezTo>
                <a:close/>
                <a:moveTo>
                  <a:pt x="26449" y="3476"/>
                </a:moveTo>
                <a:lnTo>
                  <a:pt x="26031" y="3476"/>
                </a:lnTo>
                <a:lnTo>
                  <a:pt x="26031" y="3212"/>
                </a:lnTo>
                <a:cubicBezTo>
                  <a:pt x="25994" y="3237"/>
                  <a:pt x="25944" y="3272"/>
                  <a:pt x="25881" y="3318"/>
                </a:cubicBezTo>
                <a:cubicBezTo>
                  <a:pt x="25817" y="3363"/>
                  <a:pt x="25756" y="3400"/>
                  <a:pt x="25696" y="3426"/>
                </a:cubicBezTo>
                <a:cubicBezTo>
                  <a:pt x="25626" y="3461"/>
                  <a:pt x="25546" y="3489"/>
                  <a:pt x="25455" y="3512"/>
                </a:cubicBezTo>
                <a:cubicBezTo>
                  <a:pt x="25364" y="3536"/>
                  <a:pt x="25258" y="3547"/>
                  <a:pt x="25136" y="3547"/>
                </a:cubicBezTo>
                <a:cubicBezTo>
                  <a:pt x="24911" y="3547"/>
                  <a:pt x="24720" y="3473"/>
                  <a:pt x="24564" y="3323"/>
                </a:cubicBezTo>
                <a:cubicBezTo>
                  <a:pt x="24407" y="3174"/>
                  <a:pt x="24329" y="2984"/>
                  <a:pt x="24329" y="2753"/>
                </a:cubicBezTo>
                <a:cubicBezTo>
                  <a:pt x="24329" y="2564"/>
                  <a:pt x="24370" y="2411"/>
                  <a:pt x="24451" y="2294"/>
                </a:cubicBezTo>
                <a:cubicBezTo>
                  <a:pt x="24532" y="2176"/>
                  <a:pt x="24648" y="2084"/>
                  <a:pt x="24798" y="2017"/>
                </a:cubicBezTo>
                <a:cubicBezTo>
                  <a:pt x="24950" y="1950"/>
                  <a:pt x="25133" y="1905"/>
                  <a:pt x="25346" y="1881"/>
                </a:cubicBezTo>
                <a:cubicBezTo>
                  <a:pt x="25558" y="1857"/>
                  <a:pt x="25787" y="1839"/>
                  <a:pt x="26031" y="1827"/>
                </a:cubicBezTo>
                <a:lnTo>
                  <a:pt x="26031" y="1762"/>
                </a:lnTo>
                <a:cubicBezTo>
                  <a:pt x="26031" y="1666"/>
                  <a:pt x="26015" y="1586"/>
                  <a:pt x="25981" y="1523"/>
                </a:cubicBezTo>
                <a:cubicBezTo>
                  <a:pt x="25948" y="1460"/>
                  <a:pt x="25900" y="1411"/>
                  <a:pt x="25837" y="1374"/>
                </a:cubicBezTo>
                <a:cubicBezTo>
                  <a:pt x="25777" y="1340"/>
                  <a:pt x="25706" y="1317"/>
                  <a:pt x="25623" y="1305"/>
                </a:cubicBezTo>
                <a:cubicBezTo>
                  <a:pt x="25539" y="1293"/>
                  <a:pt x="25452" y="1287"/>
                  <a:pt x="25361" y="1287"/>
                </a:cubicBezTo>
                <a:cubicBezTo>
                  <a:pt x="25251" y="1287"/>
                  <a:pt x="25128" y="1302"/>
                  <a:pt x="24993" y="1331"/>
                </a:cubicBezTo>
                <a:cubicBezTo>
                  <a:pt x="24857" y="1361"/>
                  <a:pt x="24717" y="1404"/>
                  <a:pt x="24573" y="1461"/>
                </a:cubicBezTo>
                <a:lnTo>
                  <a:pt x="24550" y="1461"/>
                </a:lnTo>
                <a:lnTo>
                  <a:pt x="24550" y="1034"/>
                </a:lnTo>
                <a:cubicBezTo>
                  <a:pt x="24632" y="1012"/>
                  <a:pt x="24751" y="987"/>
                  <a:pt x="24906" y="960"/>
                </a:cubicBezTo>
                <a:cubicBezTo>
                  <a:pt x="25060" y="934"/>
                  <a:pt x="25213" y="920"/>
                  <a:pt x="25363" y="920"/>
                </a:cubicBezTo>
                <a:cubicBezTo>
                  <a:pt x="25539" y="920"/>
                  <a:pt x="25692" y="935"/>
                  <a:pt x="25822" y="964"/>
                </a:cubicBezTo>
                <a:cubicBezTo>
                  <a:pt x="25953" y="993"/>
                  <a:pt x="26066" y="1042"/>
                  <a:pt x="26161" y="1112"/>
                </a:cubicBezTo>
                <a:cubicBezTo>
                  <a:pt x="26255" y="1181"/>
                  <a:pt x="26326" y="1269"/>
                  <a:pt x="26375" y="1378"/>
                </a:cubicBezTo>
                <a:cubicBezTo>
                  <a:pt x="26424" y="1487"/>
                  <a:pt x="26449" y="1622"/>
                  <a:pt x="26449" y="1783"/>
                </a:cubicBezTo>
                <a:lnTo>
                  <a:pt x="26449" y="3476"/>
                </a:lnTo>
                <a:moveTo>
                  <a:pt x="26031" y="2865"/>
                </a:moveTo>
                <a:lnTo>
                  <a:pt x="26031" y="2167"/>
                </a:lnTo>
                <a:cubicBezTo>
                  <a:pt x="25903" y="2174"/>
                  <a:pt x="25752" y="2185"/>
                  <a:pt x="25579" y="2200"/>
                </a:cubicBezTo>
                <a:cubicBezTo>
                  <a:pt x="25405" y="2215"/>
                  <a:pt x="25268" y="2237"/>
                  <a:pt x="25167" y="2265"/>
                </a:cubicBezTo>
                <a:cubicBezTo>
                  <a:pt x="25046" y="2300"/>
                  <a:pt x="24949" y="2353"/>
                  <a:pt x="24874" y="2426"/>
                </a:cubicBezTo>
                <a:cubicBezTo>
                  <a:pt x="24800" y="2498"/>
                  <a:pt x="24763" y="2598"/>
                  <a:pt x="24763" y="2725"/>
                </a:cubicBezTo>
                <a:cubicBezTo>
                  <a:pt x="24763" y="2869"/>
                  <a:pt x="24806" y="2977"/>
                  <a:pt x="24892" y="3050"/>
                </a:cubicBezTo>
                <a:cubicBezTo>
                  <a:pt x="24978" y="3122"/>
                  <a:pt x="25110" y="3158"/>
                  <a:pt x="25287" y="3158"/>
                </a:cubicBezTo>
                <a:cubicBezTo>
                  <a:pt x="25435" y="3158"/>
                  <a:pt x="25570" y="3130"/>
                  <a:pt x="25692" y="3072"/>
                </a:cubicBezTo>
                <a:cubicBezTo>
                  <a:pt x="25814" y="3015"/>
                  <a:pt x="25927" y="2945"/>
                  <a:pt x="26031" y="2865"/>
                </a:cubicBezTo>
                <a:close/>
                <a:moveTo>
                  <a:pt x="29346" y="2269"/>
                </a:moveTo>
                <a:lnTo>
                  <a:pt x="27508" y="2269"/>
                </a:lnTo>
                <a:cubicBezTo>
                  <a:pt x="27508" y="2423"/>
                  <a:pt x="27531" y="2557"/>
                  <a:pt x="27577" y="2671"/>
                </a:cubicBezTo>
                <a:cubicBezTo>
                  <a:pt x="27623" y="2786"/>
                  <a:pt x="27686" y="2879"/>
                  <a:pt x="27767" y="2952"/>
                </a:cubicBezTo>
                <a:cubicBezTo>
                  <a:pt x="27844" y="3024"/>
                  <a:pt x="27936" y="3078"/>
                  <a:pt x="28043" y="3114"/>
                </a:cubicBezTo>
                <a:cubicBezTo>
                  <a:pt x="28149" y="3149"/>
                  <a:pt x="28267" y="3167"/>
                  <a:pt x="28395" y="3167"/>
                </a:cubicBezTo>
                <a:cubicBezTo>
                  <a:pt x="28564" y="3167"/>
                  <a:pt x="28735" y="3133"/>
                  <a:pt x="28907" y="3065"/>
                </a:cubicBezTo>
                <a:cubicBezTo>
                  <a:pt x="29079" y="2997"/>
                  <a:pt x="29202" y="2930"/>
                  <a:pt x="29275" y="2864"/>
                </a:cubicBezTo>
                <a:lnTo>
                  <a:pt x="29297" y="2864"/>
                </a:lnTo>
                <a:lnTo>
                  <a:pt x="29297" y="3323"/>
                </a:lnTo>
                <a:cubicBezTo>
                  <a:pt x="29156" y="3383"/>
                  <a:pt x="29011" y="3433"/>
                  <a:pt x="28864" y="3473"/>
                </a:cubicBezTo>
                <a:cubicBezTo>
                  <a:pt x="28716" y="3514"/>
                  <a:pt x="28561" y="3534"/>
                  <a:pt x="28399" y="3534"/>
                </a:cubicBezTo>
                <a:cubicBezTo>
                  <a:pt x="27985" y="3534"/>
                  <a:pt x="27662" y="3421"/>
                  <a:pt x="27430" y="3197"/>
                </a:cubicBezTo>
                <a:cubicBezTo>
                  <a:pt x="27197" y="2973"/>
                  <a:pt x="27081" y="2654"/>
                  <a:pt x="27081" y="2240"/>
                </a:cubicBezTo>
                <a:cubicBezTo>
                  <a:pt x="27081" y="1832"/>
                  <a:pt x="27192" y="1507"/>
                  <a:pt x="27415" y="1267"/>
                </a:cubicBezTo>
                <a:cubicBezTo>
                  <a:pt x="27638" y="1027"/>
                  <a:pt x="27931" y="907"/>
                  <a:pt x="28294" y="907"/>
                </a:cubicBezTo>
                <a:cubicBezTo>
                  <a:pt x="28631" y="907"/>
                  <a:pt x="28890" y="1005"/>
                  <a:pt x="29073" y="1202"/>
                </a:cubicBezTo>
                <a:cubicBezTo>
                  <a:pt x="29255" y="1399"/>
                  <a:pt x="29346" y="1679"/>
                  <a:pt x="29346" y="2041"/>
                </a:cubicBezTo>
                <a:lnTo>
                  <a:pt x="29346" y="2269"/>
                </a:lnTo>
                <a:moveTo>
                  <a:pt x="28937" y="1948"/>
                </a:moveTo>
                <a:cubicBezTo>
                  <a:pt x="28936" y="1727"/>
                  <a:pt x="28880" y="1557"/>
                  <a:pt x="28771" y="1436"/>
                </a:cubicBezTo>
                <a:cubicBezTo>
                  <a:pt x="28662" y="1316"/>
                  <a:pt x="28495" y="1255"/>
                  <a:pt x="28272" y="1255"/>
                </a:cubicBezTo>
                <a:cubicBezTo>
                  <a:pt x="28047" y="1255"/>
                  <a:pt x="27868" y="1322"/>
                  <a:pt x="27735" y="1454"/>
                </a:cubicBezTo>
                <a:cubicBezTo>
                  <a:pt x="27601" y="1587"/>
                  <a:pt x="27526" y="1751"/>
                  <a:pt x="27508" y="1948"/>
                </a:cubicBezTo>
                <a:lnTo>
                  <a:pt x="28937" y="1948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779B88-1D73-4A59-9D53-7CAD42A9D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7" y="974139"/>
            <a:ext cx="30029" cy="23243"/>
          </a:xfrm>
          <a:custGeom xmlns:a="http://schemas.openxmlformats.org/drawingml/2006/main">
            <a:pathLst>
              <a:path w="30029" h="23243">
                <a:moveTo>
                  <a:pt x="0" y="0"/>
                </a:moveTo>
                <a:lnTo>
                  <a:pt x="30029" y="0"/>
                </a:lnTo>
                <a:lnTo>
                  <a:pt x="30029" y="23243"/>
                </a:lnTo>
                <a:lnTo>
                  <a:pt x="0" y="2324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0FD0C6-6F14-4BB9-B694-B627A78DC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8" y="974140"/>
            <a:ext cx="30029" cy="23243"/>
          </a:xfrm>
          <a:custGeom xmlns:a="http://schemas.openxmlformats.org/drawingml/2006/main">
            <a:pathLst>
              <a:path w="30029" h="23243" fill="none">
                <a:moveTo>
                  <a:pt x="0" y="0"/>
                </a:moveTo>
                <a:lnTo>
                  <a:pt x="30029" y="0"/>
                </a:lnTo>
                <a:lnTo>
                  <a:pt x="30029" y="23243"/>
                </a:lnTo>
                <a:lnTo>
                  <a:pt x="0" y="2324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28" name="Text Pycnonotidae">
            <a:extLst xmlns:a="http://schemas.openxmlformats.org/drawingml/2006/main">
              <a:ext uri="{FF2B5EF4-FFF2-40B4-BE49-F238E27FC236}">
                <a16:creationId xmlns:a16="http://schemas.microsoft.com/office/drawing/2014/main" id="{5ECB45BD-236E-435E-AAC0-692AC94B2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7919" y="975269"/>
            <a:ext cx="28922" cy="4252"/>
          </a:xfrm>
          <a:custGeom xmlns:a="http://schemas.openxmlformats.org/drawingml/2006/main">
            <a:pathLst>
              <a:path w="28922" h="4252">
                <a:moveTo>
                  <a:pt x="2104" y="1115"/>
                </a:moveTo>
                <a:cubicBezTo>
                  <a:pt x="2104" y="1257"/>
                  <a:pt x="2079" y="1390"/>
                  <a:pt x="2030" y="1511"/>
                </a:cubicBezTo>
                <a:cubicBezTo>
                  <a:pt x="1980" y="1633"/>
                  <a:pt x="1911" y="1738"/>
                  <a:pt x="1821" y="1828"/>
                </a:cubicBezTo>
                <a:cubicBezTo>
                  <a:pt x="1710" y="1939"/>
                  <a:pt x="1579" y="2022"/>
                  <a:pt x="1428" y="2077"/>
                </a:cubicBezTo>
                <a:cubicBezTo>
                  <a:pt x="1277" y="2133"/>
                  <a:pt x="1086" y="2160"/>
                  <a:pt x="856" y="2160"/>
                </a:cubicBezTo>
                <a:lnTo>
                  <a:pt x="428" y="2160"/>
                </a:lnTo>
                <a:lnTo>
                  <a:pt x="428" y="3362"/>
                </a:lnTo>
                <a:lnTo>
                  <a:pt x="0" y="3362"/>
                </a:lnTo>
                <a:lnTo>
                  <a:pt x="0" y="143"/>
                </a:lnTo>
                <a:lnTo>
                  <a:pt x="873" y="143"/>
                </a:lnTo>
                <a:cubicBezTo>
                  <a:pt x="1066" y="143"/>
                  <a:pt x="1229" y="159"/>
                  <a:pt x="1363" y="191"/>
                </a:cubicBezTo>
                <a:cubicBezTo>
                  <a:pt x="1497" y="224"/>
                  <a:pt x="1616" y="274"/>
                  <a:pt x="1720" y="344"/>
                </a:cubicBezTo>
                <a:cubicBezTo>
                  <a:pt x="1842" y="426"/>
                  <a:pt x="1937" y="528"/>
                  <a:pt x="2004" y="650"/>
                </a:cubicBezTo>
                <a:cubicBezTo>
                  <a:pt x="2071" y="773"/>
                  <a:pt x="2104" y="928"/>
                  <a:pt x="2104" y="1115"/>
                </a:cubicBezTo>
                <a:moveTo>
                  <a:pt x="1659" y="1125"/>
                </a:moveTo>
                <a:cubicBezTo>
                  <a:pt x="1659" y="1015"/>
                  <a:pt x="1640" y="919"/>
                  <a:pt x="1601" y="838"/>
                </a:cubicBezTo>
                <a:cubicBezTo>
                  <a:pt x="1562" y="756"/>
                  <a:pt x="1503" y="690"/>
                  <a:pt x="1424" y="638"/>
                </a:cubicBezTo>
                <a:cubicBezTo>
                  <a:pt x="1355" y="594"/>
                  <a:pt x="1276" y="562"/>
                  <a:pt x="1187" y="543"/>
                </a:cubicBezTo>
                <a:cubicBezTo>
                  <a:pt x="1099" y="524"/>
                  <a:pt x="987" y="514"/>
                  <a:pt x="851" y="514"/>
                </a:cubicBezTo>
                <a:lnTo>
                  <a:pt x="428" y="514"/>
                </a:lnTo>
                <a:lnTo>
                  <a:pt x="428" y="1789"/>
                </a:lnTo>
                <a:lnTo>
                  <a:pt x="789" y="1789"/>
                </a:lnTo>
                <a:cubicBezTo>
                  <a:pt x="961" y="1789"/>
                  <a:pt x="1102" y="1774"/>
                  <a:pt x="1210" y="1743"/>
                </a:cubicBezTo>
                <a:cubicBezTo>
                  <a:pt x="1318" y="1712"/>
                  <a:pt x="1406" y="1663"/>
                  <a:pt x="1473" y="1596"/>
                </a:cubicBezTo>
                <a:cubicBezTo>
                  <a:pt x="1541" y="1528"/>
                  <a:pt x="1589" y="1455"/>
                  <a:pt x="1617" y="1380"/>
                </a:cubicBezTo>
                <a:cubicBezTo>
                  <a:pt x="1645" y="1304"/>
                  <a:pt x="1659" y="1219"/>
                  <a:pt x="1659" y="1125"/>
                </a:cubicBezTo>
                <a:close/>
                <a:moveTo>
                  <a:pt x="4723" y="946"/>
                </a:moveTo>
                <a:lnTo>
                  <a:pt x="3314" y="4252"/>
                </a:lnTo>
                <a:lnTo>
                  <a:pt x="2880" y="4252"/>
                </a:lnTo>
                <a:lnTo>
                  <a:pt x="3329" y="3244"/>
                </a:lnTo>
                <a:lnTo>
                  <a:pt x="2368" y="946"/>
                </a:lnTo>
                <a:lnTo>
                  <a:pt x="2808" y="946"/>
                </a:lnTo>
                <a:lnTo>
                  <a:pt x="3550" y="2735"/>
                </a:lnTo>
                <a:lnTo>
                  <a:pt x="4297" y="946"/>
                </a:lnTo>
                <a:lnTo>
                  <a:pt x="4723" y="946"/>
                </a:lnTo>
                <a:close/>
                <a:moveTo>
                  <a:pt x="7039" y="3213"/>
                </a:moveTo>
                <a:cubicBezTo>
                  <a:pt x="6904" y="3277"/>
                  <a:pt x="6775" y="3328"/>
                  <a:pt x="6653" y="3364"/>
                </a:cubicBezTo>
                <a:cubicBezTo>
                  <a:pt x="6532" y="3400"/>
                  <a:pt x="6402" y="3418"/>
                  <a:pt x="6266" y="3418"/>
                </a:cubicBezTo>
                <a:cubicBezTo>
                  <a:pt x="6091" y="3418"/>
                  <a:pt x="5931" y="3392"/>
                  <a:pt x="5786" y="3341"/>
                </a:cubicBezTo>
                <a:cubicBezTo>
                  <a:pt x="5641" y="3290"/>
                  <a:pt x="5516" y="3212"/>
                  <a:pt x="5412" y="3108"/>
                </a:cubicBezTo>
                <a:cubicBezTo>
                  <a:pt x="5307" y="3005"/>
                  <a:pt x="5226" y="2873"/>
                  <a:pt x="5168" y="2715"/>
                </a:cubicBezTo>
                <a:cubicBezTo>
                  <a:pt x="5111" y="2556"/>
                  <a:pt x="5082" y="2370"/>
                  <a:pt x="5082" y="2158"/>
                </a:cubicBezTo>
                <a:cubicBezTo>
                  <a:pt x="5082" y="1763"/>
                  <a:pt x="5190" y="1453"/>
                  <a:pt x="5407" y="1228"/>
                </a:cubicBezTo>
                <a:cubicBezTo>
                  <a:pt x="5624" y="1003"/>
                  <a:pt x="5910" y="890"/>
                  <a:pt x="6266" y="890"/>
                </a:cubicBezTo>
                <a:cubicBezTo>
                  <a:pt x="6404" y="890"/>
                  <a:pt x="6540" y="910"/>
                  <a:pt x="6673" y="948"/>
                </a:cubicBezTo>
                <a:cubicBezTo>
                  <a:pt x="6806" y="987"/>
                  <a:pt x="6928" y="1035"/>
                  <a:pt x="7039" y="1091"/>
                </a:cubicBezTo>
                <a:lnTo>
                  <a:pt x="7039" y="1543"/>
                </a:lnTo>
                <a:lnTo>
                  <a:pt x="7017" y="1543"/>
                </a:lnTo>
                <a:cubicBezTo>
                  <a:pt x="6894" y="1447"/>
                  <a:pt x="6766" y="1373"/>
                  <a:pt x="6634" y="1322"/>
                </a:cubicBezTo>
                <a:cubicBezTo>
                  <a:pt x="6502" y="1270"/>
                  <a:pt x="6374" y="1244"/>
                  <a:pt x="6248" y="1244"/>
                </a:cubicBezTo>
                <a:cubicBezTo>
                  <a:pt x="6018" y="1244"/>
                  <a:pt x="5836" y="1322"/>
                  <a:pt x="5703" y="1477"/>
                </a:cubicBezTo>
                <a:cubicBezTo>
                  <a:pt x="5570" y="1632"/>
                  <a:pt x="5503" y="1859"/>
                  <a:pt x="5503" y="2158"/>
                </a:cubicBezTo>
                <a:cubicBezTo>
                  <a:pt x="5503" y="2449"/>
                  <a:pt x="5568" y="2673"/>
                  <a:pt x="5699" y="2829"/>
                </a:cubicBezTo>
                <a:cubicBezTo>
                  <a:pt x="5829" y="2985"/>
                  <a:pt x="6012" y="3064"/>
                  <a:pt x="6248" y="3064"/>
                </a:cubicBezTo>
                <a:cubicBezTo>
                  <a:pt x="6330" y="3064"/>
                  <a:pt x="6414" y="3053"/>
                  <a:pt x="6499" y="3031"/>
                </a:cubicBezTo>
                <a:cubicBezTo>
                  <a:pt x="6584" y="3010"/>
                  <a:pt x="6660" y="2982"/>
                  <a:pt x="6728" y="2948"/>
                </a:cubicBezTo>
                <a:cubicBezTo>
                  <a:pt x="6787" y="2918"/>
                  <a:pt x="6842" y="2886"/>
                  <a:pt x="6894" y="2852"/>
                </a:cubicBezTo>
                <a:cubicBezTo>
                  <a:pt x="6946" y="2819"/>
                  <a:pt x="6987" y="2790"/>
                  <a:pt x="7017" y="2765"/>
                </a:cubicBezTo>
                <a:lnTo>
                  <a:pt x="7039" y="2765"/>
                </a:lnTo>
                <a:lnTo>
                  <a:pt x="7039" y="3213"/>
                </a:lnTo>
                <a:close/>
                <a:moveTo>
                  <a:pt x="9577" y="3362"/>
                </a:moveTo>
                <a:lnTo>
                  <a:pt x="9171" y="3362"/>
                </a:lnTo>
                <a:lnTo>
                  <a:pt x="9171" y="1986"/>
                </a:lnTo>
                <a:cubicBezTo>
                  <a:pt x="9171" y="1875"/>
                  <a:pt x="9164" y="1771"/>
                  <a:pt x="9151" y="1674"/>
                </a:cubicBezTo>
                <a:cubicBezTo>
                  <a:pt x="9138" y="1576"/>
                  <a:pt x="9115" y="1500"/>
                  <a:pt x="9080" y="1446"/>
                </a:cubicBezTo>
                <a:cubicBezTo>
                  <a:pt x="9044" y="1385"/>
                  <a:pt x="8992" y="1340"/>
                  <a:pt x="8925" y="1310"/>
                </a:cubicBezTo>
                <a:cubicBezTo>
                  <a:pt x="8857" y="1281"/>
                  <a:pt x="8769" y="1266"/>
                  <a:pt x="8661" y="1266"/>
                </a:cubicBezTo>
                <a:cubicBezTo>
                  <a:pt x="8550" y="1266"/>
                  <a:pt x="8434" y="1293"/>
                  <a:pt x="8313" y="1348"/>
                </a:cubicBezTo>
                <a:cubicBezTo>
                  <a:pt x="8192" y="1403"/>
                  <a:pt x="8076" y="1473"/>
                  <a:pt x="7965" y="1558"/>
                </a:cubicBezTo>
                <a:lnTo>
                  <a:pt x="7965" y="3362"/>
                </a:lnTo>
                <a:lnTo>
                  <a:pt x="7559" y="3362"/>
                </a:lnTo>
                <a:lnTo>
                  <a:pt x="7559" y="946"/>
                </a:lnTo>
                <a:lnTo>
                  <a:pt x="7965" y="946"/>
                </a:lnTo>
                <a:lnTo>
                  <a:pt x="7965" y="1213"/>
                </a:lnTo>
                <a:cubicBezTo>
                  <a:pt x="8092" y="1107"/>
                  <a:pt x="8223" y="1025"/>
                  <a:pt x="8358" y="966"/>
                </a:cubicBezTo>
                <a:cubicBezTo>
                  <a:pt x="8494" y="907"/>
                  <a:pt x="8633" y="877"/>
                  <a:pt x="8775" y="877"/>
                </a:cubicBezTo>
                <a:cubicBezTo>
                  <a:pt x="9036" y="877"/>
                  <a:pt x="9235" y="956"/>
                  <a:pt x="9372" y="1113"/>
                </a:cubicBezTo>
                <a:cubicBezTo>
                  <a:pt x="9509" y="1270"/>
                  <a:pt x="9577" y="1497"/>
                  <a:pt x="9577" y="1793"/>
                </a:cubicBezTo>
                <a:lnTo>
                  <a:pt x="9577" y="3362"/>
                </a:lnTo>
                <a:close/>
                <a:moveTo>
                  <a:pt x="12416" y="2155"/>
                </a:moveTo>
                <a:cubicBezTo>
                  <a:pt x="12416" y="2549"/>
                  <a:pt x="12315" y="2860"/>
                  <a:pt x="12114" y="3089"/>
                </a:cubicBezTo>
                <a:cubicBezTo>
                  <a:pt x="11912" y="3317"/>
                  <a:pt x="11642" y="3431"/>
                  <a:pt x="11304" y="3431"/>
                </a:cubicBezTo>
                <a:cubicBezTo>
                  <a:pt x="10962" y="3431"/>
                  <a:pt x="10691" y="3317"/>
                  <a:pt x="10490" y="3089"/>
                </a:cubicBezTo>
                <a:cubicBezTo>
                  <a:pt x="10289" y="2860"/>
                  <a:pt x="10189" y="2549"/>
                  <a:pt x="10189" y="2155"/>
                </a:cubicBezTo>
                <a:cubicBezTo>
                  <a:pt x="10189" y="1761"/>
                  <a:pt x="10289" y="1449"/>
                  <a:pt x="10490" y="1220"/>
                </a:cubicBezTo>
                <a:cubicBezTo>
                  <a:pt x="10691" y="992"/>
                  <a:pt x="10962" y="877"/>
                  <a:pt x="11304" y="877"/>
                </a:cubicBezTo>
                <a:cubicBezTo>
                  <a:pt x="11642" y="877"/>
                  <a:pt x="11912" y="992"/>
                  <a:pt x="12114" y="1220"/>
                </a:cubicBezTo>
                <a:cubicBezTo>
                  <a:pt x="12315" y="1449"/>
                  <a:pt x="12416" y="1761"/>
                  <a:pt x="12416" y="2155"/>
                </a:cubicBezTo>
                <a:moveTo>
                  <a:pt x="11997" y="2155"/>
                </a:moveTo>
                <a:cubicBezTo>
                  <a:pt x="11997" y="1843"/>
                  <a:pt x="11936" y="1611"/>
                  <a:pt x="11813" y="1459"/>
                </a:cubicBezTo>
                <a:cubicBezTo>
                  <a:pt x="11691" y="1307"/>
                  <a:pt x="11521" y="1231"/>
                  <a:pt x="11304" y="1231"/>
                </a:cubicBezTo>
                <a:cubicBezTo>
                  <a:pt x="11083" y="1231"/>
                  <a:pt x="10912" y="1307"/>
                  <a:pt x="10790" y="1459"/>
                </a:cubicBezTo>
                <a:cubicBezTo>
                  <a:pt x="10669" y="1611"/>
                  <a:pt x="10608" y="1843"/>
                  <a:pt x="10608" y="2155"/>
                </a:cubicBezTo>
                <a:cubicBezTo>
                  <a:pt x="10608" y="2457"/>
                  <a:pt x="10669" y="2686"/>
                  <a:pt x="10792" y="2842"/>
                </a:cubicBezTo>
                <a:cubicBezTo>
                  <a:pt x="10914" y="2998"/>
                  <a:pt x="11085" y="3077"/>
                  <a:pt x="11304" y="3077"/>
                </a:cubicBezTo>
                <a:cubicBezTo>
                  <a:pt x="11520" y="3077"/>
                  <a:pt x="11689" y="2999"/>
                  <a:pt x="11812" y="2845"/>
                </a:cubicBezTo>
                <a:cubicBezTo>
                  <a:pt x="11936" y="2690"/>
                  <a:pt x="11997" y="2460"/>
                  <a:pt x="11997" y="2155"/>
                </a:cubicBezTo>
                <a:close/>
                <a:moveTo>
                  <a:pt x="15063" y="3362"/>
                </a:moveTo>
                <a:lnTo>
                  <a:pt x="14656" y="3362"/>
                </a:lnTo>
                <a:lnTo>
                  <a:pt x="14656" y="1986"/>
                </a:lnTo>
                <a:cubicBezTo>
                  <a:pt x="14656" y="1875"/>
                  <a:pt x="14650" y="1771"/>
                  <a:pt x="14637" y="1674"/>
                </a:cubicBezTo>
                <a:cubicBezTo>
                  <a:pt x="14624" y="1576"/>
                  <a:pt x="14600" y="1500"/>
                  <a:pt x="14566" y="1446"/>
                </a:cubicBezTo>
                <a:cubicBezTo>
                  <a:pt x="14530" y="1385"/>
                  <a:pt x="14478" y="1340"/>
                  <a:pt x="14410" y="1310"/>
                </a:cubicBezTo>
                <a:cubicBezTo>
                  <a:pt x="14342" y="1281"/>
                  <a:pt x="14255" y="1266"/>
                  <a:pt x="14147" y="1266"/>
                </a:cubicBezTo>
                <a:cubicBezTo>
                  <a:pt x="14036" y="1266"/>
                  <a:pt x="13920" y="1293"/>
                  <a:pt x="13799" y="1348"/>
                </a:cubicBezTo>
                <a:cubicBezTo>
                  <a:pt x="13678" y="1403"/>
                  <a:pt x="13562" y="1473"/>
                  <a:pt x="13451" y="1558"/>
                </a:cubicBezTo>
                <a:lnTo>
                  <a:pt x="13451" y="3362"/>
                </a:lnTo>
                <a:lnTo>
                  <a:pt x="13045" y="3362"/>
                </a:lnTo>
                <a:lnTo>
                  <a:pt x="13045" y="946"/>
                </a:lnTo>
                <a:lnTo>
                  <a:pt x="13451" y="946"/>
                </a:lnTo>
                <a:lnTo>
                  <a:pt x="13451" y="1213"/>
                </a:lnTo>
                <a:cubicBezTo>
                  <a:pt x="13578" y="1107"/>
                  <a:pt x="13709" y="1025"/>
                  <a:pt x="13844" y="966"/>
                </a:cubicBezTo>
                <a:cubicBezTo>
                  <a:pt x="13979" y="907"/>
                  <a:pt x="14118" y="877"/>
                  <a:pt x="14261" y="877"/>
                </a:cubicBezTo>
                <a:cubicBezTo>
                  <a:pt x="14522" y="877"/>
                  <a:pt x="14720" y="956"/>
                  <a:pt x="14857" y="1113"/>
                </a:cubicBezTo>
                <a:cubicBezTo>
                  <a:pt x="14994" y="1270"/>
                  <a:pt x="15063" y="1497"/>
                  <a:pt x="15063" y="1793"/>
                </a:cubicBezTo>
                <a:lnTo>
                  <a:pt x="15063" y="3362"/>
                </a:lnTo>
                <a:close/>
                <a:moveTo>
                  <a:pt x="17901" y="2155"/>
                </a:moveTo>
                <a:cubicBezTo>
                  <a:pt x="17901" y="2549"/>
                  <a:pt x="17800" y="2860"/>
                  <a:pt x="17599" y="3089"/>
                </a:cubicBezTo>
                <a:cubicBezTo>
                  <a:pt x="17397" y="3317"/>
                  <a:pt x="17127" y="3431"/>
                  <a:pt x="16789" y="3431"/>
                </a:cubicBezTo>
                <a:cubicBezTo>
                  <a:pt x="16447" y="3431"/>
                  <a:pt x="16176" y="3317"/>
                  <a:pt x="15975" y="3089"/>
                </a:cubicBezTo>
                <a:cubicBezTo>
                  <a:pt x="15774" y="2860"/>
                  <a:pt x="15674" y="2549"/>
                  <a:pt x="15674" y="2155"/>
                </a:cubicBezTo>
                <a:cubicBezTo>
                  <a:pt x="15674" y="1761"/>
                  <a:pt x="15774" y="1449"/>
                  <a:pt x="15975" y="1220"/>
                </a:cubicBezTo>
                <a:cubicBezTo>
                  <a:pt x="16176" y="992"/>
                  <a:pt x="16447" y="877"/>
                  <a:pt x="16789" y="877"/>
                </a:cubicBezTo>
                <a:cubicBezTo>
                  <a:pt x="17127" y="877"/>
                  <a:pt x="17397" y="992"/>
                  <a:pt x="17599" y="1220"/>
                </a:cubicBezTo>
                <a:cubicBezTo>
                  <a:pt x="17800" y="1449"/>
                  <a:pt x="17901" y="1761"/>
                  <a:pt x="17901" y="2155"/>
                </a:cubicBezTo>
                <a:moveTo>
                  <a:pt x="17482" y="2155"/>
                </a:moveTo>
                <a:cubicBezTo>
                  <a:pt x="17482" y="1843"/>
                  <a:pt x="17421" y="1611"/>
                  <a:pt x="17298" y="1459"/>
                </a:cubicBezTo>
                <a:cubicBezTo>
                  <a:pt x="17176" y="1307"/>
                  <a:pt x="17006" y="1231"/>
                  <a:pt x="16789" y="1231"/>
                </a:cubicBezTo>
                <a:cubicBezTo>
                  <a:pt x="16568" y="1231"/>
                  <a:pt x="16397" y="1307"/>
                  <a:pt x="16275" y="1459"/>
                </a:cubicBezTo>
                <a:cubicBezTo>
                  <a:pt x="16154" y="1611"/>
                  <a:pt x="16093" y="1843"/>
                  <a:pt x="16093" y="2155"/>
                </a:cubicBezTo>
                <a:cubicBezTo>
                  <a:pt x="16093" y="2457"/>
                  <a:pt x="16154" y="2686"/>
                  <a:pt x="16277" y="2842"/>
                </a:cubicBezTo>
                <a:cubicBezTo>
                  <a:pt x="16399" y="2998"/>
                  <a:pt x="16570" y="3077"/>
                  <a:pt x="16789" y="3077"/>
                </a:cubicBezTo>
                <a:cubicBezTo>
                  <a:pt x="17005" y="3077"/>
                  <a:pt x="17174" y="2999"/>
                  <a:pt x="17297" y="2845"/>
                </a:cubicBezTo>
                <a:cubicBezTo>
                  <a:pt x="17421" y="2690"/>
                  <a:pt x="17482" y="2460"/>
                  <a:pt x="17482" y="2155"/>
                </a:cubicBezTo>
                <a:close/>
                <a:moveTo>
                  <a:pt x="19783" y="3340"/>
                </a:moveTo>
                <a:cubicBezTo>
                  <a:pt x="19707" y="3361"/>
                  <a:pt x="19623" y="3377"/>
                  <a:pt x="19533" y="3390"/>
                </a:cubicBezTo>
                <a:cubicBezTo>
                  <a:pt x="19443" y="3403"/>
                  <a:pt x="19363" y="3409"/>
                  <a:pt x="19293" y="3409"/>
                </a:cubicBezTo>
                <a:cubicBezTo>
                  <a:pt x="19046" y="3409"/>
                  <a:pt x="18859" y="3343"/>
                  <a:pt x="18731" y="3210"/>
                </a:cubicBezTo>
                <a:cubicBezTo>
                  <a:pt x="18603" y="3078"/>
                  <a:pt x="18539" y="2865"/>
                  <a:pt x="18539" y="2572"/>
                </a:cubicBezTo>
                <a:lnTo>
                  <a:pt x="18539" y="1288"/>
                </a:lnTo>
                <a:lnTo>
                  <a:pt x="18264" y="1288"/>
                </a:lnTo>
                <a:lnTo>
                  <a:pt x="18264" y="946"/>
                </a:lnTo>
                <a:lnTo>
                  <a:pt x="18539" y="946"/>
                </a:lnTo>
                <a:lnTo>
                  <a:pt x="18539" y="251"/>
                </a:lnTo>
                <a:lnTo>
                  <a:pt x="18945" y="251"/>
                </a:lnTo>
                <a:lnTo>
                  <a:pt x="18945" y="946"/>
                </a:lnTo>
                <a:lnTo>
                  <a:pt x="19783" y="946"/>
                </a:lnTo>
                <a:lnTo>
                  <a:pt x="19783" y="1288"/>
                </a:lnTo>
                <a:lnTo>
                  <a:pt x="18945" y="1288"/>
                </a:lnTo>
                <a:lnTo>
                  <a:pt x="18945" y="2390"/>
                </a:lnTo>
                <a:cubicBezTo>
                  <a:pt x="18945" y="2517"/>
                  <a:pt x="18948" y="2616"/>
                  <a:pt x="18953" y="2688"/>
                </a:cubicBezTo>
                <a:cubicBezTo>
                  <a:pt x="18959" y="2759"/>
                  <a:pt x="18979" y="2826"/>
                  <a:pt x="19014" y="2888"/>
                </a:cubicBezTo>
                <a:cubicBezTo>
                  <a:pt x="19046" y="2946"/>
                  <a:pt x="19089" y="2988"/>
                  <a:pt x="19145" y="3015"/>
                </a:cubicBezTo>
                <a:cubicBezTo>
                  <a:pt x="19200" y="3042"/>
                  <a:pt x="19285" y="3055"/>
                  <a:pt x="19398" y="3055"/>
                </a:cubicBezTo>
                <a:cubicBezTo>
                  <a:pt x="19465" y="3055"/>
                  <a:pt x="19534" y="3045"/>
                  <a:pt x="19606" y="3026"/>
                </a:cubicBezTo>
                <a:cubicBezTo>
                  <a:pt x="19678" y="3006"/>
                  <a:pt x="19730" y="2990"/>
                  <a:pt x="19761" y="2977"/>
                </a:cubicBezTo>
                <a:lnTo>
                  <a:pt x="19783" y="2977"/>
                </a:lnTo>
                <a:lnTo>
                  <a:pt x="19783" y="3340"/>
                </a:lnTo>
                <a:close/>
                <a:moveTo>
                  <a:pt x="20710" y="544"/>
                </a:moveTo>
                <a:lnTo>
                  <a:pt x="20252" y="544"/>
                </a:lnTo>
                <a:lnTo>
                  <a:pt x="20252" y="121"/>
                </a:lnTo>
                <a:lnTo>
                  <a:pt x="20710" y="121"/>
                </a:lnTo>
                <a:lnTo>
                  <a:pt x="20710" y="544"/>
                </a:lnTo>
                <a:moveTo>
                  <a:pt x="20684" y="3362"/>
                </a:moveTo>
                <a:lnTo>
                  <a:pt x="20278" y="3362"/>
                </a:lnTo>
                <a:lnTo>
                  <a:pt x="20278" y="946"/>
                </a:lnTo>
                <a:lnTo>
                  <a:pt x="20684" y="946"/>
                </a:lnTo>
                <a:lnTo>
                  <a:pt x="20684" y="3362"/>
                </a:lnTo>
                <a:close/>
                <a:moveTo>
                  <a:pt x="23445" y="3362"/>
                </a:moveTo>
                <a:lnTo>
                  <a:pt x="23039" y="3362"/>
                </a:lnTo>
                <a:lnTo>
                  <a:pt x="23039" y="3110"/>
                </a:lnTo>
                <a:cubicBezTo>
                  <a:pt x="22922" y="3211"/>
                  <a:pt x="22800" y="3290"/>
                  <a:pt x="22674" y="3346"/>
                </a:cubicBezTo>
                <a:cubicBezTo>
                  <a:pt x="22547" y="3403"/>
                  <a:pt x="22409" y="3431"/>
                  <a:pt x="22261" y="3431"/>
                </a:cubicBezTo>
                <a:cubicBezTo>
                  <a:pt x="21973" y="3431"/>
                  <a:pt x="21744" y="3320"/>
                  <a:pt x="21575" y="3097"/>
                </a:cubicBezTo>
                <a:cubicBezTo>
                  <a:pt x="21406" y="2875"/>
                  <a:pt x="21321" y="2567"/>
                  <a:pt x="21321" y="2172"/>
                </a:cubicBezTo>
                <a:cubicBezTo>
                  <a:pt x="21321" y="1967"/>
                  <a:pt x="21350" y="1785"/>
                  <a:pt x="21409" y="1624"/>
                </a:cubicBezTo>
                <a:cubicBezTo>
                  <a:pt x="21467" y="1464"/>
                  <a:pt x="21546" y="1328"/>
                  <a:pt x="21645" y="1215"/>
                </a:cubicBezTo>
                <a:cubicBezTo>
                  <a:pt x="21743" y="1105"/>
                  <a:pt x="21857" y="1022"/>
                  <a:pt x="21988" y="964"/>
                </a:cubicBezTo>
                <a:cubicBezTo>
                  <a:pt x="22118" y="906"/>
                  <a:pt x="22253" y="877"/>
                  <a:pt x="22393" y="877"/>
                </a:cubicBezTo>
                <a:cubicBezTo>
                  <a:pt x="22519" y="877"/>
                  <a:pt x="22632" y="891"/>
                  <a:pt x="22730" y="917"/>
                </a:cubicBezTo>
                <a:cubicBezTo>
                  <a:pt x="22828" y="944"/>
                  <a:pt x="22931" y="985"/>
                  <a:pt x="23039" y="1042"/>
                </a:cubicBezTo>
                <a:lnTo>
                  <a:pt x="23039" y="0"/>
                </a:lnTo>
                <a:lnTo>
                  <a:pt x="23445" y="0"/>
                </a:lnTo>
                <a:lnTo>
                  <a:pt x="23445" y="3362"/>
                </a:lnTo>
                <a:moveTo>
                  <a:pt x="23039" y="2768"/>
                </a:moveTo>
                <a:lnTo>
                  <a:pt x="23039" y="1383"/>
                </a:lnTo>
                <a:cubicBezTo>
                  <a:pt x="22929" y="1334"/>
                  <a:pt x="22831" y="1300"/>
                  <a:pt x="22745" y="1281"/>
                </a:cubicBezTo>
                <a:cubicBezTo>
                  <a:pt x="22658" y="1262"/>
                  <a:pt x="22564" y="1253"/>
                  <a:pt x="22462" y="1253"/>
                </a:cubicBezTo>
                <a:cubicBezTo>
                  <a:pt x="22234" y="1253"/>
                  <a:pt x="22057" y="1332"/>
                  <a:pt x="21930" y="1491"/>
                </a:cubicBezTo>
                <a:cubicBezTo>
                  <a:pt x="21804" y="1649"/>
                  <a:pt x="21740" y="1874"/>
                  <a:pt x="21740" y="2165"/>
                </a:cubicBezTo>
                <a:cubicBezTo>
                  <a:pt x="21740" y="2451"/>
                  <a:pt x="21789" y="2669"/>
                  <a:pt x="21887" y="2818"/>
                </a:cubicBezTo>
                <a:cubicBezTo>
                  <a:pt x="21985" y="2967"/>
                  <a:pt x="22142" y="3042"/>
                  <a:pt x="22358" y="3042"/>
                </a:cubicBezTo>
                <a:cubicBezTo>
                  <a:pt x="22473" y="3042"/>
                  <a:pt x="22590" y="3016"/>
                  <a:pt x="22708" y="2965"/>
                </a:cubicBezTo>
                <a:cubicBezTo>
                  <a:pt x="22826" y="2914"/>
                  <a:pt x="22936" y="2848"/>
                  <a:pt x="23039" y="2768"/>
                </a:cubicBezTo>
                <a:close/>
                <a:moveTo>
                  <a:pt x="26120" y="3362"/>
                </a:moveTo>
                <a:lnTo>
                  <a:pt x="25716" y="3362"/>
                </a:lnTo>
                <a:lnTo>
                  <a:pt x="25716" y="3106"/>
                </a:lnTo>
                <a:cubicBezTo>
                  <a:pt x="25680" y="3131"/>
                  <a:pt x="25631" y="3165"/>
                  <a:pt x="25570" y="3209"/>
                </a:cubicBezTo>
                <a:cubicBezTo>
                  <a:pt x="25509" y="3253"/>
                  <a:pt x="25449" y="3288"/>
                  <a:pt x="25392" y="3314"/>
                </a:cubicBezTo>
                <a:cubicBezTo>
                  <a:pt x="25324" y="3347"/>
                  <a:pt x="25246" y="3375"/>
                  <a:pt x="25158" y="3397"/>
                </a:cubicBezTo>
                <a:cubicBezTo>
                  <a:pt x="25070" y="3420"/>
                  <a:pt x="24967" y="3431"/>
                  <a:pt x="24849" y="3431"/>
                </a:cubicBezTo>
                <a:cubicBezTo>
                  <a:pt x="24632" y="3431"/>
                  <a:pt x="24447" y="3359"/>
                  <a:pt x="24296" y="3215"/>
                </a:cubicBezTo>
                <a:cubicBezTo>
                  <a:pt x="24145" y="3070"/>
                  <a:pt x="24069" y="2886"/>
                  <a:pt x="24069" y="2663"/>
                </a:cubicBezTo>
                <a:cubicBezTo>
                  <a:pt x="24069" y="2480"/>
                  <a:pt x="24109" y="2332"/>
                  <a:pt x="24187" y="2218"/>
                </a:cubicBezTo>
                <a:cubicBezTo>
                  <a:pt x="24266" y="2105"/>
                  <a:pt x="24378" y="2016"/>
                  <a:pt x="24523" y="1951"/>
                </a:cubicBezTo>
                <a:cubicBezTo>
                  <a:pt x="24670" y="1886"/>
                  <a:pt x="24846" y="1842"/>
                  <a:pt x="25052" y="1819"/>
                </a:cubicBezTo>
                <a:cubicBezTo>
                  <a:pt x="25258" y="1796"/>
                  <a:pt x="25479" y="1779"/>
                  <a:pt x="25716" y="1767"/>
                </a:cubicBezTo>
                <a:lnTo>
                  <a:pt x="25716" y="1704"/>
                </a:lnTo>
                <a:cubicBezTo>
                  <a:pt x="25716" y="1611"/>
                  <a:pt x="25699" y="1534"/>
                  <a:pt x="25667" y="1473"/>
                </a:cubicBezTo>
                <a:cubicBezTo>
                  <a:pt x="25635" y="1412"/>
                  <a:pt x="25588" y="1364"/>
                  <a:pt x="25528" y="1329"/>
                </a:cubicBezTo>
                <a:cubicBezTo>
                  <a:pt x="25470" y="1296"/>
                  <a:pt x="25401" y="1273"/>
                  <a:pt x="25320" y="1262"/>
                </a:cubicBezTo>
                <a:cubicBezTo>
                  <a:pt x="25240" y="1250"/>
                  <a:pt x="25155" y="1244"/>
                  <a:pt x="25067" y="1244"/>
                </a:cubicBezTo>
                <a:cubicBezTo>
                  <a:pt x="24961" y="1244"/>
                  <a:pt x="24842" y="1259"/>
                  <a:pt x="24711" y="1288"/>
                </a:cubicBezTo>
                <a:cubicBezTo>
                  <a:pt x="24580" y="1317"/>
                  <a:pt x="24445" y="1358"/>
                  <a:pt x="24305" y="1413"/>
                </a:cubicBezTo>
                <a:lnTo>
                  <a:pt x="24283" y="1413"/>
                </a:lnTo>
                <a:lnTo>
                  <a:pt x="24283" y="1000"/>
                </a:lnTo>
                <a:cubicBezTo>
                  <a:pt x="24362" y="979"/>
                  <a:pt x="24477" y="955"/>
                  <a:pt x="24627" y="929"/>
                </a:cubicBezTo>
                <a:cubicBezTo>
                  <a:pt x="24777" y="903"/>
                  <a:pt x="24924" y="890"/>
                  <a:pt x="25070" y="890"/>
                </a:cubicBezTo>
                <a:cubicBezTo>
                  <a:pt x="25240" y="890"/>
                  <a:pt x="25388" y="904"/>
                  <a:pt x="25514" y="932"/>
                </a:cubicBezTo>
                <a:cubicBezTo>
                  <a:pt x="25640" y="960"/>
                  <a:pt x="25749" y="1008"/>
                  <a:pt x="25841" y="1076"/>
                </a:cubicBezTo>
                <a:cubicBezTo>
                  <a:pt x="25932" y="1142"/>
                  <a:pt x="26001" y="1228"/>
                  <a:pt x="26048" y="1333"/>
                </a:cubicBezTo>
                <a:cubicBezTo>
                  <a:pt x="26096" y="1438"/>
                  <a:pt x="26120" y="1569"/>
                  <a:pt x="26120" y="1724"/>
                </a:cubicBezTo>
                <a:lnTo>
                  <a:pt x="26120" y="3362"/>
                </a:lnTo>
                <a:moveTo>
                  <a:pt x="25716" y="2771"/>
                </a:moveTo>
                <a:lnTo>
                  <a:pt x="25716" y="2096"/>
                </a:lnTo>
                <a:cubicBezTo>
                  <a:pt x="25592" y="2103"/>
                  <a:pt x="25446" y="2114"/>
                  <a:pt x="25278" y="2128"/>
                </a:cubicBezTo>
                <a:cubicBezTo>
                  <a:pt x="25110" y="2143"/>
                  <a:pt x="24977" y="2164"/>
                  <a:pt x="24880" y="2191"/>
                </a:cubicBezTo>
                <a:cubicBezTo>
                  <a:pt x="24763" y="2224"/>
                  <a:pt x="24669" y="2276"/>
                  <a:pt x="24596" y="2346"/>
                </a:cubicBezTo>
                <a:cubicBezTo>
                  <a:pt x="24524" y="2417"/>
                  <a:pt x="24488" y="2513"/>
                  <a:pt x="24488" y="2636"/>
                </a:cubicBezTo>
                <a:cubicBezTo>
                  <a:pt x="24488" y="2775"/>
                  <a:pt x="24530" y="2879"/>
                  <a:pt x="24614" y="2950"/>
                </a:cubicBezTo>
                <a:cubicBezTo>
                  <a:pt x="24697" y="3020"/>
                  <a:pt x="24825" y="3055"/>
                  <a:pt x="24996" y="3055"/>
                </a:cubicBezTo>
                <a:cubicBezTo>
                  <a:pt x="25139" y="3055"/>
                  <a:pt x="25269" y="3027"/>
                  <a:pt x="25387" y="2971"/>
                </a:cubicBezTo>
                <a:cubicBezTo>
                  <a:pt x="25505" y="2916"/>
                  <a:pt x="25615" y="2849"/>
                  <a:pt x="25716" y="2771"/>
                </a:cubicBezTo>
                <a:close/>
                <a:moveTo>
                  <a:pt x="28922" y="2195"/>
                </a:moveTo>
                <a:lnTo>
                  <a:pt x="27144" y="2195"/>
                </a:lnTo>
                <a:cubicBezTo>
                  <a:pt x="27144" y="2344"/>
                  <a:pt x="27166" y="2473"/>
                  <a:pt x="27210" y="2584"/>
                </a:cubicBezTo>
                <a:cubicBezTo>
                  <a:pt x="27255" y="2694"/>
                  <a:pt x="27316" y="2785"/>
                  <a:pt x="27394" y="2856"/>
                </a:cubicBezTo>
                <a:cubicBezTo>
                  <a:pt x="27469" y="2925"/>
                  <a:pt x="27558" y="2977"/>
                  <a:pt x="27661" y="3012"/>
                </a:cubicBezTo>
                <a:cubicBezTo>
                  <a:pt x="27764" y="3046"/>
                  <a:pt x="27877" y="3064"/>
                  <a:pt x="28001" y="3064"/>
                </a:cubicBezTo>
                <a:cubicBezTo>
                  <a:pt x="28165" y="3064"/>
                  <a:pt x="28331" y="3031"/>
                  <a:pt x="28497" y="2965"/>
                </a:cubicBezTo>
                <a:cubicBezTo>
                  <a:pt x="28663" y="2898"/>
                  <a:pt x="28782" y="2834"/>
                  <a:pt x="28852" y="2770"/>
                </a:cubicBezTo>
                <a:lnTo>
                  <a:pt x="28874" y="2770"/>
                </a:lnTo>
                <a:lnTo>
                  <a:pt x="28874" y="3214"/>
                </a:lnTo>
                <a:cubicBezTo>
                  <a:pt x="28737" y="3272"/>
                  <a:pt x="28598" y="3320"/>
                  <a:pt x="28455" y="3359"/>
                </a:cubicBezTo>
                <a:cubicBezTo>
                  <a:pt x="28312" y="3398"/>
                  <a:pt x="28163" y="3418"/>
                  <a:pt x="28006" y="3418"/>
                </a:cubicBezTo>
                <a:cubicBezTo>
                  <a:pt x="27605" y="3418"/>
                  <a:pt x="27293" y="3309"/>
                  <a:pt x="27068" y="3092"/>
                </a:cubicBezTo>
                <a:cubicBezTo>
                  <a:pt x="26843" y="2875"/>
                  <a:pt x="26731" y="2567"/>
                  <a:pt x="26731" y="2167"/>
                </a:cubicBezTo>
                <a:cubicBezTo>
                  <a:pt x="26731" y="1772"/>
                  <a:pt x="26839" y="1458"/>
                  <a:pt x="27054" y="1226"/>
                </a:cubicBezTo>
                <a:cubicBezTo>
                  <a:pt x="27269" y="993"/>
                  <a:pt x="27553" y="877"/>
                  <a:pt x="27904" y="877"/>
                </a:cubicBezTo>
                <a:cubicBezTo>
                  <a:pt x="28230" y="877"/>
                  <a:pt x="28480" y="972"/>
                  <a:pt x="28657" y="1163"/>
                </a:cubicBezTo>
                <a:cubicBezTo>
                  <a:pt x="28833" y="1353"/>
                  <a:pt x="28922" y="1624"/>
                  <a:pt x="28922" y="1974"/>
                </a:cubicBezTo>
                <a:lnTo>
                  <a:pt x="28922" y="2195"/>
                </a:lnTo>
                <a:moveTo>
                  <a:pt x="28526" y="1884"/>
                </a:moveTo>
                <a:cubicBezTo>
                  <a:pt x="28525" y="1671"/>
                  <a:pt x="28471" y="1506"/>
                  <a:pt x="28365" y="1389"/>
                </a:cubicBezTo>
                <a:cubicBezTo>
                  <a:pt x="28259" y="1273"/>
                  <a:pt x="28098" y="1214"/>
                  <a:pt x="27882" y="1214"/>
                </a:cubicBezTo>
                <a:cubicBezTo>
                  <a:pt x="27665" y="1214"/>
                  <a:pt x="27492" y="1278"/>
                  <a:pt x="27363" y="1406"/>
                </a:cubicBezTo>
                <a:cubicBezTo>
                  <a:pt x="27234" y="1535"/>
                  <a:pt x="27161" y="1694"/>
                  <a:pt x="27144" y="1884"/>
                </a:cubicBezTo>
                <a:lnTo>
                  <a:pt x="28526" y="188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2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30DCC1-FAF3-47AE-B69A-320423EDD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7" y="1019879"/>
            <a:ext cx="30029" cy="20957"/>
          </a:xfrm>
          <a:custGeom xmlns:a="http://schemas.openxmlformats.org/drawingml/2006/main">
            <a:pathLst>
              <a:path w="30029" h="20957">
                <a:moveTo>
                  <a:pt x="0" y="0"/>
                </a:moveTo>
                <a:lnTo>
                  <a:pt x="30029" y="0"/>
                </a:lnTo>
                <a:lnTo>
                  <a:pt x="30029" y="20957"/>
                </a:lnTo>
                <a:lnTo>
                  <a:pt x="0" y="2095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1B04B21-EE05-4C44-84C8-716DCE325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8" y="1019881"/>
            <a:ext cx="30029" cy="20958"/>
          </a:xfrm>
          <a:custGeom xmlns:a="http://schemas.openxmlformats.org/drawingml/2006/main">
            <a:pathLst>
              <a:path w="30029" h="20958" fill="none">
                <a:moveTo>
                  <a:pt x="0" y="0"/>
                </a:moveTo>
                <a:lnTo>
                  <a:pt x="30029" y="0"/>
                </a:lnTo>
                <a:lnTo>
                  <a:pt x="30029" y="20958"/>
                </a:lnTo>
                <a:lnTo>
                  <a:pt x="0" y="2095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31" name="Text Furnariidae">
            <a:extLst xmlns:a="http://schemas.openxmlformats.org/drawingml/2006/main">
              <a:ext uri="{FF2B5EF4-FFF2-40B4-BE49-F238E27FC236}">
                <a16:creationId xmlns:a16="http://schemas.microsoft.com/office/drawing/2014/main" id="{5789146F-C3D6-4A4D-8DC4-B365FDBEC8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000" y="1021194"/>
            <a:ext cx="28957" cy="4070"/>
          </a:xfrm>
          <a:custGeom xmlns:a="http://schemas.openxmlformats.org/drawingml/2006/main">
            <a:pathLst>
              <a:path w="28957" h="4070">
                <a:moveTo>
                  <a:pt x="2438" y="620"/>
                </a:moveTo>
                <a:lnTo>
                  <a:pt x="508" y="620"/>
                </a:lnTo>
                <a:lnTo>
                  <a:pt x="508" y="1697"/>
                </a:lnTo>
                <a:lnTo>
                  <a:pt x="2166" y="1697"/>
                </a:lnTo>
                <a:lnTo>
                  <a:pt x="2166" y="2148"/>
                </a:lnTo>
                <a:lnTo>
                  <a:pt x="508" y="2148"/>
                </a:lnTo>
                <a:lnTo>
                  <a:pt x="508" y="3988"/>
                </a:lnTo>
                <a:lnTo>
                  <a:pt x="0" y="3988"/>
                </a:lnTo>
                <a:lnTo>
                  <a:pt x="0" y="169"/>
                </a:lnTo>
                <a:lnTo>
                  <a:pt x="2438" y="169"/>
                </a:lnTo>
                <a:lnTo>
                  <a:pt x="2438" y="620"/>
                </a:lnTo>
                <a:close/>
                <a:moveTo>
                  <a:pt x="5352" y="3988"/>
                </a:moveTo>
                <a:lnTo>
                  <a:pt x="4870" y="3988"/>
                </a:lnTo>
                <a:lnTo>
                  <a:pt x="4870" y="3672"/>
                </a:lnTo>
                <a:cubicBezTo>
                  <a:pt x="4708" y="3801"/>
                  <a:pt x="4552" y="3899"/>
                  <a:pt x="4404" y="3968"/>
                </a:cubicBezTo>
                <a:cubicBezTo>
                  <a:pt x="4255" y="4036"/>
                  <a:pt x="4091" y="4070"/>
                  <a:pt x="3912" y="4070"/>
                </a:cubicBezTo>
                <a:cubicBezTo>
                  <a:pt x="3611" y="4070"/>
                  <a:pt x="3377" y="3978"/>
                  <a:pt x="3209" y="3794"/>
                </a:cubicBezTo>
                <a:cubicBezTo>
                  <a:pt x="3042" y="3610"/>
                  <a:pt x="2958" y="3340"/>
                  <a:pt x="2958" y="2984"/>
                </a:cubicBezTo>
                <a:lnTo>
                  <a:pt x="2958" y="1123"/>
                </a:lnTo>
                <a:lnTo>
                  <a:pt x="3440" y="1123"/>
                </a:lnTo>
                <a:lnTo>
                  <a:pt x="3440" y="2755"/>
                </a:lnTo>
                <a:cubicBezTo>
                  <a:pt x="3440" y="2900"/>
                  <a:pt x="3447" y="3025"/>
                  <a:pt x="3460" y="3128"/>
                </a:cubicBezTo>
                <a:cubicBezTo>
                  <a:pt x="3474" y="3232"/>
                  <a:pt x="3503" y="3320"/>
                  <a:pt x="3548" y="3394"/>
                </a:cubicBezTo>
                <a:cubicBezTo>
                  <a:pt x="3594" y="3469"/>
                  <a:pt x="3653" y="3524"/>
                  <a:pt x="3727" y="3558"/>
                </a:cubicBezTo>
                <a:cubicBezTo>
                  <a:pt x="3800" y="3592"/>
                  <a:pt x="3907" y="3609"/>
                  <a:pt x="4047" y="3609"/>
                </a:cubicBezTo>
                <a:cubicBezTo>
                  <a:pt x="4172" y="3609"/>
                  <a:pt x="4308" y="3577"/>
                  <a:pt x="4456" y="3512"/>
                </a:cubicBezTo>
                <a:cubicBezTo>
                  <a:pt x="4604" y="3447"/>
                  <a:pt x="4742" y="3364"/>
                  <a:pt x="4870" y="3263"/>
                </a:cubicBezTo>
                <a:lnTo>
                  <a:pt x="4870" y="1123"/>
                </a:lnTo>
                <a:lnTo>
                  <a:pt x="5352" y="1123"/>
                </a:lnTo>
                <a:lnTo>
                  <a:pt x="5352" y="3988"/>
                </a:lnTo>
                <a:close/>
                <a:moveTo>
                  <a:pt x="8087" y="1646"/>
                </a:moveTo>
                <a:lnTo>
                  <a:pt x="8062" y="1646"/>
                </a:lnTo>
                <a:cubicBezTo>
                  <a:pt x="7990" y="1629"/>
                  <a:pt x="7920" y="1618"/>
                  <a:pt x="7853" y="1610"/>
                </a:cubicBezTo>
                <a:cubicBezTo>
                  <a:pt x="7785" y="1603"/>
                  <a:pt x="7705" y="1599"/>
                  <a:pt x="7613" y="1599"/>
                </a:cubicBezTo>
                <a:cubicBezTo>
                  <a:pt x="7464" y="1599"/>
                  <a:pt x="7321" y="1632"/>
                  <a:pt x="7182" y="1698"/>
                </a:cubicBezTo>
                <a:cubicBezTo>
                  <a:pt x="7044" y="1764"/>
                  <a:pt x="6911" y="1849"/>
                  <a:pt x="6783" y="1954"/>
                </a:cubicBezTo>
                <a:lnTo>
                  <a:pt x="6783" y="3988"/>
                </a:lnTo>
                <a:lnTo>
                  <a:pt x="6301" y="3988"/>
                </a:lnTo>
                <a:lnTo>
                  <a:pt x="6301" y="1123"/>
                </a:lnTo>
                <a:lnTo>
                  <a:pt x="6783" y="1123"/>
                </a:lnTo>
                <a:lnTo>
                  <a:pt x="6783" y="1546"/>
                </a:lnTo>
                <a:cubicBezTo>
                  <a:pt x="6974" y="1392"/>
                  <a:pt x="7143" y="1283"/>
                  <a:pt x="7289" y="1219"/>
                </a:cubicBezTo>
                <a:cubicBezTo>
                  <a:pt x="7435" y="1155"/>
                  <a:pt x="7584" y="1123"/>
                  <a:pt x="7736" y="1123"/>
                </a:cubicBezTo>
                <a:cubicBezTo>
                  <a:pt x="7820" y="1123"/>
                  <a:pt x="7880" y="1125"/>
                  <a:pt x="7918" y="1129"/>
                </a:cubicBezTo>
                <a:cubicBezTo>
                  <a:pt x="7956" y="1133"/>
                  <a:pt x="8012" y="1141"/>
                  <a:pt x="8087" y="1153"/>
                </a:cubicBezTo>
                <a:lnTo>
                  <a:pt x="8087" y="1646"/>
                </a:lnTo>
                <a:close/>
                <a:moveTo>
                  <a:pt x="10935" y="3988"/>
                </a:moveTo>
                <a:lnTo>
                  <a:pt x="10453" y="3988"/>
                </a:lnTo>
                <a:lnTo>
                  <a:pt x="10453" y="2357"/>
                </a:lnTo>
                <a:cubicBezTo>
                  <a:pt x="10453" y="2225"/>
                  <a:pt x="10445" y="2101"/>
                  <a:pt x="10430" y="1986"/>
                </a:cubicBezTo>
                <a:cubicBezTo>
                  <a:pt x="10415" y="1870"/>
                  <a:pt x="10386" y="1780"/>
                  <a:pt x="10345" y="1715"/>
                </a:cubicBezTo>
                <a:cubicBezTo>
                  <a:pt x="10303" y="1643"/>
                  <a:pt x="10241" y="1590"/>
                  <a:pt x="10161" y="1555"/>
                </a:cubicBezTo>
                <a:cubicBezTo>
                  <a:pt x="10081" y="1520"/>
                  <a:pt x="9976" y="1502"/>
                  <a:pt x="9848" y="1502"/>
                </a:cubicBezTo>
                <a:cubicBezTo>
                  <a:pt x="9717" y="1502"/>
                  <a:pt x="9579" y="1535"/>
                  <a:pt x="9435" y="1600"/>
                </a:cubicBezTo>
                <a:cubicBezTo>
                  <a:pt x="9292" y="1665"/>
                  <a:pt x="9154" y="1748"/>
                  <a:pt x="9023" y="1848"/>
                </a:cubicBezTo>
                <a:lnTo>
                  <a:pt x="9023" y="3988"/>
                </a:lnTo>
                <a:lnTo>
                  <a:pt x="8541" y="3988"/>
                </a:lnTo>
                <a:lnTo>
                  <a:pt x="8541" y="1123"/>
                </a:lnTo>
                <a:lnTo>
                  <a:pt x="9023" y="1123"/>
                </a:lnTo>
                <a:lnTo>
                  <a:pt x="9023" y="1439"/>
                </a:lnTo>
                <a:cubicBezTo>
                  <a:pt x="9173" y="1314"/>
                  <a:pt x="9329" y="1216"/>
                  <a:pt x="9489" y="1146"/>
                </a:cubicBezTo>
                <a:cubicBezTo>
                  <a:pt x="9650" y="1076"/>
                  <a:pt x="9815" y="1041"/>
                  <a:pt x="9984" y="1041"/>
                </a:cubicBezTo>
                <a:cubicBezTo>
                  <a:pt x="10293" y="1041"/>
                  <a:pt x="10529" y="1134"/>
                  <a:pt x="10692" y="1321"/>
                </a:cubicBezTo>
                <a:cubicBezTo>
                  <a:pt x="10854" y="1507"/>
                  <a:pt x="10935" y="1776"/>
                  <a:pt x="10935" y="2127"/>
                </a:cubicBezTo>
                <a:lnTo>
                  <a:pt x="10935" y="3988"/>
                </a:lnTo>
                <a:close/>
                <a:moveTo>
                  <a:pt x="14088" y="3988"/>
                </a:moveTo>
                <a:lnTo>
                  <a:pt x="13608" y="3988"/>
                </a:lnTo>
                <a:lnTo>
                  <a:pt x="13608" y="3686"/>
                </a:lnTo>
                <a:cubicBezTo>
                  <a:pt x="13566" y="3715"/>
                  <a:pt x="13508" y="3755"/>
                  <a:pt x="13435" y="3807"/>
                </a:cubicBezTo>
                <a:cubicBezTo>
                  <a:pt x="13363" y="3860"/>
                  <a:pt x="13292" y="3901"/>
                  <a:pt x="13224" y="3932"/>
                </a:cubicBezTo>
                <a:cubicBezTo>
                  <a:pt x="13144" y="3971"/>
                  <a:pt x="13051" y="4004"/>
                  <a:pt x="12947" y="4031"/>
                </a:cubicBezTo>
                <a:cubicBezTo>
                  <a:pt x="12843" y="4057"/>
                  <a:pt x="12721" y="4070"/>
                  <a:pt x="12580" y="4070"/>
                </a:cubicBezTo>
                <a:cubicBezTo>
                  <a:pt x="12322" y="4070"/>
                  <a:pt x="12104" y="3985"/>
                  <a:pt x="11924" y="3814"/>
                </a:cubicBezTo>
                <a:cubicBezTo>
                  <a:pt x="11745" y="3643"/>
                  <a:pt x="11655" y="3425"/>
                  <a:pt x="11655" y="3159"/>
                </a:cubicBezTo>
                <a:cubicBezTo>
                  <a:pt x="11655" y="2942"/>
                  <a:pt x="11702" y="2766"/>
                  <a:pt x="11795" y="2632"/>
                </a:cubicBezTo>
                <a:cubicBezTo>
                  <a:pt x="11888" y="2498"/>
                  <a:pt x="12021" y="2392"/>
                  <a:pt x="12193" y="2315"/>
                </a:cubicBezTo>
                <a:cubicBezTo>
                  <a:pt x="12368" y="2238"/>
                  <a:pt x="12577" y="2186"/>
                  <a:pt x="12821" y="2158"/>
                </a:cubicBezTo>
                <a:cubicBezTo>
                  <a:pt x="13066" y="2131"/>
                  <a:pt x="13328" y="2110"/>
                  <a:pt x="13608" y="2097"/>
                </a:cubicBezTo>
                <a:lnTo>
                  <a:pt x="13608" y="2022"/>
                </a:lnTo>
                <a:cubicBezTo>
                  <a:pt x="13608" y="1912"/>
                  <a:pt x="13589" y="1820"/>
                  <a:pt x="13551" y="1748"/>
                </a:cubicBezTo>
                <a:cubicBezTo>
                  <a:pt x="13512" y="1675"/>
                  <a:pt x="13457" y="1619"/>
                  <a:pt x="13385" y="1577"/>
                </a:cubicBezTo>
                <a:cubicBezTo>
                  <a:pt x="13317" y="1538"/>
                  <a:pt x="13235" y="1511"/>
                  <a:pt x="13139" y="1497"/>
                </a:cubicBezTo>
                <a:cubicBezTo>
                  <a:pt x="13044" y="1483"/>
                  <a:pt x="12944" y="1476"/>
                  <a:pt x="12839" y="1476"/>
                </a:cubicBezTo>
                <a:cubicBezTo>
                  <a:pt x="12713" y="1476"/>
                  <a:pt x="12572" y="1494"/>
                  <a:pt x="12416" y="1528"/>
                </a:cubicBezTo>
                <a:cubicBezTo>
                  <a:pt x="12261" y="1562"/>
                  <a:pt x="12100" y="1612"/>
                  <a:pt x="11935" y="1676"/>
                </a:cubicBezTo>
                <a:lnTo>
                  <a:pt x="11909" y="1676"/>
                </a:lnTo>
                <a:lnTo>
                  <a:pt x="11909" y="1187"/>
                </a:lnTo>
                <a:cubicBezTo>
                  <a:pt x="12003" y="1161"/>
                  <a:pt x="12139" y="1133"/>
                  <a:pt x="12316" y="1102"/>
                </a:cubicBezTo>
                <a:cubicBezTo>
                  <a:pt x="12494" y="1071"/>
                  <a:pt x="12669" y="1056"/>
                  <a:pt x="12842" y="1056"/>
                </a:cubicBezTo>
                <a:cubicBezTo>
                  <a:pt x="13044" y="1056"/>
                  <a:pt x="13219" y="1073"/>
                  <a:pt x="13369" y="1106"/>
                </a:cubicBezTo>
                <a:cubicBezTo>
                  <a:pt x="13518" y="1139"/>
                  <a:pt x="13648" y="1196"/>
                  <a:pt x="13757" y="1277"/>
                </a:cubicBezTo>
                <a:cubicBezTo>
                  <a:pt x="13865" y="1355"/>
                  <a:pt x="13947" y="1457"/>
                  <a:pt x="14003" y="1582"/>
                </a:cubicBezTo>
                <a:cubicBezTo>
                  <a:pt x="14059" y="1706"/>
                  <a:pt x="14088" y="1861"/>
                  <a:pt x="14088" y="2046"/>
                </a:cubicBezTo>
                <a:lnTo>
                  <a:pt x="14088" y="3988"/>
                </a:lnTo>
                <a:moveTo>
                  <a:pt x="13608" y="3287"/>
                </a:moveTo>
                <a:lnTo>
                  <a:pt x="13608" y="2486"/>
                </a:lnTo>
                <a:cubicBezTo>
                  <a:pt x="13461" y="2495"/>
                  <a:pt x="13288" y="2508"/>
                  <a:pt x="13089" y="2525"/>
                </a:cubicBezTo>
                <a:cubicBezTo>
                  <a:pt x="12890" y="2542"/>
                  <a:pt x="12733" y="2567"/>
                  <a:pt x="12616" y="2600"/>
                </a:cubicBezTo>
                <a:cubicBezTo>
                  <a:pt x="12478" y="2639"/>
                  <a:pt x="12366" y="2701"/>
                  <a:pt x="12281" y="2784"/>
                </a:cubicBezTo>
                <a:cubicBezTo>
                  <a:pt x="12195" y="2867"/>
                  <a:pt x="12152" y="2982"/>
                  <a:pt x="12152" y="3128"/>
                </a:cubicBezTo>
                <a:cubicBezTo>
                  <a:pt x="12152" y="3292"/>
                  <a:pt x="12202" y="3416"/>
                  <a:pt x="12301" y="3500"/>
                </a:cubicBezTo>
                <a:cubicBezTo>
                  <a:pt x="12400" y="3583"/>
                  <a:pt x="12551" y="3624"/>
                  <a:pt x="12755" y="3624"/>
                </a:cubicBezTo>
                <a:cubicBezTo>
                  <a:pt x="12924" y="3624"/>
                  <a:pt x="13079" y="3591"/>
                  <a:pt x="13219" y="3525"/>
                </a:cubicBezTo>
                <a:cubicBezTo>
                  <a:pt x="13359" y="3459"/>
                  <a:pt x="13489" y="3380"/>
                  <a:pt x="13608" y="3287"/>
                </a:cubicBezTo>
                <a:close/>
                <a:moveTo>
                  <a:pt x="16802" y="1646"/>
                </a:moveTo>
                <a:lnTo>
                  <a:pt x="16777" y="1646"/>
                </a:lnTo>
                <a:cubicBezTo>
                  <a:pt x="16705" y="1629"/>
                  <a:pt x="16635" y="1618"/>
                  <a:pt x="16568" y="1610"/>
                </a:cubicBezTo>
                <a:cubicBezTo>
                  <a:pt x="16500" y="1603"/>
                  <a:pt x="16420" y="1599"/>
                  <a:pt x="16328" y="1599"/>
                </a:cubicBezTo>
                <a:cubicBezTo>
                  <a:pt x="16179" y="1599"/>
                  <a:pt x="16036" y="1632"/>
                  <a:pt x="15897" y="1698"/>
                </a:cubicBezTo>
                <a:cubicBezTo>
                  <a:pt x="15759" y="1764"/>
                  <a:pt x="15626" y="1849"/>
                  <a:pt x="15498" y="1954"/>
                </a:cubicBezTo>
                <a:lnTo>
                  <a:pt x="15498" y="3988"/>
                </a:lnTo>
                <a:lnTo>
                  <a:pt x="15016" y="3988"/>
                </a:lnTo>
                <a:lnTo>
                  <a:pt x="15016" y="1123"/>
                </a:lnTo>
                <a:lnTo>
                  <a:pt x="15498" y="1123"/>
                </a:lnTo>
                <a:lnTo>
                  <a:pt x="15498" y="1546"/>
                </a:lnTo>
                <a:cubicBezTo>
                  <a:pt x="15689" y="1392"/>
                  <a:pt x="15858" y="1283"/>
                  <a:pt x="16004" y="1219"/>
                </a:cubicBezTo>
                <a:cubicBezTo>
                  <a:pt x="16150" y="1155"/>
                  <a:pt x="16299" y="1123"/>
                  <a:pt x="16451" y="1123"/>
                </a:cubicBezTo>
                <a:cubicBezTo>
                  <a:pt x="16535" y="1123"/>
                  <a:pt x="16596" y="1125"/>
                  <a:pt x="16633" y="1129"/>
                </a:cubicBezTo>
                <a:cubicBezTo>
                  <a:pt x="16671" y="1133"/>
                  <a:pt x="16727" y="1141"/>
                  <a:pt x="16802" y="1153"/>
                </a:cubicBezTo>
                <a:lnTo>
                  <a:pt x="16802" y="1646"/>
                </a:lnTo>
                <a:close/>
                <a:moveTo>
                  <a:pt x="17774" y="646"/>
                </a:moveTo>
                <a:lnTo>
                  <a:pt x="17230" y="646"/>
                </a:lnTo>
                <a:lnTo>
                  <a:pt x="17230" y="144"/>
                </a:lnTo>
                <a:lnTo>
                  <a:pt x="17774" y="144"/>
                </a:lnTo>
                <a:lnTo>
                  <a:pt x="17774" y="646"/>
                </a:lnTo>
                <a:moveTo>
                  <a:pt x="17743" y="3988"/>
                </a:moveTo>
                <a:lnTo>
                  <a:pt x="17261" y="3988"/>
                </a:lnTo>
                <a:lnTo>
                  <a:pt x="17261" y="1123"/>
                </a:lnTo>
                <a:lnTo>
                  <a:pt x="17743" y="1123"/>
                </a:lnTo>
                <a:lnTo>
                  <a:pt x="17743" y="3988"/>
                </a:lnTo>
                <a:close/>
                <a:moveTo>
                  <a:pt x="19214" y="646"/>
                </a:moveTo>
                <a:lnTo>
                  <a:pt x="18671" y="646"/>
                </a:lnTo>
                <a:lnTo>
                  <a:pt x="18671" y="144"/>
                </a:lnTo>
                <a:lnTo>
                  <a:pt x="19214" y="144"/>
                </a:lnTo>
                <a:lnTo>
                  <a:pt x="19214" y="646"/>
                </a:lnTo>
                <a:moveTo>
                  <a:pt x="19183" y="3988"/>
                </a:moveTo>
                <a:lnTo>
                  <a:pt x="18701" y="3988"/>
                </a:lnTo>
                <a:lnTo>
                  <a:pt x="18701" y="1123"/>
                </a:lnTo>
                <a:lnTo>
                  <a:pt x="19183" y="1123"/>
                </a:lnTo>
                <a:lnTo>
                  <a:pt x="19183" y="3988"/>
                </a:lnTo>
                <a:close/>
                <a:moveTo>
                  <a:pt x="22459" y="3988"/>
                </a:moveTo>
                <a:lnTo>
                  <a:pt x="21977" y="3988"/>
                </a:lnTo>
                <a:lnTo>
                  <a:pt x="21977" y="3690"/>
                </a:lnTo>
                <a:cubicBezTo>
                  <a:pt x="21839" y="3810"/>
                  <a:pt x="21694" y="3903"/>
                  <a:pt x="21544" y="3970"/>
                </a:cubicBezTo>
                <a:cubicBezTo>
                  <a:pt x="21394" y="4037"/>
                  <a:pt x="21230" y="4070"/>
                  <a:pt x="21054" y="4070"/>
                </a:cubicBezTo>
                <a:cubicBezTo>
                  <a:pt x="20713" y="4070"/>
                  <a:pt x="20441" y="3939"/>
                  <a:pt x="20240" y="3675"/>
                </a:cubicBezTo>
                <a:cubicBezTo>
                  <a:pt x="20040" y="3411"/>
                  <a:pt x="19939" y="3045"/>
                  <a:pt x="19939" y="2577"/>
                </a:cubicBezTo>
                <a:cubicBezTo>
                  <a:pt x="19939" y="2334"/>
                  <a:pt x="19974" y="2117"/>
                  <a:pt x="20043" y="1927"/>
                </a:cubicBezTo>
                <a:cubicBezTo>
                  <a:pt x="20112" y="1737"/>
                  <a:pt x="20206" y="1575"/>
                  <a:pt x="20324" y="1442"/>
                </a:cubicBezTo>
                <a:cubicBezTo>
                  <a:pt x="20440" y="1311"/>
                  <a:pt x="20575" y="1212"/>
                  <a:pt x="20730" y="1144"/>
                </a:cubicBezTo>
                <a:cubicBezTo>
                  <a:pt x="20885" y="1075"/>
                  <a:pt x="21045" y="1041"/>
                  <a:pt x="21211" y="1041"/>
                </a:cubicBezTo>
                <a:cubicBezTo>
                  <a:pt x="21361" y="1041"/>
                  <a:pt x="21494" y="1057"/>
                  <a:pt x="21611" y="1088"/>
                </a:cubicBezTo>
                <a:cubicBezTo>
                  <a:pt x="21727" y="1120"/>
                  <a:pt x="21849" y="1169"/>
                  <a:pt x="21977" y="1236"/>
                </a:cubicBezTo>
                <a:lnTo>
                  <a:pt x="21977" y="0"/>
                </a:lnTo>
                <a:lnTo>
                  <a:pt x="22459" y="0"/>
                </a:lnTo>
                <a:lnTo>
                  <a:pt x="22459" y="3988"/>
                </a:lnTo>
                <a:moveTo>
                  <a:pt x="21977" y="3284"/>
                </a:moveTo>
                <a:lnTo>
                  <a:pt x="21977" y="1641"/>
                </a:lnTo>
                <a:cubicBezTo>
                  <a:pt x="21847" y="1582"/>
                  <a:pt x="21731" y="1542"/>
                  <a:pt x="21628" y="1520"/>
                </a:cubicBezTo>
                <a:cubicBezTo>
                  <a:pt x="21526" y="1498"/>
                  <a:pt x="21414" y="1487"/>
                  <a:pt x="21293" y="1487"/>
                </a:cubicBezTo>
                <a:cubicBezTo>
                  <a:pt x="21023" y="1487"/>
                  <a:pt x="20812" y="1581"/>
                  <a:pt x="20662" y="1769"/>
                </a:cubicBezTo>
                <a:cubicBezTo>
                  <a:pt x="20512" y="1957"/>
                  <a:pt x="20437" y="2223"/>
                  <a:pt x="20437" y="2568"/>
                </a:cubicBezTo>
                <a:cubicBezTo>
                  <a:pt x="20437" y="2908"/>
                  <a:pt x="20495" y="3167"/>
                  <a:pt x="20611" y="3344"/>
                </a:cubicBezTo>
                <a:cubicBezTo>
                  <a:pt x="20727" y="3521"/>
                  <a:pt x="20913" y="3609"/>
                  <a:pt x="21170" y="3609"/>
                </a:cubicBezTo>
                <a:cubicBezTo>
                  <a:pt x="21306" y="3609"/>
                  <a:pt x="21445" y="3579"/>
                  <a:pt x="21585" y="3518"/>
                </a:cubicBezTo>
                <a:cubicBezTo>
                  <a:pt x="21725" y="3457"/>
                  <a:pt x="21856" y="3379"/>
                  <a:pt x="21977" y="3284"/>
                </a:cubicBezTo>
                <a:close/>
                <a:moveTo>
                  <a:pt x="25632" y="3988"/>
                </a:moveTo>
                <a:lnTo>
                  <a:pt x="25153" y="3988"/>
                </a:lnTo>
                <a:lnTo>
                  <a:pt x="25153" y="3686"/>
                </a:lnTo>
                <a:cubicBezTo>
                  <a:pt x="25110" y="3715"/>
                  <a:pt x="25053" y="3755"/>
                  <a:pt x="24980" y="3807"/>
                </a:cubicBezTo>
                <a:cubicBezTo>
                  <a:pt x="24907" y="3860"/>
                  <a:pt x="24837" y="3901"/>
                  <a:pt x="24768" y="3932"/>
                </a:cubicBezTo>
                <a:cubicBezTo>
                  <a:pt x="24688" y="3971"/>
                  <a:pt x="24596" y="4004"/>
                  <a:pt x="24492" y="4031"/>
                </a:cubicBezTo>
                <a:cubicBezTo>
                  <a:pt x="24387" y="4057"/>
                  <a:pt x="24265" y="4070"/>
                  <a:pt x="24125" y="4070"/>
                </a:cubicBezTo>
                <a:cubicBezTo>
                  <a:pt x="23867" y="4070"/>
                  <a:pt x="23648" y="3985"/>
                  <a:pt x="23469" y="3814"/>
                </a:cubicBezTo>
                <a:cubicBezTo>
                  <a:pt x="23289" y="3643"/>
                  <a:pt x="23200" y="3425"/>
                  <a:pt x="23200" y="3159"/>
                </a:cubicBezTo>
                <a:cubicBezTo>
                  <a:pt x="23200" y="2942"/>
                  <a:pt x="23246" y="2766"/>
                  <a:pt x="23339" y="2632"/>
                </a:cubicBezTo>
                <a:cubicBezTo>
                  <a:pt x="23433" y="2498"/>
                  <a:pt x="23565" y="2392"/>
                  <a:pt x="23738" y="2315"/>
                </a:cubicBezTo>
                <a:cubicBezTo>
                  <a:pt x="23912" y="2238"/>
                  <a:pt x="24122" y="2186"/>
                  <a:pt x="24366" y="2158"/>
                </a:cubicBezTo>
                <a:cubicBezTo>
                  <a:pt x="24610" y="2131"/>
                  <a:pt x="24873" y="2110"/>
                  <a:pt x="25153" y="2097"/>
                </a:cubicBezTo>
                <a:lnTo>
                  <a:pt x="25153" y="2022"/>
                </a:lnTo>
                <a:cubicBezTo>
                  <a:pt x="25153" y="1912"/>
                  <a:pt x="25134" y="1820"/>
                  <a:pt x="25095" y="1748"/>
                </a:cubicBezTo>
                <a:cubicBezTo>
                  <a:pt x="25057" y="1675"/>
                  <a:pt x="25002" y="1619"/>
                  <a:pt x="24930" y="1577"/>
                </a:cubicBezTo>
                <a:cubicBezTo>
                  <a:pt x="24862" y="1538"/>
                  <a:pt x="24780" y="1511"/>
                  <a:pt x="24684" y="1497"/>
                </a:cubicBezTo>
                <a:cubicBezTo>
                  <a:pt x="24588" y="1483"/>
                  <a:pt x="24488" y="1476"/>
                  <a:pt x="24384" y="1476"/>
                </a:cubicBezTo>
                <a:cubicBezTo>
                  <a:pt x="24257" y="1476"/>
                  <a:pt x="24117" y="1494"/>
                  <a:pt x="23961" y="1528"/>
                </a:cubicBezTo>
                <a:cubicBezTo>
                  <a:pt x="23806" y="1562"/>
                  <a:pt x="23645" y="1612"/>
                  <a:pt x="23479" y="1676"/>
                </a:cubicBezTo>
                <a:lnTo>
                  <a:pt x="23453" y="1676"/>
                </a:lnTo>
                <a:lnTo>
                  <a:pt x="23453" y="1187"/>
                </a:lnTo>
                <a:cubicBezTo>
                  <a:pt x="23547" y="1161"/>
                  <a:pt x="23683" y="1133"/>
                  <a:pt x="23861" y="1102"/>
                </a:cubicBezTo>
                <a:cubicBezTo>
                  <a:pt x="24039" y="1071"/>
                  <a:pt x="24214" y="1056"/>
                  <a:pt x="24387" y="1056"/>
                </a:cubicBezTo>
                <a:cubicBezTo>
                  <a:pt x="24588" y="1056"/>
                  <a:pt x="24764" y="1073"/>
                  <a:pt x="24913" y="1106"/>
                </a:cubicBezTo>
                <a:cubicBezTo>
                  <a:pt x="25063" y="1139"/>
                  <a:pt x="25192" y="1196"/>
                  <a:pt x="25302" y="1277"/>
                </a:cubicBezTo>
                <a:cubicBezTo>
                  <a:pt x="25409" y="1355"/>
                  <a:pt x="25491" y="1457"/>
                  <a:pt x="25548" y="1582"/>
                </a:cubicBezTo>
                <a:cubicBezTo>
                  <a:pt x="25604" y="1706"/>
                  <a:pt x="25632" y="1861"/>
                  <a:pt x="25632" y="2046"/>
                </a:cubicBezTo>
                <a:lnTo>
                  <a:pt x="25632" y="3988"/>
                </a:lnTo>
                <a:moveTo>
                  <a:pt x="25153" y="3287"/>
                </a:moveTo>
                <a:lnTo>
                  <a:pt x="25153" y="2486"/>
                </a:lnTo>
                <a:cubicBezTo>
                  <a:pt x="25006" y="2495"/>
                  <a:pt x="24833" y="2508"/>
                  <a:pt x="24634" y="2525"/>
                </a:cubicBezTo>
                <a:cubicBezTo>
                  <a:pt x="24435" y="2542"/>
                  <a:pt x="24277" y="2567"/>
                  <a:pt x="24161" y="2600"/>
                </a:cubicBezTo>
                <a:cubicBezTo>
                  <a:pt x="24023" y="2639"/>
                  <a:pt x="23911" y="2701"/>
                  <a:pt x="23825" y="2784"/>
                </a:cubicBezTo>
                <a:cubicBezTo>
                  <a:pt x="23740" y="2867"/>
                  <a:pt x="23697" y="2982"/>
                  <a:pt x="23697" y="3128"/>
                </a:cubicBezTo>
                <a:cubicBezTo>
                  <a:pt x="23697" y="3292"/>
                  <a:pt x="23747" y="3416"/>
                  <a:pt x="23846" y="3500"/>
                </a:cubicBezTo>
                <a:cubicBezTo>
                  <a:pt x="23945" y="3583"/>
                  <a:pt x="24096" y="3624"/>
                  <a:pt x="24299" y="3624"/>
                </a:cubicBezTo>
                <a:cubicBezTo>
                  <a:pt x="24469" y="3624"/>
                  <a:pt x="24623" y="3591"/>
                  <a:pt x="24763" y="3525"/>
                </a:cubicBezTo>
                <a:cubicBezTo>
                  <a:pt x="24903" y="3459"/>
                  <a:pt x="25033" y="3380"/>
                  <a:pt x="25153" y="3287"/>
                </a:cubicBezTo>
                <a:close/>
                <a:moveTo>
                  <a:pt x="28957" y="2604"/>
                </a:moveTo>
                <a:lnTo>
                  <a:pt x="26847" y="2604"/>
                </a:lnTo>
                <a:cubicBezTo>
                  <a:pt x="26847" y="2781"/>
                  <a:pt x="26874" y="2934"/>
                  <a:pt x="26927" y="3066"/>
                </a:cubicBezTo>
                <a:cubicBezTo>
                  <a:pt x="26980" y="3197"/>
                  <a:pt x="27052" y="3304"/>
                  <a:pt x="27145" y="3388"/>
                </a:cubicBezTo>
                <a:cubicBezTo>
                  <a:pt x="27234" y="3470"/>
                  <a:pt x="27339" y="3532"/>
                  <a:pt x="27461" y="3573"/>
                </a:cubicBezTo>
                <a:cubicBezTo>
                  <a:pt x="27583" y="3614"/>
                  <a:pt x="27718" y="3635"/>
                  <a:pt x="27865" y="3635"/>
                </a:cubicBezTo>
                <a:cubicBezTo>
                  <a:pt x="28060" y="3635"/>
                  <a:pt x="28256" y="3596"/>
                  <a:pt x="28453" y="3517"/>
                </a:cubicBezTo>
                <a:cubicBezTo>
                  <a:pt x="28651" y="3439"/>
                  <a:pt x="28791" y="3362"/>
                  <a:pt x="28875" y="3286"/>
                </a:cubicBezTo>
                <a:lnTo>
                  <a:pt x="28901" y="3286"/>
                </a:lnTo>
                <a:lnTo>
                  <a:pt x="28901" y="3813"/>
                </a:lnTo>
                <a:cubicBezTo>
                  <a:pt x="28738" y="3882"/>
                  <a:pt x="28572" y="3939"/>
                  <a:pt x="28403" y="3986"/>
                </a:cubicBezTo>
                <a:cubicBezTo>
                  <a:pt x="28234" y="4032"/>
                  <a:pt x="28056" y="4055"/>
                  <a:pt x="27870" y="4055"/>
                </a:cubicBezTo>
                <a:cubicBezTo>
                  <a:pt x="27395" y="4055"/>
                  <a:pt x="27024" y="3926"/>
                  <a:pt x="26758" y="3669"/>
                </a:cubicBezTo>
                <a:cubicBezTo>
                  <a:pt x="26491" y="3411"/>
                  <a:pt x="26358" y="3045"/>
                  <a:pt x="26358" y="2571"/>
                </a:cubicBezTo>
                <a:cubicBezTo>
                  <a:pt x="26358" y="2102"/>
                  <a:pt x="26486" y="1730"/>
                  <a:pt x="26741" y="1454"/>
                </a:cubicBezTo>
                <a:cubicBezTo>
                  <a:pt x="26996" y="1178"/>
                  <a:pt x="27333" y="1041"/>
                  <a:pt x="27750" y="1041"/>
                </a:cubicBezTo>
                <a:cubicBezTo>
                  <a:pt x="28136" y="1041"/>
                  <a:pt x="28434" y="1154"/>
                  <a:pt x="28643" y="1380"/>
                </a:cubicBezTo>
                <a:cubicBezTo>
                  <a:pt x="28852" y="1606"/>
                  <a:pt x="28957" y="1926"/>
                  <a:pt x="28957" y="2342"/>
                </a:cubicBezTo>
                <a:lnTo>
                  <a:pt x="28957" y="2604"/>
                </a:lnTo>
                <a:moveTo>
                  <a:pt x="28488" y="2235"/>
                </a:moveTo>
                <a:cubicBezTo>
                  <a:pt x="28486" y="1982"/>
                  <a:pt x="28423" y="1787"/>
                  <a:pt x="28297" y="1648"/>
                </a:cubicBezTo>
                <a:cubicBezTo>
                  <a:pt x="28171" y="1510"/>
                  <a:pt x="27980" y="1441"/>
                  <a:pt x="27724" y="1441"/>
                </a:cubicBezTo>
                <a:cubicBezTo>
                  <a:pt x="27466" y="1441"/>
                  <a:pt x="27261" y="1517"/>
                  <a:pt x="27108" y="1669"/>
                </a:cubicBezTo>
                <a:cubicBezTo>
                  <a:pt x="26955" y="1821"/>
                  <a:pt x="26868" y="2010"/>
                  <a:pt x="26847" y="2235"/>
                </a:cubicBezTo>
                <a:lnTo>
                  <a:pt x="28488" y="2235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444EA37-EE15-478E-BDF1-BF9B26236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7" y="1063336"/>
            <a:ext cx="30029" cy="20497"/>
          </a:xfrm>
          <a:custGeom xmlns:a="http://schemas.openxmlformats.org/drawingml/2006/main">
            <a:pathLst>
              <a:path w="30029" h="20497">
                <a:moveTo>
                  <a:pt x="0" y="0"/>
                </a:moveTo>
                <a:lnTo>
                  <a:pt x="30029" y="0"/>
                </a:lnTo>
                <a:lnTo>
                  <a:pt x="30029" y="20497"/>
                </a:lnTo>
                <a:lnTo>
                  <a:pt x="0" y="204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AF7B4C6-EAA0-465C-AA11-98DDEE94A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4988" y="1063338"/>
            <a:ext cx="30029" cy="20497"/>
          </a:xfrm>
          <a:custGeom xmlns:a="http://schemas.openxmlformats.org/drawingml/2006/main">
            <a:pathLst>
              <a:path w="30029" h="20497" fill="none">
                <a:moveTo>
                  <a:pt x="0" y="0"/>
                </a:moveTo>
                <a:lnTo>
                  <a:pt x="30029" y="0"/>
                </a:lnTo>
                <a:lnTo>
                  <a:pt x="30029" y="20497"/>
                </a:lnTo>
                <a:lnTo>
                  <a:pt x="0" y="2049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34" name="Text Estrildidae">
            <a:extLst xmlns:a="http://schemas.openxmlformats.org/drawingml/2006/main">
              <a:ext uri="{FF2B5EF4-FFF2-40B4-BE49-F238E27FC236}">
                <a16:creationId xmlns:a16="http://schemas.microsoft.com/office/drawing/2014/main" id="{246D01BB-532E-4A53-8781-216F56483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8044" y="1064735"/>
            <a:ext cx="29029" cy="4419"/>
          </a:xfrm>
          <a:custGeom xmlns:a="http://schemas.openxmlformats.org/drawingml/2006/main">
            <a:pathLst>
              <a:path w="29029" h="4419">
                <a:moveTo>
                  <a:pt x="2730" y="4330"/>
                </a:moveTo>
                <a:lnTo>
                  <a:pt x="0" y="4330"/>
                </a:lnTo>
                <a:lnTo>
                  <a:pt x="0" y="184"/>
                </a:lnTo>
                <a:lnTo>
                  <a:pt x="2730" y="184"/>
                </a:lnTo>
                <a:lnTo>
                  <a:pt x="2730" y="673"/>
                </a:lnTo>
                <a:lnTo>
                  <a:pt x="551" y="673"/>
                </a:lnTo>
                <a:lnTo>
                  <a:pt x="551" y="1809"/>
                </a:lnTo>
                <a:lnTo>
                  <a:pt x="2730" y="1809"/>
                </a:lnTo>
                <a:lnTo>
                  <a:pt x="2730" y="2299"/>
                </a:lnTo>
                <a:lnTo>
                  <a:pt x="551" y="2299"/>
                </a:lnTo>
                <a:lnTo>
                  <a:pt x="551" y="3841"/>
                </a:lnTo>
                <a:lnTo>
                  <a:pt x="2730" y="3841"/>
                </a:lnTo>
                <a:lnTo>
                  <a:pt x="2730" y="4330"/>
                </a:lnTo>
                <a:close/>
                <a:moveTo>
                  <a:pt x="5783" y="3432"/>
                </a:moveTo>
                <a:cubicBezTo>
                  <a:pt x="5783" y="3716"/>
                  <a:pt x="5666" y="3949"/>
                  <a:pt x="5431" y="4130"/>
                </a:cubicBezTo>
                <a:cubicBezTo>
                  <a:pt x="5197" y="4312"/>
                  <a:pt x="4876" y="4403"/>
                  <a:pt x="4470" y="4403"/>
                </a:cubicBezTo>
                <a:cubicBezTo>
                  <a:pt x="4240" y="4403"/>
                  <a:pt x="4029" y="4375"/>
                  <a:pt x="3837" y="4320"/>
                </a:cubicBezTo>
                <a:cubicBezTo>
                  <a:pt x="3645" y="4265"/>
                  <a:pt x="3484" y="4205"/>
                  <a:pt x="3354" y="4140"/>
                </a:cubicBezTo>
                <a:lnTo>
                  <a:pt x="3354" y="3551"/>
                </a:lnTo>
                <a:lnTo>
                  <a:pt x="3382" y="3551"/>
                </a:lnTo>
                <a:cubicBezTo>
                  <a:pt x="3547" y="3677"/>
                  <a:pt x="3730" y="3777"/>
                  <a:pt x="3933" y="3852"/>
                </a:cubicBezTo>
                <a:cubicBezTo>
                  <a:pt x="4135" y="3926"/>
                  <a:pt x="4329" y="3963"/>
                  <a:pt x="4514" y="3963"/>
                </a:cubicBezTo>
                <a:cubicBezTo>
                  <a:pt x="4744" y="3963"/>
                  <a:pt x="4924" y="3926"/>
                  <a:pt x="5054" y="3851"/>
                </a:cubicBezTo>
                <a:cubicBezTo>
                  <a:pt x="5184" y="3777"/>
                  <a:pt x="5249" y="3659"/>
                  <a:pt x="5249" y="3499"/>
                </a:cubicBezTo>
                <a:cubicBezTo>
                  <a:pt x="5249" y="3377"/>
                  <a:pt x="5214" y="3284"/>
                  <a:pt x="5143" y="3221"/>
                </a:cubicBezTo>
                <a:cubicBezTo>
                  <a:pt x="5073" y="3158"/>
                  <a:pt x="4937" y="3104"/>
                  <a:pt x="4737" y="3060"/>
                </a:cubicBezTo>
                <a:cubicBezTo>
                  <a:pt x="4663" y="3043"/>
                  <a:pt x="4566" y="3024"/>
                  <a:pt x="4446" y="3001"/>
                </a:cubicBezTo>
                <a:cubicBezTo>
                  <a:pt x="4326" y="2979"/>
                  <a:pt x="4217" y="2955"/>
                  <a:pt x="4119" y="2929"/>
                </a:cubicBezTo>
                <a:cubicBezTo>
                  <a:pt x="3846" y="2857"/>
                  <a:pt x="3653" y="2751"/>
                  <a:pt x="3539" y="2611"/>
                </a:cubicBezTo>
                <a:cubicBezTo>
                  <a:pt x="3425" y="2471"/>
                  <a:pt x="3368" y="2299"/>
                  <a:pt x="3368" y="2095"/>
                </a:cubicBezTo>
                <a:cubicBezTo>
                  <a:pt x="3368" y="1967"/>
                  <a:pt x="3394" y="1846"/>
                  <a:pt x="3447" y="1733"/>
                </a:cubicBezTo>
                <a:cubicBezTo>
                  <a:pt x="3500" y="1620"/>
                  <a:pt x="3580" y="1519"/>
                  <a:pt x="3688" y="1430"/>
                </a:cubicBezTo>
                <a:cubicBezTo>
                  <a:pt x="3792" y="1343"/>
                  <a:pt x="3924" y="1274"/>
                  <a:pt x="4084" y="1223"/>
                </a:cubicBezTo>
                <a:cubicBezTo>
                  <a:pt x="4245" y="1172"/>
                  <a:pt x="4424" y="1147"/>
                  <a:pt x="4623" y="1147"/>
                </a:cubicBezTo>
                <a:cubicBezTo>
                  <a:pt x="4808" y="1147"/>
                  <a:pt x="4996" y="1169"/>
                  <a:pt x="5186" y="1215"/>
                </a:cubicBezTo>
                <a:cubicBezTo>
                  <a:pt x="5376" y="1260"/>
                  <a:pt x="5535" y="1315"/>
                  <a:pt x="5661" y="1380"/>
                </a:cubicBezTo>
                <a:lnTo>
                  <a:pt x="5661" y="1937"/>
                </a:lnTo>
                <a:lnTo>
                  <a:pt x="5633" y="1937"/>
                </a:lnTo>
                <a:cubicBezTo>
                  <a:pt x="5499" y="1839"/>
                  <a:pt x="5337" y="1756"/>
                  <a:pt x="5146" y="1688"/>
                </a:cubicBezTo>
                <a:cubicBezTo>
                  <a:pt x="4955" y="1620"/>
                  <a:pt x="4767" y="1586"/>
                  <a:pt x="4584" y="1586"/>
                </a:cubicBezTo>
                <a:cubicBezTo>
                  <a:pt x="4393" y="1586"/>
                  <a:pt x="4231" y="1623"/>
                  <a:pt x="4100" y="1697"/>
                </a:cubicBezTo>
                <a:cubicBezTo>
                  <a:pt x="3968" y="1770"/>
                  <a:pt x="3902" y="1880"/>
                  <a:pt x="3902" y="2025"/>
                </a:cubicBezTo>
                <a:cubicBezTo>
                  <a:pt x="3902" y="2153"/>
                  <a:pt x="3942" y="2250"/>
                  <a:pt x="4022" y="2314"/>
                </a:cubicBezTo>
                <a:cubicBezTo>
                  <a:pt x="4100" y="2379"/>
                  <a:pt x="4226" y="2432"/>
                  <a:pt x="4400" y="2473"/>
                </a:cubicBezTo>
                <a:cubicBezTo>
                  <a:pt x="4497" y="2495"/>
                  <a:pt x="4605" y="2517"/>
                  <a:pt x="4724" y="2540"/>
                </a:cubicBezTo>
                <a:cubicBezTo>
                  <a:pt x="4844" y="2562"/>
                  <a:pt x="4944" y="2582"/>
                  <a:pt x="5023" y="2601"/>
                </a:cubicBezTo>
                <a:cubicBezTo>
                  <a:pt x="5267" y="2656"/>
                  <a:pt x="5454" y="2752"/>
                  <a:pt x="5586" y="2887"/>
                </a:cubicBezTo>
                <a:cubicBezTo>
                  <a:pt x="5717" y="3024"/>
                  <a:pt x="5783" y="3206"/>
                  <a:pt x="5783" y="3432"/>
                </a:cubicBezTo>
                <a:close/>
                <a:moveTo>
                  <a:pt x="8146" y="4303"/>
                </a:moveTo>
                <a:cubicBezTo>
                  <a:pt x="8047" y="4329"/>
                  <a:pt x="7940" y="4350"/>
                  <a:pt x="7824" y="4367"/>
                </a:cubicBezTo>
                <a:cubicBezTo>
                  <a:pt x="7708" y="4383"/>
                  <a:pt x="7605" y="4392"/>
                  <a:pt x="7514" y="4392"/>
                </a:cubicBezTo>
                <a:cubicBezTo>
                  <a:pt x="7197" y="4392"/>
                  <a:pt x="6956" y="4306"/>
                  <a:pt x="6790" y="4135"/>
                </a:cubicBezTo>
                <a:cubicBezTo>
                  <a:pt x="6625" y="3964"/>
                  <a:pt x="6543" y="3690"/>
                  <a:pt x="6543" y="3313"/>
                </a:cubicBezTo>
                <a:lnTo>
                  <a:pt x="6543" y="1659"/>
                </a:lnTo>
                <a:lnTo>
                  <a:pt x="6189" y="1659"/>
                </a:lnTo>
                <a:lnTo>
                  <a:pt x="6189" y="1219"/>
                </a:lnTo>
                <a:lnTo>
                  <a:pt x="6543" y="1219"/>
                </a:lnTo>
                <a:lnTo>
                  <a:pt x="6543" y="323"/>
                </a:lnTo>
                <a:lnTo>
                  <a:pt x="7066" y="323"/>
                </a:lnTo>
                <a:lnTo>
                  <a:pt x="7066" y="1219"/>
                </a:lnTo>
                <a:lnTo>
                  <a:pt x="8146" y="1219"/>
                </a:lnTo>
                <a:lnTo>
                  <a:pt x="8146" y="1659"/>
                </a:lnTo>
                <a:lnTo>
                  <a:pt x="7066" y="1659"/>
                </a:lnTo>
                <a:lnTo>
                  <a:pt x="7066" y="3079"/>
                </a:lnTo>
                <a:cubicBezTo>
                  <a:pt x="7066" y="3242"/>
                  <a:pt x="7070" y="3370"/>
                  <a:pt x="7077" y="3462"/>
                </a:cubicBezTo>
                <a:cubicBezTo>
                  <a:pt x="7085" y="3554"/>
                  <a:pt x="7111" y="3640"/>
                  <a:pt x="7155" y="3720"/>
                </a:cubicBezTo>
                <a:cubicBezTo>
                  <a:pt x="7196" y="3795"/>
                  <a:pt x="7252" y="3849"/>
                  <a:pt x="7323" y="3884"/>
                </a:cubicBezTo>
                <a:cubicBezTo>
                  <a:pt x="7395" y="3918"/>
                  <a:pt x="7504" y="3935"/>
                  <a:pt x="7650" y="3935"/>
                </a:cubicBezTo>
                <a:cubicBezTo>
                  <a:pt x="7736" y="3935"/>
                  <a:pt x="7825" y="3923"/>
                  <a:pt x="7918" y="3898"/>
                </a:cubicBezTo>
                <a:cubicBezTo>
                  <a:pt x="8010" y="3873"/>
                  <a:pt x="8077" y="3852"/>
                  <a:pt x="8118" y="3835"/>
                </a:cubicBezTo>
                <a:lnTo>
                  <a:pt x="8146" y="3835"/>
                </a:lnTo>
                <a:lnTo>
                  <a:pt x="8146" y="4303"/>
                </a:lnTo>
                <a:close/>
                <a:moveTo>
                  <a:pt x="10717" y="1787"/>
                </a:moveTo>
                <a:lnTo>
                  <a:pt x="10690" y="1787"/>
                </a:lnTo>
                <a:cubicBezTo>
                  <a:pt x="10612" y="1769"/>
                  <a:pt x="10536" y="1756"/>
                  <a:pt x="10463" y="1749"/>
                </a:cubicBezTo>
                <a:cubicBezTo>
                  <a:pt x="10389" y="1741"/>
                  <a:pt x="10303" y="1737"/>
                  <a:pt x="10203" y="1737"/>
                </a:cubicBezTo>
                <a:cubicBezTo>
                  <a:pt x="10041" y="1737"/>
                  <a:pt x="9885" y="1772"/>
                  <a:pt x="9735" y="1844"/>
                </a:cubicBezTo>
                <a:cubicBezTo>
                  <a:pt x="9585" y="1915"/>
                  <a:pt x="9440" y="2008"/>
                  <a:pt x="9301" y="2121"/>
                </a:cubicBezTo>
                <a:lnTo>
                  <a:pt x="9301" y="4330"/>
                </a:lnTo>
                <a:lnTo>
                  <a:pt x="8778" y="4330"/>
                </a:lnTo>
                <a:lnTo>
                  <a:pt x="8778" y="1219"/>
                </a:lnTo>
                <a:lnTo>
                  <a:pt x="9301" y="1219"/>
                </a:lnTo>
                <a:lnTo>
                  <a:pt x="9301" y="1679"/>
                </a:lnTo>
                <a:cubicBezTo>
                  <a:pt x="9509" y="1511"/>
                  <a:pt x="9692" y="1393"/>
                  <a:pt x="9850" y="1323"/>
                </a:cubicBezTo>
                <a:cubicBezTo>
                  <a:pt x="10009" y="1254"/>
                  <a:pt x="10171" y="1219"/>
                  <a:pt x="10336" y="1219"/>
                </a:cubicBezTo>
                <a:cubicBezTo>
                  <a:pt x="10427" y="1219"/>
                  <a:pt x="10493" y="1221"/>
                  <a:pt x="10534" y="1226"/>
                </a:cubicBezTo>
                <a:cubicBezTo>
                  <a:pt x="10575" y="1230"/>
                  <a:pt x="10636" y="1239"/>
                  <a:pt x="10717" y="1252"/>
                </a:cubicBezTo>
                <a:lnTo>
                  <a:pt x="10717" y="1787"/>
                </a:lnTo>
                <a:close/>
                <a:moveTo>
                  <a:pt x="11772" y="701"/>
                </a:moveTo>
                <a:lnTo>
                  <a:pt x="11182" y="701"/>
                </a:lnTo>
                <a:lnTo>
                  <a:pt x="11182" y="156"/>
                </a:lnTo>
                <a:lnTo>
                  <a:pt x="11772" y="156"/>
                </a:lnTo>
                <a:lnTo>
                  <a:pt x="11772" y="701"/>
                </a:lnTo>
                <a:moveTo>
                  <a:pt x="11739" y="4330"/>
                </a:moveTo>
                <a:lnTo>
                  <a:pt x="11216" y="4330"/>
                </a:lnTo>
                <a:lnTo>
                  <a:pt x="11216" y="1219"/>
                </a:lnTo>
                <a:lnTo>
                  <a:pt x="11739" y="1219"/>
                </a:lnTo>
                <a:lnTo>
                  <a:pt x="11739" y="4330"/>
                </a:lnTo>
                <a:close/>
                <a:moveTo>
                  <a:pt x="13303" y="4330"/>
                </a:moveTo>
                <a:lnTo>
                  <a:pt x="12779" y="4330"/>
                </a:lnTo>
                <a:lnTo>
                  <a:pt x="12779" y="0"/>
                </a:lnTo>
                <a:lnTo>
                  <a:pt x="13303" y="0"/>
                </a:lnTo>
                <a:lnTo>
                  <a:pt x="13303" y="4330"/>
                </a:lnTo>
                <a:close/>
                <a:moveTo>
                  <a:pt x="16859" y="4330"/>
                </a:moveTo>
                <a:lnTo>
                  <a:pt x="16336" y="4330"/>
                </a:lnTo>
                <a:lnTo>
                  <a:pt x="16336" y="4006"/>
                </a:lnTo>
                <a:cubicBezTo>
                  <a:pt x="16186" y="4137"/>
                  <a:pt x="16029" y="4238"/>
                  <a:pt x="15866" y="4311"/>
                </a:cubicBezTo>
                <a:cubicBezTo>
                  <a:pt x="15702" y="4383"/>
                  <a:pt x="15525" y="4419"/>
                  <a:pt x="15334" y="4419"/>
                </a:cubicBezTo>
                <a:cubicBezTo>
                  <a:pt x="14963" y="4419"/>
                  <a:pt x="14668" y="4276"/>
                  <a:pt x="14450" y="3990"/>
                </a:cubicBezTo>
                <a:cubicBezTo>
                  <a:pt x="14232" y="3703"/>
                  <a:pt x="14123" y="3306"/>
                  <a:pt x="14123" y="2798"/>
                </a:cubicBezTo>
                <a:cubicBezTo>
                  <a:pt x="14123" y="2534"/>
                  <a:pt x="14161" y="2299"/>
                  <a:pt x="14236" y="2092"/>
                </a:cubicBezTo>
                <a:cubicBezTo>
                  <a:pt x="14311" y="1886"/>
                  <a:pt x="14413" y="1710"/>
                  <a:pt x="14541" y="1565"/>
                </a:cubicBezTo>
                <a:cubicBezTo>
                  <a:pt x="14667" y="1424"/>
                  <a:pt x="14814" y="1316"/>
                  <a:pt x="14982" y="1242"/>
                </a:cubicBezTo>
                <a:cubicBezTo>
                  <a:pt x="15150" y="1167"/>
                  <a:pt x="15324" y="1130"/>
                  <a:pt x="15504" y="1130"/>
                </a:cubicBezTo>
                <a:cubicBezTo>
                  <a:pt x="15667" y="1130"/>
                  <a:pt x="15812" y="1147"/>
                  <a:pt x="15938" y="1182"/>
                </a:cubicBezTo>
                <a:cubicBezTo>
                  <a:pt x="16064" y="1216"/>
                  <a:pt x="16197" y="1269"/>
                  <a:pt x="16336" y="1342"/>
                </a:cubicBezTo>
                <a:lnTo>
                  <a:pt x="16336" y="0"/>
                </a:lnTo>
                <a:lnTo>
                  <a:pt x="16859" y="0"/>
                </a:lnTo>
                <a:lnTo>
                  <a:pt x="16859" y="4330"/>
                </a:lnTo>
                <a:moveTo>
                  <a:pt x="16336" y="3565"/>
                </a:moveTo>
                <a:lnTo>
                  <a:pt x="16336" y="1781"/>
                </a:lnTo>
                <a:cubicBezTo>
                  <a:pt x="16195" y="1718"/>
                  <a:pt x="16069" y="1674"/>
                  <a:pt x="15957" y="1650"/>
                </a:cubicBezTo>
                <a:cubicBezTo>
                  <a:pt x="15846" y="1626"/>
                  <a:pt x="15725" y="1614"/>
                  <a:pt x="15593" y="1614"/>
                </a:cubicBezTo>
                <a:cubicBezTo>
                  <a:pt x="15300" y="1614"/>
                  <a:pt x="15072" y="1716"/>
                  <a:pt x="14908" y="1920"/>
                </a:cubicBezTo>
                <a:cubicBezTo>
                  <a:pt x="14745" y="2124"/>
                  <a:pt x="14663" y="2414"/>
                  <a:pt x="14663" y="2789"/>
                </a:cubicBezTo>
                <a:cubicBezTo>
                  <a:pt x="14663" y="3158"/>
                  <a:pt x="14726" y="3438"/>
                  <a:pt x="14853" y="3630"/>
                </a:cubicBezTo>
                <a:cubicBezTo>
                  <a:pt x="14979" y="3822"/>
                  <a:pt x="15181" y="3918"/>
                  <a:pt x="15459" y="3918"/>
                </a:cubicBezTo>
                <a:cubicBezTo>
                  <a:pt x="15608" y="3918"/>
                  <a:pt x="15758" y="3886"/>
                  <a:pt x="15910" y="3820"/>
                </a:cubicBezTo>
                <a:cubicBezTo>
                  <a:pt x="16062" y="3754"/>
                  <a:pt x="16204" y="3669"/>
                  <a:pt x="16336" y="3565"/>
                </a:cubicBezTo>
                <a:close/>
                <a:moveTo>
                  <a:pt x="18451" y="701"/>
                </a:moveTo>
                <a:lnTo>
                  <a:pt x="17861" y="701"/>
                </a:lnTo>
                <a:lnTo>
                  <a:pt x="17861" y="156"/>
                </a:lnTo>
                <a:lnTo>
                  <a:pt x="18451" y="156"/>
                </a:lnTo>
                <a:lnTo>
                  <a:pt x="18451" y="701"/>
                </a:lnTo>
                <a:moveTo>
                  <a:pt x="18418" y="4330"/>
                </a:moveTo>
                <a:lnTo>
                  <a:pt x="17894" y="4330"/>
                </a:lnTo>
                <a:lnTo>
                  <a:pt x="17894" y="1219"/>
                </a:lnTo>
                <a:lnTo>
                  <a:pt x="18418" y="1219"/>
                </a:lnTo>
                <a:lnTo>
                  <a:pt x="18418" y="4330"/>
                </a:lnTo>
                <a:close/>
                <a:moveTo>
                  <a:pt x="21974" y="4330"/>
                </a:moveTo>
                <a:lnTo>
                  <a:pt x="21451" y="4330"/>
                </a:lnTo>
                <a:lnTo>
                  <a:pt x="21451" y="4006"/>
                </a:lnTo>
                <a:cubicBezTo>
                  <a:pt x="21301" y="4137"/>
                  <a:pt x="21144" y="4238"/>
                  <a:pt x="20981" y="4311"/>
                </a:cubicBezTo>
                <a:cubicBezTo>
                  <a:pt x="20817" y="4383"/>
                  <a:pt x="20640" y="4419"/>
                  <a:pt x="20449" y="4419"/>
                </a:cubicBezTo>
                <a:cubicBezTo>
                  <a:pt x="20078" y="4419"/>
                  <a:pt x="19783" y="4276"/>
                  <a:pt x="19565" y="3990"/>
                </a:cubicBezTo>
                <a:cubicBezTo>
                  <a:pt x="19347" y="3703"/>
                  <a:pt x="19238" y="3306"/>
                  <a:pt x="19238" y="2798"/>
                </a:cubicBezTo>
                <a:cubicBezTo>
                  <a:pt x="19238" y="2534"/>
                  <a:pt x="19276" y="2299"/>
                  <a:pt x="19351" y="2092"/>
                </a:cubicBezTo>
                <a:cubicBezTo>
                  <a:pt x="19426" y="1886"/>
                  <a:pt x="19528" y="1710"/>
                  <a:pt x="19656" y="1565"/>
                </a:cubicBezTo>
                <a:cubicBezTo>
                  <a:pt x="19782" y="1424"/>
                  <a:pt x="19929" y="1316"/>
                  <a:pt x="20097" y="1242"/>
                </a:cubicBezTo>
                <a:cubicBezTo>
                  <a:pt x="20265" y="1167"/>
                  <a:pt x="20439" y="1130"/>
                  <a:pt x="20619" y="1130"/>
                </a:cubicBezTo>
                <a:cubicBezTo>
                  <a:pt x="20782" y="1130"/>
                  <a:pt x="20927" y="1147"/>
                  <a:pt x="21053" y="1182"/>
                </a:cubicBezTo>
                <a:cubicBezTo>
                  <a:pt x="21179" y="1216"/>
                  <a:pt x="21312" y="1269"/>
                  <a:pt x="21451" y="1342"/>
                </a:cubicBezTo>
                <a:lnTo>
                  <a:pt x="21451" y="0"/>
                </a:lnTo>
                <a:lnTo>
                  <a:pt x="21974" y="0"/>
                </a:lnTo>
                <a:lnTo>
                  <a:pt x="21974" y="4330"/>
                </a:lnTo>
                <a:moveTo>
                  <a:pt x="21451" y="3565"/>
                </a:moveTo>
                <a:lnTo>
                  <a:pt x="21451" y="1781"/>
                </a:lnTo>
                <a:cubicBezTo>
                  <a:pt x="21310" y="1718"/>
                  <a:pt x="21184" y="1674"/>
                  <a:pt x="21072" y="1650"/>
                </a:cubicBezTo>
                <a:cubicBezTo>
                  <a:pt x="20961" y="1626"/>
                  <a:pt x="20840" y="1614"/>
                  <a:pt x="20708" y="1614"/>
                </a:cubicBezTo>
                <a:cubicBezTo>
                  <a:pt x="20415" y="1614"/>
                  <a:pt x="20186" y="1716"/>
                  <a:pt x="20023" y="1920"/>
                </a:cubicBezTo>
                <a:cubicBezTo>
                  <a:pt x="19860" y="2124"/>
                  <a:pt x="19778" y="2414"/>
                  <a:pt x="19778" y="2789"/>
                </a:cubicBezTo>
                <a:cubicBezTo>
                  <a:pt x="19778" y="3158"/>
                  <a:pt x="19841" y="3438"/>
                  <a:pt x="19968" y="3630"/>
                </a:cubicBezTo>
                <a:cubicBezTo>
                  <a:pt x="20094" y="3822"/>
                  <a:pt x="20296" y="3918"/>
                  <a:pt x="20574" y="3918"/>
                </a:cubicBezTo>
                <a:cubicBezTo>
                  <a:pt x="20723" y="3918"/>
                  <a:pt x="20873" y="3886"/>
                  <a:pt x="21025" y="3820"/>
                </a:cubicBezTo>
                <a:cubicBezTo>
                  <a:pt x="21177" y="3754"/>
                  <a:pt x="21319" y="3669"/>
                  <a:pt x="21451" y="3565"/>
                </a:cubicBezTo>
                <a:close/>
                <a:moveTo>
                  <a:pt x="25419" y="4330"/>
                </a:moveTo>
                <a:lnTo>
                  <a:pt x="24899" y="4330"/>
                </a:lnTo>
                <a:lnTo>
                  <a:pt x="24899" y="4001"/>
                </a:lnTo>
                <a:cubicBezTo>
                  <a:pt x="24853" y="4033"/>
                  <a:pt x="24790" y="4077"/>
                  <a:pt x="24711" y="4134"/>
                </a:cubicBezTo>
                <a:cubicBezTo>
                  <a:pt x="24632" y="4190"/>
                  <a:pt x="24556" y="4235"/>
                  <a:pt x="24481" y="4269"/>
                </a:cubicBezTo>
                <a:cubicBezTo>
                  <a:pt x="24394" y="4312"/>
                  <a:pt x="24294" y="4347"/>
                  <a:pt x="24181" y="4376"/>
                </a:cubicBezTo>
                <a:cubicBezTo>
                  <a:pt x="24068" y="4405"/>
                  <a:pt x="23935" y="4419"/>
                  <a:pt x="23783" y="4419"/>
                </a:cubicBezTo>
                <a:cubicBezTo>
                  <a:pt x="23503" y="4419"/>
                  <a:pt x="23265" y="4327"/>
                  <a:pt x="23070" y="4141"/>
                </a:cubicBezTo>
                <a:cubicBezTo>
                  <a:pt x="22876" y="3955"/>
                  <a:pt x="22778" y="3718"/>
                  <a:pt x="22778" y="3430"/>
                </a:cubicBezTo>
                <a:cubicBezTo>
                  <a:pt x="22778" y="3194"/>
                  <a:pt x="22829" y="3003"/>
                  <a:pt x="22930" y="2858"/>
                </a:cubicBezTo>
                <a:cubicBezTo>
                  <a:pt x="23031" y="2712"/>
                  <a:pt x="23175" y="2597"/>
                  <a:pt x="23363" y="2513"/>
                </a:cubicBezTo>
                <a:cubicBezTo>
                  <a:pt x="23552" y="2430"/>
                  <a:pt x="23779" y="2373"/>
                  <a:pt x="24045" y="2343"/>
                </a:cubicBezTo>
                <a:cubicBezTo>
                  <a:pt x="24310" y="2314"/>
                  <a:pt x="24595" y="2291"/>
                  <a:pt x="24899" y="2276"/>
                </a:cubicBezTo>
                <a:lnTo>
                  <a:pt x="24899" y="2195"/>
                </a:lnTo>
                <a:cubicBezTo>
                  <a:pt x="24899" y="2075"/>
                  <a:pt x="24878" y="1976"/>
                  <a:pt x="24836" y="1898"/>
                </a:cubicBezTo>
                <a:cubicBezTo>
                  <a:pt x="24795" y="1819"/>
                  <a:pt x="24735" y="1757"/>
                  <a:pt x="24657" y="1712"/>
                </a:cubicBezTo>
                <a:cubicBezTo>
                  <a:pt x="24583" y="1669"/>
                  <a:pt x="24494" y="1640"/>
                  <a:pt x="24390" y="1625"/>
                </a:cubicBezTo>
                <a:cubicBezTo>
                  <a:pt x="24286" y="1610"/>
                  <a:pt x="24177" y="1603"/>
                  <a:pt x="24064" y="1603"/>
                </a:cubicBezTo>
                <a:cubicBezTo>
                  <a:pt x="23927" y="1603"/>
                  <a:pt x="23774" y="1622"/>
                  <a:pt x="23605" y="1659"/>
                </a:cubicBezTo>
                <a:cubicBezTo>
                  <a:pt x="23436" y="1696"/>
                  <a:pt x="23262" y="1750"/>
                  <a:pt x="23082" y="1820"/>
                </a:cubicBezTo>
                <a:lnTo>
                  <a:pt x="23054" y="1820"/>
                </a:lnTo>
                <a:lnTo>
                  <a:pt x="23054" y="1289"/>
                </a:lnTo>
                <a:cubicBezTo>
                  <a:pt x="23156" y="1261"/>
                  <a:pt x="23303" y="1230"/>
                  <a:pt x="23496" y="1197"/>
                </a:cubicBezTo>
                <a:cubicBezTo>
                  <a:pt x="23689" y="1163"/>
                  <a:pt x="23879" y="1147"/>
                  <a:pt x="24067" y="1147"/>
                </a:cubicBezTo>
                <a:cubicBezTo>
                  <a:pt x="24286" y="1147"/>
                  <a:pt x="24476" y="1165"/>
                  <a:pt x="24639" y="1201"/>
                </a:cubicBezTo>
                <a:cubicBezTo>
                  <a:pt x="24801" y="1237"/>
                  <a:pt x="24942" y="1299"/>
                  <a:pt x="25060" y="1386"/>
                </a:cubicBezTo>
                <a:cubicBezTo>
                  <a:pt x="25177" y="1471"/>
                  <a:pt x="25266" y="1582"/>
                  <a:pt x="25328" y="1717"/>
                </a:cubicBezTo>
                <a:cubicBezTo>
                  <a:pt x="25389" y="1853"/>
                  <a:pt x="25419" y="2020"/>
                  <a:pt x="25419" y="2221"/>
                </a:cubicBezTo>
                <a:lnTo>
                  <a:pt x="25419" y="4330"/>
                </a:lnTo>
                <a:moveTo>
                  <a:pt x="24899" y="3569"/>
                </a:moveTo>
                <a:lnTo>
                  <a:pt x="24899" y="2700"/>
                </a:lnTo>
                <a:cubicBezTo>
                  <a:pt x="24739" y="2709"/>
                  <a:pt x="24552" y="2723"/>
                  <a:pt x="24335" y="2742"/>
                </a:cubicBezTo>
                <a:cubicBezTo>
                  <a:pt x="24119" y="2760"/>
                  <a:pt x="23948" y="2787"/>
                  <a:pt x="23822" y="2822"/>
                </a:cubicBezTo>
                <a:cubicBezTo>
                  <a:pt x="23672" y="2865"/>
                  <a:pt x="23550" y="2932"/>
                  <a:pt x="23457" y="3022"/>
                </a:cubicBezTo>
                <a:cubicBezTo>
                  <a:pt x="23365" y="3113"/>
                  <a:pt x="23318" y="3237"/>
                  <a:pt x="23318" y="3396"/>
                </a:cubicBezTo>
                <a:cubicBezTo>
                  <a:pt x="23318" y="3575"/>
                  <a:pt x="23372" y="3709"/>
                  <a:pt x="23480" y="3800"/>
                </a:cubicBezTo>
                <a:cubicBezTo>
                  <a:pt x="23587" y="3890"/>
                  <a:pt x="23751" y="3935"/>
                  <a:pt x="23972" y="3935"/>
                </a:cubicBezTo>
                <a:cubicBezTo>
                  <a:pt x="24156" y="3935"/>
                  <a:pt x="24324" y="3899"/>
                  <a:pt x="24476" y="3828"/>
                </a:cubicBezTo>
                <a:cubicBezTo>
                  <a:pt x="24628" y="3756"/>
                  <a:pt x="24769" y="3670"/>
                  <a:pt x="24899" y="3569"/>
                </a:cubicBezTo>
                <a:close/>
                <a:moveTo>
                  <a:pt x="29029" y="2828"/>
                </a:moveTo>
                <a:lnTo>
                  <a:pt x="26739" y="2828"/>
                </a:lnTo>
                <a:cubicBezTo>
                  <a:pt x="26739" y="3019"/>
                  <a:pt x="26767" y="3186"/>
                  <a:pt x="26825" y="3328"/>
                </a:cubicBezTo>
                <a:cubicBezTo>
                  <a:pt x="26882" y="3471"/>
                  <a:pt x="26961" y="3587"/>
                  <a:pt x="27062" y="3678"/>
                </a:cubicBezTo>
                <a:cubicBezTo>
                  <a:pt x="27158" y="3768"/>
                  <a:pt x="27273" y="3835"/>
                  <a:pt x="27405" y="3879"/>
                </a:cubicBezTo>
                <a:cubicBezTo>
                  <a:pt x="27538" y="3924"/>
                  <a:pt x="27684" y="3946"/>
                  <a:pt x="27844" y="3946"/>
                </a:cubicBezTo>
                <a:cubicBezTo>
                  <a:pt x="28055" y="3946"/>
                  <a:pt x="28268" y="3904"/>
                  <a:pt x="28482" y="3819"/>
                </a:cubicBezTo>
                <a:cubicBezTo>
                  <a:pt x="28697" y="3734"/>
                  <a:pt x="28849" y="3650"/>
                  <a:pt x="28940" y="3568"/>
                </a:cubicBezTo>
                <a:lnTo>
                  <a:pt x="28968" y="3568"/>
                </a:lnTo>
                <a:lnTo>
                  <a:pt x="28968" y="4140"/>
                </a:lnTo>
                <a:cubicBezTo>
                  <a:pt x="28792" y="4215"/>
                  <a:pt x="28612" y="4277"/>
                  <a:pt x="28428" y="4327"/>
                </a:cubicBezTo>
                <a:cubicBezTo>
                  <a:pt x="28244" y="4378"/>
                  <a:pt x="28051" y="4403"/>
                  <a:pt x="27849" y="4403"/>
                </a:cubicBezTo>
                <a:cubicBezTo>
                  <a:pt x="27333" y="4403"/>
                  <a:pt x="26931" y="4263"/>
                  <a:pt x="26641" y="3983"/>
                </a:cubicBezTo>
                <a:cubicBezTo>
                  <a:pt x="26352" y="3703"/>
                  <a:pt x="26207" y="3306"/>
                  <a:pt x="26207" y="2791"/>
                </a:cubicBezTo>
                <a:cubicBezTo>
                  <a:pt x="26207" y="2282"/>
                  <a:pt x="26346" y="1878"/>
                  <a:pt x="26623" y="1579"/>
                </a:cubicBezTo>
                <a:cubicBezTo>
                  <a:pt x="26901" y="1280"/>
                  <a:pt x="27266" y="1130"/>
                  <a:pt x="27718" y="1130"/>
                </a:cubicBezTo>
                <a:cubicBezTo>
                  <a:pt x="28138" y="1130"/>
                  <a:pt x="28461" y="1253"/>
                  <a:pt x="28688" y="1498"/>
                </a:cubicBezTo>
                <a:cubicBezTo>
                  <a:pt x="28915" y="1743"/>
                  <a:pt x="29029" y="2092"/>
                  <a:pt x="29029" y="2543"/>
                </a:cubicBezTo>
                <a:lnTo>
                  <a:pt x="29029" y="2828"/>
                </a:lnTo>
                <a:moveTo>
                  <a:pt x="28520" y="2427"/>
                </a:moveTo>
                <a:cubicBezTo>
                  <a:pt x="28518" y="2152"/>
                  <a:pt x="28449" y="1940"/>
                  <a:pt x="28312" y="1789"/>
                </a:cubicBezTo>
                <a:cubicBezTo>
                  <a:pt x="28176" y="1639"/>
                  <a:pt x="27969" y="1564"/>
                  <a:pt x="27690" y="1564"/>
                </a:cubicBezTo>
                <a:cubicBezTo>
                  <a:pt x="27410" y="1564"/>
                  <a:pt x="27187" y="1647"/>
                  <a:pt x="27021" y="1812"/>
                </a:cubicBezTo>
                <a:cubicBezTo>
                  <a:pt x="26855" y="1977"/>
                  <a:pt x="26761" y="2182"/>
                  <a:pt x="26739" y="2427"/>
                </a:cubicBezTo>
                <a:lnTo>
                  <a:pt x="28520" y="242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C7AAE9E-4048-40F2-BF8A-0AE128283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7" y="880513"/>
            <a:ext cx="31467" cy="18697"/>
          </a:xfrm>
          <a:custGeom xmlns:a="http://schemas.openxmlformats.org/drawingml/2006/main">
            <a:pathLst>
              <a:path w="31467" h="18697">
                <a:moveTo>
                  <a:pt x="0" y="0"/>
                </a:moveTo>
                <a:lnTo>
                  <a:pt x="31467" y="0"/>
                </a:lnTo>
                <a:lnTo>
                  <a:pt x="31467" y="18697"/>
                </a:lnTo>
                <a:lnTo>
                  <a:pt x="0" y="1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9B660B0-2303-422E-B985-DABC9E3A7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6" y="880515"/>
            <a:ext cx="31468" cy="18696"/>
          </a:xfrm>
          <a:custGeom xmlns:a="http://schemas.openxmlformats.org/drawingml/2006/main">
            <a:pathLst>
              <a:path w="31468" h="18696" fill="none">
                <a:moveTo>
                  <a:pt x="0" y="0"/>
                </a:moveTo>
                <a:lnTo>
                  <a:pt x="31468" y="0"/>
                </a:lnTo>
                <a:lnTo>
                  <a:pt x="31468" y="18696"/>
                </a:lnTo>
                <a:lnTo>
                  <a:pt x="0" y="186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37" name="Text Laniidae">
            <a:extLst xmlns:a="http://schemas.openxmlformats.org/drawingml/2006/main">
              <a:ext uri="{FF2B5EF4-FFF2-40B4-BE49-F238E27FC236}">
                <a16:creationId xmlns:a16="http://schemas.microsoft.com/office/drawing/2014/main" id="{2D49094C-6980-4035-9FEF-8C578089B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50746" y="882382"/>
            <a:ext cx="30085" cy="5815"/>
          </a:xfrm>
          <a:custGeom xmlns:a="http://schemas.openxmlformats.org/drawingml/2006/main">
            <a:pathLst>
              <a:path w="30085" h="5815">
                <a:moveTo>
                  <a:pt x="3449" y="5698"/>
                </a:moveTo>
                <a:lnTo>
                  <a:pt x="0" y="5698"/>
                </a:lnTo>
                <a:lnTo>
                  <a:pt x="0" y="242"/>
                </a:lnTo>
                <a:lnTo>
                  <a:pt x="725" y="242"/>
                </a:lnTo>
                <a:lnTo>
                  <a:pt x="725" y="5053"/>
                </a:lnTo>
                <a:lnTo>
                  <a:pt x="3449" y="5053"/>
                </a:lnTo>
                <a:lnTo>
                  <a:pt x="3449" y="5698"/>
                </a:lnTo>
                <a:close/>
                <a:moveTo>
                  <a:pt x="7297" y="5698"/>
                </a:moveTo>
                <a:lnTo>
                  <a:pt x="6613" y="5698"/>
                </a:lnTo>
                <a:lnTo>
                  <a:pt x="6613" y="5265"/>
                </a:lnTo>
                <a:cubicBezTo>
                  <a:pt x="6552" y="5307"/>
                  <a:pt x="6469" y="5365"/>
                  <a:pt x="6366" y="5439"/>
                </a:cubicBezTo>
                <a:cubicBezTo>
                  <a:pt x="6262" y="5514"/>
                  <a:pt x="6161" y="5573"/>
                  <a:pt x="6063" y="5617"/>
                </a:cubicBezTo>
                <a:cubicBezTo>
                  <a:pt x="5949" y="5673"/>
                  <a:pt x="5817" y="5720"/>
                  <a:pt x="5668" y="5758"/>
                </a:cubicBezTo>
                <a:cubicBezTo>
                  <a:pt x="5519" y="5796"/>
                  <a:pt x="5345" y="5815"/>
                  <a:pt x="5144" y="5815"/>
                </a:cubicBezTo>
                <a:cubicBezTo>
                  <a:pt x="4776" y="5815"/>
                  <a:pt x="4463" y="5693"/>
                  <a:pt x="4207" y="5448"/>
                </a:cubicBezTo>
                <a:cubicBezTo>
                  <a:pt x="3951" y="5204"/>
                  <a:pt x="3822" y="4892"/>
                  <a:pt x="3822" y="4513"/>
                </a:cubicBezTo>
                <a:cubicBezTo>
                  <a:pt x="3822" y="4203"/>
                  <a:pt x="3889" y="3952"/>
                  <a:pt x="4022" y="3760"/>
                </a:cubicBezTo>
                <a:cubicBezTo>
                  <a:pt x="4155" y="3568"/>
                  <a:pt x="4345" y="3417"/>
                  <a:pt x="4591" y="3307"/>
                </a:cubicBezTo>
                <a:cubicBezTo>
                  <a:pt x="4840" y="3197"/>
                  <a:pt x="5139" y="3123"/>
                  <a:pt x="5489" y="3083"/>
                </a:cubicBezTo>
                <a:cubicBezTo>
                  <a:pt x="5838" y="3044"/>
                  <a:pt x="6212" y="3015"/>
                  <a:pt x="6613" y="2995"/>
                </a:cubicBezTo>
                <a:lnTo>
                  <a:pt x="6613" y="2888"/>
                </a:lnTo>
                <a:cubicBezTo>
                  <a:pt x="6613" y="2731"/>
                  <a:pt x="6585" y="2600"/>
                  <a:pt x="6530" y="2497"/>
                </a:cubicBezTo>
                <a:cubicBezTo>
                  <a:pt x="6475" y="2394"/>
                  <a:pt x="6397" y="2312"/>
                  <a:pt x="6294" y="2253"/>
                </a:cubicBezTo>
                <a:cubicBezTo>
                  <a:pt x="6197" y="2197"/>
                  <a:pt x="6079" y="2158"/>
                  <a:pt x="5943" y="2139"/>
                </a:cubicBezTo>
                <a:cubicBezTo>
                  <a:pt x="5806" y="2119"/>
                  <a:pt x="5663" y="2109"/>
                  <a:pt x="5514" y="2109"/>
                </a:cubicBezTo>
                <a:cubicBezTo>
                  <a:pt x="5334" y="2109"/>
                  <a:pt x="5132" y="2134"/>
                  <a:pt x="4910" y="2183"/>
                </a:cubicBezTo>
                <a:cubicBezTo>
                  <a:pt x="4688" y="2231"/>
                  <a:pt x="4458" y="2302"/>
                  <a:pt x="4222" y="2395"/>
                </a:cubicBezTo>
                <a:lnTo>
                  <a:pt x="4185" y="2395"/>
                </a:lnTo>
                <a:lnTo>
                  <a:pt x="4185" y="1695"/>
                </a:lnTo>
                <a:cubicBezTo>
                  <a:pt x="4319" y="1659"/>
                  <a:pt x="4513" y="1619"/>
                  <a:pt x="4767" y="1575"/>
                </a:cubicBezTo>
                <a:cubicBezTo>
                  <a:pt x="5021" y="1531"/>
                  <a:pt x="5271" y="1509"/>
                  <a:pt x="5518" y="1509"/>
                </a:cubicBezTo>
                <a:cubicBezTo>
                  <a:pt x="5806" y="1509"/>
                  <a:pt x="6057" y="1532"/>
                  <a:pt x="6270" y="1580"/>
                </a:cubicBezTo>
                <a:cubicBezTo>
                  <a:pt x="6484" y="1628"/>
                  <a:pt x="6669" y="1709"/>
                  <a:pt x="6825" y="1824"/>
                </a:cubicBezTo>
                <a:cubicBezTo>
                  <a:pt x="6979" y="1936"/>
                  <a:pt x="7096" y="2081"/>
                  <a:pt x="7177" y="2259"/>
                </a:cubicBezTo>
                <a:cubicBezTo>
                  <a:pt x="7257" y="2438"/>
                  <a:pt x="7297" y="2658"/>
                  <a:pt x="7297" y="2922"/>
                </a:cubicBezTo>
                <a:lnTo>
                  <a:pt x="7297" y="5698"/>
                </a:lnTo>
                <a:moveTo>
                  <a:pt x="6613" y="4696"/>
                </a:moveTo>
                <a:lnTo>
                  <a:pt x="6613" y="3552"/>
                </a:lnTo>
                <a:cubicBezTo>
                  <a:pt x="6403" y="3564"/>
                  <a:pt x="6156" y="3583"/>
                  <a:pt x="5871" y="3607"/>
                </a:cubicBezTo>
                <a:cubicBezTo>
                  <a:pt x="5587" y="3632"/>
                  <a:pt x="5362" y="3667"/>
                  <a:pt x="5196" y="3714"/>
                </a:cubicBezTo>
                <a:cubicBezTo>
                  <a:pt x="4998" y="3770"/>
                  <a:pt x="4838" y="3858"/>
                  <a:pt x="4716" y="3977"/>
                </a:cubicBezTo>
                <a:cubicBezTo>
                  <a:pt x="4594" y="4096"/>
                  <a:pt x="4533" y="4259"/>
                  <a:pt x="4533" y="4468"/>
                </a:cubicBezTo>
                <a:cubicBezTo>
                  <a:pt x="4533" y="4703"/>
                  <a:pt x="4604" y="4881"/>
                  <a:pt x="4745" y="4999"/>
                </a:cubicBezTo>
                <a:cubicBezTo>
                  <a:pt x="4887" y="5118"/>
                  <a:pt x="5103" y="5178"/>
                  <a:pt x="5393" y="5178"/>
                </a:cubicBezTo>
                <a:cubicBezTo>
                  <a:pt x="5635" y="5178"/>
                  <a:pt x="5856" y="5131"/>
                  <a:pt x="6056" y="5036"/>
                </a:cubicBezTo>
                <a:cubicBezTo>
                  <a:pt x="6256" y="4942"/>
                  <a:pt x="6442" y="4828"/>
                  <a:pt x="6613" y="4696"/>
                </a:cubicBezTo>
                <a:close/>
                <a:moveTo>
                  <a:pt x="12043" y="5698"/>
                </a:moveTo>
                <a:lnTo>
                  <a:pt x="11355" y="5698"/>
                </a:lnTo>
                <a:lnTo>
                  <a:pt x="11355" y="3366"/>
                </a:lnTo>
                <a:cubicBezTo>
                  <a:pt x="11355" y="3178"/>
                  <a:pt x="11344" y="3002"/>
                  <a:pt x="11322" y="2837"/>
                </a:cubicBezTo>
                <a:cubicBezTo>
                  <a:pt x="11300" y="2672"/>
                  <a:pt x="11260" y="2543"/>
                  <a:pt x="11201" y="2450"/>
                </a:cubicBezTo>
                <a:cubicBezTo>
                  <a:pt x="11140" y="2347"/>
                  <a:pt x="11052" y="2271"/>
                  <a:pt x="10938" y="2221"/>
                </a:cubicBezTo>
                <a:cubicBezTo>
                  <a:pt x="10823" y="2171"/>
                  <a:pt x="10674" y="2146"/>
                  <a:pt x="10491" y="2146"/>
                </a:cubicBezTo>
                <a:cubicBezTo>
                  <a:pt x="10303" y="2146"/>
                  <a:pt x="10106" y="2192"/>
                  <a:pt x="9901" y="2285"/>
                </a:cubicBezTo>
                <a:cubicBezTo>
                  <a:pt x="9696" y="2378"/>
                  <a:pt x="9500" y="2497"/>
                  <a:pt x="9312" y="2641"/>
                </a:cubicBezTo>
                <a:lnTo>
                  <a:pt x="9312" y="5698"/>
                </a:lnTo>
                <a:lnTo>
                  <a:pt x="8623" y="5698"/>
                </a:lnTo>
                <a:lnTo>
                  <a:pt x="8623" y="1604"/>
                </a:lnTo>
                <a:lnTo>
                  <a:pt x="9312" y="1604"/>
                </a:lnTo>
                <a:lnTo>
                  <a:pt x="9312" y="2055"/>
                </a:lnTo>
                <a:cubicBezTo>
                  <a:pt x="9527" y="1877"/>
                  <a:pt x="9749" y="1737"/>
                  <a:pt x="9978" y="1637"/>
                </a:cubicBezTo>
                <a:cubicBezTo>
                  <a:pt x="10208" y="1537"/>
                  <a:pt x="10443" y="1487"/>
                  <a:pt x="10685" y="1487"/>
                </a:cubicBezTo>
                <a:cubicBezTo>
                  <a:pt x="11127" y="1487"/>
                  <a:pt x="11464" y="1620"/>
                  <a:pt x="11696" y="1887"/>
                </a:cubicBezTo>
                <a:cubicBezTo>
                  <a:pt x="11927" y="2153"/>
                  <a:pt x="12043" y="2537"/>
                  <a:pt x="12043" y="3038"/>
                </a:cubicBezTo>
                <a:lnTo>
                  <a:pt x="12043" y="5698"/>
                </a:lnTo>
                <a:close/>
                <a:moveTo>
                  <a:pt x="14109" y="923"/>
                </a:moveTo>
                <a:lnTo>
                  <a:pt x="13333" y="923"/>
                </a:lnTo>
                <a:lnTo>
                  <a:pt x="13333" y="205"/>
                </a:lnTo>
                <a:lnTo>
                  <a:pt x="14109" y="205"/>
                </a:lnTo>
                <a:lnTo>
                  <a:pt x="14109" y="923"/>
                </a:lnTo>
                <a:moveTo>
                  <a:pt x="14065" y="5698"/>
                </a:moveTo>
                <a:lnTo>
                  <a:pt x="13377" y="5698"/>
                </a:lnTo>
                <a:lnTo>
                  <a:pt x="13377" y="1604"/>
                </a:lnTo>
                <a:lnTo>
                  <a:pt x="14065" y="1604"/>
                </a:lnTo>
                <a:lnTo>
                  <a:pt x="14065" y="5698"/>
                </a:lnTo>
                <a:close/>
                <a:moveTo>
                  <a:pt x="16166" y="923"/>
                </a:moveTo>
                <a:lnTo>
                  <a:pt x="15390" y="923"/>
                </a:lnTo>
                <a:lnTo>
                  <a:pt x="15390" y="205"/>
                </a:lnTo>
                <a:lnTo>
                  <a:pt x="16166" y="205"/>
                </a:lnTo>
                <a:lnTo>
                  <a:pt x="16166" y="923"/>
                </a:lnTo>
                <a:moveTo>
                  <a:pt x="16122" y="5698"/>
                </a:moveTo>
                <a:lnTo>
                  <a:pt x="15434" y="5698"/>
                </a:lnTo>
                <a:lnTo>
                  <a:pt x="15434" y="1604"/>
                </a:lnTo>
                <a:lnTo>
                  <a:pt x="16122" y="1604"/>
                </a:lnTo>
                <a:lnTo>
                  <a:pt x="16122" y="5698"/>
                </a:lnTo>
                <a:close/>
                <a:moveTo>
                  <a:pt x="20802" y="5698"/>
                </a:moveTo>
                <a:lnTo>
                  <a:pt x="20114" y="5698"/>
                </a:lnTo>
                <a:lnTo>
                  <a:pt x="20114" y="5272"/>
                </a:lnTo>
                <a:cubicBezTo>
                  <a:pt x="19916" y="5443"/>
                  <a:pt x="19710" y="5576"/>
                  <a:pt x="19495" y="5672"/>
                </a:cubicBezTo>
                <a:cubicBezTo>
                  <a:pt x="19280" y="5767"/>
                  <a:pt x="19047" y="5815"/>
                  <a:pt x="18796" y="5815"/>
                </a:cubicBezTo>
                <a:cubicBezTo>
                  <a:pt x="18307" y="5815"/>
                  <a:pt x="17920" y="5627"/>
                  <a:pt x="17633" y="5250"/>
                </a:cubicBezTo>
                <a:cubicBezTo>
                  <a:pt x="17346" y="4873"/>
                  <a:pt x="17203" y="4350"/>
                  <a:pt x="17203" y="3682"/>
                </a:cubicBezTo>
                <a:cubicBezTo>
                  <a:pt x="17203" y="3335"/>
                  <a:pt x="17252" y="3025"/>
                  <a:pt x="17351" y="2753"/>
                </a:cubicBezTo>
                <a:cubicBezTo>
                  <a:pt x="17450" y="2482"/>
                  <a:pt x="17584" y="2250"/>
                  <a:pt x="17752" y="2059"/>
                </a:cubicBezTo>
                <a:cubicBezTo>
                  <a:pt x="17918" y="1873"/>
                  <a:pt x="18111" y="1732"/>
                  <a:pt x="18332" y="1634"/>
                </a:cubicBezTo>
                <a:cubicBezTo>
                  <a:pt x="18553" y="1536"/>
                  <a:pt x="18782" y="1487"/>
                  <a:pt x="19019" y="1487"/>
                </a:cubicBezTo>
                <a:cubicBezTo>
                  <a:pt x="19234" y="1487"/>
                  <a:pt x="19424" y="1509"/>
                  <a:pt x="19590" y="1555"/>
                </a:cubicBezTo>
                <a:cubicBezTo>
                  <a:pt x="19756" y="1600"/>
                  <a:pt x="19931" y="1670"/>
                  <a:pt x="20114" y="1766"/>
                </a:cubicBezTo>
                <a:lnTo>
                  <a:pt x="20114" y="0"/>
                </a:lnTo>
                <a:lnTo>
                  <a:pt x="20802" y="0"/>
                </a:lnTo>
                <a:lnTo>
                  <a:pt x="20802" y="5698"/>
                </a:lnTo>
                <a:moveTo>
                  <a:pt x="20114" y="4691"/>
                </a:moveTo>
                <a:lnTo>
                  <a:pt x="20114" y="2344"/>
                </a:lnTo>
                <a:cubicBezTo>
                  <a:pt x="19928" y="2261"/>
                  <a:pt x="19762" y="2203"/>
                  <a:pt x="19616" y="2171"/>
                </a:cubicBezTo>
                <a:cubicBezTo>
                  <a:pt x="19469" y="2140"/>
                  <a:pt x="19310" y="2124"/>
                  <a:pt x="19136" y="2124"/>
                </a:cubicBezTo>
                <a:cubicBezTo>
                  <a:pt x="18750" y="2124"/>
                  <a:pt x="18450" y="2258"/>
                  <a:pt x="18235" y="2527"/>
                </a:cubicBezTo>
                <a:cubicBezTo>
                  <a:pt x="18021" y="2795"/>
                  <a:pt x="17913" y="3176"/>
                  <a:pt x="17913" y="3669"/>
                </a:cubicBezTo>
                <a:cubicBezTo>
                  <a:pt x="17913" y="4155"/>
                  <a:pt x="17996" y="4524"/>
                  <a:pt x="18162" y="4777"/>
                </a:cubicBezTo>
                <a:cubicBezTo>
                  <a:pt x="18328" y="5030"/>
                  <a:pt x="18594" y="5156"/>
                  <a:pt x="18960" y="5156"/>
                </a:cubicBezTo>
                <a:cubicBezTo>
                  <a:pt x="19156" y="5156"/>
                  <a:pt x="19353" y="5113"/>
                  <a:pt x="19554" y="5026"/>
                </a:cubicBezTo>
                <a:cubicBezTo>
                  <a:pt x="19754" y="4939"/>
                  <a:pt x="19941" y="4828"/>
                  <a:pt x="20114" y="4691"/>
                </a:cubicBezTo>
                <a:close/>
                <a:moveTo>
                  <a:pt x="25335" y="5698"/>
                </a:moveTo>
                <a:lnTo>
                  <a:pt x="24650" y="5698"/>
                </a:lnTo>
                <a:lnTo>
                  <a:pt x="24650" y="5265"/>
                </a:lnTo>
                <a:cubicBezTo>
                  <a:pt x="24589" y="5307"/>
                  <a:pt x="24507" y="5365"/>
                  <a:pt x="24403" y="5439"/>
                </a:cubicBezTo>
                <a:cubicBezTo>
                  <a:pt x="24299" y="5514"/>
                  <a:pt x="24199" y="5573"/>
                  <a:pt x="24101" y="5617"/>
                </a:cubicBezTo>
                <a:cubicBezTo>
                  <a:pt x="23986" y="5673"/>
                  <a:pt x="23855" y="5720"/>
                  <a:pt x="23706" y="5758"/>
                </a:cubicBezTo>
                <a:cubicBezTo>
                  <a:pt x="23557" y="5796"/>
                  <a:pt x="23382" y="5815"/>
                  <a:pt x="23182" y="5815"/>
                </a:cubicBezTo>
                <a:cubicBezTo>
                  <a:pt x="22813" y="5815"/>
                  <a:pt x="22501" y="5693"/>
                  <a:pt x="22245" y="5448"/>
                </a:cubicBezTo>
                <a:cubicBezTo>
                  <a:pt x="21988" y="5204"/>
                  <a:pt x="21860" y="4892"/>
                  <a:pt x="21860" y="4513"/>
                </a:cubicBezTo>
                <a:cubicBezTo>
                  <a:pt x="21860" y="4203"/>
                  <a:pt x="21927" y="3952"/>
                  <a:pt x="22060" y="3760"/>
                </a:cubicBezTo>
                <a:cubicBezTo>
                  <a:pt x="22193" y="3568"/>
                  <a:pt x="22383" y="3417"/>
                  <a:pt x="22629" y="3307"/>
                </a:cubicBezTo>
                <a:cubicBezTo>
                  <a:pt x="22878" y="3197"/>
                  <a:pt x="23177" y="3123"/>
                  <a:pt x="23526" y="3083"/>
                </a:cubicBezTo>
                <a:cubicBezTo>
                  <a:pt x="23875" y="3044"/>
                  <a:pt x="24250" y="3015"/>
                  <a:pt x="24650" y="2995"/>
                </a:cubicBezTo>
                <a:lnTo>
                  <a:pt x="24650" y="2888"/>
                </a:lnTo>
                <a:cubicBezTo>
                  <a:pt x="24650" y="2731"/>
                  <a:pt x="24623" y="2600"/>
                  <a:pt x="24568" y="2497"/>
                </a:cubicBezTo>
                <a:cubicBezTo>
                  <a:pt x="24513" y="2394"/>
                  <a:pt x="24434" y="2312"/>
                  <a:pt x="24332" y="2253"/>
                </a:cubicBezTo>
                <a:cubicBezTo>
                  <a:pt x="24234" y="2197"/>
                  <a:pt x="24117" y="2158"/>
                  <a:pt x="23980" y="2139"/>
                </a:cubicBezTo>
                <a:cubicBezTo>
                  <a:pt x="23844" y="2119"/>
                  <a:pt x="23701" y="2109"/>
                  <a:pt x="23552" y="2109"/>
                </a:cubicBezTo>
                <a:cubicBezTo>
                  <a:pt x="23371" y="2109"/>
                  <a:pt x="23170" y="2134"/>
                  <a:pt x="22948" y="2183"/>
                </a:cubicBezTo>
                <a:cubicBezTo>
                  <a:pt x="22726" y="2231"/>
                  <a:pt x="22496" y="2302"/>
                  <a:pt x="22259" y="2395"/>
                </a:cubicBezTo>
                <a:lnTo>
                  <a:pt x="22223" y="2395"/>
                </a:lnTo>
                <a:lnTo>
                  <a:pt x="22223" y="1695"/>
                </a:lnTo>
                <a:cubicBezTo>
                  <a:pt x="22357" y="1659"/>
                  <a:pt x="22551" y="1619"/>
                  <a:pt x="22805" y="1575"/>
                </a:cubicBezTo>
                <a:cubicBezTo>
                  <a:pt x="23059" y="1531"/>
                  <a:pt x="23309" y="1509"/>
                  <a:pt x="23556" y="1509"/>
                </a:cubicBezTo>
                <a:cubicBezTo>
                  <a:pt x="23844" y="1509"/>
                  <a:pt x="24094" y="1532"/>
                  <a:pt x="24308" y="1580"/>
                </a:cubicBezTo>
                <a:cubicBezTo>
                  <a:pt x="24522" y="1628"/>
                  <a:pt x="24707" y="1709"/>
                  <a:pt x="24863" y="1824"/>
                </a:cubicBezTo>
                <a:cubicBezTo>
                  <a:pt x="25017" y="1936"/>
                  <a:pt x="25134" y="2081"/>
                  <a:pt x="25214" y="2259"/>
                </a:cubicBezTo>
                <a:cubicBezTo>
                  <a:pt x="25295" y="2438"/>
                  <a:pt x="25335" y="2658"/>
                  <a:pt x="25335" y="2922"/>
                </a:cubicBezTo>
                <a:lnTo>
                  <a:pt x="25335" y="5698"/>
                </a:lnTo>
                <a:moveTo>
                  <a:pt x="24650" y="4696"/>
                </a:moveTo>
                <a:lnTo>
                  <a:pt x="24650" y="3552"/>
                </a:lnTo>
                <a:cubicBezTo>
                  <a:pt x="24440" y="3564"/>
                  <a:pt x="24193" y="3583"/>
                  <a:pt x="23909" y="3607"/>
                </a:cubicBezTo>
                <a:cubicBezTo>
                  <a:pt x="23624" y="3632"/>
                  <a:pt x="23399" y="3667"/>
                  <a:pt x="23233" y="3714"/>
                </a:cubicBezTo>
                <a:cubicBezTo>
                  <a:pt x="23036" y="3770"/>
                  <a:pt x="22876" y="3858"/>
                  <a:pt x="22754" y="3977"/>
                </a:cubicBezTo>
                <a:cubicBezTo>
                  <a:pt x="22632" y="4096"/>
                  <a:pt x="22570" y="4259"/>
                  <a:pt x="22570" y="4468"/>
                </a:cubicBezTo>
                <a:cubicBezTo>
                  <a:pt x="22570" y="4703"/>
                  <a:pt x="22641" y="4881"/>
                  <a:pt x="22783" y="4999"/>
                </a:cubicBezTo>
                <a:cubicBezTo>
                  <a:pt x="22924" y="5118"/>
                  <a:pt x="23141" y="5178"/>
                  <a:pt x="23431" y="5178"/>
                </a:cubicBezTo>
                <a:cubicBezTo>
                  <a:pt x="23673" y="5178"/>
                  <a:pt x="23894" y="5131"/>
                  <a:pt x="24094" y="5036"/>
                </a:cubicBezTo>
                <a:cubicBezTo>
                  <a:pt x="24294" y="4942"/>
                  <a:pt x="24480" y="4828"/>
                  <a:pt x="24650" y="4696"/>
                </a:cubicBezTo>
                <a:close/>
                <a:moveTo>
                  <a:pt x="30085" y="3720"/>
                </a:moveTo>
                <a:lnTo>
                  <a:pt x="27071" y="3720"/>
                </a:lnTo>
                <a:cubicBezTo>
                  <a:pt x="27071" y="3972"/>
                  <a:pt x="27109" y="4192"/>
                  <a:pt x="27185" y="4379"/>
                </a:cubicBezTo>
                <a:cubicBezTo>
                  <a:pt x="27260" y="4567"/>
                  <a:pt x="27364" y="4720"/>
                  <a:pt x="27496" y="4840"/>
                </a:cubicBezTo>
                <a:cubicBezTo>
                  <a:pt x="27623" y="4958"/>
                  <a:pt x="27774" y="5046"/>
                  <a:pt x="27948" y="5104"/>
                </a:cubicBezTo>
                <a:cubicBezTo>
                  <a:pt x="28123" y="5163"/>
                  <a:pt x="28315" y="5192"/>
                  <a:pt x="28525" y="5192"/>
                </a:cubicBezTo>
                <a:cubicBezTo>
                  <a:pt x="28803" y="5192"/>
                  <a:pt x="29083" y="5137"/>
                  <a:pt x="29365" y="5025"/>
                </a:cubicBezTo>
                <a:cubicBezTo>
                  <a:pt x="29647" y="4913"/>
                  <a:pt x="29848" y="4803"/>
                  <a:pt x="29968" y="4694"/>
                </a:cubicBezTo>
                <a:lnTo>
                  <a:pt x="30004" y="4694"/>
                </a:lnTo>
                <a:lnTo>
                  <a:pt x="30004" y="5448"/>
                </a:lnTo>
                <a:cubicBezTo>
                  <a:pt x="29772" y="5546"/>
                  <a:pt x="29536" y="5628"/>
                  <a:pt x="29294" y="5694"/>
                </a:cubicBezTo>
                <a:cubicBezTo>
                  <a:pt x="29052" y="5760"/>
                  <a:pt x="28798" y="5793"/>
                  <a:pt x="28532" y="5793"/>
                </a:cubicBezTo>
                <a:cubicBezTo>
                  <a:pt x="27854" y="5793"/>
                  <a:pt x="27324" y="5609"/>
                  <a:pt x="26943" y="5241"/>
                </a:cubicBezTo>
                <a:cubicBezTo>
                  <a:pt x="26562" y="4873"/>
                  <a:pt x="26372" y="4350"/>
                  <a:pt x="26372" y="3673"/>
                </a:cubicBezTo>
                <a:cubicBezTo>
                  <a:pt x="26372" y="3003"/>
                  <a:pt x="26554" y="2471"/>
                  <a:pt x="26919" y="2077"/>
                </a:cubicBezTo>
                <a:cubicBezTo>
                  <a:pt x="27284" y="1684"/>
                  <a:pt x="27764" y="1487"/>
                  <a:pt x="28360" y="1487"/>
                </a:cubicBezTo>
                <a:cubicBezTo>
                  <a:pt x="28912" y="1487"/>
                  <a:pt x="29337" y="1648"/>
                  <a:pt x="29636" y="1971"/>
                </a:cubicBezTo>
                <a:cubicBezTo>
                  <a:pt x="29935" y="2294"/>
                  <a:pt x="30085" y="2752"/>
                  <a:pt x="30085" y="3346"/>
                </a:cubicBezTo>
                <a:lnTo>
                  <a:pt x="30085" y="3720"/>
                </a:lnTo>
                <a:moveTo>
                  <a:pt x="29415" y="3193"/>
                </a:moveTo>
                <a:cubicBezTo>
                  <a:pt x="29412" y="2832"/>
                  <a:pt x="29321" y="2552"/>
                  <a:pt x="29142" y="2355"/>
                </a:cubicBezTo>
                <a:cubicBezTo>
                  <a:pt x="28962" y="2157"/>
                  <a:pt x="28690" y="2058"/>
                  <a:pt x="28323" y="2058"/>
                </a:cubicBezTo>
                <a:cubicBezTo>
                  <a:pt x="27955" y="2058"/>
                  <a:pt x="27661" y="2167"/>
                  <a:pt x="27443" y="2384"/>
                </a:cubicBezTo>
                <a:cubicBezTo>
                  <a:pt x="27224" y="2601"/>
                  <a:pt x="27100" y="2871"/>
                  <a:pt x="27071" y="3193"/>
                </a:cubicBezTo>
                <a:lnTo>
                  <a:pt x="29415" y="319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F963F03-9836-4842-ADD2-1F30F4606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483" y="880513"/>
            <a:ext cx="27392" cy="18697"/>
          </a:xfrm>
          <a:custGeom xmlns:a="http://schemas.openxmlformats.org/drawingml/2006/main">
            <a:pathLst>
              <a:path w="27392" h="18697">
                <a:moveTo>
                  <a:pt x="0" y="0"/>
                </a:moveTo>
                <a:lnTo>
                  <a:pt x="27392" y="0"/>
                </a:lnTo>
                <a:lnTo>
                  <a:pt x="27392" y="18697"/>
                </a:lnTo>
                <a:lnTo>
                  <a:pt x="0" y="1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3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541DCA7-4B53-4B4E-A220-F7DA5145F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81482" y="880515"/>
            <a:ext cx="27394" cy="18696"/>
          </a:xfrm>
          <a:custGeom xmlns:a="http://schemas.openxmlformats.org/drawingml/2006/main">
            <a:pathLst>
              <a:path w="27394" h="18696" fill="none">
                <a:moveTo>
                  <a:pt x="0" y="0"/>
                </a:moveTo>
                <a:lnTo>
                  <a:pt x="27394" y="0"/>
                </a:lnTo>
                <a:lnTo>
                  <a:pt x="27394" y="18696"/>
                </a:lnTo>
                <a:lnTo>
                  <a:pt x="0" y="186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40" name="Text Ploceidae">
            <a:extLst xmlns:a="http://schemas.openxmlformats.org/drawingml/2006/main">
              <a:ext uri="{FF2B5EF4-FFF2-40B4-BE49-F238E27FC236}">
                <a16:creationId xmlns:a16="http://schemas.microsoft.com/office/drawing/2014/main" id="{E0F3B46A-EFA9-4F3C-AFEB-ED5FCC137A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4544" y="881961"/>
            <a:ext cx="26264" cy="4478"/>
          </a:xfrm>
          <a:custGeom xmlns:a="http://schemas.openxmlformats.org/drawingml/2006/main">
            <a:pathLst>
              <a:path w="26264" h="4478">
                <a:moveTo>
                  <a:pt x="2746" y="1455"/>
                </a:moveTo>
                <a:cubicBezTo>
                  <a:pt x="2746" y="1641"/>
                  <a:pt x="2714" y="1813"/>
                  <a:pt x="2649" y="1972"/>
                </a:cubicBezTo>
                <a:cubicBezTo>
                  <a:pt x="2584" y="2131"/>
                  <a:pt x="2493" y="2269"/>
                  <a:pt x="2377" y="2385"/>
                </a:cubicBezTo>
                <a:cubicBezTo>
                  <a:pt x="2232" y="2530"/>
                  <a:pt x="2061" y="2639"/>
                  <a:pt x="1864" y="2711"/>
                </a:cubicBezTo>
                <a:cubicBezTo>
                  <a:pt x="1666" y="2783"/>
                  <a:pt x="1417" y="2820"/>
                  <a:pt x="1117" y="2820"/>
                </a:cubicBezTo>
                <a:lnTo>
                  <a:pt x="558" y="2820"/>
                </a:lnTo>
                <a:lnTo>
                  <a:pt x="558" y="4387"/>
                </a:lnTo>
                <a:lnTo>
                  <a:pt x="0" y="4387"/>
                </a:lnTo>
                <a:lnTo>
                  <a:pt x="0" y="186"/>
                </a:lnTo>
                <a:lnTo>
                  <a:pt x="1139" y="186"/>
                </a:lnTo>
                <a:cubicBezTo>
                  <a:pt x="1391" y="186"/>
                  <a:pt x="1604" y="207"/>
                  <a:pt x="1779" y="250"/>
                </a:cubicBezTo>
                <a:cubicBezTo>
                  <a:pt x="1954" y="292"/>
                  <a:pt x="2109" y="358"/>
                  <a:pt x="2244" y="448"/>
                </a:cubicBezTo>
                <a:cubicBezTo>
                  <a:pt x="2404" y="555"/>
                  <a:pt x="2528" y="689"/>
                  <a:pt x="2615" y="849"/>
                </a:cubicBezTo>
                <a:cubicBezTo>
                  <a:pt x="2703" y="1008"/>
                  <a:pt x="2746" y="1211"/>
                  <a:pt x="2746" y="1455"/>
                </a:cubicBezTo>
                <a:moveTo>
                  <a:pt x="2165" y="1468"/>
                </a:moveTo>
                <a:cubicBezTo>
                  <a:pt x="2165" y="1324"/>
                  <a:pt x="2140" y="1200"/>
                  <a:pt x="2089" y="1093"/>
                </a:cubicBezTo>
                <a:cubicBezTo>
                  <a:pt x="2039" y="987"/>
                  <a:pt x="1962" y="900"/>
                  <a:pt x="1858" y="833"/>
                </a:cubicBezTo>
                <a:cubicBezTo>
                  <a:pt x="1768" y="775"/>
                  <a:pt x="1665" y="734"/>
                  <a:pt x="1549" y="709"/>
                </a:cubicBezTo>
                <a:cubicBezTo>
                  <a:pt x="1434" y="684"/>
                  <a:pt x="1288" y="671"/>
                  <a:pt x="1111" y="671"/>
                </a:cubicBezTo>
                <a:lnTo>
                  <a:pt x="558" y="671"/>
                </a:lnTo>
                <a:lnTo>
                  <a:pt x="558" y="2335"/>
                </a:lnTo>
                <a:lnTo>
                  <a:pt x="1029" y="2335"/>
                </a:lnTo>
                <a:cubicBezTo>
                  <a:pt x="1255" y="2335"/>
                  <a:pt x="1438" y="2315"/>
                  <a:pt x="1579" y="2275"/>
                </a:cubicBezTo>
                <a:cubicBezTo>
                  <a:pt x="1720" y="2234"/>
                  <a:pt x="1835" y="2171"/>
                  <a:pt x="1923" y="2083"/>
                </a:cubicBezTo>
                <a:cubicBezTo>
                  <a:pt x="2011" y="1994"/>
                  <a:pt x="2074" y="1899"/>
                  <a:pt x="2110" y="1801"/>
                </a:cubicBezTo>
                <a:cubicBezTo>
                  <a:pt x="2147" y="1702"/>
                  <a:pt x="2165" y="1591"/>
                  <a:pt x="2165" y="1468"/>
                </a:cubicBezTo>
                <a:close/>
                <a:moveTo>
                  <a:pt x="3976" y="4387"/>
                </a:moveTo>
                <a:lnTo>
                  <a:pt x="3446" y="4387"/>
                </a:lnTo>
                <a:lnTo>
                  <a:pt x="3446" y="0"/>
                </a:lnTo>
                <a:lnTo>
                  <a:pt x="3976" y="0"/>
                </a:lnTo>
                <a:lnTo>
                  <a:pt x="3976" y="4387"/>
                </a:lnTo>
                <a:close/>
                <a:moveTo>
                  <a:pt x="7709" y="2813"/>
                </a:moveTo>
                <a:cubicBezTo>
                  <a:pt x="7709" y="3327"/>
                  <a:pt x="7577" y="3733"/>
                  <a:pt x="7314" y="4031"/>
                </a:cubicBezTo>
                <a:cubicBezTo>
                  <a:pt x="7051" y="4329"/>
                  <a:pt x="6699" y="4478"/>
                  <a:pt x="6257" y="4478"/>
                </a:cubicBezTo>
                <a:cubicBezTo>
                  <a:pt x="5811" y="4478"/>
                  <a:pt x="5457" y="4329"/>
                  <a:pt x="5195" y="4031"/>
                </a:cubicBezTo>
                <a:cubicBezTo>
                  <a:pt x="4933" y="3733"/>
                  <a:pt x="4802" y="3327"/>
                  <a:pt x="4802" y="2813"/>
                </a:cubicBezTo>
                <a:cubicBezTo>
                  <a:pt x="4802" y="2298"/>
                  <a:pt x="4933" y="1892"/>
                  <a:pt x="5195" y="1593"/>
                </a:cubicBezTo>
                <a:cubicBezTo>
                  <a:pt x="5457" y="1294"/>
                  <a:pt x="5811" y="1145"/>
                  <a:pt x="6257" y="1145"/>
                </a:cubicBezTo>
                <a:cubicBezTo>
                  <a:pt x="6699" y="1145"/>
                  <a:pt x="7051" y="1294"/>
                  <a:pt x="7314" y="1593"/>
                </a:cubicBezTo>
                <a:cubicBezTo>
                  <a:pt x="7577" y="1892"/>
                  <a:pt x="7709" y="2298"/>
                  <a:pt x="7709" y="2813"/>
                </a:cubicBezTo>
                <a:moveTo>
                  <a:pt x="7162" y="2813"/>
                </a:moveTo>
                <a:cubicBezTo>
                  <a:pt x="7162" y="2405"/>
                  <a:pt x="7082" y="2102"/>
                  <a:pt x="6922" y="1904"/>
                </a:cubicBezTo>
                <a:cubicBezTo>
                  <a:pt x="6762" y="1706"/>
                  <a:pt x="6541" y="1607"/>
                  <a:pt x="6257" y="1607"/>
                </a:cubicBezTo>
                <a:cubicBezTo>
                  <a:pt x="5969" y="1607"/>
                  <a:pt x="5746" y="1706"/>
                  <a:pt x="5587" y="1904"/>
                </a:cubicBezTo>
                <a:cubicBezTo>
                  <a:pt x="5428" y="2102"/>
                  <a:pt x="5349" y="2405"/>
                  <a:pt x="5349" y="2813"/>
                </a:cubicBezTo>
                <a:cubicBezTo>
                  <a:pt x="5349" y="3207"/>
                  <a:pt x="5429" y="3506"/>
                  <a:pt x="5589" y="3710"/>
                </a:cubicBezTo>
                <a:cubicBezTo>
                  <a:pt x="5748" y="3913"/>
                  <a:pt x="5971" y="4015"/>
                  <a:pt x="6257" y="4015"/>
                </a:cubicBezTo>
                <a:cubicBezTo>
                  <a:pt x="6539" y="4015"/>
                  <a:pt x="6760" y="3914"/>
                  <a:pt x="6921" y="3712"/>
                </a:cubicBezTo>
                <a:cubicBezTo>
                  <a:pt x="7082" y="3511"/>
                  <a:pt x="7162" y="3211"/>
                  <a:pt x="7162" y="2813"/>
                </a:cubicBezTo>
                <a:close/>
                <a:moveTo>
                  <a:pt x="10858" y="4193"/>
                </a:moveTo>
                <a:cubicBezTo>
                  <a:pt x="10682" y="4277"/>
                  <a:pt x="10514" y="4343"/>
                  <a:pt x="10355" y="4390"/>
                </a:cubicBezTo>
                <a:cubicBezTo>
                  <a:pt x="10196" y="4437"/>
                  <a:pt x="10028" y="4461"/>
                  <a:pt x="9849" y="4461"/>
                </a:cubicBezTo>
                <a:cubicBezTo>
                  <a:pt x="9621" y="4461"/>
                  <a:pt x="9413" y="4427"/>
                  <a:pt x="9223" y="4360"/>
                </a:cubicBezTo>
                <a:cubicBezTo>
                  <a:pt x="9033" y="4294"/>
                  <a:pt x="8871" y="4192"/>
                  <a:pt x="8735" y="4057"/>
                </a:cubicBezTo>
                <a:cubicBezTo>
                  <a:pt x="8598" y="3921"/>
                  <a:pt x="8492" y="3750"/>
                  <a:pt x="8417" y="3543"/>
                </a:cubicBezTo>
                <a:cubicBezTo>
                  <a:pt x="8341" y="3336"/>
                  <a:pt x="8304" y="3094"/>
                  <a:pt x="8304" y="2817"/>
                </a:cubicBezTo>
                <a:cubicBezTo>
                  <a:pt x="8304" y="2301"/>
                  <a:pt x="8445" y="1896"/>
                  <a:pt x="8728" y="1602"/>
                </a:cubicBezTo>
                <a:cubicBezTo>
                  <a:pt x="9011" y="1309"/>
                  <a:pt x="9385" y="1162"/>
                  <a:pt x="9849" y="1162"/>
                </a:cubicBezTo>
                <a:cubicBezTo>
                  <a:pt x="10029" y="1162"/>
                  <a:pt x="10207" y="1187"/>
                  <a:pt x="10380" y="1238"/>
                </a:cubicBezTo>
                <a:cubicBezTo>
                  <a:pt x="10554" y="1289"/>
                  <a:pt x="10714" y="1351"/>
                  <a:pt x="10858" y="1424"/>
                </a:cubicBezTo>
                <a:lnTo>
                  <a:pt x="10858" y="2013"/>
                </a:lnTo>
                <a:lnTo>
                  <a:pt x="10830" y="2013"/>
                </a:lnTo>
                <a:cubicBezTo>
                  <a:pt x="10668" y="1888"/>
                  <a:pt x="10502" y="1792"/>
                  <a:pt x="10330" y="1725"/>
                </a:cubicBezTo>
                <a:cubicBezTo>
                  <a:pt x="10158" y="1658"/>
                  <a:pt x="9990" y="1624"/>
                  <a:pt x="9826" y="1624"/>
                </a:cubicBezTo>
                <a:cubicBezTo>
                  <a:pt x="9526" y="1624"/>
                  <a:pt x="9288" y="1725"/>
                  <a:pt x="9114" y="1927"/>
                </a:cubicBezTo>
                <a:cubicBezTo>
                  <a:pt x="8941" y="2129"/>
                  <a:pt x="8854" y="2426"/>
                  <a:pt x="8854" y="2817"/>
                </a:cubicBezTo>
                <a:cubicBezTo>
                  <a:pt x="8854" y="3197"/>
                  <a:pt x="8939" y="3488"/>
                  <a:pt x="9109" y="3692"/>
                </a:cubicBezTo>
                <a:cubicBezTo>
                  <a:pt x="9279" y="3896"/>
                  <a:pt x="9518" y="3998"/>
                  <a:pt x="9826" y="3998"/>
                </a:cubicBezTo>
                <a:cubicBezTo>
                  <a:pt x="9934" y="3998"/>
                  <a:pt x="10043" y="3984"/>
                  <a:pt x="10153" y="3956"/>
                </a:cubicBezTo>
                <a:cubicBezTo>
                  <a:pt x="10264" y="3928"/>
                  <a:pt x="10364" y="3892"/>
                  <a:pt x="10452" y="3847"/>
                </a:cubicBezTo>
                <a:cubicBezTo>
                  <a:pt x="10529" y="3808"/>
                  <a:pt x="10602" y="3766"/>
                  <a:pt x="10669" y="3723"/>
                </a:cubicBezTo>
                <a:cubicBezTo>
                  <a:pt x="10737" y="3679"/>
                  <a:pt x="10791" y="3641"/>
                  <a:pt x="10830" y="3609"/>
                </a:cubicBezTo>
                <a:lnTo>
                  <a:pt x="10858" y="3609"/>
                </a:lnTo>
                <a:lnTo>
                  <a:pt x="10858" y="4193"/>
                </a:lnTo>
                <a:close/>
                <a:moveTo>
                  <a:pt x="14174" y="2865"/>
                </a:moveTo>
                <a:lnTo>
                  <a:pt x="11854" y="2865"/>
                </a:lnTo>
                <a:cubicBezTo>
                  <a:pt x="11854" y="3059"/>
                  <a:pt x="11883" y="3228"/>
                  <a:pt x="11941" y="3372"/>
                </a:cubicBezTo>
                <a:cubicBezTo>
                  <a:pt x="11999" y="3516"/>
                  <a:pt x="12079" y="3634"/>
                  <a:pt x="12181" y="3727"/>
                </a:cubicBezTo>
                <a:cubicBezTo>
                  <a:pt x="12278" y="3817"/>
                  <a:pt x="12394" y="3885"/>
                  <a:pt x="12529" y="3930"/>
                </a:cubicBezTo>
                <a:cubicBezTo>
                  <a:pt x="12663" y="3976"/>
                  <a:pt x="12811" y="3998"/>
                  <a:pt x="12973" y="3998"/>
                </a:cubicBezTo>
                <a:cubicBezTo>
                  <a:pt x="13187" y="3998"/>
                  <a:pt x="13403" y="3955"/>
                  <a:pt x="13620" y="3869"/>
                </a:cubicBezTo>
                <a:cubicBezTo>
                  <a:pt x="13837" y="3783"/>
                  <a:pt x="13992" y="3698"/>
                  <a:pt x="14084" y="3615"/>
                </a:cubicBezTo>
                <a:lnTo>
                  <a:pt x="14112" y="3615"/>
                </a:lnTo>
                <a:lnTo>
                  <a:pt x="14112" y="4195"/>
                </a:lnTo>
                <a:cubicBezTo>
                  <a:pt x="13933" y="4270"/>
                  <a:pt x="13751" y="4333"/>
                  <a:pt x="13565" y="4384"/>
                </a:cubicBezTo>
                <a:cubicBezTo>
                  <a:pt x="13379" y="4435"/>
                  <a:pt x="13183" y="4461"/>
                  <a:pt x="12979" y="4461"/>
                </a:cubicBezTo>
                <a:cubicBezTo>
                  <a:pt x="12456" y="4461"/>
                  <a:pt x="12048" y="4319"/>
                  <a:pt x="11755" y="4036"/>
                </a:cubicBezTo>
                <a:cubicBezTo>
                  <a:pt x="11462" y="3752"/>
                  <a:pt x="11315" y="3350"/>
                  <a:pt x="11315" y="2828"/>
                </a:cubicBezTo>
                <a:cubicBezTo>
                  <a:pt x="11315" y="2312"/>
                  <a:pt x="11455" y="1903"/>
                  <a:pt x="11737" y="1600"/>
                </a:cubicBezTo>
                <a:cubicBezTo>
                  <a:pt x="12018" y="1296"/>
                  <a:pt x="12387" y="1145"/>
                  <a:pt x="12846" y="1145"/>
                </a:cubicBezTo>
                <a:cubicBezTo>
                  <a:pt x="13271" y="1145"/>
                  <a:pt x="13598" y="1269"/>
                  <a:pt x="13829" y="1518"/>
                </a:cubicBezTo>
                <a:cubicBezTo>
                  <a:pt x="14059" y="1766"/>
                  <a:pt x="14174" y="2119"/>
                  <a:pt x="14174" y="2577"/>
                </a:cubicBezTo>
                <a:lnTo>
                  <a:pt x="14174" y="2865"/>
                </a:lnTo>
                <a:moveTo>
                  <a:pt x="13658" y="2459"/>
                </a:moveTo>
                <a:cubicBezTo>
                  <a:pt x="13656" y="2181"/>
                  <a:pt x="13586" y="1965"/>
                  <a:pt x="13448" y="1813"/>
                </a:cubicBezTo>
                <a:cubicBezTo>
                  <a:pt x="13310" y="1661"/>
                  <a:pt x="13100" y="1585"/>
                  <a:pt x="12818" y="1585"/>
                </a:cubicBezTo>
                <a:cubicBezTo>
                  <a:pt x="12534" y="1585"/>
                  <a:pt x="12308" y="1668"/>
                  <a:pt x="12140" y="1836"/>
                </a:cubicBezTo>
                <a:cubicBezTo>
                  <a:pt x="11971" y="2003"/>
                  <a:pt x="11876" y="2211"/>
                  <a:pt x="11854" y="2459"/>
                </a:cubicBezTo>
                <a:lnTo>
                  <a:pt x="13658" y="2459"/>
                </a:lnTo>
                <a:close/>
                <a:moveTo>
                  <a:pt x="15547" y="711"/>
                </a:moveTo>
                <a:lnTo>
                  <a:pt x="14949" y="711"/>
                </a:lnTo>
                <a:lnTo>
                  <a:pt x="14949" y="158"/>
                </a:lnTo>
                <a:lnTo>
                  <a:pt x="15547" y="158"/>
                </a:lnTo>
                <a:lnTo>
                  <a:pt x="15547" y="711"/>
                </a:lnTo>
                <a:moveTo>
                  <a:pt x="15513" y="4387"/>
                </a:moveTo>
                <a:lnTo>
                  <a:pt x="14983" y="4387"/>
                </a:lnTo>
                <a:lnTo>
                  <a:pt x="14983" y="1235"/>
                </a:lnTo>
                <a:lnTo>
                  <a:pt x="15513" y="1235"/>
                </a:lnTo>
                <a:lnTo>
                  <a:pt x="15513" y="4387"/>
                </a:lnTo>
                <a:close/>
                <a:moveTo>
                  <a:pt x="19117" y="4387"/>
                </a:moveTo>
                <a:lnTo>
                  <a:pt x="18587" y="4387"/>
                </a:lnTo>
                <a:lnTo>
                  <a:pt x="18587" y="4059"/>
                </a:lnTo>
                <a:cubicBezTo>
                  <a:pt x="18434" y="4191"/>
                  <a:pt x="18275" y="4294"/>
                  <a:pt x="18110" y="4367"/>
                </a:cubicBezTo>
                <a:cubicBezTo>
                  <a:pt x="17945" y="4441"/>
                  <a:pt x="17765" y="4478"/>
                  <a:pt x="17571" y="4478"/>
                </a:cubicBezTo>
                <a:cubicBezTo>
                  <a:pt x="17196" y="4478"/>
                  <a:pt x="16897" y="4332"/>
                  <a:pt x="16676" y="4042"/>
                </a:cubicBezTo>
                <a:cubicBezTo>
                  <a:pt x="16455" y="3752"/>
                  <a:pt x="16345" y="3350"/>
                  <a:pt x="16345" y="2835"/>
                </a:cubicBezTo>
                <a:cubicBezTo>
                  <a:pt x="16345" y="2568"/>
                  <a:pt x="16383" y="2329"/>
                  <a:pt x="16459" y="2120"/>
                </a:cubicBezTo>
                <a:cubicBezTo>
                  <a:pt x="16535" y="1911"/>
                  <a:pt x="16638" y="1733"/>
                  <a:pt x="16768" y="1586"/>
                </a:cubicBezTo>
                <a:cubicBezTo>
                  <a:pt x="16896" y="1443"/>
                  <a:pt x="17045" y="1333"/>
                  <a:pt x="17215" y="1258"/>
                </a:cubicBezTo>
                <a:cubicBezTo>
                  <a:pt x="17385" y="1182"/>
                  <a:pt x="17561" y="1145"/>
                  <a:pt x="17743" y="1145"/>
                </a:cubicBezTo>
                <a:cubicBezTo>
                  <a:pt x="17909" y="1145"/>
                  <a:pt x="18056" y="1162"/>
                  <a:pt x="18183" y="1197"/>
                </a:cubicBezTo>
                <a:cubicBezTo>
                  <a:pt x="18311" y="1232"/>
                  <a:pt x="18446" y="1286"/>
                  <a:pt x="18587" y="1360"/>
                </a:cubicBezTo>
                <a:lnTo>
                  <a:pt x="18587" y="0"/>
                </a:lnTo>
                <a:lnTo>
                  <a:pt x="19117" y="0"/>
                </a:lnTo>
                <a:lnTo>
                  <a:pt x="19117" y="4387"/>
                </a:lnTo>
                <a:moveTo>
                  <a:pt x="18587" y="3612"/>
                </a:moveTo>
                <a:lnTo>
                  <a:pt x="18587" y="1805"/>
                </a:lnTo>
                <a:cubicBezTo>
                  <a:pt x="18444" y="1741"/>
                  <a:pt x="18316" y="1696"/>
                  <a:pt x="18203" y="1672"/>
                </a:cubicBezTo>
                <a:cubicBezTo>
                  <a:pt x="18090" y="1648"/>
                  <a:pt x="17967" y="1635"/>
                  <a:pt x="17834" y="1635"/>
                </a:cubicBezTo>
                <a:cubicBezTo>
                  <a:pt x="17537" y="1635"/>
                  <a:pt x="17306" y="1739"/>
                  <a:pt x="17140" y="1946"/>
                </a:cubicBezTo>
                <a:cubicBezTo>
                  <a:pt x="16975" y="2152"/>
                  <a:pt x="16892" y="2446"/>
                  <a:pt x="16892" y="2825"/>
                </a:cubicBezTo>
                <a:cubicBezTo>
                  <a:pt x="16892" y="3199"/>
                  <a:pt x="16956" y="3484"/>
                  <a:pt x="17084" y="3678"/>
                </a:cubicBezTo>
                <a:cubicBezTo>
                  <a:pt x="17212" y="3873"/>
                  <a:pt x="17416" y="3970"/>
                  <a:pt x="17698" y="3970"/>
                </a:cubicBezTo>
                <a:cubicBezTo>
                  <a:pt x="17849" y="3970"/>
                  <a:pt x="18001" y="3937"/>
                  <a:pt x="18155" y="3870"/>
                </a:cubicBezTo>
                <a:cubicBezTo>
                  <a:pt x="18309" y="3803"/>
                  <a:pt x="18453" y="3717"/>
                  <a:pt x="18587" y="3612"/>
                </a:cubicBezTo>
                <a:close/>
                <a:moveTo>
                  <a:pt x="22608" y="4387"/>
                </a:moveTo>
                <a:lnTo>
                  <a:pt x="22080" y="4387"/>
                </a:lnTo>
                <a:lnTo>
                  <a:pt x="22080" y="4054"/>
                </a:lnTo>
                <a:cubicBezTo>
                  <a:pt x="22033" y="4086"/>
                  <a:pt x="21970" y="4131"/>
                  <a:pt x="21890" y="4188"/>
                </a:cubicBezTo>
                <a:cubicBezTo>
                  <a:pt x="21810" y="4246"/>
                  <a:pt x="21733" y="4291"/>
                  <a:pt x="21657" y="4325"/>
                </a:cubicBezTo>
                <a:cubicBezTo>
                  <a:pt x="21569" y="4368"/>
                  <a:pt x="21468" y="4405"/>
                  <a:pt x="21353" y="4434"/>
                </a:cubicBezTo>
                <a:cubicBezTo>
                  <a:pt x="21238" y="4463"/>
                  <a:pt x="21104" y="4478"/>
                  <a:pt x="20950" y="4478"/>
                </a:cubicBezTo>
                <a:cubicBezTo>
                  <a:pt x="20666" y="4478"/>
                  <a:pt x="20425" y="4383"/>
                  <a:pt x="20228" y="4195"/>
                </a:cubicBezTo>
                <a:cubicBezTo>
                  <a:pt x="20031" y="4007"/>
                  <a:pt x="19932" y="3767"/>
                  <a:pt x="19932" y="3475"/>
                </a:cubicBezTo>
                <a:cubicBezTo>
                  <a:pt x="19932" y="3236"/>
                  <a:pt x="19983" y="3043"/>
                  <a:pt x="20086" y="2895"/>
                </a:cubicBezTo>
                <a:cubicBezTo>
                  <a:pt x="20188" y="2747"/>
                  <a:pt x="20334" y="2631"/>
                  <a:pt x="20524" y="2546"/>
                </a:cubicBezTo>
                <a:cubicBezTo>
                  <a:pt x="20716" y="2462"/>
                  <a:pt x="20946" y="2404"/>
                  <a:pt x="21215" y="2374"/>
                </a:cubicBezTo>
                <a:cubicBezTo>
                  <a:pt x="21484" y="2344"/>
                  <a:pt x="21772" y="2321"/>
                  <a:pt x="22080" y="2306"/>
                </a:cubicBezTo>
                <a:lnTo>
                  <a:pt x="22080" y="2224"/>
                </a:lnTo>
                <a:cubicBezTo>
                  <a:pt x="22080" y="2103"/>
                  <a:pt x="22059" y="2002"/>
                  <a:pt x="22017" y="1923"/>
                </a:cubicBezTo>
                <a:cubicBezTo>
                  <a:pt x="21975" y="1843"/>
                  <a:pt x="21914" y="1780"/>
                  <a:pt x="21835" y="1735"/>
                </a:cubicBezTo>
                <a:cubicBezTo>
                  <a:pt x="21760" y="1691"/>
                  <a:pt x="21670" y="1662"/>
                  <a:pt x="21564" y="1647"/>
                </a:cubicBezTo>
                <a:cubicBezTo>
                  <a:pt x="21459" y="1632"/>
                  <a:pt x="21349" y="1624"/>
                  <a:pt x="21235" y="1624"/>
                </a:cubicBezTo>
                <a:cubicBezTo>
                  <a:pt x="21095" y="1624"/>
                  <a:pt x="20940" y="1643"/>
                  <a:pt x="20769" y="1681"/>
                </a:cubicBezTo>
                <a:cubicBezTo>
                  <a:pt x="20598" y="1718"/>
                  <a:pt x="20422" y="1773"/>
                  <a:pt x="20239" y="1844"/>
                </a:cubicBezTo>
                <a:lnTo>
                  <a:pt x="20211" y="1844"/>
                </a:lnTo>
                <a:lnTo>
                  <a:pt x="20211" y="1305"/>
                </a:lnTo>
                <a:cubicBezTo>
                  <a:pt x="20314" y="1277"/>
                  <a:pt x="20464" y="1246"/>
                  <a:pt x="20659" y="1212"/>
                </a:cubicBezTo>
                <a:cubicBezTo>
                  <a:pt x="20855" y="1179"/>
                  <a:pt x="21047" y="1162"/>
                  <a:pt x="21237" y="1162"/>
                </a:cubicBezTo>
                <a:cubicBezTo>
                  <a:pt x="21459" y="1162"/>
                  <a:pt x="21652" y="1180"/>
                  <a:pt x="21817" y="1217"/>
                </a:cubicBezTo>
                <a:cubicBezTo>
                  <a:pt x="21981" y="1253"/>
                  <a:pt x="22124" y="1316"/>
                  <a:pt x="22244" y="1404"/>
                </a:cubicBezTo>
                <a:cubicBezTo>
                  <a:pt x="22362" y="1491"/>
                  <a:pt x="22453" y="1602"/>
                  <a:pt x="22515" y="1740"/>
                </a:cubicBezTo>
                <a:cubicBezTo>
                  <a:pt x="22577" y="1877"/>
                  <a:pt x="22608" y="2047"/>
                  <a:pt x="22608" y="2250"/>
                </a:cubicBezTo>
                <a:lnTo>
                  <a:pt x="22608" y="4387"/>
                </a:lnTo>
                <a:moveTo>
                  <a:pt x="22080" y="3616"/>
                </a:moveTo>
                <a:lnTo>
                  <a:pt x="22080" y="2735"/>
                </a:lnTo>
                <a:cubicBezTo>
                  <a:pt x="21919" y="2744"/>
                  <a:pt x="21728" y="2759"/>
                  <a:pt x="21509" y="2778"/>
                </a:cubicBezTo>
                <a:cubicBezTo>
                  <a:pt x="21290" y="2796"/>
                  <a:pt x="21117" y="2824"/>
                  <a:pt x="20989" y="2860"/>
                </a:cubicBezTo>
                <a:cubicBezTo>
                  <a:pt x="20837" y="2903"/>
                  <a:pt x="20714" y="2971"/>
                  <a:pt x="20620" y="3062"/>
                </a:cubicBezTo>
                <a:cubicBezTo>
                  <a:pt x="20526" y="3154"/>
                  <a:pt x="20479" y="3280"/>
                  <a:pt x="20479" y="3440"/>
                </a:cubicBezTo>
                <a:cubicBezTo>
                  <a:pt x="20479" y="3622"/>
                  <a:pt x="20533" y="3758"/>
                  <a:pt x="20642" y="3850"/>
                </a:cubicBezTo>
                <a:cubicBezTo>
                  <a:pt x="20751" y="3941"/>
                  <a:pt x="20918" y="3987"/>
                  <a:pt x="21141" y="3987"/>
                </a:cubicBezTo>
                <a:cubicBezTo>
                  <a:pt x="21328" y="3987"/>
                  <a:pt x="21498" y="3951"/>
                  <a:pt x="21652" y="3878"/>
                </a:cubicBezTo>
                <a:cubicBezTo>
                  <a:pt x="21806" y="3805"/>
                  <a:pt x="21949" y="3718"/>
                  <a:pt x="22080" y="3616"/>
                </a:cubicBezTo>
                <a:close/>
                <a:moveTo>
                  <a:pt x="26264" y="2865"/>
                </a:moveTo>
                <a:lnTo>
                  <a:pt x="23944" y="2865"/>
                </a:lnTo>
                <a:cubicBezTo>
                  <a:pt x="23944" y="3059"/>
                  <a:pt x="23973" y="3228"/>
                  <a:pt x="24031" y="3372"/>
                </a:cubicBezTo>
                <a:cubicBezTo>
                  <a:pt x="24090" y="3516"/>
                  <a:pt x="24169" y="3634"/>
                  <a:pt x="24271" y="3727"/>
                </a:cubicBezTo>
                <a:cubicBezTo>
                  <a:pt x="24369" y="3817"/>
                  <a:pt x="24485" y="3885"/>
                  <a:pt x="24619" y="3930"/>
                </a:cubicBezTo>
                <a:cubicBezTo>
                  <a:pt x="24754" y="3976"/>
                  <a:pt x="24902" y="3998"/>
                  <a:pt x="25063" y="3998"/>
                </a:cubicBezTo>
                <a:cubicBezTo>
                  <a:pt x="25278" y="3998"/>
                  <a:pt x="25493" y="3955"/>
                  <a:pt x="25710" y="3869"/>
                </a:cubicBezTo>
                <a:cubicBezTo>
                  <a:pt x="25927" y="3783"/>
                  <a:pt x="26082" y="3698"/>
                  <a:pt x="26174" y="3615"/>
                </a:cubicBezTo>
                <a:lnTo>
                  <a:pt x="26202" y="3615"/>
                </a:lnTo>
                <a:lnTo>
                  <a:pt x="26202" y="4195"/>
                </a:lnTo>
                <a:cubicBezTo>
                  <a:pt x="26024" y="4270"/>
                  <a:pt x="25841" y="4333"/>
                  <a:pt x="25655" y="4384"/>
                </a:cubicBezTo>
                <a:cubicBezTo>
                  <a:pt x="25469" y="4435"/>
                  <a:pt x="25274" y="4461"/>
                  <a:pt x="25069" y="4461"/>
                </a:cubicBezTo>
                <a:cubicBezTo>
                  <a:pt x="24546" y="4461"/>
                  <a:pt x="24138" y="4319"/>
                  <a:pt x="23845" y="4036"/>
                </a:cubicBezTo>
                <a:cubicBezTo>
                  <a:pt x="23552" y="3752"/>
                  <a:pt x="23405" y="3350"/>
                  <a:pt x="23405" y="2828"/>
                </a:cubicBezTo>
                <a:cubicBezTo>
                  <a:pt x="23405" y="2312"/>
                  <a:pt x="23546" y="1903"/>
                  <a:pt x="23827" y="1600"/>
                </a:cubicBezTo>
                <a:cubicBezTo>
                  <a:pt x="24108" y="1296"/>
                  <a:pt x="24478" y="1145"/>
                  <a:pt x="24936" y="1145"/>
                </a:cubicBezTo>
                <a:cubicBezTo>
                  <a:pt x="25361" y="1145"/>
                  <a:pt x="25689" y="1269"/>
                  <a:pt x="25919" y="1518"/>
                </a:cubicBezTo>
                <a:cubicBezTo>
                  <a:pt x="26149" y="1766"/>
                  <a:pt x="26264" y="2119"/>
                  <a:pt x="26264" y="2577"/>
                </a:cubicBezTo>
                <a:lnTo>
                  <a:pt x="26264" y="2865"/>
                </a:lnTo>
                <a:moveTo>
                  <a:pt x="25748" y="2459"/>
                </a:moveTo>
                <a:cubicBezTo>
                  <a:pt x="25747" y="2181"/>
                  <a:pt x="25677" y="1965"/>
                  <a:pt x="25538" y="1813"/>
                </a:cubicBezTo>
                <a:cubicBezTo>
                  <a:pt x="25400" y="1661"/>
                  <a:pt x="25190" y="1585"/>
                  <a:pt x="24908" y="1585"/>
                </a:cubicBezTo>
                <a:cubicBezTo>
                  <a:pt x="24624" y="1585"/>
                  <a:pt x="24398" y="1668"/>
                  <a:pt x="24230" y="1836"/>
                </a:cubicBezTo>
                <a:cubicBezTo>
                  <a:pt x="24062" y="2003"/>
                  <a:pt x="23966" y="2211"/>
                  <a:pt x="23944" y="2459"/>
                </a:cubicBezTo>
                <a:lnTo>
                  <a:pt x="25748" y="2459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DD17F64-040E-4354-B8AD-7D61DA472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375" y="880513"/>
            <a:ext cx="25740" cy="18697"/>
          </a:xfrm>
          <a:custGeom xmlns:a="http://schemas.openxmlformats.org/drawingml/2006/main">
            <a:pathLst>
              <a:path w="25740" h="18697">
                <a:moveTo>
                  <a:pt x="0" y="0"/>
                </a:moveTo>
                <a:lnTo>
                  <a:pt x="25740" y="0"/>
                </a:lnTo>
                <a:lnTo>
                  <a:pt x="25740" y="18697"/>
                </a:lnTo>
                <a:lnTo>
                  <a:pt x="0" y="1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4574771-672E-41F1-9DBE-E450ED9B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375" y="880515"/>
            <a:ext cx="25742" cy="18696"/>
          </a:xfrm>
          <a:custGeom xmlns:a="http://schemas.openxmlformats.org/drawingml/2006/main">
            <a:pathLst>
              <a:path w="25742" h="18696" fill="none">
                <a:moveTo>
                  <a:pt x="0" y="0"/>
                </a:moveTo>
                <a:lnTo>
                  <a:pt x="25742" y="0"/>
                </a:lnTo>
                <a:lnTo>
                  <a:pt x="25742" y="18696"/>
                </a:lnTo>
                <a:lnTo>
                  <a:pt x="0" y="186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43" name="Text Vireonidae">
            <a:extLst xmlns:a="http://schemas.openxmlformats.org/drawingml/2006/main">
              <a:ext uri="{FF2B5EF4-FFF2-40B4-BE49-F238E27FC236}">
                <a16:creationId xmlns:a16="http://schemas.microsoft.com/office/drawing/2014/main" id="{A97168C7-1778-41B6-8CEA-B0770ED4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3934" y="881709"/>
            <a:ext cx="25209" cy="3722"/>
          </a:xfrm>
          <a:custGeom xmlns:a="http://schemas.openxmlformats.org/drawingml/2006/main">
            <a:pathLst>
              <a:path w="25209" h="3722">
                <a:moveTo>
                  <a:pt x="3159" y="155"/>
                </a:moveTo>
                <a:lnTo>
                  <a:pt x="1889" y="3647"/>
                </a:lnTo>
                <a:lnTo>
                  <a:pt x="1270" y="3647"/>
                </a:lnTo>
                <a:lnTo>
                  <a:pt x="0" y="155"/>
                </a:lnTo>
                <a:lnTo>
                  <a:pt x="497" y="155"/>
                </a:lnTo>
                <a:lnTo>
                  <a:pt x="1591" y="3227"/>
                </a:lnTo>
                <a:lnTo>
                  <a:pt x="2686" y="155"/>
                </a:lnTo>
                <a:lnTo>
                  <a:pt x="3159" y="155"/>
                </a:lnTo>
                <a:close/>
                <a:moveTo>
                  <a:pt x="4127" y="591"/>
                </a:moveTo>
                <a:lnTo>
                  <a:pt x="3630" y="591"/>
                </a:lnTo>
                <a:lnTo>
                  <a:pt x="3630" y="131"/>
                </a:lnTo>
                <a:lnTo>
                  <a:pt x="4127" y="131"/>
                </a:lnTo>
                <a:lnTo>
                  <a:pt x="4127" y="591"/>
                </a:lnTo>
                <a:moveTo>
                  <a:pt x="4099" y="3647"/>
                </a:moveTo>
                <a:lnTo>
                  <a:pt x="3658" y="3647"/>
                </a:lnTo>
                <a:lnTo>
                  <a:pt x="3658" y="1026"/>
                </a:lnTo>
                <a:lnTo>
                  <a:pt x="4099" y="1026"/>
                </a:lnTo>
                <a:lnTo>
                  <a:pt x="4099" y="3647"/>
                </a:lnTo>
                <a:close/>
                <a:moveTo>
                  <a:pt x="6604" y="1505"/>
                </a:moveTo>
                <a:lnTo>
                  <a:pt x="6581" y="1505"/>
                </a:lnTo>
                <a:cubicBezTo>
                  <a:pt x="6515" y="1490"/>
                  <a:pt x="6451" y="1479"/>
                  <a:pt x="6390" y="1472"/>
                </a:cubicBezTo>
                <a:cubicBezTo>
                  <a:pt x="6328" y="1466"/>
                  <a:pt x="6255" y="1462"/>
                  <a:pt x="6171" y="1462"/>
                </a:cubicBezTo>
                <a:cubicBezTo>
                  <a:pt x="6035" y="1462"/>
                  <a:pt x="5903" y="1493"/>
                  <a:pt x="5777" y="1553"/>
                </a:cubicBezTo>
                <a:cubicBezTo>
                  <a:pt x="5650" y="1613"/>
                  <a:pt x="5528" y="1691"/>
                  <a:pt x="5411" y="1786"/>
                </a:cubicBezTo>
                <a:lnTo>
                  <a:pt x="5411" y="3647"/>
                </a:lnTo>
                <a:lnTo>
                  <a:pt x="4971" y="3647"/>
                </a:lnTo>
                <a:lnTo>
                  <a:pt x="4971" y="1026"/>
                </a:lnTo>
                <a:lnTo>
                  <a:pt x="5411" y="1026"/>
                </a:lnTo>
                <a:lnTo>
                  <a:pt x="5411" y="1414"/>
                </a:lnTo>
                <a:cubicBezTo>
                  <a:pt x="5586" y="1273"/>
                  <a:pt x="5740" y="1173"/>
                  <a:pt x="5874" y="1114"/>
                </a:cubicBezTo>
                <a:cubicBezTo>
                  <a:pt x="6008" y="1056"/>
                  <a:pt x="6144" y="1026"/>
                  <a:pt x="6283" y="1026"/>
                </a:cubicBezTo>
                <a:cubicBezTo>
                  <a:pt x="6360" y="1026"/>
                  <a:pt x="6415" y="1028"/>
                  <a:pt x="6449" y="1032"/>
                </a:cubicBezTo>
                <a:cubicBezTo>
                  <a:pt x="6484" y="1036"/>
                  <a:pt x="6535" y="1044"/>
                  <a:pt x="6604" y="1054"/>
                </a:cubicBezTo>
                <a:lnTo>
                  <a:pt x="6604" y="1505"/>
                </a:lnTo>
                <a:close/>
                <a:moveTo>
                  <a:pt x="9210" y="2381"/>
                </a:moveTo>
                <a:lnTo>
                  <a:pt x="7281" y="2381"/>
                </a:lnTo>
                <a:cubicBezTo>
                  <a:pt x="7281" y="2542"/>
                  <a:pt x="7306" y="2683"/>
                  <a:pt x="7354" y="2803"/>
                </a:cubicBezTo>
                <a:cubicBezTo>
                  <a:pt x="7402" y="2923"/>
                  <a:pt x="7469" y="3021"/>
                  <a:pt x="7553" y="3098"/>
                </a:cubicBezTo>
                <a:cubicBezTo>
                  <a:pt x="7634" y="3173"/>
                  <a:pt x="7731" y="3229"/>
                  <a:pt x="7843" y="3267"/>
                </a:cubicBezTo>
                <a:cubicBezTo>
                  <a:pt x="7954" y="3304"/>
                  <a:pt x="8077" y="3323"/>
                  <a:pt x="8212" y="3323"/>
                </a:cubicBezTo>
                <a:cubicBezTo>
                  <a:pt x="8390" y="3323"/>
                  <a:pt x="8569" y="3287"/>
                  <a:pt x="8750" y="3216"/>
                </a:cubicBezTo>
                <a:cubicBezTo>
                  <a:pt x="8930" y="3144"/>
                  <a:pt x="9059" y="3074"/>
                  <a:pt x="9135" y="3004"/>
                </a:cubicBezTo>
                <a:lnTo>
                  <a:pt x="9159" y="3004"/>
                </a:lnTo>
                <a:lnTo>
                  <a:pt x="9159" y="3487"/>
                </a:lnTo>
                <a:cubicBezTo>
                  <a:pt x="9010" y="3549"/>
                  <a:pt x="8859" y="3602"/>
                  <a:pt x="8704" y="3644"/>
                </a:cubicBezTo>
                <a:cubicBezTo>
                  <a:pt x="8549" y="3686"/>
                  <a:pt x="8387" y="3708"/>
                  <a:pt x="8216" y="3708"/>
                </a:cubicBezTo>
                <a:cubicBezTo>
                  <a:pt x="7782" y="3708"/>
                  <a:pt x="7443" y="3590"/>
                  <a:pt x="7199" y="3354"/>
                </a:cubicBezTo>
                <a:cubicBezTo>
                  <a:pt x="6956" y="3119"/>
                  <a:pt x="6834" y="2784"/>
                  <a:pt x="6834" y="2351"/>
                </a:cubicBezTo>
                <a:cubicBezTo>
                  <a:pt x="6834" y="1922"/>
                  <a:pt x="6951" y="1581"/>
                  <a:pt x="7184" y="1329"/>
                </a:cubicBezTo>
                <a:cubicBezTo>
                  <a:pt x="7418" y="1077"/>
                  <a:pt x="7725" y="951"/>
                  <a:pt x="8106" y="951"/>
                </a:cubicBezTo>
                <a:cubicBezTo>
                  <a:pt x="8459" y="951"/>
                  <a:pt x="8732" y="1055"/>
                  <a:pt x="8923" y="1261"/>
                </a:cubicBezTo>
                <a:cubicBezTo>
                  <a:pt x="9114" y="1468"/>
                  <a:pt x="9210" y="1761"/>
                  <a:pt x="9210" y="2142"/>
                </a:cubicBezTo>
                <a:lnTo>
                  <a:pt x="9210" y="2381"/>
                </a:lnTo>
                <a:moveTo>
                  <a:pt x="8781" y="2044"/>
                </a:moveTo>
                <a:cubicBezTo>
                  <a:pt x="8780" y="1812"/>
                  <a:pt x="8721" y="1633"/>
                  <a:pt x="8607" y="1507"/>
                </a:cubicBezTo>
                <a:cubicBezTo>
                  <a:pt x="8492" y="1380"/>
                  <a:pt x="8317" y="1317"/>
                  <a:pt x="8083" y="1317"/>
                </a:cubicBezTo>
                <a:cubicBezTo>
                  <a:pt x="7847" y="1317"/>
                  <a:pt x="7659" y="1387"/>
                  <a:pt x="7519" y="1526"/>
                </a:cubicBezTo>
                <a:cubicBezTo>
                  <a:pt x="7379" y="1665"/>
                  <a:pt x="7300" y="1837"/>
                  <a:pt x="7281" y="2044"/>
                </a:cubicBezTo>
                <a:lnTo>
                  <a:pt x="8781" y="2044"/>
                </a:lnTo>
                <a:close/>
                <a:moveTo>
                  <a:pt x="12109" y="2338"/>
                </a:moveTo>
                <a:cubicBezTo>
                  <a:pt x="12109" y="2765"/>
                  <a:pt x="12000" y="3103"/>
                  <a:pt x="11781" y="3350"/>
                </a:cubicBezTo>
                <a:cubicBezTo>
                  <a:pt x="11562" y="3598"/>
                  <a:pt x="11269" y="3722"/>
                  <a:pt x="10902" y="3722"/>
                </a:cubicBezTo>
                <a:cubicBezTo>
                  <a:pt x="10532" y="3722"/>
                  <a:pt x="10238" y="3598"/>
                  <a:pt x="10020" y="3350"/>
                </a:cubicBezTo>
                <a:cubicBezTo>
                  <a:pt x="9802" y="3103"/>
                  <a:pt x="9693" y="2765"/>
                  <a:pt x="9693" y="2338"/>
                </a:cubicBezTo>
                <a:cubicBezTo>
                  <a:pt x="9693" y="1910"/>
                  <a:pt x="9802" y="1572"/>
                  <a:pt x="10020" y="1324"/>
                </a:cubicBezTo>
                <a:cubicBezTo>
                  <a:pt x="10238" y="1076"/>
                  <a:pt x="10532" y="951"/>
                  <a:pt x="10902" y="951"/>
                </a:cubicBezTo>
                <a:cubicBezTo>
                  <a:pt x="11269" y="951"/>
                  <a:pt x="11562" y="1076"/>
                  <a:pt x="11781" y="1324"/>
                </a:cubicBezTo>
                <a:cubicBezTo>
                  <a:pt x="12000" y="1572"/>
                  <a:pt x="12109" y="1910"/>
                  <a:pt x="12109" y="2338"/>
                </a:cubicBezTo>
                <a:moveTo>
                  <a:pt x="11654" y="2338"/>
                </a:moveTo>
                <a:cubicBezTo>
                  <a:pt x="11654" y="1999"/>
                  <a:pt x="11588" y="1747"/>
                  <a:pt x="11455" y="1583"/>
                </a:cubicBezTo>
                <a:cubicBezTo>
                  <a:pt x="11322" y="1418"/>
                  <a:pt x="11138" y="1336"/>
                  <a:pt x="10902" y="1336"/>
                </a:cubicBezTo>
                <a:cubicBezTo>
                  <a:pt x="10663" y="1336"/>
                  <a:pt x="10477" y="1418"/>
                  <a:pt x="10345" y="1583"/>
                </a:cubicBezTo>
                <a:cubicBezTo>
                  <a:pt x="10213" y="1747"/>
                  <a:pt x="10147" y="1999"/>
                  <a:pt x="10147" y="2338"/>
                </a:cubicBezTo>
                <a:cubicBezTo>
                  <a:pt x="10147" y="2665"/>
                  <a:pt x="10214" y="2914"/>
                  <a:pt x="10347" y="3083"/>
                </a:cubicBezTo>
                <a:cubicBezTo>
                  <a:pt x="10479" y="3253"/>
                  <a:pt x="10664" y="3337"/>
                  <a:pt x="10902" y="3337"/>
                </a:cubicBezTo>
                <a:cubicBezTo>
                  <a:pt x="11136" y="3337"/>
                  <a:pt x="11320" y="3253"/>
                  <a:pt x="11454" y="3086"/>
                </a:cubicBezTo>
                <a:cubicBezTo>
                  <a:pt x="11587" y="2918"/>
                  <a:pt x="11654" y="2669"/>
                  <a:pt x="11654" y="2338"/>
                </a:cubicBezTo>
                <a:close/>
                <a:moveTo>
                  <a:pt x="14980" y="3647"/>
                </a:moveTo>
                <a:lnTo>
                  <a:pt x="14539" y="3647"/>
                </a:lnTo>
                <a:lnTo>
                  <a:pt x="14539" y="2155"/>
                </a:lnTo>
                <a:cubicBezTo>
                  <a:pt x="14539" y="2034"/>
                  <a:pt x="14532" y="1921"/>
                  <a:pt x="14518" y="1816"/>
                </a:cubicBezTo>
                <a:cubicBezTo>
                  <a:pt x="14504" y="1710"/>
                  <a:pt x="14478" y="1627"/>
                  <a:pt x="14441" y="1568"/>
                </a:cubicBezTo>
                <a:cubicBezTo>
                  <a:pt x="14402" y="1502"/>
                  <a:pt x="14346" y="1453"/>
                  <a:pt x="14272" y="1421"/>
                </a:cubicBezTo>
                <a:cubicBezTo>
                  <a:pt x="14199" y="1389"/>
                  <a:pt x="14103" y="1373"/>
                  <a:pt x="13986" y="1373"/>
                </a:cubicBezTo>
                <a:cubicBezTo>
                  <a:pt x="13866" y="1373"/>
                  <a:pt x="13740" y="1403"/>
                  <a:pt x="13609" y="1463"/>
                </a:cubicBezTo>
                <a:cubicBezTo>
                  <a:pt x="13478" y="1522"/>
                  <a:pt x="13352" y="1598"/>
                  <a:pt x="13232" y="1690"/>
                </a:cubicBezTo>
                <a:lnTo>
                  <a:pt x="13232" y="3647"/>
                </a:lnTo>
                <a:lnTo>
                  <a:pt x="12791" y="3647"/>
                </a:lnTo>
                <a:lnTo>
                  <a:pt x="12791" y="1026"/>
                </a:lnTo>
                <a:lnTo>
                  <a:pt x="13232" y="1026"/>
                </a:lnTo>
                <a:lnTo>
                  <a:pt x="13232" y="1315"/>
                </a:lnTo>
                <a:cubicBezTo>
                  <a:pt x="13369" y="1201"/>
                  <a:pt x="13511" y="1112"/>
                  <a:pt x="13658" y="1048"/>
                </a:cubicBezTo>
                <a:cubicBezTo>
                  <a:pt x="13805" y="984"/>
                  <a:pt x="13956" y="951"/>
                  <a:pt x="14110" y="951"/>
                </a:cubicBezTo>
                <a:cubicBezTo>
                  <a:pt x="14393" y="951"/>
                  <a:pt x="14609" y="1037"/>
                  <a:pt x="14757" y="1207"/>
                </a:cubicBezTo>
                <a:cubicBezTo>
                  <a:pt x="14906" y="1378"/>
                  <a:pt x="14980" y="1624"/>
                  <a:pt x="14980" y="1945"/>
                </a:cubicBezTo>
                <a:lnTo>
                  <a:pt x="14980" y="3647"/>
                </a:lnTo>
                <a:close/>
                <a:moveTo>
                  <a:pt x="16302" y="591"/>
                </a:moveTo>
                <a:lnTo>
                  <a:pt x="15805" y="591"/>
                </a:lnTo>
                <a:lnTo>
                  <a:pt x="15805" y="131"/>
                </a:lnTo>
                <a:lnTo>
                  <a:pt x="16302" y="131"/>
                </a:lnTo>
                <a:lnTo>
                  <a:pt x="16302" y="591"/>
                </a:lnTo>
                <a:moveTo>
                  <a:pt x="16274" y="3647"/>
                </a:moveTo>
                <a:lnTo>
                  <a:pt x="15833" y="3647"/>
                </a:lnTo>
                <a:lnTo>
                  <a:pt x="15833" y="1026"/>
                </a:lnTo>
                <a:lnTo>
                  <a:pt x="16274" y="1026"/>
                </a:lnTo>
                <a:lnTo>
                  <a:pt x="16274" y="3647"/>
                </a:lnTo>
                <a:close/>
                <a:moveTo>
                  <a:pt x="19268" y="3647"/>
                </a:moveTo>
                <a:lnTo>
                  <a:pt x="18828" y="3647"/>
                </a:lnTo>
                <a:lnTo>
                  <a:pt x="18828" y="3374"/>
                </a:lnTo>
                <a:cubicBezTo>
                  <a:pt x="18701" y="3484"/>
                  <a:pt x="18569" y="3569"/>
                  <a:pt x="18432" y="3630"/>
                </a:cubicBezTo>
                <a:cubicBezTo>
                  <a:pt x="18294" y="3691"/>
                  <a:pt x="18145" y="3722"/>
                  <a:pt x="17984" y="3722"/>
                </a:cubicBezTo>
                <a:cubicBezTo>
                  <a:pt x="17672" y="3722"/>
                  <a:pt x="17424" y="3601"/>
                  <a:pt x="17240" y="3360"/>
                </a:cubicBezTo>
                <a:cubicBezTo>
                  <a:pt x="17056" y="3119"/>
                  <a:pt x="16965" y="2784"/>
                  <a:pt x="16965" y="2357"/>
                </a:cubicBezTo>
                <a:cubicBezTo>
                  <a:pt x="16965" y="2134"/>
                  <a:pt x="16996" y="1936"/>
                  <a:pt x="17059" y="1762"/>
                </a:cubicBezTo>
                <a:cubicBezTo>
                  <a:pt x="17123" y="1588"/>
                  <a:pt x="17208" y="1440"/>
                  <a:pt x="17316" y="1318"/>
                </a:cubicBezTo>
                <a:cubicBezTo>
                  <a:pt x="17422" y="1199"/>
                  <a:pt x="17546" y="1108"/>
                  <a:pt x="17688" y="1046"/>
                </a:cubicBezTo>
                <a:cubicBezTo>
                  <a:pt x="17829" y="983"/>
                  <a:pt x="17975" y="951"/>
                  <a:pt x="18127" y="951"/>
                </a:cubicBezTo>
                <a:cubicBezTo>
                  <a:pt x="18264" y="951"/>
                  <a:pt x="18386" y="966"/>
                  <a:pt x="18493" y="995"/>
                </a:cubicBezTo>
                <a:cubicBezTo>
                  <a:pt x="18599" y="1024"/>
                  <a:pt x="18711" y="1069"/>
                  <a:pt x="18828" y="1130"/>
                </a:cubicBezTo>
                <a:lnTo>
                  <a:pt x="18828" y="0"/>
                </a:lnTo>
                <a:lnTo>
                  <a:pt x="19268" y="0"/>
                </a:lnTo>
                <a:lnTo>
                  <a:pt x="19268" y="3647"/>
                </a:lnTo>
                <a:moveTo>
                  <a:pt x="18828" y="3002"/>
                </a:moveTo>
                <a:lnTo>
                  <a:pt x="18828" y="1500"/>
                </a:lnTo>
                <a:cubicBezTo>
                  <a:pt x="18709" y="1447"/>
                  <a:pt x="18603" y="1410"/>
                  <a:pt x="18509" y="1390"/>
                </a:cubicBezTo>
                <a:cubicBezTo>
                  <a:pt x="18415" y="1369"/>
                  <a:pt x="18313" y="1359"/>
                  <a:pt x="18202" y="1359"/>
                </a:cubicBezTo>
                <a:cubicBezTo>
                  <a:pt x="17955" y="1359"/>
                  <a:pt x="17763" y="1445"/>
                  <a:pt x="17625" y="1617"/>
                </a:cubicBezTo>
                <a:cubicBezTo>
                  <a:pt x="17488" y="1789"/>
                  <a:pt x="17419" y="2033"/>
                  <a:pt x="17419" y="2348"/>
                </a:cubicBezTo>
                <a:cubicBezTo>
                  <a:pt x="17419" y="2659"/>
                  <a:pt x="17472" y="2895"/>
                  <a:pt x="17579" y="3057"/>
                </a:cubicBezTo>
                <a:cubicBezTo>
                  <a:pt x="17685" y="3219"/>
                  <a:pt x="17855" y="3300"/>
                  <a:pt x="18089" y="3300"/>
                </a:cubicBezTo>
                <a:cubicBezTo>
                  <a:pt x="18214" y="3300"/>
                  <a:pt x="18341" y="3272"/>
                  <a:pt x="18469" y="3217"/>
                </a:cubicBezTo>
                <a:cubicBezTo>
                  <a:pt x="18597" y="3161"/>
                  <a:pt x="18717" y="3090"/>
                  <a:pt x="18828" y="3002"/>
                </a:cubicBezTo>
                <a:close/>
                <a:moveTo>
                  <a:pt x="22170" y="3647"/>
                </a:moveTo>
                <a:lnTo>
                  <a:pt x="21732" y="3647"/>
                </a:lnTo>
                <a:lnTo>
                  <a:pt x="21732" y="3370"/>
                </a:lnTo>
                <a:cubicBezTo>
                  <a:pt x="21693" y="3396"/>
                  <a:pt x="21640" y="3433"/>
                  <a:pt x="21573" y="3481"/>
                </a:cubicBezTo>
                <a:cubicBezTo>
                  <a:pt x="21507" y="3529"/>
                  <a:pt x="21443" y="3567"/>
                  <a:pt x="21380" y="3595"/>
                </a:cubicBezTo>
                <a:cubicBezTo>
                  <a:pt x="21307" y="3631"/>
                  <a:pt x="21222" y="3661"/>
                  <a:pt x="21127" y="3685"/>
                </a:cubicBezTo>
                <a:cubicBezTo>
                  <a:pt x="21032" y="3709"/>
                  <a:pt x="20920" y="3722"/>
                  <a:pt x="20792" y="3722"/>
                </a:cubicBezTo>
                <a:cubicBezTo>
                  <a:pt x="20556" y="3722"/>
                  <a:pt x="20356" y="3643"/>
                  <a:pt x="20192" y="3487"/>
                </a:cubicBezTo>
                <a:cubicBezTo>
                  <a:pt x="20028" y="3331"/>
                  <a:pt x="19946" y="3131"/>
                  <a:pt x="19946" y="2889"/>
                </a:cubicBezTo>
                <a:cubicBezTo>
                  <a:pt x="19946" y="2690"/>
                  <a:pt x="19988" y="2529"/>
                  <a:pt x="20074" y="2406"/>
                </a:cubicBezTo>
                <a:cubicBezTo>
                  <a:pt x="20159" y="2283"/>
                  <a:pt x="20280" y="2187"/>
                  <a:pt x="20438" y="2117"/>
                </a:cubicBezTo>
                <a:cubicBezTo>
                  <a:pt x="20597" y="2046"/>
                  <a:pt x="20789" y="1998"/>
                  <a:pt x="21012" y="1973"/>
                </a:cubicBezTo>
                <a:cubicBezTo>
                  <a:pt x="21236" y="1948"/>
                  <a:pt x="21475" y="1930"/>
                  <a:pt x="21732" y="1917"/>
                </a:cubicBezTo>
                <a:lnTo>
                  <a:pt x="21732" y="1848"/>
                </a:lnTo>
                <a:cubicBezTo>
                  <a:pt x="21732" y="1748"/>
                  <a:pt x="21714" y="1664"/>
                  <a:pt x="21679" y="1598"/>
                </a:cubicBezTo>
                <a:cubicBezTo>
                  <a:pt x="21644" y="1532"/>
                  <a:pt x="21593" y="1480"/>
                  <a:pt x="21528" y="1442"/>
                </a:cubicBezTo>
                <a:cubicBezTo>
                  <a:pt x="21465" y="1406"/>
                  <a:pt x="21390" y="1381"/>
                  <a:pt x="21303" y="1369"/>
                </a:cubicBezTo>
                <a:cubicBezTo>
                  <a:pt x="21215" y="1356"/>
                  <a:pt x="21124" y="1350"/>
                  <a:pt x="21029" y="1350"/>
                </a:cubicBezTo>
                <a:cubicBezTo>
                  <a:pt x="20913" y="1350"/>
                  <a:pt x="20784" y="1366"/>
                  <a:pt x="20642" y="1397"/>
                </a:cubicBezTo>
                <a:cubicBezTo>
                  <a:pt x="20500" y="1428"/>
                  <a:pt x="20353" y="1473"/>
                  <a:pt x="20201" y="1533"/>
                </a:cubicBezTo>
                <a:lnTo>
                  <a:pt x="20178" y="1533"/>
                </a:lnTo>
                <a:lnTo>
                  <a:pt x="20178" y="1085"/>
                </a:lnTo>
                <a:cubicBezTo>
                  <a:pt x="20264" y="1062"/>
                  <a:pt x="20388" y="1036"/>
                  <a:pt x="20550" y="1008"/>
                </a:cubicBezTo>
                <a:cubicBezTo>
                  <a:pt x="20713" y="980"/>
                  <a:pt x="20873" y="966"/>
                  <a:pt x="21031" y="966"/>
                </a:cubicBezTo>
                <a:cubicBezTo>
                  <a:pt x="21215" y="966"/>
                  <a:pt x="21376" y="981"/>
                  <a:pt x="21513" y="1011"/>
                </a:cubicBezTo>
                <a:cubicBezTo>
                  <a:pt x="21649" y="1042"/>
                  <a:pt x="21768" y="1094"/>
                  <a:pt x="21868" y="1167"/>
                </a:cubicBezTo>
                <a:cubicBezTo>
                  <a:pt x="21966" y="1239"/>
                  <a:pt x="22041" y="1332"/>
                  <a:pt x="22093" y="1446"/>
                </a:cubicBezTo>
                <a:cubicBezTo>
                  <a:pt x="22144" y="1560"/>
                  <a:pt x="22170" y="1701"/>
                  <a:pt x="22170" y="1870"/>
                </a:cubicBezTo>
                <a:lnTo>
                  <a:pt x="22170" y="3647"/>
                </a:lnTo>
                <a:moveTo>
                  <a:pt x="21732" y="3005"/>
                </a:moveTo>
                <a:lnTo>
                  <a:pt x="21732" y="2273"/>
                </a:lnTo>
                <a:cubicBezTo>
                  <a:pt x="21597" y="2281"/>
                  <a:pt x="21439" y="2293"/>
                  <a:pt x="21257" y="2309"/>
                </a:cubicBezTo>
                <a:cubicBezTo>
                  <a:pt x="21075" y="2324"/>
                  <a:pt x="20931" y="2347"/>
                  <a:pt x="20825" y="2377"/>
                </a:cubicBezTo>
                <a:cubicBezTo>
                  <a:pt x="20698" y="2413"/>
                  <a:pt x="20596" y="2469"/>
                  <a:pt x="20518" y="2545"/>
                </a:cubicBezTo>
                <a:cubicBezTo>
                  <a:pt x="20440" y="2621"/>
                  <a:pt x="20400" y="2726"/>
                  <a:pt x="20400" y="2859"/>
                </a:cubicBezTo>
                <a:cubicBezTo>
                  <a:pt x="20400" y="3010"/>
                  <a:pt x="20446" y="3124"/>
                  <a:pt x="20536" y="3200"/>
                </a:cubicBezTo>
                <a:cubicBezTo>
                  <a:pt x="20627" y="3276"/>
                  <a:pt x="20765" y="3314"/>
                  <a:pt x="20951" y="3314"/>
                </a:cubicBezTo>
                <a:cubicBezTo>
                  <a:pt x="21106" y="3314"/>
                  <a:pt x="21247" y="3284"/>
                  <a:pt x="21375" y="3223"/>
                </a:cubicBezTo>
                <a:cubicBezTo>
                  <a:pt x="21504" y="3163"/>
                  <a:pt x="21622" y="3090"/>
                  <a:pt x="21732" y="3005"/>
                </a:cubicBezTo>
                <a:close/>
                <a:moveTo>
                  <a:pt x="25209" y="2381"/>
                </a:moveTo>
                <a:lnTo>
                  <a:pt x="23281" y="2381"/>
                </a:lnTo>
                <a:cubicBezTo>
                  <a:pt x="23281" y="2542"/>
                  <a:pt x="23305" y="2683"/>
                  <a:pt x="23353" y="2803"/>
                </a:cubicBezTo>
                <a:cubicBezTo>
                  <a:pt x="23402" y="2923"/>
                  <a:pt x="23468" y="3021"/>
                  <a:pt x="23552" y="3098"/>
                </a:cubicBezTo>
                <a:cubicBezTo>
                  <a:pt x="23634" y="3173"/>
                  <a:pt x="23730" y="3229"/>
                  <a:pt x="23842" y="3267"/>
                </a:cubicBezTo>
                <a:cubicBezTo>
                  <a:pt x="23954" y="3304"/>
                  <a:pt x="24077" y="3323"/>
                  <a:pt x="24211" y="3323"/>
                </a:cubicBezTo>
                <a:cubicBezTo>
                  <a:pt x="24389" y="3323"/>
                  <a:pt x="24568" y="3287"/>
                  <a:pt x="24749" y="3216"/>
                </a:cubicBezTo>
                <a:cubicBezTo>
                  <a:pt x="24929" y="3144"/>
                  <a:pt x="25058" y="3074"/>
                  <a:pt x="25134" y="3004"/>
                </a:cubicBezTo>
                <a:lnTo>
                  <a:pt x="25158" y="3004"/>
                </a:lnTo>
                <a:lnTo>
                  <a:pt x="25158" y="3487"/>
                </a:lnTo>
                <a:cubicBezTo>
                  <a:pt x="25009" y="3549"/>
                  <a:pt x="24858" y="3602"/>
                  <a:pt x="24703" y="3644"/>
                </a:cubicBezTo>
                <a:cubicBezTo>
                  <a:pt x="24548" y="3686"/>
                  <a:pt x="24386" y="3708"/>
                  <a:pt x="24216" y="3708"/>
                </a:cubicBezTo>
                <a:cubicBezTo>
                  <a:pt x="23781" y="3708"/>
                  <a:pt x="23442" y="3590"/>
                  <a:pt x="23198" y="3354"/>
                </a:cubicBezTo>
                <a:cubicBezTo>
                  <a:pt x="22955" y="3119"/>
                  <a:pt x="22833" y="2784"/>
                  <a:pt x="22833" y="2351"/>
                </a:cubicBezTo>
                <a:cubicBezTo>
                  <a:pt x="22833" y="1922"/>
                  <a:pt x="22950" y="1581"/>
                  <a:pt x="23183" y="1329"/>
                </a:cubicBezTo>
                <a:cubicBezTo>
                  <a:pt x="23417" y="1077"/>
                  <a:pt x="23724" y="951"/>
                  <a:pt x="24105" y="951"/>
                </a:cubicBezTo>
                <a:cubicBezTo>
                  <a:pt x="24459" y="951"/>
                  <a:pt x="24731" y="1055"/>
                  <a:pt x="24922" y="1261"/>
                </a:cubicBezTo>
                <a:cubicBezTo>
                  <a:pt x="25114" y="1468"/>
                  <a:pt x="25209" y="1761"/>
                  <a:pt x="25209" y="2142"/>
                </a:cubicBezTo>
                <a:lnTo>
                  <a:pt x="25209" y="2381"/>
                </a:lnTo>
                <a:moveTo>
                  <a:pt x="24780" y="2044"/>
                </a:moveTo>
                <a:cubicBezTo>
                  <a:pt x="24779" y="1812"/>
                  <a:pt x="24721" y="1633"/>
                  <a:pt x="24606" y="1507"/>
                </a:cubicBezTo>
                <a:cubicBezTo>
                  <a:pt x="24491" y="1380"/>
                  <a:pt x="24316" y="1317"/>
                  <a:pt x="24082" y="1317"/>
                </a:cubicBezTo>
                <a:cubicBezTo>
                  <a:pt x="23846" y="1317"/>
                  <a:pt x="23658" y="1387"/>
                  <a:pt x="23518" y="1526"/>
                </a:cubicBezTo>
                <a:cubicBezTo>
                  <a:pt x="23379" y="1665"/>
                  <a:pt x="23299" y="1837"/>
                  <a:pt x="23281" y="2044"/>
                </a:cubicBezTo>
                <a:lnTo>
                  <a:pt x="24780" y="2044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BBD45E-E94B-4A7D-B9FD-656C69DF5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616" y="880513"/>
            <a:ext cx="20723" cy="18697"/>
          </a:xfrm>
          <a:custGeom xmlns:a="http://schemas.openxmlformats.org/drawingml/2006/main">
            <a:pathLst>
              <a:path w="20723" h="18697">
                <a:moveTo>
                  <a:pt x="0" y="0"/>
                </a:moveTo>
                <a:lnTo>
                  <a:pt x="20723" y="0"/>
                </a:lnTo>
                <a:lnTo>
                  <a:pt x="20723" y="18697"/>
                </a:lnTo>
                <a:lnTo>
                  <a:pt x="0" y="1869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741742E-9314-4780-9192-BBED5EE2E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9615" y="880515"/>
            <a:ext cx="20722" cy="18696"/>
          </a:xfrm>
          <a:custGeom xmlns:a="http://schemas.openxmlformats.org/drawingml/2006/main">
            <a:pathLst>
              <a:path w="20722" h="18696" fill="none">
                <a:moveTo>
                  <a:pt x="0" y="0"/>
                </a:moveTo>
                <a:lnTo>
                  <a:pt x="20722" y="0"/>
                </a:lnTo>
                <a:lnTo>
                  <a:pt x="20722" y="18696"/>
                </a:lnTo>
                <a:lnTo>
                  <a:pt x="0" y="1869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46" name="Text Mimidae">
            <a:extLst xmlns:a="http://schemas.openxmlformats.org/drawingml/2006/main">
              <a:ext uri="{FF2B5EF4-FFF2-40B4-BE49-F238E27FC236}">
                <a16:creationId xmlns:a16="http://schemas.microsoft.com/office/drawing/2014/main" id="{2D1DB984-3666-4575-A59E-B5FD2E2FC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02596" y="881705"/>
            <a:ext cx="19982" cy="3838"/>
          </a:xfrm>
          <a:custGeom xmlns:a="http://schemas.openxmlformats.org/drawingml/2006/main">
            <a:pathLst>
              <a:path w="19982" h="3838">
                <a:moveTo>
                  <a:pt x="3205" y="3761"/>
                </a:moveTo>
                <a:lnTo>
                  <a:pt x="2726" y="3761"/>
                </a:lnTo>
                <a:lnTo>
                  <a:pt x="2726" y="658"/>
                </a:lnTo>
                <a:lnTo>
                  <a:pt x="1726" y="2770"/>
                </a:lnTo>
                <a:lnTo>
                  <a:pt x="1440" y="2770"/>
                </a:lnTo>
                <a:lnTo>
                  <a:pt x="447" y="658"/>
                </a:lnTo>
                <a:lnTo>
                  <a:pt x="447" y="3761"/>
                </a:lnTo>
                <a:lnTo>
                  <a:pt x="0" y="3761"/>
                </a:lnTo>
                <a:lnTo>
                  <a:pt x="0" y="160"/>
                </a:lnTo>
                <a:lnTo>
                  <a:pt x="653" y="160"/>
                </a:lnTo>
                <a:lnTo>
                  <a:pt x="1612" y="2165"/>
                </a:lnTo>
                <a:lnTo>
                  <a:pt x="2540" y="160"/>
                </a:lnTo>
                <a:lnTo>
                  <a:pt x="3205" y="160"/>
                </a:lnTo>
                <a:lnTo>
                  <a:pt x="3205" y="3761"/>
                </a:lnTo>
                <a:close/>
                <a:moveTo>
                  <a:pt x="4623" y="609"/>
                </a:moveTo>
                <a:lnTo>
                  <a:pt x="4111" y="609"/>
                </a:lnTo>
                <a:lnTo>
                  <a:pt x="4111" y="135"/>
                </a:lnTo>
                <a:lnTo>
                  <a:pt x="4623" y="135"/>
                </a:lnTo>
                <a:lnTo>
                  <a:pt x="4623" y="609"/>
                </a:lnTo>
                <a:moveTo>
                  <a:pt x="4594" y="3761"/>
                </a:moveTo>
                <a:lnTo>
                  <a:pt x="4140" y="3761"/>
                </a:lnTo>
                <a:lnTo>
                  <a:pt x="4140" y="1059"/>
                </a:lnTo>
                <a:lnTo>
                  <a:pt x="4594" y="1059"/>
                </a:lnTo>
                <a:lnTo>
                  <a:pt x="4594" y="3761"/>
                </a:lnTo>
                <a:close/>
                <a:moveTo>
                  <a:pt x="9433" y="3761"/>
                </a:moveTo>
                <a:lnTo>
                  <a:pt x="8979" y="3761"/>
                </a:lnTo>
                <a:lnTo>
                  <a:pt x="8979" y="2222"/>
                </a:lnTo>
                <a:cubicBezTo>
                  <a:pt x="8979" y="2106"/>
                  <a:pt x="8973" y="1994"/>
                  <a:pt x="8963" y="1886"/>
                </a:cubicBezTo>
                <a:cubicBezTo>
                  <a:pt x="8952" y="1778"/>
                  <a:pt x="8930" y="1691"/>
                  <a:pt x="8896" y="1627"/>
                </a:cubicBezTo>
                <a:cubicBezTo>
                  <a:pt x="8859" y="1557"/>
                  <a:pt x="8806" y="1505"/>
                  <a:pt x="8737" y="1469"/>
                </a:cubicBezTo>
                <a:cubicBezTo>
                  <a:pt x="8668" y="1434"/>
                  <a:pt x="8568" y="1416"/>
                  <a:pt x="8437" y="1416"/>
                </a:cubicBezTo>
                <a:cubicBezTo>
                  <a:pt x="8310" y="1416"/>
                  <a:pt x="8183" y="1448"/>
                  <a:pt x="8055" y="1512"/>
                </a:cubicBezTo>
                <a:cubicBezTo>
                  <a:pt x="7928" y="1576"/>
                  <a:pt x="7801" y="1657"/>
                  <a:pt x="7674" y="1755"/>
                </a:cubicBezTo>
                <a:cubicBezTo>
                  <a:pt x="7678" y="1792"/>
                  <a:pt x="7682" y="1835"/>
                  <a:pt x="7686" y="1884"/>
                </a:cubicBezTo>
                <a:cubicBezTo>
                  <a:pt x="7689" y="1934"/>
                  <a:pt x="7690" y="1982"/>
                  <a:pt x="7690" y="2031"/>
                </a:cubicBezTo>
                <a:lnTo>
                  <a:pt x="7690" y="3761"/>
                </a:lnTo>
                <a:lnTo>
                  <a:pt x="7236" y="3761"/>
                </a:lnTo>
                <a:lnTo>
                  <a:pt x="7236" y="2222"/>
                </a:lnTo>
                <a:cubicBezTo>
                  <a:pt x="7236" y="2103"/>
                  <a:pt x="7231" y="1989"/>
                  <a:pt x="7220" y="1882"/>
                </a:cubicBezTo>
                <a:cubicBezTo>
                  <a:pt x="7210" y="1775"/>
                  <a:pt x="7188" y="1689"/>
                  <a:pt x="7154" y="1624"/>
                </a:cubicBezTo>
                <a:cubicBezTo>
                  <a:pt x="7117" y="1555"/>
                  <a:pt x="7064" y="1503"/>
                  <a:pt x="6994" y="1468"/>
                </a:cubicBezTo>
                <a:cubicBezTo>
                  <a:pt x="6925" y="1434"/>
                  <a:pt x="6825" y="1416"/>
                  <a:pt x="6695" y="1416"/>
                </a:cubicBezTo>
                <a:cubicBezTo>
                  <a:pt x="6571" y="1416"/>
                  <a:pt x="6446" y="1447"/>
                  <a:pt x="6321" y="1508"/>
                </a:cubicBezTo>
                <a:cubicBezTo>
                  <a:pt x="6196" y="1570"/>
                  <a:pt x="6072" y="1648"/>
                  <a:pt x="5948" y="1743"/>
                </a:cubicBezTo>
                <a:lnTo>
                  <a:pt x="5948" y="3761"/>
                </a:lnTo>
                <a:lnTo>
                  <a:pt x="5494" y="3761"/>
                </a:lnTo>
                <a:lnTo>
                  <a:pt x="5494" y="1059"/>
                </a:lnTo>
                <a:lnTo>
                  <a:pt x="5948" y="1059"/>
                </a:lnTo>
                <a:lnTo>
                  <a:pt x="5948" y="1359"/>
                </a:lnTo>
                <a:cubicBezTo>
                  <a:pt x="6090" y="1240"/>
                  <a:pt x="6231" y="1148"/>
                  <a:pt x="6372" y="1081"/>
                </a:cubicBezTo>
                <a:cubicBezTo>
                  <a:pt x="6513" y="1015"/>
                  <a:pt x="6663" y="981"/>
                  <a:pt x="6823" y="981"/>
                </a:cubicBezTo>
                <a:cubicBezTo>
                  <a:pt x="7007" y="981"/>
                  <a:pt x="7162" y="1020"/>
                  <a:pt x="7290" y="1098"/>
                </a:cubicBezTo>
                <a:cubicBezTo>
                  <a:pt x="7419" y="1176"/>
                  <a:pt x="7514" y="1284"/>
                  <a:pt x="7577" y="1421"/>
                </a:cubicBezTo>
                <a:cubicBezTo>
                  <a:pt x="7761" y="1266"/>
                  <a:pt x="7928" y="1153"/>
                  <a:pt x="8080" y="1085"/>
                </a:cubicBezTo>
                <a:cubicBezTo>
                  <a:pt x="8231" y="1016"/>
                  <a:pt x="8393" y="981"/>
                  <a:pt x="8565" y="981"/>
                </a:cubicBezTo>
                <a:cubicBezTo>
                  <a:pt x="8862" y="981"/>
                  <a:pt x="9081" y="1071"/>
                  <a:pt x="9222" y="1251"/>
                </a:cubicBezTo>
                <a:cubicBezTo>
                  <a:pt x="9362" y="1431"/>
                  <a:pt x="9433" y="1683"/>
                  <a:pt x="9433" y="2005"/>
                </a:cubicBezTo>
                <a:lnTo>
                  <a:pt x="9433" y="3761"/>
                </a:lnTo>
                <a:close/>
                <a:moveTo>
                  <a:pt x="10796" y="609"/>
                </a:moveTo>
                <a:lnTo>
                  <a:pt x="10283" y="609"/>
                </a:lnTo>
                <a:lnTo>
                  <a:pt x="10283" y="135"/>
                </a:lnTo>
                <a:lnTo>
                  <a:pt x="10796" y="135"/>
                </a:lnTo>
                <a:lnTo>
                  <a:pt x="10796" y="609"/>
                </a:lnTo>
                <a:moveTo>
                  <a:pt x="10767" y="3761"/>
                </a:moveTo>
                <a:lnTo>
                  <a:pt x="10312" y="3761"/>
                </a:lnTo>
                <a:lnTo>
                  <a:pt x="10312" y="1059"/>
                </a:lnTo>
                <a:lnTo>
                  <a:pt x="10767" y="1059"/>
                </a:lnTo>
                <a:lnTo>
                  <a:pt x="10767" y="3761"/>
                </a:lnTo>
                <a:close/>
                <a:moveTo>
                  <a:pt x="13855" y="3761"/>
                </a:moveTo>
                <a:lnTo>
                  <a:pt x="13401" y="3761"/>
                </a:lnTo>
                <a:lnTo>
                  <a:pt x="13401" y="3479"/>
                </a:lnTo>
                <a:cubicBezTo>
                  <a:pt x="13271" y="3592"/>
                  <a:pt x="13134" y="3680"/>
                  <a:pt x="12993" y="3743"/>
                </a:cubicBezTo>
                <a:cubicBezTo>
                  <a:pt x="12851" y="3806"/>
                  <a:pt x="12697" y="3838"/>
                  <a:pt x="12531" y="3838"/>
                </a:cubicBezTo>
                <a:cubicBezTo>
                  <a:pt x="12209" y="3838"/>
                  <a:pt x="11953" y="3714"/>
                  <a:pt x="11764" y="3465"/>
                </a:cubicBezTo>
                <a:cubicBezTo>
                  <a:pt x="11574" y="3216"/>
                  <a:pt x="11480" y="2871"/>
                  <a:pt x="11480" y="2430"/>
                </a:cubicBezTo>
                <a:cubicBezTo>
                  <a:pt x="11480" y="2201"/>
                  <a:pt x="11512" y="1996"/>
                  <a:pt x="11578" y="1817"/>
                </a:cubicBezTo>
                <a:cubicBezTo>
                  <a:pt x="11643" y="1638"/>
                  <a:pt x="11731" y="1485"/>
                  <a:pt x="11842" y="1359"/>
                </a:cubicBezTo>
                <a:cubicBezTo>
                  <a:pt x="11952" y="1236"/>
                  <a:pt x="12079" y="1143"/>
                  <a:pt x="12225" y="1078"/>
                </a:cubicBezTo>
                <a:cubicBezTo>
                  <a:pt x="12371" y="1014"/>
                  <a:pt x="12522" y="981"/>
                  <a:pt x="12678" y="981"/>
                </a:cubicBezTo>
                <a:cubicBezTo>
                  <a:pt x="12820" y="981"/>
                  <a:pt x="12946" y="996"/>
                  <a:pt x="13055" y="1026"/>
                </a:cubicBezTo>
                <a:cubicBezTo>
                  <a:pt x="13165" y="1056"/>
                  <a:pt x="13280" y="1102"/>
                  <a:pt x="13401" y="1165"/>
                </a:cubicBezTo>
                <a:lnTo>
                  <a:pt x="13401" y="0"/>
                </a:lnTo>
                <a:lnTo>
                  <a:pt x="13855" y="0"/>
                </a:lnTo>
                <a:lnTo>
                  <a:pt x="13855" y="3761"/>
                </a:lnTo>
                <a:moveTo>
                  <a:pt x="13401" y="3096"/>
                </a:moveTo>
                <a:lnTo>
                  <a:pt x="13401" y="1547"/>
                </a:lnTo>
                <a:cubicBezTo>
                  <a:pt x="13279" y="1492"/>
                  <a:pt x="13169" y="1454"/>
                  <a:pt x="13072" y="1433"/>
                </a:cubicBezTo>
                <a:cubicBezTo>
                  <a:pt x="12976" y="1412"/>
                  <a:pt x="12870" y="1402"/>
                  <a:pt x="12756" y="1402"/>
                </a:cubicBezTo>
                <a:cubicBezTo>
                  <a:pt x="12501" y="1402"/>
                  <a:pt x="12303" y="1490"/>
                  <a:pt x="12161" y="1668"/>
                </a:cubicBezTo>
                <a:cubicBezTo>
                  <a:pt x="12019" y="1845"/>
                  <a:pt x="11949" y="2096"/>
                  <a:pt x="11949" y="2422"/>
                </a:cubicBezTo>
                <a:cubicBezTo>
                  <a:pt x="11949" y="2742"/>
                  <a:pt x="12003" y="2986"/>
                  <a:pt x="12113" y="3153"/>
                </a:cubicBezTo>
                <a:cubicBezTo>
                  <a:pt x="12222" y="3319"/>
                  <a:pt x="12398" y="3403"/>
                  <a:pt x="12640" y="3403"/>
                </a:cubicBezTo>
                <a:cubicBezTo>
                  <a:pt x="12769" y="3403"/>
                  <a:pt x="12899" y="3374"/>
                  <a:pt x="13031" y="3317"/>
                </a:cubicBezTo>
                <a:cubicBezTo>
                  <a:pt x="13163" y="3260"/>
                  <a:pt x="13287" y="3186"/>
                  <a:pt x="13401" y="3096"/>
                </a:cubicBezTo>
                <a:close/>
                <a:moveTo>
                  <a:pt x="16847" y="3761"/>
                </a:moveTo>
                <a:lnTo>
                  <a:pt x="16395" y="3761"/>
                </a:lnTo>
                <a:lnTo>
                  <a:pt x="16395" y="3475"/>
                </a:lnTo>
                <a:cubicBezTo>
                  <a:pt x="16355" y="3502"/>
                  <a:pt x="16301" y="3541"/>
                  <a:pt x="16232" y="3590"/>
                </a:cubicBezTo>
                <a:cubicBezTo>
                  <a:pt x="16164" y="3639"/>
                  <a:pt x="16097" y="3678"/>
                  <a:pt x="16033" y="3707"/>
                </a:cubicBezTo>
                <a:cubicBezTo>
                  <a:pt x="15957" y="3744"/>
                  <a:pt x="15870" y="3775"/>
                  <a:pt x="15772" y="3800"/>
                </a:cubicBezTo>
                <a:cubicBezTo>
                  <a:pt x="15674" y="3825"/>
                  <a:pt x="15558" y="3838"/>
                  <a:pt x="15426" y="3838"/>
                </a:cubicBezTo>
                <a:cubicBezTo>
                  <a:pt x="15183" y="3838"/>
                  <a:pt x="14977" y="3757"/>
                  <a:pt x="14808" y="3596"/>
                </a:cubicBezTo>
                <a:cubicBezTo>
                  <a:pt x="14638" y="3435"/>
                  <a:pt x="14554" y="3229"/>
                  <a:pt x="14554" y="2979"/>
                </a:cubicBezTo>
                <a:cubicBezTo>
                  <a:pt x="14554" y="2774"/>
                  <a:pt x="14598" y="2608"/>
                  <a:pt x="14686" y="2482"/>
                </a:cubicBezTo>
                <a:cubicBezTo>
                  <a:pt x="14773" y="2355"/>
                  <a:pt x="14899" y="2255"/>
                  <a:pt x="15061" y="2183"/>
                </a:cubicBezTo>
                <a:cubicBezTo>
                  <a:pt x="15226" y="2110"/>
                  <a:pt x="15423" y="2061"/>
                  <a:pt x="15653" y="2035"/>
                </a:cubicBezTo>
                <a:cubicBezTo>
                  <a:pt x="15884" y="2009"/>
                  <a:pt x="16131" y="1990"/>
                  <a:pt x="16395" y="1977"/>
                </a:cubicBezTo>
                <a:lnTo>
                  <a:pt x="16395" y="1906"/>
                </a:lnTo>
                <a:cubicBezTo>
                  <a:pt x="16395" y="1802"/>
                  <a:pt x="16377" y="1716"/>
                  <a:pt x="16341" y="1648"/>
                </a:cubicBezTo>
                <a:cubicBezTo>
                  <a:pt x="16305" y="1580"/>
                  <a:pt x="16253" y="1526"/>
                  <a:pt x="16185" y="1487"/>
                </a:cubicBezTo>
                <a:cubicBezTo>
                  <a:pt x="16121" y="1450"/>
                  <a:pt x="16043" y="1425"/>
                  <a:pt x="15953" y="1412"/>
                </a:cubicBezTo>
                <a:cubicBezTo>
                  <a:pt x="15863" y="1399"/>
                  <a:pt x="15769" y="1392"/>
                  <a:pt x="15670" y="1392"/>
                </a:cubicBezTo>
                <a:cubicBezTo>
                  <a:pt x="15551" y="1392"/>
                  <a:pt x="15418" y="1408"/>
                  <a:pt x="15272" y="1440"/>
                </a:cubicBezTo>
                <a:cubicBezTo>
                  <a:pt x="15125" y="1473"/>
                  <a:pt x="14974" y="1519"/>
                  <a:pt x="14817" y="1581"/>
                </a:cubicBezTo>
                <a:lnTo>
                  <a:pt x="14793" y="1581"/>
                </a:lnTo>
                <a:lnTo>
                  <a:pt x="14793" y="1119"/>
                </a:lnTo>
                <a:cubicBezTo>
                  <a:pt x="14882" y="1095"/>
                  <a:pt x="15010" y="1068"/>
                  <a:pt x="15177" y="1039"/>
                </a:cubicBezTo>
                <a:cubicBezTo>
                  <a:pt x="15345" y="1010"/>
                  <a:pt x="15510" y="996"/>
                  <a:pt x="15673" y="996"/>
                </a:cubicBezTo>
                <a:cubicBezTo>
                  <a:pt x="15863" y="996"/>
                  <a:pt x="16028" y="1011"/>
                  <a:pt x="16169" y="1043"/>
                </a:cubicBezTo>
                <a:cubicBezTo>
                  <a:pt x="16310" y="1074"/>
                  <a:pt x="16433" y="1128"/>
                  <a:pt x="16536" y="1204"/>
                </a:cubicBezTo>
                <a:cubicBezTo>
                  <a:pt x="16637" y="1278"/>
                  <a:pt x="16714" y="1374"/>
                  <a:pt x="16768" y="1491"/>
                </a:cubicBezTo>
                <a:cubicBezTo>
                  <a:pt x="16821" y="1609"/>
                  <a:pt x="16847" y="1755"/>
                  <a:pt x="16847" y="1929"/>
                </a:cubicBezTo>
                <a:lnTo>
                  <a:pt x="16847" y="3761"/>
                </a:lnTo>
                <a:moveTo>
                  <a:pt x="16395" y="3099"/>
                </a:moveTo>
                <a:lnTo>
                  <a:pt x="16395" y="2344"/>
                </a:lnTo>
                <a:cubicBezTo>
                  <a:pt x="16257" y="2352"/>
                  <a:pt x="16094" y="2365"/>
                  <a:pt x="15906" y="2381"/>
                </a:cubicBezTo>
                <a:cubicBezTo>
                  <a:pt x="15718" y="2397"/>
                  <a:pt x="15570" y="2420"/>
                  <a:pt x="15460" y="2451"/>
                </a:cubicBezTo>
                <a:cubicBezTo>
                  <a:pt x="15330" y="2488"/>
                  <a:pt x="15224" y="2546"/>
                  <a:pt x="15144" y="2625"/>
                </a:cubicBezTo>
                <a:cubicBezTo>
                  <a:pt x="15063" y="2703"/>
                  <a:pt x="15023" y="2811"/>
                  <a:pt x="15023" y="2949"/>
                </a:cubicBezTo>
                <a:cubicBezTo>
                  <a:pt x="15023" y="3104"/>
                  <a:pt x="15069" y="3221"/>
                  <a:pt x="15163" y="3300"/>
                </a:cubicBezTo>
                <a:cubicBezTo>
                  <a:pt x="15256" y="3378"/>
                  <a:pt x="15399" y="3417"/>
                  <a:pt x="15591" y="3417"/>
                </a:cubicBezTo>
                <a:cubicBezTo>
                  <a:pt x="15750" y="3417"/>
                  <a:pt x="15896" y="3386"/>
                  <a:pt x="16028" y="3324"/>
                </a:cubicBezTo>
                <a:cubicBezTo>
                  <a:pt x="16160" y="3262"/>
                  <a:pt x="16283" y="3187"/>
                  <a:pt x="16395" y="3099"/>
                </a:cubicBezTo>
                <a:close/>
                <a:moveTo>
                  <a:pt x="19982" y="2455"/>
                </a:moveTo>
                <a:lnTo>
                  <a:pt x="17993" y="2455"/>
                </a:lnTo>
                <a:cubicBezTo>
                  <a:pt x="17993" y="2622"/>
                  <a:pt x="18018" y="2767"/>
                  <a:pt x="18068" y="2890"/>
                </a:cubicBezTo>
                <a:cubicBezTo>
                  <a:pt x="18118" y="3014"/>
                  <a:pt x="18187" y="3115"/>
                  <a:pt x="18274" y="3194"/>
                </a:cubicBezTo>
                <a:cubicBezTo>
                  <a:pt x="18357" y="3272"/>
                  <a:pt x="18457" y="3330"/>
                  <a:pt x="18572" y="3369"/>
                </a:cubicBezTo>
                <a:cubicBezTo>
                  <a:pt x="18687" y="3408"/>
                  <a:pt x="18814" y="3427"/>
                  <a:pt x="18953" y="3427"/>
                </a:cubicBezTo>
                <a:cubicBezTo>
                  <a:pt x="19136" y="3427"/>
                  <a:pt x="19321" y="3390"/>
                  <a:pt x="19507" y="3316"/>
                </a:cubicBezTo>
                <a:cubicBezTo>
                  <a:pt x="19693" y="3242"/>
                  <a:pt x="19826" y="3170"/>
                  <a:pt x="19905" y="3098"/>
                </a:cubicBezTo>
                <a:lnTo>
                  <a:pt x="19929" y="3098"/>
                </a:lnTo>
                <a:lnTo>
                  <a:pt x="19929" y="3595"/>
                </a:lnTo>
                <a:cubicBezTo>
                  <a:pt x="19776" y="3660"/>
                  <a:pt x="19620" y="3714"/>
                  <a:pt x="19460" y="3758"/>
                </a:cubicBezTo>
                <a:cubicBezTo>
                  <a:pt x="19301" y="3802"/>
                  <a:pt x="19133" y="3823"/>
                  <a:pt x="18958" y="3823"/>
                </a:cubicBezTo>
                <a:cubicBezTo>
                  <a:pt x="18510" y="3823"/>
                  <a:pt x="18160" y="3702"/>
                  <a:pt x="17909" y="3459"/>
                </a:cubicBezTo>
                <a:cubicBezTo>
                  <a:pt x="17657" y="3216"/>
                  <a:pt x="17532" y="2871"/>
                  <a:pt x="17532" y="2424"/>
                </a:cubicBezTo>
                <a:cubicBezTo>
                  <a:pt x="17532" y="1982"/>
                  <a:pt x="17652" y="1631"/>
                  <a:pt x="17893" y="1371"/>
                </a:cubicBezTo>
                <a:cubicBezTo>
                  <a:pt x="18134" y="1111"/>
                  <a:pt x="18451" y="981"/>
                  <a:pt x="18844" y="981"/>
                </a:cubicBezTo>
                <a:cubicBezTo>
                  <a:pt x="19208" y="981"/>
                  <a:pt x="19489" y="1088"/>
                  <a:pt x="19686" y="1301"/>
                </a:cubicBezTo>
                <a:cubicBezTo>
                  <a:pt x="19884" y="1514"/>
                  <a:pt x="19982" y="1816"/>
                  <a:pt x="19982" y="2209"/>
                </a:cubicBezTo>
                <a:lnTo>
                  <a:pt x="19982" y="2455"/>
                </a:lnTo>
                <a:moveTo>
                  <a:pt x="19540" y="2107"/>
                </a:moveTo>
                <a:cubicBezTo>
                  <a:pt x="19538" y="1869"/>
                  <a:pt x="19478" y="1685"/>
                  <a:pt x="19360" y="1554"/>
                </a:cubicBezTo>
                <a:cubicBezTo>
                  <a:pt x="19242" y="1424"/>
                  <a:pt x="19061" y="1358"/>
                  <a:pt x="18820" y="1358"/>
                </a:cubicBezTo>
                <a:cubicBezTo>
                  <a:pt x="18576" y="1358"/>
                  <a:pt x="18383" y="1430"/>
                  <a:pt x="18239" y="1573"/>
                </a:cubicBezTo>
                <a:cubicBezTo>
                  <a:pt x="18094" y="1717"/>
                  <a:pt x="18013" y="1895"/>
                  <a:pt x="17993" y="2107"/>
                </a:cubicBezTo>
                <a:lnTo>
                  <a:pt x="19540" y="2107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EE69FA1-6ABF-4E35-B5F6-AE7F5FD38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7" y="921707"/>
            <a:ext cx="14605" cy="25435"/>
          </a:xfrm>
          <a:custGeom xmlns:a="http://schemas.openxmlformats.org/drawingml/2006/main">
            <a:pathLst>
              <a:path w="14605" h="25435">
                <a:moveTo>
                  <a:pt x="0" y="0"/>
                </a:moveTo>
                <a:lnTo>
                  <a:pt x="14605" y="0"/>
                </a:lnTo>
                <a:lnTo>
                  <a:pt x="14605" y="25435"/>
                </a:lnTo>
                <a:lnTo>
                  <a:pt x="0" y="2543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4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23AB1B-F6A4-49EF-B72C-F4138473C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6" y="921709"/>
            <a:ext cx="14606" cy="25435"/>
          </a:xfrm>
          <a:custGeom xmlns:a="http://schemas.openxmlformats.org/drawingml/2006/main">
            <a:pathLst>
              <a:path w="14606" h="25435" fill="none">
                <a:moveTo>
                  <a:pt x="0" y="0"/>
                </a:moveTo>
                <a:lnTo>
                  <a:pt x="14606" y="0"/>
                </a:lnTo>
                <a:lnTo>
                  <a:pt x="14606" y="25435"/>
                </a:lnTo>
                <a:lnTo>
                  <a:pt x="0" y="2543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4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BBFCF45-3149-4F29-AA2E-22C5DA853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7" y="969641"/>
            <a:ext cx="14605" cy="24909"/>
          </a:xfrm>
          <a:custGeom xmlns:a="http://schemas.openxmlformats.org/drawingml/2006/main">
            <a:pathLst>
              <a:path w="14605" h="24909">
                <a:moveTo>
                  <a:pt x="0" y="0"/>
                </a:moveTo>
                <a:lnTo>
                  <a:pt x="14605" y="0"/>
                </a:lnTo>
                <a:lnTo>
                  <a:pt x="14605" y="24909"/>
                </a:lnTo>
                <a:lnTo>
                  <a:pt x="0" y="2490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86EF00D-2045-44A2-9B9E-AA3BD56E4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6" y="969643"/>
            <a:ext cx="14606" cy="24910"/>
          </a:xfrm>
          <a:custGeom xmlns:a="http://schemas.openxmlformats.org/drawingml/2006/main">
            <a:pathLst>
              <a:path w="14606" h="24910" fill="none">
                <a:moveTo>
                  <a:pt x="0" y="0"/>
                </a:moveTo>
                <a:lnTo>
                  <a:pt x="14606" y="0"/>
                </a:lnTo>
                <a:lnTo>
                  <a:pt x="14606" y="24910"/>
                </a:lnTo>
                <a:lnTo>
                  <a:pt x="0" y="2491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5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3AA55E-7247-44D4-BFEF-5F889A9CF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7" y="1017050"/>
            <a:ext cx="14605" cy="22168"/>
          </a:xfrm>
          <a:custGeom xmlns:a="http://schemas.openxmlformats.org/drawingml/2006/main">
            <a:pathLst>
              <a:path w="14605" h="22168">
                <a:moveTo>
                  <a:pt x="0" y="0"/>
                </a:moveTo>
                <a:lnTo>
                  <a:pt x="14605" y="0"/>
                </a:lnTo>
                <a:lnTo>
                  <a:pt x="14605" y="22168"/>
                </a:lnTo>
                <a:lnTo>
                  <a:pt x="0" y="22168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0A80BB3A-A3DC-4C7D-BD49-A07EB81EF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6" y="1017051"/>
            <a:ext cx="14606" cy="22168"/>
          </a:xfrm>
          <a:custGeom xmlns:a="http://schemas.openxmlformats.org/drawingml/2006/main">
            <a:pathLst>
              <a:path w="14606" h="22168" fill="none">
                <a:moveTo>
                  <a:pt x="0" y="0"/>
                </a:moveTo>
                <a:lnTo>
                  <a:pt x="14606" y="0"/>
                </a:lnTo>
                <a:lnTo>
                  <a:pt x="14606" y="22168"/>
                </a:lnTo>
                <a:lnTo>
                  <a:pt x="0" y="2216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5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006AF5D-6C1C-458D-AC3E-0F5491DA86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7" y="1061716"/>
            <a:ext cx="14605" cy="22117"/>
          </a:xfrm>
          <a:custGeom xmlns:a="http://schemas.openxmlformats.org/drawingml/2006/main">
            <a:pathLst>
              <a:path w="14605" h="22117">
                <a:moveTo>
                  <a:pt x="0" y="0"/>
                </a:moveTo>
                <a:lnTo>
                  <a:pt x="14605" y="0"/>
                </a:lnTo>
                <a:lnTo>
                  <a:pt x="14605" y="22117"/>
                </a:lnTo>
                <a:lnTo>
                  <a:pt x="0" y="2211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BC62DF-2304-4A6D-A654-EEE92CCD5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7516" y="1061718"/>
            <a:ext cx="14606" cy="22117"/>
          </a:xfrm>
          <a:custGeom xmlns:a="http://schemas.openxmlformats.org/drawingml/2006/main">
            <a:pathLst>
              <a:path w="14606" h="22117" fill="none">
                <a:moveTo>
                  <a:pt x="0" y="0"/>
                </a:moveTo>
                <a:lnTo>
                  <a:pt x="14606" y="0"/>
                </a:lnTo>
                <a:lnTo>
                  <a:pt x="14606" y="22117"/>
                </a:lnTo>
                <a:lnTo>
                  <a:pt x="0" y="22117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5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010981C-0377-4A03-98A3-49FE386CE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18" y="921707"/>
            <a:ext cx="13350" cy="13270"/>
          </a:xfrm>
          <a:custGeom xmlns:a="http://schemas.openxmlformats.org/drawingml/2006/main">
            <a:pathLst>
              <a:path w="13350" h="13270">
                <a:moveTo>
                  <a:pt x="0" y="0"/>
                </a:moveTo>
                <a:lnTo>
                  <a:pt x="13350" y="0"/>
                </a:lnTo>
                <a:lnTo>
                  <a:pt x="13350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261A1DD-122E-473B-99CD-30AE08A5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20" y="921709"/>
            <a:ext cx="13350" cy="13270"/>
          </a:xfrm>
          <a:custGeom xmlns:a="http://schemas.openxmlformats.org/drawingml/2006/main">
            <a:pathLst>
              <a:path w="13350" h="13270" fill="none">
                <a:moveTo>
                  <a:pt x="0" y="0"/>
                </a:moveTo>
                <a:lnTo>
                  <a:pt x="13350" y="0"/>
                </a:lnTo>
                <a:lnTo>
                  <a:pt x="13350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5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5157DA9-7DD9-421F-992A-F46425A54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469" y="921707"/>
            <a:ext cx="8547" cy="13270"/>
          </a:xfrm>
          <a:custGeom xmlns:a="http://schemas.openxmlformats.org/drawingml/2006/main">
            <a:pathLst>
              <a:path w="8547" h="13270">
                <a:moveTo>
                  <a:pt x="0" y="0"/>
                </a:moveTo>
                <a:lnTo>
                  <a:pt x="8547" y="0"/>
                </a:lnTo>
                <a:lnTo>
                  <a:pt x="8547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5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CAC97AD-8A85-4172-A02F-921CBC435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00468" y="921709"/>
            <a:ext cx="8548" cy="13270"/>
          </a:xfrm>
          <a:custGeom xmlns:a="http://schemas.openxmlformats.org/drawingml/2006/main">
            <a:pathLst>
              <a:path w="8548" h="13270" fill="none">
                <a:moveTo>
                  <a:pt x="0" y="0"/>
                </a:moveTo>
                <a:lnTo>
                  <a:pt x="8548" y="0"/>
                </a:lnTo>
                <a:lnTo>
                  <a:pt x="8548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5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E91E7B3-4FFD-4F6B-B6DA-5E31E1028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15" y="921707"/>
            <a:ext cx="8104" cy="13270"/>
          </a:xfrm>
          <a:custGeom xmlns:a="http://schemas.openxmlformats.org/drawingml/2006/main">
            <a:pathLst>
              <a:path w="8104" h="13270">
                <a:moveTo>
                  <a:pt x="0" y="0"/>
                </a:moveTo>
                <a:lnTo>
                  <a:pt x="8104" y="0"/>
                </a:lnTo>
                <a:lnTo>
                  <a:pt x="8104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B01B3D5-15ED-4F90-8902-D8EA56E2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1514" y="921709"/>
            <a:ext cx="8105" cy="13270"/>
          </a:xfrm>
          <a:custGeom xmlns:a="http://schemas.openxmlformats.org/drawingml/2006/main">
            <a:pathLst>
              <a:path w="8105" h="13270" fill="none">
                <a:moveTo>
                  <a:pt x="0" y="0"/>
                </a:moveTo>
                <a:lnTo>
                  <a:pt x="8105" y="0"/>
                </a:lnTo>
                <a:lnTo>
                  <a:pt x="8105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6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2665F28-1740-43E7-8E3A-061342341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16" y="921707"/>
            <a:ext cx="8030" cy="13270"/>
          </a:xfrm>
          <a:custGeom xmlns:a="http://schemas.openxmlformats.org/drawingml/2006/main">
            <a:pathLst>
              <a:path w="8030" h="13270">
                <a:moveTo>
                  <a:pt x="0" y="0"/>
                </a:moveTo>
                <a:lnTo>
                  <a:pt x="8030" y="0"/>
                </a:lnTo>
                <a:lnTo>
                  <a:pt x="8030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42D47B1-EB6F-4A81-A15D-C7F4B91A4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118" y="921709"/>
            <a:ext cx="8027" cy="13270"/>
          </a:xfrm>
          <a:custGeom xmlns:a="http://schemas.openxmlformats.org/drawingml/2006/main">
            <a:pathLst>
              <a:path w="8027" h="13270" fill="none">
                <a:moveTo>
                  <a:pt x="0" y="0"/>
                </a:moveTo>
                <a:lnTo>
                  <a:pt x="8027" y="0"/>
                </a:lnTo>
                <a:lnTo>
                  <a:pt x="8027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6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40C29AC-8F5B-4B5C-9BD2-7C6BD03DC1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643" y="921707"/>
            <a:ext cx="7695" cy="13270"/>
          </a:xfrm>
          <a:custGeom xmlns:a="http://schemas.openxmlformats.org/drawingml/2006/main">
            <a:pathLst>
              <a:path w="7695" h="13270">
                <a:moveTo>
                  <a:pt x="0" y="0"/>
                </a:moveTo>
                <a:lnTo>
                  <a:pt x="7695" y="0"/>
                </a:lnTo>
                <a:lnTo>
                  <a:pt x="7695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9AD9DAB-19B1-40D1-8864-7AEFF795A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2643" y="921709"/>
            <a:ext cx="7694" cy="13270"/>
          </a:xfrm>
          <a:custGeom xmlns:a="http://schemas.openxmlformats.org/drawingml/2006/main">
            <a:pathLst>
              <a:path w="7694" h="13270" fill="none">
                <a:moveTo>
                  <a:pt x="0" y="0"/>
                </a:moveTo>
                <a:lnTo>
                  <a:pt x="7694" y="0"/>
                </a:lnTo>
                <a:lnTo>
                  <a:pt x="7694" y="13270"/>
                </a:lnTo>
                <a:lnTo>
                  <a:pt x="0" y="1327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6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2D04B43-D8B3-4F7A-9DFC-7F2F8D5BB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18" y="957477"/>
            <a:ext cx="11050" cy="8624"/>
          </a:xfrm>
          <a:custGeom xmlns:a="http://schemas.openxmlformats.org/drawingml/2006/main">
            <a:pathLst>
              <a:path w="11050" h="8624">
                <a:moveTo>
                  <a:pt x="0" y="0"/>
                </a:moveTo>
                <a:lnTo>
                  <a:pt x="11050" y="0"/>
                </a:lnTo>
                <a:lnTo>
                  <a:pt x="11050" y="8624"/>
                </a:lnTo>
                <a:lnTo>
                  <a:pt x="0" y="862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ECF6DD9-7F2E-4B8C-AEC0-392CEC736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20" y="957478"/>
            <a:ext cx="11047" cy="8624"/>
          </a:xfrm>
          <a:custGeom xmlns:a="http://schemas.openxmlformats.org/drawingml/2006/main">
            <a:pathLst>
              <a:path w="11047" h="8624" fill="none">
                <a:moveTo>
                  <a:pt x="0" y="0"/>
                </a:moveTo>
                <a:lnTo>
                  <a:pt x="11047" y="0"/>
                </a:lnTo>
                <a:lnTo>
                  <a:pt x="11047" y="8624"/>
                </a:lnTo>
                <a:lnTo>
                  <a:pt x="0" y="862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6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4771B81-1A16-4332-88DE-C7D2FF14EB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18" y="988598"/>
            <a:ext cx="11050" cy="8475"/>
          </a:xfrm>
          <a:custGeom xmlns:a="http://schemas.openxmlformats.org/drawingml/2006/main">
            <a:pathLst>
              <a:path w="11050" h="8475">
                <a:moveTo>
                  <a:pt x="0" y="0"/>
                </a:moveTo>
                <a:lnTo>
                  <a:pt x="11050" y="0"/>
                </a:lnTo>
                <a:lnTo>
                  <a:pt x="11050" y="8475"/>
                </a:lnTo>
                <a:lnTo>
                  <a:pt x="0" y="84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6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4F07B07-5F52-41DD-B8EA-2D62050E0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20" y="988600"/>
            <a:ext cx="11047" cy="8476"/>
          </a:xfrm>
          <a:custGeom xmlns:a="http://schemas.openxmlformats.org/drawingml/2006/main">
            <a:pathLst>
              <a:path w="11047" h="8476" fill="none">
                <a:moveTo>
                  <a:pt x="0" y="0"/>
                </a:moveTo>
                <a:lnTo>
                  <a:pt x="11047" y="0"/>
                </a:lnTo>
                <a:lnTo>
                  <a:pt x="11047" y="8476"/>
                </a:lnTo>
                <a:lnTo>
                  <a:pt x="0" y="8476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6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E47A227-B364-46C8-A82B-193AA9566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18" y="1019573"/>
            <a:ext cx="11050" cy="8110"/>
          </a:xfrm>
          <a:custGeom xmlns:a="http://schemas.openxmlformats.org/drawingml/2006/main">
            <a:pathLst>
              <a:path w="11050" h="8110">
                <a:moveTo>
                  <a:pt x="0" y="0"/>
                </a:moveTo>
                <a:lnTo>
                  <a:pt x="11050" y="0"/>
                </a:lnTo>
                <a:lnTo>
                  <a:pt x="11050" y="8110"/>
                </a:lnTo>
                <a:lnTo>
                  <a:pt x="0" y="8110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7A26DF4-474F-4F59-AFBE-86DA32D7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20" y="1019575"/>
            <a:ext cx="11047" cy="8111"/>
          </a:xfrm>
          <a:custGeom xmlns:a="http://schemas.openxmlformats.org/drawingml/2006/main">
            <a:pathLst>
              <a:path w="11047" h="8111" fill="none">
                <a:moveTo>
                  <a:pt x="0" y="0"/>
                </a:moveTo>
                <a:lnTo>
                  <a:pt x="11047" y="0"/>
                </a:lnTo>
                <a:lnTo>
                  <a:pt x="11047" y="8111"/>
                </a:lnTo>
                <a:lnTo>
                  <a:pt x="0" y="811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7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FAE4E02-5C6C-4D6A-BC0F-311A8E8EB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18" y="1050183"/>
            <a:ext cx="11050" cy="5592"/>
          </a:xfrm>
          <a:custGeom xmlns:a="http://schemas.openxmlformats.org/drawingml/2006/main">
            <a:pathLst>
              <a:path w="11050" h="5592">
                <a:moveTo>
                  <a:pt x="0" y="0"/>
                </a:moveTo>
                <a:lnTo>
                  <a:pt x="11050" y="0"/>
                </a:lnTo>
                <a:lnTo>
                  <a:pt x="11050" y="5592"/>
                </a:lnTo>
                <a:lnTo>
                  <a:pt x="0" y="559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98EE88D-F1C7-4984-AB01-7864D77F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20" y="1050184"/>
            <a:ext cx="11047" cy="5592"/>
          </a:xfrm>
          <a:custGeom xmlns:a="http://schemas.openxmlformats.org/drawingml/2006/main">
            <a:pathLst>
              <a:path w="11047" h="5592" fill="none">
                <a:moveTo>
                  <a:pt x="0" y="0"/>
                </a:moveTo>
                <a:lnTo>
                  <a:pt x="11047" y="0"/>
                </a:lnTo>
                <a:lnTo>
                  <a:pt x="11047" y="5592"/>
                </a:lnTo>
                <a:lnTo>
                  <a:pt x="0" y="559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7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5258898-F405-402E-9B49-3EC39779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18" y="1078272"/>
            <a:ext cx="11050" cy="5561"/>
          </a:xfrm>
          <a:custGeom xmlns:a="http://schemas.openxmlformats.org/drawingml/2006/main">
            <a:pathLst>
              <a:path w="11050" h="5561">
                <a:moveTo>
                  <a:pt x="0" y="0"/>
                </a:moveTo>
                <a:lnTo>
                  <a:pt x="11050" y="0"/>
                </a:lnTo>
                <a:lnTo>
                  <a:pt x="11050" y="5561"/>
                </a:lnTo>
                <a:lnTo>
                  <a:pt x="0" y="5561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B90B679-52F7-4BE6-8BEB-6DED7162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620" y="1078275"/>
            <a:ext cx="11047" cy="5560"/>
          </a:xfrm>
          <a:custGeom xmlns:a="http://schemas.openxmlformats.org/drawingml/2006/main">
            <a:pathLst>
              <a:path w="11047" h="5560" fill="none">
                <a:moveTo>
                  <a:pt x="0" y="0"/>
                </a:moveTo>
                <a:lnTo>
                  <a:pt x="11047" y="0"/>
                </a:lnTo>
                <a:lnTo>
                  <a:pt x="11047" y="5560"/>
                </a:lnTo>
                <a:lnTo>
                  <a:pt x="0" y="556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7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6907294-9CD5-427A-81FF-DA27254A4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5" y="957477"/>
            <a:ext cx="9993" cy="5032"/>
          </a:xfrm>
          <a:custGeom xmlns:a="http://schemas.openxmlformats.org/drawingml/2006/main">
            <a:pathLst>
              <a:path w="9993" h="5032">
                <a:moveTo>
                  <a:pt x="0" y="0"/>
                </a:moveTo>
                <a:lnTo>
                  <a:pt x="9993" y="0"/>
                </a:lnTo>
                <a:lnTo>
                  <a:pt x="9993" y="5032"/>
                </a:lnTo>
                <a:lnTo>
                  <a:pt x="0" y="5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9C9F6FF-DBDA-4D10-B425-B83454574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6" y="957478"/>
            <a:ext cx="9995" cy="5032"/>
          </a:xfrm>
          <a:custGeom xmlns:a="http://schemas.openxmlformats.org/drawingml/2006/main">
            <a:pathLst>
              <a:path w="9995" h="5032" fill="none">
                <a:moveTo>
                  <a:pt x="0" y="0"/>
                </a:moveTo>
                <a:lnTo>
                  <a:pt x="9995" y="0"/>
                </a:lnTo>
                <a:lnTo>
                  <a:pt x="9995" y="5032"/>
                </a:lnTo>
                <a:lnTo>
                  <a:pt x="0" y="50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7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D5992CD-B955-4E4D-867C-160515A9A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658" y="957477"/>
            <a:ext cx="9621" cy="5032"/>
          </a:xfrm>
          <a:custGeom xmlns:a="http://schemas.openxmlformats.org/drawingml/2006/main">
            <a:pathLst>
              <a:path w="9621" h="5032">
                <a:moveTo>
                  <a:pt x="0" y="0"/>
                </a:moveTo>
                <a:lnTo>
                  <a:pt x="9621" y="0"/>
                </a:lnTo>
                <a:lnTo>
                  <a:pt x="9621" y="5032"/>
                </a:lnTo>
                <a:lnTo>
                  <a:pt x="0" y="5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7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A978A7F-4D89-4823-AB53-AD6181DD7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0658" y="957478"/>
            <a:ext cx="9620" cy="5032"/>
          </a:xfrm>
          <a:custGeom xmlns:a="http://schemas.openxmlformats.org/drawingml/2006/main">
            <a:pathLst>
              <a:path w="9620" h="5032" fill="none">
                <a:moveTo>
                  <a:pt x="0" y="0"/>
                </a:moveTo>
                <a:lnTo>
                  <a:pt x="9620" y="0"/>
                </a:lnTo>
                <a:lnTo>
                  <a:pt x="9620" y="5032"/>
                </a:lnTo>
                <a:lnTo>
                  <a:pt x="0" y="50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7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86C822CF-6453-4964-8ED7-C65E1F6CA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776" y="957477"/>
            <a:ext cx="7955" cy="5032"/>
          </a:xfrm>
          <a:custGeom xmlns:a="http://schemas.openxmlformats.org/drawingml/2006/main">
            <a:pathLst>
              <a:path w="7955" h="5032">
                <a:moveTo>
                  <a:pt x="0" y="0"/>
                </a:moveTo>
                <a:lnTo>
                  <a:pt x="7955" y="0"/>
                </a:lnTo>
                <a:lnTo>
                  <a:pt x="7955" y="5032"/>
                </a:lnTo>
                <a:lnTo>
                  <a:pt x="0" y="5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4AF3ACFF-83AF-4A4C-8AEC-28E74865FC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2777" y="957478"/>
            <a:ext cx="7955" cy="5032"/>
          </a:xfrm>
          <a:custGeom xmlns:a="http://schemas.openxmlformats.org/drawingml/2006/main">
            <a:pathLst>
              <a:path w="7955" h="5032" fill="none">
                <a:moveTo>
                  <a:pt x="0" y="0"/>
                </a:moveTo>
                <a:lnTo>
                  <a:pt x="7955" y="0"/>
                </a:lnTo>
                <a:lnTo>
                  <a:pt x="7955" y="5032"/>
                </a:lnTo>
                <a:lnTo>
                  <a:pt x="0" y="50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8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6D403AE-9974-4CD9-87B3-7A17B67E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229" y="957477"/>
            <a:ext cx="7109" cy="5032"/>
          </a:xfrm>
          <a:custGeom xmlns:a="http://schemas.openxmlformats.org/drawingml/2006/main">
            <a:pathLst>
              <a:path w="7109" h="5032">
                <a:moveTo>
                  <a:pt x="0" y="0"/>
                </a:moveTo>
                <a:lnTo>
                  <a:pt x="7109" y="0"/>
                </a:lnTo>
                <a:lnTo>
                  <a:pt x="7109" y="5032"/>
                </a:lnTo>
                <a:lnTo>
                  <a:pt x="0" y="503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7968FBDC-EC80-44D9-A689-CC3461AC0C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93230" y="957478"/>
            <a:ext cx="7107" cy="5032"/>
          </a:xfrm>
          <a:custGeom xmlns:a="http://schemas.openxmlformats.org/drawingml/2006/main">
            <a:pathLst>
              <a:path w="7107" h="5032" fill="none">
                <a:moveTo>
                  <a:pt x="0" y="0"/>
                </a:moveTo>
                <a:lnTo>
                  <a:pt x="7107" y="0"/>
                </a:lnTo>
                <a:lnTo>
                  <a:pt x="7107" y="5032"/>
                </a:lnTo>
                <a:lnTo>
                  <a:pt x="0" y="5032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8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87CEDF-7791-4DBF-AA0E-D5ED5B3DE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5" y="985006"/>
            <a:ext cx="3509" cy="5003"/>
          </a:xfrm>
          <a:custGeom xmlns:a="http://schemas.openxmlformats.org/drawingml/2006/main">
            <a:pathLst>
              <a:path w="3509" h="5003">
                <a:moveTo>
                  <a:pt x="0" y="0"/>
                </a:moveTo>
                <a:lnTo>
                  <a:pt x="3509" y="0"/>
                </a:lnTo>
                <a:lnTo>
                  <a:pt x="3509" y="5003"/>
                </a:lnTo>
                <a:lnTo>
                  <a:pt x="0" y="50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70CBBA4-3921-4DDE-9278-214AF87D6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6" y="985008"/>
            <a:ext cx="3510" cy="5004"/>
          </a:xfrm>
          <a:custGeom xmlns:a="http://schemas.openxmlformats.org/drawingml/2006/main">
            <a:pathLst>
              <a:path w="3510" h="5004" fill="none">
                <a:moveTo>
                  <a:pt x="0" y="0"/>
                </a:moveTo>
                <a:lnTo>
                  <a:pt x="3510" y="0"/>
                </a:lnTo>
                <a:lnTo>
                  <a:pt x="3510" y="5004"/>
                </a:lnTo>
                <a:lnTo>
                  <a:pt x="0" y="500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8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469FF47-FB62-4FC3-A6EF-1436649BE4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5" y="1012509"/>
            <a:ext cx="3509" cy="1895"/>
          </a:xfrm>
          <a:custGeom xmlns:a="http://schemas.openxmlformats.org/drawingml/2006/main">
            <a:pathLst>
              <a:path w="3509" h="1895">
                <a:moveTo>
                  <a:pt x="0" y="0"/>
                </a:moveTo>
                <a:lnTo>
                  <a:pt x="3509" y="0"/>
                </a:lnTo>
                <a:lnTo>
                  <a:pt x="3509" y="1895"/>
                </a:lnTo>
                <a:lnTo>
                  <a:pt x="0" y="189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D201AB0-72E9-44FC-91D1-1DF1FADA20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6" y="1012511"/>
            <a:ext cx="3510" cy="1894"/>
          </a:xfrm>
          <a:custGeom xmlns:a="http://schemas.openxmlformats.org/drawingml/2006/main">
            <a:pathLst>
              <a:path w="3510" h="1894" fill="none">
                <a:moveTo>
                  <a:pt x="0" y="0"/>
                </a:moveTo>
                <a:lnTo>
                  <a:pt x="3510" y="0"/>
                </a:lnTo>
                <a:lnTo>
                  <a:pt x="3510" y="1894"/>
                </a:lnTo>
                <a:lnTo>
                  <a:pt x="0" y="189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8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FE5FE4FA-CC16-4B08-BA90-36B4F5836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5" y="1036901"/>
            <a:ext cx="3509" cy="1875"/>
          </a:xfrm>
          <a:custGeom xmlns:a="http://schemas.openxmlformats.org/drawingml/2006/main">
            <a:pathLst>
              <a:path w="3509" h="1875">
                <a:moveTo>
                  <a:pt x="0" y="0"/>
                </a:moveTo>
                <a:lnTo>
                  <a:pt x="3509" y="0"/>
                </a:lnTo>
                <a:lnTo>
                  <a:pt x="3509" y="1875"/>
                </a:lnTo>
                <a:lnTo>
                  <a:pt x="0" y="187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8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F07FFD3-5300-4637-A0E7-BC64E06FC4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6" y="1036904"/>
            <a:ext cx="3510" cy="1874"/>
          </a:xfrm>
          <a:custGeom xmlns:a="http://schemas.openxmlformats.org/drawingml/2006/main">
            <a:pathLst>
              <a:path w="3510" h="1874" fill="none">
                <a:moveTo>
                  <a:pt x="0" y="0"/>
                </a:moveTo>
                <a:lnTo>
                  <a:pt x="3510" y="0"/>
                </a:lnTo>
                <a:lnTo>
                  <a:pt x="3510" y="1874"/>
                </a:lnTo>
                <a:lnTo>
                  <a:pt x="0" y="187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8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80AB5D6-5E70-430A-9EC8-1FA7FA7A5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5" y="1061273"/>
            <a:ext cx="3509" cy="486"/>
          </a:xfrm>
          <a:custGeom xmlns:a="http://schemas.openxmlformats.org/drawingml/2006/main">
            <a:pathLst>
              <a:path w="3509" h="486">
                <a:moveTo>
                  <a:pt x="0" y="0"/>
                </a:moveTo>
                <a:lnTo>
                  <a:pt x="3509" y="0"/>
                </a:lnTo>
                <a:lnTo>
                  <a:pt x="3509" y="486"/>
                </a:lnTo>
                <a:lnTo>
                  <a:pt x="0" y="48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3FAAC4F-D440-4A9F-BFC7-EEBB24B88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98166" y="1061276"/>
            <a:ext cx="3510" cy="484"/>
          </a:xfrm>
          <a:custGeom xmlns:a="http://schemas.openxmlformats.org/drawingml/2006/main">
            <a:pathLst>
              <a:path w="3510" h="484" fill="none">
                <a:moveTo>
                  <a:pt x="0" y="0"/>
                </a:moveTo>
                <a:lnTo>
                  <a:pt x="3510" y="0"/>
                </a:lnTo>
                <a:lnTo>
                  <a:pt x="3510" y="484"/>
                </a:lnTo>
                <a:lnTo>
                  <a:pt x="0" y="48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9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203D273-30B7-413E-AD7D-FC769AADFB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26" y="880513"/>
            <a:ext cx="3200" cy="6055"/>
          </a:xfrm>
          <a:custGeom xmlns:a="http://schemas.openxmlformats.org/drawingml/2006/main">
            <a:pathLst>
              <a:path w="3200" h="6055">
                <a:moveTo>
                  <a:pt x="0" y="0"/>
                </a:moveTo>
                <a:lnTo>
                  <a:pt x="3200" y="0"/>
                </a:lnTo>
                <a:lnTo>
                  <a:pt x="3200" y="6055"/>
                </a:lnTo>
                <a:lnTo>
                  <a:pt x="0" y="60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90FEDD3-A16C-4964-B4D0-120A21DC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25" y="880515"/>
            <a:ext cx="3203" cy="6054"/>
          </a:xfrm>
          <a:custGeom xmlns:a="http://schemas.openxmlformats.org/drawingml/2006/main">
            <a:pathLst>
              <a:path w="3203" h="6054" fill="none">
                <a:moveTo>
                  <a:pt x="0" y="0"/>
                </a:moveTo>
                <a:lnTo>
                  <a:pt x="3203" y="0"/>
                </a:lnTo>
                <a:lnTo>
                  <a:pt x="3203" y="6054"/>
                </a:lnTo>
                <a:lnTo>
                  <a:pt x="0" y="60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9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043D72F-4F06-4B9D-AA84-98E6B531E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527" y="880513"/>
            <a:ext cx="2137" cy="6055"/>
          </a:xfrm>
          <a:custGeom xmlns:a="http://schemas.openxmlformats.org/drawingml/2006/main">
            <a:pathLst>
              <a:path w="2137" h="6055">
                <a:moveTo>
                  <a:pt x="0" y="0"/>
                </a:moveTo>
                <a:lnTo>
                  <a:pt x="2137" y="0"/>
                </a:lnTo>
                <a:lnTo>
                  <a:pt x="2137" y="6055"/>
                </a:lnTo>
                <a:lnTo>
                  <a:pt x="0" y="6055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8FCFB33-62BB-4037-B929-22FA642EA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3527" y="880515"/>
            <a:ext cx="2137" cy="6054"/>
          </a:xfrm>
          <a:custGeom xmlns:a="http://schemas.openxmlformats.org/drawingml/2006/main">
            <a:pathLst>
              <a:path w="2137" h="6054" fill="none">
                <a:moveTo>
                  <a:pt x="0" y="0"/>
                </a:moveTo>
                <a:lnTo>
                  <a:pt x="2137" y="0"/>
                </a:lnTo>
                <a:lnTo>
                  <a:pt x="2137" y="6054"/>
                </a:lnTo>
                <a:lnTo>
                  <a:pt x="0" y="6054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9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EDEBF42-358D-44E7-A757-55577AA62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781" y="1781280"/>
            <a:ext cx="29929" cy="47129"/>
          </a:xfrm>
          <a:custGeom xmlns:a="http://schemas.openxmlformats.org/drawingml/2006/main">
            <a:pathLst>
              <a:path w="29929" h="47129">
                <a:moveTo>
                  <a:pt x="0" y="0"/>
                </a:moveTo>
                <a:lnTo>
                  <a:pt x="29929" y="0"/>
                </a:lnTo>
                <a:lnTo>
                  <a:pt x="29929" y="47129"/>
                </a:lnTo>
                <a:lnTo>
                  <a:pt x="0" y="47129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63121BD-D305-40B1-B102-3C509E388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782" y="1781283"/>
            <a:ext cx="29930" cy="47129"/>
          </a:xfrm>
          <a:custGeom xmlns:a="http://schemas.openxmlformats.org/drawingml/2006/main">
            <a:pathLst>
              <a:path w="29930" h="47129" fill="none">
                <a:moveTo>
                  <a:pt x="0" y="0"/>
                </a:moveTo>
                <a:lnTo>
                  <a:pt x="29930" y="0"/>
                </a:lnTo>
                <a:lnTo>
                  <a:pt x="29930" y="47129"/>
                </a:lnTo>
                <a:lnTo>
                  <a:pt x="0" y="47129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397" name="Text Colubridae">
            <a:extLst xmlns:a="http://schemas.openxmlformats.org/drawingml/2006/main">
              <a:ext uri="{FF2B5EF4-FFF2-40B4-BE49-F238E27FC236}">
                <a16:creationId xmlns:a16="http://schemas.microsoft.com/office/drawing/2014/main" id="{5FC8EDA5-4FCB-4649-B8BD-FFC4E8454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9593" y="1782652"/>
            <a:ext cx="29141" cy="4303"/>
          </a:xfrm>
          <a:custGeom xmlns:a="http://schemas.openxmlformats.org/drawingml/2006/main">
            <a:pathLst>
              <a:path w="29141" h="4303">
                <a:moveTo>
                  <a:pt x="3347" y="3925"/>
                </a:moveTo>
                <a:cubicBezTo>
                  <a:pt x="3247" y="3969"/>
                  <a:pt x="3157" y="4010"/>
                  <a:pt x="3077" y="4048"/>
                </a:cubicBezTo>
                <a:cubicBezTo>
                  <a:pt x="2997" y="4086"/>
                  <a:pt x="2891" y="4126"/>
                  <a:pt x="2761" y="4167"/>
                </a:cubicBezTo>
                <a:cubicBezTo>
                  <a:pt x="2651" y="4202"/>
                  <a:pt x="2531" y="4231"/>
                  <a:pt x="2402" y="4256"/>
                </a:cubicBezTo>
                <a:cubicBezTo>
                  <a:pt x="2273" y="4280"/>
                  <a:pt x="2131" y="4292"/>
                  <a:pt x="1975" y="4292"/>
                </a:cubicBezTo>
                <a:cubicBezTo>
                  <a:pt x="1683" y="4292"/>
                  <a:pt x="1417" y="4251"/>
                  <a:pt x="1177" y="4169"/>
                </a:cubicBezTo>
                <a:cubicBezTo>
                  <a:pt x="938" y="4087"/>
                  <a:pt x="730" y="3958"/>
                  <a:pt x="553" y="3782"/>
                </a:cubicBezTo>
                <a:cubicBezTo>
                  <a:pt x="379" y="3611"/>
                  <a:pt x="244" y="3392"/>
                  <a:pt x="146" y="3128"/>
                </a:cubicBezTo>
                <a:cubicBezTo>
                  <a:pt x="49" y="2863"/>
                  <a:pt x="0" y="2555"/>
                  <a:pt x="0" y="2204"/>
                </a:cubicBezTo>
                <a:cubicBezTo>
                  <a:pt x="0" y="1872"/>
                  <a:pt x="47" y="1574"/>
                  <a:pt x="141" y="1312"/>
                </a:cubicBezTo>
                <a:cubicBezTo>
                  <a:pt x="235" y="1050"/>
                  <a:pt x="370" y="829"/>
                  <a:pt x="547" y="648"/>
                </a:cubicBezTo>
                <a:cubicBezTo>
                  <a:pt x="719" y="473"/>
                  <a:pt x="926" y="339"/>
                  <a:pt x="1169" y="247"/>
                </a:cubicBezTo>
                <a:cubicBezTo>
                  <a:pt x="1412" y="154"/>
                  <a:pt x="1682" y="108"/>
                  <a:pt x="1978" y="108"/>
                </a:cubicBezTo>
                <a:cubicBezTo>
                  <a:pt x="2195" y="108"/>
                  <a:pt x="2411" y="135"/>
                  <a:pt x="2627" y="187"/>
                </a:cubicBezTo>
                <a:cubicBezTo>
                  <a:pt x="2843" y="239"/>
                  <a:pt x="3083" y="331"/>
                  <a:pt x="3347" y="463"/>
                </a:cubicBezTo>
                <a:lnTo>
                  <a:pt x="3347" y="1100"/>
                </a:lnTo>
                <a:lnTo>
                  <a:pt x="3306" y="1100"/>
                </a:lnTo>
                <a:cubicBezTo>
                  <a:pt x="3084" y="917"/>
                  <a:pt x="2863" y="783"/>
                  <a:pt x="2645" y="700"/>
                </a:cubicBezTo>
                <a:cubicBezTo>
                  <a:pt x="2426" y="616"/>
                  <a:pt x="2192" y="574"/>
                  <a:pt x="1943" y="574"/>
                </a:cubicBezTo>
                <a:cubicBezTo>
                  <a:pt x="1739" y="574"/>
                  <a:pt x="1555" y="607"/>
                  <a:pt x="1391" y="673"/>
                </a:cubicBezTo>
                <a:cubicBezTo>
                  <a:pt x="1228" y="739"/>
                  <a:pt x="1082" y="841"/>
                  <a:pt x="954" y="980"/>
                </a:cubicBezTo>
                <a:cubicBezTo>
                  <a:pt x="829" y="1115"/>
                  <a:pt x="732" y="1286"/>
                  <a:pt x="663" y="1492"/>
                </a:cubicBezTo>
                <a:cubicBezTo>
                  <a:pt x="593" y="1698"/>
                  <a:pt x="558" y="1937"/>
                  <a:pt x="558" y="2207"/>
                </a:cubicBezTo>
                <a:cubicBezTo>
                  <a:pt x="558" y="2490"/>
                  <a:pt x="597" y="2733"/>
                  <a:pt x="673" y="2937"/>
                </a:cubicBezTo>
                <a:cubicBezTo>
                  <a:pt x="750" y="3140"/>
                  <a:pt x="849" y="3306"/>
                  <a:pt x="970" y="3434"/>
                </a:cubicBezTo>
                <a:cubicBezTo>
                  <a:pt x="1097" y="3568"/>
                  <a:pt x="1244" y="3666"/>
                  <a:pt x="1413" y="3730"/>
                </a:cubicBezTo>
                <a:cubicBezTo>
                  <a:pt x="1582" y="3794"/>
                  <a:pt x="1760" y="3826"/>
                  <a:pt x="1948" y="3826"/>
                </a:cubicBezTo>
                <a:cubicBezTo>
                  <a:pt x="2207" y="3826"/>
                  <a:pt x="2449" y="3782"/>
                  <a:pt x="2675" y="3693"/>
                </a:cubicBezTo>
                <a:cubicBezTo>
                  <a:pt x="2900" y="3605"/>
                  <a:pt x="3112" y="3472"/>
                  <a:pt x="3309" y="3295"/>
                </a:cubicBezTo>
                <a:lnTo>
                  <a:pt x="3347" y="3295"/>
                </a:lnTo>
                <a:lnTo>
                  <a:pt x="3347" y="3925"/>
                </a:lnTo>
                <a:close/>
                <a:moveTo>
                  <a:pt x="6644" y="2703"/>
                </a:moveTo>
                <a:cubicBezTo>
                  <a:pt x="6644" y="3197"/>
                  <a:pt x="6518" y="3588"/>
                  <a:pt x="6265" y="3874"/>
                </a:cubicBezTo>
                <a:cubicBezTo>
                  <a:pt x="6012" y="4160"/>
                  <a:pt x="5673" y="4303"/>
                  <a:pt x="5249" y="4303"/>
                </a:cubicBezTo>
                <a:cubicBezTo>
                  <a:pt x="4821" y="4303"/>
                  <a:pt x="4481" y="4160"/>
                  <a:pt x="4229" y="3874"/>
                </a:cubicBezTo>
                <a:cubicBezTo>
                  <a:pt x="3977" y="3588"/>
                  <a:pt x="3851" y="3197"/>
                  <a:pt x="3851" y="2703"/>
                </a:cubicBezTo>
                <a:cubicBezTo>
                  <a:pt x="3851" y="2209"/>
                  <a:pt x="3977" y="1818"/>
                  <a:pt x="4229" y="1531"/>
                </a:cubicBezTo>
                <a:cubicBezTo>
                  <a:pt x="4481" y="1244"/>
                  <a:pt x="4821" y="1100"/>
                  <a:pt x="5249" y="1100"/>
                </a:cubicBezTo>
                <a:cubicBezTo>
                  <a:pt x="5673" y="1100"/>
                  <a:pt x="6012" y="1244"/>
                  <a:pt x="6265" y="1531"/>
                </a:cubicBezTo>
                <a:cubicBezTo>
                  <a:pt x="6518" y="1818"/>
                  <a:pt x="6644" y="2209"/>
                  <a:pt x="6644" y="2703"/>
                </a:cubicBezTo>
                <a:moveTo>
                  <a:pt x="6119" y="2703"/>
                </a:moveTo>
                <a:cubicBezTo>
                  <a:pt x="6119" y="2311"/>
                  <a:pt x="6042" y="2020"/>
                  <a:pt x="5888" y="1830"/>
                </a:cubicBezTo>
                <a:cubicBezTo>
                  <a:pt x="5735" y="1640"/>
                  <a:pt x="5522" y="1545"/>
                  <a:pt x="5249" y="1545"/>
                </a:cubicBezTo>
                <a:cubicBezTo>
                  <a:pt x="4973" y="1545"/>
                  <a:pt x="4758" y="1640"/>
                  <a:pt x="4605" y="1830"/>
                </a:cubicBezTo>
                <a:cubicBezTo>
                  <a:pt x="4453" y="2020"/>
                  <a:pt x="4376" y="2311"/>
                  <a:pt x="4376" y="2703"/>
                </a:cubicBezTo>
                <a:cubicBezTo>
                  <a:pt x="4376" y="3082"/>
                  <a:pt x="4453" y="3369"/>
                  <a:pt x="4607" y="3565"/>
                </a:cubicBezTo>
                <a:cubicBezTo>
                  <a:pt x="4760" y="3761"/>
                  <a:pt x="4974" y="3859"/>
                  <a:pt x="5249" y="3859"/>
                </a:cubicBezTo>
                <a:cubicBezTo>
                  <a:pt x="5520" y="3859"/>
                  <a:pt x="5733" y="3762"/>
                  <a:pt x="5887" y="3568"/>
                </a:cubicBezTo>
                <a:cubicBezTo>
                  <a:pt x="6042" y="3374"/>
                  <a:pt x="6119" y="3086"/>
                  <a:pt x="6119" y="2703"/>
                </a:cubicBezTo>
                <a:close/>
                <a:moveTo>
                  <a:pt x="7948" y="4216"/>
                </a:moveTo>
                <a:lnTo>
                  <a:pt x="7438" y="4216"/>
                </a:lnTo>
                <a:lnTo>
                  <a:pt x="7438" y="0"/>
                </a:lnTo>
                <a:lnTo>
                  <a:pt x="7948" y="0"/>
                </a:lnTo>
                <a:lnTo>
                  <a:pt x="7948" y="4216"/>
                </a:lnTo>
                <a:close/>
                <a:moveTo>
                  <a:pt x="11465" y="4216"/>
                </a:moveTo>
                <a:lnTo>
                  <a:pt x="10956" y="4216"/>
                </a:lnTo>
                <a:lnTo>
                  <a:pt x="10956" y="3882"/>
                </a:lnTo>
                <a:cubicBezTo>
                  <a:pt x="10784" y="4018"/>
                  <a:pt x="10620" y="4122"/>
                  <a:pt x="10463" y="4195"/>
                </a:cubicBezTo>
                <a:cubicBezTo>
                  <a:pt x="10305" y="4267"/>
                  <a:pt x="10132" y="4303"/>
                  <a:pt x="9942" y="4303"/>
                </a:cubicBezTo>
                <a:cubicBezTo>
                  <a:pt x="9624" y="4303"/>
                  <a:pt x="9377" y="4206"/>
                  <a:pt x="9200" y="4011"/>
                </a:cubicBezTo>
                <a:cubicBezTo>
                  <a:pt x="9023" y="3817"/>
                  <a:pt x="8934" y="3531"/>
                  <a:pt x="8934" y="3155"/>
                </a:cubicBezTo>
                <a:lnTo>
                  <a:pt x="8934" y="1187"/>
                </a:lnTo>
                <a:lnTo>
                  <a:pt x="9444" y="1187"/>
                </a:lnTo>
                <a:lnTo>
                  <a:pt x="9444" y="2912"/>
                </a:lnTo>
                <a:cubicBezTo>
                  <a:pt x="9444" y="3066"/>
                  <a:pt x="9451" y="3197"/>
                  <a:pt x="9465" y="3307"/>
                </a:cubicBezTo>
                <a:cubicBezTo>
                  <a:pt x="9480" y="3416"/>
                  <a:pt x="9511" y="3510"/>
                  <a:pt x="9557" y="3587"/>
                </a:cubicBezTo>
                <a:cubicBezTo>
                  <a:pt x="9606" y="3667"/>
                  <a:pt x="9669" y="3725"/>
                  <a:pt x="9747" y="3761"/>
                </a:cubicBezTo>
                <a:cubicBezTo>
                  <a:pt x="9825" y="3797"/>
                  <a:pt x="9938" y="3815"/>
                  <a:pt x="10086" y="3815"/>
                </a:cubicBezTo>
                <a:cubicBezTo>
                  <a:pt x="10218" y="3815"/>
                  <a:pt x="10362" y="3781"/>
                  <a:pt x="10518" y="3712"/>
                </a:cubicBezTo>
                <a:cubicBezTo>
                  <a:pt x="10674" y="3644"/>
                  <a:pt x="10820" y="3556"/>
                  <a:pt x="10956" y="3449"/>
                </a:cubicBezTo>
                <a:lnTo>
                  <a:pt x="10956" y="1187"/>
                </a:lnTo>
                <a:lnTo>
                  <a:pt x="11465" y="1187"/>
                </a:lnTo>
                <a:lnTo>
                  <a:pt x="11465" y="4216"/>
                </a:lnTo>
                <a:close/>
                <a:moveTo>
                  <a:pt x="15131" y="2679"/>
                </a:moveTo>
                <a:cubicBezTo>
                  <a:pt x="15131" y="2932"/>
                  <a:pt x="15096" y="3160"/>
                  <a:pt x="15024" y="3363"/>
                </a:cubicBezTo>
                <a:cubicBezTo>
                  <a:pt x="14953" y="3566"/>
                  <a:pt x="14857" y="3736"/>
                  <a:pt x="14736" y="3874"/>
                </a:cubicBezTo>
                <a:cubicBezTo>
                  <a:pt x="14608" y="4017"/>
                  <a:pt x="14467" y="4124"/>
                  <a:pt x="14313" y="4196"/>
                </a:cubicBezTo>
                <a:cubicBezTo>
                  <a:pt x="14160" y="4267"/>
                  <a:pt x="13991" y="4303"/>
                  <a:pt x="13806" y="4303"/>
                </a:cubicBezTo>
                <a:cubicBezTo>
                  <a:pt x="13635" y="4303"/>
                  <a:pt x="13485" y="4283"/>
                  <a:pt x="13357" y="4242"/>
                </a:cubicBezTo>
                <a:cubicBezTo>
                  <a:pt x="13228" y="4201"/>
                  <a:pt x="13102" y="4146"/>
                  <a:pt x="12977" y="4078"/>
                </a:cubicBezTo>
                <a:lnTo>
                  <a:pt x="12945" y="4216"/>
                </a:lnTo>
                <a:lnTo>
                  <a:pt x="12468" y="4216"/>
                </a:lnTo>
                <a:lnTo>
                  <a:pt x="12468" y="0"/>
                </a:lnTo>
                <a:lnTo>
                  <a:pt x="12977" y="0"/>
                </a:lnTo>
                <a:lnTo>
                  <a:pt x="12977" y="1502"/>
                </a:lnTo>
                <a:cubicBezTo>
                  <a:pt x="13120" y="1385"/>
                  <a:pt x="13272" y="1288"/>
                  <a:pt x="13432" y="1213"/>
                </a:cubicBezTo>
                <a:cubicBezTo>
                  <a:pt x="13593" y="1138"/>
                  <a:pt x="13774" y="1100"/>
                  <a:pt x="13974" y="1100"/>
                </a:cubicBezTo>
                <a:cubicBezTo>
                  <a:pt x="14332" y="1100"/>
                  <a:pt x="14614" y="1238"/>
                  <a:pt x="14821" y="1513"/>
                </a:cubicBezTo>
                <a:cubicBezTo>
                  <a:pt x="15028" y="1788"/>
                  <a:pt x="15131" y="2177"/>
                  <a:pt x="15131" y="2679"/>
                </a:cubicBezTo>
                <a:moveTo>
                  <a:pt x="14606" y="2692"/>
                </a:moveTo>
                <a:cubicBezTo>
                  <a:pt x="14606" y="2330"/>
                  <a:pt x="14546" y="2056"/>
                  <a:pt x="14427" y="1869"/>
                </a:cubicBezTo>
                <a:cubicBezTo>
                  <a:pt x="14308" y="1682"/>
                  <a:pt x="14115" y="1588"/>
                  <a:pt x="13850" y="1588"/>
                </a:cubicBezTo>
                <a:cubicBezTo>
                  <a:pt x="13702" y="1588"/>
                  <a:pt x="13552" y="1620"/>
                  <a:pt x="13400" y="1684"/>
                </a:cubicBezTo>
                <a:cubicBezTo>
                  <a:pt x="13248" y="1748"/>
                  <a:pt x="13107" y="1831"/>
                  <a:pt x="12977" y="1932"/>
                </a:cubicBezTo>
                <a:lnTo>
                  <a:pt x="12977" y="3669"/>
                </a:lnTo>
                <a:cubicBezTo>
                  <a:pt x="13122" y="3734"/>
                  <a:pt x="13246" y="3779"/>
                  <a:pt x="13350" y="3804"/>
                </a:cubicBezTo>
                <a:cubicBezTo>
                  <a:pt x="13454" y="3830"/>
                  <a:pt x="13572" y="3842"/>
                  <a:pt x="13703" y="3842"/>
                </a:cubicBezTo>
                <a:cubicBezTo>
                  <a:pt x="13985" y="3842"/>
                  <a:pt x="14206" y="3750"/>
                  <a:pt x="14366" y="3564"/>
                </a:cubicBezTo>
                <a:cubicBezTo>
                  <a:pt x="14526" y="3379"/>
                  <a:pt x="14606" y="3088"/>
                  <a:pt x="14606" y="2692"/>
                </a:cubicBezTo>
                <a:close/>
                <a:moveTo>
                  <a:pt x="17814" y="1740"/>
                </a:moveTo>
                <a:lnTo>
                  <a:pt x="17787" y="1740"/>
                </a:lnTo>
                <a:cubicBezTo>
                  <a:pt x="17711" y="1723"/>
                  <a:pt x="17637" y="1710"/>
                  <a:pt x="17566" y="1702"/>
                </a:cubicBezTo>
                <a:cubicBezTo>
                  <a:pt x="17495" y="1695"/>
                  <a:pt x="17410" y="1691"/>
                  <a:pt x="17313" y="1691"/>
                </a:cubicBezTo>
                <a:cubicBezTo>
                  <a:pt x="17156" y="1691"/>
                  <a:pt x="17004" y="1726"/>
                  <a:pt x="16858" y="1795"/>
                </a:cubicBezTo>
                <a:cubicBezTo>
                  <a:pt x="16711" y="1865"/>
                  <a:pt x="16570" y="1955"/>
                  <a:pt x="16435" y="2065"/>
                </a:cubicBezTo>
                <a:lnTo>
                  <a:pt x="16435" y="4216"/>
                </a:lnTo>
                <a:lnTo>
                  <a:pt x="15925" y="4216"/>
                </a:lnTo>
                <a:lnTo>
                  <a:pt x="15925" y="1187"/>
                </a:lnTo>
                <a:lnTo>
                  <a:pt x="16435" y="1187"/>
                </a:lnTo>
                <a:lnTo>
                  <a:pt x="16435" y="1634"/>
                </a:lnTo>
                <a:cubicBezTo>
                  <a:pt x="16637" y="1472"/>
                  <a:pt x="16816" y="1356"/>
                  <a:pt x="16970" y="1289"/>
                </a:cubicBezTo>
                <a:cubicBezTo>
                  <a:pt x="17124" y="1221"/>
                  <a:pt x="17282" y="1187"/>
                  <a:pt x="17443" y="1187"/>
                </a:cubicBezTo>
                <a:cubicBezTo>
                  <a:pt x="17531" y="1187"/>
                  <a:pt x="17595" y="1189"/>
                  <a:pt x="17635" y="1194"/>
                </a:cubicBezTo>
                <a:cubicBezTo>
                  <a:pt x="17675" y="1198"/>
                  <a:pt x="17735" y="1207"/>
                  <a:pt x="17814" y="1219"/>
                </a:cubicBezTo>
                <a:lnTo>
                  <a:pt x="17814" y="1740"/>
                </a:lnTo>
                <a:close/>
                <a:moveTo>
                  <a:pt x="18841" y="683"/>
                </a:moveTo>
                <a:lnTo>
                  <a:pt x="18266" y="683"/>
                </a:lnTo>
                <a:lnTo>
                  <a:pt x="18266" y="152"/>
                </a:lnTo>
                <a:lnTo>
                  <a:pt x="18841" y="152"/>
                </a:lnTo>
                <a:lnTo>
                  <a:pt x="18841" y="683"/>
                </a:lnTo>
                <a:moveTo>
                  <a:pt x="18808" y="4216"/>
                </a:moveTo>
                <a:lnTo>
                  <a:pt x="18299" y="4216"/>
                </a:lnTo>
                <a:lnTo>
                  <a:pt x="18299" y="1187"/>
                </a:lnTo>
                <a:lnTo>
                  <a:pt x="18808" y="1187"/>
                </a:lnTo>
                <a:lnTo>
                  <a:pt x="18808" y="4216"/>
                </a:lnTo>
                <a:close/>
                <a:moveTo>
                  <a:pt x="22271" y="4216"/>
                </a:moveTo>
                <a:lnTo>
                  <a:pt x="21762" y="4216"/>
                </a:lnTo>
                <a:lnTo>
                  <a:pt x="21762" y="3901"/>
                </a:lnTo>
                <a:cubicBezTo>
                  <a:pt x="21616" y="4028"/>
                  <a:pt x="21463" y="4127"/>
                  <a:pt x="21304" y="4197"/>
                </a:cubicBezTo>
                <a:cubicBezTo>
                  <a:pt x="21145" y="4268"/>
                  <a:pt x="20973" y="4303"/>
                  <a:pt x="20787" y="4303"/>
                </a:cubicBezTo>
                <a:cubicBezTo>
                  <a:pt x="20425" y="4303"/>
                  <a:pt x="20138" y="4164"/>
                  <a:pt x="19926" y="3885"/>
                </a:cubicBezTo>
                <a:cubicBezTo>
                  <a:pt x="19714" y="3606"/>
                  <a:pt x="19608" y="3219"/>
                  <a:pt x="19608" y="2725"/>
                </a:cubicBezTo>
                <a:cubicBezTo>
                  <a:pt x="19608" y="2468"/>
                  <a:pt x="19644" y="2238"/>
                  <a:pt x="19718" y="2037"/>
                </a:cubicBezTo>
                <a:cubicBezTo>
                  <a:pt x="19791" y="1836"/>
                  <a:pt x="19890" y="1665"/>
                  <a:pt x="20014" y="1524"/>
                </a:cubicBezTo>
                <a:cubicBezTo>
                  <a:pt x="20137" y="1386"/>
                  <a:pt x="20280" y="1281"/>
                  <a:pt x="20444" y="1209"/>
                </a:cubicBezTo>
                <a:cubicBezTo>
                  <a:pt x="20607" y="1136"/>
                  <a:pt x="20777" y="1100"/>
                  <a:pt x="20952" y="1100"/>
                </a:cubicBezTo>
                <a:cubicBezTo>
                  <a:pt x="21111" y="1100"/>
                  <a:pt x="21252" y="1117"/>
                  <a:pt x="21375" y="1150"/>
                </a:cubicBezTo>
                <a:cubicBezTo>
                  <a:pt x="21497" y="1184"/>
                  <a:pt x="21627" y="1236"/>
                  <a:pt x="21762" y="1307"/>
                </a:cubicBezTo>
                <a:lnTo>
                  <a:pt x="21762" y="0"/>
                </a:lnTo>
                <a:lnTo>
                  <a:pt x="22271" y="0"/>
                </a:lnTo>
                <a:lnTo>
                  <a:pt x="22271" y="4216"/>
                </a:lnTo>
                <a:moveTo>
                  <a:pt x="21762" y="3471"/>
                </a:moveTo>
                <a:lnTo>
                  <a:pt x="21762" y="1734"/>
                </a:lnTo>
                <a:cubicBezTo>
                  <a:pt x="21625" y="1673"/>
                  <a:pt x="21502" y="1630"/>
                  <a:pt x="21394" y="1607"/>
                </a:cubicBezTo>
                <a:cubicBezTo>
                  <a:pt x="21285" y="1583"/>
                  <a:pt x="21167" y="1572"/>
                  <a:pt x="21039" y="1572"/>
                </a:cubicBezTo>
                <a:cubicBezTo>
                  <a:pt x="20753" y="1572"/>
                  <a:pt x="20531" y="1671"/>
                  <a:pt x="20372" y="1870"/>
                </a:cubicBezTo>
                <a:cubicBezTo>
                  <a:pt x="20213" y="2068"/>
                  <a:pt x="20133" y="2350"/>
                  <a:pt x="20133" y="2715"/>
                </a:cubicBezTo>
                <a:cubicBezTo>
                  <a:pt x="20133" y="3075"/>
                  <a:pt x="20195" y="3348"/>
                  <a:pt x="20318" y="3535"/>
                </a:cubicBezTo>
                <a:cubicBezTo>
                  <a:pt x="20441" y="3722"/>
                  <a:pt x="20637" y="3815"/>
                  <a:pt x="20908" y="3815"/>
                </a:cubicBezTo>
                <a:cubicBezTo>
                  <a:pt x="21053" y="3815"/>
                  <a:pt x="21199" y="3783"/>
                  <a:pt x="21347" y="3719"/>
                </a:cubicBezTo>
                <a:cubicBezTo>
                  <a:pt x="21496" y="3655"/>
                  <a:pt x="21634" y="3572"/>
                  <a:pt x="21762" y="3471"/>
                </a:cubicBezTo>
                <a:close/>
                <a:moveTo>
                  <a:pt x="25626" y="4216"/>
                </a:moveTo>
                <a:lnTo>
                  <a:pt x="25119" y="4216"/>
                </a:lnTo>
                <a:lnTo>
                  <a:pt x="25119" y="3896"/>
                </a:lnTo>
                <a:cubicBezTo>
                  <a:pt x="25074" y="3927"/>
                  <a:pt x="25013" y="3970"/>
                  <a:pt x="24936" y="4025"/>
                </a:cubicBezTo>
                <a:cubicBezTo>
                  <a:pt x="24860" y="4080"/>
                  <a:pt x="24785" y="4124"/>
                  <a:pt x="24713" y="4157"/>
                </a:cubicBezTo>
                <a:cubicBezTo>
                  <a:pt x="24628" y="4198"/>
                  <a:pt x="24530" y="4233"/>
                  <a:pt x="24420" y="4261"/>
                </a:cubicBezTo>
                <a:cubicBezTo>
                  <a:pt x="24310" y="4289"/>
                  <a:pt x="24181" y="4303"/>
                  <a:pt x="24033" y="4303"/>
                </a:cubicBezTo>
                <a:cubicBezTo>
                  <a:pt x="23760" y="4303"/>
                  <a:pt x="23529" y="4213"/>
                  <a:pt x="23339" y="4032"/>
                </a:cubicBezTo>
                <a:cubicBezTo>
                  <a:pt x="23149" y="3851"/>
                  <a:pt x="23055" y="3620"/>
                  <a:pt x="23055" y="3340"/>
                </a:cubicBezTo>
                <a:cubicBezTo>
                  <a:pt x="23055" y="3110"/>
                  <a:pt x="23104" y="2924"/>
                  <a:pt x="23202" y="2782"/>
                </a:cubicBezTo>
                <a:cubicBezTo>
                  <a:pt x="23301" y="2640"/>
                  <a:pt x="23441" y="2529"/>
                  <a:pt x="23624" y="2447"/>
                </a:cubicBezTo>
                <a:cubicBezTo>
                  <a:pt x="23808" y="2366"/>
                  <a:pt x="24029" y="2311"/>
                  <a:pt x="24287" y="2282"/>
                </a:cubicBezTo>
                <a:cubicBezTo>
                  <a:pt x="24546" y="2253"/>
                  <a:pt x="24823" y="2231"/>
                  <a:pt x="25119" y="2217"/>
                </a:cubicBezTo>
                <a:lnTo>
                  <a:pt x="25119" y="2137"/>
                </a:lnTo>
                <a:cubicBezTo>
                  <a:pt x="25119" y="2021"/>
                  <a:pt x="25099" y="1924"/>
                  <a:pt x="25058" y="1848"/>
                </a:cubicBezTo>
                <a:cubicBezTo>
                  <a:pt x="25018" y="1771"/>
                  <a:pt x="24959" y="1711"/>
                  <a:pt x="24884" y="1667"/>
                </a:cubicBezTo>
                <a:cubicBezTo>
                  <a:pt x="24811" y="1625"/>
                  <a:pt x="24725" y="1597"/>
                  <a:pt x="24623" y="1583"/>
                </a:cubicBezTo>
                <a:cubicBezTo>
                  <a:pt x="24522" y="1568"/>
                  <a:pt x="24417" y="1561"/>
                  <a:pt x="24306" y="1561"/>
                </a:cubicBezTo>
                <a:cubicBezTo>
                  <a:pt x="24173" y="1561"/>
                  <a:pt x="24024" y="1579"/>
                  <a:pt x="23859" y="1615"/>
                </a:cubicBezTo>
                <a:cubicBezTo>
                  <a:pt x="23695" y="1651"/>
                  <a:pt x="23525" y="1704"/>
                  <a:pt x="23350" y="1772"/>
                </a:cubicBezTo>
                <a:lnTo>
                  <a:pt x="23323" y="1772"/>
                </a:lnTo>
                <a:lnTo>
                  <a:pt x="23323" y="1255"/>
                </a:lnTo>
                <a:cubicBezTo>
                  <a:pt x="23422" y="1228"/>
                  <a:pt x="23566" y="1198"/>
                  <a:pt x="23754" y="1165"/>
                </a:cubicBezTo>
                <a:cubicBezTo>
                  <a:pt x="23942" y="1133"/>
                  <a:pt x="24127" y="1116"/>
                  <a:pt x="24309" y="1116"/>
                </a:cubicBezTo>
                <a:cubicBezTo>
                  <a:pt x="24522" y="1116"/>
                  <a:pt x="24708" y="1134"/>
                  <a:pt x="24866" y="1169"/>
                </a:cubicBezTo>
                <a:cubicBezTo>
                  <a:pt x="25024" y="1204"/>
                  <a:pt x="25161" y="1265"/>
                  <a:pt x="25277" y="1349"/>
                </a:cubicBezTo>
                <a:cubicBezTo>
                  <a:pt x="25390" y="1433"/>
                  <a:pt x="25477" y="1540"/>
                  <a:pt x="25537" y="1672"/>
                </a:cubicBezTo>
                <a:cubicBezTo>
                  <a:pt x="25596" y="1804"/>
                  <a:pt x="25626" y="1967"/>
                  <a:pt x="25626" y="2162"/>
                </a:cubicBezTo>
                <a:lnTo>
                  <a:pt x="25626" y="4216"/>
                </a:lnTo>
                <a:moveTo>
                  <a:pt x="25119" y="3475"/>
                </a:moveTo>
                <a:lnTo>
                  <a:pt x="25119" y="2628"/>
                </a:lnTo>
                <a:cubicBezTo>
                  <a:pt x="24964" y="2638"/>
                  <a:pt x="24781" y="2651"/>
                  <a:pt x="24571" y="2669"/>
                </a:cubicBezTo>
                <a:cubicBezTo>
                  <a:pt x="24360" y="2687"/>
                  <a:pt x="24194" y="2714"/>
                  <a:pt x="24071" y="2748"/>
                </a:cubicBezTo>
                <a:cubicBezTo>
                  <a:pt x="23924" y="2790"/>
                  <a:pt x="23806" y="2855"/>
                  <a:pt x="23716" y="2943"/>
                </a:cubicBezTo>
                <a:cubicBezTo>
                  <a:pt x="23625" y="3031"/>
                  <a:pt x="23580" y="3152"/>
                  <a:pt x="23580" y="3306"/>
                </a:cubicBezTo>
                <a:cubicBezTo>
                  <a:pt x="23580" y="3480"/>
                  <a:pt x="23633" y="3612"/>
                  <a:pt x="23737" y="3700"/>
                </a:cubicBezTo>
                <a:cubicBezTo>
                  <a:pt x="23842" y="3788"/>
                  <a:pt x="24002" y="3832"/>
                  <a:pt x="24217" y="3832"/>
                </a:cubicBezTo>
                <a:cubicBezTo>
                  <a:pt x="24396" y="3832"/>
                  <a:pt x="24559" y="3797"/>
                  <a:pt x="24707" y="3727"/>
                </a:cubicBezTo>
                <a:cubicBezTo>
                  <a:pt x="24856" y="3657"/>
                  <a:pt x="24993" y="3573"/>
                  <a:pt x="25119" y="3475"/>
                </a:cubicBezTo>
                <a:close/>
                <a:moveTo>
                  <a:pt x="29141" y="2753"/>
                </a:moveTo>
                <a:lnTo>
                  <a:pt x="26910" y="2753"/>
                </a:lnTo>
                <a:cubicBezTo>
                  <a:pt x="26910" y="2940"/>
                  <a:pt x="26938" y="3102"/>
                  <a:pt x="26994" y="3241"/>
                </a:cubicBezTo>
                <a:cubicBezTo>
                  <a:pt x="27050" y="3379"/>
                  <a:pt x="27127" y="3493"/>
                  <a:pt x="27225" y="3582"/>
                </a:cubicBezTo>
                <a:cubicBezTo>
                  <a:pt x="27319" y="3669"/>
                  <a:pt x="27430" y="3734"/>
                  <a:pt x="27559" y="3777"/>
                </a:cubicBezTo>
                <a:cubicBezTo>
                  <a:pt x="27689" y="3821"/>
                  <a:pt x="27831" y="3842"/>
                  <a:pt x="27986" y="3842"/>
                </a:cubicBezTo>
                <a:cubicBezTo>
                  <a:pt x="28192" y="3842"/>
                  <a:pt x="28399" y="3801"/>
                  <a:pt x="28608" y="3718"/>
                </a:cubicBezTo>
                <a:cubicBezTo>
                  <a:pt x="28817" y="3635"/>
                  <a:pt x="28965" y="3554"/>
                  <a:pt x="29054" y="3474"/>
                </a:cubicBezTo>
                <a:lnTo>
                  <a:pt x="29081" y="3474"/>
                </a:lnTo>
                <a:lnTo>
                  <a:pt x="29081" y="4031"/>
                </a:lnTo>
                <a:cubicBezTo>
                  <a:pt x="28909" y="4104"/>
                  <a:pt x="28734" y="4164"/>
                  <a:pt x="28555" y="4213"/>
                </a:cubicBezTo>
                <a:cubicBezTo>
                  <a:pt x="28376" y="4262"/>
                  <a:pt x="28189" y="4287"/>
                  <a:pt x="27992" y="4287"/>
                </a:cubicBezTo>
                <a:cubicBezTo>
                  <a:pt x="27489" y="4287"/>
                  <a:pt x="27097" y="4151"/>
                  <a:pt x="26816" y="3878"/>
                </a:cubicBezTo>
                <a:cubicBezTo>
                  <a:pt x="26534" y="3606"/>
                  <a:pt x="26393" y="3219"/>
                  <a:pt x="26393" y="2718"/>
                </a:cubicBezTo>
                <a:cubicBezTo>
                  <a:pt x="26393" y="2222"/>
                  <a:pt x="26528" y="1829"/>
                  <a:pt x="26798" y="1537"/>
                </a:cubicBezTo>
                <a:cubicBezTo>
                  <a:pt x="27068" y="1246"/>
                  <a:pt x="27424" y="1100"/>
                  <a:pt x="27864" y="1100"/>
                </a:cubicBezTo>
                <a:cubicBezTo>
                  <a:pt x="28273" y="1100"/>
                  <a:pt x="28587" y="1220"/>
                  <a:pt x="28809" y="1458"/>
                </a:cubicBezTo>
                <a:cubicBezTo>
                  <a:pt x="29030" y="1697"/>
                  <a:pt x="29141" y="2037"/>
                  <a:pt x="29141" y="2476"/>
                </a:cubicBezTo>
                <a:lnTo>
                  <a:pt x="29141" y="2753"/>
                </a:lnTo>
                <a:moveTo>
                  <a:pt x="28645" y="2363"/>
                </a:moveTo>
                <a:cubicBezTo>
                  <a:pt x="28643" y="2096"/>
                  <a:pt x="28576" y="1889"/>
                  <a:pt x="28443" y="1742"/>
                </a:cubicBezTo>
                <a:cubicBezTo>
                  <a:pt x="28310" y="1596"/>
                  <a:pt x="28108" y="1523"/>
                  <a:pt x="27837" y="1523"/>
                </a:cubicBezTo>
                <a:cubicBezTo>
                  <a:pt x="27564" y="1523"/>
                  <a:pt x="27347" y="1603"/>
                  <a:pt x="27186" y="1764"/>
                </a:cubicBezTo>
                <a:cubicBezTo>
                  <a:pt x="27024" y="1925"/>
                  <a:pt x="26932" y="2124"/>
                  <a:pt x="26910" y="2363"/>
                </a:cubicBezTo>
                <a:lnTo>
                  <a:pt x="28645" y="2363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22E805F5-8CA1-413C-975F-D20F9DECF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211" y="1781280"/>
            <a:ext cx="13296" cy="12342"/>
          </a:xfrm>
          <a:custGeom xmlns:a="http://schemas.openxmlformats.org/drawingml/2006/main">
            <a:pathLst>
              <a:path w="13296" h="12342">
                <a:moveTo>
                  <a:pt x="0" y="0"/>
                </a:moveTo>
                <a:lnTo>
                  <a:pt x="13296" y="0"/>
                </a:lnTo>
                <a:lnTo>
                  <a:pt x="13296" y="12342"/>
                </a:lnTo>
                <a:lnTo>
                  <a:pt x="0" y="12342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39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90704DD3-492D-4544-94E7-C5D714C5FB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210" y="1781283"/>
            <a:ext cx="13295" cy="12341"/>
          </a:xfrm>
          <a:custGeom xmlns:a="http://schemas.openxmlformats.org/drawingml/2006/main">
            <a:pathLst>
              <a:path w="13295" h="12341" fill="none">
                <a:moveTo>
                  <a:pt x="0" y="0"/>
                </a:moveTo>
                <a:lnTo>
                  <a:pt x="13295" y="0"/>
                </a:lnTo>
                <a:lnTo>
                  <a:pt x="13295" y="12341"/>
                </a:lnTo>
                <a:lnTo>
                  <a:pt x="0" y="12341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00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5107C698-92D2-4A09-8DCB-E03B8A06D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211" y="1816121"/>
            <a:ext cx="13296" cy="12287"/>
          </a:xfrm>
          <a:custGeom xmlns:a="http://schemas.openxmlformats.org/drawingml/2006/main">
            <a:pathLst>
              <a:path w="13296" h="12287">
                <a:moveTo>
                  <a:pt x="0" y="0"/>
                </a:moveTo>
                <a:lnTo>
                  <a:pt x="13296" y="0"/>
                </a:lnTo>
                <a:lnTo>
                  <a:pt x="13296" y="12287"/>
                </a:lnTo>
                <a:lnTo>
                  <a:pt x="0" y="1228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1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A92FCBF-9577-4FDC-9936-2B6D3EC50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9210" y="1816122"/>
            <a:ext cx="13295" cy="12290"/>
          </a:xfrm>
          <a:custGeom xmlns:a="http://schemas.openxmlformats.org/drawingml/2006/main">
            <a:pathLst>
              <a:path w="13295" h="12290" fill="none">
                <a:moveTo>
                  <a:pt x="0" y="0"/>
                </a:moveTo>
                <a:lnTo>
                  <a:pt x="13295" y="0"/>
                </a:lnTo>
                <a:lnTo>
                  <a:pt x="13295" y="12290"/>
                </a:lnTo>
                <a:lnTo>
                  <a:pt x="0" y="12290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02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D53094CE-355E-46CD-B22B-D01D63E4F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004" y="1781280"/>
            <a:ext cx="10047" cy="12484"/>
          </a:xfrm>
          <a:custGeom xmlns:a="http://schemas.openxmlformats.org/drawingml/2006/main">
            <a:pathLst>
              <a:path w="10047" h="12484">
                <a:moveTo>
                  <a:pt x="0" y="0"/>
                </a:moveTo>
                <a:lnTo>
                  <a:pt x="10047" y="0"/>
                </a:lnTo>
                <a:lnTo>
                  <a:pt x="10047" y="12484"/>
                </a:lnTo>
                <a:lnTo>
                  <a:pt x="0" y="12484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3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BAD100A0-65F3-412C-B91B-0A060D4F7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004" y="1781283"/>
            <a:ext cx="10048" cy="12483"/>
          </a:xfrm>
          <a:custGeom xmlns:a="http://schemas.openxmlformats.org/drawingml/2006/main">
            <a:pathLst>
              <a:path w="10048" h="12483" fill="none">
                <a:moveTo>
                  <a:pt x="0" y="0"/>
                </a:moveTo>
                <a:lnTo>
                  <a:pt x="10048" y="0"/>
                </a:lnTo>
                <a:lnTo>
                  <a:pt x="10048" y="12483"/>
                </a:lnTo>
                <a:lnTo>
                  <a:pt x="0" y="1248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04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105B0B47-9A50-4913-BA08-BE0D21017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004" y="1816261"/>
            <a:ext cx="10047" cy="12147"/>
          </a:xfrm>
          <a:custGeom xmlns:a="http://schemas.openxmlformats.org/drawingml/2006/main">
            <a:pathLst>
              <a:path w="10047" h="12147">
                <a:moveTo>
                  <a:pt x="0" y="0"/>
                </a:moveTo>
                <a:lnTo>
                  <a:pt x="10047" y="0"/>
                </a:lnTo>
                <a:lnTo>
                  <a:pt x="10047" y="12147"/>
                </a:lnTo>
                <a:lnTo>
                  <a:pt x="0" y="12147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5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ACED50A9-FE14-44C6-AAF3-38EBCB339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75004" y="1816264"/>
            <a:ext cx="10048" cy="12148"/>
          </a:xfrm>
          <a:custGeom xmlns:a="http://schemas.openxmlformats.org/drawingml/2006/main">
            <a:pathLst>
              <a:path w="10048" h="12148" fill="none">
                <a:moveTo>
                  <a:pt x="0" y="0"/>
                </a:moveTo>
                <a:lnTo>
                  <a:pt x="10048" y="0"/>
                </a:lnTo>
                <a:lnTo>
                  <a:pt x="10048" y="12148"/>
                </a:lnTo>
                <a:lnTo>
                  <a:pt x="0" y="12148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06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63ECE9C3-C150-421E-9D74-FEC4A236C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548" y="1781280"/>
            <a:ext cx="9930" cy="2006"/>
          </a:xfrm>
          <a:custGeom xmlns:a="http://schemas.openxmlformats.org/drawingml/2006/main">
            <a:pathLst>
              <a:path w="9930" h="2006">
                <a:moveTo>
                  <a:pt x="0" y="0"/>
                </a:moveTo>
                <a:lnTo>
                  <a:pt x="9930" y="0"/>
                </a:lnTo>
                <a:lnTo>
                  <a:pt x="9930" y="2006"/>
                </a:lnTo>
                <a:lnTo>
                  <a:pt x="0" y="2006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7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C3307EAE-FF3B-4155-9A78-621ACCB8D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550" y="1781283"/>
            <a:ext cx="9929" cy="2005"/>
          </a:xfrm>
          <a:custGeom xmlns:a="http://schemas.openxmlformats.org/drawingml/2006/main">
            <a:pathLst>
              <a:path w="9929" h="2005" fill="none">
                <a:moveTo>
                  <a:pt x="0" y="0"/>
                </a:moveTo>
                <a:lnTo>
                  <a:pt x="9929" y="0"/>
                </a:lnTo>
                <a:lnTo>
                  <a:pt x="9929" y="2005"/>
                </a:lnTo>
                <a:lnTo>
                  <a:pt x="0" y="2005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  <p:sp>
        <p:nvSpPr>
          <p:cNvPr id="1408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E1040853-7241-4F2C-9EBB-BC7B82E3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548" y="1805783"/>
            <a:ext cx="9930" cy="1403"/>
          </a:xfrm>
          <a:custGeom xmlns:a="http://schemas.openxmlformats.org/drawingml/2006/main">
            <a:pathLst>
              <a:path w="9930" h="1403">
                <a:moveTo>
                  <a:pt x="0" y="0"/>
                </a:moveTo>
                <a:lnTo>
                  <a:pt x="9930" y="0"/>
                </a:lnTo>
                <a:lnTo>
                  <a:pt x="9930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solidFill xmlns:a="http://schemas.openxmlformats.org/drawingml/2006/main">
            <a:srgbClr val="11A579"/>
          </a:solidFill>
          <a:ln xmlns:a="http://schemas.openxmlformats.org/drawingml/2006/main" w="0" cap="flat">
            <a:noFill/>
            <a:miter/>
          </a:ln>
        </p:spPr>
      </p:sp>
      <p:sp>
        <p:nvSpPr>
          <p:cNvPr id="1409" name="Vector element">
            <a:extLst xmlns:a="http://schemas.openxmlformats.org/drawingml/2006/main">
              <a:ext uri="{FF2B5EF4-FFF2-40B4-BE49-F238E27FC236}">
                <a16:creationId xmlns:a16="http://schemas.microsoft.com/office/drawing/2014/main" id="{310D96D2-1AA4-4752-94F9-53389F644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7550" y="1805786"/>
            <a:ext cx="9929" cy="1403"/>
          </a:xfrm>
          <a:custGeom xmlns:a="http://schemas.openxmlformats.org/drawingml/2006/main">
            <a:pathLst>
              <a:path w="9929" h="1403" fill="none">
                <a:moveTo>
                  <a:pt x="0" y="0"/>
                </a:moveTo>
                <a:lnTo>
                  <a:pt x="9929" y="0"/>
                </a:lnTo>
                <a:lnTo>
                  <a:pt x="9929" y="1403"/>
                </a:lnTo>
                <a:lnTo>
                  <a:pt x="0" y="1403"/>
                </a:lnTo>
                <a:lnTo>
                  <a:pt x="0" y="0"/>
                </a:lnTo>
                <a:close/>
              </a:path>
            </a:pathLst>
          </a:custGeom>
          <a:noFill xmlns:a="http://schemas.openxmlformats.org/drawingml/2006/main"/>
          <a:ln xmlns:a="http://schemas.openxmlformats.org/drawingml/2006/main" w="7499" cap="flat">
            <a:solidFill>
              <a:srgbClr val="FFFFFF"/>
            </a:solidFill>
            <a:miter/>
          </a:ln>
        </p:spPr>
      </p:sp>
    </p:spTree>
    <p:extLst>
      <p:ext uri="{BB962C8B-B14F-4D97-AF65-F5344CB8AC3E}">
        <p14:creationId xmlns:p14="http://schemas.microsoft.com/office/powerpoint/2010/main" val="75051512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2026-09-05T18:01:48.0350000Z</dcterms:created>
  <dcterms:modified xsi:type="dcterms:W3CDTF">2026-09-05T18:01:48.0350000Z</dcterms:modified>
</coreProperties>
</file>